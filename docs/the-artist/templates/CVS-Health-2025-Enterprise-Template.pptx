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4"/>
  </p:sldMasterIdLst>
  <p:notesMasterIdLst>
    <p:notesMasterId r:id="rId60"/>
  </p:notesMasterIdLst>
  <p:handoutMasterIdLst>
    <p:handoutMasterId r:id="rId61"/>
  </p:handoutMasterIdLst>
  <p:sldIdLst>
    <p:sldId id="2147310101" r:id="rId5"/>
    <p:sldId id="2147310108" r:id="rId6"/>
    <p:sldId id="2147310107" r:id="rId7"/>
    <p:sldId id="2147310064" r:id="rId8"/>
    <p:sldId id="2147310072" r:id="rId9"/>
    <p:sldId id="2147310073" r:id="rId10"/>
    <p:sldId id="2147310091" r:id="rId11"/>
    <p:sldId id="2147310089" r:id="rId12"/>
    <p:sldId id="2147310077" r:id="rId13"/>
    <p:sldId id="2147310070" r:id="rId14"/>
    <p:sldId id="2147310105" r:id="rId15"/>
    <p:sldId id="2147310110" r:id="rId16"/>
    <p:sldId id="2147310078" r:id="rId17"/>
    <p:sldId id="2147310079" r:id="rId18"/>
    <p:sldId id="2147310103" r:id="rId19"/>
    <p:sldId id="2147310104" r:id="rId20"/>
    <p:sldId id="2147310109" r:id="rId21"/>
    <p:sldId id="2147310076" r:id="rId22"/>
    <p:sldId id="2147310095" r:id="rId23"/>
    <p:sldId id="2147310082" r:id="rId24"/>
    <p:sldId id="2147310083" r:id="rId25"/>
    <p:sldId id="2147310094" r:id="rId26"/>
    <p:sldId id="2147310092" r:id="rId27"/>
    <p:sldId id="2147310096" r:id="rId28"/>
    <p:sldId id="2147310093" r:id="rId29"/>
    <p:sldId id="2147310097" r:id="rId30"/>
    <p:sldId id="2147310084" r:id="rId31"/>
    <p:sldId id="2147309635" r:id="rId32"/>
    <p:sldId id="2147310085" r:id="rId33"/>
    <p:sldId id="2147309661" r:id="rId34"/>
    <p:sldId id="2147310090" r:id="rId35"/>
    <p:sldId id="2147309660" r:id="rId36"/>
    <p:sldId id="2147310106" r:id="rId37"/>
    <p:sldId id="2147309655" r:id="rId38"/>
    <p:sldId id="2147309736" r:id="rId39"/>
    <p:sldId id="2147309765" r:id="rId40"/>
    <p:sldId id="558" r:id="rId41"/>
    <p:sldId id="2147309700" r:id="rId42"/>
    <p:sldId id="2147309769" r:id="rId43"/>
    <p:sldId id="2147309767" r:id="rId44"/>
    <p:sldId id="2147309637" r:id="rId45"/>
    <p:sldId id="2147309738" r:id="rId46"/>
    <p:sldId id="2147309741" r:id="rId47"/>
    <p:sldId id="2147309638" r:id="rId48"/>
    <p:sldId id="2147309639" r:id="rId49"/>
    <p:sldId id="2147309752" r:id="rId50"/>
    <p:sldId id="2147309753" r:id="rId51"/>
    <p:sldId id="2147309768" r:id="rId52"/>
    <p:sldId id="2147309723" r:id="rId53"/>
    <p:sldId id="2147309750" r:id="rId54"/>
    <p:sldId id="2147309761" r:id="rId55"/>
    <p:sldId id="2147309760" r:id="rId56"/>
    <p:sldId id="2147309644" r:id="rId57"/>
    <p:sldId id="2147309717" r:id="rId58"/>
    <p:sldId id="2147309718" r:id="rId59"/>
  </p:sldIdLst>
  <p:sldSz cx="12188825" cy="6858000"/>
  <p:notesSz cx="9144000" cy="6858000"/>
  <p:defaultTextStyle>
    <a:defPPr>
      <a:defRPr lang="en-US"/>
    </a:defPPr>
    <a:lvl1pPr marL="0" indent="0" algn="l" defTabSz="457200" rtl="0" eaLnBrk="1" latinLnBrk="0" hangingPunct="1">
      <a:buClrTx/>
      <a:buFont typeface="Arial"/>
      <a:buNone/>
      <a:defRPr sz="1500" b="0" kern="1200">
        <a:solidFill>
          <a:schemeClr val="tx2"/>
        </a:solidFill>
        <a:latin typeface="+mn-lt"/>
        <a:ea typeface="+mn-ea"/>
        <a:cs typeface="+mn-cs"/>
      </a:defRPr>
    </a:lvl1pPr>
    <a:lvl2pPr marL="0" indent="0">
      <a:buFontTx/>
      <a:buNone/>
      <a:defRPr sz="1500">
        <a:solidFill>
          <a:schemeClr val="tx2"/>
        </a:solidFill>
      </a:defRPr>
    </a:lvl2pPr>
    <a:lvl3pPr marL="173038" indent="-173038">
      <a:spcBef>
        <a:spcPts val="1200"/>
      </a:spcBef>
      <a:buFont typeface="Arial" panose="020B0604020202020204" pitchFamily="34" charset="0"/>
      <a:buChar char="•"/>
      <a:defRPr sz="1500">
        <a:solidFill>
          <a:schemeClr val="tx2"/>
        </a:solidFill>
      </a:defRPr>
    </a:lvl3pPr>
    <a:lvl4pPr marL="347663" indent="-174625">
      <a:spcBef>
        <a:spcPts val="600"/>
      </a:spcBef>
      <a:buFont typeface="Arial" panose="020B0604020202020204" pitchFamily="34" charset="0"/>
      <a:buChar char="–"/>
      <a:defRPr sz="1500">
        <a:solidFill>
          <a:schemeClr val="tx2"/>
        </a:solidFill>
      </a:defRPr>
    </a:lvl4pPr>
    <a:lvl5pPr marL="509588" indent="-161925">
      <a:spcBef>
        <a:spcPts val="600"/>
      </a:spcBef>
      <a:buFont typeface="Arial" panose="020B0604020202020204" pitchFamily="34" charset="0"/>
      <a:buChar char="•"/>
      <a:defRPr sz="1500">
        <a:solidFill>
          <a:schemeClr val="tx2"/>
        </a:solidFill>
      </a:defRPr>
    </a:lvl5pPr>
    <a:lvl6pPr marL="682625" indent="-173038">
      <a:buFont typeface="Arial" panose="020B0604020202020204" pitchFamily="34" charset="0"/>
      <a:buChar char="–"/>
      <a:defRPr sz="1500" baseline="0"/>
    </a:lvl6pPr>
    <a:lvl7pPr marL="857250" indent="-174625">
      <a:spcBef>
        <a:spcPts val="600"/>
      </a:spcBef>
      <a:buFont typeface="Arial" panose="020B0604020202020204" pitchFamily="34" charset="0"/>
      <a:buChar char="•"/>
      <a:defRPr sz="1500" baseline="0">
        <a:solidFill>
          <a:schemeClr val="tx2"/>
        </a:solidFill>
      </a:defRPr>
    </a:lvl7pPr>
    <a:lvl8pPr marL="1030288" indent="-173038">
      <a:spcBef>
        <a:spcPts val="600"/>
      </a:spcBef>
      <a:buFont typeface="Arial" panose="020B0604020202020204" pitchFamily="34" charset="0"/>
      <a:buChar char="–"/>
      <a:defRPr sz="1500" baseline="0">
        <a:solidFill>
          <a:schemeClr val="tx2"/>
        </a:solidFill>
      </a:defRPr>
    </a:lvl8pPr>
    <a:lvl9pPr marL="1203325" indent="-173038">
      <a:spcBef>
        <a:spcPts val="600"/>
      </a:spcBef>
      <a:buFont typeface="Arial" panose="020B0604020202020204" pitchFamily="34" charset="0"/>
      <a:buChar char="•"/>
      <a:defRPr sz="1500" baseline="0">
        <a:solidFill>
          <a:schemeClr val="tx2"/>
        </a:solidFill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C0DC"/>
    <a:srgbClr val="07386A"/>
    <a:srgbClr val="1C7DA9"/>
    <a:srgbClr val="E5F6F1"/>
    <a:srgbClr val="EB0600"/>
    <a:srgbClr val="6BCC95"/>
    <a:srgbClr val="01A78E"/>
    <a:srgbClr val="EDFBF2"/>
    <a:srgbClr val="8EBAE6"/>
    <a:srgbClr val="DA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3888A-4DB0-8E48-BDEC-116AA65F3784}" v="92" dt="2025-07-01T19:10:06.902"/>
  </p1510:revLst>
</p1510:revInfo>
</file>

<file path=ppt/tableStyles.xml><?xml version="1.0" encoding="utf-8"?>
<a:tblStyleLst xmlns:a="http://schemas.openxmlformats.org/drawingml/2006/main" def="{9F4BECD3-1946-49B8-A077-205F1168E22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F4BECD3-1946-49B8-A077-205F1168E22D}" styleName="CVS Table 1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C0B4EDBA-67D5-4435-A0B7-D5753C67F26B}" styleName="CVS Table 2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2"/>
              </a:solidFill>
            </a:ln>
          </a:bottom>
        </a:tcBdr>
      </a:tcStyle>
    </a:firstRow>
  </a:tblStyle>
  <a:tblStyle styleId="{16486439-AC5F-4A27-B78C-A0BE22C8523E}" styleName="CVS Table 3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red"/>
        </a:fontRef>
        <a:schemeClr val="accent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45550388-6236-4824-97A7-F25172F56FC5}" styleName="CVS Table 4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ue"/>
        </a:fontRef>
        <a:srgbClr val="0A4B8C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2268F375-FF24-489F-8BCC-F0714B050B05}" styleName="CVS Table 5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rown"/>
        </a:fontRef>
        <a:schemeClr val="accent1"/>
      </a:tcTxStyle>
      <a:tcStyle>
        <a:tcBdr/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5B16CA05-3835-4193-AC71-686F5E0D2453}" styleName="CVS Table 6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FA0B3A61-A383-473F-9F12-C45DFEE99176}" styleName="CVS Table 7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</a:tcStyle>
    </a:lastRow>
    <a:firstRow>
      <a:tcTxStyle b="on">
        <a:fontRef idx="minor">
          <a:prstClr val="blue"/>
        </a:fontRef>
        <a:srgbClr val="0A4B8C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5"/>
    <p:restoredTop sz="94694"/>
  </p:normalViewPr>
  <p:slideViewPr>
    <p:cSldViewPr snapToGrid="0" showGuides="1">
      <p:cViewPr varScale="1">
        <p:scale>
          <a:sx n="85" d="100"/>
          <a:sy n="85" d="100"/>
        </p:scale>
        <p:origin x="6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MTD 2025</c:v>
                </c:pt>
              </c:strCache>
            </c:strRef>
          </c:tx>
          <c:spPr>
            <a:solidFill>
              <a:srgbClr val="C0C0C0"/>
            </a:solidFill>
            <a:ln w="0" cap="flat" cmpd="sng" algn="ctr">
              <a:noFill/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81.44</c:v>
                </c:pt>
                <c:pt idx="1">
                  <c:v>79.19</c:v>
                </c:pt>
                <c:pt idx="2">
                  <c:v>80.650000000000006</c:v>
                </c:pt>
                <c:pt idx="3">
                  <c:v>82.08</c:v>
                </c:pt>
                <c:pt idx="4">
                  <c:v>79.650000000000006</c:v>
                </c:pt>
                <c:pt idx="5">
                  <c:v>86.03</c:v>
                </c:pt>
                <c:pt idx="6">
                  <c:v>85.29</c:v>
                </c:pt>
                <c:pt idx="7">
                  <c:v>78.33</c:v>
                </c:pt>
                <c:pt idx="8">
                  <c:v>79.72</c:v>
                </c:pt>
                <c:pt idx="9">
                  <c:v>83.63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B74C-B748-02120E56E1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YTD 2025</c:v>
                </c:pt>
              </c:strCache>
            </c:strRef>
          </c:tx>
          <c:spPr>
            <a:solidFill>
              <a:srgbClr val="267AC0"/>
            </a:solidFill>
            <a:ln w="0" cap="flat" cmpd="sng" algn="ctr">
              <a:noFill/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81.44</c:v>
                </c:pt>
                <c:pt idx="1">
                  <c:v>79.19</c:v>
                </c:pt>
                <c:pt idx="2">
                  <c:v>80.650000000000006</c:v>
                </c:pt>
                <c:pt idx="3">
                  <c:v>82.08</c:v>
                </c:pt>
                <c:pt idx="4">
                  <c:v>79.650000000000006</c:v>
                </c:pt>
                <c:pt idx="5">
                  <c:v>86.03</c:v>
                </c:pt>
                <c:pt idx="6">
                  <c:v>85.29</c:v>
                </c:pt>
                <c:pt idx="7">
                  <c:v>78.33</c:v>
                </c:pt>
                <c:pt idx="8">
                  <c:v>79.72</c:v>
                </c:pt>
                <c:pt idx="9">
                  <c:v>83.63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B5-B74C-B748-02120E56E1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0"/>
        <c:axId val="1551747256"/>
        <c:axId val="1551745288"/>
      </c:barChart>
      <c:catAx>
        <c:axId val="1551747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745288"/>
        <c:crosses val="autoZero"/>
        <c:auto val="1"/>
        <c:lblAlgn val="ctr"/>
        <c:lblOffset val="40"/>
        <c:noMultiLvlLbl val="0"/>
      </c:catAx>
      <c:valAx>
        <c:axId val="1551745288"/>
        <c:scaling>
          <c:orientation val="minMax"/>
          <c:max val="90"/>
          <c:min val="60"/>
        </c:scaling>
        <c:delete val="0"/>
        <c:axPos val="l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747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chemeClr val="tx2"/>
                </a:solidFill>
              </a:rPr>
              <a:t>Category</a:t>
            </a:r>
          </a:p>
          <a:p>
            <a:pPr>
              <a:defRPr sz="1200" b="1">
                <a:solidFill>
                  <a:schemeClr val="tx2"/>
                </a:solidFill>
              </a:defRPr>
            </a:pPr>
            <a:r>
              <a:rPr lang="en-US" sz="1200" b="0" i="1">
                <a:solidFill>
                  <a:schemeClr val="tx2"/>
                </a:solidFill>
              </a:rPr>
              <a:t>Sub Category</a:t>
            </a:r>
          </a:p>
        </c:rich>
      </c:tx>
      <c:layout>
        <c:manualLayout>
          <c:xMode val="edge"/>
          <c:yMode val="edge"/>
          <c:x val="0.42517658078246379"/>
          <c:y val="9.49867488493483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8825370012157737E-3"/>
          <c:y val="0.25895914934470338"/>
          <c:w val="0.99003057992200438"/>
          <c:h val="0.47311045045844541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rgbClr val="0A4B8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A4B8C"/>
              </a:solidFill>
              <a:ln w="9525">
                <a:noFill/>
              </a:ln>
              <a:effectLst/>
            </c:spPr>
          </c:marker>
          <c:dLbls>
            <c:dLbl>
              <c:idx val="3"/>
              <c:tx>
                <c:rich>
                  <a:bodyPr/>
                  <a:lstStyle/>
                  <a:p>
                    <a:fld id="{7901F7F0-D115-7A48-92C9-97F6454A5688}" type="VALUE">
                      <a:rPr lang="en-US" smtClean="0"/>
                      <a:pPr/>
                      <a:t>[VALUE]</a:t>
                    </a:fld>
                    <a:r>
                      <a:rPr lang="en-US" baseline="30000"/>
                      <a:t>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31-5146-BA3F-3736F6D76F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A4B8C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990</c:v>
                </c:pt>
                <c:pt idx="1">
                  <c:v>787</c:v>
                </c:pt>
                <c:pt idx="2" formatCode="General">
                  <c:v>555</c:v>
                </c:pt>
                <c:pt idx="3" formatCode="General">
                  <c:v>654</c:v>
                </c:pt>
                <c:pt idx="4" formatCode="General">
                  <c:v>556</c:v>
                </c:pt>
                <c:pt idx="5" formatCode="General">
                  <c:v>422</c:v>
                </c:pt>
                <c:pt idx="6" formatCode="General">
                  <c:v>377</c:v>
                </c:pt>
                <c:pt idx="7" formatCode="General">
                  <c:v>335</c:v>
                </c:pt>
                <c:pt idx="8" formatCode="General">
                  <c:v>377</c:v>
                </c:pt>
                <c:pt idx="9" formatCode="General">
                  <c:v>335</c:v>
                </c:pt>
                <c:pt idx="10" formatCode="General">
                  <c:v>382</c:v>
                </c:pt>
                <c:pt idx="11" formatCode="General">
                  <c:v>396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31-5146-BA3F-3736F6D76F65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1-5146-BA3F-3736F6D76F65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1-5146-BA3F-3736F6D76F65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1-5146-BA3F-3736F6D76F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267AC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1053</c:v>
                </c:pt>
                <c:pt idx="1">
                  <c:v>989</c:v>
                </c:pt>
                <c:pt idx="2">
                  <c:v>893</c:v>
                </c:pt>
                <c:pt idx="3">
                  <c:v>918</c:v>
                </c:pt>
                <c:pt idx="4">
                  <c:v>918</c:v>
                </c:pt>
                <c:pt idx="5">
                  <c:v>877</c:v>
                </c:pt>
                <c:pt idx="6">
                  <c:v>783</c:v>
                </c:pt>
                <c:pt idx="7">
                  <c:v>790</c:v>
                </c:pt>
                <c:pt idx="8" formatCode="0">
                  <c:v>1008</c:v>
                </c:pt>
                <c:pt idx="9" formatCode="0">
                  <c:v>1187</c:v>
                </c:pt>
                <c:pt idx="10" formatCode="0">
                  <c:v>1250</c:v>
                </c:pt>
                <c:pt idx="11" formatCode="0">
                  <c:v>1130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C31-5146-BA3F-3736F6D7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9767"/>
        <c:axId val="1028127"/>
      </c:lineChart>
      <c:catAx>
        <c:axId val="1029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127"/>
        <c:crosses val="autoZero"/>
        <c:auto val="1"/>
        <c:lblAlgn val="ctr"/>
        <c:lblOffset val="100"/>
        <c:noMultiLvlLbl val="1"/>
      </c:catAx>
      <c:valAx>
        <c:axId val="1028127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029767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100210307558668"/>
          <c:y val="0.85329090410362118"/>
          <c:w val="0.25799579384882665"/>
          <c:h val="9.54793810482325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>
      <a:outerShdw blurRad="279400" sx="102000" sy="102000" algn="ctr" rotWithShape="0">
        <a:prstClr val="black">
          <a:alpha val="14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baseline="0">
                <a:solidFill>
                  <a:schemeClr val="tx2"/>
                </a:solidFill>
                <a:effectLst/>
              </a:rPr>
              <a:t>Category</a:t>
            </a:r>
            <a:endParaRPr lang="en-US" sz="1200">
              <a:solidFill>
                <a:schemeClr val="tx2"/>
              </a:solidFill>
              <a:effectLst/>
            </a:endParaRPr>
          </a:p>
        </c:rich>
      </c:tx>
      <c:layout>
        <c:manualLayout>
          <c:xMode val="edge"/>
          <c:yMode val="edge"/>
          <c:x val="0.4305103575470132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86868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Sheet1!$A$2:$A$12</c:f>
              <c:strCache>
                <c:ptCount val="11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  <c:pt idx="5">
                  <c:v>Aug</c:v>
                </c:pt>
                <c:pt idx="6">
                  <c:v>Sept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  <c:pt idx="10">
                  <c:v>Jan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B0-C741-A86E-486ADE900355}"/>
            </c:ext>
          </c:extLst>
        </c:ser>
        <c:ser>
          <c:idx val="1"/>
          <c:order val="1"/>
          <c:spPr>
            <a:ln w="28575" cap="rnd">
              <a:solidFill>
                <a:srgbClr val="0A4B8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A4B8C"/>
              </a:solidFill>
              <a:ln w="12700">
                <a:solidFill>
                  <a:srgbClr val="0A4B8C"/>
                </a:solidFill>
              </a:ln>
              <a:effectLst/>
            </c:spPr>
          </c:marker>
          <c:dPt>
            <c:idx val="10"/>
            <c:marker>
              <c:symbol val="circle"/>
              <c:size val="5"/>
              <c:spPr>
                <a:solidFill>
                  <a:srgbClr val="00A78E"/>
                </a:solidFill>
                <a:ln w="12700">
                  <a:solidFill>
                    <a:srgbClr val="00A78E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A78E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5CB0-C741-A86E-486ADE9003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  <c:pt idx="5">
                  <c:v>Aug</c:v>
                </c:pt>
                <c:pt idx="6">
                  <c:v>Sept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  <c:pt idx="10">
                  <c:v>Jan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133</c:v>
                </c:pt>
                <c:pt idx="1">
                  <c:v>60</c:v>
                </c:pt>
                <c:pt idx="2">
                  <c:v>35</c:v>
                </c:pt>
                <c:pt idx="3">
                  <c:v>40</c:v>
                </c:pt>
                <c:pt idx="4">
                  <c:v>28</c:v>
                </c:pt>
                <c:pt idx="5">
                  <c:v>16</c:v>
                </c:pt>
                <c:pt idx="6">
                  <c:v>26</c:v>
                </c:pt>
                <c:pt idx="7">
                  <c:v>74</c:v>
                </c:pt>
                <c:pt idx="8">
                  <c:v>108</c:v>
                </c:pt>
                <c:pt idx="9">
                  <c:v>120</c:v>
                </c:pt>
                <c:pt idx="10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CB0-C741-A86E-486ADE90035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1747256"/>
        <c:axId val="1551745288"/>
      </c:lineChart>
      <c:catAx>
        <c:axId val="1551747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745288"/>
        <c:crosses val="autoZero"/>
        <c:auto val="1"/>
        <c:lblAlgn val="ctr"/>
        <c:lblOffset val="40"/>
        <c:noMultiLvlLbl val="1"/>
      </c:catAx>
      <c:valAx>
        <c:axId val="1551745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51747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>
      <a:noFill/>
    </a:ln>
    <a:effectLst>
      <a:outerShdw blurRad="279400" sx="102000" sy="102000" algn="ctr" rotWithShape="0">
        <a:prstClr val="black">
          <a:alpha val="14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chemeClr val="tx2"/>
                </a:solidFill>
              </a:rPr>
              <a:t>Category</a:t>
            </a:r>
          </a:p>
        </c:rich>
      </c:tx>
      <c:layout>
        <c:manualLayout>
          <c:xMode val="edge"/>
          <c:yMode val="edge"/>
          <c:x val="0.44215409560130309"/>
          <c:y val="2.2306103596971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8825370012157737E-3"/>
          <c:y val="0.14369229093637434"/>
          <c:w val="0.99003057992200438"/>
          <c:h val="0.60118473757881108"/>
        </c:manualLayout>
      </c:layout>
      <c:lineChart>
        <c:grouping val="standard"/>
        <c:varyColors val="0"/>
        <c:ser>
          <c:idx val="2"/>
          <c:order val="0"/>
          <c:tx>
            <c:v>2025</c:v>
          </c:tx>
          <c:spPr>
            <a:ln w="28575" cap="rnd">
              <a:solidFill>
                <a:srgbClr val="00A78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A78E"/>
              </a:solidFill>
              <a:ln w="9525">
                <a:solidFill>
                  <a:srgbClr val="00A78E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E2AE39DC-73A0-6F44-B020-B6898D7E32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1D70-694D-ADDC-EF3549B633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A78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Sheet1!$D$2:$D$13</c:f>
              <c:numCache>
                <c:formatCode>General</c:formatCode>
                <c:ptCount val="12"/>
                <c:pt idx="0" formatCode="0%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70-694D-ADDC-EF3549B633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rgbClr val="0A4B8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A4B8C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3.6973802930103279E-2"/>
                  <c:y val="8.44488570126218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70-694D-ADDC-EF3549B633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B315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8.7999999999999995E-2</c:v>
                </c:pt>
                <c:pt idx="1">
                  <c:v>0.03</c:v>
                </c:pt>
                <c:pt idx="2">
                  <c:v>0.04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0.05</c:v>
                </c:pt>
                <c:pt idx="9">
                  <c:v>0.04</c:v>
                </c:pt>
                <c:pt idx="10">
                  <c:v>0.03</c:v>
                </c:pt>
                <c:pt idx="11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D70-694D-ADDC-EF3549B6333D}"/>
            </c:ext>
          </c:extLst>
        </c:ser>
        <c:ser>
          <c:idx val="0"/>
          <c:order val="2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D70-694D-ADDC-EF3549B6333D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D70-694D-ADDC-EF3549B6333D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1D70-694D-ADDC-EF3549B633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267AC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0.21</c:v>
                </c:pt>
                <c:pt idx="1">
                  <c:v>0.19</c:v>
                </c:pt>
                <c:pt idx="2">
                  <c:v>0.17</c:v>
                </c:pt>
                <c:pt idx="3">
                  <c:v>0.16</c:v>
                </c:pt>
                <c:pt idx="4">
                  <c:v>0.1</c:v>
                </c:pt>
                <c:pt idx="5">
                  <c:v>0.1</c:v>
                </c:pt>
                <c:pt idx="6">
                  <c:v>0.09</c:v>
                </c:pt>
                <c:pt idx="7">
                  <c:v>0.12</c:v>
                </c:pt>
                <c:pt idx="8">
                  <c:v>0.21</c:v>
                </c:pt>
                <c:pt idx="9">
                  <c:v>0.19</c:v>
                </c:pt>
                <c:pt idx="10">
                  <c:v>0.14000000000000001</c:v>
                </c:pt>
                <c:pt idx="11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D70-694D-ADDC-EF3549B63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9767"/>
        <c:axId val="1028127"/>
      </c:lineChart>
      <c:catAx>
        <c:axId val="1029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127"/>
        <c:crosses val="autoZero"/>
        <c:auto val="1"/>
        <c:lblAlgn val="ctr"/>
        <c:lblOffset val="100"/>
        <c:noMultiLvlLbl val="1"/>
      </c:catAx>
      <c:valAx>
        <c:axId val="102812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29767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>
      <a:outerShdw blurRad="279400" sx="102000" sy="102000" algn="ctr" rotWithShape="0">
        <a:prstClr val="black">
          <a:alpha val="14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CA" sz="1200">
                <a:solidFill>
                  <a:schemeClr val="tx2"/>
                </a:solidFill>
              </a:rPr>
              <a:t>Category</a:t>
            </a:r>
          </a:p>
        </c:rich>
      </c:tx>
      <c:layout>
        <c:manualLayout>
          <c:xMode val="edge"/>
          <c:yMode val="edge"/>
          <c:x val="0.42615910385127809"/>
          <c:y val="1.97580904453815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749507805226818E-2"/>
          <c:y val="0.3713203797702046"/>
          <c:w val="0.94650098438954633"/>
          <c:h val="0.5058724571182021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2700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Sheet1!$A$21:$A$32</c:f>
              <c:strCache>
                <c:ptCount val="12"/>
                <c:pt idx="0">
                  <c:v>Aug</c:v>
                </c:pt>
                <c:pt idx="1">
                  <c:v>Sept 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  <c:pt idx="8">
                  <c:v>Apr</c:v>
                </c:pt>
                <c:pt idx="9">
                  <c:v>May</c:v>
                </c:pt>
                <c:pt idx="10">
                  <c:v>Jun</c:v>
                </c:pt>
                <c:pt idx="11">
                  <c:v>July</c:v>
                </c:pt>
              </c:strCache>
            </c:strRef>
          </c:cat>
          <c:val>
            <c:numRef>
              <c:f>Sheet1!$B$21:$B$32</c:f>
              <c:numCache>
                <c:formatCode>General</c:formatCode>
                <c:ptCount val="12"/>
                <c:pt idx="0">
                  <c:v>608</c:v>
                </c:pt>
                <c:pt idx="1">
                  <c:v>568</c:v>
                </c:pt>
                <c:pt idx="2">
                  <c:v>455</c:v>
                </c:pt>
                <c:pt idx="3">
                  <c:v>538</c:v>
                </c:pt>
                <c:pt idx="4">
                  <c:v>511</c:v>
                </c:pt>
                <c:pt idx="5">
                  <c:v>572</c:v>
                </c:pt>
                <c:pt idx="6">
                  <c:v>621</c:v>
                </c:pt>
                <c:pt idx="7">
                  <c:v>743</c:v>
                </c:pt>
                <c:pt idx="8">
                  <c:v>553</c:v>
                </c:pt>
                <c:pt idx="9">
                  <c:v>707</c:v>
                </c:pt>
                <c:pt idx="10">
                  <c:v>321</c:v>
                </c:pt>
                <c:pt idx="11">
                  <c:v>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D4-8B4C-8D1D-D2CF90A3CBC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51747256"/>
        <c:axId val="1551745288"/>
      </c:lineChart>
      <c:catAx>
        <c:axId val="1551747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1745288"/>
        <c:crosses val="autoZero"/>
        <c:auto val="1"/>
        <c:lblAlgn val="ctr"/>
        <c:lblOffset val="40"/>
        <c:noMultiLvlLbl val="0"/>
      </c:catAx>
      <c:valAx>
        <c:axId val="1551745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51747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>
      <a:outerShdw blurRad="279400" sx="102000" sy="102000" algn="ctr" rotWithShape="0">
        <a:prstClr val="black">
          <a:alpha val="14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2"/>
                </a:solidFill>
              </a:rPr>
              <a:t>Category</a:t>
            </a:r>
          </a:p>
          <a:p>
            <a:pPr>
              <a:defRPr sz="1600" b="1">
                <a:solidFill>
                  <a:schemeClr val="tx2"/>
                </a:solidFill>
              </a:defRPr>
            </a:pPr>
            <a:r>
              <a:rPr lang="en-US" sz="1600" b="0" i="1">
                <a:solidFill>
                  <a:schemeClr val="tx2"/>
                </a:solidFill>
              </a:rPr>
              <a:t>Sub Category</a:t>
            </a:r>
          </a:p>
        </c:rich>
      </c:tx>
      <c:layout>
        <c:manualLayout>
          <c:xMode val="edge"/>
          <c:yMode val="edge"/>
          <c:x val="0.41736007036103112"/>
          <c:y val="9.498819577547522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8825370012157737E-3"/>
          <c:y val="0.25895914934470338"/>
          <c:w val="0.99003057992200438"/>
          <c:h val="0.47311045045844541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rgbClr val="0A4B8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A4B8C"/>
              </a:solidFill>
              <a:ln w="9525">
                <a:noFill/>
              </a:ln>
              <a:effectLst/>
            </c:spPr>
          </c:marker>
          <c:dLbls>
            <c:dLbl>
              <c:idx val="3"/>
              <c:tx>
                <c:rich>
                  <a:bodyPr/>
                  <a:lstStyle/>
                  <a:p>
                    <a:fld id="{7901F7F0-D115-7A48-92C9-97F6454A5688}" type="VALUE">
                      <a:rPr lang="en-US" smtClean="0"/>
                      <a:pPr/>
                      <a:t>[VALUE]</a:t>
                    </a:fld>
                    <a:r>
                      <a:rPr lang="en-US" baseline="30000"/>
                      <a:t>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31-5146-BA3F-3736F6D76F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0A4B8C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990</c:v>
                </c:pt>
                <c:pt idx="1">
                  <c:v>787</c:v>
                </c:pt>
                <c:pt idx="2" formatCode="General">
                  <c:v>555</c:v>
                </c:pt>
                <c:pt idx="3" formatCode="General">
                  <c:v>654</c:v>
                </c:pt>
                <c:pt idx="4" formatCode="General">
                  <c:v>556</c:v>
                </c:pt>
                <c:pt idx="5" formatCode="General">
                  <c:v>422</c:v>
                </c:pt>
                <c:pt idx="6" formatCode="General">
                  <c:v>377</c:v>
                </c:pt>
                <c:pt idx="7" formatCode="General">
                  <c:v>335</c:v>
                </c:pt>
                <c:pt idx="8" formatCode="General">
                  <c:v>377</c:v>
                </c:pt>
                <c:pt idx="9" formatCode="General">
                  <c:v>335</c:v>
                </c:pt>
                <c:pt idx="10" formatCode="General">
                  <c:v>382</c:v>
                </c:pt>
                <c:pt idx="11" formatCode="General">
                  <c:v>396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31-5146-BA3F-3736F6D76F65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1-5146-BA3F-3736F6D76F65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1-5146-BA3F-3736F6D76F65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B0F0"/>
                </a:solidFill>
                <a:ln w="9525">
                  <a:solidFill>
                    <a:srgbClr val="00B0F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F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1-5146-BA3F-3736F6D76F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267AC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1053</c:v>
                </c:pt>
                <c:pt idx="1">
                  <c:v>989</c:v>
                </c:pt>
                <c:pt idx="2">
                  <c:v>893</c:v>
                </c:pt>
                <c:pt idx="3">
                  <c:v>918</c:v>
                </c:pt>
                <c:pt idx="4">
                  <c:v>918</c:v>
                </c:pt>
                <c:pt idx="5">
                  <c:v>877</c:v>
                </c:pt>
                <c:pt idx="6">
                  <c:v>783</c:v>
                </c:pt>
                <c:pt idx="7">
                  <c:v>790</c:v>
                </c:pt>
                <c:pt idx="8" formatCode="0">
                  <c:v>1008</c:v>
                </c:pt>
                <c:pt idx="9" formatCode="0">
                  <c:v>1187</c:v>
                </c:pt>
                <c:pt idx="10" formatCode="0">
                  <c:v>1250</c:v>
                </c:pt>
                <c:pt idx="11" formatCode="0">
                  <c:v>1130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C31-5146-BA3F-3736F6D7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9767"/>
        <c:axId val="1028127"/>
      </c:lineChart>
      <c:catAx>
        <c:axId val="1029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127"/>
        <c:crosses val="autoZero"/>
        <c:auto val="1"/>
        <c:lblAlgn val="ctr"/>
        <c:lblOffset val="100"/>
        <c:noMultiLvlLbl val="1"/>
      </c:catAx>
      <c:valAx>
        <c:axId val="1028127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029767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100210307558668"/>
          <c:y val="0.85329090410362118"/>
          <c:w val="0.25799579384882665"/>
          <c:h val="9.54793810482325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>
      <a:outerShdw blurRad="279400" sx="102000" sy="102000" algn="ctr" rotWithShape="0">
        <a:prstClr val="black">
          <a:alpha val="14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a:srgbClr val="487A10"/>
  <a:srgbClr val="61A515"/>
  <a:srgbClr val="CE430C"/>
  <a:srgbClr val="F4642A"/>
  <a:srgbClr val="0B315E"/>
  <a:srgbClr val="00585E"/>
  <a:srgbClr val="3F3F3F"/>
  <a:srgbClr val="2E4E0A"/>
  <a:srgbClr val="963108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a:srgbClr val="487A10"/>
  <a:srgbClr val="61A515"/>
  <a:srgbClr val="CE430C"/>
  <a:srgbClr val="F4642A"/>
  <a:srgbClr val="0B315E"/>
  <a:srgbClr val="00585E"/>
  <a:srgbClr val="3F3F3F"/>
  <a:srgbClr val="2E4E0A"/>
  <a:srgbClr val="963108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a:srgbClr val="487A10"/>
  <a:srgbClr val="61A515"/>
  <a:srgbClr val="CE430C"/>
  <a:srgbClr val="F4642A"/>
  <a:srgbClr val="0B315E"/>
  <a:srgbClr val="00585E"/>
  <a:srgbClr val="3F3F3F"/>
  <a:srgbClr val="2E4E0A"/>
  <a:srgbClr val="963108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2"/>
    </cs:fontRef>
    <cs:defRPr sz="1330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bg1"/>
    </cs:fontRef>
    <cs:defRPr sz="1200" b="1" kern="1200"/>
  </cs:dataLabel>
  <cs:dataLabelCallout>
    <cs:lnRef idx="0"/>
    <cs:fillRef idx="0"/>
    <cs:effectRef idx="0"/>
    <cs:fontRef idx="minor">
      <a:schemeClr val="dk2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bg1"/>
    </cs:fontRef>
    <cs:spPr>
      <a:ln w="0" cap="flat" cmpd="sng" algn="ctr">
        <a:noFill/>
        <a:round/>
      </a:ln>
    </cs:spPr>
  </cs:dataPoint>
  <cs:dataPoint3D>
    <cs:lnRef idx="0"/>
    <cs:fillRef idx="1">
      <cs:styleClr val="auto"/>
    </cs:fillRef>
    <cs:effectRef idx="0"/>
    <cs:fontRef idx="minor">
      <a:schemeClr val="tx2"/>
    </cs:fontRef>
  </cs:dataPoint3D>
  <cs:dataPointLine>
    <cs:lnRef idx="0">
      <cs:styleClr val="auto"/>
    </cs:lnRef>
    <cs:fillRef idx="1"/>
    <cs:effectRef idx="0"/>
    <cs:fontRef idx="minor">
      <a:schemeClr val="tx2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2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dataTable>
  <cs:downBar>
    <cs:lnRef idx="0"/>
    <cs:fillRef idx="0"/>
    <cs:effectRef idx="0"/>
    <cs:fontRef idx="minor">
      <a:schemeClr val="dk1"/>
    </cs:fontRef>
    <cs:spPr>
      <a:solidFill>
        <a:schemeClr val="dk2"/>
      </a:solidFill>
      <a:ln w="9525">
        <a:solidFill>
          <a:schemeClr val="tx2"/>
        </a:solidFill>
      </a:ln>
    </cs:spPr>
  </cs:downBar>
  <cs:drop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/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2"/>
    </cs:fontRef>
    <cs:defRPr sz="1200" kern="1200"/>
  </cs:legend>
  <cs:plotArea mods="allowNoFillOverride allowNoLineOverride">
    <cs:lnRef idx="0"/>
    <cs:fillRef idx="0"/>
    <cs:effectRef idx="0"/>
    <cs:fontRef idx="minor">
      <a:schemeClr val="tx2"/>
    </cs:fontRef>
  </cs:plotArea>
  <cs:plotArea3D mods="allowNoFillOverride allowNoLineOverride"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defRPr sz="1200" kern="1200"/>
  </cs:seriesAxis>
  <cs:series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2"/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2"/>
    </cs:fontRef>
    <cs:defRPr sz="12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200" kern="1200"/>
  </cs:valueAxis>
  <cs:wall>
    <cs:lnRef idx="0"/>
    <cs:fillRef idx="0"/>
    <cs:effectRef idx="0"/>
    <cs:fontRef idx="minor">
      <a:schemeClr val="tx2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2"/>
    </cs:fontRef>
    <cs:defRPr sz="1200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chartArea>
  <cs:dataLabel>
    <cs:lnRef idx="0"/>
    <cs:fillRef idx="0"/>
    <cs:effectRef idx="0"/>
    <cs:fontRef idx="minor">
      <a:schemeClr val="tx2"/>
    </cs:fontRef>
    <cs:defRPr sz="1200" b="1" kern="1200"/>
  </cs:dataLabel>
  <cs:dataLabelCallout>
    <cs:lnRef idx="0"/>
    <cs:fillRef idx="0"/>
    <cs:effectRef idx="0"/>
    <cs:fontRef idx="minor">
      <a:schemeClr val="tx2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2"/>
    </cs:fontRef>
  </cs:dataPoint>
  <cs:dataPoint3D>
    <cs:lnRef idx="0"/>
    <cs:fillRef idx="1">
      <cs:styleClr val="auto"/>
    </cs:fillRef>
    <cs:effectRef idx="0"/>
    <cs:fontRef idx="minor">
      <a:schemeClr val="tx2"/>
    </cs:fontRef>
  </cs:dataPoint3D>
  <cs:dataPointLine>
    <cs:lnRef idx="0">
      <cs:styleClr val="auto"/>
    </cs:lnRef>
    <cs:fillRef idx="1"/>
    <cs:effectRef idx="0"/>
    <cs:fontRef idx="minor">
      <a:schemeClr val="tx2"/>
    </cs:fontRef>
    <cs:spPr>
      <a:ln w="381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2"/>
    </cs:fontRef>
    <cs:spPr>
      <a:ln w="12700">
        <a:solidFill>
          <a:schemeClr val="phClr"/>
        </a:solidFill>
      </a:ln>
    </cs:spPr>
  </cs:dataPointMarker>
  <cs:dataPointMarkerLayout symbol="circle" size="7"/>
  <cs:dataPointWireframe>
    <cs:lnRef idx="0">
      <cs:styleClr val="auto"/>
    </cs:lnRef>
    <cs:fillRef idx="1"/>
    <cs:effectRef idx="0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2"/>
    </cs:fontRef>
    <cs:defRPr sz="1200" kern="1200"/>
  </cs:legend>
  <cs:plotArea mods="allowNoFillOverride allowNoLineOverride">
    <cs:lnRef idx="0"/>
    <cs:fillRef idx="0"/>
    <cs:effectRef idx="0"/>
    <cs:fontRef idx="minor">
      <a:schemeClr val="tx2"/>
    </cs:fontRef>
  </cs:plotArea>
  <cs:plotArea3D mods="allowNoFillOverride allowNoLineOverride"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defRPr sz="1200" kern="1200"/>
  </cs:seriesAxis>
  <cs:series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2"/>
    </cs:fontRef>
    <cs:defRPr sz="1500" b="0" kern="1200" spc="0" baseline="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2"/>
    </cs:fontRef>
    <cs:defRPr sz="1200" kern="1200"/>
  </cs:trendlineLabel>
  <cs:upBar>
    <cs:lnRef idx="0"/>
    <cs:fillRef idx="0"/>
    <cs:effectRef idx="0"/>
    <cs:fontRef idx="minor">
      <a:schemeClr val="dk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200" kern="1200"/>
  </cs:valueAxis>
  <cs:wall>
    <cs:lnRef idx="0"/>
    <cs:fillRef idx="0"/>
    <cs:effectRef idx="0"/>
    <cs:fontRef idx="minor">
      <a:schemeClr val="tx2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2"/>
    </cs:fontRef>
    <cs:defRPr sz="1200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chartArea>
  <cs:dataLabel>
    <cs:lnRef idx="0"/>
    <cs:fillRef idx="0"/>
    <cs:effectRef idx="0"/>
    <cs:fontRef idx="minor">
      <a:schemeClr val="tx2"/>
    </cs:fontRef>
    <cs:defRPr sz="1200" b="1" kern="1200"/>
  </cs:dataLabel>
  <cs:dataLabelCallout>
    <cs:lnRef idx="0"/>
    <cs:fillRef idx="0"/>
    <cs:effectRef idx="0"/>
    <cs:fontRef idx="minor">
      <a:schemeClr val="tx2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2"/>
    </cs:fontRef>
  </cs:dataPoint>
  <cs:dataPoint3D>
    <cs:lnRef idx="0"/>
    <cs:fillRef idx="1">
      <cs:styleClr val="auto"/>
    </cs:fillRef>
    <cs:effectRef idx="0"/>
    <cs:fontRef idx="minor">
      <a:schemeClr val="tx2"/>
    </cs:fontRef>
  </cs:dataPoint3D>
  <cs:dataPointLine>
    <cs:lnRef idx="0">
      <cs:styleClr val="auto"/>
    </cs:lnRef>
    <cs:fillRef idx="1"/>
    <cs:effectRef idx="0"/>
    <cs:fontRef idx="minor">
      <a:schemeClr val="tx2"/>
    </cs:fontRef>
    <cs:spPr>
      <a:ln w="381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2"/>
    </cs:fontRef>
    <cs:spPr>
      <a:ln w="12700">
        <a:solidFill>
          <a:schemeClr val="phClr"/>
        </a:solidFill>
      </a:ln>
    </cs:spPr>
  </cs:dataPointMarker>
  <cs:dataPointMarkerLayout symbol="circle" size="7"/>
  <cs:dataPointWireframe>
    <cs:lnRef idx="0">
      <cs:styleClr val="auto"/>
    </cs:lnRef>
    <cs:fillRef idx="1"/>
    <cs:effectRef idx="0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2"/>
    </cs:fontRef>
    <cs:defRPr sz="1200" kern="1200"/>
  </cs:legend>
  <cs:plotArea mods="allowNoFillOverride allowNoLineOverride">
    <cs:lnRef idx="0"/>
    <cs:fillRef idx="0"/>
    <cs:effectRef idx="0"/>
    <cs:fontRef idx="minor">
      <a:schemeClr val="tx2"/>
    </cs:fontRef>
  </cs:plotArea>
  <cs:plotArea3D mods="allowNoFillOverride allowNoLineOverride"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defRPr sz="1200" kern="1200"/>
  </cs:seriesAxis>
  <cs:seriesLine>
    <cs:lnRef idx="0"/>
    <cs:fillRef idx="0"/>
    <cs:effectRef idx="0"/>
    <cs:fontRef idx="minor">
      <a:schemeClr val="tx2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2"/>
    </cs:fontRef>
    <cs:defRPr sz="1500" b="0" kern="1200" spc="0" baseline="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2"/>
    </cs:fontRef>
    <cs:defRPr sz="1200" kern="1200"/>
  </cs:trendlineLabel>
  <cs:upBar>
    <cs:lnRef idx="0"/>
    <cs:fillRef idx="0"/>
    <cs:effectRef idx="0"/>
    <cs:fontRef idx="minor">
      <a:schemeClr val="dk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200" kern="1200"/>
  </cs:valueAxis>
  <cs:wall>
    <cs:lnRef idx="0"/>
    <cs:fillRef idx="0"/>
    <cs:effectRef idx="0"/>
    <cs:fontRef idx="minor">
      <a:schemeClr val="tx2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41AEF-3112-6549-914A-E0D9B60F40EA}" type="datetimeFigureOut">
              <a:rPr lang="en-US" sz="1000" smtClean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7/7/2025</a:t>
            </a:fld>
            <a:endParaRPr lang="en-US" sz="100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93638-C25A-9844-8D5B-B0309EC5F961}" type="slidenum">
              <a:rPr lang="en-US" sz="1000" smtClean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100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3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C2C7003-A6A9-A249-88AD-8CFDA7DED64B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50AD15A5-6128-B84F-818D-8AA5BDD9AF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1pPr>
    <a:lvl2pPr marL="4572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2pPr>
    <a:lvl3pPr marL="9144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3pPr>
    <a:lvl4pPr marL="13716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4pPr>
    <a:lvl5pPr marL="18288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D15A5-6128-B84F-818D-8AA5BDD9AF9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0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svg"/><Relationship Id="rId5" Type="http://schemas.openxmlformats.org/officeDocument/2006/relationships/image" Target="../media/image2.sv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11" Type="http://schemas.openxmlformats.org/officeDocument/2006/relationships/image" Target="../media/image11.svg"/><Relationship Id="rId5" Type="http://schemas.microsoft.com/office/2007/relationships/hdphoto" Target="../media/hdphoto2.wdp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11" Type="http://schemas.openxmlformats.org/officeDocument/2006/relationships/image" Target="../media/image13.svg"/><Relationship Id="rId5" Type="http://schemas.microsoft.com/office/2007/relationships/hdphoto" Target="../media/hdphoto2.wdp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0" y="0"/>
            <a:ext cx="12188825" cy="6858000"/>
          </a:xfrm>
          <a:prstGeom prst="rect">
            <a:avLst/>
          </a:prstGeom>
          <a:gradFill>
            <a:gsLst>
              <a:gs pos="100000">
                <a:srgbClr val="CCE6FF">
                  <a:alpha val="60000"/>
                </a:srgbClr>
              </a:gs>
              <a:gs pos="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393700" sx="102000" sy="102000" algn="ctr" rotWithShape="0">
              <a:srgbClr val="000000">
                <a:alpha val="24000"/>
              </a:srgb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294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  <p:pic>
        <p:nvPicPr>
          <p:cNvPr id="5" name="Picture 4" descr="A white heart on a black background&#10;&#10;AI-generated content may be incorrect.">
            <a:extLst>
              <a:ext uri="{FF2B5EF4-FFF2-40B4-BE49-F238E27FC236}">
                <a16:creationId xmlns:a16="http://schemas.microsoft.com/office/drawing/2014/main" id="{3FC52C92-8C89-EA27-3697-48EF93DBA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9000"/>
          </a:blip>
          <a:srcRect r="32615" b="22518"/>
          <a:stretch/>
        </p:blipFill>
        <p:spPr>
          <a:xfrm>
            <a:off x="5580842" y="347851"/>
            <a:ext cx="7028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VS red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5" name="Picture 4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2DC8E44A-FC25-260F-0B85-E72272FC8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0" y="0"/>
            <a:ext cx="4150895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294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9530" y="1778561"/>
            <a:ext cx="6110868" cy="5070663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4D984B2-B1EF-E151-487E-0AA49228F56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3575" y="0"/>
            <a:ext cx="644525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2709F8-901B-6C17-A01F-82D5455440E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7082" y="3416024"/>
            <a:ext cx="7470876" cy="619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2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etna violet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5" name="Picture 4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23FF501E-F57B-2286-4EF9-2664BFCE4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0" y="0"/>
            <a:ext cx="4150895" cy="6858000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E1DD80A-CDE0-6022-3F9F-289770AC67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3575" y="0"/>
            <a:ext cx="6445250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294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752950-A5BD-FCD8-E0D6-298099D819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7082" y="3416024"/>
            <a:ext cx="7470876" cy="61991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7086" y="1778561"/>
            <a:ext cx="6110868" cy="50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eneral blue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3" name="Picture 2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BF07630E-4610-8186-4BBC-32C92F66D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0" y="0"/>
            <a:ext cx="4150895" cy="6858000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731E3D3-B982-8BA9-AEE4-070A3A5691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3575" y="0"/>
            <a:ext cx="6445250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294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752950-A5BD-FCD8-E0D6-298099D819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7082" y="3416024"/>
            <a:ext cx="7470876" cy="61991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7086" y="1778561"/>
            <a:ext cx="6110868" cy="50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0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85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063" y="389319"/>
            <a:ext cx="9098665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25880" y="1167898"/>
            <a:ext cx="3684705" cy="89002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Key message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125879" y="2620104"/>
            <a:ext cx="3681473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CBC3A9-D968-6604-BB57-4284C382AE6B}"/>
              </a:ext>
            </a:extLst>
          </p:cNvPr>
          <p:cNvSpPr/>
          <p:nvPr userDrawn="1"/>
        </p:nvSpPr>
        <p:spPr bwMode="gray">
          <a:xfrm>
            <a:off x="6010834" y="1024128"/>
            <a:ext cx="5804928" cy="4443984"/>
          </a:xfrm>
          <a:prstGeom prst="roundRect">
            <a:avLst>
              <a:gd name="adj" fmla="val 5236"/>
            </a:avLst>
          </a:prstGeom>
          <a:solidFill>
            <a:srgbClr val="8EBAE6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1AAA0-9041-B09E-E186-0C6D25B45A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2098" y="1612912"/>
            <a:ext cx="3681412" cy="2406650"/>
          </a:xfrm>
        </p:spPr>
        <p:txBody>
          <a:bodyPr/>
          <a:lstStyle/>
          <a:p>
            <a:r>
              <a:rPr lang="en-US"/>
              <a:t>Title here for first item on the agenda</a:t>
            </a:r>
          </a:p>
          <a:p>
            <a:r>
              <a:rPr lang="en-US"/>
              <a:t>Title here for second item</a:t>
            </a:r>
          </a:p>
          <a:p>
            <a:r>
              <a:rPr lang="en-US"/>
              <a:t>Title here for third item </a:t>
            </a:r>
          </a:p>
          <a:p>
            <a:r>
              <a:rPr lang="en-US"/>
              <a:t>Title here for last item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A48984A-E73F-D327-2EF3-EE8AC908FE1E}"/>
              </a:ext>
            </a:extLst>
          </p:cNvPr>
          <p:cNvGrpSpPr/>
          <p:nvPr userDrawn="1"/>
        </p:nvGrpSpPr>
        <p:grpSpPr>
          <a:xfrm>
            <a:off x="599937" y="5644358"/>
            <a:ext cx="348481" cy="280103"/>
            <a:chOff x="599937" y="5644358"/>
            <a:chExt cx="348481" cy="280103"/>
          </a:xfrm>
        </p:grpSpPr>
        <p:pic>
          <p:nvPicPr>
            <p:cNvPr id="8" name="Graphic 7" descr="CVS Health logo">
              <a:extLst>
                <a:ext uri="{FF2B5EF4-FFF2-40B4-BE49-F238E27FC236}">
                  <a16:creationId xmlns:a16="http://schemas.microsoft.com/office/drawing/2014/main" id="{C0F86FE1-9C65-B265-9E3F-123303BC51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A4BDE7F-FE0B-DFD4-A1B2-6EFCCB6644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3170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it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85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063" y="389319"/>
            <a:ext cx="11437937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74364" y="838190"/>
            <a:ext cx="4144620" cy="44434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774364" y="1603450"/>
            <a:ext cx="3681473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240407" y="605610"/>
            <a:ext cx="348108" cy="27785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34632FB-DA86-9636-9364-13994C68D12C}"/>
              </a:ext>
            </a:extLst>
          </p:cNvPr>
          <p:cNvGrpSpPr/>
          <p:nvPr userDrawn="1"/>
        </p:nvGrpSpPr>
        <p:grpSpPr>
          <a:xfrm>
            <a:off x="11240034" y="603360"/>
            <a:ext cx="348481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EDD319A7-1F5D-E96A-3B2B-9C6F583332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643E7EC-3E30-4054-9056-9FE4D00054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19639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c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3BA238-EF5D-BBB3-E231-444E5D1C45CC}"/>
              </a:ext>
            </a:extLst>
          </p:cNvPr>
          <p:cNvSpPr/>
          <p:nvPr userDrawn="1"/>
        </p:nvSpPr>
        <p:spPr bwMode="gray">
          <a:xfrm>
            <a:off x="1055818" y="2164112"/>
            <a:ext cx="635864" cy="635864"/>
          </a:xfrm>
          <a:prstGeom prst="ellipse">
            <a:avLst/>
          </a:prstGeom>
          <a:solidFill>
            <a:srgbClr val="77D7E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DEE46-D91C-C4D1-6C66-BD28F2BF4CAB}"/>
              </a:ext>
            </a:extLst>
          </p:cNvPr>
          <p:cNvSpPr txBox="1"/>
          <p:nvPr userDrawn="1"/>
        </p:nvSpPr>
        <p:spPr>
          <a:xfrm>
            <a:off x="971276" y="2151049"/>
            <a:ext cx="815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0" i="0" dirty="0">
                <a:solidFill>
                  <a:srgbClr val="0B315E"/>
                </a:solidFill>
                <a:latin typeface="CVS Health Sans Light" panose="020B040402020202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 userDrawn="1"/>
        </p:nvSpPr>
        <p:spPr>
          <a:xfrm>
            <a:off x="4495800" y="389319"/>
            <a:ext cx="7315200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055818" y="2908200"/>
            <a:ext cx="2832436" cy="100313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Strategic questions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015485" y="844075"/>
            <a:ext cx="3681473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240407" y="605610"/>
            <a:ext cx="348108" cy="27785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F0D9B8-CD46-3025-C5AB-0367C33FC599}"/>
              </a:ext>
            </a:extLst>
          </p:cNvPr>
          <p:cNvGrpSpPr/>
          <p:nvPr userDrawn="1"/>
        </p:nvGrpSpPr>
        <p:grpSpPr>
          <a:xfrm>
            <a:off x="11240034" y="603360"/>
            <a:ext cx="348481" cy="280103"/>
            <a:chOff x="599937" y="5644358"/>
            <a:chExt cx="348481" cy="280103"/>
          </a:xfrm>
        </p:grpSpPr>
        <p:pic>
          <p:nvPicPr>
            <p:cNvPr id="12" name="Graphic 11" descr="CVS Health logo">
              <a:extLst>
                <a:ext uri="{FF2B5EF4-FFF2-40B4-BE49-F238E27FC236}">
                  <a16:creationId xmlns:a16="http://schemas.microsoft.com/office/drawing/2014/main" id="{AB50F02F-7C97-E870-7DBE-0C6AFDBEA3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4CFD469-0338-EDC1-A6BD-30BB62AC4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637146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063" y="389319"/>
            <a:ext cx="11436078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19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29092" y="744536"/>
            <a:ext cx="8470664" cy="448644"/>
          </a:xfrm>
        </p:spPr>
        <p:txBody>
          <a:bodyPr anchor="t">
            <a:noAutofit/>
          </a:bodyPr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Content slide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8BF679-32D5-6D9D-E764-598AE77682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29092" y="2609385"/>
            <a:ext cx="2505456" cy="3153240"/>
          </a:xfrm>
          <a:prstGeom prst="roundRect">
            <a:avLst>
              <a:gd name="adj" fmla="val 8211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5D4F01-12EA-764D-2AE8-3643A5350C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3397126" y="2609385"/>
            <a:ext cx="2505456" cy="3153240"/>
          </a:xfrm>
          <a:prstGeom prst="roundRect">
            <a:avLst>
              <a:gd name="adj" fmla="val 5540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462AED5-6066-7066-320B-A1628B7121D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065160" y="2609385"/>
            <a:ext cx="2505456" cy="3153240"/>
          </a:xfrm>
          <a:prstGeom prst="roundRect">
            <a:avLst>
              <a:gd name="adj" fmla="val 8211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 algn="l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1562949-696D-3C96-20D5-0D7F1C2A544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gray">
          <a:xfrm>
            <a:off x="8733194" y="2609385"/>
            <a:ext cx="2505456" cy="3153240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 algn="l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238650" y="605610"/>
            <a:ext cx="348108" cy="27785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7885E8-5C6E-D4F2-8C81-57F7D31EFC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663" y="1266999"/>
            <a:ext cx="8470900" cy="9588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Key messages and overview slide</a:t>
            </a:r>
            <a:br>
              <a:rPr lang="en-US"/>
            </a:br>
            <a:r>
              <a:rPr lang="en-US"/>
              <a:t>Subtitle here</a:t>
            </a:r>
          </a:p>
        </p:txBody>
      </p:sp>
      <p:pic>
        <p:nvPicPr>
          <p:cNvPr id="18" name="Picture 17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A923CD9D-6CB5-9CE8-5754-646F1F81BA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61888" y="0"/>
            <a:ext cx="5222375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2D976AF-E9D7-3F6D-1BC3-B5BD395ED077}"/>
              </a:ext>
            </a:extLst>
          </p:cNvPr>
          <p:cNvGrpSpPr/>
          <p:nvPr userDrawn="1"/>
        </p:nvGrpSpPr>
        <p:grpSpPr>
          <a:xfrm>
            <a:off x="11240034" y="603360"/>
            <a:ext cx="348481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03006803-666F-9BCA-ADB8-547E3F1AE1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64D63D9-D80A-6468-54B6-EED5D0D8AD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23521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BEAE97-543B-8CF8-976F-C0FA75C7C931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9690342-F539-05DF-B0DF-8A870E5B3A98}"/>
              </a:ext>
            </a:extLst>
          </p:cNvPr>
          <p:cNvSpPr/>
          <p:nvPr userDrawn="1"/>
        </p:nvSpPr>
        <p:spPr>
          <a:xfrm>
            <a:off x="7906215" y="389319"/>
            <a:ext cx="3902925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238650" y="605610"/>
            <a:ext cx="348108" cy="277853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157BF41-624D-F5BA-DAD7-4C7A585B78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4637" y="3910676"/>
            <a:ext cx="2926080" cy="856486"/>
          </a:xfrm>
        </p:spPr>
        <p:txBody>
          <a:bodyPr/>
          <a:lstStyle>
            <a:lvl1pPr>
              <a:defRPr sz="1400"/>
            </a:lvl1pPr>
          </a:lstStyle>
          <a:p>
            <a:pPr algn="ctr"/>
            <a:r>
              <a:rPr lang="en-US" b="1"/>
              <a:t>Presenter First Name</a:t>
            </a:r>
            <a:br>
              <a:rPr lang="en-US" b="1"/>
            </a:br>
            <a:r>
              <a:rPr lang="en-US" b="1"/>
              <a:t>Last Name</a:t>
            </a:r>
          </a:p>
          <a:p>
            <a:pPr algn="ctr"/>
            <a:r>
              <a:rPr lang="en-US"/>
              <a:t>Title, Company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C36319-EE21-DFE2-EDB5-BD111A702E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86908" y="1538288"/>
            <a:ext cx="2141538" cy="2049462"/>
          </a:xfrm>
          <a:prstGeom prst="roundRect">
            <a:avLst>
              <a:gd name="adj" fmla="val 5785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8A49DC-ED66-8D01-F7D7-1540E7A114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5217" y="1628775"/>
            <a:ext cx="6854825" cy="44846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rutrum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pretium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faucibus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aliquam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malesuada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dictum, mi mi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ultricies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quis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ante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orci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sit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amet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felis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r>
              <a:rPr lang="en-US" sz="1400" b="0">
                <a:latin typeface="CVS Health Sans" panose="020B0504020202020204" pitchFamily="34" charset="0"/>
              </a:rPr>
              <a:t>Lorem ipsum dolor sit </a:t>
            </a:r>
            <a:r>
              <a:rPr lang="en-US" sz="1400" b="0" err="1">
                <a:latin typeface="CVS Health Sans" panose="020B0504020202020204" pitchFamily="34" charset="0"/>
              </a:rPr>
              <a:t>amet</a:t>
            </a:r>
            <a:r>
              <a:rPr lang="en-US" sz="1400" b="0">
                <a:latin typeface="CVS Health Sans" panose="020B0504020202020204" pitchFamily="34" charset="0"/>
              </a:rPr>
              <a:t>, </a:t>
            </a:r>
            <a:r>
              <a:rPr lang="en-US" sz="1400" b="0" err="1">
                <a:latin typeface="CVS Health Sans" panose="020B0504020202020204" pitchFamily="34" charset="0"/>
              </a:rPr>
              <a:t>consectetur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adipiscing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elit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Mauris</a:t>
            </a:r>
            <a:r>
              <a:rPr lang="en-US" sz="1400" b="0">
                <a:latin typeface="CVS Health Sans" panose="020B0504020202020204" pitchFamily="34" charset="0"/>
              </a:rPr>
              <a:t> sed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nisl</a:t>
            </a:r>
            <a:r>
              <a:rPr lang="en-US" sz="1400" b="0">
                <a:latin typeface="CVS Health Sans" panose="020B0504020202020204" pitchFamily="34" charset="0"/>
              </a:rPr>
              <a:t>. Morbi </a:t>
            </a:r>
            <a:r>
              <a:rPr lang="en-US" sz="1400" b="0" err="1">
                <a:latin typeface="CVS Health Sans" panose="020B0504020202020204" pitchFamily="34" charset="0"/>
              </a:rPr>
              <a:t>congue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nunc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massa</a:t>
            </a:r>
            <a:r>
              <a:rPr lang="en-US" sz="1400" b="0">
                <a:latin typeface="CVS Health Sans" panose="020B0504020202020204" pitchFamily="34" charset="0"/>
              </a:rPr>
              <a:t>, at </a:t>
            </a:r>
            <a:r>
              <a:rPr lang="en-US" sz="1400" b="0" err="1">
                <a:latin typeface="CVS Health Sans" panose="020B0504020202020204" pitchFamily="34" charset="0"/>
              </a:rPr>
              <a:t>consequat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enim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imperdiet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Etiam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ornare</a:t>
            </a:r>
            <a:r>
              <a:rPr lang="en-US" sz="1400" b="0">
                <a:latin typeface="CVS Health Sans" panose="020B0504020202020204" pitchFamily="34" charset="0"/>
              </a:rPr>
              <a:t> fermentum </a:t>
            </a:r>
            <a:r>
              <a:rPr lang="en-US" sz="1400" b="0" err="1">
                <a:latin typeface="CVS Health Sans" panose="020B0504020202020204" pitchFamily="34" charset="0"/>
              </a:rPr>
              <a:t>risus</a:t>
            </a:r>
            <a:r>
              <a:rPr lang="en-US" sz="1400" b="0">
                <a:latin typeface="CVS Health Sans" panose="020B0504020202020204" pitchFamily="34" charset="0"/>
              </a:rPr>
              <a:t>, et </a:t>
            </a:r>
            <a:r>
              <a:rPr lang="en-US" sz="1400" b="0" err="1">
                <a:latin typeface="CVS Health Sans" panose="020B0504020202020204" pitchFamily="34" charset="0"/>
              </a:rPr>
              <a:t>dapibus</a:t>
            </a:r>
            <a:r>
              <a:rPr lang="en-US" sz="1400" b="0">
                <a:latin typeface="CVS Health Sans" panose="020B0504020202020204" pitchFamily="34" charset="0"/>
              </a:rPr>
              <a:t> ipsum.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b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</a:br>
            <a:b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</a:b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rutrum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pretium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faucibus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aliquam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malesuada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dictum, mi mi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ultricies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quis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ante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orci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sit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amet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felis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r>
              <a:rPr lang="en-US" sz="1400" b="0">
                <a:latin typeface="CVS Health Sans" panose="020B0504020202020204" pitchFamily="34" charset="0"/>
              </a:rPr>
              <a:t>Lorem ipsum dolor sit </a:t>
            </a:r>
            <a:r>
              <a:rPr lang="en-US" sz="1400" b="0" err="1">
                <a:latin typeface="CVS Health Sans" panose="020B0504020202020204" pitchFamily="34" charset="0"/>
              </a:rPr>
              <a:t>amet</a:t>
            </a:r>
            <a:r>
              <a:rPr lang="en-US" sz="1400" b="0">
                <a:latin typeface="CVS Health Sans" panose="020B0504020202020204" pitchFamily="34" charset="0"/>
              </a:rPr>
              <a:t>, </a:t>
            </a:r>
            <a:r>
              <a:rPr lang="en-US" sz="1400" b="0" err="1">
                <a:latin typeface="CVS Health Sans" panose="020B0504020202020204" pitchFamily="34" charset="0"/>
              </a:rPr>
              <a:t>consectetur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adipiscing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elit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Mauris</a:t>
            </a:r>
            <a:r>
              <a:rPr lang="en-US" sz="1400" b="0">
                <a:latin typeface="CVS Health Sans" panose="020B0504020202020204" pitchFamily="34" charset="0"/>
              </a:rPr>
              <a:t> sed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nisl</a:t>
            </a:r>
            <a:r>
              <a:rPr lang="en-US" sz="1400" b="0">
                <a:latin typeface="CVS Health Sans" panose="020B0504020202020204" pitchFamily="34" charset="0"/>
              </a:rPr>
              <a:t>. Morbi </a:t>
            </a:r>
            <a:r>
              <a:rPr lang="en-US" sz="1400" b="0" err="1">
                <a:latin typeface="CVS Health Sans" panose="020B0504020202020204" pitchFamily="34" charset="0"/>
              </a:rPr>
              <a:t>congue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nunc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massa</a:t>
            </a:r>
            <a:r>
              <a:rPr lang="en-US" sz="1400" b="0">
                <a:latin typeface="CVS Health Sans" panose="020B0504020202020204" pitchFamily="34" charset="0"/>
              </a:rPr>
              <a:t>, at </a:t>
            </a:r>
            <a:r>
              <a:rPr lang="en-US" sz="1400" b="0" err="1">
                <a:latin typeface="CVS Health Sans" panose="020B0504020202020204" pitchFamily="34" charset="0"/>
              </a:rPr>
              <a:t>consequat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enim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imperdiet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Etiam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ornare</a:t>
            </a:r>
            <a:r>
              <a:rPr lang="en-US" sz="1400" b="0">
                <a:latin typeface="CVS Health Sans" panose="020B0504020202020204" pitchFamily="34" charset="0"/>
              </a:rPr>
              <a:t> fermentum </a:t>
            </a:r>
            <a:r>
              <a:rPr lang="en-US" sz="1400" b="0" err="1">
                <a:latin typeface="CVS Health Sans" panose="020B0504020202020204" pitchFamily="34" charset="0"/>
              </a:rPr>
              <a:t>risus</a:t>
            </a:r>
            <a:r>
              <a:rPr lang="en-US" sz="1400" b="0">
                <a:latin typeface="CVS Health Sans" panose="020B0504020202020204" pitchFamily="34" charset="0"/>
              </a:rPr>
              <a:t>, et </a:t>
            </a:r>
            <a:r>
              <a:rPr lang="en-US" sz="1400" b="0" err="1">
                <a:latin typeface="CVS Health Sans" panose="020B0504020202020204" pitchFamily="34" charset="0"/>
              </a:rPr>
              <a:t>dapibus</a:t>
            </a:r>
            <a:r>
              <a:rPr lang="en-US" sz="1400" b="0">
                <a:latin typeface="CVS Health Sans" panose="020B0504020202020204" pitchFamily="34" charset="0"/>
              </a:rPr>
              <a:t> ipsum.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488094-9521-9651-8AE0-DFD7C2C90B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685800"/>
            <a:ext cx="9665208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this biography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9F0C6-7394-E7E9-765D-33D9C8D6F33F}"/>
              </a:ext>
            </a:extLst>
          </p:cNvPr>
          <p:cNvGrpSpPr/>
          <p:nvPr userDrawn="1"/>
        </p:nvGrpSpPr>
        <p:grpSpPr>
          <a:xfrm>
            <a:off x="11240034" y="603360"/>
            <a:ext cx="348481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527B2D0B-E147-3B01-326C-AA87F679E7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DE413D6-2882-BB46-C686-80D4930F5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45299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665142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99827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one-column layout with graphic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9937B4-7D57-4142-D5E7-94F6533F4D01}"/>
              </a:ext>
            </a:extLst>
          </p:cNvPr>
          <p:cNvGrpSpPr/>
          <p:nvPr userDrawn="1"/>
        </p:nvGrpSpPr>
        <p:grpSpPr>
          <a:xfrm>
            <a:off x="11371525" y="462844"/>
            <a:ext cx="348481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8C70E25E-C6E8-5848-EFF7-86012A7EE0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84B654-11E5-6B22-BF3C-6B3E07A1F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711839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413D38-FC8C-A4FC-BCE4-6FC815D4A91F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248CC3-BFD4-B61B-D25C-59CBE3015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99827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one-column layout with graphic</a:t>
            </a:r>
          </a:p>
        </p:txBody>
      </p:sp>
    </p:spTree>
    <p:extLst>
      <p:ext uri="{BB962C8B-B14F-4D97-AF65-F5344CB8AC3E}">
        <p14:creationId xmlns:p14="http://schemas.microsoft.com/office/powerpoint/2010/main" val="4266829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5302567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99827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two-column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73699B-0DBB-C819-AD96-54106A47C966}"/>
              </a:ext>
            </a:extLst>
          </p:cNvPr>
          <p:cNvSpPr>
            <a:spLocks noGrp="1"/>
          </p:cNvSpPr>
          <p:nvPr>
            <p:ph idx="10"/>
          </p:nvPr>
        </p:nvSpPr>
        <p:spPr bwMode="gray">
          <a:xfrm>
            <a:off x="6316346" y="1771650"/>
            <a:ext cx="5302567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22F6C2-A719-6F3D-9B0B-E3A85BBE9ADA}"/>
              </a:ext>
            </a:extLst>
          </p:cNvPr>
          <p:cNvGrpSpPr/>
          <p:nvPr userDrawn="1"/>
        </p:nvGrpSpPr>
        <p:grpSpPr>
          <a:xfrm>
            <a:off x="11371898" y="462844"/>
            <a:ext cx="348481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612964F8-D30E-0C01-FFEF-1F4C05D509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2867B92-4BF7-DEAA-BDF0-E8E8204B75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626166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 no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5302567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99827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two-column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73699B-0DBB-C819-AD96-54106A47C966}"/>
              </a:ext>
            </a:extLst>
          </p:cNvPr>
          <p:cNvSpPr>
            <a:spLocks noGrp="1"/>
          </p:cNvSpPr>
          <p:nvPr>
            <p:ph idx="10"/>
          </p:nvPr>
        </p:nvSpPr>
        <p:spPr bwMode="gray">
          <a:xfrm>
            <a:off x="6316346" y="1771650"/>
            <a:ext cx="5302567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651580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665142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0F5887-17DE-B302-8D16-0583719F5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10091973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one-column layout with graphic</a:t>
            </a:r>
          </a:p>
        </p:txBody>
      </p:sp>
    </p:spTree>
    <p:extLst>
      <p:ext uri="{BB962C8B-B14F-4D97-AF65-F5344CB8AC3E}">
        <p14:creationId xmlns:p14="http://schemas.microsoft.com/office/powerpoint/2010/main" val="330019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7906215" y="1773935"/>
            <a:ext cx="3902925" cy="4339527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665142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C788853-0F99-4ECE-CA5F-A73407EEFC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203473" y="2009780"/>
            <a:ext cx="3256259" cy="3907693"/>
          </a:xfrm>
          <a:prstGeom prst="roundRect">
            <a:avLst>
              <a:gd name="adj" fmla="val 0"/>
            </a:avLst>
          </a:prstGeom>
          <a:noFill/>
          <a:ln w="6350">
            <a:noFill/>
          </a:ln>
          <a:effectLst>
            <a:outerShdw blurRad="220067" sx="98000" sy="98000" algn="ctr" rotWithShape="0">
              <a:srgbClr val="000000">
                <a:alpha val="24000"/>
              </a:srgb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25BEEA-B930-F877-3788-349272E85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7" y="685800"/>
            <a:ext cx="1033615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one-column layout with callout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270085-53D9-3028-D787-06FCD7EB1AAA}"/>
              </a:ext>
            </a:extLst>
          </p:cNvPr>
          <p:cNvGrpSpPr/>
          <p:nvPr userDrawn="1"/>
        </p:nvGrpSpPr>
        <p:grpSpPr>
          <a:xfrm>
            <a:off x="11371525" y="464433"/>
            <a:ext cx="348481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0F4BAB9C-E8A9-2F80-2201-C8C8383253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E5AFC05-24FD-125A-E81F-0A1A594B74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308298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w/call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69913" y="1773936"/>
            <a:ext cx="665142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C788853-0F99-4ECE-CA5F-A73407EEFC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156540" y="1771650"/>
            <a:ext cx="3256259" cy="3981450"/>
          </a:xfrm>
          <a:prstGeom prst="roundRect">
            <a:avLst>
              <a:gd name="adj" fmla="val 0"/>
            </a:avLst>
          </a:prstGeom>
          <a:noFill/>
          <a:ln w="6350">
            <a:noFill/>
          </a:ln>
          <a:effectLst>
            <a:outerShdw blurRad="220067" sx="98000" sy="98000" algn="ctr" rotWithShape="0">
              <a:srgbClr val="000000">
                <a:alpha val="24000"/>
              </a:srgb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5C5C97-44E4-246D-6FE4-BE83BCFD8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685800"/>
            <a:ext cx="10521782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one-column layout with callout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122400-5F31-0873-F7D5-4948620A31DA}"/>
              </a:ext>
            </a:extLst>
          </p:cNvPr>
          <p:cNvGrpSpPr/>
          <p:nvPr userDrawn="1"/>
        </p:nvGrpSpPr>
        <p:grpSpPr>
          <a:xfrm>
            <a:off x="11371525" y="464433"/>
            <a:ext cx="348481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1FFA111E-87E0-379A-55D8-6B659ACCB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82CF6839-CEC0-DB85-BBD8-131C1022FB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033783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83CB10-33AE-97F3-0550-6AFED03D10FA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4D47EDED-5525-EF1C-CB00-FBE42F635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6928" y="685800"/>
            <a:ext cx="9665208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four-column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784" y="1764317"/>
            <a:ext cx="2505456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C279AB-46C7-3A59-4DF7-666670711A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 bwMode="gray">
          <a:xfrm>
            <a:off x="3409675" y="1764317"/>
            <a:ext cx="2505456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D646C9-C346-4297-1488-B5ED7C9EC97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 bwMode="gray">
          <a:xfrm>
            <a:off x="6261566" y="1764317"/>
            <a:ext cx="2505456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FE8DEA-448C-8714-757F-0B9D6668D7A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 bwMode="gray">
          <a:xfrm>
            <a:off x="9113457" y="1764317"/>
            <a:ext cx="2505456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375F1A-0B7B-7496-D075-B6823F9F836D}"/>
              </a:ext>
            </a:extLst>
          </p:cNvPr>
          <p:cNvGrpSpPr/>
          <p:nvPr userDrawn="1"/>
        </p:nvGrpSpPr>
        <p:grpSpPr>
          <a:xfrm>
            <a:off x="11371525" y="462004"/>
            <a:ext cx="348481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36A33B82-ECAA-8EE4-C07D-21A0C744C6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822E76F-1ADB-58C3-D178-C5C9539BD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965826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83CB10-33AE-97F3-0550-6AFED03D10FA}"/>
              </a:ext>
            </a:extLst>
          </p:cNvPr>
          <p:cNvSpPr/>
          <p:nvPr userDrawn="1"/>
        </p:nvSpPr>
        <p:spPr bwMode="gray">
          <a:xfrm>
            <a:off x="0" y="0"/>
            <a:ext cx="12188825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4D47EDED-5525-EF1C-CB00-FBE42F635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1898" y="466683"/>
            <a:ext cx="348108" cy="277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6928" y="685800"/>
            <a:ext cx="9665208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 dirty="0"/>
              <a:t>Click to add title for three-column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783" y="1764317"/>
            <a:ext cx="342885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C279AB-46C7-3A59-4DF7-666670711A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 bwMode="gray">
          <a:xfrm>
            <a:off x="4379983" y="1764317"/>
            <a:ext cx="342885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D646C9-C346-4297-1488-B5ED7C9EC97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 bwMode="gray">
          <a:xfrm>
            <a:off x="8202183" y="1764317"/>
            <a:ext cx="342885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FD832-410E-2B9C-5A94-009A9B8293E7}"/>
              </a:ext>
            </a:extLst>
          </p:cNvPr>
          <p:cNvGrpSpPr/>
          <p:nvPr userDrawn="1"/>
        </p:nvGrpSpPr>
        <p:grpSpPr>
          <a:xfrm>
            <a:off x="11371898" y="462004"/>
            <a:ext cx="348481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0357BFD5-840D-A340-CDA7-CA7368CC03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21E89BA-2777-2EB8-CB15-A0A12AF70F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079932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>
              <a:defRPr sz="3200" b="0" i="0">
                <a:solidFill>
                  <a:srgbClr val="0A4B8C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35F59220-B793-9929-86B8-3A781C0E8D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267AC0">
                <a:tint val="45000"/>
                <a:satMod val="400000"/>
              </a:srgbClr>
            </a:duotone>
            <a:alphaModFix amt="30000"/>
          </a:blip>
          <a:srcRect l="2309" t="1336" r="1197" b="2145"/>
          <a:stretch/>
        </p:blipFill>
        <p:spPr>
          <a:xfrm>
            <a:off x="0" y="-1"/>
            <a:ext cx="1218882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69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CCE6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8CD3B911-7C0C-B032-6075-32C1DF8C1D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3000"/>
          </a:blip>
          <a:srcRect l="1911" t="1336" r="1595" b="2145"/>
          <a:stretch/>
        </p:blipFill>
        <p:spPr>
          <a:xfrm>
            <a:off x="0" y="0"/>
            <a:ext cx="12188825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dirty="0">
                <a:solidFill>
                  <a:srgbClr val="0B315E"/>
                </a:solidFill>
                <a:latin typeface="CVS Health Sans Medium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588630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F79349-5A0C-D0B5-3CA3-211B5D09D6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rcRect l="2309" t="1336" r="1197" b="2145"/>
          <a:stretch/>
        </p:blipFill>
        <p:spPr>
          <a:xfrm>
            <a:off x="0" y="-1"/>
            <a:ext cx="12188825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dirty="0">
                <a:solidFill>
                  <a:schemeClr val="bg1"/>
                </a:solidFill>
                <a:latin typeface="CVS Health Sans Medium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037748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253777D-5108-48F4-BAF8-16EF5CA96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-347472"/>
            <a:ext cx="9665208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  <p:pic>
        <p:nvPicPr>
          <p:cNvPr id="11" name="Graphic 10" descr="CVS Health logo">
            <a:extLst>
              <a:ext uri="{FF2B5EF4-FFF2-40B4-BE49-F238E27FC236}">
                <a16:creationId xmlns:a16="http://schemas.microsoft.com/office/drawing/2014/main" id="{46110AA6-C52C-424B-900D-B5FA490F0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5496" y="3026664"/>
            <a:ext cx="6537960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3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784" y="649224"/>
            <a:ext cx="9665208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784" y="1773936"/>
            <a:ext cx="1104595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 dirty="0"/>
              <a:t>Second-level bullet</a:t>
            </a:r>
          </a:p>
          <a:p>
            <a:pPr lvl="3"/>
            <a:r>
              <a:rPr lang="en-US" dirty="0"/>
              <a:t>Third-level bullet</a:t>
            </a:r>
          </a:p>
          <a:p>
            <a:pPr lvl="4"/>
            <a:r>
              <a:rPr lang="en-US" dirty="0"/>
              <a:t>Fourth-level bullet</a:t>
            </a:r>
          </a:p>
          <a:p>
            <a:pPr lvl="5"/>
            <a:r>
              <a:rPr lang="en-US" dirty="0"/>
              <a:t>Fifth-level bullet</a:t>
            </a:r>
          </a:p>
          <a:p>
            <a:pPr lvl="6"/>
            <a:r>
              <a:rPr lang="en-US" dirty="0"/>
              <a:t>Sixth-level bullet</a:t>
            </a:r>
          </a:p>
          <a:p>
            <a:pPr lvl="7"/>
            <a:r>
              <a:rPr lang="en-US" dirty="0"/>
              <a:t>Seventh-level bullet</a:t>
            </a:r>
          </a:p>
          <a:p>
            <a:pPr lvl="8"/>
            <a:r>
              <a:rPr lang="en-US" dirty="0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 userDrawn="1"/>
        </p:nvSpPr>
        <p:spPr>
          <a:xfrm>
            <a:off x="557784" y="6367487"/>
            <a:ext cx="352367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9F1AC-7982-48A5-A9F4-F49F09D2E693}"/>
              </a:ext>
            </a:extLst>
          </p:cNvPr>
          <p:cNvSpPr txBox="1"/>
          <p:nvPr userDrawn="1"/>
        </p:nvSpPr>
        <p:spPr>
          <a:xfrm>
            <a:off x="859534" y="6425581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0">
                <a:solidFill>
                  <a:schemeClr val="tx2"/>
                </a:solidFill>
              </a:rPr>
              <a:t>©2025 CVS </a:t>
            </a:r>
            <a:r>
              <a:rPr lang="en-US" sz="800" b="0">
                <a:solidFill>
                  <a:schemeClr val="tx2"/>
                </a:solidFill>
                <a:latin typeface="+mn-lt"/>
              </a:rPr>
              <a:t>Health</a:t>
            </a:r>
            <a:r>
              <a:rPr lang="en-US" sz="800" b="0">
                <a:solidFill>
                  <a:schemeClr val="tx2"/>
                </a:solidFill>
              </a:rPr>
              <a:t> and/or one of its affiliates. Confidential and proprietary.</a:t>
            </a:r>
          </a:p>
        </p:txBody>
      </p:sp>
      <p:pic>
        <p:nvPicPr>
          <p:cNvPr id="14" name="Graphic 13" descr="CVS Health logo">
            <a:extLst>
              <a:ext uri="{FF2B5EF4-FFF2-40B4-BE49-F238E27FC236}">
                <a16:creationId xmlns:a16="http://schemas.microsoft.com/office/drawing/2014/main" id="{227358BE-2134-5C4A-824D-B02F786DC51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351008" y="6373368"/>
            <a:ext cx="1273813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7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990" r:id="rId2"/>
    <p:sldLayoutId id="2147483989" r:id="rId3"/>
    <p:sldLayoutId id="2147484002" r:id="rId4"/>
    <p:sldLayoutId id="2147483993" r:id="rId5"/>
    <p:sldLayoutId id="2147483999" r:id="rId6"/>
    <p:sldLayoutId id="2147484000" r:id="rId7"/>
    <p:sldLayoutId id="2147483992" r:id="rId8"/>
    <p:sldLayoutId id="2147483988" r:id="rId9"/>
    <p:sldLayoutId id="2147483994" r:id="rId10"/>
    <p:sldLayoutId id="2147484006" r:id="rId11"/>
    <p:sldLayoutId id="2147484004" r:id="rId12"/>
    <p:sldLayoutId id="2147484005" r:id="rId13"/>
    <p:sldLayoutId id="2147483998" r:id="rId14"/>
    <p:sldLayoutId id="2147483995" r:id="rId15"/>
    <p:sldLayoutId id="2147483997" r:id="rId16"/>
    <p:sldLayoutId id="2147483952" r:id="rId17"/>
    <p:sldLayoutId id="2147484003" r:id="rId18"/>
    <p:sldLayoutId id="2147483980" r:id="rId19"/>
    <p:sldLayoutId id="2147483978" r:id="rId20"/>
    <p:sldLayoutId id="2147483979" r:id="rId21"/>
    <p:sldLayoutId id="2147483914" r:id="rId2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2"/>
          </a:solidFill>
          <a:latin typeface="CVS Health Sans Medium" panose="020B0504020202020204" pitchFamily="34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" marR="0" indent="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CVS Health Sans"/>
        <a:buNone/>
        <a:tabLst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682625" indent="-168275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030288" indent="-173038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203325" indent="-173038" algn="l" defTabSz="4572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3779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9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112" userDrawn="1">
          <p15:clr>
            <a:srgbClr val="F26B43"/>
          </p15:clr>
        </p15:guide>
        <p15:guide id="5" orient="horz" pos="1116" userDrawn="1">
          <p15:clr>
            <a:srgbClr val="F26B43"/>
          </p15:clr>
        </p15:guide>
        <p15:guide id="6" orient="horz" pos="36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DC2B-0A7B-BA48-05AC-57CF09422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CVS Heath template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86FC5C-F866-F5FD-C787-B905986B98EC}"/>
              </a:ext>
            </a:extLst>
          </p:cNvPr>
          <p:cNvSpPr/>
          <p:nvPr/>
        </p:nvSpPr>
        <p:spPr bwMode="gray">
          <a:xfrm>
            <a:off x="1032838" y="4405559"/>
            <a:ext cx="1372906" cy="379141"/>
          </a:xfrm>
          <a:prstGeom prst="roundRect">
            <a:avLst>
              <a:gd name="adj" fmla="val 50000"/>
            </a:avLst>
          </a:prstGeom>
          <a:solidFill>
            <a:srgbClr val="0A4B8C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July</a:t>
            </a:r>
            <a:r>
              <a:rPr lang="en-US" b="0" dirty="0"/>
              <a:t> 2025</a:t>
            </a: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1DCFEBFA-4D0C-EE3C-B9CB-C060D6753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6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F8A486-10B1-4926-3661-04418DAA60A8}"/>
              </a:ext>
            </a:extLst>
          </p:cNvPr>
          <p:cNvSpPr/>
          <p:nvPr/>
        </p:nvSpPr>
        <p:spPr>
          <a:xfrm>
            <a:off x="6094412" y="4767024"/>
            <a:ext cx="5379130" cy="1001486"/>
          </a:xfrm>
          <a:prstGeom prst="roundRect">
            <a:avLst>
              <a:gd name="adj" fmla="val 14025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734241-249C-E96F-5C1B-CEC7DBD7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3" y="2175174"/>
            <a:ext cx="10903630" cy="3722915"/>
          </a:xfrm>
        </p:spPr>
        <p:txBody>
          <a:bodyPr numCol="2" spcCol="365760"/>
          <a:lstStyle/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All presentations must include the executive summary slide which should include:</a:t>
            </a:r>
          </a:p>
          <a:p>
            <a:pPr marL="346075" lvl="3" indent="-174625">
              <a:buFont typeface="System Font Regular"/>
              <a:buChar char="⎼"/>
              <a:defRPr/>
            </a:pPr>
            <a:r>
              <a:rPr lang="en-US" sz="1400" dirty="0">
                <a:latin typeface="CVS Health Sans" panose="020B0504020202020204" pitchFamily="34" charset="0"/>
              </a:rPr>
              <a:t>Highlight 3-5 items the Board should know and remember (key takeaways), </a:t>
            </a:r>
          </a:p>
          <a:p>
            <a:pPr marL="346075" lvl="3" indent="-174625">
              <a:buFont typeface="System Font Regular"/>
              <a:buChar char="⎼"/>
              <a:defRPr/>
            </a:pPr>
            <a:r>
              <a:rPr lang="en-US" sz="1400" dirty="0">
                <a:latin typeface="CVS Health Sans" panose="020B0504020202020204" pitchFamily="34" charset="0"/>
              </a:rPr>
              <a:t>Include 2-3 questions the presenter would like for the Board to consider, and</a:t>
            </a:r>
          </a:p>
          <a:p>
            <a:pPr marL="346075" lvl="3" indent="-174625">
              <a:buFont typeface="System Font Regular"/>
              <a:buChar char="⎼"/>
              <a:defRPr/>
            </a:pPr>
            <a:r>
              <a:rPr lang="en-US" sz="1400" dirty="0">
                <a:latin typeface="CVS Health Sans" panose="020B0504020202020204" pitchFamily="34" charset="0"/>
              </a:rPr>
              <a:t>If seeking a resolution with the Board, discuss with the Corporate Secretary Office in advance of presentation. 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Any non-ELT presenter </a:t>
            </a:r>
            <a:r>
              <a:rPr lang="en-US" sz="1400" b="1" u="sng" dirty="0">
                <a:latin typeface="CVS Health Sans" panose="020B0504020202020204" pitchFamily="34" charset="0"/>
              </a:rPr>
              <a:t>must</a:t>
            </a:r>
            <a:r>
              <a:rPr lang="en-US" sz="1400" b="1" dirty="0">
                <a:latin typeface="CVS Health Sans" panose="020B0504020202020204" pitchFamily="34" charset="0"/>
              </a:rPr>
              <a:t> utilize the Bio slide template and include it in the presentation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VS Health Sans" panose="020B0504020202020204" pitchFamily="34" charset="0"/>
              </a:rPr>
              <a:t>Avoid internal acronyms where possible. If using an acronym, spell out the acronym and defined it on first use. Add the acronym  to the acronym slide in the Appendix.</a:t>
            </a:r>
          </a:p>
          <a:p>
            <a:pPr marL="346075" lvl="3" indent="-174625">
              <a:buFont typeface="System Font Regular"/>
              <a:buChar char="⎼"/>
              <a:defRPr/>
            </a:pPr>
            <a:r>
              <a:rPr lang="en-US" sz="1400" dirty="0">
                <a:latin typeface="CVS Health Sans" panose="020B0504020202020204" pitchFamily="34" charset="0"/>
              </a:rPr>
              <a:t>CVS Health standards: Avoid “CVSH”, Health Care is considered two words 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Include slide numbers on all pages except for title page. </a:t>
            </a:r>
            <a:r>
              <a:rPr lang="en-US" sz="1400" dirty="0">
                <a:latin typeface="CVS Health Sans" panose="020B0504020202020204" pitchFamily="34" charset="0"/>
              </a:rPr>
              <a:t>Start numbering slide pages on second slide as “2”. </a:t>
            </a:r>
            <a:r>
              <a:rPr lang="en-US" sz="1400" i="1" dirty="0">
                <a:latin typeface="CVS Health Sans" panose="020B0504020202020204" pitchFamily="34" charset="0"/>
              </a:rPr>
              <a:t>(Note: Diligent generates page numbers in the system, slide numbers in presentation should match Diligent to avoid confusion)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VS Health Sans" panose="020B0504020202020204" pitchFamily="34" charset="0"/>
              </a:rPr>
              <a:t>Ensure concise materials by limiting presentation to 20 slides, where possible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VS Health Sans" panose="020B0504020202020204" pitchFamily="34" charset="0"/>
              </a:rPr>
              <a:t>Maintain a font size of </a:t>
            </a:r>
            <a:r>
              <a:rPr lang="en-US" sz="1400" b="1" dirty="0">
                <a:latin typeface="CVS Health Sans" panose="020B0504020202020204" pitchFamily="34" charset="0"/>
              </a:rPr>
              <a:t>14pt or greater </a:t>
            </a:r>
            <a:r>
              <a:rPr lang="en-US" sz="1400" dirty="0">
                <a:latin typeface="CVS Health Sans" panose="020B0504020202020204" pitchFamily="34" charset="0"/>
              </a:rPr>
              <a:t>(excluding </a:t>
            </a:r>
            <a:br>
              <a:rPr lang="en-US" sz="1400" dirty="0">
                <a:latin typeface="CVS Health Sans" panose="020B0504020202020204" pitchFamily="34" charset="0"/>
              </a:rPr>
            </a:br>
            <a:r>
              <a:rPr lang="en-US" sz="1400" dirty="0">
                <a:latin typeface="CVS Health Sans" panose="020B0504020202020204" pitchFamily="34" charset="0"/>
              </a:rPr>
              <a:t>breadcrumbs and footnotes)</a:t>
            </a:r>
          </a:p>
          <a:p>
            <a:pPr marL="173038" indent="-173038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VS Health Sans" panose="020B0504020202020204" pitchFamily="34" charset="0"/>
              </a:rPr>
              <a:t>Include the “Thank you” page as the last slide in the presentation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VS Health Sans" panose="020B0504020202020204" pitchFamily="34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8C7A38-14E7-617A-A907-B779AF98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developed this PowerPoint template </a:t>
            </a:r>
            <a:br>
              <a:rPr lang="en-US" dirty="0"/>
            </a:br>
            <a:r>
              <a:rPr lang="en-US" dirty="0"/>
              <a:t>to support a consistent CVS Health voice.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E851F-6C4C-D9FD-CCBA-AC35C79C78F0}"/>
              </a:ext>
            </a:extLst>
          </p:cNvPr>
          <p:cNvSpPr txBox="1"/>
          <p:nvPr/>
        </p:nvSpPr>
        <p:spPr>
          <a:xfrm>
            <a:off x="566927" y="1660386"/>
            <a:ext cx="11621898" cy="369332"/>
          </a:xfrm>
          <a:prstGeom prst="rect">
            <a:avLst/>
          </a:prstGeom>
          <a:noFill/>
        </p:spPr>
        <p:txBody>
          <a:bodyPr wrap="square" lIns="0" tIns="91440" rIns="0" bIns="0">
            <a:spAutoFit/>
          </a:bodyPr>
          <a:lstStyle/>
          <a:p>
            <a:pPr>
              <a:defRPr/>
            </a:pPr>
            <a:r>
              <a:rPr lang="en-US" sz="1750" b="1" dirty="0">
                <a:solidFill>
                  <a:srgbClr val="0A4B8C"/>
                </a:solidFill>
                <a:latin typeface="CVS Health Sans" panose="020B0504020202020204" pitchFamily="34" charset="0"/>
              </a:rPr>
              <a:t>Please follow the below guidelines when generating materials for review with the Board of Directors: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68B10-2C2A-2C04-821F-407CD26336BA}"/>
              </a:ext>
            </a:extLst>
          </p:cNvPr>
          <p:cNvSpPr txBox="1"/>
          <p:nvPr/>
        </p:nvSpPr>
        <p:spPr>
          <a:xfrm>
            <a:off x="6290354" y="5000204"/>
            <a:ext cx="5183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1550" b="1" dirty="0">
                <a:solidFill>
                  <a:srgbClr val="00B0F0"/>
                </a:solidFill>
                <a:latin typeface="CVS Health Sans" panose="020B0504020202020204" pitchFamily="34" charset="0"/>
              </a:rPr>
              <a:t>Please contact Kristina Fink or Ellen Putnam if you have any questions on the use of this template</a:t>
            </a:r>
          </a:p>
        </p:txBody>
      </p:sp>
    </p:spTree>
    <p:extLst>
      <p:ext uri="{BB962C8B-B14F-4D97-AF65-F5344CB8AC3E}">
        <p14:creationId xmlns:p14="http://schemas.microsoft.com/office/powerpoint/2010/main" val="420440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5031-1DCD-6944-EF69-9ABF2F91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25352E2-BD13-086F-47DD-0903E32B7FC2}"/>
              </a:ext>
            </a:extLst>
          </p:cNvPr>
          <p:cNvSpPr txBox="1">
            <a:spLocks/>
          </p:cNvSpPr>
          <p:nvPr/>
        </p:nvSpPr>
        <p:spPr>
          <a:xfrm>
            <a:off x="791303" y="741687"/>
            <a:ext cx="4307469" cy="5766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ClrTx/>
              <a:buFont typeface="Arial"/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>
              <a:buFontTx/>
            </a:pPr>
            <a:r>
              <a:rPr lang="en-US" b="0" dirty="0">
                <a:solidFill>
                  <a:srgbClr val="0A4B8C"/>
                </a:solidFill>
                <a:latin typeface="CVS Health Sans Medium" panose="020B0504020202020204" pitchFamily="34" charset="0"/>
              </a:rPr>
              <a:t>Presentation tips: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DCF6C9-3F4F-DAB2-31CC-EC9E15CC0308}"/>
              </a:ext>
            </a:extLst>
          </p:cNvPr>
          <p:cNvSpPr txBox="1">
            <a:spLocks/>
          </p:cNvSpPr>
          <p:nvPr/>
        </p:nvSpPr>
        <p:spPr>
          <a:xfrm>
            <a:off x="791303" y="1654028"/>
            <a:ext cx="4307469" cy="5766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ClrTx/>
              <a:buFont typeface="Arial"/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>
              <a:buFontTx/>
            </a:pPr>
            <a:r>
              <a:rPr lang="en-US" b="0" dirty="0">
                <a:solidFill>
                  <a:srgbClr val="267AC0"/>
                </a:solidFill>
                <a:latin typeface="CVS Health Sans Medium" panose="020B0504020202020204" pitchFamily="34" charset="0"/>
              </a:rPr>
              <a:t>Know your audience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A9C17-62A0-51ED-EB07-71EE0C160C51}"/>
              </a:ext>
            </a:extLst>
          </p:cNvPr>
          <p:cNvSpPr txBox="1">
            <a:spLocks/>
          </p:cNvSpPr>
          <p:nvPr/>
        </p:nvSpPr>
        <p:spPr>
          <a:xfrm>
            <a:off x="791304" y="2173375"/>
            <a:ext cx="4770570" cy="1321175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600"/>
              </a:spcBef>
              <a:buNone/>
            </a:pPr>
            <a:r>
              <a:rPr lang="en-US" sz="2000" b="1" dirty="0"/>
              <a:t>Who are you talking to? 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2000" b="1" dirty="0"/>
              <a:t>What do they care about?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2000" b="1" dirty="0"/>
              <a:t>What do they expect from you?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FE69A3E-5C7C-72BA-04EB-B3E64EE2253F}"/>
              </a:ext>
            </a:extLst>
          </p:cNvPr>
          <p:cNvSpPr txBox="1">
            <a:spLocks/>
          </p:cNvSpPr>
          <p:nvPr/>
        </p:nvSpPr>
        <p:spPr>
          <a:xfrm>
            <a:off x="791304" y="3352673"/>
            <a:ext cx="4585265" cy="895218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800" dirty="0"/>
              <a:t>Tailor your message and tone for your audience’s needs, goals and preferences.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BC2094-4625-0B9A-40E8-B482EE16E572}"/>
              </a:ext>
            </a:extLst>
          </p:cNvPr>
          <p:cNvSpPr txBox="1">
            <a:spLocks/>
          </p:cNvSpPr>
          <p:nvPr/>
        </p:nvSpPr>
        <p:spPr>
          <a:xfrm>
            <a:off x="797490" y="4679092"/>
            <a:ext cx="4764384" cy="5766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ClrTx/>
              <a:buFont typeface="Arial"/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>
              <a:buFontTx/>
            </a:pPr>
            <a:r>
              <a:rPr lang="en-US" b="0">
                <a:solidFill>
                  <a:srgbClr val="267AC0"/>
                </a:solidFill>
                <a:latin typeface="CVS Health Sans Medium" panose="020B0504020202020204" pitchFamily="34" charset="0"/>
              </a:rPr>
              <a:t>Define your purpose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643F14D-D110-41EB-3ED9-240BACA18F41}"/>
              </a:ext>
            </a:extLst>
          </p:cNvPr>
          <p:cNvSpPr txBox="1">
            <a:spLocks/>
          </p:cNvSpPr>
          <p:nvPr/>
        </p:nvSpPr>
        <p:spPr>
          <a:xfrm>
            <a:off x="791304" y="5146408"/>
            <a:ext cx="4849208" cy="895218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800" dirty="0"/>
              <a:t>Your purpose should guide your content, your structure and your delivery.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F17776-2C5F-F111-6665-0512834A6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91304" y="4356910"/>
            <a:ext cx="4585265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2357742-6FF1-95E5-BF1E-5801E6FE6683}"/>
              </a:ext>
            </a:extLst>
          </p:cNvPr>
          <p:cNvSpPr txBox="1">
            <a:spLocks/>
          </p:cNvSpPr>
          <p:nvPr/>
        </p:nvSpPr>
        <p:spPr>
          <a:xfrm>
            <a:off x="6456838" y="1654028"/>
            <a:ext cx="3601557" cy="979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ClrTx/>
              <a:buFont typeface="Arial"/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>
              <a:buFontTx/>
            </a:pPr>
            <a:r>
              <a:rPr lang="en-US" b="0" dirty="0">
                <a:solidFill>
                  <a:srgbClr val="267AC0"/>
                </a:solidFill>
                <a:latin typeface="CVS Health Sans Medium" panose="020B0504020202020204" pitchFamily="34" charset="0"/>
              </a:rPr>
              <a:t>Tell your story in plain language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7527DA5-CC6C-E1BE-DD88-A11FF77F6342}"/>
              </a:ext>
            </a:extLst>
          </p:cNvPr>
          <p:cNvSpPr txBox="1">
            <a:spLocks/>
          </p:cNvSpPr>
          <p:nvPr/>
        </p:nvSpPr>
        <p:spPr>
          <a:xfrm>
            <a:off x="6450652" y="2495217"/>
            <a:ext cx="4840798" cy="895218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Ensures that your audience understands what you’re trying to communicate the </a:t>
            </a:r>
            <a:br>
              <a:rPr lang="en-US" sz="1800" dirty="0"/>
            </a:br>
            <a:r>
              <a:rPr lang="en-US" sz="1800" dirty="0"/>
              <a:t>very first time they hear it or read it.</a:t>
            </a:r>
          </a:p>
        </p:txBody>
      </p:sp>
      <p:sp>
        <p:nvSpPr>
          <p:cNvPr id="20" name="Title 28">
            <a:extLst>
              <a:ext uri="{FF2B5EF4-FFF2-40B4-BE49-F238E27FC236}">
                <a16:creationId xmlns:a16="http://schemas.microsoft.com/office/drawing/2014/main" id="{28913B20-12F3-4857-3BDF-B228B5ED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2" y="4362783"/>
            <a:ext cx="4981263" cy="713232"/>
          </a:xfrm>
        </p:spPr>
        <p:txBody>
          <a:bodyPr/>
          <a:lstStyle/>
          <a:p>
            <a:pPr algn="l"/>
            <a:r>
              <a:rPr lang="en-US" sz="2800" dirty="0">
                <a:solidFill>
                  <a:srgbClr val="267AC0"/>
                </a:solidFill>
              </a:rPr>
              <a:t>Use short sentences </a:t>
            </a:r>
            <a:br>
              <a:rPr lang="en-US" sz="2800" dirty="0">
                <a:solidFill>
                  <a:srgbClr val="267AC0"/>
                </a:solidFill>
              </a:rPr>
            </a:br>
            <a:r>
              <a:rPr lang="en-US" sz="2800" dirty="0">
                <a:solidFill>
                  <a:srgbClr val="267AC0"/>
                </a:solidFill>
              </a:rPr>
              <a:t>and paragraphs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AF938-D2DC-CD66-A594-3DCC7CFCC4A4}"/>
              </a:ext>
            </a:extLst>
          </p:cNvPr>
          <p:cNvSpPr txBox="1"/>
          <p:nvPr/>
        </p:nvSpPr>
        <p:spPr>
          <a:xfrm>
            <a:off x="6340328" y="5221314"/>
            <a:ext cx="535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Aim for </a:t>
            </a:r>
            <a:r>
              <a:rPr lang="en-US" sz="1800" b="1" dirty="0"/>
              <a:t>15 words or less </a:t>
            </a:r>
            <a:r>
              <a:rPr lang="en-US" sz="1800" dirty="0"/>
              <a:t>for each sentence.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2AB4E7-8C0E-F7B5-40BD-8491AE756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450652" y="3817373"/>
            <a:ext cx="4585265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14C3E0-9D03-DBDD-4512-821A007C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91303" y="1318343"/>
            <a:ext cx="4585266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6C4982-DCE9-689A-C782-A78F7EA8EF5E}"/>
              </a:ext>
            </a:extLst>
          </p:cNvPr>
          <p:cNvGrpSpPr/>
          <p:nvPr/>
        </p:nvGrpSpPr>
        <p:grpSpPr>
          <a:xfrm>
            <a:off x="11522385" y="352581"/>
            <a:ext cx="337746" cy="280103"/>
            <a:chOff x="3849923" y="1378980"/>
            <a:chExt cx="1079891" cy="895586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F4D0D03-0288-95EF-D836-C885BAF7A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6EB911D-59D2-CF2F-BBE0-702A4BD63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3" y="1378980"/>
              <a:ext cx="1078699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92041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C854-1BF5-692A-F26D-700738EC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4700FC-6F16-49B8-D692-23919A56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48937" y="3429000"/>
            <a:ext cx="3456878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76849BA-0D9B-220D-7F0B-09AE97151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BOD meeting cover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9468E-CCDA-BDCF-F80D-1D67981132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9294" y="3063240"/>
            <a:ext cx="3282696" cy="1731784"/>
          </a:xfrm>
        </p:spPr>
        <p:txBody>
          <a:bodyPr/>
          <a:lstStyle/>
          <a:p>
            <a:r>
              <a:rPr lang="en-US" dirty="0"/>
              <a:t>Speaker name</a:t>
            </a:r>
          </a:p>
          <a:p>
            <a:r>
              <a:rPr lang="en-US" b="0" dirty="0"/>
              <a:t>Title</a:t>
            </a:r>
          </a:p>
          <a:p>
            <a:endParaRPr lang="en-US" b="0" dirty="0"/>
          </a:p>
          <a:p>
            <a:r>
              <a:rPr lang="en-US" b="0" dirty="0"/>
              <a:t>June 2025</a:t>
            </a:r>
          </a:p>
        </p:txBody>
      </p:sp>
      <p:pic>
        <p:nvPicPr>
          <p:cNvPr id="6" name="Graphic 5" descr="CVS Health logo">
            <a:extLst>
              <a:ext uri="{FF2B5EF4-FFF2-40B4-BE49-F238E27FC236}">
                <a16:creationId xmlns:a16="http://schemas.microsoft.com/office/drawing/2014/main" id="{1CC9EF4D-0E26-C130-5201-3E868979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B9E70BD-BDD2-11C1-22BB-0202A313EAA4}"/>
              </a:ext>
            </a:extLst>
          </p:cNvPr>
          <p:cNvGrpSpPr/>
          <p:nvPr/>
        </p:nvGrpSpPr>
        <p:grpSpPr>
          <a:xfrm>
            <a:off x="10093001" y="625433"/>
            <a:ext cx="1996974" cy="486672"/>
            <a:chOff x="10093001" y="625433"/>
            <a:chExt cx="1996974" cy="486672"/>
          </a:xfrm>
        </p:grpSpPr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33798E9F-0A8C-2243-6A06-A430B69C0DB1}"/>
                </a:ext>
              </a:extLst>
            </p:cNvPr>
            <p:cNvSpPr txBox="1"/>
            <p:nvPr/>
          </p:nvSpPr>
          <p:spPr>
            <a:xfrm>
              <a:off x="10093001" y="625433"/>
              <a:ext cx="1996974" cy="486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buClrTx/>
                <a:buFont typeface="Arial"/>
                <a:buNone/>
                <a:defRPr sz="15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>
                <a:buFontTx/>
                <a:buNone/>
                <a:defRPr sz="1500">
                  <a:solidFill>
                    <a:schemeClr val="tx2"/>
                  </a:solidFill>
                </a:defRPr>
              </a:lvl2pPr>
              <a:lvl3pPr marL="173038" indent="-173038">
                <a:spcBef>
                  <a:spcPts val="1200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3pPr>
              <a:lvl4pPr marL="347663" indent="-174625">
                <a:spcBef>
                  <a:spcPts val="600"/>
                </a:spcBef>
                <a:buFont typeface="Arial" panose="020B0604020202020204" pitchFamily="34" charset="0"/>
                <a:buChar char="–"/>
                <a:defRPr sz="1500">
                  <a:solidFill>
                    <a:schemeClr val="tx2"/>
                  </a:solidFill>
                </a:defRPr>
              </a:lvl4pPr>
              <a:lvl5pPr marL="509588" indent="-161925">
                <a:spcBef>
                  <a:spcPts val="600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5pPr>
              <a:lvl6pPr marL="682625" indent="-173038">
                <a:buFont typeface="Arial" panose="020B0604020202020204" pitchFamily="34" charset="0"/>
                <a:buChar char="–"/>
                <a:defRPr sz="1500" baseline="0"/>
              </a:lvl6pPr>
              <a:lvl7pPr marL="857250" indent="-174625">
                <a:spcBef>
                  <a:spcPts val="600"/>
                </a:spcBef>
                <a:buFont typeface="Arial" panose="020B0604020202020204" pitchFamily="34" charset="0"/>
                <a:buChar char="•"/>
                <a:defRPr sz="1500" baseline="0">
                  <a:solidFill>
                    <a:schemeClr val="tx2"/>
                  </a:solidFill>
                </a:defRPr>
              </a:lvl7pPr>
              <a:lvl8pPr marL="1030288" indent="-173038">
                <a:spcBef>
                  <a:spcPts val="600"/>
                </a:spcBef>
                <a:buFont typeface="Arial" panose="020B0604020202020204" pitchFamily="34" charset="0"/>
                <a:buChar char="–"/>
                <a:defRPr sz="1500" baseline="0">
                  <a:solidFill>
                    <a:schemeClr val="tx2"/>
                  </a:solidFill>
                </a:defRPr>
              </a:lvl8pPr>
              <a:lvl9pPr marL="1203325" indent="-173038">
                <a:spcBef>
                  <a:spcPts val="600"/>
                </a:spcBef>
                <a:buFont typeface="Arial" panose="020B0604020202020204" pitchFamily="34" charset="0"/>
                <a:buChar char="•"/>
                <a:defRPr sz="1500" baseline="0">
                  <a:solidFill>
                    <a:schemeClr val="tx2"/>
                  </a:solidFill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7AC0"/>
                  </a:solidFill>
                  <a:effectLst/>
                  <a:uLnTx/>
                  <a:uFillTx/>
                  <a:latin typeface="CVS Health Sans Light" panose="020B0404020202020204" pitchFamily="34" charset="0"/>
                  <a:ea typeface="+mn-ea"/>
                  <a:cs typeface="+mn-cs"/>
                </a:rPr>
                <a:t>     BOARD OF </a:t>
              </a:r>
            </a:p>
            <a:p>
              <a:pPr marL="0" marR="0" lvl="0" indent="0" algn="l" defTabSz="457200" rtl="0" eaLnBrk="1" fontAlgn="auto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500" b="1" i="0" u="none" strike="noStrike" kern="1200" cap="none" spc="100" normalizeH="0" baseline="0" noProof="0" dirty="0">
                  <a:ln>
                    <a:noFill/>
                  </a:ln>
                  <a:solidFill>
                    <a:srgbClr val="267AC0"/>
                  </a:solidFill>
                  <a:effectLst/>
                  <a:uLnTx/>
                  <a:uFillTx/>
                  <a:latin typeface="CVS Health Sans"/>
                  <a:ea typeface="+mn-ea"/>
                  <a:cs typeface="+mn-cs"/>
                </a:rPr>
                <a:t>DIRECTORS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8F371EB-FB6C-2ACF-19A1-742781C9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76608" y="663347"/>
              <a:ext cx="183535" cy="15237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320283-61D1-8DF2-8F1C-3907807A3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176405" y="663347"/>
              <a:ext cx="183535" cy="152379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D47A37A-3D12-0C60-81F8-4F0EB604B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176405" y="663346"/>
              <a:ext cx="183535" cy="152379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42238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C838-C5BF-7813-800F-05EBAEF0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8E0FE7-093A-26B0-C327-577FC3F1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48937" y="3429000"/>
            <a:ext cx="3456878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018D71-2618-988E-0521-32DEB4E3F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CVS Specific ELT cover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88DC3-B425-328A-4965-5E0F6FA536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  <a:p>
            <a:r>
              <a:rPr lang="en-US" b="0" dirty="0"/>
              <a:t>Title</a:t>
            </a:r>
          </a:p>
          <a:p>
            <a:endParaRPr lang="en-US" b="0" dirty="0"/>
          </a:p>
          <a:p>
            <a:r>
              <a:rPr lang="en-US" b="0" dirty="0"/>
              <a:t>June 2025</a:t>
            </a:r>
          </a:p>
        </p:txBody>
      </p:sp>
      <p:pic>
        <p:nvPicPr>
          <p:cNvPr id="6" name="Graphic 5" descr="CVS Health logo">
            <a:extLst>
              <a:ext uri="{FF2B5EF4-FFF2-40B4-BE49-F238E27FC236}">
                <a16:creationId xmlns:a16="http://schemas.microsoft.com/office/drawing/2014/main" id="{83D404B0-7B63-29CD-8362-D952EFFE8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9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94C7-36BC-18C7-8F65-BE396088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C35808-E981-5AAE-12B6-4AD107AC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48937" y="3429000"/>
            <a:ext cx="3456878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AFD8BBE-FA5A-0AF7-9B89-A2798BE11A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Aetna ELT cover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2CF58-1AE5-E2AB-0E5E-C6105EBD20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  <a:p>
            <a:r>
              <a:rPr lang="en-US" b="0" dirty="0"/>
              <a:t>Title</a:t>
            </a:r>
          </a:p>
          <a:p>
            <a:endParaRPr lang="en-US" b="0" dirty="0"/>
          </a:p>
          <a:p>
            <a:r>
              <a:rPr lang="en-US" b="0" dirty="0"/>
              <a:t>June 2025</a:t>
            </a:r>
          </a:p>
        </p:txBody>
      </p:sp>
      <p:pic>
        <p:nvPicPr>
          <p:cNvPr id="6" name="Graphic 5" descr="CVS Health logo">
            <a:extLst>
              <a:ext uri="{FF2B5EF4-FFF2-40B4-BE49-F238E27FC236}">
                <a16:creationId xmlns:a16="http://schemas.microsoft.com/office/drawing/2014/main" id="{F048AABB-5300-0AFB-4D18-AEB2C4019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4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2621-6CDA-6329-F687-FDE2381F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6459D9-F050-A6F8-4A68-74028EF8A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48937" y="3429000"/>
            <a:ext cx="3456878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691D02-7853-8C16-09D7-DB99077B4C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ELT/Strategic Planning cover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31B01-8E3C-6E10-9AC3-8CB84BD61E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  <a:p>
            <a:r>
              <a:rPr lang="en-US" b="0" dirty="0"/>
              <a:t>Title</a:t>
            </a:r>
          </a:p>
          <a:p>
            <a:endParaRPr lang="en-US" b="0" dirty="0"/>
          </a:p>
          <a:p>
            <a:r>
              <a:rPr lang="en-US" b="0" dirty="0"/>
              <a:t>June 2025</a:t>
            </a:r>
          </a:p>
        </p:txBody>
      </p:sp>
      <p:pic>
        <p:nvPicPr>
          <p:cNvPr id="6" name="Graphic 5" descr="CVS Health logo">
            <a:extLst>
              <a:ext uri="{FF2B5EF4-FFF2-40B4-BE49-F238E27FC236}">
                <a16:creationId xmlns:a16="http://schemas.microsoft.com/office/drawing/2014/main" id="{830088C5-9896-95F1-3E08-71644397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6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1C4C-2BD0-FB25-5089-2582ADA9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</a:t>
            </a:r>
            <a:br>
              <a:rPr lang="en-US" dirty="0"/>
            </a:br>
            <a:r>
              <a:rPr lang="en-US" dirty="0"/>
              <a:t>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52EFC-E997-2813-E5EF-E93C281178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58385" y="2177575"/>
            <a:ext cx="5944615" cy="1937225"/>
          </a:xfrm>
        </p:spPr>
        <p:txBody>
          <a:bodyPr/>
          <a:lstStyle/>
          <a:p>
            <a:pPr marL="342900" indent="-342900">
              <a:buAutoNum type="arabicPeriod"/>
              <a:defRPr/>
            </a:pPr>
            <a:r>
              <a:rPr lang="en-US" sz="1600">
                <a:latin typeface="CVS Health Sans" panose="020B0504020202020204" pitchFamily="34" charset="0"/>
              </a:rPr>
              <a:t>Body copy for strategic questions</a:t>
            </a:r>
          </a:p>
          <a:p>
            <a:pPr marL="342900" indent="-342900">
              <a:buFont typeface="Arial"/>
              <a:buAutoNum type="arabicPeriod"/>
              <a:defRPr/>
            </a:pPr>
            <a:r>
              <a:rPr lang="en-US" sz="1600">
                <a:latin typeface="CVS Health Sans" panose="020B0504020202020204" pitchFamily="34" charset="0"/>
              </a:rPr>
              <a:t>Body copy for strategic questions</a:t>
            </a:r>
          </a:p>
          <a:p>
            <a:pPr marL="342900" indent="-342900">
              <a:buAutoNum type="arabicPeriod"/>
              <a:defRPr/>
            </a:pPr>
            <a:r>
              <a:rPr lang="en-US" sz="1600">
                <a:latin typeface="CVS Health Sans" panose="020B0504020202020204" pitchFamily="34" charset="0"/>
              </a:rPr>
              <a:t>Body copy for strategic questions</a:t>
            </a:r>
          </a:p>
          <a:p>
            <a:pPr marL="342900" indent="-342900">
              <a:buAutoNum type="arabicPeriod"/>
              <a:defRPr/>
            </a:pPr>
            <a:r>
              <a:rPr lang="en-US" sz="1600">
                <a:latin typeface="CVS Health Sans" panose="020B0504020202020204" pitchFamily="34" charset="0"/>
              </a:rPr>
              <a:t>Body copy for strategic questions. If there are only a few, just center the copy top-to-bottom.</a:t>
            </a:r>
          </a:p>
          <a:p>
            <a:pPr>
              <a:defRPr/>
            </a:pPr>
            <a:endParaRPr lang="en-US" sz="1600"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9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7273-CC8D-893F-A076-29A559F6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543090-3BDF-8FA7-A38D-6CBD7BF1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FC708-0DE5-1C98-ADD3-ED42A90185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4363" y="1514550"/>
            <a:ext cx="10587735" cy="3423970"/>
          </a:xfrm>
        </p:spPr>
        <p:txBody>
          <a:bodyPr/>
          <a:lstStyle/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Purpose of the Presentation: </a:t>
            </a:r>
            <a:r>
              <a:rPr lang="en-US" sz="1400" dirty="0">
                <a:latin typeface="CVS Health Sans" panose="020B0504020202020204" pitchFamily="34" charset="0"/>
              </a:rPr>
              <a:t>Briefly state the goal or objective (e.g., strategy proposal, present results, request funding).</a:t>
            </a:r>
          </a:p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High-level overview: </a:t>
            </a:r>
            <a:r>
              <a:rPr lang="en-US" sz="1400" dirty="0">
                <a:latin typeface="CVS Health Sans" panose="020B0504020202020204" pitchFamily="34" charset="0"/>
              </a:rPr>
              <a:t>Summarize main points or findings without diving into the details. Focus on the what, not the how.</a:t>
            </a:r>
          </a:p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Key Insights or Takeaways: </a:t>
            </a:r>
            <a:r>
              <a:rPr lang="en-US" sz="1400" dirty="0">
                <a:latin typeface="CVS Health Sans" panose="020B0504020202020204" pitchFamily="34" charset="0"/>
              </a:rPr>
              <a:t>Summarize 2-4 critical insights, data points, or conclusions.</a:t>
            </a:r>
          </a:p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Strategic Recommendations: </a:t>
            </a:r>
            <a:r>
              <a:rPr lang="en-US" sz="1400" dirty="0">
                <a:latin typeface="CVS Health Sans" panose="020B0504020202020204" pitchFamily="34" charset="0"/>
              </a:rPr>
              <a:t>Outline the top 2–3 proposed actions or decisions needed.</a:t>
            </a:r>
          </a:p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Business Impact: </a:t>
            </a:r>
            <a:r>
              <a:rPr lang="en-US" sz="1400" dirty="0">
                <a:latin typeface="CVS Health Sans" panose="020B0504020202020204" pitchFamily="34" charset="0"/>
              </a:rPr>
              <a:t>Describe the expected outcomes, benefits, or ROI.</a:t>
            </a:r>
          </a:p>
          <a:p>
            <a:pPr marL="342900" indent="-342900">
              <a:buAutoNum type="arabicPeriod"/>
              <a:defRPr/>
            </a:pPr>
            <a:r>
              <a:rPr lang="en-US" sz="1400" b="1" dirty="0">
                <a:latin typeface="CVS Health Sans" panose="020B0504020202020204" pitchFamily="34" charset="0"/>
              </a:rPr>
              <a:t>Next Steps: </a:t>
            </a:r>
            <a:r>
              <a:rPr lang="en-US" sz="1400" dirty="0">
                <a:latin typeface="CVS Health Sans" panose="020B0504020202020204" pitchFamily="34" charset="0"/>
              </a:rPr>
              <a:t>Indicate what actions are required and by whom.</a:t>
            </a:r>
          </a:p>
          <a:p>
            <a:pPr marL="342900" indent="-342900">
              <a:buAutoNum type="arabicPeriod"/>
              <a:defRPr/>
            </a:pPr>
            <a:endParaRPr lang="en-US" sz="1400" dirty="0">
              <a:latin typeface="CVS Health Sans" panose="020B0504020202020204" pitchFamily="34" charset="0"/>
            </a:endParaRPr>
          </a:p>
          <a:p>
            <a:pPr>
              <a:defRPr/>
            </a:pPr>
            <a:endParaRPr lang="en-US" sz="1400" dirty="0">
              <a:latin typeface="CVS Health Sans" panose="020B0504020202020204" pitchFamily="34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0838D42-BCAD-D896-9DC9-171F54268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 bwMode="gray">
          <a:xfrm>
            <a:off x="1125879" y="2620104"/>
            <a:ext cx="4206142" cy="2407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defRPr/>
            </a:pPr>
            <a:endParaRPr lang="en-US" sz="1600"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26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0DE6F9-096B-5F71-84FB-64D9F4E8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9665208" cy="713232"/>
          </a:xfrm>
        </p:spPr>
        <p:txBody>
          <a:bodyPr/>
          <a:lstStyle/>
          <a:p>
            <a:r>
              <a:rPr lang="en-US"/>
              <a:t>Bio header with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CE1938-498D-B9B4-A4A6-73A63FA3D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5217" y="1628775"/>
            <a:ext cx="6854825" cy="4484688"/>
          </a:xfrm>
        </p:spPr>
        <p:txBody>
          <a:bodyPr/>
          <a:lstStyle/>
          <a:p>
            <a:r>
              <a:rPr lang="en-US" dirty="0"/>
              <a:t>Introducing our Chief Fun Officer, Sarah Sparkle! With a sprinkle of creativity and a dash of innovation, Sarah brings a refreshing twist to the corporate world. Known for her contagious energy and love for all things whimsical, she’s the driving force behind our team’s laughter-filled brainstorming sessions and out-of-the-box thinking.</a:t>
            </a:r>
          </a:p>
          <a:p>
            <a:r>
              <a:rPr lang="en-US" dirty="0"/>
              <a:t>When she’s not busy spreading joy and sparking creativity, you can find Sarah exploring new ways to infuse fun into every aspect of our business. From organizing quirky team-building activities to championing office dance-offs, she’s always on a mission to make work feel more like play.</a:t>
            </a:r>
          </a:p>
          <a:p>
            <a:r>
              <a:rPr lang="en-US" dirty="0"/>
              <a:t>With Sarah at the helm, we’re not just changing the game – we’re rewriting the rules with a touch of sparkle and a whole lot of fun. Join us on this exciting journey as we redefine corporate culture, one smile at a time!</a:t>
            </a:r>
          </a:p>
        </p:txBody>
      </p:sp>
      <p:pic>
        <p:nvPicPr>
          <p:cNvPr id="17" name="Picture Placeholder 16" descr="Portrait">
            <a:extLst>
              <a:ext uri="{FF2B5EF4-FFF2-40B4-BE49-F238E27FC236}">
                <a16:creationId xmlns:a16="http://schemas.microsoft.com/office/drawing/2014/main" id="{E110BA7B-BC61-EF34-3B8C-024F05FB5684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941" t="2650" r="21941" b="16752"/>
          <a:stretch/>
        </p:blipFill>
        <p:spPr>
          <a:xfrm>
            <a:off x="8786813" y="1538288"/>
            <a:ext cx="2141537" cy="2049462"/>
          </a:xfrm>
          <a:ln>
            <a:solidFill>
              <a:schemeClr val="bg2"/>
            </a:solidFill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9C44A8-92FA-AE5F-09E8-396EB97F0E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4700" y="3910013"/>
            <a:ext cx="2925763" cy="857250"/>
          </a:xfrm>
        </p:spPr>
        <p:txBody>
          <a:bodyPr/>
          <a:lstStyle/>
          <a:p>
            <a:pPr algn="ctr"/>
            <a:r>
              <a:rPr lang="en-US" sz="1800" b="1"/>
              <a:t>Sarah Sparkle</a:t>
            </a:r>
          </a:p>
          <a:p>
            <a:pPr algn="ctr"/>
            <a:r>
              <a:rPr lang="en-US"/>
              <a:t>Chief Fun Officer, CVS Health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B247B5-E1BB-8906-4375-5C4A026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0263" y="4280888"/>
            <a:ext cx="394636" cy="0"/>
          </a:xfrm>
          <a:prstGeom prst="line">
            <a:avLst/>
          </a:prstGeom>
          <a:ln w="15875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23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BB056-053F-3A2D-F026-88416F8A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43B7-3281-46F9-A716-A3644973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9665208" cy="713232"/>
          </a:xfrm>
        </p:spPr>
        <p:txBody>
          <a:bodyPr/>
          <a:lstStyle/>
          <a:p>
            <a:r>
              <a:rPr lang="en-US"/>
              <a:t>Content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C81CE-9481-3379-0E87-4A1D36AFB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2" y="1773936"/>
            <a:ext cx="11048999" cy="3977640"/>
          </a:xfrm>
        </p:spPr>
        <p:txBody>
          <a:bodyPr/>
          <a:lstStyle/>
          <a:p>
            <a:r>
              <a:rPr lang="en-US" dirty="0" err="1">
                <a:solidFill>
                  <a:srgbClr val="0A4B8C"/>
                </a:solidFill>
              </a:rPr>
              <a:t>Praesent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consequat</a:t>
            </a:r>
            <a:r>
              <a:rPr lang="en-US" dirty="0">
                <a:solidFill>
                  <a:srgbClr val="0A4B8C"/>
                </a:solidFill>
              </a:rPr>
              <a:t> at </a:t>
            </a:r>
            <a:r>
              <a:rPr lang="en-US" dirty="0" err="1">
                <a:solidFill>
                  <a:srgbClr val="0A4B8C"/>
                </a:solidFill>
              </a:rPr>
              <a:t>nulla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ullamcorper</a:t>
            </a:r>
            <a:r>
              <a:rPr lang="en-US" dirty="0">
                <a:solidFill>
                  <a:srgbClr val="0A4B8C"/>
                </a:solidFill>
              </a:rPr>
              <a:t>. Cras </a:t>
            </a:r>
            <a:r>
              <a:rPr lang="en-US" dirty="0" err="1">
                <a:solidFill>
                  <a:srgbClr val="0A4B8C"/>
                </a:solidFill>
              </a:rPr>
              <a:t>feugiat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luctus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lectus</a:t>
            </a:r>
            <a:r>
              <a:rPr lang="en-US" dirty="0">
                <a:solidFill>
                  <a:srgbClr val="0A4B8C"/>
                </a:solidFill>
              </a:rPr>
              <a:t>, </a:t>
            </a:r>
            <a:br>
              <a:rPr lang="en-US" dirty="0">
                <a:solidFill>
                  <a:srgbClr val="0A4B8C"/>
                </a:solidFill>
              </a:rPr>
            </a:br>
            <a:r>
              <a:rPr lang="en-US" dirty="0">
                <a:solidFill>
                  <a:srgbClr val="0A4B8C"/>
                </a:solidFill>
              </a:rPr>
              <a:t>a </a:t>
            </a:r>
            <a:r>
              <a:rPr lang="en-US" dirty="0" err="1">
                <a:solidFill>
                  <a:srgbClr val="0A4B8C"/>
                </a:solidFill>
              </a:rPr>
              <a:t>commodo</a:t>
            </a:r>
            <a:r>
              <a:rPr lang="en-US" dirty="0">
                <a:solidFill>
                  <a:srgbClr val="0A4B8C"/>
                </a:solidFill>
              </a:rPr>
              <a:t> dolor </a:t>
            </a:r>
            <a:r>
              <a:rPr lang="en-US" dirty="0" err="1">
                <a:solidFill>
                  <a:srgbClr val="0A4B8C"/>
                </a:solidFill>
              </a:rPr>
              <a:t>sagittis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. </a:t>
            </a:r>
          </a:p>
          <a:p>
            <a:br>
              <a:rPr lang="en-US" dirty="0"/>
            </a:b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rutrum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pretium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faucibus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A9E8944-4EBE-9FE4-E827-1AD04DE3F6C9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501492-EB96-AF54-5D1F-C42FECB24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60860" y="2525917"/>
            <a:ext cx="556500" cy="0"/>
          </a:xfrm>
          <a:prstGeom prst="line">
            <a:avLst/>
          </a:prstGeom>
          <a:ln w="28575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66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118A-B663-B5A3-1239-71265FC87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2356-0081-F3A8-191D-E05EC590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9665208" cy="713232"/>
          </a:xfrm>
        </p:spPr>
        <p:txBody>
          <a:bodyPr/>
          <a:lstStyle/>
          <a:p>
            <a:r>
              <a:rPr lang="en-US"/>
              <a:t>Content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2A92-9F99-E527-63C0-EE80C4CF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2" y="1773936"/>
            <a:ext cx="11048999" cy="3977640"/>
          </a:xfrm>
        </p:spPr>
        <p:txBody>
          <a:bodyPr/>
          <a:lstStyle/>
          <a:p>
            <a:r>
              <a:rPr lang="en-US" dirty="0" err="1">
                <a:solidFill>
                  <a:srgbClr val="0A4B8C"/>
                </a:solidFill>
              </a:rPr>
              <a:t>Praesent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consequat</a:t>
            </a:r>
            <a:r>
              <a:rPr lang="en-US" dirty="0">
                <a:solidFill>
                  <a:srgbClr val="0A4B8C"/>
                </a:solidFill>
              </a:rPr>
              <a:t> at </a:t>
            </a:r>
            <a:r>
              <a:rPr lang="en-US" dirty="0" err="1">
                <a:solidFill>
                  <a:srgbClr val="0A4B8C"/>
                </a:solidFill>
              </a:rPr>
              <a:t>nulla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ullamcorper</a:t>
            </a:r>
            <a:r>
              <a:rPr lang="en-US" dirty="0">
                <a:solidFill>
                  <a:srgbClr val="0A4B8C"/>
                </a:solidFill>
              </a:rPr>
              <a:t>. Cras </a:t>
            </a:r>
            <a:r>
              <a:rPr lang="en-US" dirty="0" err="1">
                <a:solidFill>
                  <a:srgbClr val="0A4B8C"/>
                </a:solidFill>
              </a:rPr>
              <a:t>feugiat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luctus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lectus</a:t>
            </a:r>
            <a:r>
              <a:rPr lang="en-US" dirty="0">
                <a:solidFill>
                  <a:srgbClr val="0A4B8C"/>
                </a:solidFill>
              </a:rPr>
              <a:t>, </a:t>
            </a:r>
            <a:br>
              <a:rPr lang="en-US" dirty="0">
                <a:solidFill>
                  <a:srgbClr val="0A4B8C"/>
                </a:solidFill>
              </a:rPr>
            </a:br>
            <a:r>
              <a:rPr lang="en-US" dirty="0">
                <a:solidFill>
                  <a:srgbClr val="0A4B8C"/>
                </a:solidFill>
              </a:rPr>
              <a:t>a </a:t>
            </a:r>
            <a:r>
              <a:rPr lang="en-US" dirty="0" err="1">
                <a:solidFill>
                  <a:srgbClr val="0A4B8C"/>
                </a:solidFill>
              </a:rPr>
              <a:t>commodo</a:t>
            </a:r>
            <a:r>
              <a:rPr lang="en-US" dirty="0">
                <a:solidFill>
                  <a:srgbClr val="0A4B8C"/>
                </a:solidFill>
              </a:rPr>
              <a:t> dolor </a:t>
            </a:r>
            <a:r>
              <a:rPr lang="en-US" dirty="0" err="1">
                <a:solidFill>
                  <a:srgbClr val="0A4B8C"/>
                </a:solidFill>
              </a:rPr>
              <a:t>sagittis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. </a:t>
            </a:r>
          </a:p>
          <a:p>
            <a:pPr>
              <a:spcBef>
                <a:spcPts val="0"/>
              </a:spcBef>
            </a:pPr>
            <a:br>
              <a:rPr lang="en-US" dirty="0"/>
            </a:b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rutrum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pretium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faucibus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7DE9C43-5A30-18B4-71FF-711F0A802D20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</p:spTree>
    <p:extLst>
      <p:ext uri="{BB962C8B-B14F-4D97-AF65-F5344CB8AC3E}">
        <p14:creationId xmlns:p14="http://schemas.microsoft.com/office/powerpoint/2010/main" val="167923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B20D-C542-382B-C87F-94FE5342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9665208" cy="713232"/>
          </a:xfrm>
        </p:spPr>
        <p:txBody>
          <a:bodyPr/>
          <a:lstStyle/>
          <a:p>
            <a:r>
              <a:rPr lang="en-US"/>
              <a:t>Content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B0E4A-2F68-4706-336A-E1346EB17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3" y="1773936"/>
            <a:ext cx="6651422" cy="3977640"/>
          </a:xfrm>
        </p:spPr>
        <p:txBody>
          <a:bodyPr/>
          <a:lstStyle/>
          <a:p>
            <a:r>
              <a:rPr lang="en-US" dirty="0" err="1">
                <a:solidFill>
                  <a:srgbClr val="0A4B8C"/>
                </a:solidFill>
              </a:rPr>
              <a:t>Praesent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consequat</a:t>
            </a:r>
            <a:r>
              <a:rPr lang="en-US" dirty="0">
                <a:solidFill>
                  <a:srgbClr val="0A4B8C"/>
                </a:solidFill>
              </a:rPr>
              <a:t> at </a:t>
            </a:r>
            <a:r>
              <a:rPr lang="en-US" dirty="0" err="1">
                <a:solidFill>
                  <a:srgbClr val="0A4B8C"/>
                </a:solidFill>
              </a:rPr>
              <a:t>nulla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ullamcorper</a:t>
            </a:r>
            <a:r>
              <a:rPr lang="en-US" dirty="0">
                <a:solidFill>
                  <a:srgbClr val="0A4B8C"/>
                </a:solidFill>
              </a:rPr>
              <a:t>. Cras </a:t>
            </a:r>
            <a:r>
              <a:rPr lang="en-US" dirty="0" err="1">
                <a:solidFill>
                  <a:srgbClr val="0A4B8C"/>
                </a:solidFill>
              </a:rPr>
              <a:t>feugiat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luctus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lectus</a:t>
            </a:r>
            <a:r>
              <a:rPr lang="en-US" dirty="0">
                <a:solidFill>
                  <a:srgbClr val="0A4B8C"/>
                </a:solidFill>
              </a:rPr>
              <a:t>, a </a:t>
            </a:r>
            <a:r>
              <a:rPr lang="en-US" dirty="0" err="1">
                <a:solidFill>
                  <a:srgbClr val="0A4B8C"/>
                </a:solidFill>
              </a:rPr>
              <a:t>commodo</a:t>
            </a:r>
            <a:r>
              <a:rPr lang="en-US" dirty="0">
                <a:solidFill>
                  <a:srgbClr val="0A4B8C"/>
                </a:solidFill>
              </a:rPr>
              <a:t> dolor </a:t>
            </a:r>
            <a:r>
              <a:rPr lang="en-US" dirty="0" err="1">
                <a:solidFill>
                  <a:srgbClr val="0A4B8C"/>
                </a:solidFill>
              </a:rPr>
              <a:t>sagittis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. </a:t>
            </a:r>
          </a:p>
          <a:p>
            <a:br>
              <a:rPr lang="en-US" dirty="0"/>
            </a:b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rutrum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pretium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faucibus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9B4892-70E9-065A-6B8E-0F5F8AFF7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06215" y="1773935"/>
            <a:ext cx="3902925" cy="3977641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164AFA1-4013-BB15-AAD4-D6618B56310A}"/>
              </a:ext>
            </a:extLst>
          </p:cNvPr>
          <p:cNvSpPr txBox="1">
            <a:spLocks/>
          </p:cNvSpPr>
          <p:nvPr/>
        </p:nvSpPr>
        <p:spPr bwMode="gray">
          <a:xfrm>
            <a:off x="8362950" y="2814638"/>
            <a:ext cx="3255962" cy="2627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Callouts</a:t>
            </a:r>
            <a:br>
              <a:rPr lang="en-US" sz="2400"/>
            </a:br>
            <a:r>
              <a:rPr lang="en-US" sz="2400"/>
              <a:t>Lorem ipsum dolor sit amet, consecte tur adipiscing elit etiam posuere ante id ultrices</a:t>
            </a:r>
          </a:p>
        </p:txBody>
      </p:sp>
      <p:sp>
        <p:nvSpPr>
          <p:cNvPr id="14" name="Graphic 95" descr="Bar chart icon.">
            <a:extLst>
              <a:ext uri="{FF2B5EF4-FFF2-40B4-BE49-F238E27FC236}">
                <a16:creationId xmlns:a16="http://schemas.microsoft.com/office/drawing/2014/main" id="{0B82659E-68A0-701D-DDCC-CA0269D1F194}"/>
              </a:ext>
            </a:extLst>
          </p:cNvPr>
          <p:cNvSpPr/>
          <p:nvPr/>
        </p:nvSpPr>
        <p:spPr>
          <a:xfrm>
            <a:off x="8377228" y="2181223"/>
            <a:ext cx="415681" cy="377891"/>
          </a:xfrm>
          <a:custGeom>
            <a:avLst/>
            <a:gdLst>
              <a:gd name="connsiteX0" fmla="*/ 382098 w 420308"/>
              <a:gd name="connsiteY0" fmla="*/ 362993 h 382098"/>
              <a:gd name="connsiteX1" fmla="*/ 382098 w 420308"/>
              <a:gd name="connsiteY1" fmla="*/ 191049 h 382098"/>
              <a:gd name="connsiteX2" fmla="*/ 362993 w 420308"/>
              <a:gd name="connsiteY2" fmla="*/ 171944 h 382098"/>
              <a:gd name="connsiteX3" fmla="*/ 305679 w 420308"/>
              <a:gd name="connsiteY3" fmla="*/ 171944 h 382098"/>
              <a:gd name="connsiteX4" fmla="*/ 286574 w 420308"/>
              <a:gd name="connsiteY4" fmla="*/ 191049 h 382098"/>
              <a:gd name="connsiteX5" fmla="*/ 286574 w 420308"/>
              <a:gd name="connsiteY5" fmla="*/ 362993 h 382098"/>
              <a:gd name="connsiteX6" fmla="*/ 267469 w 420308"/>
              <a:gd name="connsiteY6" fmla="*/ 362993 h 382098"/>
              <a:gd name="connsiteX7" fmla="*/ 267469 w 420308"/>
              <a:gd name="connsiteY7" fmla="*/ 95525 h 382098"/>
              <a:gd name="connsiteX8" fmla="*/ 248364 w 420308"/>
              <a:gd name="connsiteY8" fmla="*/ 76420 h 382098"/>
              <a:gd name="connsiteX9" fmla="*/ 191049 w 420308"/>
              <a:gd name="connsiteY9" fmla="*/ 76420 h 382098"/>
              <a:gd name="connsiteX10" fmla="*/ 171944 w 420308"/>
              <a:gd name="connsiteY10" fmla="*/ 95525 h 382098"/>
              <a:gd name="connsiteX11" fmla="*/ 171944 w 420308"/>
              <a:gd name="connsiteY11" fmla="*/ 362993 h 382098"/>
              <a:gd name="connsiteX12" fmla="*/ 152839 w 420308"/>
              <a:gd name="connsiteY12" fmla="*/ 362993 h 382098"/>
              <a:gd name="connsiteX13" fmla="*/ 152839 w 420308"/>
              <a:gd name="connsiteY13" fmla="*/ 286574 h 382098"/>
              <a:gd name="connsiteX14" fmla="*/ 133734 w 420308"/>
              <a:gd name="connsiteY14" fmla="*/ 267469 h 382098"/>
              <a:gd name="connsiteX15" fmla="*/ 76420 w 420308"/>
              <a:gd name="connsiteY15" fmla="*/ 267469 h 382098"/>
              <a:gd name="connsiteX16" fmla="*/ 57315 w 420308"/>
              <a:gd name="connsiteY16" fmla="*/ 286574 h 382098"/>
              <a:gd name="connsiteX17" fmla="*/ 57315 w 420308"/>
              <a:gd name="connsiteY17" fmla="*/ 362993 h 382098"/>
              <a:gd name="connsiteX18" fmla="*/ 19105 w 420308"/>
              <a:gd name="connsiteY18" fmla="*/ 362993 h 382098"/>
              <a:gd name="connsiteX19" fmla="*/ 19105 w 420308"/>
              <a:gd name="connsiteY19" fmla="*/ 0 h 382098"/>
              <a:gd name="connsiteX20" fmla="*/ 0 w 420308"/>
              <a:gd name="connsiteY20" fmla="*/ 0 h 382098"/>
              <a:gd name="connsiteX21" fmla="*/ 0 w 420308"/>
              <a:gd name="connsiteY21" fmla="*/ 362993 h 382098"/>
              <a:gd name="connsiteX22" fmla="*/ 19105 w 420308"/>
              <a:gd name="connsiteY22" fmla="*/ 382098 h 382098"/>
              <a:gd name="connsiteX23" fmla="*/ 420308 w 420308"/>
              <a:gd name="connsiteY23" fmla="*/ 382098 h 382098"/>
              <a:gd name="connsiteX24" fmla="*/ 420308 w 420308"/>
              <a:gd name="connsiteY24" fmla="*/ 362993 h 382098"/>
              <a:gd name="connsiteX25" fmla="*/ 382098 w 420308"/>
              <a:gd name="connsiteY25" fmla="*/ 362993 h 382098"/>
              <a:gd name="connsiteX26" fmla="*/ 305679 w 420308"/>
              <a:gd name="connsiteY26" fmla="*/ 191049 h 382098"/>
              <a:gd name="connsiteX27" fmla="*/ 362993 w 420308"/>
              <a:gd name="connsiteY27" fmla="*/ 191049 h 382098"/>
              <a:gd name="connsiteX28" fmla="*/ 362993 w 420308"/>
              <a:gd name="connsiteY28" fmla="*/ 362993 h 382098"/>
              <a:gd name="connsiteX29" fmla="*/ 305679 w 420308"/>
              <a:gd name="connsiteY29" fmla="*/ 362993 h 382098"/>
              <a:gd name="connsiteX30" fmla="*/ 305679 w 420308"/>
              <a:gd name="connsiteY30" fmla="*/ 191049 h 382098"/>
              <a:gd name="connsiteX31" fmla="*/ 191049 w 420308"/>
              <a:gd name="connsiteY31" fmla="*/ 95525 h 382098"/>
              <a:gd name="connsiteX32" fmla="*/ 248364 w 420308"/>
              <a:gd name="connsiteY32" fmla="*/ 95525 h 382098"/>
              <a:gd name="connsiteX33" fmla="*/ 248364 w 420308"/>
              <a:gd name="connsiteY33" fmla="*/ 362993 h 382098"/>
              <a:gd name="connsiteX34" fmla="*/ 191049 w 420308"/>
              <a:gd name="connsiteY34" fmla="*/ 362993 h 382098"/>
              <a:gd name="connsiteX35" fmla="*/ 191049 w 420308"/>
              <a:gd name="connsiteY35" fmla="*/ 95525 h 382098"/>
              <a:gd name="connsiteX36" fmla="*/ 76420 w 420308"/>
              <a:gd name="connsiteY36" fmla="*/ 286574 h 382098"/>
              <a:gd name="connsiteX37" fmla="*/ 133734 w 420308"/>
              <a:gd name="connsiteY37" fmla="*/ 286574 h 382098"/>
              <a:gd name="connsiteX38" fmla="*/ 133734 w 420308"/>
              <a:gd name="connsiteY38" fmla="*/ 362993 h 382098"/>
              <a:gd name="connsiteX39" fmla="*/ 76420 w 420308"/>
              <a:gd name="connsiteY39" fmla="*/ 362993 h 382098"/>
              <a:gd name="connsiteX40" fmla="*/ 76420 w 420308"/>
              <a:gd name="connsiteY40" fmla="*/ 28657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20308" h="382098">
                <a:moveTo>
                  <a:pt x="382098" y="362993"/>
                </a:moveTo>
                <a:lnTo>
                  <a:pt x="382098" y="191049"/>
                </a:lnTo>
                <a:cubicBezTo>
                  <a:pt x="382098" y="179586"/>
                  <a:pt x="374456" y="171944"/>
                  <a:pt x="362993" y="171944"/>
                </a:cubicBezTo>
                <a:lnTo>
                  <a:pt x="305679" y="171944"/>
                </a:lnTo>
                <a:cubicBezTo>
                  <a:pt x="294216" y="171944"/>
                  <a:pt x="286574" y="179586"/>
                  <a:pt x="286574" y="191049"/>
                </a:cubicBezTo>
                <a:lnTo>
                  <a:pt x="286574" y="362993"/>
                </a:lnTo>
                <a:lnTo>
                  <a:pt x="267469" y="362993"/>
                </a:lnTo>
                <a:lnTo>
                  <a:pt x="267469" y="95525"/>
                </a:lnTo>
                <a:cubicBezTo>
                  <a:pt x="267469" y="84062"/>
                  <a:pt x="259827" y="76420"/>
                  <a:pt x="248364" y="76420"/>
                </a:cubicBezTo>
                <a:lnTo>
                  <a:pt x="191049" y="76420"/>
                </a:lnTo>
                <a:cubicBezTo>
                  <a:pt x="179586" y="76420"/>
                  <a:pt x="171944" y="84062"/>
                  <a:pt x="171944" y="95525"/>
                </a:cubicBezTo>
                <a:lnTo>
                  <a:pt x="171944" y="362993"/>
                </a:lnTo>
                <a:lnTo>
                  <a:pt x="152839" y="362993"/>
                </a:lnTo>
                <a:lnTo>
                  <a:pt x="152839" y="286574"/>
                </a:lnTo>
                <a:cubicBezTo>
                  <a:pt x="152839" y="275111"/>
                  <a:pt x="145197" y="267469"/>
                  <a:pt x="133734" y="267469"/>
                </a:cubicBezTo>
                <a:lnTo>
                  <a:pt x="76420" y="267469"/>
                </a:lnTo>
                <a:cubicBezTo>
                  <a:pt x="64957" y="267469"/>
                  <a:pt x="57315" y="275111"/>
                  <a:pt x="57315" y="286574"/>
                </a:cubicBezTo>
                <a:lnTo>
                  <a:pt x="57315" y="362993"/>
                </a:lnTo>
                <a:lnTo>
                  <a:pt x="19105" y="362993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382098" y="362993"/>
                </a:lnTo>
                <a:close/>
                <a:moveTo>
                  <a:pt x="305679" y="191049"/>
                </a:moveTo>
                <a:lnTo>
                  <a:pt x="362993" y="191049"/>
                </a:lnTo>
                <a:lnTo>
                  <a:pt x="362993" y="362993"/>
                </a:lnTo>
                <a:lnTo>
                  <a:pt x="305679" y="362993"/>
                </a:lnTo>
                <a:lnTo>
                  <a:pt x="305679" y="191049"/>
                </a:lnTo>
                <a:close/>
                <a:moveTo>
                  <a:pt x="191049" y="95525"/>
                </a:moveTo>
                <a:lnTo>
                  <a:pt x="248364" y="95525"/>
                </a:lnTo>
                <a:lnTo>
                  <a:pt x="248364" y="362993"/>
                </a:lnTo>
                <a:lnTo>
                  <a:pt x="191049" y="362993"/>
                </a:lnTo>
                <a:lnTo>
                  <a:pt x="191049" y="95525"/>
                </a:lnTo>
                <a:close/>
                <a:moveTo>
                  <a:pt x="76420" y="286574"/>
                </a:moveTo>
                <a:lnTo>
                  <a:pt x="133734" y="286574"/>
                </a:lnTo>
                <a:lnTo>
                  <a:pt x="133734" y="362993"/>
                </a:lnTo>
                <a:lnTo>
                  <a:pt x="76420" y="362993"/>
                </a:lnTo>
                <a:lnTo>
                  <a:pt x="76420" y="286574"/>
                </a:lnTo>
                <a:close/>
              </a:path>
            </a:pathLst>
          </a:custGeom>
          <a:solidFill>
            <a:schemeClr val="tx2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2FCB3BC-E568-7ECD-318B-3127FFF7CB60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FAC17B-ECE6-2045-C222-C2DDB3BD3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60860" y="2525917"/>
            <a:ext cx="556500" cy="0"/>
          </a:xfrm>
          <a:prstGeom prst="line">
            <a:avLst/>
          </a:prstGeom>
          <a:ln w="28575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15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08AB-FBE3-CD86-D23B-779B34A71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CF06-DBEB-29B0-9B97-0F34D0DA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9665208" cy="713232"/>
          </a:xfrm>
        </p:spPr>
        <p:txBody>
          <a:bodyPr/>
          <a:lstStyle/>
          <a:p>
            <a:r>
              <a:rPr lang="en-US"/>
              <a:t>Content slide title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27E67F-2F28-8866-4419-5A9EBA655DE3}"/>
              </a:ext>
            </a:extLst>
          </p:cNvPr>
          <p:cNvSpPr/>
          <p:nvPr/>
        </p:nvSpPr>
        <p:spPr bwMode="gray">
          <a:xfrm>
            <a:off x="516440" y="378458"/>
            <a:ext cx="2915446" cy="379141"/>
          </a:xfrm>
          <a:prstGeom prst="roundRect">
            <a:avLst>
              <a:gd name="adj" fmla="val 0"/>
            </a:avLst>
          </a:prstGeom>
          <a:noFill/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>
                <a:solidFill>
                  <a:srgbClr val="0A4B8C"/>
                </a:solidFill>
              </a:rPr>
              <a:t>&gt; SLIDE BREADCRUMB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4DB20-EEFD-09A7-B3F7-4BA2F610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3" y="1773936"/>
            <a:ext cx="6651422" cy="3977640"/>
          </a:xfrm>
        </p:spPr>
        <p:txBody>
          <a:bodyPr/>
          <a:lstStyle/>
          <a:p>
            <a:r>
              <a:rPr lang="en-US" dirty="0" err="1">
                <a:solidFill>
                  <a:srgbClr val="0A4B8C"/>
                </a:solidFill>
              </a:rPr>
              <a:t>Praesent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consequat</a:t>
            </a:r>
            <a:r>
              <a:rPr lang="en-US" dirty="0">
                <a:solidFill>
                  <a:srgbClr val="0A4B8C"/>
                </a:solidFill>
              </a:rPr>
              <a:t> at </a:t>
            </a:r>
            <a:r>
              <a:rPr lang="en-US" dirty="0" err="1">
                <a:solidFill>
                  <a:srgbClr val="0A4B8C"/>
                </a:solidFill>
              </a:rPr>
              <a:t>nulla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ullamcorper</a:t>
            </a:r>
            <a:r>
              <a:rPr lang="en-US" dirty="0">
                <a:solidFill>
                  <a:srgbClr val="0A4B8C"/>
                </a:solidFill>
              </a:rPr>
              <a:t>. Cras </a:t>
            </a:r>
            <a:r>
              <a:rPr lang="en-US" dirty="0" err="1">
                <a:solidFill>
                  <a:srgbClr val="0A4B8C"/>
                </a:solidFill>
              </a:rPr>
              <a:t>feugiat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luctus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lectus</a:t>
            </a:r>
            <a:r>
              <a:rPr lang="en-US" dirty="0">
                <a:solidFill>
                  <a:srgbClr val="0A4B8C"/>
                </a:solidFill>
              </a:rPr>
              <a:t>, a </a:t>
            </a:r>
            <a:r>
              <a:rPr lang="en-US" dirty="0" err="1">
                <a:solidFill>
                  <a:srgbClr val="0A4B8C"/>
                </a:solidFill>
              </a:rPr>
              <a:t>commodo</a:t>
            </a:r>
            <a:r>
              <a:rPr lang="en-US" dirty="0">
                <a:solidFill>
                  <a:srgbClr val="0A4B8C"/>
                </a:solidFill>
              </a:rPr>
              <a:t> dolor </a:t>
            </a:r>
            <a:r>
              <a:rPr lang="en-US" dirty="0" err="1">
                <a:solidFill>
                  <a:srgbClr val="0A4B8C"/>
                </a:solidFill>
              </a:rPr>
              <a:t>sagittis</a:t>
            </a:r>
            <a:r>
              <a:rPr lang="en-US" dirty="0">
                <a:solidFill>
                  <a:srgbClr val="0A4B8C"/>
                </a:solidFill>
              </a:rPr>
              <a:t> </a:t>
            </a:r>
            <a:r>
              <a:rPr lang="en-US" dirty="0" err="1">
                <a:solidFill>
                  <a:srgbClr val="0A4B8C"/>
                </a:solidFill>
              </a:rPr>
              <a:t>eu</a:t>
            </a:r>
            <a:r>
              <a:rPr lang="en-US" dirty="0">
                <a:solidFill>
                  <a:srgbClr val="0A4B8C"/>
                </a:solidFill>
              </a:rPr>
              <a:t>. </a:t>
            </a:r>
          </a:p>
          <a:p>
            <a:br>
              <a:rPr lang="en-US" dirty="0"/>
            </a:b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rutrum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pretium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faucibus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ECC818-8F2A-D01C-B88C-0F97C44B6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06215" y="1773935"/>
            <a:ext cx="3902925" cy="3977641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9EBF7-6AD3-08E8-2D67-902FC31705B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229696" y="2814638"/>
            <a:ext cx="3255962" cy="2627312"/>
          </a:xfrm>
        </p:spPr>
        <p:txBody>
          <a:bodyPr/>
          <a:lstStyle/>
          <a:p>
            <a:r>
              <a:rPr lang="en-US" sz="2400"/>
              <a:t>Callouts</a:t>
            </a:r>
            <a:br>
              <a:rPr lang="en-US" sz="2400"/>
            </a:br>
            <a:r>
              <a:rPr lang="en-US" sz="2400"/>
              <a:t>Lorem ipsum dolor sit </a:t>
            </a:r>
            <a:r>
              <a:rPr lang="en-US" sz="2400" err="1"/>
              <a:t>amet</a:t>
            </a:r>
            <a:r>
              <a:rPr lang="en-US" sz="2400"/>
              <a:t>, </a:t>
            </a:r>
            <a:r>
              <a:rPr lang="en-US" sz="2400" err="1"/>
              <a:t>consecte</a:t>
            </a:r>
            <a:r>
              <a:rPr lang="en-US" sz="2400"/>
              <a:t> tur </a:t>
            </a:r>
            <a:r>
              <a:rPr lang="en-US" sz="2400" err="1"/>
              <a:t>adipiscing</a:t>
            </a:r>
            <a:r>
              <a:rPr lang="en-US" sz="2400"/>
              <a:t> </a:t>
            </a:r>
            <a:r>
              <a:rPr lang="en-US" sz="2400" err="1"/>
              <a:t>elit</a:t>
            </a:r>
            <a:r>
              <a:rPr lang="en-US" sz="2400"/>
              <a:t> </a:t>
            </a:r>
            <a:r>
              <a:rPr lang="en-US" sz="2400" err="1"/>
              <a:t>etiam</a:t>
            </a:r>
            <a:r>
              <a:rPr lang="en-US" sz="2400"/>
              <a:t> </a:t>
            </a:r>
            <a:r>
              <a:rPr lang="en-US" sz="2400" err="1"/>
              <a:t>posuere</a:t>
            </a:r>
            <a:r>
              <a:rPr lang="en-US" sz="2400"/>
              <a:t> ante id </a:t>
            </a:r>
            <a:r>
              <a:rPr lang="en-US" sz="2400" err="1"/>
              <a:t>ultrices</a:t>
            </a:r>
            <a:endParaRPr lang="en-US" sz="24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CACFA6-5055-ECDB-532E-C0C977CA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58896" y="2525917"/>
            <a:ext cx="556500" cy="0"/>
          </a:xfrm>
          <a:prstGeom prst="line">
            <a:avLst/>
          </a:prstGeom>
          <a:ln w="28575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5D1638C-DB5C-F494-1ECB-B977D59F0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218619" y="2052236"/>
            <a:ext cx="635864" cy="635864"/>
          </a:xfrm>
          <a:prstGeom prst="ellipse">
            <a:avLst/>
          </a:prstGeom>
          <a:solidFill>
            <a:srgbClr val="A9EAE6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" name="Graphic 95" descr="Bar chart icon.">
            <a:extLst>
              <a:ext uri="{FF2B5EF4-FFF2-40B4-BE49-F238E27FC236}">
                <a16:creationId xmlns:a16="http://schemas.microsoft.com/office/drawing/2014/main" id="{A9FF8EB4-43F0-AEF4-D92F-9D807259FAFC}"/>
              </a:ext>
            </a:extLst>
          </p:cNvPr>
          <p:cNvSpPr/>
          <p:nvPr/>
        </p:nvSpPr>
        <p:spPr>
          <a:xfrm>
            <a:off x="8328711" y="2181223"/>
            <a:ext cx="415681" cy="377891"/>
          </a:xfrm>
          <a:custGeom>
            <a:avLst/>
            <a:gdLst>
              <a:gd name="connsiteX0" fmla="*/ 382098 w 420308"/>
              <a:gd name="connsiteY0" fmla="*/ 362993 h 382098"/>
              <a:gd name="connsiteX1" fmla="*/ 382098 w 420308"/>
              <a:gd name="connsiteY1" fmla="*/ 191049 h 382098"/>
              <a:gd name="connsiteX2" fmla="*/ 362993 w 420308"/>
              <a:gd name="connsiteY2" fmla="*/ 171944 h 382098"/>
              <a:gd name="connsiteX3" fmla="*/ 305679 w 420308"/>
              <a:gd name="connsiteY3" fmla="*/ 171944 h 382098"/>
              <a:gd name="connsiteX4" fmla="*/ 286574 w 420308"/>
              <a:gd name="connsiteY4" fmla="*/ 191049 h 382098"/>
              <a:gd name="connsiteX5" fmla="*/ 286574 w 420308"/>
              <a:gd name="connsiteY5" fmla="*/ 362993 h 382098"/>
              <a:gd name="connsiteX6" fmla="*/ 267469 w 420308"/>
              <a:gd name="connsiteY6" fmla="*/ 362993 h 382098"/>
              <a:gd name="connsiteX7" fmla="*/ 267469 w 420308"/>
              <a:gd name="connsiteY7" fmla="*/ 95525 h 382098"/>
              <a:gd name="connsiteX8" fmla="*/ 248364 w 420308"/>
              <a:gd name="connsiteY8" fmla="*/ 76420 h 382098"/>
              <a:gd name="connsiteX9" fmla="*/ 191049 w 420308"/>
              <a:gd name="connsiteY9" fmla="*/ 76420 h 382098"/>
              <a:gd name="connsiteX10" fmla="*/ 171944 w 420308"/>
              <a:gd name="connsiteY10" fmla="*/ 95525 h 382098"/>
              <a:gd name="connsiteX11" fmla="*/ 171944 w 420308"/>
              <a:gd name="connsiteY11" fmla="*/ 362993 h 382098"/>
              <a:gd name="connsiteX12" fmla="*/ 152839 w 420308"/>
              <a:gd name="connsiteY12" fmla="*/ 362993 h 382098"/>
              <a:gd name="connsiteX13" fmla="*/ 152839 w 420308"/>
              <a:gd name="connsiteY13" fmla="*/ 286574 h 382098"/>
              <a:gd name="connsiteX14" fmla="*/ 133734 w 420308"/>
              <a:gd name="connsiteY14" fmla="*/ 267469 h 382098"/>
              <a:gd name="connsiteX15" fmla="*/ 76420 w 420308"/>
              <a:gd name="connsiteY15" fmla="*/ 267469 h 382098"/>
              <a:gd name="connsiteX16" fmla="*/ 57315 w 420308"/>
              <a:gd name="connsiteY16" fmla="*/ 286574 h 382098"/>
              <a:gd name="connsiteX17" fmla="*/ 57315 w 420308"/>
              <a:gd name="connsiteY17" fmla="*/ 362993 h 382098"/>
              <a:gd name="connsiteX18" fmla="*/ 19105 w 420308"/>
              <a:gd name="connsiteY18" fmla="*/ 362993 h 382098"/>
              <a:gd name="connsiteX19" fmla="*/ 19105 w 420308"/>
              <a:gd name="connsiteY19" fmla="*/ 0 h 382098"/>
              <a:gd name="connsiteX20" fmla="*/ 0 w 420308"/>
              <a:gd name="connsiteY20" fmla="*/ 0 h 382098"/>
              <a:gd name="connsiteX21" fmla="*/ 0 w 420308"/>
              <a:gd name="connsiteY21" fmla="*/ 362993 h 382098"/>
              <a:gd name="connsiteX22" fmla="*/ 19105 w 420308"/>
              <a:gd name="connsiteY22" fmla="*/ 382098 h 382098"/>
              <a:gd name="connsiteX23" fmla="*/ 420308 w 420308"/>
              <a:gd name="connsiteY23" fmla="*/ 382098 h 382098"/>
              <a:gd name="connsiteX24" fmla="*/ 420308 w 420308"/>
              <a:gd name="connsiteY24" fmla="*/ 362993 h 382098"/>
              <a:gd name="connsiteX25" fmla="*/ 382098 w 420308"/>
              <a:gd name="connsiteY25" fmla="*/ 362993 h 382098"/>
              <a:gd name="connsiteX26" fmla="*/ 305679 w 420308"/>
              <a:gd name="connsiteY26" fmla="*/ 191049 h 382098"/>
              <a:gd name="connsiteX27" fmla="*/ 362993 w 420308"/>
              <a:gd name="connsiteY27" fmla="*/ 191049 h 382098"/>
              <a:gd name="connsiteX28" fmla="*/ 362993 w 420308"/>
              <a:gd name="connsiteY28" fmla="*/ 362993 h 382098"/>
              <a:gd name="connsiteX29" fmla="*/ 305679 w 420308"/>
              <a:gd name="connsiteY29" fmla="*/ 362993 h 382098"/>
              <a:gd name="connsiteX30" fmla="*/ 305679 w 420308"/>
              <a:gd name="connsiteY30" fmla="*/ 191049 h 382098"/>
              <a:gd name="connsiteX31" fmla="*/ 191049 w 420308"/>
              <a:gd name="connsiteY31" fmla="*/ 95525 h 382098"/>
              <a:gd name="connsiteX32" fmla="*/ 248364 w 420308"/>
              <a:gd name="connsiteY32" fmla="*/ 95525 h 382098"/>
              <a:gd name="connsiteX33" fmla="*/ 248364 w 420308"/>
              <a:gd name="connsiteY33" fmla="*/ 362993 h 382098"/>
              <a:gd name="connsiteX34" fmla="*/ 191049 w 420308"/>
              <a:gd name="connsiteY34" fmla="*/ 362993 h 382098"/>
              <a:gd name="connsiteX35" fmla="*/ 191049 w 420308"/>
              <a:gd name="connsiteY35" fmla="*/ 95525 h 382098"/>
              <a:gd name="connsiteX36" fmla="*/ 76420 w 420308"/>
              <a:gd name="connsiteY36" fmla="*/ 286574 h 382098"/>
              <a:gd name="connsiteX37" fmla="*/ 133734 w 420308"/>
              <a:gd name="connsiteY37" fmla="*/ 286574 h 382098"/>
              <a:gd name="connsiteX38" fmla="*/ 133734 w 420308"/>
              <a:gd name="connsiteY38" fmla="*/ 362993 h 382098"/>
              <a:gd name="connsiteX39" fmla="*/ 76420 w 420308"/>
              <a:gd name="connsiteY39" fmla="*/ 362993 h 382098"/>
              <a:gd name="connsiteX40" fmla="*/ 76420 w 420308"/>
              <a:gd name="connsiteY40" fmla="*/ 28657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20308" h="382098">
                <a:moveTo>
                  <a:pt x="382098" y="362993"/>
                </a:moveTo>
                <a:lnTo>
                  <a:pt x="382098" y="191049"/>
                </a:lnTo>
                <a:cubicBezTo>
                  <a:pt x="382098" y="179586"/>
                  <a:pt x="374456" y="171944"/>
                  <a:pt x="362993" y="171944"/>
                </a:cubicBezTo>
                <a:lnTo>
                  <a:pt x="305679" y="171944"/>
                </a:lnTo>
                <a:cubicBezTo>
                  <a:pt x="294216" y="171944"/>
                  <a:pt x="286574" y="179586"/>
                  <a:pt x="286574" y="191049"/>
                </a:cubicBezTo>
                <a:lnTo>
                  <a:pt x="286574" y="362993"/>
                </a:lnTo>
                <a:lnTo>
                  <a:pt x="267469" y="362993"/>
                </a:lnTo>
                <a:lnTo>
                  <a:pt x="267469" y="95525"/>
                </a:lnTo>
                <a:cubicBezTo>
                  <a:pt x="267469" y="84062"/>
                  <a:pt x="259827" y="76420"/>
                  <a:pt x="248364" y="76420"/>
                </a:cubicBezTo>
                <a:lnTo>
                  <a:pt x="191049" y="76420"/>
                </a:lnTo>
                <a:cubicBezTo>
                  <a:pt x="179586" y="76420"/>
                  <a:pt x="171944" y="84062"/>
                  <a:pt x="171944" y="95525"/>
                </a:cubicBezTo>
                <a:lnTo>
                  <a:pt x="171944" y="362993"/>
                </a:lnTo>
                <a:lnTo>
                  <a:pt x="152839" y="362993"/>
                </a:lnTo>
                <a:lnTo>
                  <a:pt x="152839" y="286574"/>
                </a:lnTo>
                <a:cubicBezTo>
                  <a:pt x="152839" y="275111"/>
                  <a:pt x="145197" y="267469"/>
                  <a:pt x="133734" y="267469"/>
                </a:cubicBezTo>
                <a:lnTo>
                  <a:pt x="76420" y="267469"/>
                </a:lnTo>
                <a:cubicBezTo>
                  <a:pt x="64957" y="267469"/>
                  <a:pt x="57315" y="275111"/>
                  <a:pt x="57315" y="286574"/>
                </a:cubicBezTo>
                <a:lnTo>
                  <a:pt x="57315" y="362993"/>
                </a:lnTo>
                <a:lnTo>
                  <a:pt x="19105" y="362993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382098" y="362993"/>
                </a:lnTo>
                <a:close/>
                <a:moveTo>
                  <a:pt x="305679" y="191049"/>
                </a:moveTo>
                <a:lnTo>
                  <a:pt x="362993" y="191049"/>
                </a:lnTo>
                <a:lnTo>
                  <a:pt x="362993" y="362993"/>
                </a:lnTo>
                <a:lnTo>
                  <a:pt x="305679" y="362993"/>
                </a:lnTo>
                <a:lnTo>
                  <a:pt x="305679" y="191049"/>
                </a:lnTo>
                <a:close/>
                <a:moveTo>
                  <a:pt x="191049" y="95525"/>
                </a:moveTo>
                <a:lnTo>
                  <a:pt x="248364" y="95525"/>
                </a:lnTo>
                <a:lnTo>
                  <a:pt x="248364" y="362993"/>
                </a:lnTo>
                <a:lnTo>
                  <a:pt x="191049" y="362993"/>
                </a:lnTo>
                <a:lnTo>
                  <a:pt x="191049" y="95525"/>
                </a:lnTo>
                <a:close/>
                <a:moveTo>
                  <a:pt x="76420" y="286574"/>
                </a:moveTo>
                <a:lnTo>
                  <a:pt x="133734" y="286574"/>
                </a:lnTo>
                <a:lnTo>
                  <a:pt x="133734" y="362993"/>
                </a:lnTo>
                <a:lnTo>
                  <a:pt x="76420" y="362993"/>
                </a:lnTo>
                <a:lnTo>
                  <a:pt x="76420" y="286574"/>
                </a:lnTo>
                <a:close/>
              </a:path>
            </a:pathLst>
          </a:custGeom>
          <a:solidFill>
            <a:schemeClr val="tx2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114A200-D833-7650-3339-635F5E936467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</p:spTree>
    <p:extLst>
      <p:ext uri="{BB962C8B-B14F-4D97-AF65-F5344CB8AC3E}">
        <p14:creationId xmlns:p14="http://schemas.microsoft.com/office/powerpoint/2010/main" val="222186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3578D5-68BA-4A33-8319-08B0B8A1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 for two-column layout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7B5B3D-0AA2-AA37-5A42-89A30F04D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906" y="1773936"/>
            <a:ext cx="4627574" cy="3977640"/>
          </a:xfrm>
        </p:spPr>
        <p:txBody>
          <a:bodyPr/>
          <a:lstStyle/>
          <a:p>
            <a:r>
              <a:rPr lang="en-US" sz="1800" dirty="0" err="1">
                <a:solidFill>
                  <a:srgbClr val="0A4B8C"/>
                </a:solidFill>
              </a:rPr>
              <a:t>Suspendisse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rutrum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pretium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faucibus</a:t>
            </a:r>
            <a:r>
              <a:rPr lang="en-US" sz="1800" dirty="0">
                <a:solidFill>
                  <a:srgbClr val="0A4B8C"/>
                </a:solidFill>
              </a:rPr>
              <a:t>.</a:t>
            </a:r>
          </a:p>
          <a:p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4894C-8866-6457-6F6C-AE8383B4DE0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904171" y="1771650"/>
            <a:ext cx="4714742" cy="3977640"/>
          </a:xfrm>
        </p:spPr>
        <p:txBody>
          <a:bodyPr/>
          <a:lstStyle/>
          <a:p>
            <a:r>
              <a:rPr lang="en-US" sz="1800" dirty="0" err="1">
                <a:solidFill>
                  <a:srgbClr val="0A4B8C"/>
                </a:solidFill>
              </a:rPr>
              <a:t>Suspendisse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rutrum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pretium</a:t>
            </a:r>
            <a:r>
              <a:rPr lang="en-US" sz="1800" dirty="0">
                <a:solidFill>
                  <a:srgbClr val="0A4B8C"/>
                </a:solidFill>
              </a:rPr>
              <a:t> </a:t>
            </a:r>
            <a:r>
              <a:rPr lang="en-US" sz="1800" dirty="0" err="1">
                <a:solidFill>
                  <a:srgbClr val="0A4B8C"/>
                </a:solidFill>
              </a:rPr>
              <a:t>faucibus</a:t>
            </a:r>
            <a:r>
              <a:rPr lang="en-US" sz="1800" dirty="0">
                <a:solidFill>
                  <a:srgbClr val="0A4B8C"/>
                </a:solidFill>
              </a:rPr>
              <a:t>.</a:t>
            </a:r>
          </a:p>
          <a:p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160A1A-BD93-B3DE-45C3-E486F028A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66927" y="1659518"/>
            <a:ext cx="467500" cy="467500"/>
          </a:xfrm>
          <a:prstGeom prst="ellipse">
            <a:avLst/>
          </a:prstGeom>
          <a:gradFill>
            <a:gsLst>
              <a:gs pos="100000">
                <a:srgbClr val="09A7E3">
                  <a:lumMod val="75000"/>
                </a:srgbClr>
              </a:gs>
              <a:gs pos="0">
                <a:srgbClr val="0A4B8C">
                  <a:lumMod val="75000"/>
                </a:srgbClr>
              </a:gs>
            </a:gsLst>
            <a:lin ang="0" scaled="0"/>
          </a:gra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3" name="Graphic 115" descr="Line chart icon.">
            <a:extLst>
              <a:ext uri="{FF2B5EF4-FFF2-40B4-BE49-F238E27FC236}">
                <a16:creationId xmlns:a16="http://schemas.microsoft.com/office/drawing/2014/main" id="{AB864274-3FCB-F5AC-BEBD-E83371B0B9FE}"/>
              </a:ext>
            </a:extLst>
          </p:cNvPr>
          <p:cNvSpPr>
            <a:spLocks noChangeAspect="1"/>
          </p:cNvSpPr>
          <p:nvPr/>
        </p:nvSpPr>
        <p:spPr>
          <a:xfrm>
            <a:off x="674059" y="1763655"/>
            <a:ext cx="273556" cy="247562"/>
          </a:xfrm>
          <a:custGeom>
            <a:avLst/>
            <a:gdLst>
              <a:gd name="connsiteX0" fmla="*/ 311410 w 422218"/>
              <a:gd name="connsiteY0" fmla="*/ 212065 h 382098"/>
              <a:gd name="connsiteX1" fmla="*/ 296126 w 422218"/>
              <a:gd name="connsiteY1" fmla="*/ 212065 h 382098"/>
              <a:gd name="connsiteX2" fmla="*/ 150929 w 422218"/>
              <a:gd name="connsiteY2" fmla="*/ 277021 h 382098"/>
              <a:gd name="connsiteX3" fmla="*/ 19105 w 422218"/>
              <a:gd name="connsiteY3" fmla="*/ 223528 h 382098"/>
              <a:gd name="connsiteX4" fmla="*/ 19105 w 422218"/>
              <a:gd name="connsiteY4" fmla="*/ 179586 h 382098"/>
              <a:gd name="connsiteX5" fmla="*/ 150929 w 422218"/>
              <a:gd name="connsiteY5" fmla="*/ 154750 h 382098"/>
              <a:gd name="connsiteX6" fmla="*/ 240722 w 422218"/>
              <a:gd name="connsiteY6" fmla="*/ 170034 h 382098"/>
              <a:gd name="connsiteX7" fmla="*/ 257916 w 422218"/>
              <a:gd name="connsiteY7" fmla="*/ 164302 h 382098"/>
              <a:gd name="connsiteX8" fmla="*/ 305679 w 422218"/>
              <a:gd name="connsiteY8" fmla="*/ 118450 h 382098"/>
              <a:gd name="connsiteX9" fmla="*/ 370635 w 422218"/>
              <a:gd name="connsiteY9" fmla="*/ 154750 h 382098"/>
              <a:gd name="connsiteX10" fmla="*/ 391651 w 422218"/>
              <a:gd name="connsiteY10" fmla="*/ 152839 h 382098"/>
              <a:gd name="connsiteX11" fmla="*/ 422219 w 422218"/>
              <a:gd name="connsiteY11" fmla="*/ 133734 h 382098"/>
              <a:gd name="connsiteX12" fmla="*/ 410756 w 422218"/>
              <a:gd name="connsiteY12" fmla="*/ 118450 h 382098"/>
              <a:gd name="connsiteX13" fmla="*/ 380188 w 422218"/>
              <a:gd name="connsiteY13" fmla="*/ 139466 h 382098"/>
              <a:gd name="connsiteX14" fmla="*/ 315231 w 422218"/>
              <a:gd name="connsiteY14" fmla="*/ 103167 h 382098"/>
              <a:gd name="connsiteX15" fmla="*/ 292305 w 422218"/>
              <a:gd name="connsiteY15" fmla="*/ 105077 h 382098"/>
              <a:gd name="connsiteX16" fmla="*/ 244543 w 422218"/>
              <a:gd name="connsiteY16" fmla="*/ 150929 h 382098"/>
              <a:gd name="connsiteX17" fmla="*/ 154750 w 422218"/>
              <a:gd name="connsiteY17" fmla="*/ 135645 h 382098"/>
              <a:gd name="connsiteX18" fmla="*/ 147108 w 422218"/>
              <a:gd name="connsiteY18" fmla="*/ 135645 h 382098"/>
              <a:gd name="connsiteX19" fmla="*/ 19105 w 422218"/>
              <a:gd name="connsiteY19" fmla="*/ 160481 h 382098"/>
              <a:gd name="connsiteX20" fmla="*/ 19105 w 422218"/>
              <a:gd name="connsiteY20" fmla="*/ 0 h 382098"/>
              <a:gd name="connsiteX21" fmla="*/ 0 w 422218"/>
              <a:gd name="connsiteY21" fmla="*/ 0 h 382098"/>
              <a:gd name="connsiteX22" fmla="*/ 0 w 422218"/>
              <a:gd name="connsiteY22" fmla="*/ 362993 h 382098"/>
              <a:gd name="connsiteX23" fmla="*/ 19105 w 422218"/>
              <a:gd name="connsiteY23" fmla="*/ 382098 h 382098"/>
              <a:gd name="connsiteX24" fmla="*/ 420308 w 422218"/>
              <a:gd name="connsiteY24" fmla="*/ 382098 h 382098"/>
              <a:gd name="connsiteX25" fmla="*/ 420308 w 422218"/>
              <a:gd name="connsiteY25" fmla="*/ 362993 h 382098"/>
              <a:gd name="connsiteX26" fmla="*/ 19105 w 422218"/>
              <a:gd name="connsiteY26" fmla="*/ 362993 h 382098"/>
              <a:gd name="connsiteX27" fmla="*/ 19105 w 422218"/>
              <a:gd name="connsiteY27" fmla="*/ 244543 h 382098"/>
              <a:gd name="connsiteX28" fmla="*/ 143287 w 422218"/>
              <a:gd name="connsiteY28" fmla="*/ 294216 h 382098"/>
              <a:gd name="connsiteX29" fmla="*/ 150929 w 422218"/>
              <a:gd name="connsiteY29" fmla="*/ 296126 h 382098"/>
              <a:gd name="connsiteX30" fmla="*/ 158571 w 422218"/>
              <a:gd name="connsiteY30" fmla="*/ 294216 h 382098"/>
              <a:gd name="connsiteX31" fmla="*/ 303768 w 422218"/>
              <a:gd name="connsiteY31" fmla="*/ 231170 h 382098"/>
              <a:gd name="connsiteX32" fmla="*/ 376367 w 422218"/>
              <a:gd name="connsiteY32" fmla="*/ 257916 h 382098"/>
              <a:gd name="connsiteX33" fmla="*/ 382098 w 422218"/>
              <a:gd name="connsiteY33" fmla="*/ 259827 h 382098"/>
              <a:gd name="connsiteX34" fmla="*/ 420308 w 422218"/>
              <a:gd name="connsiteY34" fmla="*/ 259827 h 382098"/>
              <a:gd name="connsiteX35" fmla="*/ 420308 w 422218"/>
              <a:gd name="connsiteY35" fmla="*/ 240722 h 382098"/>
              <a:gd name="connsiteX36" fmla="*/ 384009 w 422218"/>
              <a:gd name="connsiteY36" fmla="*/ 240722 h 382098"/>
              <a:gd name="connsiteX37" fmla="*/ 311410 w 422218"/>
              <a:gd name="connsiteY37" fmla="*/ 212065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22218" h="382098">
                <a:moveTo>
                  <a:pt x="311410" y="212065"/>
                </a:moveTo>
                <a:cubicBezTo>
                  <a:pt x="307589" y="210154"/>
                  <a:pt x="301858" y="210154"/>
                  <a:pt x="296126" y="212065"/>
                </a:cubicBezTo>
                <a:lnTo>
                  <a:pt x="150929" y="277021"/>
                </a:lnTo>
                <a:lnTo>
                  <a:pt x="19105" y="223528"/>
                </a:lnTo>
                <a:lnTo>
                  <a:pt x="19105" y="179586"/>
                </a:lnTo>
                <a:lnTo>
                  <a:pt x="150929" y="154750"/>
                </a:lnTo>
                <a:lnTo>
                  <a:pt x="240722" y="170034"/>
                </a:lnTo>
                <a:cubicBezTo>
                  <a:pt x="246453" y="171944"/>
                  <a:pt x="252185" y="170034"/>
                  <a:pt x="257916" y="164302"/>
                </a:cubicBezTo>
                <a:lnTo>
                  <a:pt x="305679" y="118450"/>
                </a:lnTo>
                <a:lnTo>
                  <a:pt x="370635" y="154750"/>
                </a:lnTo>
                <a:cubicBezTo>
                  <a:pt x="376367" y="158571"/>
                  <a:pt x="385919" y="158571"/>
                  <a:pt x="391651" y="152839"/>
                </a:cubicBezTo>
                <a:lnTo>
                  <a:pt x="422219" y="133734"/>
                </a:lnTo>
                <a:lnTo>
                  <a:pt x="410756" y="118450"/>
                </a:lnTo>
                <a:lnTo>
                  <a:pt x="380188" y="139466"/>
                </a:lnTo>
                <a:lnTo>
                  <a:pt x="315231" y="103167"/>
                </a:lnTo>
                <a:cubicBezTo>
                  <a:pt x="307589" y="99346"/>
                  <a:pt x="298037" y="99346"/>
                  <a:pt x="292305" y="105077"/>
                </a:cubicBezTo>
                <a:lnTo>
                  <a:pt x="244543" y="150929"/>
                </a:lnTo>
                <a:lnTo>
                  <a:pt x="154750" y="135645"/>
                </a:lnTo>
                <a:cubicBezTo>
                  <a:pt x="152839" y="135645"/>
                  <a:pt x="150929" y="135645"/>
                  <a:pt x="147108" y="135645"/>
                </a:cubicBezTo>
                <a:lnTo>
                  <a:pt x="19105" y="160481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19105" y="362993"/>
                </a:lnTo>
                <a:lnTo>
                  <a:pt x="19105" y="244543"/>
                </a:lnTo>
                <a:lnTo>
                  <a:pt x="143287" y="294216"/>
                </a:lnTo>
                <a:cubicBezTo>
                  <a:pt x="145197" y="294216"/>
                  <a:pt x="147108" y="296126"/>
                  <a:pt x="150929" y="296126"/>
                </a:cubicBezTo>
                <a:cubicBezTo>
                  <a:pt x="152839" y="296126"/>
                  <a:pt x="156660" y="296126"/>
                  <a:pt x="158571" y="294216"/>
                </a:cubicBezTo>
                <a:lnTo>
                  <a:pt x="303768" y="231170"/>
                </a:lnTo>
                <a:lnTo>
                  <a:pt x="376367" y="257916"/>
                </a:lnTo>
                <a:cubicBezTo>
                  <a:pt x="378277" y="257916"/>
                  <a:pt x="380188" y="259827"/>
                  <a:pt x="382098" y="259827"/>
                </a:cubicBezTo>
                <a:lnTo>
                  <a:pt x="420308" y="259827"/>
                </a:lnTo>
                <a:lnTo>
                  <a:pt x="420308" y="240722"/>
                </a:lnTo>
                <a:lnTo>
                  <a:pt x="384009" y="240722"/>
                </a:lnTo>
                <a:lnTo>
                  <a:pt x="311410" y="212065"/>
                </a:lnTo>
                <a:close/>
              </a:path>
            </a:pathLst>
          </a:custGeom>
          <a:solidFill>
            <a:srgbClr val="F7F7F7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27543E-48F2-8ABC-06CD-66D6E8095A46}"/>
              </a:ext>
            </a:extLst>
          </p:cNvPr>
          <p:cNvGrpSpPr/>
          <p:nvPr/>
        </p:nvGrpSpPr>
        <p:grpSpPr>
          <a:xfrm>
            <a:off x="6336665" y="1659518"/>
            <a:ext cx="467500" cy="467500"/>
            <a:chOff x="3616139" y="2065918"/>
            <a:chExt cx="467500" cy="4675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A0F861-7E67-DAC9-EF59-130D2C889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gray">
            <a:xfrm>
              <a:off x="3616139" y="2065918"/>
              <a:ext cx="467500" cy="467500"/>
            </a:xfrm>
            <a:prstGeom prst="ellipse">
              <a:avLst/>
            </a:prstGeom>
            <a:gradFill>
              <a:gsLst>
                <a:gs pos="100000">
                  <a:srgbClr val="09A7E3">
                    <a:lumMod val="75000"/>
                  </a:srgbClr>
                </a:gs>
                <a:gs pos="0">
                  <a:srgbClr val="0A4B8C">
                    <a:lumMod val="75000"/>
                  </a:srgbClr>
                </a:gs>
              </a:gsLst>
              <a:lin ang="0" scaled="0"/>
            </a:gra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7F7F7"/>
                </a:solidFill>
                <a:effectLst/>
                <a:uLnTx/>
                <a:uFillTx/>
                <a:latin typeface="CVS Health Sans"/>
                <a:ea typeface="+mn-ea"/>
                <a:cs typeface="+mn-cs"/>
              </a:endParaRPr>
            </a:p>
          </p:txBody>
        </p:sp>
        <p:sp>
          <p:nvSpPr>
            <p:cNvPr id="16" name="Graphic 108" descr="Growth chart icon.">
              <a:extLst>
                <a:ext uri="{FF2B5EF4-FFF2-40B4-BE49-F238E27FC236}">
                  <a16:creationId xmlns:a16="http://schemas.microsoft.com/office/drawing/2014/main" id="{1BCA5FC9-94E3-525D-911D-973DE83B92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16145" y="2167836"/>
              <a:ext cx="272318" cy="272319"/>
            </a:xfrm>
            <a:custGeom>
              <a:avLst/>
              <a:gdLst>
                <a:gd name="connsiteX0" fmla="*/ 343889 w 420308"/>
                <a:gd name="connsiteY0" fmla="*/ 191049 h 420308"/>
                <a:gd name="connsiteX1" fmla="*/ 324784 w 420308"/>
                <a:gd name="connsiteY1" fmla="*/ 191049 h 420308"/>
                <a:gd name="connsiteX2" fmla="*/ 324784 w 420308"/>
                <a:gd name="connsiteY2" fmla="*/ 401203 h 420308"/>
                <a:gd name="connsiteX3" fmla="*/ 229259 w 420308"/>
                <a:gd name="connsiteY3" fmla="*/ 401203 h 420308"/>
                <a:gd name="connsiteX4" fmla="*/ 229259 w 420308"/>
                <a:gd name="connsiteY4" fmla="*/ 286574 h 420308"/>
                <a:gd name="connsiteX5" fmla="*/ 210154 w 420308"/>
                <a:gd name="connsiteY5" fmla="*/ 286574 h 420308"/>
                <a:gd name="connsiteX6" fmla="*/ 210154 w 420308"/>
                <a:gd name="connsiteY6" fmla="*/ 401203 h 420308"/>
                <a:gd name="connsiteX7" fmla="*/ 114630 w 420308"/>
                <a:gd name="connsiteY7" fmla="*/ 401203 h 420308"/>
                <a:gd name="connsiteX8" fmla="*/ 114630 w 420308"/>
                <a:gd name="connsiteY8" fmla="*/ 343889 h 420308"/>
                <a:gd name="connsiteX9" fmla="*/ 95525 w 420308"/>
                <a:gd name="connsiteY9" fmla="*/ 343889 h 420308"/>
                <a:gd name="connsiteX10" fmla="*/ 95525 w 420308"/>
                <a:gd name="connsiteY10" fmla="*/ 401203 h 420308"/>
                <a:gd name="connsiteX11" fmla="*/ 19105 w 420308"/>
                <a:gd name="connsiteY11" fmla="*/ 401203 h 420308"/>
                <a:gd name="connsiteX12" fmla="*/ 19105 w 420308"/>
                <a:gd name="connsiteY12" fmla="*/ 38210 h 420308"/>
                <a:gd name="connsiteX13" fmla="*/ 0 w 420308"/>
                <a:gd name="connsiteY13" fmla="*/ 38210 h 420308"/>
                <a:gd name="connsiteX14" fmla="*/ 0 w 420308"/>
                <a:gd name="connsiteY14" fmla="*/ 401203 h 420308"/>
                <a:gd name="connsiteX15" fmla="*/ 19105 w 420308"/>
                <a:gd name="connsiteY15" fmla="*/ 420308 h 420308"/>
                <a:gd name="connsiteX16" fmla="*/ 420308 w 420308"/>
                <a:gd name="connsiteY16" fmla="*/ 420308 h 420308"/>
                <a:gd name="connsiteX17" fmla="*/ 420308 w 420308"/>
                <a:gd name="connsiteY17" fmla="*/ 401203 h 420308"/>
                <a:gd name="connsiteX18" fmla="*/ 343889 w 420308"/>
                <a:gd name="connsiteY18" fmla="*/ 401203 h 420308"/>
                <a:gd name="connsiteX19" fmla="*/ 343889 w 420308"/>
                <a:gd name="connsiteY19" fmla="*/ 191049 h 420308"/>
                <a:gd name="connsiteX20" fmla="*/ 401203 w 420308"/>
                <a:gd name="connsiteY20" fmla="*/ 0 h 420308"/>
                <a:gd name="connsiteX21" fmla="*/ 324784 w 420308"/>
                <a:gd name="connsiteY21" fmla="*/ 0 h 420308"/>
                <a:gd name="connsiteX22" fmla="*/ 324784 w 420308"/>
                <a:gd name="connsiteY22" fmla="*/ 19105 h 420308"/>
                <a:gd name="connsiteX23" fmla="*/ 387830 w 420308"/>
                <a:gd name="connsiteY23" fmla="*/ 19105 h 420308"/>
                <a:gd name="connsiteX24" fmla="*/ 267469 w 420308"/>
                <a:gd name="connsiteY24" fmla="*/ 139466 h 420308"/>
                <a:gd name="connsiteX25" fmla="*/ 233080 w 420308"/>
                <a:gd name="connsiteY25" fmla="*/ 105077 h 420308"/>
                <a:gd name="connsiteX26" fmla="*/ 206333 w 420308"/>
                <a:gd name="connsiteY26" fmla="*/ 105077 h 420308"/>
                <a:gd name="connsiteX27" fmla="*/ 206333 w 420308"/>
                <a:gd name="connsiteY27" fmla="*/ 105077 h 420308"/>
                <a:gd name="connsiteX28" fmla="*/ 32478 w 420308"/>
                <a:gd name="connsiteY28" fmla="*/ 278932 h 420308"/>
                <a:gd name="connsiteX29" fmla="*/ 45852 w 420308"/>
                <a:gd name="connsiteY29" fmla="*/ 292305 h 420308"/>
                <a:gd name="connsiteX30" fmla="*/ 219707 w 420308"/>
                <a:gd name="connsiteY30" fmla="*/ 118450 h 420308"/>
                <a:gd name="connsiteX31" fmla="*/ 254095 w 420308"/>
                <a:gd name="connsiteY31" fmla="*/ 152839 h 420308"/>
                <a:gd name="connsiteX32" fmla="*/ 280842 w 420308"/>
                <a:gd name="connsiteY32" fmla="*/ 152839 h 420308"/>
                <a:gd name="connsiteX33" fmla="*/ 280842 w 420308"/>
                <a:gd name="connsiteY33" fmla="*/ 152839 h 420308"/>
                <a:gd name="connsiteX34" fmla="*/ 401203 w 420308"/>
                <a:gd name="connsiteY34" fmla="*/ 32478 h 420308"/>
                <a:gd name="connsiteX35" fmla="*/ 401203 w 420308"/>
                <a:gd name="connsiteY35" fmla="*/ 95525 h 420308"/>
                <a:gd name="connsiteX36" fmla="*/ 420308 w 420308"/>
                <a:gd name="connsiteY36" fmla="*/ 95525 h 420308"/>
                <a:gd name="connsiteX37" fmla="*/ 420308 w 420308"/>
                <a:gd name="connsiteY37" fmla="*/ 19105 h 420308"/>
                <a:gd name="connsiteX38" fmla="*/ 401203 w 420308"/>
                <a:gd name="connsiteY38" fmla="*/ 0 h 42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20308" h="420308">
                  <a:moveTo>
                    <a:pt x="343889" y="191049"/>
                  </a:moveTo>
                  <a:lnTo>
                    <a:pt x="324784" y="191049"/>
                  </a:lnTo>
                  <a:lnTo>
                    <a:pt x="324784" y="401203"/>
                  </a:lnTo>
                  <a:lnTo>
                    <a:pt x="229259" y="401203"/>
                  </a:lnTo>
                  <a:lnTo>
                    <a:pt x="229259" y="286574"/>
                  </a:lnTo>
                  <a:lnTo>
                    <a:pt x="210154" y="286574"/>
                  </a:lnTo>
                  <a:lnTo>
                    <a:pt x="210154" y="401203"/>
                  </a:lnTo>
                  <a:lnTo>
                    <a:pt x="114630" y="401203"/>
                  </a:lnTo>
                  <a:lnTo>
                    <a:pt x="114630" y="343889"/>
                  </a:lnTo>
                  <a:lnTo>
                    <a:pt x="95525" y="343889"/>
                  </a:lnTo>
                  <a:lnTo>
                    <a:pt x="95525" y="401203"/>
                  </a:lnTo>
                  <a:lnTo>
                    <a:pt x="19105" y="401203"/>
                  </a:lnTo>
                  <a:lnTo>
                    <a:pt x="19105" y="38210"/>
                  </a:lnTo>
                  <a:lnTo>
                    <a:pt x="0" y="38210"/>
                  </a:lnTo>
                  <a:lnTo>
                    <a:pt x="0" y="401203"/>
                  </a:lnTo>
                  <a:cubicBezTo>
                    <a:pt x="0" y="412666"/>
                    <a:pt x="7642" y="420308"/>
                    <a:pt x="19105" y="420308"/>
                  </a:cubicBezTo>
                  <a:lnTo>
                    <a:pt x="420308" y="420308"/>
                  </a:lnTo>
                  <a:lnTo>
                    <a:pt x="420308" y="401203"/>
                  </a:lnTo>
                  <a:lnTo>
                    <a:pt x="343889" y="401203"/>
                  </a:lnTo>
                  <a:lnTo>
                    <a:pt x="343889" y="191049"/>
                  </a:lnTo>
                  <a:close/>
                  <a:moveTo>
                    <a:pt x="401203" y="0"/>
                  </a:moveTo>
                  <a:lnTo>
                    <a:pt x="324784" y="0"/>
                  </a:lnTo>
                  <a:lnTo>
                    <a:pt x="324784" y="19105"/>
                  </a:lnTo>
                  <a:lnTo>
                    <a:pt x="387830" y="19105"/>
                  </a:lnTo>
                  <a:lnTo>
                    <a:pt x="267469" y="139466"/>
                  </a:lnTo>
                  <a:lnTo>
                    <a:pt x="233080" y="105077"/>
                  </a:lnTo>
                  <a:cubicBezTo>
                    <a:pt x="225438" y="97435"/>
                    <a:pt x="213975" y="97435"/>
                    <a:pt x="206333" y="105077"/>
                  </a:cubicBezTo>
                  <a:cubicBezTo>
                    <a:pt x="206333" y="105077"/>
                    <a:pt x="206333" y="105077"/>
                    <a:pt x="206333" y="105077"/>
                  </a:cubicBezTo>
                  <a:lnTo>
                    <a:pt x="32478" y="278932"/>
                  </a:lnTo>
                  <a:lnTo>
                    <a:pt x="45852" y="292305"/>
                  </a:lnTo>
                  <a:lnTo>
                    <a:pt x="219707" y="118450"/>
                  </a:lnTo>
                  <a:lnTo>
                    <a:pt x="254095" y="152839"/>
                  </a:lnTo>
                  <a:cubicBezTo>
                    <a:pt x="261737" y="160481"/>
                    <a:pt x="273200" y="160481"/>
                    <a:pt x="280842" y="152839"/>
                  </a:cubicBezTo>
                  <a:cubicBezTo>
                    <a:pt x="280842" y="152839"/>
                    <a:pt x="280842" y="152839"/>
                    <a:pt x="280842" y="152839"/>
                  </a:cubicBezTo>
                  <a:lnTo>
                    <a:pt x="401203" y="32478"/>
                  </a:lnTo>
                  <a:lnTo>
                    <a:pt x="401203" y="95525"/>
                  </a:lnTo>
                  <a:lnTo>
                    <a:pt x="420308" y="95525"/>
                  </a:lnTo>
                  <a:lnTo>
                    <a:pt x="420308" y="19105"/>
                  </a:lnTo>
                  <a:cubicBezTo>
                    <a:pt x="420308" y="7642"/>
                    <a:pt x="412666" y="0"/>
                    <a:pt x="401203" y="0"/>
                  </a:cubicBezTo>
                  <a:close/>
                </a:path>
              </a:pathLst>
            </a:custGeom>
            <a:solidFill>
              <a:srgbClr val="F7F7F7"/>
            </a:solidFill>
            <a:ln w="190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132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BBFD-02E3-65B5-B443-9C056BE2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773BF6-09E5-8262-D3A7-337BAC84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 for two-column layout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5B75DD-08A9-FC01-A5CC-7A7C505B0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/>
              <a:t>Suspendisse</a:t>
            </a:r>
            <a:r>
              <a:rPr lang="en-US" sz="1800" dirty="0"/>
              <a:t> </a:t>
            </a:r>
            <a:r>
              <a:rPr lang="en-US" sz="1800" dirty="0" err="1"/>
              <a:t>rutrum</a:t>
            </a:r>
            <a:r>
              <a:rPr lang="en-US" sz="1800" dirty="0"/>
              <a:t>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faucibus</a:t>
            </a:r>
            <a:r>
              <a:rPr lang="en-US" sz="1800" dirty="0"/>
              <a:t>.</a:t>
            </a:r>
          </a:p>
          <a:p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E20CD-7084-EA71-3512-426DF8DD228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1800" dirty="0" err="1"/>
              <a:t>Suspendisse</a:t>
            </a:r>
            <a:r>
              <a:rPr lang="en-US" sz="1800" dirty="0"/>
              <a:t> </a:t>
            </a:r>
            <a:r>
              <a:rPr lang="en-US" sz="1800" dirty="0" err="1"/>
              <a:t>rutrum</a:t>
            </a:r>
            <a:r>
              <a:rPr lang="en-US" sz="1800" dirty="0"/>
              <a:t> </a:t>
            </a:r>
            <a:r>
              <a:rPr lang="en-US" sz="1800" dirty="0" err="1"/>
              <a:t>pretium</a:t>
            </a:r>
            <a:r>
              <a:rPr lang="en-US" sz="1800" dirty="0"/>
              <a:t> </a:t>
            </a:r>
            <a:r>
              <a:rPr lang="en-US" sz="1800" dirty="0" err="1"/>
              <a:t>faucibus</a:t>
            </a:r>
            <a:r>
              <a:rPr lang="en-US" sz="1800" dirty="0"/>
              <a:t>.</a:t>
            </a:r>
          </a:p>
          <a:p>
            <a:r>
              <a:rPr lang="en-US" sz="1400" dirty="0" err="1">
                <a:latin typeface="+mn-lt"/>
              </a:rPr>
              <a:t>Suspendisse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 vel </a:t>
            </a:r>
            <a:r>
              <a:rPr lang="en-US" sz="1400" dirty="0" err="1">
                <a:latin typeface="+mn-lt"/>
              </a:rPr>
              <a:t>malesuada</a:t>
            </a:r>
            <a:r>
              <a:rPr lang="en-US" sz="1400" dirty="0">
                <a:latin typeface="+mn-lt"/>
              </a:rPr>
              <a:t> dictum, mi mi </a:t>
            </a:r>
            <a:r>
              <a:rPr lang="en-US" sz="1400" dirty="0" err="1">
                <a:latin typeface="+mn-lt"/>
              </a:rPr>
              <a:t>ultricies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augue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aliquet</a:t>
            </a:r>
            <a:r>
              <a:rPr lang="en-US" sz="1400" dirty="0">
                <a:latin typeface="+mn-lt"/>
              </a:rPr>
              <a:t> ante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. Cras </a:t>
            </a:r>
            <a:r>
              <a:rPr lang="en-US" sz="1400" dirty="0" err="1">
                <a:latin typeface="+mn-lt"/>
              </a:rPr>
              <a:t>nulla</a:t>
            </a:r>
            <a:r>
              <a:rPr lang="en-US" sz="1400" dirty="0">
                <a:latin typeface="+mn-lt"/>
              </a:rPr>
              <a:t> magna, </a:t>
            </a:r>
            <a:r>
              <a:rPr lang="en-US" sz="1400" dirty="0" err="1">
                <a:latin typeface="+mn-lt"/>
              </a:rPr>
              <a:t>iaculis</a:t>
            </a:r>
            <a:r>
              <a:rPr lang="en-US" sz="1400" dirty="0">
                <a:latin typeface="+mn-lt"/>
              </a:rPr>
              <a:t> id </a:t>
            </a:r>
            <a:r>
              <a:rPr lang="en-US" sz="1400" dirty="0" err="1">
                <a:latin typeface="+mn-lt"/>
              </a:rPr>
              <a:t>molestie</a:t>
            </a:r>
            <a:r>
              <a:rPr lang="en-US" sz="1400" dirty="0">
                <a:latin typeface="+mn-lt"/>
              </a:rPr>
              <a:t> vel,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non eros. Sed </a:t>
            </a:r>
            <a:r>
              <a:rPr lang="en-US" sz="1400" dirty="0" err="1">
                <a:latin typeface="+mn-lt"/>
              </a:rPr>
              <a:t>vehicula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lectus</a:t>
            </a:r>
            <a:r>
              <a:rPr lang="en-US" sz="1400" dirty="0">
                <a:latin typeface="+mn-lt"/>
              </a:rPr>
              <a:t>, a </a:t>
            </a:r>
            <a:r>
              <a:rPr lang="en-US" sz="1400" dirty="0" err="1">
                <a:latin typeface="+mn-lt"/>
              </a:rPr>
              <a:t>volutpat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neque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ultrices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ut.</a:t>
            </a:r>
            <a:endParaRPr lang="en-US" sz="1400" dirty="0">
              <a:latin typeface="+mn-lt"/>
            </a:endParaRP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Lorem ipsum dolor sit </a:t>
            </a:r>
            <a:r>
              <a:rPr lang="en-US" sz="1400" dirty="0" err="1">
                <a:latin typeface="+mn-lt"/>
              </a:rPr>
              <a:t>amet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consectetur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adipiscing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elit</a:t>
            </a:r>
            <a:r>
              <a:rPr lang="en-US" sz="1400" dirty="0">
                <a:latin typeface="+mn-lt"/>
              </a:rPr>
              <a:t>. Mauris sed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nisl</a:t>
            </a:r>
            <a:r>
              <a:rPr lang="en-US" sz="1400" dirty="0">
                <a:latin typeface="+mn-lt"/>
              </a:rPr>
              <a:t>. Morbi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nunc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massa</a:t>
            </a:r>
            <a:r>
              <a:rPr lang="en-US" sz="1400" dirty="0">
                <a:latin typeface="+mn-lt"/>
              </a:rPr>
              <a:t>, at </a:t>
            </a:r>
            <a:r>
              <a:rPr lang="en-US" sz="1400" dirty="0" err="1">
                <a:latin typeface="+mn-lt"/>
              </a:rPr>
              <a:t>consequat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eleifend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imperdiet</a:t>
            </a:r>
            <a:r>
              <a:rPr lang="en-US" sz="1400" dirty="0">
                <a:latin typeface="+mn-lt"/>
              </a:rPr>
              <a:t>. </a:t>
            </a:r>
            <a:r>
              <a:rPr lang="en-US" sz="1400" dirty="0" err="1">
                <a:latin typeface="+mn-lt"/>
              </a:rPr>
              <a:t>Etiam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ornare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risus</a:t>
            </a:r>
            <a:r>
              <a:rPr lang="en-US" sz="1400" dirty="0">
                <a:latin typeface="+mn-lt"/>
              </a:rPr>
              <a:t>, et </a:t>
            </a:r>
            <a:r>
              <a:rPr lang="en-US" sz="1400" dirty="0" err="1">
                <a:latin typeface="+mn-lt"/>
              </a:rPr>
              <a:t>dapibus</a:t>
            </a:r>
            <a:r>
              <a:rPr lang="en-US" sz="1400" dirty="0">
                <a:latin typeface="+mn-lt"/>
              </a:rPr>
              <a:t> ipsum </a:t>
            </a:r>
            <a:r>
              <a:rPr lang="en-US" sz="1400" dirty="0" err="1">
                <a:latin typeface="+mn-lt"/>
              </a:rPr>
              <a:t>aliquam</a:t>
            </a:r>
            <a:r>
              <a:rPr lang="en-US" sz="1400" dirty="0">
                <a:latin typeface="+mn-lt"/>
              </a:rPr>
              <a:t> id. </a:t>
            </a:r>
            <a:r>
              <a:rPr lang="en-US" sz="1400" dirty="0" err="1">
                <a:latin typeface="+mn-lt"/>
              </a:rPr>
              <a:t>Quisque</a:t>
            </a:r>
            <a:r>
              <a:rPr lang="en-US" sz="1400" dirty="0">
                <a:latin typeface="+mn-lt"/>
              </a:rPr>
              <a:t> fermentum </a:t>
            </a:r>
            <a:r>
              <a:rPr lang="en-US" sz="1400" dirty="0" err="1">
                <a:latin typeface="+mn-lt"/>
              </a:rPr>
              <a:t>enim</a:t>
            </a:r>
            <a:r>
              <a:rPr lang="en-US" sz="1400" dirty="0">
                <a:latin typeface="+mn-lt"/>
              </a:rPr>
              <a:t> a </a:t>
            </a:r>
            <a:r>
              <a:rPr lang="en-US" sz="1400" dirty="0" err="1">
                <a:latin typeface="+mn-lt"/>
              </a:rPr>
              <a:t>tellus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congue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quis</a:t>
            </a:r>
            <a:r>
              <a:rPr lang="en-US" sz="1400" dirty="0">
                <a:latin typeface="+mn-lt"/>
              </a:rPr>
              <a:t> lacinia </a:t>
            </a:r>
            <a:r>
              <a:rPr lang="en-US" sz="1400" dirty="0" err="1">
                <a:latin typeface="+mn-lt"/>
              </a:rPr>
              <a:t>felis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suscipit</a:t>
            </a:r>
            <a:r>
              <a:rPr lang="en-US" sz="1400" dirty="0">
                <a:latin typeface="+mn-lt"/>
              </a:rPr>
              <a:t>. Sed in </a:t>
            </a:r>
            <a:r>
              <a:rPr lang="en-US" sz="1400" dirty="0" err="1">
                <a:latin typeface="+mn-lt"/>
              </a:rPr>
              <a:t>bibendum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orci</a:t>
            </a:r>
            <a:r>
              <a:rPr lang="en-US" sz="14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600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81C7-83F4-2508-386E-C840023C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695D91C-9394-04EF-1E88-5A456892EF05}"/>
              </a:ext>
            </a:extLst>
          </p:cNvPr>
          <p:cNvSpPr/>
          <p:nvPr/>
        </p:nvSpPr>
        <p:spPr>
          <a:xfrm>
            <a:off x="4306697" y="1097498"/>
            <a:ext cx="7315200" cy="1219562"/>
          </a:xfrm>
          <a:prstGeom prst="roundRect">
            <a:avLst>
              <a:gd name="adj" fmla="val 23224"/>
            </a:avLst>
          </a:prstGeom>
          <a:solidFill>
            <a:srgbClr val="F7F7F7"/>
          </a:solidFill>
          <a:ln w="3175" cap="flat" cmpd="sng" algn="ctr">
            <a:noFill/>
            <a:prstDash val="solid"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66C9BA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EB9F9A-FCC3-D542-0BF2-D243CA17B1F6}"/>
              </a:ext>
            </a:extLst>
          </p:cNvPr>
          <p:cNvGrpSpPr/>
          <p:nvPr/>
        </p:nvGrpSpPr>
        <p:grpSpPr>
          <a:xfrm>
            <a:off x="11098317" y="1272151"/>
            <a:ext cx="340387" cy="280103"/>
            <a:chOff x="3851115" y="1378980"/>
            <a:chExt cx="1088335" cy="895586"/>
          </a:xfrm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B8546A1D-55CE-1FE5-537A-DA81C564B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E160FB30-F115-434B-1E9A-B7F0BC8D7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60752" y="1378980"/>
              <a:ext cx="1078698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6BE336-E515-4963-7AB3-7F76A0DB1506}"/>
              </a:ext>
            </a:extLst>
          </p:cNvPr>
          <p:cNvGrpSpPr/>
          <p:nvPr/>
        </p:nvGrpSpPr>
        <p:grpSpPr>
          <a:xfrm>
            <a:off x="4306697" y="2602657"/>
            <a:ext cx="7315200" cy="1219562"/>
            <a:chOff x="4495800" y="389319"/>
            <a:chExt cx="7315200" cy="1219562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7B7171D-7DDC-6D1D-B13D-C12D962C277C}"/>
                </a:ext>
              </a:extLst>
            </p:cNvPr>
            <p:cNvSpPr/>
            <p:nvPr/>
          </p:nvSpPr>
          <p:spPr>
            <a:xfrm>
              <a:off x="4495800" y="389319"/>
              <a:ext cx="7315200" cy="1219562"/>
            </a:xfrm>
            <a:prstGeom prst="roundRect">
              <a:avLst>
                <a:gd name="adj" fmla="val 23224"/>
              </a:avLst>
            </a:prstGeom>
            <a:solidFill>
              <a:srgbClr val="F7F7F7"/>
            </a:solidFill>
            <a:ln w="3175" cap="flat" cmpd="sng" algn="ctr">
              <a:noFill/>
              <a:prstDash val="solid"/>
            </a:ln>
            <a:effectLst>
              <a:outerShdw blurRad="393700" sx="102000" sy="102000" algn="ctr" rotWithShape="0">
                <a:srgbClr val="000000">
                  <a:alpha val="12000"/>
                </a:srgbClr>
              </a:outerShdw>
            </a:effectLst>
          </p:spPr>
          <p:txBody>
  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66C9BA"/>
                </a:solidFill>
                <a:effectLst/>
                <a:uLnTx/>
                <a:uFillTx/>
                <a:latin typeface="CVS Health Sans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048DD3-FBF4-9474-3AE5-0541F653BA4A}"/>
                </a:ext>
              </a:extLst>
            </p:cNvPr>
            <p:cNvGrpSpPr/>
            <p:nvPr/>
          </p:nvGrpSpPr>
          <p:grpSpPr>
            <a:xfrm>
              <a:off x="11287420" y="563972"/>
              <a:ext cx="340387" cy="280103"/>
              <a:chOff x="3851115" y="1378980"/>
              <a:chExt cx="1088335" cy="895586"/>
            </a:xfrm>
          </p:grpSpPr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58F81C35-E847-5B87-9B35-39DBD9DCB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851115" y="1378980"/>
                <a:ext cx="1078699" cy="895586"/>
              </a:xfrm>
              <a:prstGeom prst="rect">
                <a:avLst/>
              </a:prstGeom>
            </p:spPr>
          </p:pic>
          <p:pic>
            <p:nvPicPr>
              <p:cNvPr id="37" name="Graphic 36">
                <a:extLst>
                  <a:ext uri="{FF2B5EF4-FFF2-40B4-BE49-F238E27FC236}">
                    <a16:creationId xmlns:a16="http://schemas.microsoft.com/office/drawing/2014/main" id="{C68A6230-B0D6-7EEB-010D-CEBD811CCE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860752" y="1378980"/>
                <a:ext cx="1078698" cy="895586"/>
              </a:xfrm>
              <a:custGeom>
                <a:avLst/>
                <a:gdLst>
                  <a:gd name="connsiteX0" fmla="*/ 543464 w 1078699"/>
                  <a:gd name="connsiteY0" fmla="*/ 0 h 895586"/>
                  <a:gd name="connsiteX1" fmla="*/ 1078699 w 1078699"/>
                  <a:gd name="connsiteY1" fmla="*/ 0 h 895586"/>
                  <a:gd name="connsiteX2" fmla="*/ 1078699 w 1078699"/>
                  <a:gd name="connsiteY2" fmla="*/ 895586 h 895586"/>
                  <a:gd name="connsiteX3" fmla="*/ 543464 w 1078699"/>
                  <a:gd name="connsiteY3" fmla="*/ 895586 h 895586"/>
                  <a:gd name="connsiteX4" fmla="*/ 0 w 1078699"/>
                  <a:gd name="connsiteY4" fmla="*/ 0 h 895586"/>
                  <a:gd name="connsiteX5" fmla="*/ 2103 w 1078699"/>
                  <a:gd name="connsiteY5" fmla="*/ 0 h 895586"/>
                  <a:gd name="connsiteX6" fmla="*/ 2103 w 1078699"/>
                  <a:gd name="connsiteY6" fmla="*/ 895586 h 895586"/>
                  <a:gd name="connsiteX7" fmla="*/ 0 w 1078699"/>
                  <a:gd name="connsiteY7" fmla="*/ 895586 h 8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8699" h="895586">
                    <a:moveTo>
                      <a:pt x="543464" y="0"/>
                    </a:moveTo>
                    <a:lnTo>
                      <a:pt x="1078699" y="0"/>
                    </a:lnTo>
                    <a:lnTo>
                      <a:pt x="1078699" y="895586"/>
                    </a:lnTo>
                    <a:lnTo>
                      <a:pt x="543464" y="895586"/>
                    </a:lnTo>
                    <a:close/>
                    <a:moveTo>
                      <a:pt x="0" y="0"/>
                    </a:moveTo>
                    <a:lnTo>
                      <a:pt x="2103" y="0"/>
                    </a:lnTo>
                    <a:lnTo>
                      <a:pt x="2103" y="895586"/>
                    </a:lnTo>
                    <a:lnTo>
                      <a:pt x="0" y="895586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D2CB3E-6762-D8D1-4933-CC7783D0702B}"/>
              </a:ext>
            </a:extLst>
          </p:cNvPr>
          <p:cNvGrpSpPr/>
          <p:nvPr/>
        </p:nvGrpSpPr>
        <p:grpSpPr>
          <a:xfrm>
            <a:off x="4306697" y="4180999"/>
            <a:ext cx="7315200" cy="1219562"/>
            <a:chOff x="4495800" y="389319"/>
            <a:chExt cx="7315200" cy="1219562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DAB76D3E-3A6D-4867-F41B-70EC17DE8936}"/>
                </a:ext>
              </a:extLst>
            </p:cNvPr>
            <p:cNvSpPr/>
            <p:nvPr/>
          </p:nvSpPr>
          <p:spPr>
            <a:xfrm>
              <a:off x="4495800" y="389319"/>
              <a:ext cx="7315200" cy="1219562"/>
            </a:xfrm>
            <a:prstGeom prst="roundRect">
              <a:avLst>
                <a:gd name="adj" fmla="val 23224"/>
              </a:avLst>
            </a:prstGeom>
            <a:solidFill>
              <a:srgbClr val="F7F7F7"/>
            </a:solidFill>
            <a:ln w="3175" cap="flat" cmpd="sng" algn="ctr">
              <a:noFill/>
              <a:prstDash val="solid"/>
            </a:ln>
            <a:effectLst>
              <a:outerShdw blurRad="393700" sx="102000" sy="102000" algn="ctr" rotWithShape="0">
                <a:srgbClr val="000000">
                  <a:alpha val="12000"/>
                </a:srgbClr>
              </a:outerShdw>
            </a:effectLst>
          </p:spPr>
          <p:txBody>
  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66C9BA"/>
                </a:solidFill>
                <a:effectLst/>
                <a:uLnTx/>
                <a:uFillTx/>
                <a:latin typeface="CVS Health Sans"/>
                <a:ea typeface="+mn-ea"/>
                <a:cs typeface="+mn-cs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1CFB5A9-429C-3861-03F1-EA5057D3AB15}"/>
                </a:ext>
              </a:extLst>
            </p:cNvPr>
            <p:cNvGrpSpPr/>
            <p:nvPr/>
          </p:nvGrpSpPr>
          <p:grpSpPr>
            <a:xfrm>
              <a:off x="11287420" y="563972"/>
              <a:ext cx="340387" cy="280103"/>
              <a:chOff x="3851115" y="1378980"/>
              <a:chExt cx="1088335" cy="895586"/>
            </a:xfrm>
          </p:grpSpPr>
          <p:pic>
            <p:nvPicPr>
              <p:cNvPr id="41" name="Graphic 40">
                <a:extLst>
                  <a:ext uri="{FF2B5EF4-FFF2-40B4-BE49-F238E27FC236}">
                    <a16:creationId xmlns:a16="http://schemas.microsoft.com/office/drawing/2014/main" id="{FD632D81-40B4-6814-68D0-6E2F6FF44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851115" y="1378980"/>
                <a:ext cx="1078699" cy="895586"/>
              </a:xfrm>
              <a:prstGeom prst="rect">
                <a:avLst/>
              </a:prstGeom>
            </p:spPr>
          </p:pic>
          <p:pic>
            <p:nvPicPr>
              <p:cNvPr id="42" name="Graphic 41">
                <a:extLst>
                  <a:ext uri="{FF2B5EF4-FFF2-40B4-BE49-F238E27FC236}">
                    <a16:creationId xmlns:a16="http://schemas.microsoft.com/office/drawing/2014/main" id="{77EB1B15-934F-CB49-E99F-6E5302934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860752" y="1378980"/>
                <a:ext cx="1078698" cy="895586"/>
              </a:xfrm>
              <a:custGeom>
                <a:avLst/>
                <a:gdLst>
                  <a:gd name="connsiteX0" fmla="*/ 543464 w 1078699"/>
                  <a:gd name="connsiteY0" fmla="*/ 0 h 895586"/>
                  <a:gd name="connsiteX1" fmla="*/ 1078699 w 1078699"/>
                  <a:gd name="connsiteY1" fmla="*/ 0 h 895586"/>
                  <a:gd name="connsiteX2" fmla="*/ 1078699 w 1078699"/>
                  <a:gd name="connsiteY2" fmla="*/ 895586 h 895586"/>
                  <a:gd name="connsiteX3" fmla="*/ 543464 w 1078699"/>
                  <a:gd name="connsiteY3" fmla="*/ 895586 h 895586"/>
                  <a:gd name="connsiteX4" fmla="*/ 0 w 1078699"/>
                  <a:gd name="connsiteY4" fmla="*/ 0 h 895586"/>
                  <a:gd name="connsiteX5" fmla="*/ 2103 w 1078699"/>
                  <a:gd name="connsiteY5" fmla="*/ 0 h 895586"/>
                  <a:gd name="connsiteX6" fmla="*/ 2103 w 1078699"/>
                  <a:gd name="connsiteY6" fmla="*/ 895586 h 895586"/>
                  <a:gd name="connsiteX7" fmla="*/ 0 w 1078699"/>
                  <a:gd name="connsiteY7" fmla="*/ 895586 h 8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8699" h="895586">
                    <a:moveTo>
                      <a:pt x="543464" y="0"/>
                    </a:moveTo>
                    <a:lnTo>
                      <a:pt x="1078699" y="0"/>
                    </a:lnTo>
                    <a:lnTo>
                      <a:pt x="1078699" y="895586"/>
                    </a:lnTo>
                    <a:lnTo>
                      <a:pt x="543464" y="895586"/>
                    </a:lnTo>
                    <a:close/>
                    <a:moveTo>
                      <a:pt x="0" y="0"/>
                    </a:moveTo>
                    <a:lnTo>
                      <a:pt x="2103" y="0"/>
                    </a:lnTo>
                    <a:lnTo>
                      <a:pt x="2103" y="895586"/>
                    </a:lnTo>
                    <a:lnTo>
                      <a:pt x="0" y="895586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4510D41-2365-D800-A384-0C81F7CC82B5}"/>
              </a:ext>
            </a:extLst>
          </p:cNvPr>
          <p:cNvSpPr txBox="1"/>
          <p:nvPr/>
        </p:nvSpPr>
        <p:spPr>
          <a:xfrm>
            <a:off x="5517216" y="1318451"/>
            <a:ext cx="526648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Body copy for strategic questions,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</a:rPr>
              <a:t>bold important words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Suspendisse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aliquam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vel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malesuada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dictum, mi mi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ultricies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quis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?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 Light" panose="020B04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1C2CB9-0CDF-44EB-3876-D6E27AD462E1}"/>
              </a:ext>
            </a:extLst>
          </p:cNvPr>
          <p:cNvSpPr txBox="1"/>
          <p:nvPr/>
        </p:nvSpPr>
        <p:spPr>
          <a:xfrm>
            <a:off x="5517215" y="2822532"/>
            <a:ext cx="526648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Body copy for strategic questions,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</a:rPr>
              <a:t>bold important words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Suspendisse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aliquam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vel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malesuada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dictum, mi mi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ultricies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quis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?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 Light" panose="020B04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B3BC34-63FE-D18F-28E2-CD2D038C39D2}"/>
              </a:ext>
            </a:extLst>
          </p:cNvPr>
          <p:cNvSpPr txBox="1"/>
          <p:nvPr/>
        </p:nvSpPr>
        <p:spPr>
          <a:xfrm>
            <a:off x="5517215" y="4410249"/>
            <a:ext cx="526648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Body copy for strategic questions,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</a:rPr>
              <a:t>bold important words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Suspendisse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aliquam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vel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malesuada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dictum, mi mi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ultricies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augue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quis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</a:rPr>
              <a:t>?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 Light" panose="020B04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5170BF-EAA1-69E8-F971-199F86D5ABF8}"/>
              </a:ext>
            </a:extLst>
          </p:cNvPr>
          <p:cNvSpPr txBox="1"/>
          <p:nvPr/>
        </p:nvSpPr>
        <p:spPr>
          <a:xfrm>
            <a:off x="4333220" y="1370344"/>
            <a:ext cx="896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A4B8C"/>
                </a:solidFill>
                <a:latin typeface="CVS Health Sans Medium" panose="020B0504020202020204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AB7543-19FD-6C40-E55C-5B1D1280EE1E}"/>
              </a:ext>
            </a:extLst>
          </p:cNvPr>
          <p:cNvSpPr txBox="1"/>
          <p:nvPr/>
        </p:nvSpPr>
        <p:spPr>
          <a:xfrm>
            <a:off x="4333220" y="2892339"/>
            <a:ext cx="909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A4B8C"/>
                </a:solidFill>
                <a:latin typeface="CVS Health Sans Medium" panose="020B0504020202020204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0106AB-E9BB-1F3E-A340-5BDE73735722}"/>
              </a:ext>
            </a:extLst>
          </p:cNvPr>
          <p:cNvSpPr txBox="1"/>
          <p:nvPr/>
        </p:nvSpPr>
        <p:spPr>
          <a:xfrm>
            <a:off x="4333224" y="4482256"/>
            <a:ext cx="934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A4B8C"/>
                </a:solidFill>
                <a:latin typeface="CVS Health Sans Medium" panose="020B0504020202020204" pitchFamily="34" charset="0"/>
              </a:rPr>
              <a:t>3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2076BD-38CB-F3F8-473B-26B9B7E596B2}"/>
              </a:ext>
            </a:extLst>
          </p:cNvPr>
          <p:cNvCxnSpPr/>
          <p:nvPr/>
        </p:nvCxnSpPr>
        <p:spPr>
          <a:xfrm>
            <a:off x="5216274" y="1288005"/>
            <a:ext cx="0" cy="838548"/>
          </a:xfrm>
          <a:prstGeom prst="line">
            <a:avLst/>
          </a:prstGeom>
          <a:solidFill>
            <a:srgbClr val="0A4B8C">
              <a:alpha val="39007"/>
            </a:srgbClr>
          </a:solidFill>
          <a:ln w="25400" cap="flat">
            <a:solidFill>
              <a:srgbClr val="DAF2FD"/>
            </a:solidFill>
            <a:prstDash val="solid"/>
            <a:miter/>
          </a:ln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2691B8-0E84-A0D7-DFA5-DF0E0E45FD80}"/>
              </a:ext>
            </a:extLst>
          </p:cNvPr>
          <p:cNvCxnSpPr/>
          <p:nvPr/>
        </p:nvCxnSpPr>
        <p:spPr>
          <a:xfrm>
            <a:off x="5216274" y="2793164"/>
            <a:ext cx="0" cy="838548"/>
          </a:xfrm>
          <a:prstGeom prst="line">
            <a:avLst/>
          </a:prstGeom>
          <a:solidFill>
            <a:srgbClr val="0A4B8C">
              <a:alpha val="39007"/>
            </a:srgbClr>
          </a:solidFill>
          <a:ln w="25400" cap="flat">
            <a:solidFill>
              <a:srgbClr val="DAF2FD"/>
            </a:solidFill>
            <a:prstDash val="solid"/>
            <a:miter/>
          </a:ln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F7487D-3CB9-5F86-4F4A-239565EC0E2F}"/>
              </a:ext>
            </a:extLst>
          </p:cNvPr>
          <p:cNvCxnSpPr/>
          <p:nvPr/>
        </p:nvCxnSpPr>
        <p:spPr>
          <a:xfrm>
            <a:off x="5241352" y="4371506"/>
            <a:ext cx="0" cy="838548"/>
          </a:xfrm>
          <a:prstGeom prst="line">
            <a:avLst/>
          </a:prstGeom>
          <a:solidFill>
            <a:srgbClr val="0A4B8C">
              <a:alpha val="39007"/>
            </a:srgbClr>
          </a:solidFill>
          <a:ln w="25400" cap="flat">
            <a:solidFill>
              <a:srgbClr val="DAF2FD"/>
            </a:solidFill>
            <a:prstDash val="solid"/>
            <a:miter/>
          </a:ln>
        </p:spPr>
      </p:cxnSp>
      <p:sp>
        <p:nvSpPr>
          <p:cNvPr id="55" name="Title 54">
            <a:extLst>
              <a:ext uri="{FF2B5EF4-FFF2-40B4-BE49-F238E27FC236}">
                <a16:creationId xmlns:a16="http://schemas.microsoft.com/office/drawing/2014/main" id="{78092AED-1A71-AC8C-1699-45242317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07" y="3189669"/>
            <a:ext cx="2727601" cy="713232"/>
          </a:xfrm>
        </p:spPr>
        <p:txBody>
          <a:bodyPr/>
          <a:lstStyle/>
          <a:p>
            <a:r>
              <a:rPr lang="en-US" dirty="0"/>
              <a:t>Three point slide </a:t>
            </a:r>
            <a:br>
              <a:rPr lang="en-US" dirty="0"/>
            </a:br>
            <a:r>
              <a:rPr lang="en-US" dirty="0"/>
              <a:t>title here can use icon as well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8826831-5E2A-E15F-5FEC-8B8290184BA3}"/>
              </a:ext>
            </a:extLst>
          </p:cNvPr>
          <p:cNvSpPr/>
          <p:nvPr/>
        </p:nvSpPr>
        <p:spPr bwMode="gray">
          <a:xfrm>
            <a:off x="901521" y="2258241"/>
            <a:ext cx="635864" cy="635864"/>
          </a:xfrm>
          <a:prstGeom prst="ellipse">
            <a:avLst/>
          </a:prstGeom>
          <a:solidFill>
            <a:srgbClr val="77D7E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59" name="Graphic 108" descr="Growth chart icon.">
            <a:extLst>
              <a:ext uri="{FF2B5EF4-FFF2-40B4-BE49-F238E27FC236}">
                <a16:creationId xmlns:a16="http://schemas.microsoft.com/office/drawing/2014/main" id="{960A5931-191A-27D3-3597-6389E573CE42}"/>
              </a:ext>
            </a:extLst>
          </p:cNvPr>
          <p:cNvSpPr>
            <a:spLocks noChangeAspect="1"/>
          </p:cNvSpPr>
          <p:nvPr/>
        </p:nvSpPr>
        <p:spPr>
          <a:xfrm>
            <a:off x="1060200" y="2391727"/>
            <a:ext cx="345400" cy="345400"/>
          </a:xfrm>
          <a:custGeom>
            <a:avLst/>
            <a:gdLst>
              <a:gd name="connsiteX0" fmla="*/ 343889 w 420308"/>
              <a:gd name="connsiteY0" fmla="*/ 191049 h 420308"/>
              <a:gd name="connsiteX1" fmla="*/ 324784 w 420308"/>
              <a:gd name="connsiteY1" fmla="*/ 191049 h 420308"/>
              <a:gd name="connsiteX2" fmla="*/ 324784 w 420308"/>
              <a:gd name="connsiteY2" fmla="*/ 401203 h 420308"/>
              <a:gd name="connsiteX3" fmla="*/ 229259 w 420308"/>
              <a:gd name="connsiteY3" fmla="*/ 401203 h 420308"/>
              <a:gd name="connsiteX4" fmla="*/ 229259 w 420308"/>
              <a:gd name="connsiteY4" fmla="*/ 286574 h 420308"/>
              <a:gd name="connsiteX5" fmla="*/ 210154 w 420308"/>
              <a:gd name="connsiteY5" fmla="*/ 286574 h 420308"/>
              <a:gd name="connsiteX6" fmla="*/ 210154 w 420308"/>
              <a:gd name="connsiteY6" fmla="*/ 401203 h 420308"/>
              <a:gd name="connsiteX7" fmla="*/ 114630 w 420308"/>
              <a:gd name="connsiteY7" fmla="*/ 401203 h 420308"/>
              <a:gd name="connsiteX8" fmla="*/ 114630 w 420308"/>
              <a:gd name="connsiteY8" fmla="*/ 343889 h 420308"/>
              <a:gd name="connsiteX9" fmla="*/ 95525 w 420308"/>
              <a:gd name="connsiteY9" fmla="*/ 343889 h 420308"/>
              <a:gd name="connsiteX10" fmla="*/ 95525 w 420308"/>
              <a:gd name="connsiteY10" fmla="*/ 401203 h 420308"/>
              <a:gd name="connsiteX11" fmla="*/ 19105 w 420308"/>
              <a:gd name="connsiteY11" fmla="*/ 401203 h 420308"/>
              <a:gd name="connsiteX12" fmla="*/ 19105 w 420308"/>
              <a:gd name="connsiteY12" fmla="*/ 38210 h 420308"/>
              <a:gd name="connsiteX13" fmla="*/ 0 w 420308"/>
              <a:gd name="connsiteY13" fmla="*/ 38210 h 420308"/>
              <a:gd name="connsiteX14" fmla="*/ 0 w 420308"/>
              <a:gd name="connsiteY14" fmla="*/ 401203 h 420308"/>
              <a:gd name="connsiteX15" fmla="*/ 19105 w 420308"/>
              <a:gd name="connsiteY15" fmla="*/ 420308 h 420308"/>
              <a:gd name="connsiteX16" fmla="*/ 420308 w 420308"/>
              <a:gd name="connsiteY16" fmla="*/ 420308 h 420308"/>
              <a:gd name="connsiteX17" fmla="*/ 420308 w 420308"/>
              <a:gd name="connsiteY17" fmla="*/ 401203 h 420308"/>
              <a:gd name="connsiteX18" fmla="*/ 343889 w 420308"/>
              <a:gd name="connsiteY18" fmla="*/ 401203 h 420308"/>
              <a:gd name="connsiteX19" fmla="*/ 343889 w 420308"/>
              <a:gd name="connsiteY19" fmla="*/ 191049 h 420308"/>
              <a:gd name="connsiteX20" fmla="*/ 401203 w 420308"/>
              <a:gd name="connsiteY20" fmla="*/ 0 h 420308"/>
              <a:gd name="connsiteX21" fmla="*/ 324784 w 420308"/>
              <a:gd name="connsiteY21" fmla="*/ 0 h 420308"/>
              <a:gd name="connsiteX22" fmla="*/ 324784 w 420308"/>
              <a:gd name="connsiteY22" fmla="*/ 19105 h 420308"/>
              <a:gd name="connsiteX23" fmla="*/ 387830 w 420308"/>
              <a:gd name="connsiteY23" fmla="*/ 19105 h 420308"/>
              <a:gd name="connsiteX24" fmla="*/ 267469 w 420308"/>
              <a:gd name="connsiteY24" fmla="*/ 139466 h 420308"/>
              <a:gd name="connsiteX25" fmla="*/ 233080 w 420308"/>
              <a:gd name="connsiteY25" fmla="*/ 105077 h 420308"/>
              <a:gd name="connsiteX26" fmla="*/ 206333 w 420308"/>
              <a:gd name="connsiteY26" fmla="*/ 105077 h 420308"/>
              <a:gd name="connsiteX27" fmla="*/ 206333 w 420308"/>
              <a:gd name="connsiteY27" fmla="*/ 105077 h 420308"/>
              <a:gd name="connsiteX28" fmla="*/ 32478 w 420308"/>
              <a:gd name="connsiteY28" fmla="*/ 278932 h 420308"/>
              <a:gd name="connsiteX29" fmla="*/ 45852 w 420308"/>
              <a:gd name="connsiteY29" fmla="*/ 292305 h 420308"/>
              <a:gd name="connsiteX30" fmla="*/ 219707 w 420308"/>
              <a:gd name="connsiteY30" fmla="*/ 118450 h 420308"/>
              <a:gd name="connsiteX31" fmla="*/ 254095 w 420308"/>
              <a:gd name="connsiteY31" fmla="*/ 152839 h 420308"/>
              <a:gd name="connsiteX32" fmla="*/ 280842 w 420308"/>
              <a:gd name="connsiteY32" fmla="*/ 152839 h 420308"/>
              <a:gd name="connsiteX33" fmla="*/ 280842 w 420308"/>
              <a:gd name="connsiteY33" fmla="*/ 152839 h 420308"/>
              <a:gd name="connsiteX34" fmla="*/ 401203 w 420308"/>
              <a:gd name="connsiteY34" fmla="*/ 32478 h 420308"/>
              <a:gd name="connsiteX35" fmla="*/ 401203 w 420308"/>
              <a:gd name="connsiteY35" fmla="*/ 95525 h 420308"/>
              <a:gd name="connsiteX36" fmla="*/ 420308 w 420308"/>
              <a:gd name="connsiteY36" fmla="*/ 95525 h 420308"/>
              <a:gd name="connsiteX37" fmla="*/ 420308 w 420308"/>
              <a:gd name="connsiteY37" fmla="*/ 19105 h 420308"/>
              <a:gd name="connsiteX38" fmla="*/ 401203 w 420308"/>
              <a:gd name="connsiteY38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20308" h="420308">
                <a:moveTo>
                  <a:pt x="343889" y="191049"/>
                </a:moveTo>
                <a:lnTo>
                  <a:pt x="324784" y="191049"/>
                </a:lnTo>
                <a:lnTo>
                  <a:pt x="324784" y="401203"/>
                </a:lnTo>
                <a:lnTo>
                  <a:pt x="229259" y="401203"/>
                </a:lnTo>
                <a:lnTo>
                  <a:pt x="229259" y="286574"/>
                </a:lnTo>
                <a:lnTo>
                  <a:pt x="210154" y="286574"/>
                </a:lnTo>
                <a:lnTo>
                  <a:pt x="210154" y="401203"/>
                </a:lnTo>
                <a:lnTo>
                  <a:pt x="114630" y="401203"/>
                </a:lnTo>
                <a:lnTo>
                  <a:pt x="114630" y="343889"/>
                </a:lnTo>
                <a:lnTo>
                  <a:pt x="95525" y="343889"/>
                </a:lnTo>
                <a:lnTo>
                  <a:pt x="95525" y="401203"/>
                </a:lnTo>
                <a:lnTo>
                  <a:pt x="19105" y="401203"/>
                </a:lnTo>
                <a:lnTo>
                  <a:pt x="19105" y="38210"/>
                </a:lnTo>
                <a:lnTo>
                  <a:pt x="0" y="38210"/>
                </a:ln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20308" y="420308"/>
                </a:lnTo>
                <a:lnTo>
                  <a:pt x="420308" y="401203"/>
                </a:lnTo>
                <a:lnTo>
                  <a:pt x="343889" y="401203"/>
                </a:lnTo>
                <a:lnTo>
                  <a:pt x="343889" y="191049"/>
                </a:lnTo>
                <a:close/>
                <a:moveTo>
                  <a:pt x="401203" y="0"/>
                </a:moveTo>
                <a:lnTo>
                  <a:pt x="324784" y="0"/>
                </a:lnTo>
                <a:lnTo>
                  <a:pt x="324784" y="19105"/>
                </a:lnTo>
                <a:lnTo>
                  <a:pt x="387830" y="19105"/>
                </a:lnTo>
                <a:lnTo>
                  <a:pt x="267469" y="139466"/>
                </a:lnTo>
                <a:lnTo>
                  <a:pt x="233080" y="105077"/>
                </a:lnTo>
                <a:cubicBezTo>
                  <a:pt x="225438" y="97435"/>
                  <a:pt x="213975" y="97435"/>
                  <a:pt x="206333" y="105077"/>
                </a:cubicBezTo>
                <a:cubicBezTo>
                  <a:pt x="206333" y="105077"/>
                  <a:pt x="206333" y="105077"/>
                  <a:pt x="206333" y="105077"/>
                </a:cubicBezTo>
                <a:lnTo>
                  <a:pt x="32478" y="278932"/>
                </a:lnTo>
                <a:lnTo>
                  <a:pt x="45852" y="292305"/>
                </a:lnTo>
                <a:lnTo>
                  <a:pt x="219707" y="118450"/>
                </a:lnTo>
                <a:lnTo>
                  <a:pt x="254095" y="152839"/>
                </a:lnTo>
                <a:cubicBezTo>
                  <a:pt x="261737" y="160481"/>
                  <a:pt x="273200" y="160481"/>
                  <a:pt x="280842" y="152839"/>
                </a:cubicBezTo>
                <a:cubicBezTo>
                  <a:pt x="280842" y="152839"/>
                  <a:pt x="280842" y="152839"/>
                  <a:pt x="280842" y="152839"/>
                </a:cubicBezTo>
                <a:lnTo>
                  <a:pt x="401203" y="32478"/>
                </a:lnTo>
                <a:lnTo>
                  <a:pt x="401203" y="95525"/>
                </a:lnTo>
                <a:lnTo>
                  <a:pt x="420308" y="95525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05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9F78-CBD5-BBD4-13D6-3B06C91E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F676BA-CECF-1F2E-B85A-769CE614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99" y="871053"/>
            <a:ext cx="8470664" cy="448644"/>
          </a:xfrm>
        </p:spPr>
        <p:txBody>
          <a:bodyPr anchor="t"/>
          <a:lstStyle/>
          <a:p>
            <a:r>
              <a:rPr lang="en-US" dirty="0"/>
              <a:t>Content slide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930F47B-8D94-CF39-212E-A3F82F1DFC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3899" y="1393516"/>
            <a:ext cx="8470900" cy="958850"/>
          </a:xfrm>
        </p:spPr>
        <p:txBody>
          <a:bodyPr/>
          <a:lstStyle/>
          <a:p>
            <a:r>
              <a:rPr lang="en-US" dirty="0"/>
              <a:t>Key message overview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6B11-57E5-3F75-6806-761CA829A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4595" y="2609385"/>
            <a:ext cx="2505456" cy="3153240"/>
          </a:xfrm>
          <a:prstGeom prst="roundRect">
            <a:avLst>
              <a:gd name="adj" fmla="val 5665"/>
            </a:avLst>
          </a:prstGeom>
          <a:ln>
            <a:noFill/>
          </a:ln>
          <a:effectLst/>
        </p:spPr>
        <p:txBody>
          <a:bodyPr/>
          <a:lstStyle/>
          <a:p>
            <a:pPr lvl="0"/>
            <a:r>
              <a:rPr lang="en-US" b="1" noProof="0" dirty="0">
                <a:solidFill>
                  <a:srgbClr val="0A4B8C"/>
                </a:solidFill>
              </a:rPr>
              <a:t>Key message</a:t>
            </a:r>
          </a:p>
          <a:p>
            <a:pPr lvl="0"/>
            <a:r>
              <a:rPr lang="en-US" dirty="0">
                <a:latin typeface="+mn-lt"/>
              </a:rPr>
              <a:t>What are your key messages for the board meeting today.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992DB59-5FA8-6835-C6E8-80DE7FA30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2629" y="2609385"/>
            <a:ext cx="2505456" cy="3153240"/>
          </a:xfrm>
          <a:ln>
            <a:noFill/>
          </a:ln>
          <a:effectLst/>
        </p:spPr>
        <p:txBody>
          <a:bodyPr/>
          <a:lstStyle/>
          <a:p>
            <a:pPr lvl="0"/>
            <a:r>
              <a:rPr lang="en-US" b="1" noProof="0" dirty="0">
                <a:solidFill>
                  <a:srgbClr val="0A4B8C"/>
                </a:solidFill>
              </a:rPr>
              <a:t>Key message</a:t>
            </a:r>
          </a:p>
          <a:p>
            <a:pPr lvl="0"/>
            <a:r>
              <a:rPr lang="en-US" noProof="0" dirty="0">
                <a:latin typeface="+mn-lt"/>
              </a:rPr>
              <a:t>What are your key messages for the board meeting today. 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4B8DAFB-54D7-A2A4-A6D8-A17368D6125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180663" y="2609385"/>
            <a:ext cx="2505456" cy="3153240"/>
          </a:xfrm>
          <a:prstGeom prst="roundRect">
            <a:avLst>
              <a:gd name="adj" fmla="val 6514"/>
            </a:avLst>
          </a:prstGeom>
          <a:ln>
            <a:noFill/>
          </a:ln>
          <a:effectLst/>
        </p:spPr>
        <p:txBody>
          <a:bodyPr/>
          <a:lstStyle/>
          <a:p>
            <a:pPr lvl="0"/>
            <a:r>
              <a:rPr lang="en-US" b="1" noProof="0" dirty="0">
                <a:solidFill>
                  <a:srgbClr val="0A4B8C"/>
                </a:solidFill>
              </a:rPr>
              <a:t>Key message</a:t>
            </a:r>
          </a:p>
          <a:p>
            <a:pPr lvl="0"/>
            <a:r>
              <a:rPr lang="en-US" noProof="0" dirty="0">
                <a:latin typeface="+mn-lt"/>
              </a:rPr>
              <a:t>What are your key messages for the board meeting today. 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9FFE3C7-F10B-5C9C-2F18-B52485FAD081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848697" y="2609385"/>
            <a:ext cx="2505456" cy="3153240"/>
          </a:xfrm>
          <a:prstGeom prst="roundRect">
            <a:avLst>
              <a:gd name="adj" fmla="val 5622"/>
            </a:avLst>
          </a:prstGeom>
          <a:ln>
            <a:noFill/>
          </a:ln>
          <a:effectLst/>
        </p:spPr>
        <p:txBody>
          <a:bodyPr/>
          <a:lstStyle/>
          <a:p>
            <a:pPr lvl="0"/>
            <a:r>
              <a:rPr lang="en-US" b="1" noProof="0" dirty="0">
                <a:solidFill>
                  <a:srgbClr val="0A4B8C"/>
                </a:solidFill>
              </a:rPr>
              <a:t>Key message</a:t>
            </a:r>
          </a:p>
          <a:p>
            <a:pPr lvl="0"/>
            <a:r>
              <a:rPr lang="en-US" noProof="0" dirty="0">
                <a:latin typeface="+mn-lt"/>
              </a:rPr>
              <a:t>What are your key messages for the board meeting today.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BE21DE-6D45-035C-5813-8D594D85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3899" y="2065918"/>
            <a:ext cx="467500" cy="467500"/>
          </a:xfrm>
          <a:prstGeom prst="ellipse">
            <a:avLst/>
          </a:prstGeom>
          <a:solidFill>
            <a:srgbClr val="C9EF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BA48A1-6EA7-9AD8-1C86-9FE1E5523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616139" y="2065918"/>
            <a:ext cx="467500" cy="467500"/>
          </a:xfrm>
          <a:prstGeom prst="ellipse">
            <a:avLst/>
          </a:prstGeom>
          <a:solidFill>
            <a:srgbClr val="C9EF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5F921C-D683-F007-F992-3BBD5E0EB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98379" y="2065918"/>
            <a:ext cx="467500" cy="467500"/>
          </a:xfrm>
          <a:prstGeom prst="ellipse">
            <a:avLst/>
          </a:prstGeom>
          <a:solidFill>
            <a:srgbClr val="C9EF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B06B9B-6748-D63E-E234-04984617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980619" y="2065918"/>
            <a:ext cx="467500" cy="467500"/>
          </a:xfrm>
          <a:prstGeom prst="ellipse">
            <a:avLst/>
          </a:prstGeom>
          <a:solidFill>
            <a:srgbClr val="C9EFF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7" name="Graphic 115" descr="Line chart icon.">
            <a:extLst>
              <a:ext uri="{FF2B5EF4-FFF2-40B4-BE49-F238E27FC236}">
                <a16:creationId xmlns:a16="http://schemas.microsoft.com/office/drawing/2014/main" id="{3329905A-958F-953B-77CD-8D7C064EE2CF}"/>
              </a:ext>
            </a:extLst>
          </p:cNvPr>
          <p:cNvSpPr>
            <a:spLocks noChangeAspect="1"/>
          </p:cNvSpPr>
          <p:nvPr/>
        </p:nvSpPr>
        <p:spPr>
          <a:xfrm>
            <a:off x="1041031" y="2170055"/>
            <a:ext cx="273556" cy="247562"/>
          </a:xfrm>
          <a:custGeom>
            <a:avLst/>
            <a:gdLst>
              <a:gd name="connsiteX0" fmla="*/ 311410 w 422218"/>
              <a:gd name="connsiteY0" fmla="*/ 212065 h 382098"/>
              <a:gd name="connsiteX1" fmla="*/ 296126 w 422218"/>
              <a:gd name="connsiteY1" fmla="*/ 212065 h 382098"/>
              <a:gd name="connsiteX2" fmla="*/ 150929 w 422218"/>
              <a:gd name="connsiteY2" fmla="*/ 277021 h 382098"/>
              <a:gd name="connsiteX3" fmla="*/ 19105 w 422218"/>
              <a:gd name="connsiteY3" fmla="*/ 223528 h 382098"/>
              <a:gd name="connsiteX4" fmla="*/ 19105 w 422218"/>
              <a:gd name="connsiteY4" fmla="*/ 179586 h 382098"/>
              <a:gd name="connsiteX5" fmla="*/ 150929 w 422218"/>
              <a:gd name="connsiteY5" fmla="*/ 154750 h 382098"/>
              <a:gd name="connsiteX6" fmla="*/ 240722 w 422218"/>
              <a:gd name="connsiteY6" fmla="*/ 170034 h 382098"/>
              <a:gd name="connsiteX7" fmla="*/ 257916 w 422218"/>
              <a:gd name="connsiteY7" fmla="*/ 164302 h 382098"/>
              <a:gd name="connsiteX8" fmla="*/ 305679 w 422218"/>
              <a:gd name="connsiteY8" fmla="*/ 118450 h 382098"/>
              <a:gd name="connsiteX9" fmla="*/ 370635 w 422218"/>
              <a:gd name="connsiteY9" fmla="*/ 154750 h 382098"/>
              <a:gd name="connsiteX10" fmla="*/ 391651 w 422218"/>
              <a:gd name="connsiteY10" fmla="*/ 152839 h 382098"/>
              <a:gd name="connsiteX11" fmla="*/ 422219 w 422218"/>
              <a:gd name="connsiteY11" fmla="*/ 133734 h 382098"/>
              <a:gd name="connsiteX12" fmla="*/ 410756 w 422218"/>
              <a:gd name="connsiteY12" fmla="*/ 118450 h 382098"/>
              <a:gd name="connsiteX13" fmla="*/ 380188 w 422218"/>
              <a:gd name="connsiteY13" fmla="*/ 139466 h 382098"/>
              <a:gd name="connsiteX14" fmla="*/ 315231 w 422218"/>
              <a:gd name="connsiteY14" fmla="*/ 103167 h 382098"/>
              <a:gd name="connsiteX15" fmla="*/ 292305 w 422218"/>
              <a:gd name="connsiteY15" fmla="*/ 105077 h 382098"/>
              <a:gd name="connsiteX16" fmla="*/ 244543 w 422218"/>
              <a:gd name="connsiteY16" fmla="*/ 150929 h 382098"/>
              <a:gd name="connsiteX17" fmla="*/ 154750 w 422218"/>
              <a:gd name="connsiteY17" fmla="*/ 135645 h 382098"/>
              <a:gd name="connsiteX18" fmla="*/ 147108 w 422218"/>
              <a:gd name="connsiteY18" fmla="*/ 135645 h 382098"/>
              <a:gd name="connsiteX19" fmla="*/ 19105 w 422218"/>
              <a:gd name="connsiteY19" fmla="*/ 160481 h 382098"/>
              <a:gd name="connsiteX20" fmla="*/ 19105 w 422218"/>
              <a:gd name="connsiteY20" fmla="*/ 0 h 382098"/>
              <a:gd name="connsiteX21" fmla="*/ 0 w 422218"/>
              <a:gd name="connsiteY21" fmla="*/ 0 h 382098"/>
              <a:gd name="connsiteX22" fmla="*/ 0 w 422218"/>
              <a:gd name="connsiteY22" fmla="*/ 362993 h 382098"/>
              <a:gd name="connsiteX23" fmla="*/ 19105 w 422218"/>
              <a:gd name="connsiteY23" fmla="*/ 382098 h 382098"/>
              <a:gd name="connsiteX24" fmla="*/ 420308 w 422218"/>
              <a:gd name="connsiteY24" fmla="*/ 382098 h 382098"/>
              <a:gd name="connsiteX25" fmla="*/ 420308 w 422218"/>
              <a:gd name="connsiteY25" fmla="*/ 362993 h 382098"/>
              <a:gd name="connsiteX26" fmla="*/ 19105 w 422218"/>
              <a:gd name="connsiteY26" fmla="*/ 362993 h 382098"/>
              <a:gd name="connsiteX27" fmla="*/ 19105 w 422218"/>
              <a:gd name="connsiteY27" fmla="*/ 244543 h 382098"/>
              <a:gd name="connsiteX28" fmla="*/ 143287 w 422218"/>
              <a:gd name="connsiteY28" fmla="*/ 294216 h 382098"/>
              <a:gd name="connsiteX29" fmla="*/ 150929 w 422218"/>
              <a:gd name="connsiteY29" fmla="*/ 296126 h 382098"/>
              <a:gd name="connsiteX30" fmla="*/ 158571 w 422218"/>
              <a:gd name="connsiteY30" fmla="*/ 294216 h 382098"/>
              <a:gd name="connsiteX31" fmla="*/ 303768 w 422218"/>
              <a:gd name="connsiteY31" fmla="*/ 231170 h 382098"/>
              <a:gd name="connsiteX32" fmla="*/ 376367 w 422218"/>
              <a:gd name="connsiteY32" fmla="*/ 257916 h 382098"/>
              <a:gd name="connsiteX33" fmla="*/ 382098 w 422218"/>
              <a:gd name="connsiteY33" fmla="*/ 259827 h 382098"/>
              <a:gd name="connsiteX34" fmla="*/ 420308 w 422218"/>
              <a:gd name="connsiteY34" fmla="*/ 259827 h 382098"/>
              <a:gd name="connsiteX35" fmla="*/ 420308 w 422218"/>
              <a:gd name="connsiteY35" fmla="*/ 240722 h 382098"/>
              <a:gd name="connsiteX36" fmla="*/ 384009 w 422218"/>
              <a:gd name="connsiteY36" fmla="*/ 240722 h 382098"/>
              <a:gd name="connsiteX37" fmla="*/ 311410 w 422218"/>
              <a:gd name="connsiteY37" fmla="*/ 212065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22218" h="382098">
                <a:moveTo>
                  <a:pt x="311410" y="212065"/>
                </a:moveTo>
                <a:cubicBezTo>
                  <a:pt x="307589" y="210154"/>
                  <a:pt x="301858" y="210154"/>
                  <a:pt x="296126" y="212065"/>
                </a:cubicBezTo>
                <a:lnTo>
                  <a:pt x="150929" y="277021"/>
                </a:lnTo>
                <a:lnTo>
                  <a:pt x="19105" y="223528"/>
                </a:lnTo>
                <a:lnTo>
                  <a:pt x="19105" y="179586"/>
                </a:lnTo>
                <a:lnTo>
                  <a:pt x="150929" y="154750"/>
                </a:lnTo>
                <a:lnTo>
                  <a:pt x="240722" y="170034"/>
                </a:lnTo>
                <a:cubicBezTo>
                  <a:pt x="246453" y="171944"/>
                  <a:pt x="252185" y="170034"/>
                  <a:pt x="257916" y="164302"/>
                </a:cubicBezTo>
                <a:lnTo>
                  <a:pt x="305679" y="118450"/>
                </a:lnTo>
                <a:lnTo>
                  <a:pt x="370635" y="154750"/>
                </a:lnTo>
                <a:cubicBezTo>
                  <a:pt x="376367" y="158571"/>
                  <a:pt x="385919" y="158571"/>
                  <a:pt x="391651" y="152839"/>
                </a:cubicBezTo>
                <a:lnTo>
                  <a:pt x="422219" y="133734"/>
                </a:lnTo>
                <a:lnTo>
                  <a:pt x="410756" y="118450"/>
                </a:lnTo>
                <a:lnTo>
                  <a:pt x="380188" y="139466"/>
                </a:lnTo>
                <a:lnTo>
                  <a:pt x="315231" y="103167"/>
                </a:lnTo>
                <a:cubicBezTo>
                  <a:pt x="307589" y="99346"/>
                  <a:pt x="298037" y="99346"/>
                  <a:pt x="292305" y="105077"/>
                </a:cubicBezTo>
                <a:lnTo>
                  <a:pt x="244543" y="150929"/>
                </a:lnTo>
                <a:lnTo>
                  <a:pt x="154750" y="135645"/>
                </a:lnTo>
                <a:cubicBezTo>
                  <a:pt x="152839" y="135645"/>
                  <a:pt x="150929" y="135645"/>
                  <a:pt x="147108" y="135645"/>
                </a:cubicBezTo>
                <a:lnTo>
                  <a:pt x="19105" y="160481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19105" y="362993"/>
                </a:lnTo>
                <a:lnTo>
                  <a:pt x="19105" y="244543"/>
                </a:lnTo>
                <a:lnTo>
                  <a:pt x="143287" y="294216"/>
                </a:lnTo>
                <a:cubicBezTo>
                  <a:pt x="145197" y="294216"/>
                  <a:pt x="147108" y="296126"/>
                  <a:pt x="150929" y="296126"/>
                </a:cubicBezTo>
                <a:cubicBezTo>
                  <a:pt x="152839" y="296126"/>
                  <a:pt x="156660" y="296126"/>
                  <a:pt x="158571" y="294216"/>
                </a:cubicBezTo>
                <a:lnTo>
                  <a:pt x="303768" y="231170"/>
                </a:lnTo>
                <a:lnTo>
                  <a:pt x="376367" y="257916"/>
                </a:lnTo>
                <a:cubicBezTo>
                  <a:pt x="378277" y="257916"/>
                  <a:pt x="380188" y="259827"/>
                  <a:pt x="382098" y="259827"/>
                </a:cubicBezTo>
                <a:lnTo>
                  <a:pt x="420308" y="259827"/>
                </a:lnTo>
                <a:lnTo>
                  <a:pt x="420308" y="240722"/>
                </a:lnTo>
                <a:lnTo>
                  <a:pt x="384009" y="240722"/>
                </a:lnTo>
                <a:lnTo>
                  <a:pt x="311410" y="21206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</a:endParaRPr>
          </a:p>
        </p:txBody>
      </p:sp>
      <p:sp>
        <p:nvSpPr>
          <p:cNvPr id="20" name="Graphic 108" descr="Growth chart icon.">
            <a:extLst>
              <a:ext uri="{FF2B5EF4-FFF2-40B4-BE49-F238E27FC236}">
                <a16:creationId xmlns:a16="http://schemas.microsoft.com/office/drawing/2014/main" id="{DA64344B-7D94-A947-5559-C1E9128BF92A}"/>
              </a:ext>
            </a:extLst>
          </p:cNvPr>
          <p:cNvSpPr>
            <a:spLocks noChangeAspect="1"/>
          </p:cNvSpPr>
          <p:nvPr/>
        </p:nvSpPr>
        <p:spPr>
          <a:xfrm>
            <a:off x="3716145" y="2167836"/>
            <a:ext cx="272318" cy="272319"/>
          </a:xfrm>
          <a:custGeom>
            <a:avLst/>
            <a:gdLst>
              <a:gd name="connsiteX0" fmla="*/ 343889 w 420308"/>
              <a:gd name="connsiteY0" fmla="*/ 191049 h 420308"/>
              <a:gd name="connsiteX1" fmla="*/ 324784 w 420308"/>
              <a:gd name="connsiteY1" fmla="*/ 191049 h 420308"/>
              <a:gd name="connsiteX2" fmla="*/ 324784 w 420308"/>
              <a:gd name="connsiteY2" fmla="*/ 401203 h 420308"/>
              <a:gd name="connsiteX3" fmla="*/ 229259 w 420308"/>
              <a:gd name="connsiteY3" fmla="*/ 401203 h 420308"/>
              <a:gd name="connsiteX4" fmla="*/ 229259 w 420308"/>
              <a:gd name="connsiteY4" fmla="*/ 286574 h 420308"/>
              <a:gd name="connsiteX5" fmla="*/ 210154 w 420308"/>
              <a:gd name="connsiteY5" fmla="*/ 286574 h 420308"/>
              <a:gd name="connsiteX6" fmla="*/ 210154 w 420308"/>
              <a:gd name="connsiteY6" fmla="*/ 401203 h 420308"/>
              <a:gd name="connsiteX7" fmla="*/ 114630 w 420308"/>
              <a:gd name="connsiteY7" fmla="*/ 401203 h 420308"/>
              <a:gd name="connsiteX8" fmla="*/ 114630 w 420308"/>
              <a:gd name="connsiteY8" fmla="*/ 343889 h 420308"/>
              <a:gd name="connsiteX9" fmla="*/ 95525 w 420308"/>
              <a:gd name="connsiteY9" fmla="*/ 343889 h 420308"/>
              <a:gd name="connsiteX10" fmla="*/ 95525 w 420308"/>
              <a:gd name="connsiteY10" fmla="*/ 401203 h 420308"/>
              <a:gd name="connsiteX11" fmla="*/ 19105 w 420308"/>
              <a:gd name="connsiteY11" fmla="*/ 401203 h 420308"/>
              <a:gd name="connsiteX12" fmla="*/ 19105 w 420308"/>
              <a:gd name="connsiteY12" fmla="*/ 38210 h 420308"/>
              <a:gd name="connsiteX13" fmla="*/ 0 w 420308"/>
              <a:gd name="connsiteY13" fmla="*/ 38210 h 420308"/>
              <a:gd name="connsiteX14" fmla="*/ 0 w 420308"/>
              <a:gd name="connsiteY14" fmla="*/ 401203 h 420308"/>
              <a:gd name="connsiteX15" fmla="*/ 19105 w 420308"/>
              <a:gd name="connsiteY15" fmla="*/ 420308 h 420308"/>
              <a:gd name="connsiteX16" fmla="*/ 420308 w 420308"/>
              <a:gd name="connsiteY16" fmla="*/ 420308 h 420308"/>
              <a:gd name="connsiteX17" fmla="*/ 420308 w 420308"/>
              <a:gd name="connsiteY17" fmla="*/ 401203 h 420308"/>
              <a:gd name="connsiteX18" fmla="*/ 343889 w 420308"/>
              <a:gd name="connsiteY18" fmla="*/ 401203 h 420308"/>
              <a:gd name="connsiteX19" fmla="*/ 343889 w 420308"/>
              <a:gd name="connsiteY19" fmla="*/ 191049 h 420308"/>
              <a:gd name="connsiteX20" fmla="*/ 401203 w 420308"/>
              <a:gd name="connsiteY20" fmla="*/ 0 h 420308"/>
              <a:gd name="connsiteX21" fmla="*/ 324784 w 420308"/>
              <a:gd name="connsiteY21" fmla="*/ 0 h 420308"/>
              <a:gd name="connsiteX22" fmla="*/ 324784 w 420308"/>
              <a:gd name="connsiteY22" fmla="*/ 19105 h 420308"/>
              <a:gd name="connsiteX23" fmla="*/ 387830 w 420308"/>
              <a:gd name="connsiteY23" fmla="*/ 19105 h 420308"/>
              <a:gd name="connsiteX24" fmla="*/ 267469 w 420308"/>
              <a:gd name="connsiteY24" fmla="*/ 139466 h 420308"/>
              <a:gd name="connsiteX25" fmla="*/ 233080 w 420308"/>
              <a:gd name="connsiteY25" fmla="*/ 105077 h 420308"/>
              <a:gd name="connsiteX26" fmla="*/ 206333 w 420308"/>
              <a:gd name="connsiteY26" fmla="*/ 105077 h 420308"/>
              <a:gd name="connsiteX27" fmla="*/ 206333 w 420308"/>
              <a:gd name="connsiteY27" fmla="*/ 105077 h 420308"/>
              <a:gd name="connsiteX28" fmla="*/ 32478 w 420308"/>
              <a:gd name="connsiteY28" fmla="*/ 278932 h 420308"/>
              <a:gd name="connsiteX29" fmla="*/ 45852 w 420308"/>
              <a:gd name="connsiteY29" fmla="*/ 292305 h 420308"/>
              <a:gd name="connsiteX30" fmla="*/ 219707 w 420308"/>
              <a:gd name="connsiteY30" fmla="*/ 118450 h 420308"/>
              <a:gd name="connsiteX31" fmla="*/ 254095 w 420308"/>
              <a:gd name="connsiteY31" fmla="*/ 152839 h 420308"/>
              <a:gd name="connsiteX32" fmla="*/ 280842 w 420308"/>
              <a:gd name="connsiteY32" fmla="*/ 152839 h 420308"/>
              <a:gd name="connsiteX33" fmla="*/ 280842 w 420308"/>
              <a:gd name="connsiteY33" fmla="*/ 152839 h 420308"/>
              <a:gd name="connsiteX34" fmla="*/ 401203 w 420308"/>
              <a:gd name="connsiteY34" fmla="*/ 32478 h 420308"/>
              <a:gd name="connsiteX35" fmla="*/ 401203 w 420308"/>
              <a:gd name="connsiteY35" fmla="*/ 95525 h 420308"/>
              <a:gd name="connsiteX36" fmla="*/ 420308 w 420308"/>
              <a:gd name="connsiteY36" fmla="*/ 95525 h 420308"/>
              <a:gd name="connsiteX37" fmla="*/ 420308 w 420308"/>
              <a:gd name="connsiteY37" fmla="*/ 19105 h 420308"/>
              <a:gd name="connsiteX38" fmla="*/ 401203 w 420308"/>
              <a:gd name="connsiteY38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20308" h="420308">
                <a:moveTo>
                  <a:pt x="343889" y="191049"/>
                </a:moveTo>
                <a:lnTo>
                  <a:pt x="324784" y="191049"/>
                </a:lnTo>
                <a:lnTo>
                  <a:pt x="324784" y="401203"/>
                </a:lnTo>
                <a:lnTo>
                  <a:pt x="229259" y="401203"/>
                </a:lnTo>
                <a:lnTo>
                  <a:pt x="229259" y="286574"/>
                </a:lnTo>
                <a:lnTo>
                  <a:pt x="210154" y="286574"/>
                </a:lnTo>
                <a:lnTo>
                  <a:pt x="210154" y="401203"/>
                </a:lnTo>
                <a:lnTo>
                  <a:pt x="114630" y="401203"/>
                </a:lnTo>
                <a:lnTo>
                  <a:pt x="114630" y="343889"/>
                </a:lnTo>
                <a:lnTo>
                  <a:pt x="95525" y="343889"/>
                </a:lnTo>
                <a:lnTo>
                  <a:pt x="95525" y="401203"/>
                </a:lnTo>
                <a:lnTo>
                  <a:pt x="19105" y="401203"/>
                </a:lnTo>
                <a:lnTo>
                  <a:pt x="19105" y="38210"/>
                </a:lnTo>
                <a:lnTo>
                  <a:pt x="0" y="38210"/>
                </a:ln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20308" y="420308"/>
                </a:lnTo>
                <a:lnTo>
                  <a:pt x="420308" y="401203"/>
                </a:lnTo>
                <a:lnTo>
                  <a:pt x="343889" y="401203"/>
                </a:lnTo>
                <a:lnTo>
                  <a:pt x="343889" y="191049"/>
                </a:lnTo>
                <a:close/>
                <a:moveTo>
                  <a:pt x="401203" y="0"/>
                </a:moveTo>
                <a:lnTo>
                  <a:pt x="324784" y="0"/>
                </a:lnTo>
                <a:lnTo>
                  <a:pt x="324784" y="19105"/>
                </a:lnTo>
                <a:lnTo>
                  <a:pt x="387830" y="19105"/>
                </a:lnTo>
                <a:lnTo>
                  <a:pt x="267469" y="139466"/>
                </a:lnTo>
                <a:lnTo>
                  <a:pt x="233080" y="105077"/>
                </a:lnTo>
                <a:cubicBezTo>
                  <a:pt x="225438" y="97435"/>
                  <a:pt x="213975" y="97435"/>
                  <a:pt x="206333" y="105077"/>
                </a:cubicBezTo>
                <a:cubicBezTo>
                  <a:pt x="206333" y="105077"/>
                  <a:pt x="206333" y="105077"/>
                  <a:pt x="206333" y="105077"/>
                </a:cubicBezTo>
                <a:lnTo>
                  <a:pt x="32478" y="278932"/>
                </a:lnTo>
                <a:lnTo>
                  <a:pt x="45852" y="292305"/>
                </a:lnTo>
                <a:lnTo>
                  <a:pt x="219707" y="118450"/>
                </a:lnTo>
                <a:lnTo>
                  <a:pt x="254095" y="152839"/>
                </a:lnTo>
                <a:cubicBezTo>
                  <a:pt x="261737" y="160481"/>
                  <a:pt x="273200" y="160481"/>
                  <a:pt x="280842" y="152839"/>
                </a:cubicBezTo>
                <a:cubicBezTo>
                  <a:pt x="280842" y="152839"/>
                  <a:pt x="280842" y="152839"/>
                  <a:pt x="280842" y="152839"/>
                </a:cubicBezTo>
                <a:lnTo>
                  <a:pt x="401203" y="32478"/>
                </a:lnTo>
                <a:lnTo>
                  <a:pt x="401203" y="95525"/>
                </a:lnTo>
                <a:lnTo>
                  <a:pt x="420308" y="95525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</a:endParaRPr>
          </a:p>
        </p:txBody>
      </p:sp>
      <p:sp>
        <p:nvSpPr>
          <p:cNvPr id="21" name="Graphic 99" descr="Decline chart icon.">
            <a:extLst>
              <a:ext uri="{FF2B5EF4-FFF2-40B4-BE49-F238E27FC236}">
                <a16:creationId xmlns:a16="http://schemas.microsoft.com/office/drawing/2014/main" id="{3B71E770-7DDD-8A1B-C549-6039A5742521}"/>
              </a:ext>
            </a:extLst>
          </p:cNvPr>
          <p:cNvSpPr>
            <a:spLocks noChangeAspect="1"/>
          </p:cNvSpPr>
          <p:nvPr/>
        </p:nvSpPr>
        <p:spPr>
          <a:xfrm>
            <a:off x="6395970" y="2177996"/>
            <a:ext cx="272318" cy="247562"/>
          </a:xfrm>
          <a:custGeom>
            <a:avLst/>
            <a:gdLst>
              <a:gd name="connsiteX0" fmla="*/ 229259 w 420308"/>
              <a:gd name="connsiteY0" fmla="*/ 248364 h 382098"/>
              <a:gd name="connsiteX1" fmla="*/ 248364 w 420308"/>
              <a:gd name="connsiteY1" fmla="*/ 248364 h 382098"/>
              <a:gd name="connsiteX2" fmla="*/ 248364 w 420308"/>
              <a:gd name="connsiteY2" fmla="*/ 362993 h 382098"/>
              <a:gd name="connsiteX3" fmla="*/ 229259 w 420308"/>
              <a:gd name="connsiteY3" fmla="*/ 362993 h 382098"/>
              <a:gd name="connsiteX4" fmla="*/ 229259 w 420308"/>
              <a:gd name="connsiteY4" fmla="*/ 248364 h 382098"/>
              <a:gd name="connsiteX5" fmla="*/ 114630 w 420308"/>
              <a:gd name="connsiteY5" fmla="*/ 171944 h 382098"/>
              <a:gd name="connsiteX6" fmla="*/ 133734 w 420308"/>
              <a:gd name="connsiteY6" fmla="*/ 171944 h 382098"/>
              <a:gd name="connsiteX7" fmla="*/ 133734 w 420308"/>
              <a:gd name="connsiteY7" fmla="*/ 362993 h 382098"/>
              <a:gd name="connsiteX8" fmla="*/ 114630 w 420308"/>
              <a:gd name="connsiteY8" fmla="*/ 362993 h 382098"/>
              <a:gd name="connsiteX9" fmla="*/ 114630 w 420308"/>
              <a:gd name="connsiteY9" fmla="*/ 171944 h 382098"/>
              <a:gd name="connsiteX10" fmla="*/ 19105 w 420308"/>
              <a:gd name="connsiteY10" fmla="*/ 0 h 382098"/>
              <a:gd name="connsiteX11" fmla="*/ 0 w 420308"/>
              <a:gd name="connsiteY11" fmla="*/ 0 h 382098"/>
              <a:gd name="connsiteX12" fmla="*/ 0 w 420308"/>
              <a:gd name="connsiteY12" fmla="*/ 362993 h 382098"/>
              <a:gd name="connsiteX13" fmla="*/ 19105 w 420308"/>
              <a:gd name="connsiteY13" fmla="*/ 382098 h 382098"/>
              <a:gd name="connsiteX14" fmla="*/ 420308 w 420308"/>
              <a:gd name="connsiteY14" fmla="*/ 382098 h 382098"/>
              <a:gd name="connsiteX15" fmla="*/ 420308 w 420308"/>
              <a:gd name="connsiteY15" fmla="*/ 362993 h 382098"/>
              <a:gd name="connsiteX16" fmla="*/ 19105 w 420308"/>
              <a:gd name="connsiteY16" fmla="*/ 362993 h 382098"/>
              <a:gd name="connsiteX17" fmla="*/ 19105 w 420308"/>
              <a:gd name="connsiteY17" fmla="*/ 0 h 382098"/>
              <a:gd name="connsiteX18" fmla="*/ 401203 w 420308"/>
              <a:gd name="connsiteY18" fmla="*/ 171944 h 382098"/>
              <a:gd name="connsiteX19" fmla="*/ 401203 w 420308"/>
              <a:gd name="connsiteY19" fmla="*/ 234990 h 382098"/>
              <a:gd name="connsiteX20" fmla="*/ 204423 w 420308"/>
              <a:gd name="connsiteY20" fmla="*/ 38210 h 382098"/>
              <a:gd name="connsiteX21" fmla="*/ 177676 w 420308"/>
              <a:gd name="connsiteY21" fmla="*/ 38210 h 382098"/>
              <a:gd name="connsiteX22" fmla="*/ 177676 w 420308"/>
              <a:gd name="connsiteY22" fmla="*/ 38210 h 382098"/>
              <a:gd name="connsiteX23" fmla="*/ 124182 w 420308"/>
              <a:gd name="connsiteY23" fmla="*/ 91704 h 382098"/>
              <a:gd name="connsiteX24" fmla="*/ 43941 w 420308"/>
              <a:gd name="connsiteY24" fmla="*/ 11463 h 382098"/>
              <a:gd name="connsiteX25" fmla="*/ 30568 w 420308"/>
              <a:gd name="connsiteY25" fmla="*/ 26747 h 382098"/>
              <a:gd name="connsiteX26" fmla="*/ 108898 w 420308"/>
              <a:gd name="connsiteY26" fmla="*/ 105077 h 382098"/>
              <a:gd name="connsiteX27" fmla="*/ 135645 w 420308"/>
              <a:gd name="connsiteY27" fmla="*/ 105077 h 382098"/>
              <a:gd name="connsiteX28" fmla="*/ 135645 w 420308"/>
              <a:gd name="connsiteY28" fmla="*/ 105077 h 382098"/>
              <a:gd name="connsiteX29" fmla="*/ 191049 w 420308"/>
              <a:gd name="connsiteY29" fmla="*/ 51583 h 382098"/>
              <a:gd name="connsiteX30" fmla="*/ 387830 w 420308"/>
              <a:gd name="connsiteY30" fmla="*/ 248364 h 382098"/>
              <a:gd name="connsiteX31" fmla="*/ 324784 w 420308"/>
              <a:gd name="connsiteY31" fmla="*/ 248364 h 382098"/>
              <a:gd name="connsiteX32" fmla="*/ 324784 w 420308"/>
              <a:gd name="connsiteY32" fmla="*/ 267469 h 382098"/>
              <a:gd name="connsiteX33" fmla="*/ 401203 w 420308"/>
              <a:gd name="connsiteY33" fmla="*/ 267469 h 382098"/>
              <a:gd name="connsiteX34" fmla="*/ 420308 w 420308"/>
              <a:gd name="connsiteY34" fmla="*/ 248364 h 382098"/>
              <a:gd name="connsiteX35" fmla="*/ 420308 w 420308"/>
              <a:gd name="connsiteY35" fmla="*/ 171944 h 382098"/>
              <a:gd name="connsiteX36" fmla="*/ 401203 w 420308"/>
              <a:gd name="connsiteY36" fmla="*/ 17194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0308" h="382098">
                <a:moveTo>
                  <a:pt x="229259" y="248364"/>
                </a:moveTo>
                <a:lnTo>
                  <a:pt x="248364" y="248364"/>
                </a:lnTo>
                <a:lnTo>
                  <a:pt x="248364" y="362993"/>
                </a:lnTo>
                <a:lnTo>
                  <a:pt x="229259" y="362993"/>
                </a:lnTo>
                <a:lnTo>
                  <a:pt x="229259" y="248364"/>
                </a:lnTo>
                <a:close/>
                <a:moveTo>
                  <a:pt x="114630" y="171944"/>
                </a:moveTo>
                <a:lnTo>
                  <a:pt x="133734" y="171944"/>
                </a:lnTo>
                <a:lnTo>
                  <a:pt x="133734" y="362993"/>
                </a:lnTo>
                <a:lnTo>
                  <a:pt x="114630" y="362993"/>
                </a:lnTo>
                <a:lnTo>
                  <a:pt x="114630" y="171944"/>
                </a:lnTo>
                <a:close/>
                <a:moveTo>
                  <a:pt x="19105" y="0"/>
                </a:move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19105" y="362993"/>
                </a:lnTo>
                <a:lnTo>
                  <a:pt x="19105" y="0"/>
                </a:lnTo>
                <a:close/>
                <a:moveTo>
                  <a:pt x="401203" y="171944"/>
                </a:moveTo>
                <a:lnTo>
                  <a:pt x="401203" y="234990"/>
                </a:lnTo>
                <a:lnTo>
                  <a:pt x="204423" y="38210"/>
                </a:lnTo>
                <a:cubicBezTo>
                  <a:pt x="196781" y="30568"/>
                  <a:pt x="185318" y="30568"/>
                  <a:pt x="177676" y="38210"/>
                </a:cubicBezTo>
                <a:cubicBezTo>
                  <a:pt x="177676" y="38210"/>
                  <a:pt x="177676" y="38210"/>
                  <a:pt x="177676" y="38210"/>
                </a:cubicBezTo>
                <a:lnTo>
                  <a:pt x="124182" y="91704"/>
                </a:lnTo>
                <a:lnTo>
                  <a:pt x="43941" y="11463"/>
                </a:lnTo>
                <a:lnTo>
                  <a:pt x="30568" y="26747"/>
                </a:lnTo>
                <a:lnTo>
                  <a:pt x="108898" y="105077"/>
                </a:lnTo>
                <a:cubicBezTo>
                  <a:pt x="116540" y="112719"/>
                  <a:pt x="128003" y="112719"/>
                  <a:pt x="135645" y="105077"/>
                </a:cubicBezTo>
                <a:cubicBezTo>
                  <a:pt x="135645" y="105077"/>
                  <a:pt x="135645" y="105077"/>
                  <a:pt x="135645" y="105077"/>
                </a:cubicBezTo>
                <a:lnTo>
                  <a:pt x="191049" y="51583"/>
                </a:lnTo>
                <a:lnTo>
                  <a:pt x="387830" y="248364"/>
                </a:lnTo>
                <a:lnTo>
                  <a:pt x="324784" y="248364"/>
                </a:lnTo>
                <a:lnTo>
                  <a:pt x="324784" y="267469"/>
                </a:lnTo>
                <a:lnTo>
                  <a:pt x="401203" y="267469"/>
                </a:lnTo>
                <a:cubicBezTo>
                  <a:pt x="412666" y="267469"/>
                  <a:pt x="420308" y="259827"/>
                  <a:pt x="420308" y="248364"/>
                </a:cubicBezTo>
                <a:lnTo>
                  <a:pt x="420308" y="171944"/>
                </a:lnTo>
                <a:lnTo>
                  <a:pt x="401203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</a:endParaRPr>
          </a:p>
        </p:txBody>
      </p:sp>
      <p:sp>
        <p:nvSpPr>
          <p:cNvPr id="22" name="Graphic 105" descr="Financial summary icon.">
            <a:extLst>
              <a:ext uri="{FF2B5EF4-FFF2-40B4-BE49-F238E27FC236}">
                <a16:creationId xmlns:a16="http://schemas.microsoft.com/office/drawing/2014/main" id="{467B98C7-851A-D3CB-D92E-5E365FFB577C}"/>
              </a:ext>
            </a:extLst>
          </p:cNvPr>
          <p:cNvSpPr>
            <a:spLocks noChangeAspect="1"/>
          </p:cNvSpPr>
          <p:nvPr/>
        </p:nvSpPr>
        <p:spPr>
          <a:xfrm>
            <a:off x="9102347" y="2153239"/>
            <a:ext cx="224043" cy="297075"/>
          </a:xfrm>
          <a:custGeom>
            <a:avLst/>
            <a:gdLst>
              <a:gd name="connsiteX0" fmla="*/ 322873 w 345798"/>
              <a:gd name="connsiteY0" fmla="*/ 0 h 458518"/>
              <a:gd name="connsiteX1" fmla="*/ 21015 w 345798"/>
              <a:gd name="connsiteY1" fmla="*/ 0 h 458518"/>
              <a:gd name="connsiteX2" fmla="*/ 0 w 345798"/>
              <a:gd name="connsiteY2" fmla="*/ 19105 h 458518"/>
              <a:gd name="connsiteX3" fmla="*/ 0 w 345798"/>
              <a:gd name="connsiteY3" fmla="*/ 19105 h 458518"/>
              <a:gd name="connsiteX4" fmla="*/ 0 w 345798"/>
              <a:gd name="connsiteY4" fmla="*/ 439413 h 458518"/>
              <a:gd name="connsiteX5" fmla="*/ 21015 w 345798"/>
              <a:gd name="connsiteY5" fmla="*/ 458518 h 458518"/>
              <a:gd name="connsiteX6" fmla="*/ 324784 w 345798"/>
              <a:gd name="connsiteY6" fmla="*/ 458518 h 458518"/>
              <a:gd name="connsiteX7" fmla="*/ 345799 w 345798"/>
              <a:gd name="connsiteY7" fmla="*/ 439413 h 458518"/>
              <a:gd name="connsiteX8" fmla="*/ 345799 w 345798"/>
              <a:gd name="connsiteY8" fmla="*/ 19105 h 458518"/>
              <a:gd name="connsiteX9" fmla="*/ 322873 w 345798"/>
              <a:gd name="connsiteY9" fmla="*/ 0 h 458518"/>
              <a:gd name="connsiteX10" fmla="*/ 322873 w 345798"/>
              <a:gd name="connsiteY10" fmla="*/ 0 h 458518"/>
              <a:gd name="connsiteX11" fmla="*/ 322873 w 345798"/>
              <a:gd name="connsiteY11" fmla="*/ 439413 h 458518"/>
              <a:gd name="connsiteX12" fmla="*/ 21015 w 345798"/>
              <a:gd name="connsiteY12" fmla="*/ 439413 h 458518"/>
              <a:gd name="connsiteX13" fmla="*/ 19105 w 345798"/>
              <a:gd name="connsiteY13" fmla="*/ 439413 h 458518"/>
              <a:gd name="connsiteX14" fmla="*/ 21015 w 345798"/>
              <a:gd name="connsiteY14" fmla="*/ 19105 h 458518"/>
              <a:gd name="connsiteX15" fmla="*/ 324784 w 345798"/>
              <a:gd name="connsiteY15" fmla="*/ 19105 h 458518"/>
              <a:gd name="connsiteX16" fmla="*/ 322873 w 345798"/>
              <a:gd name="connsiteY16" fmla="*/ 439413 h 458518"/>
              <a:gd name="connsiteX17" fmla="*/ 305679 w 345798"/>
              <a:gd name="connsiteY17" fmla="*/ 401203 h 458518"/>
              <a:gd name="connsiteX18" fmla="*/ 305679 w 345798"/>
              <a:gd name="connsiteY18" fmla="*/ 382098 h 458518"/>
              <a:gd name="connsiteX19" fmla="*/ 267469 w 345798"/>
              <a:gd name="connsiteY19" fmla="*/ 382098 h 458518"/>
              <a:gd name="connsiteX20" fmla="*/ 267469 w 345798"/>
              <a:gd name="connsiteY20" fmla="*/ 210154 h 458518"/>
              <a:gd name="connsiteX21" fmla="*/ 248364 w 345798"/>
              <a:gd name="connsiteY21" fmla="*/ 191049 h 458518"/>
              <a:gd name="connsiteX22" fmla="*/ 210154 w 345798"/>
              <a:gd name="connsiteY22" fmla="*/ 191049 h 458518"/>
              <a:gd name="connsiteX23" fmla="*/ 191049 w 345798"/>
              <a:gd name="connsiteY23" fmla="*/ 210154 h 458518"/>
              <a:gd name="connsiteX24" fmla="*/ 191049 w 345798"/>
              <a:gd name="connsiteY24" fmla="*/ 382098 h 458518"/>
              <a:gd name="connsiteX25" fmla="*/ 152839 w 345798"/>
              <a:gd name="connsiteY25" fmla="*/ 382098 h 458518"/>
              <a:gd name="connsiteX26" fmla="*/ 152839 w 345798"/>
              <a:gd name="connsiteY26" fmla="*/ 324784 h 458518"/>
              <a:gd name="connsiteX27" fmla="*/ 133734 w 345798"/>
              <a:gd name="connsiteY27" fmla="*/ 305679 h 458518"/>
              <a:gd name="connsiteX28" fmla="*/ 95525 w 345798"/>
              <a:gd name="connsiteY28" fmla="*/ 305679 h 458518"/>
              <a:gd name="connsiteX29" fmla="*/ 76420 w 345798"/>
              <a:gd name="connsiteY29" fmla="*/ 324784 h 458518"/>
              <a:gd name="connsiteX30" fmla="*/ 76420 w 345798"/>
              <a:gd name="connsiteY30" fmla="*/ 382098 h 458518"/>
              <a:gd name="connsiteX31" fmla="*/ 38210 w 345798"/>
              <a:gd name="connsiteY31" fmla="*/ 382098 h 458518"/>
              <a:gd name="connsiteX32" fmla="*/ 38210 w 345798"/>
              <a:gd name="connsiteY32" fmla="*/ 401203 h 458518"/>
              <a:gd name="connsiteX33" fmla="*/ 305679 w 345798"/>
              <a:gd name="connsiteY33" fmla="*/ 401203 h 458518"/>
              <a:gd name="connsiteX34" fmla="*/ 210154 w 345798"/>
              <a:gd name="connsiteY34" fmla="*/ 210154 h 458518"/>
              <a:gd name="connsiteX35" fmla="*/ 248364 w 345798"/>
              <a:gd name="connsiteY35" fmla="*/ 210154 h 458518"/>
              <a:gd name="connsiteX36" fmla="*/ 248364 w 345798"/>
              <a:gd name="connsiteY36" fmla="*/ 382098 h 458518"/>
              <a:gd name="connsiteX37" fmla="*/ 210154 w 345798"/>
              <a:gd name="connsiteY37" fmla="*/ 382098 h 458518"/>
              <a:gd name="connsiteX38" fmla="*/ 210154 w 345798"/>
              <a:gd name="connsiteY38" fmla="*/ 210154 h 458518"/>
              <a:gd name="connsiteX39" fmla="*/ 95525 w 345798"/>
              <a:gd name="connsiteY39" fmla="*/ 324784 h 458518"/>
              <a:gd name="connsiteX40" fmla="*/ 133734 w 345798"/>
              <a:gd name="connsiteY40" fmla="*/ 324784 h 458518"/>
              <a:gd name="connsiteX41" fmla="*/ 133734 w 345798"/>
              <a:gd name="connsiteY41" fmla="*/ 382098 h 458518"/>
              <a:gd name="connsiteX42" fmla="*/ 95525 w 345798"/>
              <a:gd name="connsiteY42" fmla="*/ 382098 h 458518"/>
              <a:gd name="connsiteX43" fmla="*/ 95525 w 345798"/>
              <a:gd name="connsiteY43" fmla="*/ 324784 h 458518"/>
              <a:gd name="connsiteX44" fmla="*/ 76420 w 345798"/>
              <a:gd name="connsiteY44" fmla="*/ 171944 h 458518"/>
              <a:gd name="connsiteX45" fmla="*/ 57315 w 345798"/>
              <a:gd name="connsiteY45" fmla="*/ 171944 h 458518"/>
              <a:gd name="connsiteX46" fmla="*/ 95525 w 345798"/>
              <a:gd name="connsiteY46" fmla="*/ 210154 h 458518"/>
              <a:gd name="connsiteX47" fmla="*/ 95525 w 345798"/>
              <a:gd name="connsiteY47" fmla="*/ 229259 h 458518"/>
              <a:gd name="connsiteX48" fmla="*/ 114630 w 345798"/>
              <a:gd name="connsiteY48" fmla="*/ 229259 h 458518"/>
              <a:gd name="connsiteX49" fmla="*/ 114630 w 345798"/>
              <a:gd name="connsiteY49" fmla="*/ 210154 h 458518"/>
              <a:gd name="connsiteX50" fmla="*/ 139466 w 345798"/>
              <a:gd name="connsiteY50" fmla="*/ 198691 h 458518"/>
              <a:gd name="connsiteX51" fmla="*/ 150929 w 345798"/>
              <a:gd name="connsiteY51" fmla="*/ 171944 h 458518"/>
              <a:gd name="connsiteX52" fmla="*/ 114630 w 345798"/>
              <a:gd name="connsiteY52" fmla="*/ 135645 h 458518"/>
              <a:gd name="connsiteX53" fmla="*/ 114630 w 345798"/>
              <a:gd name="connsiteY53" fmla="*/ 95525 h 458518"/>
              <a:gd name="connsiteX54" fmla="*/ 131824 w 345798"/>
              <a:gd name="connsiteY54" fmla="*/ 112719 h 458518"/>
              <a:gd name="connsiteX55" fmla="*/ 150929 w 345798"/>
              <a:gd name="connsiteY55" fmla="*/ 112719 h 458518"/>
              <a:gd name="connsiteX56" fmla="*/ 114630 w 345798"/>
              <a:gd name="connsiteY56" fmla="*/ 76420 h 458518"/>
              <a:gd name="connsiteX57" fmla="*/ 114630 w 345798"/>
              <a:gd name="connsiteY57" fmla="*/ 57315 h 458518"/>
              <a:gd name="connsiteX58" fmla="*/ 95525 w 345798"/>
              <a:gd name="connsiteY58" fmla="*/ 57315 h 458518"/>
              <a:gd name="connsiteX59" fmla="*/ 95525 w 345798"/>
              <a:gd name="connsiteY59" fmla="*/ 76420 h 458518"/>
              <a:gd name="connsiteX60" fmla="*/ 68778 w 345798"/>
              <a:gd name="connsiteY60" fmla="*/ 87883 h 458518"/>
              <a:gd name="connsiteX61" fmla="*/ 57315 w 345798"/>
              <a:gd name="connsiteY61" fmla="*/ 114630 h 458518"/>
              <a:gd name="connsiteX62" fmla="*/ 95525 w 345798"/>
              <a:gd name="connsiteY62" fmla="*/ 152839 h 458518"/>
              <a:gd name="connsiteX63" fmla="*/ 95525 w 345798"/>
              <a:gd name="connsiteY63" fmla="*/ 191049 h 458518"/>
              <a:gd name="connsiteX64" fmla="*/ 76420 w 345798"/>
              <a:gd name="connsiteY64" fmla="*/ 171944 h 458518"/>
              <a:gd name="connsiteX65" fmla="*/ 131824 w 345798"/>
              <a:gd name="connsiteY65" fmla="*/ 171944 h 458518"/>
              <a:gd name="connsiteX66" fmla="*/ 126092 w 345798"/>
              <a:gd name="connsiteY66" fmla="*/ 185318 h 458518"/>
              <a:gd name="connsiteX67" fmla="*/ 114630 w 345798"/>
              <a:gd name="connsiteY67" fmla="*/ 191049 h 458518"/>
              <a:gd name="connsiteX68" fmla="*/ 114630 w 345798"/>
              <a:gd name="connsiteY68" fmla="*/ 154750 h 458518"/>
              <a:gd name="connsiteX69" fmla="*/ 131824 w 345798"/>
              <a:gd name="connsiteY69" fmla="*/ 171944 h 458518"/>
              <a:gd name="connsiteX70" fmla="*/ 76420 w 345798"/>
              <a:gd name="connsiteY70" fmla="*/ 114630 h 458518"/>
              <a:gd name="connsiteX71" fmla="*/ 82151 w 345798"/>
              <a:gd name="connsiteY71" fmla="*/ 101256 h 458518"/>
              <a:gd name="connsiteX72" fmla="*/ 95525 w 345798"/>
              <a:gd name="connsiteY72" fmla="*/ 95525 h 458518"/>
              <a:gd name="connsiteX73" fmla="*/ 95525 w 345798"/>
              <a:gd name="connsiteY73" fmla="*/ 131824 h 458518"/>
              <a:gd name="connsiteX74" fmla="*/ 76420 w 345798"/>
              <a:gd name="connsiteY74" fmla="*/ 11463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45798" h="458518">
                <a:moveTo>
                  <a:pt x="322873" y="0"/>
                </a:moveTo>
                <a:lnTo>
                  <a:pt x="21015" y="0"/>
                </a:lnTo>
                <a:cubicBezTo>
                  <a:pt x="9552" y="0"/>
                  <a:pt x="0" y="9552"/>
                  <a:pt x="0" y="19105"/>
                </a:cubicBezTo>
                <a:cubicBezTo>
                  <a:pt x="0" y="19105"/>
                  <a:pt x="0" y="19105"/>
                  <a:pt x="0" y="19105"/>
                </a:cubicBezTo>
                <a:lnTo>
                  <a:pt x="0" y="439413"/>
                </a:lnTo>
                <a:cubicBezTo>
                  <a:pt x="0" y="450876"/>
                  <a:pt x="9552" y="458518"/>
                  <a:pt x="2101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5799" y="439413"/>
                </a:cubicBezTo>
                <a:lnTo>
                  <a:pt x="345799" y="19105"/>
                </a:lnTo>
                <a:cubicBezTo>
                  <a:pt x="343889" y="9552"/>
                  <a:pt x="334336" y="0"/>
                  <a:pt x="322873" y="0"/>
                </a:cubicBezTo>
                <a:cubicBezTo>
                  <a:pt x="322873" y="0"/>
                  <a:pt x="322873" y="0"/>
                  <a:pt x="322873" y="0"/>
                </a:cubicBezTo>
                <a:close/>
                <a:moveTo>
                  <a:pt x="322873" y="439413"/>
                </a:moveTo>
                <a:lnTo>
                  <a:pt x="21015" y="439413"/>
                </a:lnTo>
                <a:lnTo>
                  <a:pt x="19105" y="439413"/>
                </a:lnTo>
                <a:lnTo>
                  <a:pt x="21015" y="19105"/>
                </a:lnTo>
                <a:lnTo>
                  <a:pt x="324784" y="19105"/>
                </a:lnTo>
                <a:lnTo>
                  <a:pt x="322873" y="439413"/>
                </a:lnTo>
                <a:close/>
                <a:moveTo>
                  <a:pt x="305679" y="401203"/>
                </a:moveTo>
                <a:lnTo>
                  <a:pt x="305679" y="382098"/>
                </a:lnTo>
                <a:lnTo>
                  <a:pt x="267469" y="382098"/>
                </a:lnTo>
                <a:lnTo>
                  <a:pt x="267469" y="210154"/>
                </a:lnTo>
                <a:cubicBezTo>
                  <a:pt x="267469" y="198691"/>
                  <a:pt x="259827" y="191049"/>
                  <a:pt x="248364" y="191049"/>
                </a:cubicBezTo>
                <a:lnTo>
                  <a:pt x="210154" y="191049"/>
                </a:lnTo>
                <a:cubicBezTo>
                  <a:pt x="198691" y="191049"/>
                  <a:pt x="191049" y="198691"/>
                  <a:pt x="191049" y="210154"/>
                </a:cubicBezTo>
                <a:lnTo>
                  <a:pt x="191049" y="382098"/>
                </a:lnTo>
                <a:lnTo>
                  <a:pt x="152839" y="382098"/>
                </a:lnTo>
                <a:lnTo>
                  <a:pt x="152839" y="324784"/>
                </a:lnTo>
                <a:cubicBezTo>
                  <a:pt x="152839" y="313321"/>
                  <a:pt x="145197" y="305679"/>
                  <a:pt x="133734" y="305679"/>
                </a:cubicBezTo>
                <a:lnTo>
                  <a:pt x="95525" y="305679"/>
                </a:lnTo>
                <a:cubicBezTo>
                  <a:pt x="84062" y="305679"/>
                  <a:pt x="76420" y="313321"/>
                  <a:pt x="76420" y="324784"/>
                </a:cubicBezTo>
                <a:lnTo>
                  <a:pt x="76420" y="382098"/>
                </a:lnTo>
                <a:lnTo>
                  <a:pt x="38210" y="382098"/>
                </a:lnTo>
                <a:lnTo>
                  <a:pt x="38210" y="401203"/>
                </a:lnTo>
                <a:lnTo>
                  <a:pt x="305679" y="401203"/>
                </a:lnTo>
                <a:close/>
                <a:moveTo>
                  <a:pt x="210154" y="210154"/>
                </a:moveTo>
                <a:lnTo>
                  <a:pt x="248364" y="210154"/>
                </a:lnTo>
                <a:lnTo>
                  <a:pt x="248364" y="382098"/>
                </a:lnTo>
                <a:lnTo>
                  <a:pt x="210154" y="382098"/>
                </a:lnTo>
                <a:lnTo>
                  <a:pt x="210154" y="210154"/>
                </a:lnTo>
                <a:close/>
                <a:moveTo>
                  <a:pt x="95525" y="324784"/>
                </a:moveTo>
                <a:lnTo>
                  <a:pt x="133734" y="324784"/>
                </a:lnTo>
                <a:lnTo>
                  <a:pt x="133734" y="382098"/>
                </a:lnTo>
                <a:lnTo>
                  <a:pt x="95525" y="382098"/>
                </a:lnTo>
                <a:lnTo>
                  <a:pt x="95525" y="324784"/>
                </a:lnTo>
                <a:close/>
                <a:moveTo>
                  <a:pt x="76420" y="171944"/>
                </a:moveTo>
                <a:lnTo>
                  <a:pt x="57315" y="171944"/>
                </a:lnTo>
                <a:cubicBezTo>
                  <a:pt x="57315" y="192960"/>
                  <a:pt x="74509" y="210154"/>
                  <a:pt x="95525" y="210154"/>
                </a:cubicBezTo>
                <a:lnTo>
                  <a:pt x="95525" y="229259"/>
                </a:lnTo>
                <a:lnTo>
                  <a:pt x="114630" y="229259"/>
                </a:lnTo>
                <a:lnTo>
                  <a:pt x="114630" y="210154"/>
                </a:lnTo>
                <a:cubicBezTo>
                  <a:pt x="124182" y="210154"/>
                  <a:pt x="131824" y="206333"/>
                  <a:pt x="139466" y="198691"/>
                </a:cubicBezTo>
                <a:cubicBezTo>
                  <a:pt x="147108" y="191049"/>
                  <a:pt x="150929" y="181497"/>
                  <a:pt x="150929" y="171944"/>
                </a:cubicBezTo>
                <a:cubicBezTo>
                  <a:pt x="150929" y="152839"/>
                  <a:pt x="133734" y="135645"/>
                  <a:pt x="114630" y="135645"/>
                </a:cubicBezTo>
                <a:lnTo>
                  <a:pt x="114630" y="95525"/>
                </a:lnTo>
                <a:cubicBezTo>
                  <a:pt x="124182" y="95525"/>
                  <a:pt x="131824" y="103167"/>
                  <a:pt x="131824" y="112719"/>
                </a:cubicBezTo>
                <a:lnTo>
                  <a:pt x="150929" y="112719"/>
                </a:lnTo>
                <a:cubicBezTo>
                  <a:pt x="150929" y="93614"/>
                  <a:pt x="135645" y="76420"/>
                  <a:pt x="114630" y="76420"/>
                </a:cubicBezTo>
                <a:lnTo>
                  <a:pt x="114630" y="57315"/>
                </a:lnTo>
                <a:lnTo>
                  <a:pt x="95525" y="57315"/>
                </a:lnTo>
                <a:lnTo>
                  <a:pt x="95525" y="76420"/>
                </a:lnTo>
                <a:cubicBezTo>
                  <a:pt x="85972" y="76420"/>
                  <a:pt x="76420" y="80241"/>
                  <a:pt x="68778" y="87883"/>
                </a:cubicBezTo>
                <a:cubicBezTo>
                  <a:pt x="61136" y="95525"/>
                  <a:pt x="57315" y="105077"/>
                  <a:pt x="57315" y="114630"/>
                </a:cubicBezTo>
                <a:cubicBezTo>
                  <a:pt x="57315" y="135645"/>
                  <a:pt x="74509" y="152839"/>
                  <a:pt x="95525" y="152839"/>
                </a:cubicBezTo>
                <a:lnTo>
                  <a:pt x="95525" y="191049"/>
                </a:lnTo>
                <a:cubicBezTo>
                  <a:pt x="84062" y="191049"/>
                  <a:pt x="76420" y="183407"/>
                  <a:pt x="76420" y="171944"/>
                </a:cubicBezTo>
                <a:close/>
                <a:moveTo>
                  <a:pt x="131824" y="171944"/>
                </a:moveTo>
                <a:cubicBezTo>
                  <a:pt x="131824" y="177676"/>
                  <a:pt x="129913" y="181497"/>
                  <a:pt x="126092" y="185318"/>
                </a:cubicBezTo>
                <a:cubicBezTo>
                  <a:pt x="122271" y="187228"/>
                  <a:pt x="118450" y="189139"/>
                  <a:pt x="114630" y="191049"/>
                </a:cubicBezTo>
                <a:lnTo>
                  <a:pt x="114630" y="154750"/>
                </a:lnTo>
                <a:cubicBezTo>
                  <a:pt x="124182" y="156660"/>
                  <a:pt x="131824" y="162392"/>
                  <a:pt x="131824" y="171944"/>
                </a:cubicBezTo>
                <a:close/>
                <a:moveTo>
                  <a:pt x="76420" y="114630"/>
                </a:moveTo>
                <a:cubicBezTo>
                  <a:pt x="76420" y="108898"/>
                  <a:pt x="78330" y="105077"/>
                  <a:pt x="82151" y="101256"/>
                </a:cubicBezTo>
                <a:cubicBezTo>
                  <a:pt x="85972" y="97435"/>
                  <a:pt x="89793" y="95525"/>
                  <a:pt x="95525" y="95525"/>
                </a:cubicBezTo>
                <a:lnTo>
                  <a:pt x="95525" y="131824"/>
                </a:lnTo>
                <a:cubicBezTo>
                  <a:pt x="85972" y="129913"/>
                  <a:pt x="76420" y="124182"/>
                  <a:pt x="76420" y="11463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17403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314898-BD1E-1752-F343-970A6B5C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7" y="685800"/>
            <a:ext cx="11159825" cy="712788"/>
          </a:xfrm>
        </p:spPr>
        <p:txBody>
          <a:bodyPr/>
          <a:lstStyle/>
          <a:p>
            <a:r>
              <a:rPr lang="en-US" noProof="0" dirty="0"/>
              <a:t>Content slide title – CVS Health Sans Medium, 24 - 32 point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B0D6C9-776A-0A34-8F41-AE86B28A8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784" y="1764317"/>
            <a:ext cx="2505456" cy="3988781"/>
          </a:xfrm>
        </p:spPr>
        <p:txBody>
          <a:bodyPr/>
          <a:lstStyle/>
          <a:p>
            <a:pPr lvl="0"/>
            <a:r>
              <a:rPr lang="en-US" noProof="0" dirty="0">
                <a:solidFill>
                  <a:srgbClr val="0A4B8C"/>
                </a:solidFill>
              </a:rPr>
              <a:t>Title</a:t>
            </a:r>
          </a:p>
          <a:p>
            <a:pPr lvl="1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fermentum </a:t>
            </a:r>
            <a:r>
              <a:rPr lang="en-US" dirty="0" err="1"/>
              <a:t>risus</a:t>
            </a:r>
            <a:r>
              <a:rPr lang="en-US" dirty="0"/>
              <a:t>, et </a:t>
            </a:r>
            <a:r>
              <a:rPr lang="en-US" dirty="0" err="1"/>
              <a:t>dapibus</a:t>
            </a:r>
            <a:r>
              <a:rPr lang="en-US" dirty="0"/>
              <a:t> ipsum </a:t>
            </a:r>
            <a:r>
              <a:rPr lang="en-US" dirty="0" err="1"/>
              <a:t>aliquam</a:t>
            </a:r>
            <a:r>
              <a:rPr lang="en-US" dirty="0"/>
              <a:t> id. </a:t>
            </a:r>
            <a:r>
              <a:rPr lang="en-US" dirty="0" err="1"/>
              <a:t>Quisque</a:t>
            </a:r>
            <a:r>
              <a:rPr lang="en-US" dirty="0"/>
              <a:t> fermentum </a:t>
            </a:r>
            <a:r>
              <a:rPr lang="en-US" dirty="0" err="1"/>
              <a:t>enim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lacinia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. Sed in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530E5F-0919-3226-6D17-54C5957EFED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409675" y="1764317"/>
            <a:ext cx="2505456" cy="3988781"/>
          </a:xfrm>
        </p:spPr>
        <p:txBody>
          <a:bodyPr/>
          <a:lstStyle/>
          <a:p>
            <a:pPr lvl="0"/>
            <a:r>
              <a:rPr lang="en-US" noProof="0" dirty="0">
                <a:solidFill>
                  <a:srgbClr val="0A4B8C"/>
                </a:solidFill>
              </a:rPr>
              <a:t>Title</a:t>
            </a:r>
          </a:p>
          <a:p>
            <a:pPr lvl="1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fermentum </a:t>
            </a:r>
            <a:r>
              <a:rPr lang="en-US" dirty="0" err="1"/>
              <a:t>risus</a:t>
            </a:r>
            <a:r>
              <a:rPr lang="en-US" dirty="0"/>
              <a:t>, et </a:t>
            </a:r>
            <a:r>
              <a:rPr lang="en-US" dirty="0" err="1"/>
              <a:t>dapibus</a:t>
            </a:r>
            <a:r>
              <a:rPr lang="en-US" dirty="0"/>
              <a:t> ipsum </a:t>
            </a:r>
            <a:r>
              <a:rPr lang="en-US" dirty="0" err="1"/>
              <a:t>aliquam</a:t>
            </a:r>
            <a:r>
              <a:rPr lang="en-US" dirty="0"/>
              <a:t> id. </a:t>
            </a:r>
            <a:r>
              <a:rPr lang="en-US" dirty="0" err="1"/>
              <a:t>Quisque</a:t>
            </a:r>
            <a:r>
              <a:rPr lang="en-US" dirty="0"/>
              <a:t> fermentum </a:t>
            </a:r>
            <a:r>
              <a:rPr lang="en-US" dirty="0" err="1"/>
              <a:t>enim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lacinia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. Sed in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AD948E-E443-8330-0CBD-1618A150749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61566" y="1764317"/>
            <a:ext cx="2505456" cy="3988781"/>
          </a:xfrm>
        </p:spPr>
        <p:txBody>
          <a:bodyPr/>
          <a:lstStyle/>
          <a:p>
            <a:pPr lvl="0"/>
            <a:r>
              <a:rPr lang="en-US" noProof="0" dirty="0">
                <a:solidFill>
                  <a:srgbClr val="0A4B8C"/>
                </a:solidFill>
              </a:rPr>
              <a:t>Title</a:t>
            </a:r>
          </a:p>
          <a:p>
            <a:pPr lvl="1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fermentum </a:t>
            </a:r>
            <a:r>
              <a:rPr lang="en-US" dirty="0" err="1"/>
              <a:t>risus</a:t>
            </a:r>
            <a:r>
              <a:rPr lang="en-US" dirty="0"/>
              <a:t>, et </a:t>
            </a:r>
            <a:r>
              <a:rPr lang="en-US" dirty="0" err="1"/>
              <a:t>dapibus</a:t>
            </a:r>
            <a:r>
              <a:rPr lang="en-US" dirty="0"/>
              <a:t> ipsum </a:t>
            </a:r>
            <a:r>
              <a:rPr lang="en-US" dirty="0" err="1"/>
              <a:t>aliquam</a:t>
            </a:r>
            <a:r>
              <a:rPr lang="en-US" dirty="0"/>
              <a:t> id. </a:t>
            </a:r>
            <a:r>
              <a:rPr lang="en-US" dirty="0" err="1"/>
              <a:t>Quisque</a:t>
            </a:r>
            <a:r>
              <a:rPr lang="en-US" dirty="0"/>
              <a:t> fermentum </a:t>
            </a:r>
            <a:r>
              <a:rPr lang="en-US" dirty="0" err="1"/>
              <a:t>enim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lacinia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. Sed in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DC3C28-9E59-A9FA-74C1-C4A77897CE4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9113457" y="1764317"/>
            <a:ext cx="2505456" cy="3988781"/>
          </a:xfrm>
        </p:spPr>
        <p:txBody>
          <a:bodyPr/>
          <a:lstStyle/>
          <a:p>
            <a:pPr lvl="0"/>
            <a:r>
              <a:rPr lang="en-US" noProof="0" dirty="0">
                <a:solidFill>
                  <a:srgbClr val="0A4B8C"/>
                </a:solidFill>
              </a:rPr>
              <a:t>Title</a:t>
            </a:r>
          </a:p>
          <a:p>
            <a:pPr lvl="1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fermentum </a:t>
            </a:r>
            <a:r>
              <a:rPr lang="en-US" dirty="0" err="1"/>
              <a:t>risus</a:t>
            </a:r>
            <a:r>
              <a:rPr lang="en-US" dirty="0"/>
              <a:t>, et </a:t>
            </a:r>
            <a:r>
              <a:rPr lang="en-US" dirty="0" err="1"/>
              <a:t>dapibus</a:t>
            </a:r>
            <a:r>
              <a:rPr lang="en-US" dirty="0"/>
              <a:t> ipsum </a:t>
            </a:r>
            <a:r>
              <a:rPr lang="en-US" dirty="0" err="1"/>
              <a:t>aliquam</a:t>
            </a:r>
            <a:r>
              <a:rPr lang="en-US" dirty="0"/>
              <a:t> id. </a:t>
            </a:r>
            <a:r>
              <a:rPr lang="en-US" dirty="0" err="1"/>
              <a:t>Quisque</a:t>
            </a:r>
            <a:r>
              <a:rPr lang="en-US" dirty="0"/>
              <a:t> fermentum </a:t>
            </a:r>
            <a:r>
              <a:rPr lang="en-US" dirty="0" err="1"/>
              <a:t>enim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lacinia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. Sed in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620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14B5-259C-C84E-FBEF-518585DB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0347-A509-4C13-A6CA-D90CEE97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687061"/>
            <a:ext cx="11049000" cy="712788"/>
          </a:xfrm>
        </p:spPr>
        <p:txBody>
          <a:bodyPr/>
          <a:lstStyle/>
          <a:p>
            <a:r>
              <a:rPr lang="en-US" dirty="0"/>
              <a:t>Chart slide title – CVS Health Sans Medium, 26 - 32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02A449-5CED-0F23-61F1-765E0474F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913" y="1280160"/>
            <a:ext cx="11049000" cy="4710193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108209-B61D-7F3F-C81E-51EAA1D91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242047"/>
              </p:ext>
            </p:extLst>
          </p:nvPr>
        </p:nvGraphicFramePr>
        <p:xfrm>
          <a:off x="1008097" y="1567065"/>
          <a:ext cx="10086880" cy="4109928"/>
        </p:xfrm>
        <a:graphic>
          <a:graphicData uri="http://schemas.openxmlformats.org/drawingml/2006/table">
            <a:tbl>
              <a:tblPr firstRow="1" bandRow="1">
                <a:tableStyleId>{9F4BECD3-1946-49B8-A077-205F1168E22D}</a:tableStyleId>
              </a:tblPr>
              <a:tblGrid>
                <a:gridCol w="2017376">
                  <a:extLst>
                    <a:ext uri="{9D8B030D-6E8A-4147-A177-3AD203B41FA5}">
                      <a16:colId xmlns:a16="http://schemas.microsoft.com/office/drawing/2014/main" val="3462014015"/>
                    </a:ext>
                  </a:extLst>
                </a:gridCol>
                <a:gridCol w="2017376">
                  <a:extLst>
                    <a:ext uri="{9D8B030D-6E8A-4147-A177-3AD203B41FA5}">
                      <a16:colId xmlns:a16="http://schemas.microsoft.com/office/drawing/2014/main" val="566835924"/>
                    </a:ext>
                  </a:extLst>
                </a:gridCol>
                <a:gridCol w="2017376">
                  <a:extLst>
                    <a:ext uri="{9D8B030D-6E8A-4147-A177-3AD203B41FA5}">
                      <a16:colId xmlns:a16="http://schemas.microsoft.com/office/drawing/2014/main" val="2059167391"/>
                    </a:ext>
                  </a:extLst>
                </a:gridCol>
                <a:gridCol w="2017376">
                  <a:extLst>
                    <a:ext uri="{9D8B030D-6E8A-4147-A177-3AD203B41FA5}">
                      <a16:colId xmlns:a16="http://schemas.microsoft.com/office/drawing/2014/main" val="2350809075"/>
                    </a:ext>
                  </a:extLst>
                </a:gridCol>
                <a:gridCol w="2017376">
                  <a:extLst>
                    <a:ext uri="{9D8B030D-6E8A-4147-A177-3AD203B41FA5}">
                      <a16:colId xmlns:a16="http://schemas.microsoft.com/office/drawing/2014/main" val="4027804970"/>
                    </a:ext>
                  </a:extLst>
                </a:gridCol>
              </a:tblGrid>
              <a:tr h="5137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 anchor="ctr">
                    <a:lnL w="0" cmpd="sng">
                      <a:noFill/>
                    </a:lnL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94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2025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91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2026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286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2026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54443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1</a:t>
                      </a:r>
                    </a:p>
                  </a:txBody>
                  <a:tcPr anchor="ctr"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11771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057188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3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48081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40723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46647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6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50532"/>
                  </a:ext>
                </a:extLst>
              </a:tr>
              <a:tr h="51374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2"/>
                          </a:solidFill>
                          <a:latin typeface="CVS Health Sans Medium" panose="020B0504020202020204" pitchFamily="34" charset="0"/>
                        </a:rPr>
                        <a:t>Column 7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866839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66A52-3143-A00B-17DC-4B80C8586377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704AB6-3181-3E5D-80D0-2E251A28F98B}"/>
              </a:ext>
            </a:extLst>
          </p:cNvPr>
          <p:cNvGrpSpPr/>
          <p:nvPr/>
        </p:nvGrpSpPr>
        <p:grpSpPr>
          <a:xfrm>
            <a:off x="3947849" y="1995091"/>
            <a:ext cx="201519" cy="167125"/>
            <a:chOff x="3849920" y="1378980"/>
            <a:chExt cx="1079894" cy="895586"/>
          </a:xfrm>
        </p:grpSpPr>
        <p:pic>
          <p:nvPicPr>
            <p:cNvPr id="6" name="Graphic 6">
              <a:extLst>
                <a:ext uri="{FF2B5EF4-FFF2-40B4-BE49-F238E27FC236}">
                  <a16:creationId xmlns:a16="http://schemas.microsoft.com/office/drawing/2014/main" id="{98836A2D-18C7-D905-3B89-50498DE6C6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7" name="Graphic 7">
              <a:extLst>
                <a:ext uri="{FF2B5EF4-FFF2-40B4-BE49-F238E27FC236}">
                  <a16:creationId xmlns:a16="http://schemas.microsoft.com/office/drawing/2014/main" id="{4A5EB83C-6CA7-0520-93AE-DBB561855D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0" y="1378980"/>
              <a:ext cx="1078698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867445A-F122-6A61-6E17-30476E883E9F}"/>
              </a:ext>
            </a:extLst>
          </p:cNvPr>
          <p:cNvGrpSpPr/>
          <p:nvPr/>
        </p:nvGrpSpPr>
        <p:grpSpPr>
          <a:xfrm>
            <a:off x="5964224" y="1995090"/>
            <a:ext cx="201519" cy="167125"/>
            <a:chOff x="3849920" y="1378980"/>
            <a:chExt cx="1079894" cy="895586"/>
          </a:xfrm>
        </p:grpSpPr>
        <p:pic>
          <p:nvPicPr>
            <p:cNvPr id="9" name="Graphic 6">
              <a:extLst>
                <a:ext uri="{FF2B5EF4-FFF2-40B4-BE49-F238E27FC236}">
                  <a16:creationId xmlns:a16="http://schemas.microsoft.com/office/drawing/2014/main" id="{BA39A67B-75A6-46D2-C592-2465AEFBEF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0" name="Graphic 7">
              <a:extLst>
                <a:ext uri="{FF2B5EF4-FFF2-40B4-BE49-F238E27FC236}">
                  <a16:creationId xmlns:a16="http://schemas.microsoft.com/office/drawing/2014/main" id="{02C889F0-7E8F-CF2C-D9F1-FDE96A1528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0" y="1378980"/>
              <a:ext cx="1078698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8E7073-01A4-8570-95DC-EC5476BD4D39}"/>
              </a:ext>
            </a:extLst>
          </p:cNvPr>
          <p:cNvGrpSpPr/>
          <p:nvPr/>
        </p:nvGrpSpPr>
        <p:grpSpPr>
          <a:xfrm>
            <a:off x="7986036" y="1995090"/>
            <a:ext cx="201519" cy="167125"/>
            <a:chOff x="3849920" y="1378980"/>
            <a:chExt cx="1079894" cy="895586"/>
          </a:xfrm>
        </p:grpSpPr>
        <p:pic>
          <p:nvPicPr>
            <p:cNvPr id="13" name="Graphic 6">
              <a:extLst>
                <a:ext uri="{FF2B5EF4-FFF2-40B4-BE49-F238E27FC236}">
                  <a16:creationId xmlns:a16="http://schemas.microsoft.com/office/drawing/2014/main" id="{7158D7D8-5660-3C22-4061-6AAF84C4E0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4" name="Graphic 7">
              <a:extLst>
                <a:ext uri="{FF2B5EF4-FFF2-40B4-BE49-F238E27FC236}">
                  <a16:creationId xmlns:a16="http://schemas.microsoft.com/office/drawing/2014/main" id="{0810D809-7BA5-F0BE-9247-4BF492A898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0" y="1378980"/>
              <a:ext cx="1078698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36998D-662E-607E-25E5-B67D84E371E4}"/>
              </a:ext>
            </a:extLst>
          </p:cNvPr>
          <p:cNvGrpSpPr/>
          <p:nvPr/>
        </p:nvGrpSpPr>
        <p:grpSpPr>
          <a:xfrm>
            <a:off x="10002411" y="1995089"/>
            <a:ext cx="201519" cy="167125"/>
            <a:chOff x="3849920" y="1378980"/>
            <a:chExt cx="1079894" cy="895586"/>
          </a:xfrm>
        </p:grpSpPr>
        <p:pic>
          <p:nvPicPr>
            <p:cNvPr id="16" name="Graphic 6">
              <a:extLst>
                <a:ext uri="{FF2B5EF4-FFF2-40B4-BE49-F238E27FC236}">
                  <a16:creationId xmlns:a16="http://schemas.microsoft.com/office/drawing/2014/main" id="{889D47DA-5FF5-C388-0C86-DBFC2AA504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7" name="Graphic 7">
              <a:extLst>
                <a:ext uri="{FF2B5EF4-FFF2-40B4-BE49-F238E27FC236}">
                  <a16:creationId xmlns:a16="http://schemas.microsoft.com/office/drawing/2014/main" id="{CC19940B-67CC-105D-C5A4-D832D82BFB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0" y="1378980"/>
              <a:ext cx="1078698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569340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E627-2831-A484-3690-5A77D34D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72EC-20B2-B1D7-01E3-F8C113DE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685800"/>
            <a:ext cx="11449061" cy="713232"/>
          </a:xfrm>
        </p:spPr>
        <p:txBody>
          <a:bodyPr/>
          <a:lstStyle/>
          <a:p>
            <a:r>
              <a:rPr lang="en-US" dirty="0"/>
              <a:t>Chart slide title – CVS Health Sans Medium, 26 - 32 point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E80EE1-58BB-4DA7-77EB-BFF393877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969965"/>
              </p:ext>
            </p:extLst>
          </p:nvPr>
        </p:nvGraphicFramePr>
        <p:xfrm>
          <a:off x="564592" y="1499357"/>
          <a:ext cx="6766560" cy="4272436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92291207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35907732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79827778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940743975"/>
                    </a:ext>
                  </a:extLst>
                </a:gridCol>
              </a:tblGrid>
              <a:tr h="508605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kern="15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br>
                        <a:rPr lang="en-US" sz="1400" b="1" i="0" u="none" strike="noStrike" kern="15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1" i="0" u="none" strike="noStrike" kern="15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 QTD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07386A"/>
                        </a:gs>
                        <a:gs pos="100000">
                          <a:srgbClr val="1C7DA9"/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Vs. </a:t>
                      </a:r>
                    </a:p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Budget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Vs. </a:t>
                      </a:r>
                    </a:p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Prior Year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737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700" indent="0" algn="l" rtl="0" fontAlgn="ctr">
                        <a:tabLst/>
                      </a:pPr>
                      <a:r>
                        <a:rPr lang="en-US" sz="1200" b="0" i="0" u="none" strike="noStrike">
                          <a:solidFill>
                            <a:srgbClr val="3F3F3F"/>
                          </a:solidFill>
                          <a:effectLst/>
                          <a:latin typeface="CVS Health Sans Medium" panose="020B0504020202020204" pitchFamily="34" charset="0"/>
                        </a:rPr>
                        <a:t>Revenue (GAAP)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80224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12700" indent="0" algn="l" rtl="0" fontAlgn="ctr">
                        <a:tabLst/>
                      </a:pPr>
                      <a:r>
                        <a:rPr lang="en-US" sz="1200" b="0" i="0" u="none" strike="noStrike">
                          <a:solidFill>
                            <a:srgbClr val="3F3F3F"/>
                          </a:solidFill>
                          <a:effectLst/>
                          <a:latin typeface="CVS Health Sans Medium" panose="020B0504020202020204" pitchFamily="34" charset="0"/>
                        </a:rPr>
                        <a:t>Standard Gross Profit 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62681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12700" indent="0">
                        <a:tabLst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SGP as % of Revenue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1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1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206742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12700" indent="0" algn="l" rtl="0" fontAlgn="ctr">
                        <a:tabLst/>
                      </a:pPr>
                      <a:r>
                        <a:rPr lang="en-US" sz="1200" b="0" i="0" u="none" strike="noStrike">
                          <a:solidFill>
                            <a:srgbClr val="3F3F3F"/>
                          </a:solidFill>
                          <a:effectLst/>
                          <a:latin typeface="CVS Health Sans Medium" panose="020B0504020202020204" pitchFamily="34" charset="0"/>
                        </a:rPr>
                        <a:t>Operating Expenses 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61518"/>
                  </a:ext>
                </a:extLst>
              </a:tr>
              <a:tr h="308796">
                <a:tc>
                  <a:txBody>
                    <a:bodyPr/>
                    <a:lstStyle/>
                    <a:p>
                      <a:pPr marL="12700" indent="0" algn="l" rtl="0" fontAlgn="ctr">
                        <a:tabLst/>
                      </a:pPr>
                      <a:r>
                        <a:rPr lang="en-US" sz="1200" b="0" i="0" u="none" strike="noStrike" err="1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OpEx</a:t>
                      </a:r>
                      <a:r>
                        <a:rPr lang="en-US" sz="1200" b="0" i="0" u="none" strike="noStrike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 % of Revenue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1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1" u="none" strike="noStrike">
                        <a:solidFill>
                          <a:srgbClr val="3F3F3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95733"/>
                  </a:ext>
                </a:extLst>
              </a:tr>
              <a:tr h="286142">
                <a:tc>
                  <a:txBody>
                    <a:bodyPr/>
                    <a:lstStyle/>
                    <a:p>
                      <a:pPr marL="12700" indent="0" algn="l" rtl="0" fontAlgn="ctr">
                        <a:tabLst/>
                      </a:pPr>
                      <a:r>
                        <a:rPr lang="en-US" sz="1200" b="0" i="0" u="none" strike="noStrike">
                          <a:solidFill>
                            <a:schemeClr val="tx2"/>
                          </a:solidFill>
                          <a:effectLst/>
                          <a:latin typeface="CVS Health Sans Medium" panose="020B0504020202020204" pitchFamily="34" charset="0"/>
                        </a:rPr>
                        <a:t>Adj. Operating Income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074702"/>
                  </a:ext>
                </a:extLst>
              </a:tr>
              <a:tr h="286142">
                <a:tc>
                  <a:txBody>
                    <a:bodyPr/>
                    <a:lstStyle/>
                    <a:p>
                      <a:pPr marL="127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Operating Margin %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4320" algn="l" defTabSz="457200" rtl="0" eaLnBrk="1" fontAlgn="ctr" latinLnBrk="0" hangingPunct="1"/>
                      <a:endParaRPr lang="en-US" sz="1200" i="1" kern="15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4320" algn="l" defTabSz="457200" rtl="0" eaLnBrk="1" fontAlgn="ctr" latinLnBrk="0" hangingPunct="1"/>
                      <a:endParaRPr lang="en-US" sz="1200" i="1" kern="15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4320" algn="l" defTabSz="457200" rtl="0" eaLnBrk="1" fontAlgn="ctr" latinLnBrk="0" hangingPunct="1"/>
                      <a:endParaRPr lang="en-US" sz="1200" i="1" kern="15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21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" indent="0">
                        <a:tabLst/>
                      </a:pPr>
                      <a:r>
                        <a:rPr lang="en-US" sz="1200" i="0">
                          <a:solidFill>
                            <a:srgbClr val="3F3F3F"/>
                          </a:solidFill>
                          <a:latin typeface="+mn-lt"/>
                        </a:rPr>
                        <a:t>Pharmacy Services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373707"/>
                  </a:ext>
                </a:extLst>
              </a:tr>
              <a:tr h="286142">
                <a:tc>
                  <a:txBody>
                    <a:bodyPr/>
                    <a:lstStyle/>
                    <a:p>
                      <a:pPr marL="127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Other HSS / HSS </a:t>
                      </a:r>
                      <a:r>
                        <a:rPr lang="en-US" sz="1200" i="0" kern="1500" err="1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Elims</a:t>
                      </a:r>
                      <a:endParaRPr lang="en-US" sz="1200" i="0" kern="1500">
                        <a:solidFill>
                          <a:srgbClr val="3F3F3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076707"/>
                  </a:ext>
                </a:extLst>
              </a:tr>
              <a:tr h="356862">
                <a:tc>
                  <a:txBody>
                    <a:bodyPr/>
                    <a:lstStyle/>
                    <a:p>
                      <a:pPr marL="127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SGA Expense %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96909"/>
                  </a:ext>
                </a:extLst>
              </a:tr>
              <a:tr h="286142">
                <a:tc>
                  <a:txBody>
                    <a:bodyPr/>
                    <a:lstStyle/>
                    <a:p>
                      <a:pPr marL="127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Adjusted Scripts (M)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733666"/>
                  </a:ext>
                </a:extLst>
              </a:tr>
              <a:tr h="286142">
                <a:tc>
                  <a:txBody>
                    <a:bodyPr/>
                    <a:lstStyle/>
                    <a:p>
                      <a:pPr marL="127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Membership (M)</a:t>
                      </a:r>
                    </a:p>
                  </a:txBody>
                  <a:tcPr marR="4572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5720" marR="45720" anchor="b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028030"/>
                  </a:ext>
                </a:extLst>
              </a:tr>
            </a:tbl>
          </a:graphicData>
        </a:graphic>
      </p:graphicFrame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BE1CFD-3D39-5F71-EA7C-AE5DBAAF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5988" y="1524905"/>
            <a:ext cx="3902925" cy="4339527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090F8B-88F2-3904-D0C0-9ABCB8525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9468" y="1771650"/>
            <a:ext cx="3255963" cy="3981450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0A4B8C"/>
                </a:solidFill>
              </a:rPr>
              <a:t>Key Highlights</a:t>
            </a:r>
          </a:p>
          <a:p>
            <a:r>
              <a:rPr lang="en-US" sz="1400" dirty="0">
                <a:latin typeface="+mn-lt"/>
              </a:rPr>
              <a:t>February quarter-to-date versus budget: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Driver 1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Driver 2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Driver 3</a:t>
            </a:r>
          </a:p>
          <a:p>
            <a:r>
              <a:rPr lang="en-US" sz="1400" dirty="0">
                <a:latin typeface="+mn-lt"/>
              </a:rPr>
              <a:t>February quarter-to-date results increase / (decrease) vs. prior year driven by: xxx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EF5005-DD0E-DD10-0B64-3BC479C5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19401" y="2166238"/>
            <a:ext cx="1643270" cy="0"/>
          </a:xfrm>
          <a:prstGeom prst="line">
            <a:avLst/>
          </a:prstGeom>
          <a:ln w="19050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6F721-E1ED-3A9C-ED55-A3CE2CDB88F2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BF860A-1E13-D8AB-6C3E-6D82E1987DC7}"/>
              </a:ext>
            </a:extLst>
          </p:cNvPr>
          <p:cNvGrpSpPr/>
          <p:nvPr/>
        </p:nvGrpSpPr>
        <p:grpSpPr>
          <a:xfrm>
            <a:off x="2671012" y="1300246"/>
            <a:ext cx="1549667" cy="167125"/>
            <a:chOff x="4787237" y="2584487"/>
            <a:chExt cx="2597249" cy="28010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3777971-2F93-9212-0208-63300E11A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87237" y="2728585"/>
              <a:ext cx="1061814" cy="0"/>
            </a:xfrm>
            <a:prstGeom prst="line">
              <a:avLst/>
            </a:prstGeom>
            <a:noFill/>
            <a:ln w="25400" cap="flat" cmpd="sng" algn="ctr">
              <a:solidFill>
                <a:srgbClr val="0A4B8C"/>
              </a:solidFill>
              <a:prstDash val="solid"/>
            </a:ln>
            <a:effectLst/>
          </p:spPr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613539-0E4C-B9A1-6102-D473D973C1C7}"/>
                </a:ext>
              </a:extLst>
            </p:cNvPr>
            <p:cNvGrpSpPr/>
            <p:nvPr userDrawn="1"/>
          </p:nvGrpSpPr>
          <p:grpSpPr>
            <a:xfrm>
              <a:off x="5925538" y="2584487"/>
              <a:ext cx="337747" cy="280103"/>
              <a:chOff x="3849920" y="1378980"/>
              <a:chExt cx="1079894" cy="895586"/>
            </a:xfrm>
          </p:grpSpPr>
          <p:pic>
            <p:nvPicPr>
              <p:cNvPr id="18" name="Graphic 6">
                <a:extLst>
                  <a:ext uri="{FF2B5EF4-FFF2-40B4-BE49-F238E27FC236}">
                    <a16:creationId xmlns:a16="http://schemas.microsoft.com/office/drawing/2014/main" id="{AA58BDC9-5D6E-F793-1CF6-08F849AEC33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51115" y="1378980"/>
                <a:ext cx="1078699" cy="895586"/>
              </a:xfrm>
              <a:prstGeom prst="rect">
                <a:avLst/>
              </a:prstGeom>
            </p:spPr>
          </p:pic>
          <p:pic>
            <p:nvPicPr>
              <p:cNvPr id="19" name="Graphic 7">
                <a:extLst>
                  <a:ext uri="{FF2B5EF4-FFF2-40B4-BE49-F238E27FC236}">
                    <a16:creationId xmlns:a16="http://schemas.microsoft.com/office/drawing/2014/main" id="{4154F3F6-CC29-5F67-5052-BC55ADFA240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849920" y="1378980"/>
                <a:ext cx="1078698" cy="895586"/>
              </a:xfrm>
              <a:custGeom>
                <a:avLst/>
                <a:gdLst>
                  <a:gd name="connsiteX0" fmla="*/ 543464 w 1078699"/>
                  <a:gd name="connsiteY0" fmla="*/ 0 h 895586"/>
                  <a:gd name="connsiteX1" fmla="*/ 1078699 w 1078699"/>
                  <a:gd name="connsiteY1" fmla="*/ 0 h 895586"/>
                  <a:gd name="connsiteX2" fmla="*/ 1078699 w 1078699"/>
                  <a:gd name="connsiteY2" fmla="*/ 895586 h 895586"/>
                  <a:gd name="connsiteX3" fmla="*/ 543464 w 1078699"/>
                  <a:gd name="connsiteY3" fmla="*/ 895586 h 895586"/>
                  <a:gd name="connsiteX4" fmla="*/ 0 w 1078699"/>
                  <a:gd name="connsiteY4" fmla="*/ 0 h 895586"/>
                  <a:gd name="connsiteX5" fmla="*/ 2103 w 1078699"/>
                  <a:gd name="connsiteY5" fmla="*/ 0 h 895586"/>
                  <a:gd name="connsiteX6" fmla="*/ 2103 w 1078699"/>
                  <a:gd name="connsiteY6" fmla="*/ 895586 h 895586"/>
                  <a:gd name="connsiteX7" fmla="*/ 0 w 1078699"/>
                  <a:gd name="connsiteY7" fmla="*/ 895586 h 8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8699" h="895586">
                    <a:moveTo>
                      <a:pt x="543464" y="0"/>
                    </a:moveTo>
                    <a:lnTo>
                      <a:pt x="1078699" y="0"/>
                    </a:lnTo>
                    <a:lnTo>
                      <a:pt x="1078699" y="895586"/>
                    </a:lnTo>
                    <a:lnTo>
                      <a:pt x="543464" y="895586"/>
                    </a:lnTo>
                    <a:close/>
                    <a:moveTo>
                      <a:pt x="0" y="0"/>
                    </a:moveTo>
                    <a:lnTo>
                      <a:pt x="2103" y="0"/>
                    </a:lnTo>
                    <a:lnTo>
                      <a:pt x="2103" y="895586"/>
                    </a:lnTo>
                    <a:lnTo>
                      <a:pt x="0" y="895586"/>
                    </a:lnTo>
                    <a:close/>
                  </a:path>
                </a:pathLst>
              </a:custGeom>
            </p:spPr>
          </p:pic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CC8E91-FAE5-936A-B2C8-E6423EC61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10182" y="2724538"/>
              <a:ext cx="1074304" cy="0"/>
            </a:xfrm>
            <a:prstGeom prst="line">
              <a:avLst/>
            </a:prstGeom>
            <a:noFill/>
            <a:ln w="25400" cap="flat" cmpd="sng" algn="ctr">
              <a:solidFill>
                <a:srgbClr val="0A4B8C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7397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133D-E77A-47D3-2FED-C94A07CE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AAFA-92F9-A237-45ED-45AF46B7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49" y="686786"/>
            <a:ext cx="11038539" cy="448644"/>
          </a:xfrm>
        </p:spPr>
        <p:txBody>
          <a:bodyPr/>
          <a:lstStyle/>
          <a:p>
            <a:r>
              <a:rPr lang="en-US"/>
              <a:t>Chart slide title – CVS Health Sans Medium, 26 - 32 point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C761ED-22FB-19B5-114A-069481D7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374" y="1524905"/>
            <a:ext cx="3902925" cy="4339527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CFA277-20AB-12D0-B0E4-29447177A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6" y="1686640"/>
            <a:ext cx="3460367" cy="3981450"/>
          </a:xfrm>
        </p:spPr>
        <p:txBody>
          <a:bodyPr/>
          <a:lstStyle/>
          <a:p>
            <a:pPr algn="ctr" defTabSz="457200">
              <a:lnSpc>
                <a:spcPct val="110000"/>
              </a:lnSpc>
              <a:defRPr/>
            </a:pPr>
            <a:r>
              <a:rPr lang="en-US" sz="1800" dirty="0">
                <a:solidFill>
                  <a:srgbClr val="0A4B8C"/>
                </a:solidFill>
              </a:rPr>
              <a:t>Call out box</a:t>
            </a:r>
          </a:p>
          <a:p>
            <a:pPr fontAlgn="ctr">
              <a:defRPr/>
            </a:pPr>
            <a:r>
              <a:rPr lang="en-US" sz="1600" b="1" dirty="0">
                <a:latin typeface="CVS Health Sans" panose="020B0504020202020204" pitchFamily="34" charset="0"/>
              </a:rPr>
              <a:t>Subhead</a:t>
            </a:r>
          </a:p>
          <a:p>
            <a:pPr>
              <a:defRPr/>
            </a:pPr>
            <a:r>
              <a:rPr lang="en-US" sz="1600" dirty="0">
                <a:latin typeface="CVS Health Sans" panose="020B0504020202020204" pitchFamily="34" charset="0"/>
              </a:rPr>
              <a:t>Use the bold copy above for an opening statement, then this body copy for further explanation. Actions and next steps can be in the column to the right.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31F545-57E0-6F5B-2690-41BBD3C86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16838" y="2107096"/>
            <a:ext cx="1643270" cy="0"/>
          </a:xfrm>
          <a:prstGeom prst="line">
            <a:avLst/>
          </a:prstGeom>
          <a:ln w="12700" cmpd="sng">
            <a:solidFill>
              <a:srgbClr val="71C0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110BA16-0E4D-9D04-A4D2-6A1E2E38B408}"/>
              </a:ext>
            </a:extLst>
          </p:cNvPr>
          <p:cNvSpPr txBox="1">
            <a:spLocks/>
          </p:cNvSpPr>
          <p:nvPr/>
        </p:nvSpPr>
        <p:spPr>
          <a:xfrm>
            <a:off x="6446107" y="1685820"/>
            <a:ext cx="3433191" cy="3069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A4B8C"/>
                </a:solidFill>
                <a:latin typeface="CVS Health Sans Medium" panose="020B0504020202020204" pitchFamily="34" charset="0"/>
              </a:rPr>
              <a:t>Chart Title</a:t>
            </a:r>
          </a:p>
        </p:txBody>
      </p:sp>
      <p:graphicFrame>
        <p:nvGraphicFramePr>
          <p:cNvPr id="4" name="Clustered Column" descr="Chart">
            <a:extLst>
              <a:ext uri="{FF2B5EF4-FFF2-40B4-BE49-F238E27FC236}">
                <a16:creationId xmlns:a16="http://schemas.microsoft.com/office/drawing/2014/main" id="{7A229FD3-CEF7-B407-FC67-75E95B947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525012"/>
              </p:ext>
            </p:extLst>
          </p:nvPr>
        </p:nvGraphicFramePr>
        <p:xfrm>
          <a:off x="4706491" y="2117672"/>
          <a:ext cx="6912422" cy="3792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3F4BB-F841-045B-482E-A4265F82FE2A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</p:spTree>
    <p:extLst>
      <p:ext uri="{BB962C8B-B14F-4D97-AF65-F5344CB8AC3E}">
        <p14:creationId xmlns:p14="http://schemas.microsoft.com/office/powerpoint/2010/main" val="581467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8E06-B7CD-2278-718B-45C5998F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9F8-9C36-70CF-AEE9-42E0F501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49" y="685800"/>
            <a:ext cx="11249676" cy="447445"/>
          </a:xfrm>
        </p:spPr>
        <p:txBody>
          <a:bodyPr/>
          <a:lstStyle/>
          <a:p>
            <a:r>
              <a:rPr lang="en-US"/>
              <a:t>Chart slide title – CVS Health Sans Medium, 26 - 32 point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FDA15A-8A6B-8305-6850-CCBFD37F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 bwMode="gray">
          <a:xfrm>
            <a:off x="1068034" y="1849687"/>
            <a:ext cx="3595878" cy="3595878"/>
          </a:xfrm>
          <a:prstGeom prst="ellipse">
            <a:avLst/>
          </a:prstGeom>
          <a:noFill/>
          <a:ln w="12700">
            <a:solidFill>
              <a:srgbClr val="8EBAE6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lang="en-US" sz="1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7800" indent="-17780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29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5938" indent="-173038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7388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60425" indent="-173038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31875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3325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20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0A2E67C-B7E4-B853-7337-41B4AD2A5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073" y="2161726"/>
            <a:ext cx="2971800" cy="2971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anchor="ctr"/>
          <a:lstStyle/>
          <a:p>
            <a:pPr algn="ctr"/>
            <a:r>
              <a:rPr lang="en-US" sz="7200" b="0" dirty="0">
                <a:solidFill>
                  <a:srgbClr val="0A4B8C"/>
                </a:solidFill>
              </a:rPr>
              <a:t>XX</a:t>
            </a:r>
            <a:endParaRPr lang="en-US" sz="3600" b="0" dirty="0">
              <a:solidFill>
                <a:srgbClr val="0A4B8C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rgbClr val="0A4B8C"/>
                </a:solidFill>
              </a:rPr>
              <a:t>Lorem ipsum dolor sit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1F5FF8-7322-BB95-543B-3361950C1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360386" y="1908350"/>
            <a:ext cx="1244377" cy="723315"/>
          </a:xfrm>
          <a:prstGeom prst="line">
            <a:avLst/>
          </a:prstGeom>
          <a:ln w="12700" cap="rnd" cmpd="sng">
            <a:solidFill>
              <a:srgbClr val="8EBAE6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94D8CE-C0BE-FE2A-DFBE-5459FF4D1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49985" y="4804247"/>
            <a:ext cx="1226141" cy="594815"/>
          </a:xfrm>
          <a:prstGeom prst="line">
            <a:avLst/>
          </a:prstGeom>
          <a:ln w="12700" cap="rnd" cmpd="sng">
            <a:solidFill>
              <a:srgbClr val="8EBAE6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861743-2638-EE9C-C276-F73B476C3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624889" y="3047068"/>
            <a:ext cx="1412676" cy="187775"/>
          </a:xfrm>
          <a:prstGeom prst="line">
            <a:avLst/>
          </a:prstGeom>
          <a:ln w="12700" cap="rnd" cmpd="sng">
            <a:solidFill>
              <a:srgbClr val="8EBAE6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957CCC-56B7-6346-7AC2-343215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24889" y="4030371"/>
            <a:ext cx="1431199" cy="190191"/>
          </a:xfrm>
          <a:prstGeom prst="line">
            <a:avLst/>
          </a:prstGeom>
          <a:ln w="12700" cap="rnd" cmpd="sng">
            <a:solidFill>
              <a:srgbClr val="8EBAE6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F0B98AD-DC4B-55B1-E052-C9C2444BE0C8}"/>
              </a:ext>
            </a:extLst>
          </p:cNvPr>
          <p:cNvSpPr txBox="1">
            <a:spLocks/>
          </p:cNvSpPr>
          <p:nvPr/>
        </p:nvSpPr>
        <p:spPr bwMode="gray">
          <a:xfrm>
            <a:off x="5130054" y="1504020"/>
            <a:ext cx="5658317" cy="8350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0" tIns="182880" rIns="182880" bIns="182880" rtlCol="0" anchor="ctr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solidFill>
                  <a:schemeClr val="tx2"/>
                </a:solidFill>
              </a:rPr>
              <a:t>Quisque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facilisis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metus</a:t>
            </a:r>
            <a:r>
              <a:rPr lang="en-US" sz="1600">
                <a:solidFill>
                  <a:schemeClr val="tx2"/>
                </a:solidFill>
              </a:rPr>
              <a:t> et </a:t>
            </a:r>
            <a:r>
              <a:rPr lang="en-US" sz="1600" err="1">
                <a:solidFill>
                  <a:schemeClr val="tx2"/>
                </a:solidFill>
              </a:rPr>
              <a:t>commodo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iaculis</a:t>
            </a:r>
            <a:r>
              <a:rPr lang="en-US" sz="1600">
                <a:solidFill>
                  <a:schemeClr val="tx2"/>
                </a:solidFill>
              </a:rPr>
              <a:t>. Nunc in </a:t>
            </a:r>
            <a:r>
              <a:rPr lang="en-US" sz="1600" err="1">
                <a:solidFill>
                  <a:schemeClr val="tx2"/>
                </a:solidFill>
              </a:rPr>
              <a:t>mollis</a:t>
            </a:r>
            <a:r>
              <a:rPr lang="en-US" sz="1600">
                <a:solidFill>
                  <a:schemeClr val="tx2"/>
                </a:solidFill>
              </a:rPr>
              <a:t> sem.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D0404A-EC6B-129B-CD4B-7C4A57D4D4B8}"/>
              </a:ext>
            </a:extLst>
          </p:cNvPr>
          <p:cNvSpPr/>
          <p:nvPr/>
        </p:nvSpPr>
        <p:spPr bwMode="gray">
          <a:xfrm>
            <a:off x="5130054" y="1506125"/>
            <a:ext cx="835015" cy="835015"/>
          </a:xfrm>
          <a:prstGeom prst="roundRect">
            <a:avLst>
              <a:gd name="adj" fmla="val 50000"/>
            </a:avLst>
          </a:prstGeom>
          <a:solidFill>
            <a:srgbClr val="267AC0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XX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3E27327-8E9B-137C-94E9-BEE1DBDE4FF9}"/>
              </a:ext>
            </a:extLst>
          </p:cNvPr>
          <p:cNvSpPr txBox="1">
            <a:spLocks/>
          </p:cNvSpPr>
          <p:nvPr/>
        </p:nvSpPr>
        <p:spPr bwMode="gray">
          <a:xfrm>
            <a:off x="5604763" y="2629560"/>
            <a:ext cx="5658317" cy="8350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0" tIns="182880" rIns="182880" bIns="182880" rtlCol="0" anchor="ctr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solidFill>
                  <a:schemeClr val="tx2"/>
                </a:solidFill>
              </a:rPr>
              <a:t>Quisque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facilisis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metus</a:t>
            </a:r>
            <a:r>
              <a:rPr lang="en-US" sz="1600">
                <a:solidFill>
                  <a:schemeClr val="tx2"/>
                </a:solidFill>
              </a:rPr>
              <a:t> et </a:t>
            </a:r>
            <a:r>
              <a:rPr lang="en-US" sz="1600" err="1">
                <a:solidFill>
                  <a:schemeClr val="tx2"/>
                </a:solidFill>
              </a:rPr>
              <a:t>commodo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iaculis</a:t>
            </a:r>
            <a:r>
              <a:rPr lang="en-US" sz="1600">
                <a:solidFill>
                  <a:schemeClr val="tx2"/>
                </a:solidFill>
              </a:rPr>
              <a:t>. Nunc in </a:t>
            </a:r>
            <a:r>
              <a:rPr lang="en-US" sz="1600" err="1">
                <a:solidFill>
                  <a:schemeClr val="tx2"/>
                </a:solidFill>
              </a:rPr>
              <a:t>mollis</a:t>
            </a:r>
            <a:r>
              <a:rPr lang="en-US" sz="1600">
                <a:solidFill>
                  <a:schemeClr val="tx2"/>
                </a:solidFill>
              </a:rPr>
              <a:t> sem.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1FA5FA-2880-A376-0498-413C01DFB82C}"/>
              </a:ext>
            </a:extLst>
          </p:cNvPr>
          <p:cNvSpPr/>
          <p:nvPr/>
        </p:nvSpPr>
        <p:spPr bwMode="gray">
          <a:xfrm>
            <a:off x="5604763" y="2631665"/>
            <a:ext cx="835015" cy="835015"/>
          </a:xfrm>
          <a:prstGeom prst="roundRect">
            <a:avLst>
              <a:gd name="adj" fmla="val 50000"/>
            </a:avLst>
          </a:prstGeom>
          <a:solidFill>
            <a:srgbClr val="267AC0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XX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42ABF89C-D138-3394-B285-7F2BEB4261A3}"/>
              </a:ext>
            </a:extLst>
          </p:cNvPr>
          <p:cNvSpPr txBox="1">
            <a:spLocks/>
          </p:cNvSpPr>
          <p:nvPr/>
        </p:nvSpPr>
        <p:spPr bwMode="gray">
          <a:xfrm>
            <a:off x="5634770" y="3806713"/>
            <a:ext cx="5658317" cy="8350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0" tIns="182880" rIns="182880" bIns="182880" rtlCol="0" anchor="ctr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solidFill>
                  <a:schemeClr val="tx2"/>
                </a:solidFill>
              </a:rPr>
              <a:t>Quisque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facilisis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metus</a:t>
            </a:r>
            <a:r>
              <a:rPr lang="en-US" sz="1600">
                <a:solidFill>
                  <a:schemeClr val="tx2"/>
                </a:solidFill>
              </a:rPr>
              <a:t> et </a:t>
            </a:r>
            <a:r>
              <a:rPr lang="en-US" sz="1600" err="1">
                <a:solidFill>
                  <a:schemeClr val="tx2"/>
                </a:solidFill>
              </a:rPr>
              <a:t>commodo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iaculis</a:t>
            </a:r>
            <a:r>
              <a:rPr lang="en-US" sz="1600">
                <a:solidFill>
                  <a:schemeClr val="tx2"/>
                </a:solidFill>
              </a:rPr>
              <a:t>. Nunc in </a:t>
            </a:r>
            <a:r>
              <a:rPr lang="en-US" sz="1600" err="1">
                <a:solidFill>
                  <a:schemeClr val="tx2"/>
                </a:solidFill>
              </a:rPr>
              <a:t>mollis</a:t>
            </a:r>
            <a:r>
              <a:rPr lang="en-US" sz="1600">
                <a:solidFill>
                  <a:schemeClr val="tx2"/>
                </a:solidFill>
              </a:rPr>
              <a:t> sem.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60C65AC-DC6B-1C89-F631-BFAC454D817E}"/>
              </a:ext>
            </a:extLst>
          </p:cNvPr>
          <p:cNvSpPr/>
          <p:nvPr/>
        </p:nvSpPr>
        <p:spPr bwMode="gray">
          <a:xfrm>
            <a:off x="5634770" y="3808818"/>
            <a:ext cx="835015" cy="835015"/>
          </a:xfrm>
          <a:prstGeom prst="roundRect">
            <a:avLst>
              <a:gd name="adj" fmla="val 50000"/>
            </a:avLst>
          </a:prstGeom>
          <a:solidFill>
            <a:srgbClr val="267AC0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XX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B7C46D0A-4741-1E39-7833-441EA8270205}"/>
              </a:ext>
            </a:extLst>
          </p:cNvPr>
          <p:cNvSpPr txBox="1">
            <a:spLocks/>
          </p:cNvSpPr>
          <p:nvPr/>
        </p:nvSpPr>
        <p:spPr bwMode="gray">
          <a:xfrm>
            <a:off x="5130054" y="5014267"/>
            <a:ext cx="5658317" cy="8350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0" tIns="182880" rIns="182880" bIns="182880" rtlCol="0" anchor="ctr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solidFill>
                  <a:schemeClr val="tx2"/>
                </a:solidFill>
              </a:rPr>
              <a:t>Quisque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facilisis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metus</a:t>
            </a:r>
            <a:r>
              <a:rPr lang="en-US" sz="1600">
                <a:solidFill>
                  <a:schemeClr val="tx2"/>
                </a:solidFill>
              </a:rPr>
              <a:t> et </a:t>
            </a:r>
            <a:r>
              <a:rPr lang="en-US" sz="1600" err="1">
                <a:solidFill>
                  <a:schemeClr val="tx2"/>
                </a:solidFill>
              </a:rPr>
              <a:t>commodo</a:t>
            </a:r>
            <a:r>
              <a:rPr lang="en-US" sz="1600">
                <a:solidFill>
                  <a:schemeClr val="tx2"/>
                </a:solidFill>
              </a:rPr>
              <a:t> </a:t>
            </a:r>
            <a:r>
              <a:rPr lang="en-US" sz="1600" err="1">
                <a:solidFill>
                  <a:schemeClr val="tx2"/>
                </a:solidFill>
              </a:rPr>
              <a:t>iaculis</a:t>
            </a:r>
            <a:r>
              <a:rPr lang="en-US" sz="1600">
                <a:solidFill>
                  <a:schemeClr val="tx2"/>
                </a:solidFill>
              </a:rPr>
              <a:t>. Nunc in </a:t>
            </a:r>
            <a:r>
              <a:rPr lang="en-US" sz="1600" err="1">
                <a:solidFill>
                  <a:schemeClr val="tx2"/>
                </a:solidFill>
              </a:rPr>
              <a:t>mollis</a:t>
            </a:r>
            <a:r>
              <a:rPr lang="en-US" sz="1600">
                <a:solidFill>
                  <a:schemeClr val="tx2"/>
                </a:solidFill>
              </a:rPr>
              <a:t> sem.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1193C7E-33B1-7220-776A-E0D355A6BF61}"/>
              </a:ext>
            </a:extLst>
          </p:cNvPr>
          <p:cNvSpPr/>
          <p:nvPr/>
        </p:nvSpPr>
        <p:spPr bwMode="gray">
          <a:xfrm>
            <a:off x="5130054" y="5016372"/>
            <a:ext cx="835015" cy="835015"/>
          </a:xfrm>
          <a:prstGeom prst="roundRect">
            <a:avLst>
              <a:gd name="adj" fmla="val 50000"/>
            </a:avLst>
          </a:prstGeom>
          <a:solidFill>
            <a:srgbClr val="267AC0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XX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60B9A-7E79-1776-0B58-86608DABEC0F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</p:spTree>
    <p:extLst>
      <p:ext uri="{BB962C8B-B14F-4D97-AF65-F5344CB8AC3E}">
        <p14:creationId xmlns:p14="http://schemas.microsoft.com/office/powerpoint/2010/main" val="1084203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F459-53FF-45D6-F495-34464CF1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2048-62D4-1220-4E0E-68B43D58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49" y="688047"/>
            <a:ext cx="11249676" cy="447445"/>
          </a:xfrm>
        </p:spPr>
        <p:txBody>
          <a:bodyPr/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Medium" panose="020B0504020202020204" pitchFamily="34" charset="0"/>
                <a:ea typeface="+mj-ea"/>
                <a:cs typeface="+mj-cs"/>
              </a:rPr>
              <a:t>Chart slide title – CVS Health Sans Medium, 26 - 32 point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Medium" panose="020B0504020202020204" pitchFamily="34" charset="0"/>
                <a:ea typeface="+mj-ea"/>
                <a:cs typeface="+mj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  <a:ea typeface="+mj-ea"/>
                <a:cs typeface="+mj-cs"/>
              </a:rPr>
              <a:t>Chart slide subtitle – CVS Health Sans Light, 18 point, Dark Grey, Text 2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B4CF0BC-709A-13B4-BF17-98CEF3FEF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032" y="1624921"/>
            <a:ext cx="5675024" cy="4339527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32" name="object 23">
            <a:extLst>
              <a:ext uri="{FF2B5EF4-FFF2-40B4-BE49-F238E27FC236}">
                <a16:creationId xmlns:a16="http://schemas.microsoft.com/office/drawing/2014/main" id="{E224E695-1266-E768-C2C0-4FC1CDB008E2}"/>
              </a:ext>
            </a:extLst>
          </p:cNvPr>
          <p:cNvSpPr txBox="1"/>
          <p:nvPr/>
        </p:nvSpPr>
        <p:spPr>
          <a:xfrm>
            <a:off x="469769" y="2037809"/>
            <a:ext cx="1235075" cy="4493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" marR="0" lvl="0" indent="0" algn="ctr" defTabSz="914400" eaLnBrk="1" fontAlgn="auto" latinLnBrk="0" hangingPunct="1">
              <a:lnSpc>
                <a:spcPct val="9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Point </a:t>
            </a:r>
            <a:b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</a:br>
            <a: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one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VS Health Sans"/>
              <a:cs typeface="CVS Health Sans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16D7000C-BB48-BEB7-4722-CDB480D6DD52}"/>
              </a:ext>
            </a:extLst>
          </p:cNvPr>
          <p:cNvSpPr txBox="1"/>
          <p:nvPr/>
        </p:nvSpPr>
        <p:spPr>
          <a:xfrm>
            <a:off x="4597371" y="2037809"/>
            <a:ext cx="1290955" cy="4493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" marR="0" lvl="0" indent="0" algn="ctr" defTabSz="914400" eaLnBrk="1" fontAlgn="auto" latinLnBrk="0" hangingPunct="1">
              <a:lnSpc>
                <a:spcPct val="9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Point </a:t>
            </a:r>
            <a:b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</a:br>
            <a: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two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VS Health Sans"/>
              <a:cs typeface="CVS Health Sans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AEC58990-DC10-223F-FED7-37CBAF733CE6}"/>
              </a:ext>
            </a:extLst>
          </p:cNvPr>
          <p:cNvSpPr txBox="1"/>
          <p:nvPr/>
        </p:nvSpPr>
        <p:spPr>
          <a:xfrm>
            <a:off x="504821" y="4879326"/>
            <a:ext cx="1259205" cy="449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marR="0" lvl="0" indent="0" algn="ctr" defTabSz="914400" eaLnBrk="1" fontAlgn="auto" latinLnBrk="0" hangingPunct="1">
              <a:lnSpc>
                <a:spcPct val="9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Point </a:t>
            </a:r>
            <a:b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</a:br>
            <a:r>
              <a:rPr kumimoji="0" lang="en-US" sz="1600" b="1" i="0" u="none" strike="noStrike" kern="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four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VS Health Sans"/>
              <a:cs typeface="CVS Health Sans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10C78AA3-BCD0-C582-3EE4-D2107F30CEE3}"/>
              </a:ext>
            </a:extLst>
          </p:cNvPr>
          <p:cNvSpPr txBox="1"/>
          <p:nvPr/>
        </p:nvSpPr>
        <p:spPr>
          <a:xfrm>
            <a:off x="4802221" y="4918118"/>
            <a:ext cx="1204595" cy="4621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" marR="0" lvl="0" indent="0" algn="ctr" defTabSz="914400" eaLnBrk="1" fontAlgn="auto" latinLnBrk="0" hangingPunct="1">
              <a:lnSpc>
                <a:spcPct val="9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Point </a:t>
            </a:r>
            <a:b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</a:br>
            <a:r>
              <a:rPr kumimoji="0" lang="en-US" sz="1600" b="1" i="0" u="none" strike="noStrike" kern="0" cap="none" spc="-1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VS Health Sans"/>
                <a:cs typeface="CVS Health Sans"/>
              </a:rPr>
              <a:t>three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VS Health Sans"/>
              <a:cs typeface="CVS Health Sa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34EEAA-FC4C-30B2-1D48-D83699D7B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747" y="2009150"/>
            <a:ext cx="4953595" cy="3783603"/>
          </a:xfrm>
        </p:spPr>
        <p:txBody>
          <a:bodyPr/>
          <a:lstStyle/>
          <a:p>
            <a:pPr lvl="0">
              <a:spcAft>
                <a:spcPts val="800"/>
              </a:spcAft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 </a:t>
            </a:r>
            <a:r>
              <a:rPr lang="en-US" sz="1200" dirty="0" err="1">
                <a:latin typeface="+mn-lt"/>
              </a:rPr>
              <a:t>Etiam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ornare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risus</a:t>
            </a:r>
            <a:r>
              <a:rPr lang="en-US" sz="1200" dirty="0">
                <a:latin typeface="+mn-lt"/>
              </a:rPr>
              <a:t>, et </a:t>
            </a:r>
            <a:r>
              <a:rPr lang="en-US" sz="1200" dirty="0" err="1">
                <a:latin typeface="+mn-lt"/>
              </a:rPr>
              <a:t>dapibus</a:t>
            </a:r>
            <a:r>
              <a:rPr lang="en-US" sz="1200" dirty="0">
                <a:latin typeface="+mn-lt"/>
              </a:rPr>
              <a:t> ipsum </a:t>
            </a:r>
            <a:r>
              <a:rPr lang="en-US" sz="1200" dirty="0" err="1">
                <a:latin typeface="+mn-lt"/>
              </a:rPr>
              <a:t>aliquam</a:t>
            </a:r>
            <a:r>
              <a:rPr lang="en-US" sz="1200" dirty="0">
                <a:latin typeface="+mn-lt"/>
              </a:rPr>
              <a:t> id. </a:t>
            </a:r>
            <a:r>
              <a:rPr lang="en-US" sz="1200" dirty="0" err="1">
                <a:latin typeface="+mn-lt"/>
              </a:rPr>
              <a:t>Quisque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enim</a:t>
            </a:r>
            <a:r>
              <a:rPr lang="en-US" sz="1200" dirty="0">
                <a:latin typeface="+mn-lt"/>
              </a:rPr>
              <a:t> a </a:t>
            </a:r>
            <a:r>
              <a:rPr lang="en-US" sz="1200" dirty="0" err="1">
                <a:latin typeface="+mn-lt"/>
              </a:rPr>
              <a:t>tellus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congue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err="1">
                <a:latin typeface="+mn-lt"/>
              </a:rPr>
              <a:t>quis</a:t>
            </a:r>
            <a:r>
              <a:rPr lang="en-US" sz="1200" dirty="0">
                <a:latin typeface="+mn-lt"/>
              </a:rPr>
              <a:t> lacinia </a:t>
            </a:r>
            <a:r>
              <a:rPr lang="en-US" sz="1200" dirty="0" err="1">
                <a:latin typeface="+mn-lt"/>
              </a:rPr>
              <a:t>felis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suscipit</a:t>
            </a:r>
            <a:r>
              <a:rPr lang="en-US" sz="1200" dirty="0">
                <a:latin typeface="+mn-lt"/>
              </a:rPr>
              <a:t>. Sed in </a:t>
            </a:r>
            <a:r>
              <a:rPr lang="en-US" sz="1200" dirty="0" err="1">
                <a:latin typeface="+mn-lt"/>
              </a:rPr>
              <a:t>bibendum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orcic</a:t>
            </a:r>
            <a:endParaRPr lang="en-US" sz="1200" dirty="0">
              <a:latin typeface="+mn-lt"/>
            </a:endParaRPr>
          </a:p>
          <a:p>
            <a:pPr lvl="0">
              <a:spcBef>
                <a:spcPts val="0"/>
              </a:spcBef>
              <a:spcAft>
                <a:spcPts val="800"/>
              </a:spcAft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</a:t>
            </a:r>
            <a:endParaRPr lang="en-US" sz="1400" dirty="0">
              <a:latin typeface="CVS Health Sans" panose="020B0504020202020204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err="1">
                <a:latin typeface="+mn-lt"/>
              </a:rPr>
              <a:t>Etiam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ornare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risus</a:t>
            </a:r>
            <a:r>
              <a:rPr lang="en-US" sz="1200" dirty="0">
                <a:latin typeface="+mn-lt"/>
              </a:rPr>
              <a:t>,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+mn-lt"/>
              </a:rPr>
              <a:t>et </a:t>
            </a:r>
            <a:r>
              <a:rPr lang="en-US" sz="1200" dirty="0" err="1">
                <a:latin typeface="+mn-lt"/>
              </a:rPr>
              <a:t>dapibus</a:t>
            </a:r>
            <a:r>
              <a:rPr lang="en-US" sz="1200" dirty="0">
                <a:latin typeface="+mn-lt"/>
              </a:rPr>
              <a:t> ipsum </a:t>
            </a:r>
            <a:r>
              <a:rPr lang="en-US" sz="1200" dirty="0" err="1">
                <a:latin typeface="+mn-lt"/>
              </a:rPr>
              <a:t>aliquam</a:t>
            </a:r>
            <a:r>
              <a:rPr lang="en-US" sz="1200" dirty="0">
                <a:latin typeface="+mn-lt"/>
              </a:rPr>
              <a:t> id.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err="1">
                <a:latin typeface="+mn-lt"/>
              </a:rPr>
              <a:t>Quisque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enim</a:t>
            </a:r>
            <a:r>
              <a:rPr lang="en-US" sz="1200" dirty="0">
                <a:latin typeface="+mn-lt"/>
              </a:rPr>
              <a:t> a </a:t>
            </a:r>
            <a:r>
              <a:rPr lang="en-US" sz="1200" dirty="0" err="1">
                <a:latin typeface="+mn-lt"/>
              </a:rPr>
              <a:t>tellus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congue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 </a:t>
            </a:r>
            <a:r>
              <a:rPr lang="en-US" sz="1200" dirty="0" err="1">
                <a:latin typeface="+mn-lt"/>
              </a:rPr>
              <a:t>Etiam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ornare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risus</a:t>
            </a:r>
            <a:r>
              <a:rPr lang="en-US" sz="1200" dirty="0">
                <a:latin typeface="+mn-lt"/>
              </a:rPr>
              <a:t>, et </a:t>
            </a:r>
            <a:r>
              <a:rPr lang="en-US" sz="1200" dirty="0" err="1">
                <a:latin typeface="+mn-lt"/>
              </a:rPr>
              <a:t>dapibus</a:t>
            </a:r>
            <a:r>
              <a:rPr lang="en-US" sz="1200" dirty="0">
                <a:latin typeface="+mn-lt"/>
              </a:rPr>
              <a:t> ipsum </a:t>
            </a:r>
            <a:r>
              <a:rPr lang="en-US" sz="1200" dirty="0" err="1">
                <a:latin typeface="+mn-lt"/>
              </a:rPr>
              <a:t>aliquam</a:t>
            </a:r>
            <a:r>
              <a:rPr lang="en-US" sz="1200" dirty="0">
                <a:latin typeface="+mn-lt"/>
              </a:rPr>
              <a:t> id. </a:t>
            </a:r>
            <a:r>
              <a:rPr lang="en-US" sz="1200" dirty="0" err="1">
                <a:latin typeface="+mn-lt"/>
              </a:rPr>
              <a:t>Quisque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enim</a:t>
            </a:r>
            <a:r>
              <a:rPr lang="en-US" sz="1200" dirty="0">
                <a:latin typeface="+mn-lt"/>
              </a:rPr>
              <a:t> a </a:t>
            </a:r>
            <a:r>
              <a:rPr lang="en-US" sz="1200" dirty="0" err="1">
                <a:latin typeface="+mn-lt"/>
              </a:rPr>
              <a:t>tellus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congue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err="1">
                <a:latin typeface="+mn-lt"/>
              </a:rPr>
              <a:t>quis</a:t>
            </a:r>
            <a:r>
              <a:rPr lang="en-US" sz="1200" dirty="0">
                <a:latin typeface="+mn-lt"/>
              </a:rPr>
              <a:t> lacinia </a:t>
            </a:r>
            <a:r>
              <a:rPr lang="en-US" sz="1200" dirty="0" err="1">
                <a:latin typeface="+mn-lt"/>
              </a:rPr>
              <a:t>felis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suscipit</a:t>
            </a:r>
            <a:r>
              <a:rPr lang="en-US" sz="1200" dirty="0">
                <a:latin typeface="+mn-lt"/>
              </a:rPr>
              <a:t>. Sed in </a:t>
            </a:r>
            <a:r>
              <a:rPr lang="en-US" sz="1200" dirty="0" err="1">
                <a:latin typeface="+mn-lt"/>
              </a:rPr>
              <a:t>bibendum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orci</a:t>
            </a:r>
            <a:r>
              <a:rPr lang="en-US" sz="1200" dirty="0">
                <a:latin typeface="+mn-lt"/>
              </a:rPr>
              <a:t>.</a:t>
            </a:r>
            <a:endParaRPr lang="en-US" sz="1300" b="1" dirty="0">
              <a:latin typeface="CVS Health Sans" panose="020B05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 </a:t>
            </a:r>
            <a:r>
              <a:rPr lang="en-US" sz="1200" dirty="0" err="1">
                <a:latin typeface="+mn-lt"/>
              </a:rPr>
              <a:t>Etiam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ornare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risus</a:t>
            </a:r>
            <a:r>
              <a:rPr lang="en-US" sz="1200" dirty="0">
                <a:latin typeface="+mn-lt"/>
              </a:rPr>
              <a:t>, et </a:t>
            </a:r>
            <a:r>
              <a:rPr lang="en-US" sz="1200" dirty="0" err="1">
                <a:latin typeface="+mn-lt"/>
              </a:rPr>
              <a:t>dapibus</a:t>
            </a:r>
            <a:r>
              <a:rPr lang="en-US" sz="1200" dirty="0">
                <a:latin typeface="+mn-lt"/>
              </a:rPr>
              <a:t> ipsum </a:t>
            </a:r>
            <a:r>
              <a:rPr lang="en-US" sz="1200" dirty="0" err="1">
                <a:latin typeface="+mn-lt"/>
              </a:rPr>
              <a:t>aliquam</a:t>
            </a:r>
            <a:r>
              <a:rPr lang="en-US" sz="1200" dirty="0">
                <a:latin typeface="+mn-lt"/>
              </a:rPr>
              <a:t> id. </a:t>
            </a:r>
            <a:r>
              <a:rPr lang="en-US" sz="1200" dirty="0" err="1">
                <a:latin typeface="+mn-lt"/>
              </a:rPr>
              <a:t>Quisque</a:t>
            </a:r>
            <a:r>
              <a:rPr lang="en-US" sz="1200" dirty="0">
                <a:latin typeface="+mn-lt"/>
              </a:rPr>
              <a:t> fermentum </a:t>
            </a:r>
            <a:r>
              <a:rPr lang="en-US" sz="1200" dirty="0" err="1">
                <a:latin typeface="+mn-lt"/>
              </a:rPr>
              <a:t>enim</a:t>
            </a:r>
            <a:r>
              <a:rPr lang="en-US" sz="1200" dirty="0">
                <a:latin typeface="+mn-lt"/>
              </a:rPr>
              <a:t> a </a:t>
            </a:r>
            <a:r>
              <a:rPr lang="en-US" sz="1200" dirty="0" err="1">
                <a:latin typeface="+mn-lt"/>
              </a:rPr>
              <a:t>tellus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congue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err="1">
                <a:latin typeface="+mn-lt"/>
              </a:rPr>
              <a:t>quis</a:t>
            </a:r>
            <a:r>
              <a:rPr lang="en-US" sz="1200" dirty="0">
                <a:latin typeface="+mn-lt"/>
              </a:rPr>
              <a:t> lacinia </a:t>
            </a:r>
            <a:r>
              <a:rPr lang="en-US" sz="1200" dirty="0" err="1">
                <a:latin typeface="+mn-lt"/>
              </a:rPr>
              <a:t>felis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suscipit</a:t>
            </a:r>
            <a:r>
              <a:rPr lang="en-US" sz="1200" dirty="0">
                <a:latin typeface="+mn-lt"/>
              </a:rPr>
              <a:t>. Sed in </a:t>
            </a:r>
            <a:r>
              <a:rPr lang="en-US" sz="1200" dirty="0" err="1">
                <a:latin typeface="+mn-lt"/>
              </a:rPr>
              <a:t>bibendum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orci</a:t>
            </a:r>
            <a:r>
              <a:rPr lang="en-US" sz="1200" dirty="0">
                <a:latin typeface="+mn-lt"/>
              </a:rPr>
              <a:t>. </a:t>
            </a:r>
            <a:r>
              <a:rPr lang="en-US" sz="1200" dirty="0" err="1">
                <a:latin typeface="+mn-lt"/>
              </a:rPr>
              <a:t>Enim</a:t>
            </a:r>
            <a:r>
              <a:rPr lang="en-US" sz="1200" dirty="0">
                <a:latin typeface="+mn-lt"/>
              </a:rPr>
              <a:t> a </a:t>
            </a:r>
            <a:r>
              <a:rPr lang="en-US" sz="1200" dirty="0" err="1">
                <a:latin typeface="+mn-lt"/>
              </a:rPr>
              <a:t>tellus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congue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err="1">
                <a:latin typeface="+mn-lt"/>
              </a:rPr>
              <a:t>quis</a:t>
            </a:r>
            <a:r>
              <a:rPr lang="en-US" sz="1200" dirty="0">
                <a:latin typeface="+mn-lt"/>
              </a:rPr>
              <a:t> lacinia </a:t>
            </a:r>
            <a:r>
              <a:rPr lang="en-US" sz="1200" dirty="0" err="1">
                <a:latin typeface="+mn-lt"/>
              </a:rPr>
              <a:t>felis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suscipit</a:t>
            </a:r>
            <a:r>
              <a:rPr lang="en-US" sz="1200" dirty="0">
                <a:latin typeface="+mn-lt"/>
              </a:rPr>
              <a:t>. Sed in </a:t>
            </a:r>
            <a:r>
              <a:rPr lang="en-US" sz="1200" dirty="0" err="1">
                <a:latin typeface="+mn-lt"/>
              </a:rPr>
              <a:t>bibendum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orci</a:t>
            </a:r>
            <a:r>
              <a:rPr lang="en-US" sz="1200" dirty="0">
                <a:latin typeface="+mn-lt"/>
              </a:rPr>
              <a:t>.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5AB8A67-165D-3F5F-9EF6-DDEC0ED37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4403" y="1977588"/>
            <a:ext cx="3611245" cy="3611879"/>
          </a:xfrm>
          <a:custGeom>
            <a:avLst/>
            <a:gdLst/>
            <a:ahLst/>
            <a:cxnLst/>
            <a:rect l="l" t="t" r="r" b="b"/>
            <a:pathLst>
              <a:path w="3611245" h="3611879">
                <a:moveTo>
                  <a:pt x="1805686" y="0"/>
                </a:moveTo>
                <a:lnTo>
                  <a:pt x="1757578" y="628"/>
                </a:lnTo>
                <a:lnTo>
                  <a:pt x="1709780" y="2503"/>
                </a:lnTo>
                <a:lnTo>
                  <a:pt x="1662309" y="5608"/>
                </a:lnTo>
                <a:lnTo>
                  <a:pt x="1615180" y="9929"/>
                </a:lnTo>
                <a:lnTo>
                  <a:pt x="1568408" y="15449"/>
                </a:lnTo>
                <a:lnTo>
                  <a:pt x="1522009" y="22153"/>
                </a:lnTo>
                <a:lnTo>
                  <a:pt x="1475998" y="30025"/>
                </a:lnTo>
                <a:lnTo>
                  <a:pt x="1430391" y="39050"/>
                </a:lnTo>
                <a:lnTo>
                  <a:pt x="1385205" y="49212"/>
                </a:lnTo>
                <a:lnTo>
                  <a:pt x="1340453" y="60496"/>
                </a:lnTo>
                <a:lnTo>
                  <a:pt x="1296153" y="72886"/>
                </a:lnTo>
                <a:lnTo>
                  <a:pt x="1252319" y="86366"/>
                </a:lnTo>
                <a:lnTo>
                  <a:pt x="1208967" y="100920"/>
                </a:lnTo>
                <a:lnTo>
                  <a:pt x="1166112" y="116534"/>
                </a:lnTo>
                <a:lnTo>
                  <a:pt x="1123771" y="133191"/>
                </a:lnTo>
                <a:lnTo>
                  <a:pt x="1081959" y="150876"/>
                </a:lnTo>
                <a:lnTo>
                  <a:pt x="1040691" y="169574"/>
                </a:lnTo>
                <a:lnTo>
                  <a:pt x="999984" y="189268"/>
                </a:lnTo>
                <a:lnTo>
                  <a:pt x="959852" y="209943"/>
                </a:lnTo>
                <a:lnTo>
                  <a:pt x="920311" y="231584"/>
                </a:lnTo>
                <a:lnTo>
                  <a:pt x="881377" y="254174"/>
                </a:lnTo>
                <a:lnTo>
                  <a:pt x="843065" y="277699"/>
                </a:lnTo>
                <a:lnTo>
                  <a:pt x="805392" y="302143"/>
                </a:lnTo>
                <a:lnTo>
                  <a:pt x="768372" y="327489"/>
                </a:lnTo>
                <a:lnTo>
                  <a:pt x="732021" y="353723"/>
                </a:lnTo>
                <a:lnTo>
                  <a:pt x="696355" y="380829"/>
                </a:lnTo>
                <a:lnTo>
                  <a:pt x="661390" y="408791"/>
                </a:lnTo>
                <a:lnTo>
                  <a:pt x="627140" y="437594"/>
                </a:lnTo>
                <a:lnTo>
                  <a:pt x="593622" y="467222"/>
                </a:lnTo>
                <a:lnTo>
                  <a:pt x="560851" y="497660"/>
                </a:lnTo>
                <a:lnTo>
                  <a:pt x="528843" y="528891"/>
                </a:lnTo>
                <a:lnTo>
                  <a:pt x="497614" y="560901"/>
                </a:lnTo>
                <a:lnTo>
                  <a:pt x="467178" y="593673"/>
                </a:lnTo>
                <a:lnTo>
                  <a:pt x="437552" y="627192"/>
                </a:lnTo>
                <a:lnTo>
                  <a:pt x="408751" y="661443"/>
                </a:lnTo>
                <a:lnTo>
                  <a:pt x="380790" y="696409"/>
                </a:lnTo>
                <a:lnTo>
                  <a:pt x="353686" y="732076"/>
                </a:lnTo>
                <a:lnTo>
                  <a:pt x="327454" y="768427"/>
                </a:lnTo>
                <a:lnTo>
                  <a:pt x="302110" y="805448"/>
                </a:lnTo>
                <a:lnTo>
                  <a:pt x="277668" y="843122"/>
                </a:lnTo>
                <a:lnTo>
                  <a:pt x="254145" y="881433"/>
                </a:lnTo>
                <a:lnTo>
                  <a:pt x="231557" y="920367"/>
                </a:lnTo>
                <a:lnTo>
                  <a:pt x="209918" y="959908"/>
                </a:lnTo>
                <a:lnTo>
                  <a:pt x="189245" y="1000039"/>
                </a:lnTo>
                <a:lnTo>
                  <a:pt x="169553" y="1040746"/>
                </a:lnTo>
                <a:lnTo>
                  <a:pt x="150857" y="1082013"/>
                </a:lnTo>
                <a:lnTo>
                  <a:pt x="133174" y="1123824"/>
                </a:lnTo>
                <a:lnTo>
                  <a:pt x="116519" y="1166164"/>
                </a:lnTo>
                <a:lnTo>
                  <a:pt x="100907" y="1209016"/>
                </a:lnTo>
                <a:lnTo>
                  <a:pt x="86354" y="1252367"/>
                </a:lnTo>
                <a:lnTo>
                  <a:pt x="72876" y="1296198"/>
                </a:lnTo>
                <a:lnTo>
                  <a:pt x="60488" y="1340496"/>
                </a:lnTo>
                <a:lnTo>
                  <a:pt x="49205" y="1385245"/>
                </a:lnTo>
                <a:lnTo>
                  <a:pt x="39045" y="1430429"/>
                </a:lnTo>
                <a:lnTo>
                  <a:pt x="30021" y="1476032"/>
                </a:lnTo>
                <a:lnTo>
                  <a:pt x="22149" y="1522039"/>
                </a:lnTo>
                <a:lnTo>
                  <a:pt x="15446" y="1568434"/>
                </a:lnTo>
                <a:lnTo>
                  <a:pt x="9927" y="1615201"/>
                </a:lnTo>
                <a:lnTo>
                  <a:pt x="5607" y="1662326"/>
                </a:lnTo>
                <a:lnTo>
                  <a:pt x="2502" y="1709792"/>
                </a:lnTo>
                <a:lnTo>
                  <a:pt x="628" y="1757584"/>
                </a:lnTo>
                <a:lnTo>
                  <a:pt x="0" y="1805686"/>
                </a:lnTo>
                <a:lnTo>
                  <a:pt x="628" y="1853787"/>
                </a:lnTo>
                <a:lnTo>
                  <a:pt x="2502" y="1901579"/>
                </a:lnTo>
                <a:lnTo>
                  <a:pt x="5607" y="1949045"/>
                </a:lnTo>
                <a:lnTo>
                  <a:pt x="9927" y="1996169"/>
                </a:lnTo>
                <a:lnTo>
                  <a:pt x="15446" y="2042937"/>
                </a:lnTo>
                <a:lnTo>
                  <a:pt x="22149" y="2089332"/>
                </a:lnTo>
                <a:lnTo>
                  <a:pt x="30021" y="2135338"/>
                </a:lnTo>
                <a:lnTo>
                  <a:pt x="39045" y="2180941"/>
                </a:lnTo>
                <a:lnTo>
                  <a:pt x="49205" y="2226124"/>
                </a:lnTo>
                <a:lnTo>
                  <a:pt x="60488" y="2270873"/>
                </a:lnTo>
                <a:lnTo>
                  <a:pt x="72876" y="2315170"/>
                </a:lnTo>
                <a:lnTo>
                  <a:pt x="86354" y="2359002"/>
                </a:lnTo>
                <a:lnTo>
                  <a:pt x="100907" y="2402352"/>
                </a:lnTo>
                <a:lnTo>
                  <a:pt x="116519" y="2445204"/>
                </a:lnTo>
                <a:lnTo>
                  <a:pt x="133174" y="2487543"/>
                </a:lnTo>
                <a:lnTo>
                  <a:pt x="150857" y="2529354"/>
                </a:lnTo>
                <a:lnTo>
                  <a:pt x="169553" y="2570620"/>
                </a:lnTo>
                <a:lnTo>
                  <a:pt x="189245" y="2611326"/>
                </a:lnTo>
                <a:lnTo>
                  <a:pt x="209918" y="2651458"/>
                </a:lnTo>
                <a:lnTo>
                  <a:pt x="231557" y="2690998"/>
                </a:lnTo>
                <a:lnTo>
                  <a:pt x="254145" y="2729931"/>
                </a:lnTo>
                <a:lnTo>
                  <a:pt x="277668" y="2768242"/>
                </a:lnTo>
                <a:lnTo>
                  <a:pt x="302110" y="2805915"/>
                </a:lnTo>
                <a:lnTo>
                  <a:pt x="327454" y="2842935"/>
                </a:lnTo>
                <a:lnTo>
                  <a:pt x="353686" y="2879286"/>
                </a:lnTo>
                <a:lnTo>
                  <a:pt x="380790" y="2914952"/>
                </a:lnTo>
                <a:lnTo>
                  <a:pt x="408751" y="2949918"/>
                </a:lnTo>
                <a:lnTo>
                  <a:pt x="437552" y="2984168"/>
                </a:lnTo>
                <a:lnTo>
                  <a:pt x="467178" y="3017687"/>
                </a:lnTo>
                <a:lnTo>
                  <a:pt x="497614" y="3050458"/>
                </a:lnTo>
                <a:lnTo>
                  <a:pt x="528843" y="3082467"/>
                </a:lnTo>
                <a:lnTo>
                  <a:pt x="560851" y="3113698"/>
                </a:lnTo>
                <a:lnTo>
                  <a:pt x="593622" y="3144135"/>
                </a:lnTo>
                <a:lnTo>
                  <a:pt x="627140" y="3173762"/>
                </a:lnTo>
                <a:lnTo>
                  <a:pt x="661390" y="3202564"/>
                </a:lnTo>
                <a:lnTo>
                  <a:pt x="696355" y="3230526"/>
                </a:lnTo>
                <a:lnTo>
                  <a:pt x="732021" y="3257631"/>
                </a:lnTo>
                <a:lnTo>
                  <a:pt x="768372" y="3283865"/>
                </a:lnTo>
                <a:lnTo>
                  <a:pt x="805392" y="3309211"/>
                </a:lnTo>
                <a:lnTo>
                  <a:pt x="843065" y="3333654"/>
                </a:lnTo>
                <a:lnTo>
                  <a:pt x="881377" y="3357178"/>
                </a:lnTo>
                <a:lnTo>
                  <a:pt x="920311" y="3379768"/>
                </a:lnTo>
                <a:lnTo>
                  <a:pt x="959852" y="3401408"/>
                </a:lnTo>
                <a:lnTo>
                  <a:pt x="999984" y="3422083"/>
                </a:lnTo>
                <a:lnTo>
                  <a:pt x="1040691" y="3441777"/>
                </a:lnTo>
                <a:lnTo>
                  <a:pt x="1081959" y="3460474"/>
                </a:lnTo>
                <a:lnTo>
                  <a:pt x="1123771" y="3478158"/>
                </a:lnTo>
                <a:lnTo>
                  <a:pt x="1166112" y="3494815"/>
                </a:lnTo>
                <a:lnTo>
                  <a:pt x="1208967" y="3510428"/>
                </a:lnTo>
                <a:lnTo>
                  <a:pt x="1252319" y="3524983"/>
                </a:lnTo>
                <a:lnTo>
                  <a:pt x="1296153" y="3538462"/>
                </a:lnTo>
                <a:lnTo>
                  <a:pt x="1340453" y="3550851"/>
                </a:lnTo>
                <a:lnTo>
                  <a:pt x="1385205" y="3562135"/>
                </a:lnTo>
                <a:lnTo>
                  <a:pt x="1430391" y="3572297"/>
                </a:lnTo>
                <a:lnTo>
                  <a:pt x="1475998" y="3581321"/>
                </a:lnTo>
                <a:lnTo>
                  <a:pt x="1522009" y="3589194"/>
                </a:lnTo>
                <a:lnTo>
                  <a:pt x="1568408" y="3595897"/>
                </a:lnTo>
                <a:lnTo>
                  <a:pt x="1615180" y="3601417"/>
                </a:lnTo>
                <a:lnTo>
                  <a:pt x="1662309" y="3605738"/>
                </a:lnTo>
                <a:lnTo>
                  <a:pt x="1709780" y="3608843"/>
                </a:lnTo>
                <a:lnTo>
                  <a:pt x="1757578" y="3610718"/>
                </a:lnTo>
                <a:lnTo>
                  <a:pt x="1805686" y="3611346"/>
                </a:lnTo>
                <a:lnTo>
                  <a:pt x="1853787" y="3610718"/>
                </a:lnTo>
                <a:lnTo>
                  <a:pt x="1901579" y="3608843"/>
                </a:lnTo>
                <a:lnTo>
                  <a:pt x="1949044" y="3605738"/>
                </a:lnTo>
                <a:lnTo>
                  <a:pt x="1996168" y="3601417"/>
                </a:lnTo>
                <a:lnTo>
                  <a:pt x="2042935" y="3595897"/>
                </a:lnTo>
                <a:lnTo>
                  <a:pt x="2089329" y="3589194"/>
                </a:lnTo>
                <a:lnTo>
                  <a:pt x="2135335" y="3581321"/>
                </a:lnTo>
                <a:lnTo>
                  <a:pt x="2180936" y="3572297"/>
                </a:lnTo>
                <a:lnTo>
                  <a:pt x="2226119" y="3562135"/>
                </a:lnTo>
                <a:lnTo>
                  <a:pt x="2270866" y="3550851"/>
                </a:lnTo>
                <a:lnTo>
                  <a:pt x="2315162" y="3538462"/>
                </a:lnTo>
                <a:lnTo>
                  <a:pt x="2358992" y="3524983"/>
                </a:lnTo>
                <a:lnTo>
                  <a:pt x="2402340" y="3510428"/>
                </a:lnTo>
                <a:lnTo>
                  <a:pt x="2445191" y="3494815"/>
                </a:lnTo>
                <a:lnTo>
                  <a:pt x="2487528" y="3478158"/>
                </a:lnTo>
                <a:lnTo>
                  <a:pt x="2529337" y="3460474"/>
                </a:lnTo>
                <a:lnTo>
                  <a:pt x="2570601" y="3441777"/>
                </a:lnTo>
                <a:lnTo>
                  <a:pt x="2611306" y="3422083"/>
                </a:lnTo>
                <a:lnTo>
                  <a:pt x="2651435" y="3401408"/>
                </a:lnTo>
                <a:lnTo>
                  <a:pt x="2690973" y="3379768"/>
                </a:lnTo>
                <a:lnTo>
                  <a:pt x="2729904" y="3357178"/>
                </a:lnTo>
                <a:lnTo>
                  <a:pt x="2768213" y="3333654"/>
                </a:lnTo>
                <a:lnTo>
                  <a:pt x="2805884" y="3309211"/>
                </a:lnTo>
                <a:lnTo>
                  <a:pt x="2842901" y="3283865"/>
                </a:lnTo>
                <a:lnTo>
                  <a:pt x="2879250" y="3257631"/>
                </a:lnTo>
                <a:lnTo>
                  <a:pt x="2914914" y="3230526"/>
                </a:lnTo>
                <a:lnTo>
                  <a:pt x="2949877" y="3202564"/>
                </a:lnTo>
                <a:lnTo>
                  <a:pt x="2984125" y="3173762"/>
                </a:lnTo>
                <a:lnTo>
                  <a:pt x="3017641" y="3144135"/>
                </a:lnTo>
                <a:lnTo>
                  <a:pt x="3050410" y="3113698"/>
                </a:lnTo>
                <a:lnTo>
                  <a:pt x="3082417" y="3082467"/>
                </a:lnTo>
                <a:lnTo>
                  <a:pt x="3113645" y="3050458"/>
                </a:lnTo>
                <a:lnTo>
                  <a:pt x="3144079" y="3017687"/>
                </a:lnTo>
                <a:lnTo>
                  <a:pt x="3173704" y="2984168"/>
                </a:lnTo>
                <a:lnTo>
                  <a:pt x="3202504" y="2949918"/>
                </a:lnTo>
                <a:lnTo>
                  <a:pt x="3230463" y="2914952"/>
                </a:lnTo>
                <a:lnTo>
                  <a:pt x="3257566" y="2879286"/>
                </a:lnTo>
                <a:lnTo>
                  <a:pt x="3283797" y="2842935"/>
                </a:lnTo>
                <a:lnTo>
                  <a:pt x="3309141" y="2805915"/>
                </a:lnTo>
                <a:lnTo>
                  <a:pt x="3333582" y="2768242"/>
                </a:lnTo>
                <a:lnTo>
                  <a:pt x="3357104" y="2729931"/>
                </a:lnTo>
                <a:lnTo>
                  <a:pt x="3379691" y="2690998"/>
                </a:lnTo>
                <a:lnTo>
                  <a:pt x="3401330" y="2651458"/>
                </a:lnTo>
                <a:lnTo>
                  <a:pt x="3422002" y="2611326"/>
                </a:lnTo>
                <a:lnTo>
                  <a:pt x="3441694" y="2570620"/>
                </a:lnTo>
                <a:lnTo>
                  <a:pt x="3460389" y="2529354"/>
                </a:lnTo>
                <a:lnTo>
                  <a:pt x="3478072" y="2487543"/>
                </a:lnTo>
                <a:lnTo>
                  <a:pt x="3494727" y="2445204"/>
                </a:lnTo>
                <a:lnTo>
                  <a:pt x="3510338" y="2402352"/>
                </a:lnTo>
                <a:lnTo>
                  <a:pt x="3524891" y="2359002"/>
                </a:lnTo>
                <a:lnTo>
                  <a:pt x="3538369" y="2315170"/>
                </a:lnTo>
                <a:lnTo>
                  <a:pt x="3550757" y="2270873"/>
                </a:lnTo>
                <a:lnTo>
                  <a:pt x="3562039" y="2226124"/>
                </a:lnTo>
                <a:lnTo>
                  <a:pt x="3572200" y="2180941"/>
                </a:lnTo>
                <a:lnTo>
                  <a:pt x="3581223" y="2135338"/>
                </a:lnTo>
                <a:lnTo>
                  <a:pt x="3589095" y="2089332"/>
                </a:lnTo>
                <a:lnTo>
                  <a:pt x="3595798" y="2042937"/>
                </a:lnTo>
                <a:lnTo>
                  <a:pt x="3601317" y="1996169"/>
                </a:lnTo>
                <a:lnTo>
                  <a:pt x="3605637" y="1949045"/>
                </a:lnTo>
                <a:lnTo>
                  <a:pt x="3608742" y="1901579"/>
                </a:lnTo>
                <a:lnTo>
                  <a:pt x="3610616" y="1853787"/>
                </a:lnTo>
                <a:lnTo>
                  <a:pt x="3611245" y="1805686"/>
                </a:lnTo>
                <a:lnTo>
                  <a:pt x="3610616" y="1757584"/>
                </a:lnTo>
                <a:lnTo>
                  <a:pt x="3608742" y="1709792"/>
                </a:lnTo>
                <a:lnTo>
                  <a:pt x="3605637" y="1662326"/>
                </a:lnTo>
                <a:lnTo>
                  <a:pt x="3601317" y="1615201"/>
                </a:lnTo>
                <a:lnTo>
                  <a:pt x="3595798" y="1568434"/>
                </a:lnTo>
                <a:lnTo>
                  <a:pt x="3589095" y="1522039"/>
                </a:lnTo>
                <a:lnTo>
                  <a:pt x="3581223" y="1476032"/>
                </a:lnTo>
                <a:lnTo>
                  <a:pt x="3572200" y="1430429"/>
                </a:lnTo>
                <a:lnTo>
                  <a:pt x="3562039" y="1385245"/>
                </a:lnTo>
                <a:lnTo>
                  <a:pt x="3550757" y="1340496"/>
                </a:lnTo>
                <a:lnTo>
                  <a:pt x="3538369" y="1296198"/>
                </a:lnTo>
                <a:lnTo>
                  <a:pt x="3524891" y="1252367"/>
                </a:lnTo>
                <a:lnTo>
                  <a:pt x="3510338" y="1209016"/>
                </a:lnTo>
                <a:lnTo>
                  <a:pt x="3494727" y="1166164"/>
                </a:lnTo>
                <a:lnTo>
                  <a:pt x="3478072" y="1123824"/>
                </a:lnTo>
                <a:lnTo>
                  <a:pt x="3460389" y="1082013"/>
                </a:lnTo>
                <a:lnTo>
                  <a:pt x="3441694" y="1040746"/>
                </a:lnTo>
                <a:lnTo>
                  <a:pt x="3422002" y="1000039"/>
                </a:lnTo>
                <a:lnTo>
                  <a:pt x="3401330" y="959908"/>
                </a:lnTo>
                <a:lnTo>
                  <a:pt x="3379691" y="920367"/>
                </a:lnTo>
                <a:lnTo>
                  <a:pt x="3357104" y="881433"/>
                </a:lnTo>
                <a:lnTo>
                  <a:pt x="3333582" y="843122"/>
                </a:lnTo>
                <a:lnTo>
                  <a:pt x="3309141" y="805448"/>
                </a:lnTo>
                <a:lnTo>
                  <a:pt x="3283797" y="768427"/>
                </a:lnTo>
                <a:lnTo>
                  <a:pt x="3257566" y="732076"/>
                </a:lnTo>
                <a:lnTo>
                  <a:pt x="3230463" y="696409"/>
                </a:lnTo>
                <a:lnTo>
                  <a:pt x="3202504" y="661443"/>
                </a:lnTo>
                <a:lnTo>
                  <a:pt x="3173704" y="627192"/>
                </a:lnTo>
                <a:lnTo>
                  <a:pt x="3144079" y="593673"/>
                </a:lnTo>
                <a:lnTo>
                  <a:pt x="3113645" y="560901"/>
                </a:lnTo>
                <a:lnTo>
                  <a:pt x="3082417" y="528891"/>
                </a:lnTo>
                <a:lnTo>
                  <a:pt x="3050410" y="497660"/>
                </a:lnTo>
                <a:lnTo>
                  <a:pt x="3017641" y="467222"/>
                </a:lnTo>
                <a:lnTo>
                  <a:pt x="2984125" y="437594"/>
                </a:lnTo>
                <a:lnTo>
                  <a:pt x="2949877" y="408791"/>
                </a:lnTo>
                <a:lnTo>
                  <a:pt x="2914914" y="380829"/>
                </a:lnTo>
                <a:lnTo>
                  <a:pt x="2879250" y="353723"/>
                </a:lnTo>
                <a:lnTo>
                  <a:pt x="2842901" y="327489"/>
                </a:lnTo>
                <a:lnTo>
                  <a:pt x="2805884" y="302143"/>
                </a:lnTo>
                <a:lnTo>
                  <a:pt x="2768213" y="277699"/>
                </a:lnTo>
                <a:lnTo>
                  <a:pt x="2729904" y="254174"/>
                </a:lnTo>
                <a:lnTo>
                  <a:pt x="2690973" y="231584"/>
                </a:lnTo>
                <a:lnTo>
                  <a:pt x="2651435" y="209943"/>
                </a:lnTo>
                <a:lnTo>
                  <a:pt x="2611306" y="189268"/>
                </a:lnTo>
                <a:lnTo>
                  <a:pt x="2570601" y="169574"/>
                </a:lnTo>
                <a:lnTo>
                  <a:pt x="2529337" y="150876"/>
                </a:lnTo>
                <a:lnTo>
                  <a:pt x="2487528" y="133191"/>
                </a:lnTo>
                <a:lnTo>
                  <a:pt x="2445191" y="116534"/>
                </a:lnTo>
                <a:lnTo>
                  <a:pt x="2402340" y="100920"/>
                </a:lnTo>
                <a:lnTo>
                  <a:pt x="2358992" y="86366"/>
                </a:lnTo>
                <a:lnTo>
                  <a:pt x="2315162" y="72886"/>
                </a:lnTo>
                <a:lnTo>
                  <a:pt x="2270866" y="60496"/>
                </a:lnTo>
                <a:lnTo>
                  <a:pt x="2226119" y="49212"/>
                </a:lnTo>
                <a:lnTo>
                  <a:pt x="2180936" y="39050"/>
                </a:lnTo>
                <a:lnTo>
                  <a:pt x="2135335" y="30025"/>
                </a:lnTo>
                <a:lnTo>
                  <a:pt x="2089329" y="22153"/>
                </a:lnTo>
                <a:lnTo>
                  <a:pt x="2042935" y="15449"/>
                </a:lnTo>
                <a:lnTo>
                  <a:pt x="1996168" y="9929"/>
                </a:lnTo>
                <a:lnTo>
                  <a:pt x="1949044" y="5608"/>
                </a:lnTo>
                <a:lnTo>
                  <a:pt x="1901579" y="2503"/>
                </a:lnTo>
                <a:lnTo>
                  <a:pt x="1853787" y="628"/>
                </a:lnTo>
                <a:lnTo>
                  <a:pt x="18056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9471A11-143A-80AD-058F-7108E2F6F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4403" y="1977588"/>
            <a:ext cx="3611245" cy="3611879"/>
          </a:xfrm>
          <a:custGeom>
            <a:avLst/>
            <a:gdLst/>
            <a:ahLst/>
            <a:cxnLst/>
            <a:rect l="l" t="t" r="r" b="b"/>
            <a:pathLst>
              <a:path w="3611245" h="3611879">
                <a:moveTo>
                  <a:pt x="0" y="1805686"/>
                </a:moveTo>
                <a:lnTo>
                  <a:pt x="628" y="1757584"/>
                </a:lnTo>
                <a:lnTo>
                  <a:pt x="2502" y="1709792"/>
                </a:lnTo>
                <a:lnTo>
                  <a:pt x="5607" y="1662326"/>
                </a:lnTo>
                <a:lnTo>
                  <a:pt x="9927" y="1615201"/>
                </a:lnTo>
                <a:lnTo>
                  <a:pt x="15446" y="1568434"/>
                </a:lnTo>
                <a:lnTo>
                  <a:pt x="22149" y="1522039"/>
                </a:lnTo>
                <a:lnTo>
                  <a:pt x="30021" y="1476032"/>
                </a:lnTo>
                <a:lnTo>
                  <a:pt x="39045" y="1430429"/>
                </a:lnTo>
                <a:lnTo>
                  <a:pt x="49205" y="1385245"/>
                </a:lnTo>
                <a:lnTo>
                  <a:pt x="60488" y="1340496"/>
                </a:lnTo>
                <a:lnTo>
                  <a:pt x="72876" y="1296198"/>
                </a:lnTo>
                <a:lnTo>
                  <a:pt x="86354" y="1252367"/>
                </a:lnTo>
                <a:lnTo>
                  <a:pt x="100907" y="1209016"/>
                </a:lnTo>
                <a:lnTo>
                  <a:pt x="116519" y="1166164"/>
                </a:lnTo>
                <a:lnTo>
                  <a:pt x="133174" y="1123824"/>
                </a:lnTo>
                <a:lnTo>
                  <a:pt x="150857" y="1082013"/>
                </a:lnTo>
                <a:lnTo>
                  <a:pt x="169553" y="1040746"/>
                </a:lnTo>
                <a:lnTo>
                  <a:pt x="189245" y="1000039"/>
                </a:lnTo>
                <a:lnTo>
                  <a:pt x="209918" y="959908"/>
                </a:lnTo>
                <a:lnTo>
                  <a:pt x="231557" y="920367"/>
                </a:lnTo>
                <a:lnTo>
                  <a:pt x="254145" y="881433"/>
                </a:lnTo>
                <a:lnTo>
                  <a:pt x="277668" y="843122"/>
                </a:lnTo>
                <a:lnTo>
                  <a:pt x="302110" y="805448"/>
                </a:lnTo>
                <a:lnTo>
                  <a:pt x="327454" y="768427"/>
                </a:lnTo>
                <a:lnTo>
                  <a:pt x="353686" y="732076"/>
                </a:lnTo>
                <a:lnTo>
                  <a:pt x="380790" y="696409"/>
                </a:lnTo>
                <a:lnTo>
                  <a:pt x="408751" y="661443"/>
                </a:lnTo>
                <a:lnTo>
                  <a:pt x="437552" y="627192"/>
                </a:lnTo>
                <a:lnTo>
                  <a:pt x="467178" y="593673"/>
                </a:lnTo>
                <a:lnTo>
                  <a:pt x="497614" y="560901"/>
                </a:lnTo>
                <a:lnTo>
                  <a:pt x="528843" y="528891"/>
                </a:lnTo>
                <a:lnTo>
                  <a:pt x="560851" y="497660"/>
                </a:lnTo>
                <a:lnTo>
                  <a:pt x="593622" y="467222"/>
                </a:lnTo>
                <a:lnTo>
                  <a:pt x="627140" y="437594"/>
                </a:lnTo>
                <a:lnTo>
                  <a:pt x="661390" y="408791"/>
                </a:lnTo>
                <a:lnTo>
                  <a:pt x="696355" y="380829"/>
                </a:lnTo>
                <a:lnTo>
                  <a:pt x="732021" y="353723"/>
                </a:lnTo>
                <a:lnTo>
                  <a:pt x="768372" y="327489"/>
                </a:lnTo>
                <a:lnTo>
                  <a:pt x="805392" y="302143"/>
                </a:lnTo>
                <a:lnTo>
                  <a:pt x="843065" y="277699"/>
                </a:lnTo>
                <a:lnTo>
                  <a:pt x="881377" y="254174"/>
                </a:lnTo>
                <a:lnTo>
                  <a:pt x="920311" y="231584"/>
                </a:lnTo>
                <a:lnTo>
                  <a:pt x="959852" y="209943"/>
                </a:lnTo>
                <a:lnTo>
                  <a:pt x="999984" y="189268"/>
                </a:lnTo>
                <a:lnTo>
                  <a:pt x="1040691" y="169574"/>
                </a:lnTo>
                <a:lnTo>
                  <a:pt x="1081959" y="150876"/>
                </a:lnTo>
                <a:lnTo>
                  <a:pt x="1123771" y="133191"/>
                </a:lnTo>
                <a:lnTo>
                  <a:pt x="1166112" y="116534"/>
                </a:lnTo>
                <a:lnTo>
                  <a:pt x="1208967" y="100920"/>
                </a:lnTo>
                <a:lnTo>
                  <a:pt x="1252319" y="86366"/>
                </a:lnTo>
                <a:lnTo>
                  <a:pt x="1296153" y="72886"/>
                </a:lnTo>
                <a:lnTo>
                  <a:pt x="1340453" y="60496"/>
                </a:lnTo>
                <a:lnTo>
                  <a:pt x="1385205" y="49212"/>
                </a:lnTo>
                <a:lnTo>
                  <a:pt x="1430391" y="39050"/>
                </a:lnTo>
                <a:lnTo>
                  <a:pt x="1475998" y="30025"/>
                </a:lnTo>
                <a:lnTo>
                  <a:pt x="1522009" y="22153"/>
                </a:lnTo>
                <a:lnTo>
                  <a:pt x="1568408" y="15449"/>
                </a:lnTo>
                <a:lnTo>
                  <a:pt x="1615180" y="9929"/>
                </a:lnTo>
                <a:lnTo>
                  <a:pt x="1662309" y="5608"/>
                </a:lnTo>
                <a:lnTo>
                  <a:pt x="1709780" y="2503"/>
                </a:lnTo>
                <a:lnTo>
                  <a:pt x="1757578" y="628"/>
                </a:lnTo>
                <a:lnTo>
                  <a:pt x="1805686" y="0"/>
                </a:lnTo>
                <a:lnTo>
                  <a:pt x="1853787" y="628"/>
                </a:lnTo>
                <a:lnTo>
                  <a:pt x="1901579" y="2503"/>
                </a:lnTo>
                <a:lnTo>
                  <a:pt x="1949044" y="5608"/>
                </a:lnTo>
                <a:lnTo>
                  <a:pt x="1996168" y="9929"/>
                </a:lnTo>
                <a:lnTo>
                  <a:pt x="2042935" y="15449"/>
                </a:lnTo>
                <a:lnTo>
                  <a:pt x="2089329" y="22153"/>
                </a:lnTo>
                <a:lnTo>
                  <a:pt x="2135335" y="30025"/>
                </a:lnTo>
                <a:lnTo>
                  <a:pt x="2180936" y="39050"/>
                </a:lnTo>
                <a:lnTo>
                  <a:pt x="2226119" y="49212"/>
                </a:lnTo>
                <a:lnTo>
                  <a:pt x="2270866" y="60496"/>
                </a:lnTo>
                <a:lnTo>
                  <a:pt x="2315162" y="72886"/>
                </a:lnTo>
                <a:lnTo>
                  <a:pt x="2358992" y="86366"/>
                </a:lnTo>
                <a:lnTo>
                  <a:pt x="2402340" y="100920"/>
                </a:lnTo>
                <a:lnTo>
                  <a:pt x="2445191" y="116534"/>
                </a:lnTo>
                <a:lnTo>
                  <a:pt x="2487528" y="133191"/>
                </a:lnTo>
                <a:lnTo>
                  <a:pt x="2529337" y="150876"/>
                </a:lnTo>
                <a:lnTo>
                  <a:pt x="2570601" y="169574"/>
                </a:lnTo>
                <a:lnTo>
                  <a:pt x="2611306" y="189268"/>
                </a:lnTo>
                <a:lnTo>
                  <a:pt x="2651435" y="209943"/>
                </a:lnTo>
                <a:lnTo>
                  <a:pt x="2690973" y="231584"/>
                </a:lnTo>
                <a:lnTo>
                  <a:pt x="2729904" y="254174"/>
                </a:lnTo>
                <a:lnTo>
                  <a:pt x="2768213" y="277699"/>
                </a:lnTo>
                <a:lnTo>
                  <a:pt x="2805884" y="302143"/>
                </a:lnTo>
                <a:lnTo>
                  <a:pt x="2842901" y="327489"/>
                </a:lnTo>
                <a:lnTo>
                  <a:pt x="2879250" y="353723"/>
                </a:lnTo>
                <a:lnTo>
                  <a:pt x="2914914" y="380829"/>
                </a:lnTo>
                <a:lnTo>
                  <a:pt x="2949877" y="408791"/>
                </a:lnTo>
                <a:lnTo>
                  <a:pt x="2984125" y="437594"/>
                </a:lnTo>
                <a:lnTo>
                  <a:pt x="3017641" y="467222"/>
                </a:lnTo>
                <a:lnTo>
                  <a:pt x="3050410" y="497660"/>
                </a:lnTo>
                <a:lnTo>
                  <a:pt x="3082417" y="528891"/>
                </a:lnTo>
                <a:lnTo>
                  <a:pt x="3113645" y="560901"/>
                </a:lnTo>
                <a:lnTo>
                  <a:pt x="3144079" y="593673"/>
                </a:lnTo>
                <a:lnTo>
                  <a:pt x="3173704" y="627192"/>
                </a:lnTo>
                <a:lnTo>
                  <a:pt x="3202504" y="661443"/>
                </a:lnTo>
                <a:lnTo>
                  <a:pt x="3230463" y="696409"/>
                </a:lnTo>
                <a:lnTo>
                  <a:pt x="3257566" y="732076"/>
                </a:lnTo>
                <a:lnTo>
                  <a:pt x="3283797" y="768427"/>
                </a:lnTo>
                <a:lnTo>
                  <a:pt x="3309141" y="805448"/>
                </a:lnTo>
                <a:lnTo>
                  <a:pt x="3333582" y="843122"/>
                </a:lnTo>
                <a:lnTo>
                  <a:pt x="3357104" y="881433"/>
                </a:lnTo>
                <a:lnTo>
                  <a:pt x="3379691" y="920367"/>
                </a:lnTo>
                <a:lnTo>
                  <a:pt x="3401330" y="959908"/>
                </a:lnTo>
                <a:lnTo>
                  <a:pt x="3422002" y="1000039"/>
                </a:lnTo>
                <a:lnTo>
                  <a:pt x="3441694" y="1040746"/>
                </a:lnTo>
                <a:lnTo>
                  <a:pt x="3460389" y="1082013"/>
                </a:lnTo>
                <a:lnTo>
                  <a:pt x="3478072" y="1123824"/>
                </a:lnTo>
                <a:lnTo>
                  <a:pt x="3494727" y="1166164"/>
                </a:lnTo>
                <a:lnTo>
                  <a:pt x="3510338" y="1209016"/>
                </a:lnTo>
                <a:lnTo>
                  <a:pt x="3524891" y="1252367"/>
                </a:lnTo>
                <a:lnTo>
                  <a:pt x="3538369" y="1296198"/>
                </a:lnTo>
                <a:lnTo>
                  <a:pt x="3550757" y="1340496"/>
                </a:lnTo>
                <a:lnTo>
                  <a:pt x="3562039" y="1385245"/>
                </a:lnTo>
                <a:lnTo>
                  <a:pt x="3572200" y="1430429"/>
                </a:lnTo>
                <a:lnTo>
                  <a:pt x="3581223" y="1476032"/>
                </a:lnTo>
                <a:lnTo>
                  <a:pt x="3589095" y="1522039"/>
                </a:lnTo>
                <a:lnTo>
                  <a:pt x="3595798" y="1568434"/>
                </a:lnTo>
                <a:lnTo>
                  <a:pt x="3601317" y="1615201"/>
                </a:lnTo>
                <a:lnTo>
                  <a:pt x="3605637" y="1662326"/>
                </a:lnTo>
                <a:lnTo>
                  <a:pt x="3608742" y="1709792"/>
                </a:lnTo>
                <a:lnTo>
                  <a:pt x="3610616" y="1757584"/>
                </a:lnTo>
                <a:lnTo>
                  <a:pt x="3611245" y="1805686"/>
                </a:lnTo>
                <a:lnTo>
                  <a:pt x="3610616" y="1853787"/>
                </a:lnTo>
                <a:lnTo>
                  <a:pt x="3608742" y="1901579"/>
                </a:lnTo>
                <a:lnTo>
                  <a:pt x="3605637" y="1949045"/>
                </a:lnTo>
                <a:lnTo>
                  <a:pt x="3601317" y="1996169"/>
                </a:lnTo>
                <a:lnTo>
                  <a:pt x="3595798" y="2042937"/>
                </a:lnTo>
                <a:lnTo>
                  <a:pt x="3589095" y="2089332"/>
                </a:lnTo>
                <a:lnTo>
                  <a:pt x="3581223" y="2135338"/>
                </a:lnTo>
                <a:lnTo>
                  <a:pt x="3572200" y="2180941"/>
                </a:lnTo>
                <a:lnTo>
                  <a:pt x="3562039" y="2226124"/>
                </a:lnTo>
                <a:lnTo>
                  <a:pt x="3550757" y="2270873"/>
                </a:lnTo>
                <a:lnTo>
                  <a:pt x="3538369" y="2315170"/>
                </a:lnTo>
                <a:lnTo>
                  <a:pt x="3524891" y="2359002"/>
                </a:lnTo>
                <a:lnTo>
                  <a:pt x="3510338" y="2402352"/>
                </a:lnTo>
                <a:lnTo>
                  <a:pt x="3494727" y="2445204"/>
                </a:lnTo>
                <a:lnTo>
                  <a:pt x="3478072" y="2487543"/>
                </a:lnTo>
                <a:lnTo>
                  <a:pt x="3460389" y="2529354"/>
                </a:lnTo>
                <a:lnTo>
                  <a:pt x="3441694" y="2570620"/>
                </a:lnTo>
                <a:lnTo>
                  <a:pt x="3422002" y="2611326"/>
                </a:lnTo>
                <a:lnTo>
                  <a:pt x="3401330" y="2651458"/>
                </a:lnTo>
                <a:lnTo>
                  <a:pt x="3379691" y="2690998"/>
                </a:lnTo>
                <a:lnTo>
                  <a:pt x="3357104" y="2729931"/>
                </a:lnTo>
                <a:lnTo>
                  <a:pt x="3333582" y="2768242"/>
                </a:lnTo>
                <a:lnTo>
                  <a:pt x="3309141" y="2805915"/>
                </a:lnTo>
                <a:lnTo>
                  <a:pt x="3283797" y="2842935"/>
                </a:lnTo>
                <a:lnTo>
                  <a:pt x="3257566" y="2879286"/>
                </a:lnTo>
                <a:lnTo>
                  <a:pt x="3230463" y="2914952"/>
                </a:lnTo>
                <a:lnTo>
                  <a:pt x="3202504" y="2949918"/>
                </a:lnTo>
                <a:lnTo>
                  <a:pt x="3173704" y="2984168"/>
                </a:lnTo>
                <a:lnTo>
                  <a:pt x="3144079" y="3017687"/>
                </a:lnTo>
                <a:lnTo>
                  <a:pt x="3113645" y="3050458"/>
                </a:lnTo>
                <a:lnTo>
                  <a:pt x="3082417" y="3082467"/>
                </a:lnTo>
                <a:lnTo>
                  <a:pt x="3050410" y="3113698"/>
                </a:lnTo>
                <a:lnTo>
                  <a:pt x="3017641" y="3144135"/>
                </a:lnTo>
                <a:lnTo>
                  <a:pt x="2984125" y="3173762"/>
                </a:lnTo>
                <a:lnTo>
                  <a:pt x="2949877" y="3202564"/>
                </a:lnTo>
                <a:lnTo>
                  <a:pt x="2914914" y="3230526"/>
                </a:lnTo>
                <a:lnTo>
                  <a:pt x="2879250" y="3257631"/>
                </a:lnTo>
                <a:lnTo>
                  <a:pt x="2842901" y="3283865"/>
                </a:lnTo>
                <a:lnTo>
                  <a:pt x="2805884" y="3309211"/>
                </a:lnTo>
                <a:lnTo>
                  <a:pt x="2768213" y="3333654"/>
                </a:lnTo>
                <a:lnTo>
                  <a:pt x="2729904" y="3357178"/>
                </a:lnTo>
                <a:lnTo>
                  <a:pt x="2690973" y="3379768"/>
                </a:lnTo>
                <a:lnTo>
                  <a:pt x="2651435" y="3401408"/>
                </a:lnTo>
                <a:lnTo>
                  <a:pt x="2611306" y="3422083"/>
                </a:lnTo>
                <a:lnTo>
                  <a:pt x="2570601" y="3441777"/>
                </a:lnTo>
                <a:lnTo>
                  <a:pt x="2529337" y="3460474"/>
                </a:lnTo>
                <a:lnTo>
                  <a:pt x="2487528" y="3478158"/>
                </a:lnTo>
                <a:lnTo>
                  <a:pt x="2445191" y="3494815"/>
                </a:lnTo>
                <a:lnTo>
                  <a:pt x="2402340" y="3510428"/>
                </a:lnTo>
                <a:lnTo>
                  <a:pt x="2358992" y="3524983"/>
                </a:lnTo>
                <a:lnTo>
                  <a:pt x="2315162" y="3538462"/>
                </a:lnTo>
                <a:lnTo>
                  <a:pt x="2270866" y="3550851"/>
                </a:lnTo>
                <a:lnTo>
                  <a:pt x="2226119" y="3562135"/>
                </a:lnTo>
                <a:lnTo>
                  <a:pt x="2180936" y="3572297"/>
                </a:lnTo>
                <a:lnTo>
                  <a:pt x="2135335" y="3581321"/>
                </a:lnTo>
                <a:lnTo>
                  <a:pt x="2089329" y="3589194"/>
                </a:lnTo>
                <a:lnTo>
                  <a:pt x="2042935" y="3595897"/>
                </a:lnTo>
                <a:lnTo>
                  <a:pt x="1996168" y="3601417"/>
                </a:lnTo>
                <a:lnTo>
                  <a:pt x="1949044" y="3605738"/>
                </a:lnTo>
                <a:lnTo>
                  <a:pt x="1901579" y="3608843"/>
                </a:lnTo>
                <a:lnTo>
                  <a:pt x="1853787" y="3610718"/>
                </a:lnTo>
                <a:lnTo>
                  <a:pt x="1805686" y="3611346"/>
                </a:lnTo>
                <a:lnTo>
                  <a:pt x="1757578" y="3610718"/>
                </a:lnTo>
                <a:lnTo>
                  <a:pt x="1709780" y="3608843"/>
                </a:lnTo>
                <a:lnTo>
                  <a:pt x="1662309" y="3605738"/>
                </a:lnTo>
                <a:lnTo>
                  <a:pt x="1615180" y="3601417"/>
                </a:lnTo>
                <a:lnTo>
                  <a:pt x="1568408" y="3595897"/>
                </a:lnTo>
                <a:lnTo>
                  <a:pt x="1522009" y="3589194"/>
                </a:lnTo>
                <a:lnTo>
                  <a:pt x="1475998" y="3581321"/>
                </a:lnTo>
                <a:lnTo>
                  <a:pt x="1430391" y="3572297"/>
                </a:lnTo>
                <a:lnTo>
                  <a:pt x="1385205" y="3562135"/>
                </a:lnTo>
                <a:lnTo>
                  <a:pt x="1340453" y="3550851"/>
                </a:lnTo>
                <a:lnTo>
                  <a:pt x="1296153" y="3538462"/>
                </a:lnTo>
                <a:lnTo>
                  <a:pt x="1252319" y="3524983"/>
                </a:lnTo>
                <a:lnTo>
                  <a:pt x="1208967" y="3510428"/>
                </a:lnTo>
                <a:lnTo>
                  <a:pt x="1166112" y="3494815"/>
                </a:lnTo>
                <a:lnTo>
                  <a:pt x="1123771" y="3478158"/>
                </a:lnTo>
                <a:lnTo>
                  <a:pt x="1081959" y="3460474"/>
                </a:lnTo>
                <a:lnTo>
                  <a:pt x="1040691" y="3441777"/>
                </a:lnTo>
                <a:lnTo>
                  <a:pt x="999984" y="3422083"/>
                </a:lnTo>
                <a:lnTo>
                  <a:pt x="959852" y="3401408"/>
                </a:lnTo>
                <a:lnTo>
                  <a:pt x="920311" y="3379768"/>
                </a:lnTo>
                <a:lnTo>
                  <a:pt x="881377" y="3357178"/>
                </a:lnTo>
                <a:lnTo>
                  <a:pt x="843065" y="3333654"/>
                </a:lnTo>
                <a:lnTo>
                  <a:pt x="805392" y="3309211"/>
                </a:lnTo>
                <a:lnTo>
                  <a:pt x="768372" y="3283865"/>
                </a:lnTo>
                <a:lnTo>
                  <a:pt x="732021" y="3257631"/>
                </a:lnTo>
                <a:lnTo>
                  <a:pt x="696355" y="3230526"/>
                </a:lnTo>
                <a:lnTo>
                  <a:pt x="661390" y="3202564"/>
                </a:lnTo>
                <a:lnTo>
                  <a:pt x="627140" y="3173762"/>
                </a:lnTo>
                <a:lnTo>
                  <a:pt x="593622" y="3144135"/>
                </a:lnTo>
                <a:lnTo>
                  <a:pt x="560851" y="3113698"/>
                </a:lnTo>
                <a:lnTo>
                  <a:pt x="528843" y="3082467"/>
                </a:lnTo>
                <a:lnTo>
                  <a:pt x="497614" y="3050458"/>
                </a:lnTo>
                <a:lnTo>
                  <a:pt x="467178" y="3017687"/>
                </a:lnTo>
                <a:lnTo>
                  <a:pt x="437552" y="2984168"/>
                </a:lnTo>
                <a:lnTo>
                  <a:pt x="408751" y="2949918"/>
                </a:lnTo>
                <a:lnTo>
                  <a:pt x="380790" y="2914952"/>
                </a:lnTo>
                <a:lnTo>
                  <a:pt x="353686" y="2879286"/>
                </a:lnTo>
                <a:lnTo>
                  <a:pt x="327454" y="2842935"/>
                </a:lnTo>
                <a:lnTo>
                  <a:pt x="302110" y="2805915"/>
                </a:lnTo>
                <a:lnTo>
                  <a:pt x="277668" y="2768242"/>
                </a:lnTo>
                <a:lnTo>
                  <a:pt x="254145" y="2729931"/>
                </a:lnTo>
                <a:lnTo>
                  <a:pt x="231557" y="2690998"/>
                </a:lnTo>
                <a:lnTo>
                  <a:pt x="209918" y="2651458"/>
                </a:lnTo>
                <a:lnTo>
                  <a:pt x="189245" y="2611326"/>
                </a:lnTo>
                <a:lnTo>
                  <a:pt x="169553" y="2570620"/>
                </a:lnTo>
                <a:lnTo>
                  <a:pt x="150857" y="2529354"/>
                </a:lnTo>
                <a:lnTo>
                  <a:pt x="133174" y="2487543"/>
                </a:lnTo>
                <a:lnTo>
                  <a:pt x="116519" y="2445204"/>
                </a:lnTo>
                <a:lnTo>
                  <a:pt x="100907" y="2402352"/>
                </a:lnTo>
                <a:lnTo>
                  <a:pt x="86354" y="2359002"/>
                </a:lnTo>
                <a:lnTo>
                  <a:pt x="72876" y="2315170"/>
                </a:lnTo>
                <a:lnTo>
                  <a:pt x="60488" y="2270873"/>
                </a:lnTo>
                <a:lnTo>
                  <a:pt x="49205" y="2226124"/>
                </a:lnTo>
                <a:lnTo>
                  <a:pt x="39045" y="2180941"/>
                </a:lnTo>
                <a:lnTo>
                  <a:pt x="30021" y="2135338"/>
                </a:lnTo>
                <a:lnTo>
                  <a:pt x="22149" y="2089332"/>
                </a:lnTo>
                <a:lnTo>
                  <a:pt x="15446" y="2042937"/>
                </a:lnTo>
                <a:lnTo>
                  <a:pt x="9927" y="1996169"/>
                </a:lnTo>
                <a:lnTo>
                  <a:pt x="5607" y="1949045"/>
                </a:lnTo>
                <a:lnTo>
                  <a:pt x="2502" y="1901579"/>
                </a:lnTo>
                <a:lnTo>
                  <a:pt x="628" y="1853787"/>
                </a:lnTo>
                <a:lnTo>
                  <a:pt x="0" y="1805686"/>
                </a:lnTo>
                <a:close/>
              </a:path>
            </a:pathLst>
          </a:custGeom>
          <a:ln w="34925" cap="rnd">
            <a:solidFill>
              <a:srgbClr val="CCCCCC"/>
            </a:solidFill>
            <a:prstDash val="sysDot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7E0368D-152C-72CC-4188-8E11E6F4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3145" y="2284293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5" h="347344">
                <a:moveTo>
                  <a:pt x="0" y="173355"/>
                </a:moveTo>
                <a:lnTo>
                  <a:pt x="6191" y="127264"/>
                </a:lnTo>
                <a:lnTo>
                  <a:pt x="23664" y="85852"/>
                </a:lnTo>
                <a:lnTo>
                  <a:pt x="50768" y="50768"/>
                </a:lnTo>
                <a:lnTo>
                  <a:pt x="85851" y="23664"/>
                </a:lnTo>
                <a:lnTo>
                  <a:pt x="127264" y="6191"/>
                </a:lnTo>
                <a:lnTo>
                  <a:pt x="173354" y="0"/>
                </a:lnTo>
                <a:lnTo>
                  <a:pt x="219454" y="6191"/>
                </a:lnTo>
                <a:lnTo>
                  <a:pt x="260890" y="23664"/>
                </a:lnTo>
                <a:lnTo>
                  <a:pt x="296005" y="50768"/>
                </a:lnTo>
                <a:lnTo>
                  <a:pt x="323139" y="85851"/>
                </a:lnTo>
                <a:lnTo>
                  <a:pt x="340636" y="127264"/>
                </a:lnTo>
                <a:lnTo>
                  <a:pt x="346837" y="173355"/>
                </a:lnTo>
                <a:lnTo>
                  <a:pt x="340636" y="219498"/>
                </a:lnTo>
                <a:lnTo>
                  <a:pt x="323139" y="260947"/>
                </a:lnTo>
                <a:lnTo>
                  <a:pt x="296005" y="296052"/>
                </a:lnTo>
                <a:lnTo>
                  <a:pt x="260890" y="323167"/>
                </a:lnTo>
                <a:lnTo>
                  <a:pt x="219454" y="340645"/>
                </a:lnTo>
                <a:lnTo>
                  <a:pt x="173354" y="346837"/>
                </a:lnTo>
                <a:lnTo>
                  <a:pt x="127264" y="340645"/>
                </a:lnTo>
                <a:lnTo>
                  <a:pt x="85851" y="323167"/>
                </a:lnTo>
                <a:lnTo>
                  <a:pt x="50768" y="296052"/>
                </a:lnTo>
                <a:lnTo>
                  <a:pt x="23664" y="260947"/>
                </a:lnTo>
                <a:lnTo>
                  <a:pt x="6191" y="219498"/>
                </a:lnTo>
                <a:lnTo>
                  <a:pt x="0" y="1733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D7C43593-1DE7-C5FD-6083-D01BBBFE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3145" y="4960564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5" h="347345">
                <a:moveTo>
                  <a:pt x="0" y="173481"/>
                </a:moveTo>
                <a:lnTo>
                  <a:pt x="6191" y="127382"/>
                </a:lnTo>
                <a:lnTo>
                  <a:pt x="23664" y="85946"/>
                </a:lnTo>
                <a:lnTo>
                  <a:pt x="50768" y="50831"/>
                </a:lnTo>
                <a:lnTo>
                  <a:pt x="85851" y="23697"/>
                </a:lnTo>
                <a:lnTo>
                  <a:pt x="127264" y="6200"/>
                </a:lnTo>
                <a:lnTo>
                  <a:pt x="173354" y="0"/>
                </a:lnTo>
                <a:lnTo>
                  <a:pt x="219454" y="6200"/>
                </a:lnTo>
                <a:lnTo>
                  <a:pt x="260890" y="23697"/>
                </a:lnTo>
                <a:lnTo>
                  <a:pt x="296005" y="50831"/>
                </a:lnTo>
                <a:lnTo>
                  <a:pt x="323139" y="85946"/>
                </a:lnTo>
                <a:lnTo>
                  <a:pt x="340636" y="127382"/>
                </a:lnTo>
                <a:lnTo>
                  <a:pt x="346837" y="173481"/>
                </a:lnTo>
                <a:lnTo>
                  <a:pt x="340636" y="219572"/>
                </a:lnTo>
                <a:lnTo>
                  <a:pt x="323139" y="260984"/>
                </a:lnTo>
                <a:lnTo>
                  <a:pt x="296005" y="296068"/>
                </a:lnTo>
                <a:lnTo>
                  <a:pt x="260890" y="323172"/>
                </a:lnTo>
                <a:lnTo>
                  <a:pt x="219454" y="340645"/>
                </a:lnTo>
                <a:lnTo>
                  <a:pt x="173354" y="346837"/>
                </a:lnTo>
                <a:lnTo>
                  <a:pt x="127264" y="340645"/>
                </a:lnTo>
                <a:lnTo>
                  <a:pt x="85851" y="323172"/>
                </a:lnTo>
                <a:lnTo>
                  <a:pt x="50768" y="296068"/>
                </a:lnTo>
                <a:lnTo>
                  <a:pt x="23664" y="260984"/>
                </a:lnTo>
                <a:lnTo>
                  <a:pt x="6191" y="219572"/>
                </a:lnTo>
                <a:lnTo>
                  <a:pt x="0" y="17348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A2551DF2-4395-6E09-5E41-137DE0A1C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438" y="2284293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4" h="347344">
                <a:moveTo>
                  <a:pt x="0" y="173355"/>
                </a:moveTo>
                <a:lnTo>
                  <a:pt x="6191" y="127264"/>
                </a:lnTo>
                <a:lnTo>
                  <a:pt x="23664" y="85852"/>
                </a:lnTo>
                <a:lnTo>
                  <a:pt x="50768" y="50768"/>
                </a:lnTo>
                <a:lnTo>
                  <a:pt x="85851" y="23664"/>
                </a:lnTo>
                <a:lnTo>
                  <a:pt x="127264" y="6191"/>
                </a:lnTo>
                <a:lnTo>
                  <a:pt x="173355" y="0"/>
                </a:lnTo>
                <a:lnTo>
                  <a:pt x="219454" y="6191"/>
                </a:lnTo>
                <a:lnTo>
                  <a:pt x="260890" y="23664"/>
                </a:lnTo>
                <a:lnTo>
                  <a:pt x="296005" y="50768"/>
                </a:lnTo>
                <a:lnTo>
                  <a:pt x="323139" y="85851"/>
                </a:lnTo>
                <a:lnTo>
                  <a:pt x="340636" y="127264"/>
                </a:lnTo>
                <a:lnTo>
                  <a:pt x="346837" y="173355"/>
                </a:lnTo>
                <a:lnTo>
                  <a:pt x="340636" y="219498"/>
                </a:lnTo>
                <a:lnTo>
                  <a:pt x="323139" y="260947"/>
                </a:lnTo>
                <a:lnTo>
                  <a:pt x="296005" y="296052"/>
                </a:lnTo>
                <a:lnTo>
                  <a:pt x="260890" y="323167"/>
                </a:lnTo>
                <a:lnTo>
                  <a:pt x="219454" y="340645"/>
                </a:lnTo>
                <a:lnTo>
                  <a:pt x="173355" y="346837"/>
                </a:lnTo>
                <a:lnTo>
                  <a:pt x="127264" y="340645"/>
                </a:lnTo>
                <a:lnTo>
                  <a:pt x="85852" y="323167"/>
                </a:lnTo>
                <a:lnTo>
                  <a:pt x="50768" y="296052"/>
                </a:lnTo>
                <a:lnTo>
                  <a:pt x="23664" y="260947"/>
                </a:lnTo>
                <a:lnTo>
                  <a:pt x="6191" y="219498"/>
                </a:lnTo>
                <a:lnTo>
                  <a:pt x="0" y="1733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B3E55B43-6EFB-1691-7F9D-E3F6D43CF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438" y="4960564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4" h="347345">
                <a:moveTo>
                  <a:pt x="0" y="173481"/>
                </a:moveTo>
                <a:lnTo>
                  <a:pt x="6191" y="127382"/>
                </a:lnTo>
                <a:lnTo>
                  <a:pt x="23664" y="85946"/>
                </a:lnTo>
                <a:lnTo>
                  <a:pt x="50768" y="50831"/>
                </a:lnTo>
                <a:lnTo>
                  <a:pt x="85851" y="23697"/>
                </a:lnTo>
                <a:lnTo>
                  <a:pt x="127264" y="6200"/>
                </a:lnTo>
                <a:lnTo>
                  <a:pt x="173355" y="0"/>
                </a:lnTo>
                <a:lnTo>
                  <a:pt x="219454" y="6200"/>
                </a:lnTo>
                <a:lnTo>
                  <a:pt x="260890" y="23697"/>
                </a:lnTo>
                <a:lnTo>
                  <a:pt x="296005" y="50831"/>
                </a:lnTo>
                <a:lnTo>
                  <a:pt x="323139" y="85946"/>
                </a:lnTo>
                <a:lnTo>
                  <a:pt x="340636" y="127382"/>
                </a:lnTo>
                <a:lnTo>
                  <a:pt x="346837" y="173481"/>
                </a:lnTo>
                <a:lnTo>
                  <a:pt x="340636" y="219572"/>
                </a:lnTo>
                <a:lnTo>
                  <a:pt x="323139" y="260984"/>
                </a:lnTo>
                <a:lnTo>
                  <a:pt x="296005" y="296068"/>
                </a:lnTo>
                <a:lnTo>
                  <a:pt x="260890" y="323172"/>
                </a:lnTo>
                <a:lnTo>
                  <a:pt x="219454" y="340645"/>
                </a:lnTo>
                <a:lnTo>
                  <a:pt x="173355" y="346837"/>
                </a:lnTo>
                <a:lnTo>
                  <a:pt x="127264" y="340645"/>
                </a:lnTo>
                <a:lnTo>
                  <a:pt x="85852" y="323172"/>
                </a:lnTo>
                <a:lnTo>
                  <a:pt x="50768" y="296068"/>
                </a:lnTo>
                <a:lnTo>
                  <a:pt x="23664" y="260984"/>
                </a:lnTo>
                <a:lnTo>
                  <a:pt x="6191" y="219572"/>
                </a:lnTo>
                <a:lnTo>
                  <a:pt x="0" y="17348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51A1A63-4775-E60D-B2A0-315B51A07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71402" y="2498738"/>
            <a:ext cx="2339211" cy="2524583"/>
          </a:xfrm>
          <a:custGeom>
            <a:avLst/>
            <a:gdLst/>
            <a:ahLst/>
            <a:cxnLst/>
            <a:rect l="l" t="t" r="r" b="b"/>
            <a:pathLst>
              <a:path w="2236470" h="2431415">
                <a:moveTo>
                  <a:pt x="2185670" y="50800"/>
                </a:moveTo>
                <a:lnTo>
                  <a:pt x="0" y="2431034"/>
                </a:lnTo>
              </a:path>
              <a:path w="2236470" h="2431415">
                <a:moveTo>
                  <a:pt x="0" y="0"/>
                </a:moveTo>
                <a:lnTo>
                  <a:pt x="2236470" y="2431034"/>
                </a:lnTo>
              </a:path>
            </a:pathLst>
          </a:custGeom>
          <a:ln w="2857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0F17141-560A-C0D3-C16D-4A41ECC7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9540" y="2470030"/>
            <a:ext cx="2680970" cy="2626995"/>
          </a:xfrm>
          <a:custGeom>
            <a:avLst/>
            <a:gdLst/>
            <a:ahLst/>
            <a:cxnLst/>
            <a:rect l="l" t="t" r="r" b="b"/>
            <a:pathLst>
              <a:path w="2680970" h="2626995">
                <a:moveTo>
                  <a:pt x="1340231" y="0"/>
                </a:moveTo>
                <a:lnTo>
                  <a:pt x="1291099" y="866"/>
                </a:lnTo>
                <a:lnTo>
                  <a:pt x="1242414" y="3445"/>
                </a:lnTo>
                <a:lnTo>
                  <a:pt x="1194203" y="7708"/>
                </a:lnTo>
                <a:lnTo>
                  <a:pt x="1146499" y="13624"/>
                </a:lnTo>
                <a:lnTo>
                  <a:pt x="1099331" y="21164"/>
                </a:lnTo>
                <a:lnTo>
                  <a:pt x="1052729" y="30298"/>
                </a:lnTo>
                <a:lnTo>
                  <a:pt x="1006725" y="40997"/>
                </a:lnTo>
                <a:lnTo>
                  <a:pt x="961347" y="53230"/>
                </a:lnTo>
                <a:lnTo>
                  <a:pt x="916627" y="66969"/>
                </a:lnTo>
                <a:lnTo>
                  <a:pt x="872594" y="82183"/>
                </a:lnTo>
                <a:lnTo>
                  <a:pt x="829279" y="98843"/>
                </a:lnTo>
                <a:lnTo>
                  <a:pt x="786712" y="116919"/>
                </a:lnTo>
                <a:lnTo>
                  <a:pt x="744924" y="136382"/>
                </a:lnTo>
                <a:lnTo>
                  <a:pt x="703945" y="157201"/>
                </a:lnTo>
                <a:lnTo>
                  <a:pt x="663805" y="179347"/>
                </a:lnTo>
                <a:lnTo>
                  <a:pt x="624534" y="202791"/>
                </a:lnTo>
                <a:lnTo>
                  <a:pt x="586163" y="227502"/>
                </a:lnTo>
                <a:lnTo>
                  <a:pt x="548722" y="253451"/>
                </a:lnTo>
                <a:lnTo>
                  <a:pt x="512241" y="280608"/>
                </a:lnTo>
                <a:lnTo>
                  <a:pt x="476750" y="308944"/>
                </a:lnTo>
                <a:lnTo>
                  <a:pt x="442281" y="338429"/>
                </a:lnTo>
                <a:lnTo>
                  <a:pt x="408862" y="369033"/>
                </a:lnTo>
                <a:lnTo>
                  <a:pt x="376525" y="400727"/>
                </a:lnTo>
                <a:lnTo>
                  <a:pt x="345299" y="433481"/>
                </a:lnTo>
                <a:lnTo>
                  <a:pt x="315216" y="467265"/>
                </a:lnTo>
                <a:lnTo>
                  <a:pt x="286305" y="502049"/>
                </a:lnTo>
                <a:lnTo>
                  <a:pt x="258596" y="537804"/>
                </a:lnTo>
                <a:lnTo>
                  <a:pt x="232120" y="574500"/>
                </a:lnTo>
                <a:lnTo>
                  <a:pt x="206907" y="612108"/>
                </a:lnTo>
                <a:lnTo>
                  <a:pt x="182988" y="650597"/>
                </a:lnTo>
                <a:lnTo>
                  <a:pt x="160392" y="689938"/>
                </a:lnTo>
                <a:lnTo>
                  <a:pt x="139150" y="730102"/>
                </a:lnTo>
                <a:lnTo>
                  <a:pt x="119293" y="771059"/>
                </a:lnTo>
                <a:lnTo>
                  <a:pt x="100850" y="812778"/>
                </a:lnTo>
                <a:lnTo>
                  <a:pt x="83852" y="855231"/>
                </a:lnTo>
                <a:lnTo>
                  <a:pt x="68329" y="898387"/>
                </a:lnTo>
                <a:lnTo>
                  <a:pt x="54311" y="942218"/>
                </a:lnTo>
                <a:lnTo>
                  <a:pt x="41829" y="986692"/>
                </a:lnTo>
                <a:lnTo>
                  <a:pt x="30913" y="1031782"/>
                </a:lnTo>
                <a:lnTo>
                  <a:pt x="21594" y="1077456"/>
                </a:lnTo>
                <a:lnTo>
                  <a:pt x="13900" y="1123685"/>
                </a:lnTo>
                <a:lnTo>
                  <a:pt x="7864" y="1170440"/>
                </a:lnTo>
                <a:lnTo>
                  <a:pt x="3515" y="1217690"/>
                </a:lnTo>
                <a:lnTo>
                  <a:pt x="883" y="1265407"/>
                </a:lnTo>
                <a:lnTo>
                  <a:pt x="0" y="1313560"/>
                </a:lnTo>
                <a:lnTo>
                  <a:pt x="883" y="1361714"/>
                </a:lnTo>
                <a:lnTo>
                  <a:pt x="3515" y="1409430"/>
                </a:lnTo>
                <a:lnTo>
                  <a:pt x="7864" y="1456680"/>
                </a:lnTo>
                <a:lnTo>
                  <a:pt x="13900" y="1503433"/>
                </a:lnTo>
                <a:lnTo>
                  <a:pt x="21594" y="1549661"/>
                </a:lnTo>
                <a:lnTo>
                  <a:pt x="30913" y="1595333"/>
                </a:lnTo>
                <a:lnTo>
                  <a:pt x="41829" y="1640420"/>
                </a:lnTo>
                <a:lnTo>
                  <a:pt x="54311" y="1684893"/>
                </a:lnTo>
                <a:lnTo>
                  <a:pt x="68329" y="1728720"/>
                </a:lnTo>
                <a:lnTo>
                  <a:pt x="83852" y="1771874"/>
                </a:lnTo>
                <a:lnTo>
                  <a:pt x="100850" y="1814324"/>
                </a:lnTo>
                <a:lnTo>
                  <a:pt x="119293" y="1856040"/>
                </a:lnTo>
                <a:lnTo>
                  <a:pt x="139150" y="1896993"/>
                </a:lnTo>
                <a:lnTo>
                  <a:pt x="160392" y="1937153"/>
                </a:lnTo>
                <a:lnTo>
                  <a:pt x="182988" y="1976491"/>
                </a:lnTo>
                <a:lnTo>
                  <a:pt x="206907" y="2014977"/>
                </a:lnTo>
                <a:lnTo>
                  <a:pt x="232120" y="2052580"/>
                </a:lnTo>
                <a:lnTo>
                  <a:pt x="258596" y="2089272"/>
                </a:lnTo>
                <a:lnTo>
                  <a:pt x="286305" y="2125023"/>
                </a:lnTo>
                <a:lnTo>
                  <a:pt x="315216" y="2159803"/>
                </a:lnTo>
                <a:lnTo>
                  <a:pt x="345299" y="2193583"/>
                </a:lnTo>
                <a:lnTo>
                  <a:pt x="376525" y="2226332"/>
                </a:lnTo>
                <a:lnTo>
                  <a:pt x="408862" y="2258022"/>
                </a:lnTo>
                <a:lnTo>
                  <a:pt x="442281" y="2288622"/>
                </a:lnTo>
                <a:lnTo>
                  <a:pt x="476750" y="2318103"/>
                </a:lnTo>
                <a:lnTo>
                  <a:pt x="512241" y="2346435"/>
                </a:lnTo>
                <a:lnTo>
                  <a:pt x="548722" y="2373588"/>
                </a:lnTo>
                <a:lnTo>
                  <a:pt x="586163" y="2399533"/>
                </a:lnTo>
                <a:lnTo>
                  <a:pt x="624534" y="2424240"/>
                </a:lnTo>
                <a:lnTo>
                  <a:pt x="663805" y="2447680"/>
                </a:lnTo>
                <a:lnTo>
                  <a:pt x="703945" y="2469822"/>
                </a:lnTo>
                <a:lnTo>
                  <a:pt x="744924" y="2490638"/>
                </a:lnTo>
                <a:lnTo>
                  <a:pt x="786712" y="2510097"/>
                </a:lnTo>
                <a:lnTo>
                  <a:pt x="829279" y="2528170"/>
                </a:lnTo>
                <a:lnTo>
                  <a:pt x="872594" y="2544827"/>
                </a:lnTo>
                <a:lnTo>
                  <a:pt x="916627" y="2560038"/>
                </a:lnTo>
                <a:lnTo>
                  <a:pt x="961347" y="2573774"/>
                </a:lnTo>
                <a:lnTo>
                  <a:pt x="1006725" y="2586005"/>
                </a:lnTo>
                <a:lnTo>
                  <a:pt x="1052729" y="2596702"/>
                </a:lnTo>
                <a:lnTo>
                  <a:pt x="1099331" y="2605834"/>
                </a:lnTo>
                <a:lnTo>
                  <a:pt x="1146499" y="2613373"/>
                </a:lnTo>
                <a:lnTo>
                  <a:pt x="1194203" y="2619288"/>
                </a:lnTo>
                <a:lnTo>
                  <a:pt x="1242414" y="2623550"/>
                </a:lnTo>
                <a:lnTo>
                  <a:pt x="1291099" y="2626128"/>
                </a:lnTo>
                <a:lnTo>
                  <a:pt x="1340231" y="2626994"/>
                </a:lnTo>
                <a:lnTo>
                  <a:pt x="1389362" y="2626128"/>
                </a:lnTo>
                <a:lnTo>
                  <a:pt x="1438047" y="2623550"/>
                </a:lnTo>
                <a:lnTo>
                  <a:pt x="1486258" y="2619288"/>
                </a:lnTo>
                <a:lnTo>
                  <a:pt x="1533962" y="2613373"/>
                </a:lnTo>
                <a:lnTo>
                  <a:pt x="1581130" y="2605834"/>
                </a:lnTo>
                <a:lnTo>
                  <a:pt x="1627732" y="2596702"/>
                </a:lnTo>
                <a:lnTo>
                  <a:pt x="1673736" y="2586005"/>
                </a:lnTo>
                <a:lnTo>
                  <a:pt x="1719114" y="2573774"/>
                </a:lnTo>
                <a:lnTo>
                  <a:pt x="1763834" y="2560038"/>
                </a:lnTo>
                <a:lnTo>
                  <a:pt x="1807867" y="2544827"/>
                </a:lnTo>
                <a:lnTo>
                  <a:pt x="1851182" y="2528170"/>
                </a:lnTo>
                <a:lnTo>
                  <a:pt x="1893749" y="2510097"/>
                </a:lnTo>
                <a:lnTo>
                  <a:pt x="1935537" y="2490638"/>
                </a:lnTo>
                <a:lnTo>
                  <a:pt x="1976516" y="2469822"/>
                </a:lnTo>
                <a:lnTo>
                  <a:pt x="2016656" y="2447680"/>
                </a:lnTo>
                <a:lnTo>
                  <a:pt x="2055927" y="2424240"/>
                </a:lnTo>
                <a:lnTo>
                  <a:pt x="2094298" y="2399533"/>
                </a:lnTo>
                <a:lnTo>
                  <a:pt x="2131739" y="2373588"/>
                </a:lnTo>
                <a:lnTo>
                  <a:pt x="2168220" y="2346435"/>
                </a:lnTo>
                <a:lnTo>
                  <a:pt x="2203711" y="2318103"/>
                </a:lnTo>
                <a:lnTo>
                  <a:pt x="2238180" y="2288622"/>
                </a:lnTo>
                <a:lnTo>
                  <a:pt x="2271599" y="2258022"/>
                </a:lnTo>
                <a:lnTo>
                  <a:pt x="2303936" y="2226332"/>
                </a:lnTo>
                <a:lnTo>
                  <a:pt x="2335162" y="2193583"/>
                </a:lnTo>
                <a:lnTo>
                  <a:pt x="2365245" y="2159803"/>
                </a:lnTo>
                <a:lnTo>
                  <a:pt x="2394156" y="2125023"/>
                </a:lnTo>
                <a:lnTo>
                  <a:pt x="2421865" y="2089272"/>
                </a:lnTo>
                <a:lnTo>
                  <a:pt x="2448341" y="2052580"/>
                </a:lnTo>
                <a:lnTo>
                  <a:pt x="2473554" y="2014977"/>
                </a:lnTo>
                <a:lnTo>
                  <a:pt x="2497473" y="1976491"/>
                </a:lnTo>
                <a:lnTo>
                  <a:pt x="2520069" y="1937153"/>
                </a:lnTo>
                <a:lnTo>
                  <a:pt x="2541311" y="1896993"/>
                </a:lnTo>
                <a:lnTo>
                  <a:pt x="2561168" y="1856040"/>
                </a:lnTo>
                <a:lnTo>
                  <a:pt x="2579611" y="1814324"/>
                </a:lnTo>
                <a:lnTo>
                  <a:pt x="2596609" y="1771874"/>
                </a:lnTo>
                <a:lnTo>
                  <a:pt x="2612132" y="1728720"/>
                </a:lnTo>
                <a:lnTo>
                  <a:pt x="2626150" y="1684893"/>
                </a:lnTo>
                <a:lnTo>
                  <a:pt x="2638632" y="1640420"/>
                </a:lnTo>
                <a:lnTo>
                  <a:pt x="2649548" y="1595333"/>
                </a:lnTo>
                <a:lnTo>
                  <a:pt x="2658867" y="1549661"/>
                </a:lnTo>
                <a:lnTo>
                  <a:pt x="2666561" y="1503433"/>
                </a:lnTo>
                <a:lnTo>
                  <a:pt x="2672597" y="1456680"/>
                </a:lnTo>
                <a:lnTo>
                  <a:pt x="2676946" y="1409430"/>
                </a:lnTo>
                <a:lnTo>
                  <a:pt x="2679578" y="1361714"/>
                </a:lnTo>
                <a:lnTo>
                  <a:pt x="2680461" y="1313560"/>
                </a:lnTo>
                <a:lnTo>
                  <a:pt x="2679578" y="1265407"/>
                </a:lnTo>
                <a:lnTo>
                  <a:pt x="2676946" y="1217690"/>
                </a:lnTo>
                <a:lnTo>
                  <a:pt x="2672597" y="1170440"/>
                </a:lnTo>
                <a:lnTo>
                  <a:pt x="2666561" y="1123685"/>
                </a:lnTo>
                <a:lnTo>
                  <a:pt x="2658867" y="1077456"/>
                </a:lnTo>
                <a:lnTo>
                  <a:pt x="2649548" y="1031782"/>
                </a:lnTo>
                <a:lnTo>
                  <a:pt x="2638632" y="986692"/>
                </a:lnTo>
                <a:lnTo>
                  <a:pt x="2626150" y="942218"/>
                </a:lnTo>
                <a:lnTo>
                  <a:pt x="2612132" y="898387"/>
                </a:lnTo>
                <a:lnTo>
                  <a:pt x="2596609" y="855231"/>
                </a:lnTo>
                <a:lnTo>
                  <a:pt x="2579611" y="812778"/>
                </a:lnTo>
                <a:lnTo>
                  <a:pt x="2561168" y="771059"/>
                </a:lnTo>
                <a:lnTo>
                  <a:pt x="2541311" y="730102"/>
                </a:lnTo>
                <a:lnTo>
                  <a:pt x="2520069" y="689938"/>
                </a:lnTo>
                <a:lnTo>
                  <a:pt x="2497473" y="650597"/>
                </a:lnTo>
                <a:lnTo>
                  <a:pt x="2473554" y="612108"/>
                </a:lnTo>
                <a:lnTo>
                  <a:pt x="2448341" y="574500"/>
                </a:lnTo>
                <a:lnTo>
                  <a:pt x="2421865" y="537804"/>
                </a:lnTo>
                <a:lnTo>
                  <a:pt x="2394156" y="502049"/>
                </a:lnTo>
                <a:lnTo>
                  <a:pt x="2365245" y="467265"/>
                </a:lnTo>
                <a:lnTo>
                  <a:pt x="2335162" y="433481"/>
                </a:lnTo>
                <a:lnTo>
                  <a:pt x="2303936" y="400727"/>
                </a:lnTo>
                <a:lnTo>
                  <a:pt x="2271599" y="369033"/>
                </a:lnTo>
                <a:lnTo>
                  <a:pt x="2238180" y="338429"/>
                </a:lnTo>
                <a:lnTo>
                  <a:pt x="2203711" y="308944"/>
                </a:lnTo>
                <a:lnTo>
                  <a:pt x="2168220" y="280608"/>
                </a:lnTo>
                <a:lnTo>
                  <a:pt x="2131739" y="253451"/>
                </a:lnTo>
                <a:lnTo>
                  <a:pt x="2094298" y="227502"/>
                </a:lnTo>
                <a:lnTo>
                  <a:pt x="2055927" y="202791"/>
                </a:lnTo>
                <a:lnTo>
                  <a:pt x="2016656" y="179347"/>
                </a:lnTo>
                <a:lnTo>
                  <a:pt x="1976516" y="157201"/>
                </a:lnTo>
                <a:lnTo>
                  <a:pt x="1935537" y="136382"/>
                </a:lnTo>
                <a:lnTo>
                  <a:pt x="1893749" y="116919"/>
                </a:lnTo>
                <a:lnTo>
                  <a:pt x="1851182" y="98843"/>
                </a:lnTo>
                <a:lnTo>
                  <a:pt x="1807867" y="82183"/>
                </a:lnTo>
                <a:lnTo>
                  <a:pt x="1763834" y="66969"/>
                </a:lnTo>
                <a:lnTo>
                  <a:pt x="1719114" y="53230"/>
                </a:lnTo>
                <a:lnTo>
                  <a:pt x="1673736" y="40997"/>
                </a:lnTo>
                <a:lnTo>
                  <a:pt x="1627732" y="30298"/>
                </a:lnTo>
                <a:lnTo>
                  <a:pt x="1581130" y="21164"/>
                </a:lnTo>
                <a:lnTo>
                  <a:pt x="1533962" y="13624"/>
                </a:lnTo>
                <a:lnTo>
                  <a:pt x="1486258" y="7708"/>
                </a:lnTo>
                <a:lnTo>
                  <a:pt x="1438047" y="3445"/>
                </a:lnTo>
                <a:lnTo>
                  <a:pt x="1389362" y="866"/>
                </a:lnTo>
                <a:lnTo>
                  <a:pt x="1340231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object 26">
            <a:extLst>
              <a:ext uri="{FF2B5EF4-FFF2-40B4-BE49-F238E27FC236}">
                <a16:creationId xmlns:a16="http://schemas.microsoft.com/office/drawing/2014/main" id="{2B85E788-4887-5FB8-E315-451055790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31081" y="-1200659"/>
            <a:ext cx="929640" cy="243840"/>
          </a:xfrm>
          <a:custGeom>
            <a:avLst/>
            <a:gdLst/>
            <a:ahLst/>
            <a:cxnLst/>
            <a:rect l="l" t="t" r="r" b="b"/>
            <a:pathLst>
              <a:path w="929640" h="243839">
                <a:moveTo>
                  <a:pt x="929068" y="0"/>
                </a:moveTo>
                <a:lnTo>
                  <a:pt x="0" y="0"/>
                </a:lnTo>
                <a:lnTo>
                  <a:pt x="0" y="243839"/>
                </a:lnTo>
                <a:lnTo>
                  <a:pt x="929068" y="243839"/>
                </a:lnTo>
                <a:lnTo>
                  <a:pt x="9290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DDDAB00F-7EFE-C4DD-1EA2-29BE1021D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3145" y="2284293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5" h="347344">
                <a:moveTo>
                  <a:pt x="173354" y="0"/>
                </a:moveTo>
                <a:lnTo>
                  <a:pt x="127264" y="6191"/>
                </a:lnTo>
                <a:lnTo>
                  <a:pt x="85851" y="23664"/>
                </a:lnTo>
                <a:lnTo>
                  <a:pt x="50768" y="50768"/>
                </a:lnTo>
                <a:lnTo>
                  <a:pt x="23664" y="85852"/>
                </a:lnTo>
                <a:lnTo>
                  <a:pt x="6191" y="127264"/>
                </a:lnTo>
                <a:lnTo>
                  <a:pt x="0" y="173355"/>
                </a:lnTo>
                <a:lnTo>
                  <a:pt x="6191" y="219498"/>
                </a:lnTo>
                <a:lnTo>
                  <a:pt x="23664" y="260947"/>
                </a:lnTo>
                <a:lnTo>
                  <a:pt x="50768" y="296052"/>
                </a:lnTo>
                <a:lnTo>
                  <a:pt x="85851" y="323167"/>
                </a:lnTo>
                <a:lnTo>
                  <a:pt x="127264" y="340645"/>
                </a:lnTo>
                <a:lnTo>
                  <a:pt x="173354" y="346837"/>
                </a:lnTo>
                <a:lnTo>
                  <a:pt x="219454" y="340645"/>
                </a:lnTo>
                <a:lnTo>
                  <a:pt x="260890" y="323167"/>
                </a:lnTo>
                <a:lnTo>
                  <a:pt x="296005" y="296052"/>
                </a:lnTo>
                <a:lnTo>
                  <a:pt x="323139" y="260947"/>
                </a:lnTo>
                <a:lnTo>
                  <a:pt x="340636" y="219498"/>
                </a:lnTo>
                <a:lnTo>
                  <a:pt x="346837" y="173355"/>
                </a:lnTo>
                <a:lnTo>
                  <a:pt x="340636" y="127264"/>
                </a:lnTo>
                <a:lnTo>
                  <a:pt x="323139" y="85851"/>
                </a:lnTo>
                <a:lnTo>
                  <a:pt x="296005" y="50768"/>
                </a:lnTo>
                <a:lnTo>
                  <a:pt x="260890" y="23664"/>
                </a:lnTo>
                <a:lnTo>
                  <a:pt x="219454" y="6191"/>
                </a:lnTo>
                <a:lnTo>
                  <a:pt x="173354" y="0"/>
                </a:lnTo>
                <a:close/>
              </a:path>
            </a:pathLst>
          </a:custGeom>
          <a:solidFill>
            <a:srgbClr val="267AC0"/>
          </a:solidFill>
          <a:ln w="285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object 9">
            <a:extLst>
              <a:ext uri="{FF2B5EF4-FFF2-40B4-BE49-F238E27FC236}">
                <a16:creationId xmlns:a16="http://schemas.microsoft.com/office/drawing/2014/main" id="{9BDA7788-011E-AB5F-252C-6E6C7A019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3145" y="4960564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5" h="347345">
                <a:moveTo>
                  <a:pt x="173354" y="0"/>
                </a:moveTo>
                <a:lnTo>
                  <a:pt x="127264" y="6200"/>
                </a:lnTo>
                <a:lnTo>
                  <a:pt x="85851" y="23697"/>
                </a:lnTo>
                <a:lnTo>
                  <a:pt x="50768" y="50831"/>
                </a:lnTo>
                <a:lnTo>
                  <a:pt x="23664" y="85946"/>
                </a:lnTo>
                <a:lnTo>
                  <a:pt x="6191" y="127382"/>
                </a:lnTo>
                <a:lnTo>
                  <a:pt x="0" y="173481"/>
                </a:lnTo>
                <a:lnTo>
                  <a:pt x="6191" y="219572"/>
                </a:lnTo>
                <a:lnTo>
                  <a:pt x="23664" y="260984"/>
                </a:lnTo>
                <a:lnTo>
                  <a:pt x="50768" y="296068"/>
                </a:lnTo>
                <a:lnTo>
                  <a:pt x="85851" y="323172"/>
                </a:lnTo>
                <a:lnTo>
                  <a:pt x="127264" y="340645"/>
                </a:lnTo>
                <a:lnTo>
                  <a:pt x="173354" y="346837"/>
                </a:lnTo>
                <a:lnTo>
                  <a:pt x="219454" y="340645"/>
                </a:lnTo>
                <a:lnTo>
                  <a:pt x="260890" y="323172"/>
                </a:lnTo>
                <a:lnTo>
                  <a:pt x="296005" y="296068"/>
                </a:lnTo>
                <a:lnTo>
                  <a:pt x="323139" y="260984"/>
                </a:lnTo>
                <a:lnTo>
                  <a:pt x="340636" y="219572"/>
                </a:lnTo>
                <a:lnTo>
                  <a:pt x="346837" y="173481"/>
                </a:lnTo>
                <a:lnTo>
                  <a:pt x="340636" y="127382"/>
                </a:lnTo>
                <a:lnTo>
                  <a:pt x="323139" y="85946"/>
                </a:lnTo>
                <a:lnTo>
                  <a:pt x="296005" y="50831"/>
                </a:lnTo>
                <a:lnTo>
                  <a:pt x="260890" y="23697"/>
                </a:lnTo>
                <a:lnTo>
                  <a:pt x="219454" y="6200"/>
                </a:lnTo>
                <a:lnTo>
                  <a:pt x="173354" y="0"/>
                </a:lnTo>
                <a:close/>
              </a:path>
            </a:pathLst>
          </a:custGeom>
          <a:solidFill>
            <a:srgbClr val="0A4B8C"/>
          </a:solidFill>
          <a:ln w="285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object 13">
            <a:extLst>
              <a:ext uri="{FF2B5EF4-FFF2-40B4-BE49-F238E27FC236}">
                <a16:creationId xmlns:a16="http://schemas.microsoft.com/office/drawing/2014/main" id="{DB7AD2F5-FDDA-3250-6C1F-32250CD68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438" y="4960564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4" h="347345">
                <a:moveTo>
                  <a:pt x="173355" y="0"/>
                </a:moveTo>
                <a:lnTo>
                  <a:pt x="127264" y="6200"/>
                </a:lnTo>
                <a:lnTo>
                  <a:pt x="85851" y="23697"/>
                </a:lnTo>
                <a:lnTo>
                  <a:pt x="50768" y="50831"/>
                </a:lnTo>
                <a:lnTo>
                  <a:pt x="23664" y="85946"/>
                </a:lnTo>
                <a:lnTo>
                  <a:pt x="6191" y="127382"/>
                </a:lnTo>
                <a:lnTo>
                  <a:pt x="0" y="173481"/>
                </a:lnTo>
                <a:lnTo>
                  <a:pt x="6191" y="219572"/>
                </a:lnTo>
                <a:lnTo>
                  <a:pt x="23664" y="260984"/>
                </a:lnTo>
                <a:lnTo>
                  <a:pt x="50768" y="296068"/>
                </a:lnTo>
                <a:lnTo>
                  <a:pt x="85852" y="323172"/>
                </a:lnTo>
                <a:lnTo>
                  <a:pt x="127264" y="340645"/>
                </a:lnTo>
                <a:lnTo>
                  <a:pt x="173355" y="346837"/>
                </a:lnTo>
                <a:lnTo>
                  <a:pt x="219454" y="340645"/>
                </a:lnTo>
                <a:lnTo>
                  <a:pt x="260890" y="323172"/>
                </a:lnTo>
                <a:lnTo>
                  <a:pt x="296005" y="296068"/>
                </a:lnTo>
                <a:lnTo>
                  <a:pt x="323139" y="260984"/>
                </a:lnTo>
                <a:lnTo>
                  <a:pt x="340636" y="219572"/>
                </a:lnTo>
                <a:lnTo>
                  <a:pt x="346837" y="173481"/>
                </a:lnTo>
                <a:lnTo>
                  <a:pt x="340636" y="127382"/>
                </a:lnTo>
                <a:lnTo>
                  <a:pt x="323139" y="85946"/>
                </a:lnTo>
                <a:lnTo>
                  <a:pt x="296005" y="50831"/>
                </a:lnTo>
                <a:lnTo>
                  <a:pt x="260890" y="23697"/>
                </a:lnTo>
                <a:lnTo>
                  <a:pt x="219454" y="6200"/>
                </a:lnTo>
                <a:lnTo>
                  <a:pt x="173355" y="0"/>
                </a:lnTo>
                <a:close/>
              </a:path>
            </a:pathLst>
          </a:custGeom>
          <a:solidFill>
            <a:srgbClr val="0B315E"/>
          </a:solidFill>
          <a:ln w="285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object 11">
            <a:extLst>
              <a:ext uri="{FF2B5EF4-FFF2-40B4-BE49-F238E27FC236}">
                <a16:creationId xmlns:a16="http://schemas.microsoft.com/office/drawing/2014/main" id="{6CF26A76-B6EC-2C2F-B85C-508D88C15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438" y="2284293"/>
            <a:ext cx="347345" cy="347345"/>
          </a:xfrm>
          <a:custGeom>
            <a:avLst/>
            <a:gdLst/>
            <a:ahLst/>
            <a:cxnLst/>
            <a:rect l="l" t="t" r="r" b="b"/>
            <a:pathLst>
              <a:path w="347344" h="347344">
                <a:moveTo>
                  <a:pt x="173355" y="0"/>
                </a:moveTo>
                <a:lnTo>
                  <a:pt x="127264" y="6191"/>
                </a:lnTo>
                <a:lnTo>
                  <a:pt x="85851" y="23664"/>
                </a:lnTo>
                <a:lnTo>
                  <a:pt x="50768" y="50768"/>
                </a:lnTo>
                <a:lnTo>
                  <a:pt x="23664" y="85852"/>
                </a:lnTo>
                <a:lnTo>
                  <a:pt x="6191" y="127264"/>
                </a:lnTo>
                <a:lnTo>
                  <a:pt x="0" y="173355"/>
                </a:lnTo>
                <a:lnTo>
                  <a:pt x="6191" y="219498"/>
                </a:lnTo>
                <a:lnTo>
                  <a:pt x="23664" y="260947"/>
                </a:lnTo>
                <a:lnTo>
                  <a:pt x="50768" y="296052"/>
                </a:lnTo>
                <a:lnTo>
                  <a:pt x="85852" y="323167"/>
                </a:lnTo>
                <a:lnTo>
                  <a:pt x="127264" y="340645"/>
                </a:lnTo>
                <a:lnTo>
                  <a:pt x="173355" y="346837"/>
                </a:lnTo>
                <a:lnTo>
                  <a:pt x="219454" y="340645"/>
                </a:lnTo>
                <a:lnTo>
                  <a:pt x="260890" y="323167"/>
                </a:lnTo>
                <a:lnTo>
                  <a:pt x="296005" y="296052"/>
                </a:lnTo>
                <a:lnTo>
                  <a:pt x="323139" y="260947"/>
                </a:lnTo>
                <a:lnTo>
                  <a:pt x="340636" y="219498"/>
                </a:lnTo>
                <a:lnTo>
                  <a:pt x="346837" y="173355"/>
                </a:lnTo>
                <a:lnTo>
                  <a:pt x="340636" y="127264"/>
                </a:lnTo>
                <a:lnTo>
                  <a:pt x="323139" y="85851"/>
                </a:lnTo>
                <a:lnTo>
                  <a:pt x="296005" y="50768"/>
                </a:lnTo>
                <a:lnTo>
                  <a:pt x="260890" y="23664"/>
                </a:lnTo>
                <a:lnTo>
                  <a:pt x="219454" y="6191"/>
                </a:lnTo>
                <a:lnTo>
                  <a:pt x="173355" y="0"/>
                </a:lnTo>
                <a:close/>
              </a:path>
            </a:pathLst>
          </a:custGeom>
          <a:solidFill>
            <a:srgbClr val="00B0F0"/>
          </a:solidFill>
          <a:ln w="28575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9513-91EE-DE74-8332-076A7235CC56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pic>
        <p:nvPicPr>
          <p:cNvPr id="11" name="object 17" descr="Woman looking at tablet">
            <a:extLst>
              <a:ext uri="{FF2B5EF4-FFF2-40B4-BE49-F238E27FC236}">
                <a16:creationId xmlns:a16="http://schemas.microsoft.com/office/drawing/2014/main" id="{41DE5DAA-6D7C-35E6-0A32-B72CDF2317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060" y="2545575"/>
            <a:ext cx="2441447" cy="243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19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290D-1210-2391-808A-E4C4E472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D3CB-347B-22B9-9620-E6409F67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685800"/>
            <a:ext cx="11018358" cy="712788"/>
          </a:xfrm>
        </p:spPr>
        <p:txBody>
          <a:bodyPr/>
          <a:lstStyle/>
          <a:p>
            <a:r>
              <a:rPr lang="en-US"/>
              <a:t>Chart slide title – CVS Health Sans Medium, 26 - 32 point</a:t>
            </a:r>
            <a:br>
              <a:rPr lang="en-US"/>
            </a:br>
            <a:r>
              <a:rPr lang="en-US" sz="1800">
                <a:latin typeface="CVS Health Sans Light" panose="020B0404020202020204" pitchFamily="34" charset="0"/>
              </a:rPr>
              <a:t>Chart slide subtitle – CVS Health Sans Light, 18 point, Dark Grey, Text 2</a:t>
            </a:r>
          </a:p>
        </p:txBody>
      </p:sp>
      <p:graphicFrame>
        <p:nvGraphicFramePr>
          <p:cNvPr id="6" name="Chart 5" descr="Chart">
            <a:extLst>
              <a:ext uri="{FF2B5EF4-FFF2-40B4-BE49-F238E27FC236}">
                <a16:creationId xmlns:a16="http://schemas.microsoft.com/office/drawing/2014/main" id="{625C65E0-9C20-D61E-6ED1-2BBF9641C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886361"/>
              </p:ext>
            </p:extLst>
          </p:nvPr>
        </p:nvGraphicFramePr>
        <p:xfrm>
          <a:off x="809099" y="1771650"/>
          <a:ext cx="5163076" cy="1983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6B2F63C-BCB3-D15F-B403-3BA1CB193022}"/>
              </a:ext>
            </a:extLst>
          </p:cNvPr>
          <p:cNvSpPr txBox="1"/>
          <p:nvPr/>
        </p:nvSpPr>
        <p:spPr>
          <a:xfrm>
            <a:off x="877623" y="3765157"/>
            <a:ext cx="5286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▼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734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 Stores YoY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graphicFrame>
        <p:nvGraphicFramePr>
          <p:cNvPr id="9" name="Line" descr="Chart">
            <a:extLst>
              <a:ext uri="{FF2B5EF4-FFF2-40B4-BE49-F238E27FC236}">
                <a16:creationId xmlns:a16="http://schemas.microsoft.com/office/drawing/2014/main" id="{45E06A94-70EE-3991-DF1A-B8F8F5671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655931"/>
              </p:ext>
            </p:extLst>
          </p:nvPr>
        </p:nvGraphicFramePr>
        <p:xfrm>
          <a:off x="809099" y="4026118"/>
          <a:ext cx="5136926" cy="1928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749F67-B1AB-2083-F1EA-BEDC04257E0B}"/>
              </a:ext>
            </a:extLst>
          </p:cNvPr>
          <p:cNvSpPr txBox="1"/>
          <p:nvPr/>
        </p:nvSpPr>
        <p:spPr>
          <a:xfrm>
            <a:off x="801670" y="4194844"/>
            <a:ext cx="5177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Sub Category</a:t>
            </a:r>
          </a:p>
        </p:txBody>
      </p:sp>
      <p:graphicFrame>
        <p:nvGraphicFramePr>
          <p:cNvPr id="15" name="Chart 14" descr="Chart">
            <a:extLst>
              <a:ext uri="{FF2B5EF4-FFF2-40B4-BE49-F238E27FC236}">
                <a16:creationId xmlns:a16="http://schemas.microsoft.com/office/drawing/2014/main" id="{148787E7-69D6-7784-1E68-9E6BA7C35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959904"/>
              </p:ext>
            </p:extLst>
          </p:nvPr>
        </p:nvGraphicFramePr>
        <p:xfrm>
          <a:off x="6352340" y="1771650"/>
          <a:ext cx="5253732" cy="1983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Line" descr="Chart">
            <a:extLst>
              <a:ext uri="{FF2B5EF4-FFF2-40B4-BE49-F238E27FC236}">
                <a16:creationId xmlns:a16="http://schemas.microsoft.com/office/drawing/2014/main" id="{7D6F7BCD-C81A-864E-F64C-DE3B83427A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545954"/>
              </p:ext>
            </p:extLst>
          </p:nvPr>
        </p:nvGraphicFramePr>
        <p:xfrm>
          <a:off x="6352339" y="4005642"/>
          <a:ext cx="5244555" cy="1928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74FC385-169C-7EDC-A3EE-E0FB01156506}"/>
              </a:ext>
            </a:extLst>
          </p:cNvPr>
          <p:cNvSpPr txBox="1"/>
          <p:nvPr/>
        </p:nvSpPr>
        <p:spPr>
          <a:xfrm>
            <a:off x="6459840" y="1966927"/>
            <a:ext cx="5125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Sub Category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3D879-7639-BF32-02B5-25340579D0DF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57160E-F61F-2D8F-334C-2590619B0D45}"/>
              </a:ext>
            </a:extLst>
          </p:cNvPr>
          <p:cNvSpPr txBox="1"/>
          <p:nvPr/>
        </p:nvSpPr>
        <p:spPr>
          <a:xfrm>
            <a:off x="6492034" y="4233348"/>
            <a:ext cx="5125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VS Health Sans"/>
                <a:ea typeface="+mn-ea"/>
                <a:cs typeface="Times New Roman" panose="02020603050405020304" pitchFamily="18" charset="0"/>
              </a:rPr>
              <a:t>Sub Category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269316-D84E-3B52-9FB6-321263E536E8}"/>
              </a:ext>
            </a:extLst>
          </p:cNvPr>
          <p:cNvSpPr/>
          <p:nvPr/>
        </p:nvSpPr>
        <p:spPr bwMode="gray">
          <a:xfrm rot="16200000">
            <a:off x="-11605" y="2626102"/>
            <a:ext cx="1463040" cy="274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Metric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F2B3105-A913-F3E9-CB1D-769FA25064D9}"/>
              </a:ext>
            </a:extLst>
          </p:cNvPr>
          <p:cNvSpPr/>
          <p:nvPr/>
        </p:nvSpPr>
        <p:spPr bwMode="gray">
          <a:xfrm rot="16200000">
            <a:off x="-2430" y="4884420"/>
            <a:ext cx="1463040" cy="274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Metric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6D2713-B46A-E3DE-96D5-57426D9763B5}"/>
              </a:ext>
            </a:extLst>
          </p:cNvPr>
          <p:cNvSpPr/>
          <p:nvPr/>
        </p:nvSpPr>
        <p:spPr bwMode="gray">
          <a:xfrm rot="16200000">
            <a:off x="5540518" y="2568740"/>
            <a:ext cx="1463040" cy="274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Metric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D64D60D-EF3A-3E0E-24F8-DF98B303C611}"/>
              </a:ext>
            </a:extLst>
          </p:cNvPr>
          <p:cNvSpPr/>
          <p:nvPr/>
        </p:nvSpPr>
        <p:spPr bwMode="gray">
          <a:xfrm rot="16200000">
            <a:off x="5549693" y="4827058"/>
            <a:ext cx="1463040" cy="274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644050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FC11-6FD3-7DEA-1E5B-53284DD5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1ED3-55AF-607D-1BD3-16536AB0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685800"/>
            <a:ext cx="10972542" cy="713232"/>
          </a:xfrm>
        </p:spPr>
        <p:txBody>
          <a:bodyPr/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Medium" panose="020B0504020202020204" pitchFamily="34" charset="0"/>
                <a:ea typeface="+mj-ea"/>
                <a:cs typeface="+mj-cs"/>
              </a:rPr>
              <a:t>Chart slide title – CVS Health Sans Medium, 26 - 32 point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Medium" panose="020B0504020202020204" pitchFamily="34" charset="0"/>
                <a:ea typeface="+mj-ea"/>
                <a:cs typeface="+mj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 Light" panose="020B0404020202020204" pitchFamily="34" charset="0"/>
                <a:ea typeface="+mj-ea"/>
                <a:cs typeface="+mj-cs"/>
              </a:rPr>
              <a:t>Chart slide subtitle – CVS Health Sans Light, 18 point, Dark Grey, Text 2</a:t>
            </a:r>
            <a:endParaRPr lang="en-US" dirty="0"/>
          </a:p>
        </p:txBody>
      </p:sp>
      <p:grpSp>
        <p:nvGrpSpPr>
          <p:cNvPr id="4" name="Group 3" descr="Chart">
            <a:extLst>
              <a:ext uri="{FF2B5EF4-FFF2-40B4-BE49-F238E27FC236}">
                <a16:creationId xmlns:a16="http://schemas.microsoft.com/office/drawing/2014/main" id="{F573994B-3653-0908-9304-6D3DF9D94025}"/>
              </a:ext>
            </a:extLst>
          </p:cNvPr>
          <p:cNvGrpSpPr/>
          <p:nvPr/>
        </p:nvGrpSpPr>
        <p:grpSpPr>
          <a:xfrm>
            <a:off x="582755" y="2077815"/>
            <a:ext cx="8782626" cy="3524088"/>
            <a:chOff x="582755" y="1771650"/>
            <a:chExt cx="5581782" cy="2239728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CABA3BAD-2955-EB3F-47B6-43C8580098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08172692"/>
                </p:ext>
              </p:extLst>
            </p:nvPr>
          </p:nvGraphicFramePr>
          <p:xfrm>
            <a:off x="809099" y="1771650"/>
            <a:ext cx="5163076" cy="19832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F8E52BD-3547-2775-E272-B703D8987C22}"/>
                </a:ext>
              </a:extLst>
            </p:cNvPr>
            <p:cNvSpPr/>
            <p:nvPr/>
          </p:nvSpPr>
          <p:spPr bwMode="gray">
            <a:xfrm rot="16200000">
              <a:off x="-11605" y="2626102"/>
              <a:ext cx="1463040" cy="27432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7386A"/>
                </a:gs>
                <a:gs pos="100000">
                  <a:srgbClr val="1C7DA9"/>
                </a:gs>
              </a:gsLst>
              <a:path path="circle">
                <a:fillToRect t="100000" r="100000"/>
              </a:path>
            </a:gra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VS Health Sans"/>
                  <a:ea typeface="+mn-ea"/>
                  <a:cs typeface="+mn-cs"/>
                </a:rPr>
                <a:t>Metric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50816D-3B44-4A15-2BB6-EA48E3E9B75D}"/>
                </a:ext>
              </a:extLst>
            </p:cNvPr>
            <p:cNvSpPr txBox="1"/>
            <p:nvPr/>
          </p:nvSpPr>
          <p:spPr>
            <a:xfrm>
              <a:off x="877623" y="3765157"/>
              <a:ext cx="52869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algn="l" defTabSz="457200" rtl="0" eaLnBrk="1" fontAlgn="ctr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VS Health Sans"/>
                  <a:ea typeface="+mn-ea"/>
                  <a:cs typeface="Times New Roman" panose="02020603050405020304" pitchFamily="18" charset="0"/>
                </a:rPr>
                <a:t>▼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VS Health Sans"/>
                  <a:ea typeface="+mn-ea"/>
                  <a:cs typeface="Times New Roman" panose="02020603050405020304" pitchFamily="18" charset="0"/>
                </a:rPr>
                <a:t>734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VS Health Sans"/>
                  <a:ea typeface="+mn-ea"/>
                  <a:cs typeface="Times New Roman" panose="02020603050405020304" pitchFamily="18" charset="0"/>
                </a:rPr>
                <a:t> Stores YoY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endParaRPr>
            </a:p>
          </p:txBody>
        </p:sp>
      </p:grp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11BD627-B6E3-AECA-2A27-D31418CBC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65381" y="2077815"/>
            <a:ext cx="2047418" cy="2397204"/>
          </a:xfrm>
        </p:spPr>
        <p:txBody>
          <a:bodyPr/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7AC0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Use the bold copy above for an opening statement, then this body copy for further explanation. Actions and next steps can be in the column to the right.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4AADF-3526-47EC-609E-A1526A398720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</p:spTree>
    <p:extLst>
      <p:ext uri="{BB962C8B-B14F-4D97-AF65-F5344CB8AC3E}">
        <p14:creationId xmlns:p14="http://schemas.microsoft.com/office/powerpoint/2010/main" val="172074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714E-950A-C95E-827B-4D81FF9E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2C07-AD99-9422-C3D0-63EED4EB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681199"/>
            <a:ext cx="2516187" cy="1446214"/>
          </a:xfrm>
        </p:spPr>
        <p:txBody>
          <a:bodyPr/>
          <a:lstStyle/>
          <a:p>
            <a:r>
              <a:rPr lang="en-US" dirty="0"/>
              <a:t>Chart slide title – CVS Health Sans Medium, </a:t>
            </a:r>
            <a:br>
              <a:rPr lang="en-US" dirty="0"/>
            </a:br>
            <a:r>
              <a:rPr lang="en-US" dirty="0"/>
              <a:t>26 - 32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07122D-06E6-8AAD-B54A-A20B38A9C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5988" y="496957"/>
            <a:ext cx="3902925" cy="2635733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87943F-3A81-5A22-BCC6-96B6781E6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534" y="504111"/>
            <a:ext cx="3902925" cy="2635733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3" name="Content Placeholder 11">
            <a:extLst>
              <a:ext uri="{FF2B5EF4-FFF2-40B4-BE49-F238E27FC236}">
                <a16:creationId xmlns:a16="http://schemas.microsoft.com/office/drawing/2014/main" id="{B71F1B15-0A6A-FF61-14BF-B5E2DD78F581}"/>
              </a:ext>
            </a:extLst>
          </p:cNvPr>
          <p:cNvSpPr txBox="1">
            <a:spLocks/>
          </p:cNvSpPr>
          <p:nvPr/>
        </p:nvSpPr>
        <p:spPr bwMode="gray">
          <a:xfrm>
            <a:off x="3856383" y="674125"/>
            <a:ext cx="3631096" cy="24601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800" b="0" i="0" kern="1200">
                <a:solidFill>
                  <a:schemeClr val="tx2"/>
                </a:solidFill>
                <a:latin typeface="CVS Health Sans Medium" panose="020B0504020202020204" pitchFamily="34" charset="0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defRPr/>
            </a:pPr>
            <a:r>
              <a:rPr lang="en-US" sz="1600" dirty="0"/>
              <a:t>Subhead</a:t>
            </a:r>
          </a:p>
          <a:p>
            <a:pPr fontAlgn="ctr">
              <a:spcBef>
                <a:spcPts val="1200"/>
              </a:spcBef>
              <a:defRPr/>
            </a:pPr>
            <a:r>
              <a:rPr lang="en-US" sz="1400" dirty="0">
                <a:latin typeface="CVS Health Sans" panose="020B0504020202020204" pitchFamily="34" charset="0"/>
              </a:rPr>
              <a:t>Copy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7313AF8-29EB-EE95-585B-B8F293168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5288" y="672548"/>
            <a:ext cx="3631096" cy="2460142"/>
          </a:xfrm>
        </p:spPr>
        <p:txBody>
          <a:bodyPr/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 Medium" panose="020B0504020202020204" pitchFamily="34" charset="0"/>
              </a:rPr>
              <a:t>Subhead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Copy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9E5A71-30F0-97C5-759B-BAED05EFA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5988" y="3308281"/>
            <a:ext cx="3902925" cy="2635733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9BACAB-C733-B6AA-C1BF-710E61150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534" y="3308281"/>
            <a:ext cx="3902925" cy="2650005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00E65E3B-5EC4-58FA-FEFA-64310C3E4508}"/>
              </a:ext>
            </a:extLst>
          </p:cNvPr>
          <p:cNvSpPr txBox="1">
            <a:spLocks/>
          </p:cNvSpPr>
          <p:nvPr/>
        </p:nvSpPr>
        <p:spPr bwMode="gray">
          <a:xfrm>
            <a:off x="3856383" y="3483872"/>
            <a:ext cx="3631096" cy="24601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800" b="0" i="0" kern="1200">
                <a:solidFill>
                  <a:schemeClr val="tx2"/>
                </a:solidFill>
                <a:latin typeface="CVS Health Sans Medium" panose="020B0504020202020204" pitchFamily="34" charset="0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defRPr/>
            </a:pPr>
            <a:r>
              <a:rPr lang="en-US" sz="1600" dirty="0"/>
              <a:t>Subhead</a:t>
            </a:r>
          </a:p>
          <a:p>
            <a:pPr fontAlgn="ctr">
              <a:spcBef>
                <a:spcPts val="1200"/>
              </a:spcBef>
              <a:defRPr/>
            </a:pPr>
            <a:r>
              <a:rPr lang="en-US" sz="1400" dirty="0">
                <a:latin typeface="CVS Health Sans" panose="020B0504020202020204" pitchFamily="34" charset="0"/>
              </a:rPr>
              <a:t>Copy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E161F9C8-4CF0-50C8-490B-C6668563D5F5}"/>
              </a:ext>
            </a:extLst>
          </p:cNvPr>
          <p:cNvSpPr txBox="1">
            <a:spLocks/>
          </p:cNvSpPr>
          <p:nvPr/>
        </p:nvSpPr>
        <p:spPr bwMode="gray">
          <a:xfrm>
            <a:off x="7845288" y="3483872"/>
            <a:ext cx="3631096" cy="24601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800" b="0" i="0" kern="1200">
                <a:solidFill>
                  <a:schemeClr val="tx2"/>
                </a:solidFill>
                <a:latin typeface="CVS Health Sans Medium" panose="020B0504020202020204" pitchFamily="34" charset="0"/>
                <a:ea typeface="+mn-ea"/>
                <a:cs typeface="+mn-cs"/>
              </a:defRPr>
            </a:lvl1pPr>
            <a:lvl2pPr marL="171450" indent="-171450" algn="l" defTabSz="4572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145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None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2625" indent="-16827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30288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3325" indent="-173038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7950" indent="-174625" algn="l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ctr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 Medium" panose="020B0504020202020204" pitchFamily="34" charset="0"/>
              </a:rPr>
              <a:t>Subhead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Copy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8839F3C-E3F1-3A4B-ABD7-A1168DAF6274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5B217AB-EB7C-8527-B542-F4C50362A23F}"/>
              </a:ext>
            </a:extLst>
          </p:cNvPr>
          <p:cNvGrpSpPr/>
          <p:nvPr/>
        </p:nvGrpSpPr>
        <p:grpSpPr>
          <a:xfrm>
            <a:off x="569912" y="2248557"/>
            <a:ext cx="337746" cy="280103"/>
            <a:chOff x="3849923" y="1378980"/>
            <a:chExt cx="1079891" cy="895586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0BA6476-7351-1BA1-3764-8FDBE618E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619E022-9DD8-886B-A54D-EA2842C31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3" y="1378980"/>
              <a:ext cx="1078699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430450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195937-B3AE-9EFC-8F69-56B60E631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913" y="685800"/>
            <a:ext cx="11049000" cy="506730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7D7C80-7955-DD2C-DCA2-080D200F84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19281" y="2657985"/>
            <a:ext cx="4222401" cy="107721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CVS Health Sans Medium" panose="020B0504020202020204" pitchFamily="34" charset="0"/>
                <a:ea typeface="+mj-ea"/>
                <a:cs typeface="+mj-cs"/>
              </a:rPr>
              <a:t>Title for infographic example two here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A4B8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5ED3E5-434D-5941-BB36-1133D355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23450" y="2133559"/>
            <a:ext cx="0" cy="2057401"/>
          </a:xfrm>
          <a:prstGeom prst="line">
            <a:avLst/>
          </a:prstGeom>
          <a:ln w="254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07654957-AD09-4966-A42C-C06468C75BB3}"/>
              </a:ext>
            </a:extLst>
          </p:cNvPr>
          <p:cNvSpPr txBox="1">
            <a:spLocks/>
          </p:cNvSpPr>
          <p:nvPr/>
        </p:nvSpPr>
        <p:spPr>
          <a:xfrm>
            <a:off x="6483817" y="1771650"/>
            <a:ext cx="1510877" cy="548640"/>
          </a:xfrm>
          <a:prstGeom prst="rect">
            <a:avLst/>
          </a:prstGeom>
          <a:noFill/>
        </p:spPr>
        <p:txBody>
          <a:bodyPr lIns="45720" tIns="45720" rIns="45720" bIns="45720" anchor="ctr"/>
          <a:lstStyle>
            <a:lvl1pPr algn="l" defTabSz="91469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tx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6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43</a:t>
            </a:r>
            <a:r>
              <a:rPr kumimoji="0" lang="en-US" sz="4400" b="1" i="0" u="none" strike="noStrike" kern="1200" cap="none" spc="0" normalizeH="0" baseline="1600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%</a:t>
            </a:r>
            <a:endParaRPr kumimoji="0" lang="en-US" sz="4400" b="1" i="0" u="none" strike="noStrike" kern="1200" cap="none" spc="0" normalizeH="0" baseline="8000" noProof="0">
              <a:ln>
                <a:noFill/>
              </a:ln>
              <a:solidFill>
                <a:srgbClr val="0A4B8C"/>
              </a:solidFill>
              <a:effectLst/>
              <a:uLnTx/>
              <a:uFillTx/>
              <a:latin typeface="+mn-lt"/>
              <a:ea typeface="Helvetica Neue" charset="0"/>
              <a:cs typeface="Arial" panose="020B0604020202020204" pitchFamily="34" charset="0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EFABCCB-8EAA-4DE0-81C8-760F55F83A70}"/>
              </a:ext>
            </a:extLst>
          </p:cNvPr>
          <p:cNvSpPr txBox="1">
            <a:spLocks/>
          </p:cNvSpPr>
          <p:nvPr/>
        </p:nvSpPr>
        <p:spPr>
          <a:xfrm>
            <a:off x="6347136" y="2343665"/>
            <a:ext cx="1784238" cy="4722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Tx/>
              <a:buNone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00090" indent="-20009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9859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62250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06714" indent="-182623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54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77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01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7473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699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2131" algn="l"/>
              </a:tabLst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rPr>
              <a:t>descriptor text 1 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rPr>
              <a:t>would be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rPr>
              <a:t>inserted here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6C9700-0D0A-4B67-A9FB-94F80E948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29188" y="3196594"/>
            <a:ext cx="420134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54A3E552-4C09-4EDC-9285-6332D2E7DC24}"/>
              </a:ext>
            </a:extLst>
          </p:cNvPr>
          <p:cNvSpPr txBox="1">
            <a:spLocks/>
          </p:cNvSpPr>
          <p:nvPr/>
        </p:nvSpPr>
        <p:spPr>
          <a:xfrm>
            <a:off x="6483817" y="3471131"/>
            <a:ext cx="1510877" cy="548640"/>
          </a:xfrm>
          <a:prstGeom prst="rect">
            <a:avLst/>
          </a:prstGeom>
          <a:noFill/>
        </p:spPr>
        <p:txBody>
          <a:bodyPr lIns="45720" tIns="45720" rIns="45720" bIns="45720" anchor="ctr"/>
          <a:lstStyle>
            <a:lvl1pPr algn="l" defTabSz="91469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tx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6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43</a:t>
            </a:r>
            <a:r>
              <a:rPr kumimoji="0" lang="en-US" sz="4400" b="1" i="0" u="none" strike="noStrike" kern="1200" cap="none" spc="0" normalizeH="0" baseline="1600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%</a:t>
            </a:r>
            <a:endParaRPr kumimoji="0" lang="en-US" sz="4400" b="1" i="0" u="none" strike="noStrike" kern="1200" cap="none" spc="0" normalizeH="0" baseline="8000" noProof="0">
              <a:ln>
                <a:noFill/>
              </a:ln>
              <a:solidFill>
                <a:srgbClr val="0A4B8C"/>
              </a:solidFill>
              <a:effectLst/>
              <a:uLnTx/>
              <a:uFillTx/>
              <a:latin typeface="+mn-lt"/>
              <a:ea typeface="Helvetica Neue" charset="0"/>
              <a:cs typeface="Arial" panose="020B0604020202020204" pitchFamily="34" charset="0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79CC984-9724-4B00-A37E-F250234ED247}"/>
              </a:ext>
            </a:extLst>
          </p:cNvPr>
          <p:cNvSpPr txBox="1">
            <a:spLocks/>
          </p:cNvSpPr>
          <p:nvPr/>
        </p:nvSpPr>
        <p:spPr>
          <a:xfrm>
            <a:off x="6347136" y="4044794"/>
            <a:ext cx="1784238" cy="4722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Tx/>
              <a:buNone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00090" indent="-20009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9859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62250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06714" indent="-182623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54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77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01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7473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5000"/>
              </a:lnSpc>
              <a:defRPr/>
            </a:pPr>
            <a:r>
              <a:rPr lang="en-US" sz="1500" b="1">
                <a:cs typeface="Arial" panose="020B0604020202020204" pitchFamily="34" charset="0"/>
              </a:rPr>
              <a:t>descriptor text 3 </a:t>
            </a:r>
            <a:r>
              <a:rPr lang="en-US" sz="1500">
                <a:cs typeface="Arial" panose="020B0604020202020204" pitchFamily="34" charset="0"/>
              </a:rPr>
              <a:t>would be </a:t>
            </a:r>
            <a:br>
              <a:rPr lang="en-US" sz="1500">
                <a:cs typeface="Arial" panose="020B0604020202020204" pitchFamily="34" charset="0"/>
              </a:rPr>
            </a:br>
            <a:r>
              <a:rPr lang="en-US" sz="1500">
                <a:cs typeface="Arial" panose="020B0604020202020204" pitchFamily="34" charset="0"/>
              </a:rPr>
              <a:t>inserted here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792AC68-BE59-460C-82A9-FCDB95B257CF}"/>
              </a:ext>
            </a:extLst>
          </p:cNvPr>
          <p:cNvSpPr txBox="1">
            <a:spLocks/>
          </p:cNvSpPr>
          <p:nvPr/>
        </p:nvSpPr>
        <p:spPr>
          <a:xfrm>
            <a:off x="8874305" y="1771659"/>
            <a:ext cx="1508760" cy="548640"/>
          </a:xfrm>
          <a:prstGeom prst="rect">
            <a:avLst/>
          </a:prstGeom>
          <a:noFill/>
        </p:spPr>
        <p:txBody>
          <a:bodyPr lIns="45720" tIns="45720" rIns="45720" bIns="45720" anchor="ctr"/>
          <a:lstStyle>
            <a:lvl1pPr algn="l" defTabSz="91469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tx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6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3:1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3DCD33F-B6DA-48C3-B59D-4F4F5CC0D4D9}"/>
              </a:ext>
            </a:extLst>
          </p:cNvPr>
          <p:cNvSpPr txBox="1">
            <a:spLocks/>
          </p:cNvSpPr>
          <p:nvPr/>
        </p:nvSpPr>
        <p:spPr>
          <a:xfrm>
            <a:off x="8687827" y="2343665"/>
            <a:ext cx="1881716" cy="478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Tx/>
              <a:buNone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00090" indent="-20009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9859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62250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06714" indent="-182623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54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77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01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7473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5000"/>
              </a:lnSpc>
              <a:defRPr/>
            </a:pPr>
            <a:r>
              <a:rPr lang="en-US" sz="1500" b="1">
                <a:cs typeface="Arial" panose="020B0604020202020204" pitchFamily="34" charset="0"/>
              </a:rPr>
              <a:t>descriptor text 2 </a:t>
            </a:r>
            <a:r>
              <a:rPr lang="en-US" sz="1500">
                <a:cs typeface="Arial" panose="020B0604020202020204" pitchFamily="34" charset="0"/>
              </a:rPr>
              <a:t>would be </a:t>
            </a:r>
            <a:br>
              <a:rPr lang="en-US" sz="1500">
                <a:cs typeface="Arial" panose="020B0604020202020204" pitchFamily="34" charset="0"/>
              </a:rPr>
            </a:br>
            <a:r>
              <a:rPr lang="en-US" sz="1500">
                <a:cs typeface="Arial" panose="020B0604020202020204" pitchFamily="34" charset="0"/>
              </a:rPr>
              <a:t>inserted here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DE8097-BA41-46E4-987B-D2D18F691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418618" y="3196594"/>
            <a:ext cx="420134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DA12DCCE-C9C0-4FB8-AD29-B3DFF82DBA83}"/>
              </a:ext>
            </a:extLst>
          </p:cNvPr>
          <p:cNvSpPr txBox="1">
            <a:spLocks/>
          </p:cNvSpPr>
          <p:nvPr/>
        </p:nvSpPr>
        <p:spPr>
          <a:xfrm>
            <a:off x="8874305" y="3471140"/>
            <a:ext cx="1508760" cy="548640"/>
          </a:xfrm>
          <a:prstGeom prst="rect">
            <a:avLst/>
          </a:prstGeom>
          <a:noFill/>
        </p:spPr>
        <p:txBody>
          <a:bodyPr lIns="45720" tIns="45720" rIns="45720" bIns="45720" anchor="ctr"/>
          <a:lstStyle>
            <a:lvl1pPr algn="l" defTabSz="91469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tx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69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A4B8C"/>
                </a:solidFill>
                <a:effectLst/>
                <a:uLnTx/>
                <a:uFillTx/>
                <a:latin typeface="+mn-lt"/>
                <a:ea typeface="Helvetica Neue" charset="0"/>
                <a:cs typeface="Arial" panose="020B0604020202020204" pitchFamily="34" charset="0"/>
              </a:rPr>
              <a:t>3:1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6FA95D2-1A8E-4B4B-B20D-56876537C534}"/>
              </a:ext>
            </a:extLst>
          </p:cNvPr>
          <p:cNvSpPr txBox="1">
            <a:spLocks/>
          </p:cNvSpPr>
          <p:nvPr/>
        </p:nvSpPr>
        <p:spPr>
          <a:xfrm>
            <a:off x="8687827" y="4044794"/>
            <a:ext cx="1881716" cy="478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Tx/>
              <a:buNone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00090" indent="-200090" algn="l" defTabSz="914699" rtl="0" eaLnBrk="1" latinLnBrk="0" hangingPunct="1">
              <a:spcBef>
                <a:spcPts val="12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9859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622504" indent="-200090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06714" indent="-182623" algn="l" defTabSz="914699" rtl="0" eaLnBrk="1" latinLnBrk="0" hangingPunct="1">
              <a:spcBef>
                <a:spcPts val="300"/>
              </a:spcBef>
              <a:spcAft>
                <a:spcPts val="0"/>
              </a:spcAft>
              <a:buClrTx/>
              <a:buFont typeface="CVS Health Sans"/>
              <a:buChar char="-"/>
              <a:tabLst>
                <a:tab pos="1202131" algn="l"/>
              </a:tabLst>
              <a:defRPr sz="1800" b="0" i="0" kern="120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54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77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0124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7473" indent="-228674" algn="l" defTabSz="91469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5000"/>
              </a:lnSpc>
              <a:defRPr/>
            </a:pPr>
            <a:r>
              <a:rPr lang="en-US" sz="1500" b="1">
                <a:cs typeface="Arial" panose="020B0604020202020204" pitchFamily="34" charset="0"/>
              </a:rPr>
              <a:t>descriptor text 4 </a:t>
            </a:r>
            <a:r>
              <a:rPr lang="en-US" sz="1500">
                <a:cs typeface="Arial" panose="020B0604020202020204" pitchFamily="34" charset="0"/>
              </a:rPr>
              <a:t>would be </a:t>
            </a:r>
            <a:br>
              <a:rPr lang="en-US" sz="1500">
                <a:cs typeface="Arial" panose="020B0604020202020204" pitchFamily="34" charset="0"/>
              </a:rPr>
            </a:br>
            <a:r>
              <a:rPr lang="en-US" sz="1500">
                <a:cs typeface="Arial" panose="020B0604020202020204" pitchFamily="34" charset="0"/>
              </a:rPr>
              <a:t>inserted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8186BD-D70F-1911-D4C3-E883CB88E4F9}"/>
              </a:ext>
            </a:extLst>
          </p:cNvPr>
          <p:cNvGrpSpPr/>
          <p:nvPr/>
        </p:nvGrpSpPr>
        <p:grpSpPr>
          <a:xfrm>
            <a:off x="815050" y="928752"/>
            <a:ext cx="337746" cy="280103"/>
            <a:chOff x="3849923" y="1378980"/>
            <a:chExt cx="1079891" cy="895586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3FC96CA-E4BA-3E44-3B42-C00A76543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336BA3E-0725-509B-C0FF-1F00BDB47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49923" y="1378980"/>
              <a:ext cx="1078699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925765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3A63-0A75-ADB6-95C7-BC9FCCF8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1041-1607-E661-EC9D-8CB1C79D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671248"/>
            <a:ext cx="8470664" cy="448644"/>
          </a:xfrm>
        </p:spPr>
        <p:txBody>
          <a:bodyPr/>
          <a:lstStyle/>
          <a:p>
            <a:r>
              <a:rPr lang="en-US" dirty="0"/>
              <a:t>MTD January 2025 results vs. budget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1673DD-3002-E035-7D30-362D9766A8B0}"/>
              </a:ext>
            </a:extLst>
          </p:cNvPr>
          <p:cNvSpPr/>
          <p:nvPr/>
        </p:nvSpPr>
        <p:spPr bwMode="gray">
          <a:xfrm>
            <a:off x="4320993" y="1380436"/>
            <a:ext cx="3565231" cy="3656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 defTabSz="457063"/>
            <a:r>
              <a:rPr lang="en-US" sz="1600" b="1">
                <a:solidFill>
                  <a:srgbClr val="FFFFFF"/>
                </a:solidFill>
                <a:latin typeface="CVS Health Sans"/>
              </a:rPr>
              <a:t>Op. Income +$XXM vs. Budget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56BE93-E74A-B2BD-F1D6-4325D3EEBFA7}"/>
              </a:ext>
            </a:extLst>
          </p:cNvPr>
          <p:cNvSpPr/>
          <p:nvPr/>
        </p:nvSpPr>
        <p:spPr bwMode="gray">
          <a:xfrm>
            <a:off x="569913" y="1384153"/>
            <a:ext cx="3565231" cy="3656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 defTabSz="457063"/>
            <a:r>
              <a:rPr lang="en-US" sz="1600" b="1">
                <a:solidFill>
                  <a:srgbClr val="FFFFFF"/>
                </a:solidFill>
                <a:latin typeface="CVS Health Sans"/>
              </a:rPr>
              <a:t>Revenue ($XXM) vs. Budget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260D07-8B71-DDF0-374D-01B1CD69B853}"/>
              </a:ext>
            </a:extLst>
          </p:cNvPr>
          <p:cNvSpPr/>
          <p:nvPr/>
        </p:nvSpPr>
        <p:spPr bwMode="gray">
          <a:xfrm>
            <a:off x="8053681" y="1380434"/>
            <a:ext cx="3565231" cy="3656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386A"/>
              </a:gs>
              <a:gs pos="100000">
                <a:srgbClr val="1C7DA9"/>
              </a:gs>
            </a:gsLst>
            <a:path path="circle">
              <a:fillToRect t="100000" r="100000"/>
            </a:path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16" tIns="45708" rIns="91416" bIns="45708" rtlCol="0" anchor="ctr"/>
          <a:lstStyle/>
          <a:p>
            <a:pPr algn="ctr" defTabSz="457063"/>
            <a:r>
              <a:rPr lang="en-US" sz="1600" b="1">
                <a:solidFill>
                  <a:srgbClr val="FFFFFF"/>
                </a:solidFill>
                <a:latin typeface="CVS Health Sans"/>
              </a:rPr>
              <a:t>Metric vs. Budget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BDE32F-20B3-842C-C113-5500BE1F8061}"/>
              </a:ext>
            </a:extLst>
          </p:cNvPr>
          <p:cNvSpPr txBox="1">
            <a:spLocks/>
          </p:cNvSpPr>
          <p:nvPr/>
        </p:nvSpPr>
        <p:spPr bwMode="gray">
          <a:xfrm>
            <a:off x="866250" y="6205210"/>
            <a:ext cx="8586216" cy="12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2"/>
                </a:solidFill>
                <a:latin typeface="CVS Health Sans"/>
              </a:rPr>
              <a:t>Footer lorem ipsum dolor sit </a:t>
            </a:r>
            <a:r>
              <a:rPr lang="en-US" sz="900" err="1">
                <a:solidFill>
                  <a:schemeClr val="tx2"/>
                </a:solidFill>
                <a:latin typeface="CVS Health Sans"/>
              </a:rPr>
              <a:t>amet</a:t>
            </a:r>
            <a:endParaRPr lang="en-US" sz="900">
              <a:solidFill>
                <a:schemeClr val="tx2"/>
              </a:solidFill>
              <a:latin typeface="CVS Health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ADF30-73B9-797E-5190-3198660BDD03}"/>
              </a:ext>
            </a:extLst>
          </p:cNvPr>
          <p:cNvSpPr txBox="1"/>
          <p:nvPr/>
        </p:nvSpPr>
        <p:spPr>
          <a:xfrm>
            <a:off x="4436415" y="3439962"/>
            <a:ext cx="514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January Budget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89B27-C4FD-5948-46FA-A00D6ED67C98}"/>
              </a:ext>
            </a:extLst>
          </p:cNvPr>
          <p:cNvSpPr txBox="1"/>
          <p:nvPr/>
        </p:nvSpPr>
        <p:spPr>
          <a:xfrm>
            <a:off x="5029508" y="3532295"/>
            <a:ext cx="4757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82C92B-DC8E-7929-1955-BEDA8B015D14}"/>
              </a:ext>
            </a:extLst>
          </p:cNvPr>
          <p:cNvSpPr txBox="1"/>
          <p:nvPr/>
        </p:nvSpPr>
        <p:spPr>
          <a:xfrm>
            <a:off x="5583705" y="3532295"/>
            <a:ext cx="4757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33CE80-A8BC-8D88-6424-7CFFE4D6A8DC}"/>
              </a:ext>
            </a:extLst>
          </p:cNvPr>
          <p:cNvSpPr txBox="1"/>
          <p:nvPr/>
        </p:nvSpPr>
        <p:spPr>
          <a:xfrm>
            <a:off x="6137902" y="3532295"/>
            <a:ext cx="4757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696606-1999-45CA-AB39-A0C569C50F04}"/>
              </a:ext>
            </a:extLst>
          </p:cNvPr>
          <p:cNvSpPr txBox="1"/>
          <p:nvPr/>
        </p:nvSpPr>
        <p:spPr>
          <a:xfrm>
            <a:off x="6692099" y="3532295"/>
            <a:ext cx="4757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71EC44-D56A-E195-92B5-A9FEA9073472}"/>
              </a:ext>
            </a:extLst>
          </p:cNvPr>
          <p:cNvSpPr txBox="1"/>
          <p:nvPr/>
        </p:nvSpPr>
        <p:spPr>
          <a:xfrm>
            <a:off x="7246298" y="3439962"/>
            <a:ext cx="475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 Actual</a:t>
            </a:r>
          </a:p>
        </p:txBody>
      </p:sp>
      <p:pic>
        <p:nvPicPr>
          <p:cNvPr id="40" name="Graphic 39" descr="CVS Health logo">
            <a:extLst>
              <a:ext uri="{FF2B5EF4-FFF2-40B4-BE49-F238E27FC236}">
                <a16:creationId xmlns:a16="http://schemas.microsoft.com/office/drawing/2014/main" id="{72640AE4-6013-1CEF-D435-96ED1A2E5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370517" y="466683"/>
            <a:ext cx="348108" cy="2778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D21E6FC-9B3A-2A62-C7E1-52A17F8722D0}"/>
              </a:ext>
            </a:extLst>
          </p:cNvPr>
          <p:cNvSpPr txBox="1"/>
          <p:nvPr/>
        </p:nvSpPr>
        <p:spPr>
          <a:xfrm>
            <a:off x="8273680" y="3439962"/>
            <a:ext cx="501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January Budget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BB4070-1927-5088-F97C-7A25C448260E}"/>
              </a:ext>
            </a:extLst>
          </p:cNvPr>
          <p:cNvSpPr txBox="1"/>
          <p:nvPr/>
        </p:nvSpPr>
        <p:spPr>
          <a:xfrm>
            <a:off x="8943455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1E64F7-01B0-E321-8395-97536D2DC285}"/>
              </a:ext>
            </a:extLst>
          </p:cNvPr>
          <p:cNvSpPr txBox="1"/>
          <p:nvPr/>
        </p:nvSpPr>
        <p:spPr>
          <a:xfrm>
            <a:off x="9620812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264F57-6A71-D678-DE2C-ACE176FAB7DE}"/>
              </a:ext>
            </a:extLst>
          </p:cNvPr>
          <p:cNvSpPr txBox="1"/>
          <p:nvPr/>
        </p:nvSpPr>
        <p:spPr>
          <a:xfrm>
            <a:off x="10273893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38DD2D-6A54-690F-76FF-4273C630ABD4}"/>
              </a:ext>
            </a:extLst>
          </p:cNvPr>
          <p:cNvSpPr txBox="1"/>
          <p:nvPr/>
        </p:nvSpPr>
        <p:spPr>
          <a:xfrm>
            <a:off x="10931504" y="3439962"/>
            <a:ext cx="501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 Actual</a:t>
            </a: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9713A83E-4C2C-43C1-F733-DB306BEA4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295732" y="2128657"/>
            <a:ext cx="457200" cy="1245996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2" name="Round Same Side Corner Rectangle 41">
            <a:extLst>
              <a:ext uri="{FF2B5EF4-FFF2-40B4-BE49-F238E27FC236}">
                <a16:creationId xmlns:a16="http://schemas.microsoft.com/office/drawing/2014/main" id="{D684513F-2278-ADEF-785B-ED42819B4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953556" y="2595905"/>
            <a:ext cx="457200" cy="778748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1A854D7B-3159-07AD-E2B1-4AC01E189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965507" y="2128657"/>
            <a:ext cx="457200" cy="705418"/>
          </a:xfrm>
          <a:prstGeom prst="round2SameRect">
            <a:avLst/>
          </a:prstGeom>
          <a:solidFill>
            <a:schemeClr val="accent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4" name="Round Same Side Corner Rectangle 43">
            <a:extLst>
              <a:ext uri="{FF2B5EF4-FFF2-40B4-BE49-F238E27FC236}">
                <a16:creationId xmlns:a16="http://schemas.microsoft.com/office/drawing/2014/main" id="{65C29023-B193-E7B0-6423-FDF0DCD69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642864" y="2595905"/>
            <a:ext cx="457200" cy="238170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3CBB34-A9AF-E207-07D0-51783560B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0921" y="2595905"/>
            <a:ext cx="467248" cy="0"/>
          </a:xfrm>
          <a:prstGeom prst="line">
            <a:avLst/>
          </a:prstGeom>
          <a:ln w="12700" cmpd="sng">
            <a:solidFill>
              <a:srgbClr val="267A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FDD2D77-1D20-DFAE-11DB-54FB6D4A484A}"/>
              </a:ext>
            </a:extLst>
          </p:cNvPr>
          <p:cNvSpPr txBox="1"/>
          <p:nvPr/>
        </p:nvSpPr>
        <p:spPr>
          <a:xfrm>
            <a:off x="8236555" y="1988560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151.0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A9E197-7FFB-C3AD-9473-138CC810FEDF}"/>
              </a:ext>
            </a:extLst>
          </p:cNvPr>
          <p:cNvSpPr txBox="1"/>
          <p:nvPr/>
        </p:nvSpPr>
        <p:spPr>
          <a:xfrm>
            <a:off x="8906330" y="2815913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(2.1)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5BBB0D-944B-360A-6A6A-9E61C82F9C60}"/>
              </a:ext>
            </a:extLst>
          </p:cNvPr>
          <p:cNvSpPr txBox="1"/>
          <p:nvPr/>
        </p:nvSpPr>
        <p:spPr>
          <a:xfrm>
            <a:off x="9583687" y="2452767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0.)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79350-6391-36A2-A33D-7320B145B48F}"/>
              </a:ext>
            </a:extLst>
          </p:cNvPr>
          <p:cNvSpPr txBox="1"/>
          <p:nvPr/>
        </p:nvSpPr>
        <p:spPr>
          <a:xfrm>
            <a:off x="10236768" y="2587949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(0.0)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F15A04-50F0-650A-EE9C-F8540CA5C5A4}"/>
              </a:ext>
            </a:extLst>
          </p:cNvPr>
          <p:cNvSpPr txBox="1"/>
          <p:nvPr/>
        </p:nvSpPr>
        <p:spPr>
          <a:xfrm>
            <a:off x="10894379" y="2433771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(149.6)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343EFA7-3E66-9A41-8214-12AC28489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250943" y="2637459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177E98-6374-F603-412D-547D17263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0931504" y="2824208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3962B51-CC0A-C484-4842-2A585A5F6DFE}"/>
              </a:ext>
            </a:extLst>
          </p:cNvPr>
          <p:cNvSpPr txBox="1"/>
          <p:nvPr/>
        </p:nvSpPr>
        <p:spPr>
          <a:xfrm>
            <a:off x="715202" y="3439962"/>
            <a:ext cx="501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January Budget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1250AA-8102-5C19-3895-308F42AFB2B4}"/>
              </a:ext>
            </a:extLst>
          </p:cNvPr>
          <p:cNvSpPr txBox="1"/>
          <p:nvPr/>
        </p:nvSpPr>
        <p:spPr>
          <a:xfrm>
            <a:off x="1274247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7497B8-24E6-2209-EE74-96FCC4084191}"/>
              </a:ext>
            </a:extLst>
          </p:cNvPr>
          <p:cNvSpPr txBox="1"/>
          <p:nvPr/>
        </p:nvSpPr>
        <p:spPr>
          <a:xfrm>
            <a:off x="1843899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302EC4-1853-A1AD-3DBC-A565115B9786}"/>
              </a:ext>
            </a:extLst>
          </p:cNvPr>
          <p:cNvSpPr txBox="1"/>
          <p:nvPr/>
        </p:nvSpPr>
        <p:spPr>
          <a:xfrm>
            <a:off x="2419339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05BC99-672D-1B1A-F7BC-6905501F045B}"/>
              </a:ext>
            </a:extLst>
          </p:cNvPr>
          <p:cNvSpPr txBox="1"/>
          <p:nvPr/>
        </p:nvSpPr>
        <p:spPr>
          <a:xfrm>
            <a:off x="3517260" y="3439962"/>
            <a:ext cx="501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Jan Actual</a:t>
            </a:r>
          </a:p>
        </p:txBody>
      </p:sp>
      <p:sp>
        <p:nvSpPr>
          <p:cNvPr id="64" name="Round Same Side Corner Rectangle 63">
            <a:extLst>
              <a:ext uri="{FF2B5EF4-FFF2-40B4-BE49-F238E27FC236}">
                <a16:creationId xmlns:a16="http://schemas.microsoft.com/office/drawing/2014/main" id="{DD947200-D12A-8435-565E-6215AB6A3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37254" y="1958056"/>
            <a:ext cx="457200" cy="1386093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5" name="Round Same Side Corner Rectangle 64">
            <a:extLst>
              <a:ext uri="{FF2B5EF4-FFF2-40B4-BE49-F238E27FC236}">
                <a16:creationId xmlns:a16="http://schemas.microsoft.com/office/drawing/2014/main" id="{E4DCC18D-0D6B-9330-9182-FED26B139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539312" y="2639226"/>
            <a:ext cx="457200" cy="704923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6" name="Round Same Side Corner Rectangle 65">
            <a:extLst>
              <a:ext uri="{FF2B5EF4-FFF2-40B4-BE49-F238E27FC236}">
                <a16:creationId xmlns:a16="http://schemas.microsoft.com/office/drawing/2014/main" id="{1DE6673E-6C5E-B3AC-8197-42C014604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296299" y="1977382"/>
            <a:ext cx="457200" cy="680005"/>
          </a:xfrm>
          <a:prstGeom prst="round2SameRect">
            <a:avLst/>
          </a:prstGeom>
          <a:solidFill>
            <a:schemeClr val="accent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7" name="Round Same Side Corner Rectangle 66">
            <a:extLst>
              <a:ext uri="{FF2B5EF4-FFF2-40B4-BE49-F238E27FC236}">
                <a16:creationId xmlns:a16="http://schemas.microsoft.com/office/drawing/2014/main" id="{127D1BC8-E47B-F1F2-0B16-7CB466F6E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865951" y="2669729"/>
            <a:ext cx="457200" cy="52876"/>
          </a:xfrm>
          <a:prstGeom prst="round2SameRect">
            <a:avLst/>
          </a:prstGeom>
          <a:solidFill>
            <a:schemeClr val="accent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EE07B1E-7C61-A757-F4AF-3151D78A3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436367" y="2652480"/>
            <a:ext cx="467248" cy="0"/>
          </a:xfrm>
          <a:prstGeom prst="line">
            <a:avLst/>
          </a:prstGeom>
          <a:ln w="38100" cmpd="sng">
            <a:solidFill>
              <a:srgbClr val="61A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06C7173-8EC1-EF20-1CEA-8FD7127F6056}"/>
              </a:ext>
            </a:extLst>
          </p:cNvPr>
          <p:cNvSpPr txBox="1"/>
          <p:nvPr/>
        </p:nvSpPr>
        <p:spPr>
          <a:xfrm>
            <a:off x="678077" y="1792717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$11,138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E2234C-985D-288D-BB3E-CB2B08533E39}"/>
              </a:ext>
            </a:extLst>
          </p:cNvPr>
          <p:cNvSpPr txBox="1"/>
          <p:nvPr/>
        </p:nvSpPr>
        <p:spPr>
          <a:xfrm>
            <a:off x="1237122" y="2639226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($375)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4EF5D8-1CA1-0A13-8A50-F2C2760D9BA1}"/>
              </a:ext>
            </a:extLst>
          </p:cNvPr>
          <p:cNvSpPr txBox="1"/>
          <p:nvPr/>
        </p:nvSpPr>
        <p:spPr>
          <a:xfrm>
            <a:off x="1806774" y="2692991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($24)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341F37-770A-5787-09C4-C058490CE1AB}"/>
              </a:ext>
            </a:extLst>
          </p:cNvPr>
          <p:cNvSpPr txBox="1"/>
          <p:nvPr/>
        </p:nvSpPr>
        <p:spPr>
          <a:xfrm>
            <a:off x="2368232" y="2480429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$19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3F7C24-7FB2-8C76-10A3-22D4E9DBF068}"/>
              </a:ext>
            </a:extLst>
          </p:cNvPr>
          <p:cNvSpPr txBox="1"/>
          <p:nvPr/>
        </p:nvSpPr>
        <p:spPr>
          <a:xfrm>
            <a:off x="3480135" y="2478567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$10,772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C97DBF-3BF1-D089-12D6-90972C25B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15202" y="2584547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4A9364E-2C49-3833-AA62-5B5CE01E8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517260" y="2793704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2486368-BD9B-056F-F109-F718D6966997}"/>
              </a:ext>
            </a:extLst>
          </p:cNvPr>
          <p:cNvSpPr txBox="1"/>
          <p:nvPr/>
        </p:nvSpPr>
        <p:spPr>
          <a:xfrm>
            <a:off x="2961051" y="3532295"/>
            <a:ext cx="501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tx2"/>
                </a:solidFill>
                <a:latin typeface="CVS Health Sans Medium" panose="020B0504020202020204" pitchFamily="34" charset="0"/>
              </a:rPr>
              <a:t>Cat. D</a:t>
            </a:r>
          </a:p>
        </p:txBody>
      </p:sp>
      <p:sp>
        <p:nvSpPr>
          <p:cNvPr id="77" name="Round Same Side Corner Rectangle 76">
            <a:extLst>
              <a:ext uri="{FF2B5EF4-FFF2-40B4-BE49-F238E27FC236}">
                <a16:creationId xmlns:a16="http://schemas.microsoft.com/office/drawing/2014/main" id="{19D15F5A-BD55-AC47-E88B-15076BDD5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983103" y="2614339"/>
            <a:ext cx="457200" cy="45719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DA1129-CF62-F084-A8DE-05297E36967F}"/>
              </a:ext>
            </a:extLst>
          </p:cNvPr>
          <p:cNvSpPr txBox="1"/>
          <p:nvPr/>
        </p:nvSpPr>
        <p:spPr>
          <a:xfrm>
            <a:off x="2921346" y="2472289"/>
            <a:ext cx="5755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$14</a:t>
            </a:r>
          </a:p>
        </p:txBody>
      </p:sp>
      <p:sp>
        <p:nvSpPr>
          <p:cNvPr id="85" name="Round Same Side Corner Rectangle 84">
            <a:extLst>
              <a:ext uri="{FF2B5EF4-FFF2-40B4-BE49-F238E27FC236}">
                <a16:creationId xmlns:a16="http://schemas.microsoft.com/office/drawing/2014/main" id="{9CC2676C-FA2E-4253-26A3-68DA33AFE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293368" y="2073063"/>
            <a:ext cx="374388" cy="1301590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7640C1-0F64-2887-7FA6-5FF34AE84334}"/>
              </a:ext>
            </a:extLst>
          </p:cNvPr>
          <p:cNvSpPr txBox="1"/>
          <p:nvPr/>
        </p:nvSpPr>
        <p:spPr>
          <a:xfrm>
            <a:off x="7262364" y="1911553"/>
            <a:ext cx="4174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$478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775427B-5084-E032-0DD8-00E40022C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229910" y="2527031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 Same Side Corner Rectangle 87">
            <a:extLst>
              <a:ext uri="{FF2B5EF4-FFF2-40B4-BE49-F238E27FC236}">
                <a16:creationId xmlns:a16="http://schemas.microsoft.com/office/drawing/2014/main" id="{CAFECE2F-7D5D-F891-D530-BFDEB655B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828799" y="2068787"/>
            <a:ext cx="374388" cy="27432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6F2E14D-A04D-804B-A7C2-3D705293E7CF}"/>
              </a:ext>
            </a:extLst>
          </p:cNvPr>
          <p:cNvSpPr txBox="1"/>
          <p:nvPr/>
        </p:nvSpPr>
        <p:spPr>
          <a:xfrm>
            <a:off x="6870639" y="1933328"/>
            <a:ext cx="3085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A7218F-B56A-8B55-6578-E2B76330BC16}"/>
              </a:ext>
            </a:extLst>
          </p:cNvPr>
          <p:cNvSpPr txBox="1"/>
          <p:nvPr/>
        </p:nvSpPr>
        <p:spPr>
          <a:xfrm>
            <a:off x="6379653" y="1964641"/>
            <a:ext cx="3405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$5</a:t>
            </a:r>
          </a:p>
        </p:txBody>
      </p:sp>
      <p:sp>
        <p:nvSpPr>
          <p:cNvPr id="92" name="Round Same Side Corner Rectangle 91">
            <a:extLst>
              <a:ext uri="{FF2B5EF4-FFF2-40B4-BE49-F238E27FC236}">
                <a16:creationId xmlns:a16="http://schemas.microsoft.com/office/drawing/2014/main" id="{E9E7FCA6-40B6-FE65-005F-B502D299C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364228" y="2096219"/>
            <a:ext cx="374388" cy="53088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93" name="Round Same Side Corner Rectangle 92">
            <a:extLst>
              <a:ext uri="{FF2B5EF4-FFF2-40B4-BE49-F238E27FC236}">
                <a16:creationId xmlns:a16="http://schemas.microsoft.com/office/drawing/2014/main" id="{F00031DF-98B7-D9CD-DEA7-8EA74B08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899657" y="2149307"/>
            <a:ext cx="374388" cy="71334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94" name="Round Same Side Corner Rectangle 93">
            <a:extLst>
              <a:ext uri="{FF2B5EF4-FFF2-40B4-BE49-F238E27FC236}">
                <a16:creationId xmlns:a16="http://schemas.microsoft.com/office/drawing/2014/main" id="{12875147-087D-84FE-EDEB-548B6C446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435086" y="2220641"/>
            <a:ext cx="374388" cy="143985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95" name="Round Same Side Corner Rectangle 94">
            <a:extLst>
              <a:ext uri="{FF2B5EF4-FFF2-40B4-BE49-F238E27FC236}">
                <a16:creationId xmlns:a16="http://schemas.microsoft.com/office/drawing/2014/main" id="{B6D10C36-3147-4FB3-8E30-2FE16D61A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4970515" y="2364626"/>
            <a:ext cx="374388" cy="372387"/>
          </a:xfrm>
          <a:prstGeom prst="round2SameRect">
            <a:avLst/>
          </a:prstGeom>
          <a:solidFill>
            <a:srgbClr val="61A515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96" name="Round Same Side Corner Rectangle 95">
            <a:extLst>
              <a:ext uri="{FF2B5EF4-FFF2-40B4-BE49-F238E27FC236}">
                <a16:creationId xmlns:a16="http://schemas.microsoft.com/office/drawing/2014/main" id="{E956510F-BE7C-B183-6062-97BAE677B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4505944" y="2749485"/>
            <a:ext cx="374388" cy="625168"/>
          </a:xfrm>
          <a:prstGeom prst="round2SameRect">
            <a:avLst/>
          </a:prstGeom>
          <a:solidFill>
            <a:srgbClr val="0B315E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FDB1999-62C1-7B62-B882-639688292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408399" y="2922517"/>
            <a:ext cx="501304" cy="304040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0AA79BE-3EE3-5323-3645-E9920F54316F}"/>
              </a:ext>
            </a:extLst>
          </p:cNvPr>
          <p:cNvSpPr txBox="1"/>
          <p:nvPr/>
        </p:nvSpPr>
        <p:spPr>
          <a:xfrm>
            <a:off x="5912848" y="2009431"/>
            <a:ext cx="3405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042DCB-14EE-9D4F-C441-E2DBD81A7F34}"/>
              </a:ext>
            </a:extLst>
          </p:cNvPr>
          <p:cNvSpPr txBox="1"/>
          <p:nvPr/>
        </p:nvSpPr>
        <p:spPr>
          <a:xfrm>
            <a:off x="5451987" y="2083027"/>
            <a:ext cx="3405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$12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6CC120D-5255-98F5-9A33-56942F65CBC1}"/>
              </a:ext>
            </a:extLst>
          </p:cNvPr>
          <p:cNvSpPr txBox="1"/>
          <p:nvPr/>
        </p:nvSpPr>
        <p:spPr>
          <a:xfrm>
            <a:off x="4992617" y="2212024"/>
            <a:ext cx="3405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$35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C3A6E8-9889-68FD-29EF-5E8DA4D906B7}"/>
              </a:ext>
            </a:extLst>
          </p:cNvPr>
          <p:cNvSpPr txBox="1"/>
          <p:nvPr/>
        </p:nvSpPr>
        <p:spPr>
          <a:xfrm>
            <a:off x="4484417" y="2569424"/>
            <a:ext cx="4174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CVS Health Sans Medium" panose="020B0504020202020204" pitchFamily="34" charset="0"/>
              </a:rPr>
              <a:t>$417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70B095D-73B3-7F83-A5DF-16C4DBE31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3995" y="3344148"/>
            <a:ext cx="3457067" cy="0"/>
          </a:xfrm>
          <a:prstGeom prst="line">
            <a:avLst/>
          </a:prstGeom>
          <a:ln w="127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44072C3-2A34-90D9-C025-2F1535648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75075" y="3366001"/>
            <a:ext cx="3457067" cy="0"/>
          </a:xfrm>
          <a:prstGeom prst="line">
            <a:avLst/>
          </a:prstGeom>
          <a:ln w="127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D1AD8C0-6BC8-A560-1E54-FBEF2D08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7763" y="3374653"/>
            <a:ext cx="3457067" cy="0"/>
          </a:xfrm>
          <a:prstGeom prst="line">
            <a:avLst/>
          </a:prstGeom>
          <a:ln w="127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3A85DA-85BE-4C9D-0E8E-DEAF2CEB2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3995" y="3973337"/>
            <a:ext cx="10994917" cy="0"/>
          </a:xfrm>
          <a:prstGeom prst="line">
            <a:avLst/>
          </a:prstGeom>
          <a:ln w="12700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D24CD0-EE82-E19C-535C-B948BFB26D55}"/>
              </a:ext>
            </a:extLst>
          </p:cNvPr>
          <p:cNvSpPr txBox="1"/>
          <p:nvPr/>
        </p:nvSpPr>
        <p:spPr>
          <a:xfrm>
            <a:off x="783759" y="4170218"/>
            <a:ext cx="5275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ornare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risus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et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dapibus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ipsum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aliquam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id.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Quisque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tellus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congue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lacinia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felis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suscipit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. Sed in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bibendum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orcic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 panose="020B0504020202020204" pitchFamily="34" charset="0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ornare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risus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dapibus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ipsum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aliquam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0EEC0-23A5-CE54-73F9-05AC835C4D34}"/>
              </a:ext>
            </a:extLst>
          </p:cNvPr>
          <p:cNvSpPr txBox="1"/>
          <p:nvPr/>
        </p:nvSpPr>
        <p:spPr>
          <a:xfrm>
            <a:off x="6242903" y="4170218"/>
            <a:ext cx="5275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ornare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risus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et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dapibus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ipsum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aliquam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id.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Quisque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tellus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congue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lacinia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felis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suscipit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. Sed in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bibendum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orcic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 panose="020B0504020202020204" pitchFamily="34" charset="0"/>
                <a:ea typeface="+mn-ea"/>
                <a:cs typeface="+mn-cs"/>
              </a:rPr>
              <a:t>Subhead: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 panose="020B0504020202020204" pitchFamily="34" charset="0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Etiam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ornare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fermentum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risus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,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et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dapibus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ipsum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aliquam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id.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9702EE-8134-1F3C-3A0C-06D7E2A31ED5}"/>
              </a:ext>
            </a:extLst>
          </p:cNvPr>
          <p:cNvGrpSpPr/>
          <p:nvPr/>
        </p:nvGrpSpPr>
        <p:grpSpPr>
          <a:xfrm>
            <a:off x="11375698" y="464769"/>
            <a:ext cx="337746" cy="280103"/>
            <a:chOff x="3849923" y="1378980"/>
            <a:chExt cx="1079891" cy="895586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E937BAD-34C0-EB67-5050-210D343F2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51115" y="1378980"/>
              <a:ext cx="1078699" cy="895586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CDA11FA-7A09-80D3-9DB7-4CC29152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849923" y="1378980"/>
              <a:ext cx="1078699" cy="895586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814044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9D19-EF71-4FFD-B51E-6416B820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White divider with navy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B10CD9-00FC-4B9A-B9F7-858B4E531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7563" y="2649212"/>
            <a:ext cx="393699" cy="1559576"/>
            <a:chOff x="5897563" y="2649212"/>
            <a:chExt cx="393699" cy="15595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5CDEF5F-9B0F-4A08-91BF-6177DA025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rgbClr val="0A4B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ADA38B-8764-44BC-ABEA-4BC20876A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rgbClr val="0A4B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5641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28AE-B48A-2652-980A-F1790F86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Blue divider with navy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EC2C79-63C9-7A69-B3C0-C13FAC7C1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7563" y="2649212"/>
            <a:ext cx="393699" cy="1559576"/>
            <a:chOff x="5897563" y="2649212"/>
            <a:chExt cx="393699" cy="155957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238410B-1D9B-BB62-E5CB-CBA33712C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rgbClr val="0A4B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767C4AE-EA39-BAAD-9708-61B162DFB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rgbClr val="0A4B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709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3950-F906-4767-A694-7063EC65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Navy divider with white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1FE827-020B-46C8-8D1D-DAF279C8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7563" y="2649212"/>
            <a:ext cx="393699" cy="1559576"/>
            <a:chOff x="5897563" y="2649212"/>
            <a:chExt cx="393699" cy="15595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645415C-12FF-4279-91CD-71F0DBF3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F5D37A1-6C43-47EE-B8A4-FB4777EBE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779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3F77810-140A-96E8-65F9-F625FEE5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3929" y="2684591"/>
            <a:ext cx="5726284" cy="1920526"/>
          </a:xfrm>
        </p:spPr>
        <p:txBody>
          <a:bodyPr anchor="t">
            <a:spAutoFit/>
          </a:bodyPr>
          <a:lstStyle/>
          <a:p>
            <a:pPr>
              <a:lnSpc>
                <a:spcPct val="60000"/>
              </a:lnSpc>
            </a:pPr>
            <a:r>
              <a:rPr lang="en-US" sz="9600" dirty="0"/>
              <a:t>Thank    </a:t>
            </a:r>
            <a:br>
              <a:rPr lang="en-US" sz="9600" dirty="0"/>
            </a:br>
            <a:r>
              <a:rPr lang="en-US" sz="9600" dirty="0"/>
              <a:t>you</a:t>
            </a: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93641C6F-D855-A46D-FBB4-0480F5919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7210923" y="3889325"/>
            <a:ext cx="404817" cy="32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87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EC7B-7952-E9A0-8875-B2C02DA3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-262719"/>
            <a:ext cx="9665208" cy="262719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CVH HEALTH LOGO</a:t>
            </a:r>
          </a:p>
        </p:txBody>
      </p:sp>
    </p:spTree>
    <p:extLst>
      <p:ext uri="{BB962C8B-B14F-4D97-AF65-F5344CB8AC3E}">
        <p14:creationId xmlns:p14="http://schemas.microsoft.com/office/powerpoint/2010/main" val="3345741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B010-2BA2-4D47-9045-2017C5CE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805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Accessibility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FB39D-7F1F-4875-BAB0-EA5FA3F73AA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1966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06944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Cognitive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Hearing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Speech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Vision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Mobility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Accessibility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0" name="Graphic 47" descr="Cognitive icon.">
            <a:extLst>
              <a:ext uri="{FF2B5EF4-FFF2-40B4-BE49-F238E27FC236}">
                <a16:creationId xmlns:a16="http://schemas.microsoft.com/office/drawing/2014/main" id="{09FB91C5-0EDC-49F1-A20F-5073F127E260}"/>
              </a:ext>
            </a:extLst>
          </p:cNvPr>
          <p:cNvSpPr/>
          <p:nvPr/>
        </p:nvSpPr>
        <p:spPr>
          <a:xfrm>
            <a:off x="1004367" y="1409416"/>
            <a:ext cx="343904" cy="438467"/>
          </a:xfrm>
          <a:custGeom>
            <a:avLst/>
            <a:gdLst>
              <a:gd name="connsiteX0" fmla="*/ 185357 w 343904"/>
              <a:gd name="connsiteY0" fmla="*/ 108943 h 438467"/>
              <a:gd name="connsiteX1" fmla="*/ 137461 w 343904"/>
              <a:gd name="connsiteY1" fmla="*/ 156839 h 438467"/>
              <a:gd name="connsiteX2" fmla="*/ 185357 w 343904"/>
              <a:gd name="connsiteY2" fmla="*/ 204735 h 438467"/>
              <a:gd name="connsiteX3" fmla="*/ 233253 w 343904"/>
              <a:gd name="connsiteY3" fmla="*/ 156839 h 438467"/>
              <a:gd name="connsiteX4" fmla="*/ 233253 w 343904"/>
              <a:gd name="connsiteY4" fmla="*/ 156839 h 438467"/>
              <a:gd name="connsiteX5" fmla="*/ 185357 w 343904"/>
              <a:gd name="connsiteY5" fmla="*/ 108943 h 438467"/>
              <a:gd name="connsiteX6" fmla="*/ 185357 w 343904"/>
              <a:gd name="connsiteY6" fmla="*/ 185577 h 438467"/>
              <a:gd name="connsiteX7" fmla="*/ 156620 w 343904"/>
              <a:gd name="connsiteY7" fmla="*/ 156839 h 438467"/>
              <a:gd name="connsiteX8" fmla="*/ 185357 w 343904"/>
              <a:gd name="connsiteY8" fmla="*/ 128102 h 438467"/>
              <a:gd name="connsiteX9" fmla="*/ 214095 w 343904"/>
              <a:gd name="connsiteY9" fmla="*/ 156839 h 438467"/>
              <a:gd name="connsiteX10" fmla="*/ 185357 w 343904"/>
              <a:gd name="connsiteY10" fmla="*/ 185577 h 438467"/>
              <a:gd name="connsiteX11" fmla="*/ 267738 w 343904"/>
              <a:gd name="connsiteY11" fmla="*/ 118523 h 438467"/>
              <a:gd name="connsiteX12" fmla="*/ 279233 w 343904"/>
              <a:gd name="connsiteY12" fmla="*/ 97448 h 438467"/>
              <a:gd name="connsiteX13" fmla="*/ 277317 w 343904"/>
              <a:gd name="connsiteY13" fmla="*/ 80206 h 438467"/>
              <a:gd name="connsiteX14" fmla="*/ 261991 w 343904"/>
              <a:gd name="connsiteY14" fmla="*/ 64879 h 438467"/>
              <a:gd name="connsiteX15" fmla="*/ 244748 w 343904"/>
              <a:gd name="connsiteY15" fmla="*/ 62963 h 438467"/>
              <a:gd name="connsiteX16" fmla="*/ 223674 w 343904"/>
              <a:gd name="connsiteY16" fmla="*/ 74458 h 438467"/>
              <a:gd name="connsiteX17" fmla="*/ 214095 w 343904"/>
              <a:gd name="connsiteY17" fmla="*/ 70627 h 438467"/>
              <a:gd name="connsiteX18" fmla="*/ 210263 w 343904"/>
              <a:gd name="connsiteY18" fmla="*/ 47637 h 438467"/>
              <a:gd name="connsiteX19" fmla="*/ 196852 w 343904"/>
              <a:gd name="connsiteY19" fmla="*/ 38057 h 438467"/>
              <a:gd name="connsiteX20" fmla="*/ 175778 w 343904"/>
              <a:gd name="connsiteY20" fmla="*/ 38057 h 438467"/>
              <a:gd name="connsiteX21" fmla="*/ 162367 w 343904"/>
              <a:gd name="connsiteY21" fmla="*/ 49552 h 438467"/>
              <a:gd name="connsiteX22" fmla="*/ 156620 w 343904"/>
              <a:gd name="connsiteY22" fmla="*/ 72543 h 438467"/>
              <a:gd name="connsiteX23" fmla="*/ 147041 w 343904"/>
              <a:gd name="connsiteY23" fmla="*/ 76374 h 438467"/>
              <a:gd name="connsiteX24" fmla="*/ 125966 w 343904"/>
              <a:gd name="connsiteY24" fmla="*/ 62963 h 438467"/>
              <a:gd name="connsiteX25" fmla="*/ 108724 w 343904"/>
              <a:gd name="connsiteY25" fmla="*/ 64879 h 438467"/>
              <a:gd name="connsiteX26" fmla="*/ 93397 w 343904"/>
              <a:gd name="connsiteY26" fmla="*/ 80206 h 438467"/>
              <a:gd name="connsiteX27" fmla="*/ 91481 w 343904"/>
              <a:gd name="connsiteY27" fmla="*/ 97448 h 438467"/>
              <a:gd name="connsiteX28" fmla="*/ 102976 w 343904"/>
              <a:gd name="connsiteY28" fmla="*/ 118523 h 438467"/>
              <a:gd name="connsiteX29" fmla="*/ 101060 w 343904"/>
              <a:gd name="connsiteY29" fmla="*/ 126186 h 438467"/>
              <a:gd name="connsiteX30" fmla="*/ 78070 w 343904"/>
              <a:gd name="connsiteY30" fmla="*/ 133849 h 438467"/>
              <a:gd name="connsiteX31" fmla="*/ 66575 w 343904"/>
              <a:gd name="connsiteY31" fmla="*/ 147260 h 438467"/>
              <a:gd name="connsiteX32" fmla="*/ 66575 w 343904"/>
              <a:gd name="connsiteY32" fmla="*/ 168334 h 438467"/>
              <a:gd name="connsiteX33" fmla="*/ 78070 w 343904"/>
              <a:gd name="connsiteY33" fmla="*/ 181745 h 438467"/>
              <a:gd name="connsiteX34" fmla="*/ 101060 w 343904"/>
              <a:gd name="connsiteY34" fmla="*/ 187493 h 438467"/>
              <a:gd name="connsiteX35" fmla="*/ 104892 w 343904"/>
              <a:gd name="connsiteY35" fmla="*/ 197072 h 438467"/>
              <a:gd name="connsiteX36" fmla="*/ 93397 w 343904"/>
              <a:gd name="connsiteY36" fmla="*/ 218146 h 438467"/>
              <a:gd name="connsiteX37" fmla="*/ 95313 w 343904"/>
              <a:gd name="connsiteY37" fmla="*/ 235389 h 438467"/>
              <a:gd name="connsiteX38" fmla="*/ 108724 w 343904"/>
              <a:gd name="connsiteY38" fmla="*/ 248800 h 438467"/>
              <a:gd name="connsiteX39" fmla="*/ 125966 w 343904"/>
              <a:gd name="connsiteY39" fmla="*/ 250715 h 438467"/>
              <a:gd name="connsiteX40" fmla="*/ 147041 w 343904"/>
              <a:gd name="connsiteY40" fmla="*/ 239220 h 438467"/>
              <a:gd name="connsiteX41" fmla="*/ 156620 w 343904"/>
              <a:gd name="connsiteY41" fmla="*/ 243052 h 438467"/>
              <a:gd name="connsiteX42" fmla="*/ 162367 w 343904"/>
              <a:gd name="connsiteY42" fmla="*/ 266042 h 438467"/>
              <a:gd name="connsiteX43" fmla="*/ 175778 w 343904"/>
              <a:gd name="connsiteY43" fmla="*/ 277537 h 438467"/>
              <a:gd name="connsiteX44" fmla="*/ 196852 w 343904"/>
              <a:gd name="connsiteY44" fmla="*/ 277537 h 438467"/>
              <a:gd name="connsiteX45" fmla="*/ 210263 w 343904"/>
              <a:gd name="connsiteY45" fmla="*/ 266042 h 438467"/>
              <a:gd name="connsiteX46" fmla="*/ 216011 w 343904"/>
              <a:gd name="connsiteY46" fmla="*/ 243052 h 438467"/>
              <a:gd name="connsiteX47" fmla="*/ 225590 w 343904"/>
              <a:gd name="connsiteY47" fmla="*/ 239220 h 438467"/>
              <a:gd name="connsiteX48" fmla="*/ 246664 w 343904"/>
              <a:gd name="connsiteY48" fmla="*/ 250715 h 438467"/>
              <a:gd name="connsiteX49" fmla="*/ 263907 w 343904"/>
              <a:gd name="connsiteY49" fmla="*/ 248800 h 438467"/>
              <a:gd name="connsiteX50" fmla="*/ 279233 w 343904"/>
              <a:gd name="connsiteY50" fmla="*/ 233473 h 438467"/>
              <a:gd name="connsiteX51" fmla="*/ 281149 w 343904"/>
              <a:gd name="connsiteY51" fmla="*/ 216230 h 438467"/>
              <a:gd name="connsiteX52" fmla="*/ 267738 w 343904"/>
              <a:gd name="connsiteY52" fmla="*/ 197072 h 438467"/>
              <a:gd name="connsiteX53" fmla="*/ 271570 w 343904"/>
              <a:gd name="connsiteY53" fmla="*/ 187493 h 438467"/>
              <a:gd name="connsiteX54" fmla="*/ 294560 w 343904"/>
              <a:gd name="connsiteY54" fmla="*/ 181745 h 438467"/>
              <a:gd name="connsiteX55" fmla="*/ 306055 w 343904"/>
              <a:gd name="connsiteY55" fmla="*/ 168334 h 438467"/>
              <a:gd name="connsiteX56" fmla="*/ 306055 w 343904"/>
              <a:gd name="connsiteY56" fmla="*/ 147260 h 438467"/>
              <a:gd name="connsiteX57" fmla="*/ 294560 w 343904"/>
              <a:gd name="connsiteY57" fmla="*/ 133849 h 438467"/>
              <a:gd name="connsiteX58" fmla="*/ 271570 w 343904"/>
              <a:gd name="connsiteY58" fmla="*/ 128102 h 438467"/>
              <a:gd name="connsiteX59" fmla="*/ 267738 w 343904"/>
              <a:gd name="connsiteY59" fmla="*/ 118523 h 438467"/>
              <a:gd name="connsiteX60" fmla="*/ 286897 w 343904"/>
              <a:gd name="connsiteY60" fmla="*/ 164503 h 438467"/>
              <a:gd name="connsiteX61" fmla="*/ 265822 w 343904"/>
              <a:gd name="connsiteY61" fmla="*/ 170250 h 438467"/>
              <a:gd name="connsiteX62" fmla="*/ 256243 w 343904"/>
              <a:gd name="connsiteY62" fmla="*/ 179829 h 438467"/>
              <a:gd name="connsiteX63" fmla="*/ 252412 w 343904"/>
              <a:gd name="connsiteY63" fmla="*/ 191324 h 438467"/>
              <a:gd name="connsiteX64" fmla="*/ 252412 w 343904"/>
              <a:gd name="connsiteY64" fmla="*/ 204735 h 438467"/>
              <a:gd name="connsiteX65" fmla="*/ 263907 w 343904"/>
              <a:gd name="connsiteY65" fmla="*/ 223894 h 438467"/>
              <a:gd name="connsiteX66" fmla="*/ 254327 w 343904"/>
              <a:gd name="connsiteY66" fmla="*/ 233473 h 438467"/>
              <a:gd name="connsiteX67" fmla="*/ 235169 w 343904"/>
              <a:gd name="connsiteY67" fmla="*/ 221978 h 438467"/>
              <a:gd name="connsiteX68" fmla="*/ 221758 w 343904"/>
              <a:gd name="connsiteY68" fmla="*/ 221978 h 438467"/>
              <a:gd name="connsiteX69" fmla="*/ 210263 w 343904"/>
              <a:gd name="connsiteY69" fmla="*/ 225810 h 438467"/>
              <a:gd name="connsiteX70" fmla="*/ 200684 w 343904"/>
              <a:gd name="connsiteY70" fmla="*/ 235389 h 438467"/>
              <a:gd name="connsiteX71" fmla="*/ 194936 w 343904"/>
              <a:gd name="connsiteY71" fmla="*/ 256463 h 438467"/>
              <a:gd name="connsiteX72" fmla="*/ 181526 w 343904"/>
              <a:gd name="connsiteY72" fmla="*/ 256463 h 438467"/>
              <a:gd name="connsiteX73" fmla="*/ 175778 w 343904"/>
              <a:gd name="connsiteY73" fmla="*/ 233473 h 438467"/>
              <a:gd name="connsiteX74" fmla="*/ 166199 w 343904"/>
              <a:gd name="connsiteY74" fmla="*/ 223894 h 438467"/>
              <a:gd name="connsiteX75" fmla="*/ 154704 w 343904"/>
              <a:gd name="connsiteY75" fmla="*/ 220062 h 438467"/>
              <a:gd name="connsiteX76" fmla="*/ 141293 w 343904"/>
              <a:gd name="connsiteY76" fmla="*/ 220062 h 438467"/>
              <a:gd name="connsiteX77" fmla="*/ 122135 w 343904"/>
              <a:gd name="connsiteY77" fmla="*/ 231557 h 438467"/>
              <a:gd name="connsiteX78" fmla="*/ 112555 w 343904"/>
              <a:gd name="connsiteY78" fmla="*/ 221978 h 438467"/>
              <a:gd name="connsiteX79" fmla="*/ 124050 w 343904"/>
              <a:gd name="connsiteY79" fmla="*/ 202819 h 438467"/>
              <a:gd name="connsiteX80" fmla="*/ 124050 w 343904"/>
              <a:gd name="connsiteY80" fmla="*/ 189409 h 438467"/>
              <a:gd name="connsiteX81" fmla="*/ 120219 w 343904"/>
              <a:gd name="connsiteY81" fmla="*/ 177914 h 438467"/>
              <a:gd name="connsiteX82" fmla="*/ 110640 w 343904"/>
              <a:gd name="connsiteY82" fmla="*/ 168334 h 438467"/>
              <a:gd name="connsiteX83" fmla="*/ 85734 w 343904"/>
              <a:gd name="connsiteY83" fmla="*/ 164503 h 438467"/>
              <a:gd name="connsiteX84" fmla="*/ 85734 w 343904"/>
              <a:gd name="connsiteY84" fmla="*/ 151092 h 438467"/>
              <a:gd name="connsiteX85" fmla="*/ 108724 w 343904"/>
              <a:gd name="connsiteY85" fmla="*/ 145344 h 438467"/>
              <a:gd name="connsiteX86" fmla="*/ 118303 w 343904"/>
              <a:gd name="connsiteY86" fmla="*/ 135765 h 438467"/>
              <a:gd name="connsiteX87" fmla="*/ 122135 w 343904"/>
              <a:gd name="connsiteY87" fmla="*/ 124270 h 438467"/>
              <a:gd name="connsiteX88" fmla="*/ 122135 w 343904"/>
              <a:gd name="connsiteY88" fmla="*/ 110859 h 438467"/>
              <a:gd name="connsiteX89" fmla="*/ 110640 w 343904"/>
              <a:gd name="connsiteY89" fmla="*/ 91701 h 438467"/>
              <a:gd name="connsiteX90" fmla="*/ 120219 w 343904"/>
              <a:gd name="connsiteY90" fmla="*/ 82122 h 438467"/>
              <a:gd name="connsiteX91" fmla="*/ 139377 w 343904"/>
              <a:gd name="connsiteY91" fmla="*/ 93617 h 438467"/>
              <a:gd name="connsiteX92" fmla="*/ 152788 w 343904"/>
              <a:gd name="connsiteY92" fmla="*/ 93617 h 438467"/>
              <a:gd name="connsiteX93" fmla="*/ 164283 w 343904"/>
              <a:gd name="connsiteY93" fmla="*/ 89785 h 438467"/>
              <a:gd name="connsiteX94" fmla="*/ 173862 w 343904"/>
              <a:gd name="connsiteY94" fmla="*/ 80206 h 438467"/>
              <a:gd name="connsiteX95" fmla="*/ 179610 w 343904"/>
              <a:gd name="connsiteY95" fmla="*/ 57216 h 438467"/>
              <a:gd name="connsiteX96" fmla="*/ 193021 w 343904"/>
              <a:gd name="connsiteY96" fmla="*/ 57216 h 438467"/>
              <a:gd name="connsiteX97" fmla="*/ 198768 w 343904"/>
              <a:gd name="connsiteY97" fmla="*/ 80206 h 438467"/>
              <a:gd name="connsiteX98" fmla="*/ 208347 w 343904"/>
              <a:gd name="connsiteY98" fmla="*/ 89785 h 438467"/>
              <a:gd name="connsiteX99" fmla="*/ 219842 w 343904"/>
              <a:gd name="connsiteY99" fmla="*/ 93617 h 438467"/>
              <a:gd name="connsiteX100" fmla="*/ 233253 w 343904"/>
              <a:gd name="connsiteY100" fmla="*/ 93617 h 438467"/>
              <a:gd name="connsiteX101" fmla="*/ 252412 w 343904"/>
              <a:gd name="connsiteY101" fmla="*/ 82122 h 438467"/>
              <a:gd name="connsiteX102" fmla="*/ 261991 w 343904"/>
              <a:gd name="connsiteY102" fmla="*/ 91701 h 438467"/>
              <a:gd name="connsiteX103" fmla="*/ 250496 w 343904"/>
              <a:gd name="connsiteY103" fmla="*/ 110859 h 438467"/>
              <a:gd name="connsiteX104" fmla="*/ 250496 w 343904"/>
              <a:gd name="connsiteY104" fmla="*/ 124270 h 438467"/>
              <a:gd name="connsiteX105" fmla="*/ 254327 w 343904"/>
              <a:gd name="connsiteY105" fmla="*/ 135765 h 438467"/>
              <a:gd name="connsiteX106" fmla="*/ 263907 w 343904"/>
              <a:gd name="connsiteY106" fmla="*/ 145344 h 438467"/>
              <a:gd name="connsiteX107" fmla="*/ 286897 w 343904"/>
              <a:gd name="connsiteY107" fmla="*/ 151092 h 438467"/>
              <a:gd name="connsiteX108" fmla="*/ 286897 w 343904"/>
              <a:gd name="connsiteY108" fmla="*/ 164503 h 438467"/>
              <a:gd name="connsiteX109" fmla="*/ 307971 w 343904"/>
              <a:gd name="connsiteY109" fmla="*/ 53384 h 438467"/>
              <a:gd name="connsiteX110" fmla="*/ 204516 w 343904"/>
              <a:gd name="connsiteY110" fmla="*/ 1657 h 438467"/>
              <a:gd name="connsiteX111" fmla="*/ 89565 w 343904"/>
              <a:gd name="connsiteY111" fmla="*/ 24647 h 438467"/>
              <a:gd name="connsiteX112" fmla="*/ 58912 w 343904"/>
              <a:gd name="connsiteY112" fmla="*/ 51468 h 438467"/>
              <a:gd name="connsiteX113" fmla="*/ 39754 w 343904"/>
              <a:gd name="connsiteY113" fmla="*/ 87869 h 438467"/>
              <a:gd name="connsiteX114" fmla="*/ 32090 w 343904"/>
              <a:gd name="connsiteY114" fmla="*/ 160671 h 438467"/>
              <a:gd name="connsiteX115" fmla="*/ 1437 w 343904"/>
              <a:gd name="connsiteY115" fmla="*/ 231557 h 438467"/>
              <a:gd name="connsiteX116" fmla="*/ 1437 w 343904"/>
              <a:gd name="connsiteY116" fmla="*/ 248800 h 438467"/>
              <a:gd name="connsiteX117" fmla="*/ 16764 w 343904"/>
              <a:gd name="connsiteY117" fmla="*/ 256463 h 438467"/>
              <a:gd name="connsiteX118" fmla="*/ 30174 w 343904"/>
              <a:gd name="connsiteY118" fmla="*/ 256463 h 438467"/>
              <a:gd name="connsiteX119" fmla="*/ 30174 w 343904"/>
              <a:gd name="connsiteY119" fmla="*/ 331181 h 438467"/>
              <a:gd name="connsiteX120" fmla="*/ 60828 w 343904"/>
              <a:gd name="connsiteY120" fmla="*/ 361834 h 438467"/>
              <a:gd name="connsiteX121" fmla="*/ 60828 w 343904"/>
              <a:gd name="connsiteY121" fmla="*/ 361834 h 438467"/>
              <a:gd name="connsiteX122" fmla="*/ 141293 w 343904"/>
              <a:gd name="connsiteY122" fmla="*/ 361834 h 438467"/>
              <a:gd name="connsiteX123" fmla="*/ 141293 w 343904"/>
              <a:gd name="connsiteY123" fmla="*/ 419309 h 438467"/>
              <a:gd name="connsiteX124" fmla="*/ 147041 w 343904"/>
              <a:gd name="connsiteY124" fmla="*/ 432720 h 438467"/>
              <a:gd name="connsiteX125" fmla="*/ 160451 w 343904"/>
              <a:gd name="connsiteY125" fmla="*/ 438467 h 438467"/>
              <a:gd name="connsiteX126" fmla="*/ 267738 w 343904"/>
              <a:gd name="connsiteY126" fmla="*/ 438467 h 438467"/>
              <a:gd name="connsiteX127" fmla="*/ 286897 w 343904"/>
              <a:gd name="connsiteY127" fmla="*/ 419309 h 438467"/>
              <a:gd name="connsiteX128" fmla="*/ 286897 w 343904"/>
              <a:gd name="connsiteY128" fmla="*/ 315854 h 438467"/>
              <a:gd name="connsiteX129" fmla="*/ 332877 w 343904"/>
              <a:gd name="connsiteY129" fmla="*/ 223894 h 438467"/>
              <a:gd name="connsiteX130" fmla="*/ 307971 w 343904"/>
              <a:gd name="connsiteY130" fmla="*/ 53384 h 438467"/>
              <a:gd name="connsiteX131" fmla="*/ 315634 w 343904"/>
              <a:gd name="connsiteY131" fmla="*/ 220062 h 438467"/>
              <a:gd name="connsiteX132" fmla="*/ 269654 w 343904"/>
              <a:gd name="connsiteY132" fmla="*/ 308191 h 438467"/>
              <a:gd name="connsiteX133" fmla="*/ 267738 w 343904"/>
              <a:gd name="connsiteY133" fmla="*/ 317770 h 438467"/>
              <a:gd name="connsiteX134" fmla="*/ 267738 w 343904"/>
              <a:gd name="connsiteY134" fmla="*/ 421225 h 438467"/>
              <a:gd name="connsiteX135" fmla="*/ 162367 w 343904"/>
              <a:gd name="connsiteY135" fmla="*/ 421225 h 438467"/>
              <a:gd name="connsiteX136" fmla="*/ 162367 w 343904"/>
              <a:gd name="connsiteY136" fmla="*/ 363750 h 438467"/>
              <a:gd name="connsiteX137" fmla="*/ 143209 w 343904"/>
              <a:gd name="connsiteY137" fmla="*/ 344591 h 438467"/>
              <a:gd name="connsiteX138" fmla="*/ 62744 w 343904"/>
              <a:gd name="connsiteY138" fmla="*/ 344591 h 438467"/>
              <a:gd name="connsiteX139" fmla="*/ 51249 w 343904"/>
              <a:gd name="connsiteY139" fmla="*/ 333096 h 438467"/>
              <a:gd name="connsiteX140" fmla="*/ 51249 w 343904"/>
              <a:gd name="connsiteY140" fmla="*/ 333096 h 438467"/>
              <a:gd name="connsiteX141" fmla="*/ 51249 w 343904"/>
              <a:gd name="connsiteY141" fmla="*/ 256463 h 438467"/>
              <a:gd name="connsiteX142" fmla="*/ 34006 w 343904"/>
              <a:gd name="connsiteY142" fmla="*/ 239220 h 438467"/>
              <a:gd name="connsiteX143" fmla="*/ 32090 w 343904"/>
              <a:gd name="connsiteY143" fmla="*/ 239220 h 438467"/>
              <a:gd name="connsiteX144" fmla="*/ 18679 w 343904"/>
              <a:gd name="connsiteY144" fmla="*/ 239220 h 438467"/>
              <a:gd name="connsiteX145" fmla="*/ 51249 w 343904"/>
              <a:gd name="connsiteY145" fmla="*/ 170250 h 438467"/>
              <a:gd name="connsiteX146" fmla="*/ 53164 w 343904"/>
              <a:gd name="connsiteY146" fmla="*/ 160671 h 438467"/>
              <a:gd name="connsiteX147" fmla="*/ 58912 w 343904"/>
              <a:gd name="connsiteY147" fmla="*/ 93617 h 438467"/>
              <a:gd name="connsiteX148" fmla="*/ 74239 w 343904"/>
              <a:gd name="connsiteY148" fmla="*/ 62963 h 438467"/>
              <a:gd name="connsiteX149" fmla="*/ 99145 w 343904"/>
              <a:gd name="connsiteY149" fmla="*/ 39973 h 438467"/>
              <a:gd name="connsiteX150" fmla="*/ 202600 w 343904"/>
              <a:gd name="connsiteY150" fmla="*/ 20815 h 438467"/>
              <a:gd name="connsiteX151" fmla="*/ 292644 w 343904"/>
              <a:gd name="connsiteY151" fmla="*/ 64879 h 438467"/>
              <a:gd name="connsiteX152" fmla="*/ 315634 w 343904"/>
              <a:gd name="connsiteY152" fmla="*/ 220062 h 43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43904" h="438467">
                <a:moveTo>
                  <a:pt x="185357" y="108943"/>
                </a:moveTo>
                <a:cubicBezTo>
                  <a:pt x="158536" y="108943"/>
                  <a:pt x="137461" y="130018"/>
                  <a:pt x="137461" y="156839"/>
                </a:cubicBezTo>
                <a:cubicBezTo>
                  <a:pt x="137461" y="183661"/>
                  <a:pt x="158536" y="204735"/>
                  <a:pt x="185357" y="204735"/>
                </a:cubicBezTo>
                <a:cubicBezTo>
                  <a:pt x="212179" y="204735"/>
                  <a:pt x="233253" y="183661"/>
                  <a:pt x="233253" y="156839"/>
                </a:cubicBezTo>
                <a:lnTo>
                  <a:pt x="233253" y="156839"/>
                </a:lnTo>
                <a:cubicBezTo>
                  <a:pt x="233253" y="131933"/>
                  <a:pt x="212179" y="108943"/>
                  <a:pt x="185357" y="108943"/>
                </a:cubicBezTo>
                <a:close/>
                <a:moveTo>
                  <a:pt x="185357" y="185577"/>
                </a:moveTo>
                <a:cubicBezTo>
                  <a:pt x="170031" y="185577"/>
                  <a:pt x="156620" y="172166"/>
                  <a:pt x="156620" y="156839"/>
                </a:cubicBezTo>
                <a:cubicBezTo>
                  <a:pt x="156620" y="141513"/>
                  <a:pt x="170031" y="128102"/>
                  <a:pt x="185357" y="128102"/>
                </a:cubicBezTo>
                <a:cubicBezTo>
                  <a:pt x="200684" y="128102"/>
                  <a:pt x="214095" y="141513"/>
                  <a:pt x="214095" y="156839"/>
                </a:cubicBezTo>
                <a:cubicBezTo>
                  <a:pt x="214095" y="172166"/>
                  <a:pt x="202600" y="185577"/>
                  <a:pt x="185357" y="185577"/>
                </a:cubicBezTo>
                <a:close/>
                <a:moveTo>
                  <a:pt x="267738" y="118523"/>
                </a:moveTo>
                <a:lnTo>
                  <a:pt x="279233" y="97448"/>
                </a:lnTo>
                <a:cubicBezTo>
                  <a:pt x="283065" y="91701"/>
                  <a:pt x="281149" y="84038"/>
                  <a:pt x="277317" y="80206"/>
                </a:cubicBezTo>
                <a:lnTo>
                  <a:pt x="261991" y="64879"/>
                </a:lnTo>
                <a:cubicBezTo>
                  <a:pt x="258159" y="61047"/>
                  <a:pt x="250496" y="59132"/>
                  <a:pt x="244748" y="62963"/>
                </a:cubicBezTo>
                <a:lnTo>
                  <a:pt x="223674" y="74458"/>
                </a:lnTo>
                <a:lnTo>
                  <a:pt x="214095" y="70627"/>
                </a:lnTo>
                <a:lnTo>
                  <a:pt x="210263" y="47637"/>
                </a:lnTo>
                <a:cubicBezTo>
                  <a:pt x="208347" y="41889"/>
                  <a:pt x="202600" y="38057"/>
                  <a:pt x="196852" y="38057"/>
                </a:cubicBezTo>
                <a:lnTo>
                  <a:pt x="175778" y="38057"/>
                </a:lnTo>
                <a:cubicBezTo>
                  <a:pt x="170031" y="38057"/>
                  <a:pt x="164283" y="41889"/>
                  <a:pt x="162367" y="49552"/>
                </a:cubicBezTo>
                <a:lnTo>
                  <a:pt x="156620" y="72543"/>
                </a:lnTo>
                <a:lnTo>
                  <a:pt x="147041" y="76374"/>
                </a:lnTo>
                <a:lnTo>
                  <a:pt x="125966" y="62963"/>
                </a:lnTo>
                <a:cubicBezTo>
                  <a:pt x="120219" y="59132"/>
                  <a:pt x="112555" y="61047"/>
                  <a:pt x="108724" y="64879"/>
                </a:cubicBezTo>
                <a:lnTo>
                  <a:pt x="93397" y="80206"/>
                </a:lnTo>
                <a:cubicBezTo>
                  <a:pt x="89565" y="84038"/>
                  <a:pt x="87650" y="91701"/>
                  <a:pt x="91481" y="97448"/>
                </a:cubicBezTo>
                <a:lnTo>
                  <a:pt x="102976" y="118523"/>
                </a:lnTo>
                <a:cubicBezTo>
                  <a:pt x="102976" y="120438"/>
                  <a:pt x="101060" y="124270"/>
                  <a:pt x="101060" y="126186"/>
                </a:cubicBezTo>
                <a:lnTo>
                  <a:pt x="78070" y="133849"/>
                </a:lnTo>
                <a:cubicBezTo>
                  <a:pt x="70407" y="135765"/>
                  <a:pt x="66575" y="141513"/>
                  <a:pt x="66575" y="147260"/>
                </a:cubicBezTo>
                <a:lnTo>
                  <a:pt x="66575" y="168334"/>
                </a:lnTo>
                <a:cubicBezTo>
                  <a:pt x="66575" y="174082"/>
                  <a:pt x="70407" y="179829"/>
                  <a:pt x="78070" y="181745"/>
                </a:cubicBezTo>
                <a:lnTo>
                  <a:pt x="101060" y="187493"/>
                </a:lnTo>
                <a:cubicBezTo>
                  <a:pt x="102976" y="191324"/>
                  <a:pt x="102976" y="193240"/>
                  <a:pt x="104892" y="197072"/>
                </a:cubicBezTo>
                <a:lnTo>
                  <a:pt x="93397" y="218146"/>
                </a:lnTo>
                <a:cubicBezTo>
                  <a:pt x="89565" y="223894"/>
                  <a:pt x="91481" y="231557"/>
                  <a:pt x="95313" y="235389"/>
                </a:cubicBezTo>
                <a:lnTo>
                  <a:pt x="108724" y="248800"/>
                </a:lnTo>
                <a:cubicBezTo>
                  <a:pt x="112555" y="252631"/>
                  <a:pt x="120219" y="254547"/>
                  <a:pt x="125966" y="250715"/>
                </a:cubicBezTo>
                <a:lnTo>
                  <a:pt x="147041" y="239220"/>
                </a:lnTo>
                <a:lnTo>
                  <a:pt x="156620" y="243052"/>
                </a:lnTo>
                <a:lnTo>
                  <a:pt x="162367" y="266042"/>
                </a:lnTo>
                <a:cubicBezTo>
                  <a:pt x="164283" y="271790"/>
                  <a:pt x="170031" y="277537"/>
                  <a:pt x="175778" y="277537"/>
                </a:cubicBezTo>
                <a:lnTo>
                  <a:pt x="196852" y="277537"/>
                </a:lnTo>
                <a:cubicBezTo>
                  <a:pt x="202600" y="277537"/>
                  <a:pt x="208347" y="273705"/>
                  <a:pt x="210263" y="266042"/>
                </a:cubicBezTo>
                <a:lnTo>
                  <a:pt x="216011" y="243052"/>
                </a:lnTo>
                <a:cubicBezTo>
                  <a:pt x="219842" y="243052"/>
                  <a:pt x="221758" y="241136"/>
                  <a:pt x="225590" y="239220"/>
                </a:cubicBezTo>
                <a:lnTo>
                  <a:pt x="246664" y="250715"/>
                </a:lnTo>
                <a:cubicBezTo>
                  <a:pt x="252412" y="254547"/>
                  <a:pt x="260075" y="252631"/>
                  <a:pt x="263907" y="248800"/>
                </a:cubicBezTo>
                <a:lnTo>
                  <a:pt x="279233" y="233473"/>
                </a:lnTo>
                <a:cubicBezTo>
                  <a:pt x="283065" y="229641"/>
                  <a:pt x="284981" y="221978"/>
                  <a:pt x="281149" y="216230"/>
                </a:cubicBezTo>
                <a:lnTo>
                  <a:pt x="267738" y="197072"/>
                </a:lnTo>
                <a:cubicBezTo>
                  <a:pt x="269654" y="195156"/>
                  <a:pt x="269654" y="191324"/>
                  <a:pt x="271570" y="187493"/>
                </a:cubicBezTo>
                <a:lnTo>
                  <a:pt x="294560" y="181745"/>
                </a:lnTo>
                <a:cubicBezTo>
                  <a:pt x="300308" y="179829"/>
                  <a:pt x="306055" y="174082"/>
                  <a:pt x="306055" y="168334"/>
                </a:cubicBezTo>
                <a:lnTo>
                  <a:pt x="306055" y="147260"/>
                </a:lnTo>
                <a:cubicBezTo>
                  <a:pt x="306055" y="141513"/>
                  <a:pt x="300308" y="135765"/>
                  <a:pt x="294560" y="133849"/>
                </a:cubicBezTo>
                <a:lnTo>
                  <a:pt x="271570" y="128102"/>
                </a:lnTo>
                <a:cubicBezTo>
                  <a:pt x="269654" y="124270"/>
                  <a:pt x="269654" y="120438"/>
                  <a:pt x="267738" y="118523"/>
                </a:cubicBezTo>
                <a:close/>
                <a:moveTo>
                  <a:pt x="286897" y="164503"/>
                </a:moveTo>
                <a:lnTo>
                  <a:pt x="265822" y="170250"/>
                </a:lnTo>
                <a:cubicBezTo>
                  <a:pt x="260075" y="172166"/>
                  <a:pt x="256243" y="175998"/>
                  <a:pt x="256243" y="179829"/>
                </a:cubicBezTo>
                <a:cubicBezTo>
                  <a:pt x="254327" y="183661"/>
                  <a:pt x="254327" y="187493"/>
                  <a:pt x="252412" y="191324"/>
                </a:cubicBezTo>
                <a:cubicBezTo>
                  <a:pt x="250496" y="195156"/>
                  <a:pt x="250496" y="200904"/>
                  <a:pt x="252412" y="204735"/>
                </a:cubicBezTo>
                <a:lnTo>
                  <a:pt x="263907" y="223894"/>
                </a:lnTo>
                <a:lnTo>
                  <a:pt x="254327" y="233473"/>
                </a:lnTo>
                <a:lnTo>
                  <a:pt x="235169" y="221978"/>
                </a:lnTo>
                <a:cubicBezTo>
                  <a:pt x="231337" y="220062"/>
                  <a:pt x="225590" y="220062"/>
                  <a:pt x="221758" y="221978"/>
                </a:cubicBezTo>
                <a:cubicBezTo>
                  <a:pt x="217927" y="223894"/>
                  <a:pt x="214095" y="225810"/>
                  <a:pt x="210263" y="225810"/>
                </a:cubicBezTo>
                <a:cubicBezTo>
                  <a:pt x="206432" y="227725"/>
                  <a:pt x="202600" y="231557"/>
                  <a:pt x="200684" y="235389"/>
                </a:cubicBezTo>
                <a:lnTo>
                  <a:pt x="194936" y="256463"/>
                </a:lnTo>
                <a:lnTo>
                  <a:pt x="181526" y="256463"/>
                </a:lnTo>
                <a:lnTo>
                  <a:pt x="175778" y="233473"/>
                </a:lnTo>
                <a:cubicBezTo>
                  <a:pt x="173862" y="229641"/>
                  <a:pt x="170031" y="225810"/>
                  <a:pt x="166199" y="223894"/>
                </a:cubicBezTo>
                <a:cubicBezTo>
                  <a:pt x="162367" y="221978"/>
                  <a:pt x="158536" y="221978"/>
                  <a:pt x="154704" y="220062"/>
                </a:cubicBezTo>
                <a:cubicBezTo>
                  <a:pt x="150872" y="218146"/>
                  <a:pt x="145125" y="218146"/>
                  <a:pt x="141293" y="220062"/>
                </a:cubicBezTo>
                <a:lnTo>
                  <a:pt x="122135" y="231557"/>
                </a:lnTo>
                <a:lnTo>
                  <a:pt x="112555" y="221978"/>
                </a:lnTo>
                <a:lnTo>
                  <a:pt x="124050" y="202819"/>
                </a:lnTo>
                <a:cubicBezTo>
                  <a:pt x="125966" y="198988"/>
                  <a:pt x="125966" y="193240"/>
                  <a:pt x="124050" y="189409"/>
                </a:cubicBezTo>
                <a:cubicBezTo>
                  <a:pt x="122135" y="185577"/>
                  <a:pt x="120219" y="181745"/>
                  <a:pt x="120219" y="177914"/>
                </a:cubicBezTo>
                <a:cubicBezTo>
                  <a:pt x="118303" y="174082"/>
                  <a:pt x="114471" y="170250"/>
                  <a:pt x="110640" y="168334"/>
                </a:cubicBezTo>
                <a:lnTo>
                  <a:pt x="85734" y="164503"/>
                </a:lnTo>
                <a:lnTo>
                  <a:pt x="85734" y="151092"/>
                </a:lnTo>
                <a:lnTo>
                  <a:pt x="108724" y="145344"/>
                </a:lnTo>
                <a:cubicBezTo>
                  <a:pt x="114471" y="143429"/>
                  <a:pt x="118303" y="139597"/>
                  <a:pt x="118303" y="135765"/>
                </a:cubicBezTo>
                <a:cubicBezTo>
                  <a:pt x="120219" y="131933"/>
                  <a:pt x="120219" y="128102"/>
                  <a:pt x="122135" y="124270"/>
                </a:cubicBezTo>
                <a:cubicBezTo>
                  <a:pt x="124050" y="120438"/>
                  <a:pt x="124050" y="114691"/>
                  <a:pt x="122135" y="110859"/>
                </a:cubicBezTo>
                <a:lnTo>
                  <a:pt x="110640" y="91701"/>
                </a:lnTo>
                <a:lnTo>
                  <a:pt x="120219" y="82122"/>
                </a:lnTo>
                <a:lnTo>
                  <a:pt x="139377" y="93617"/>
                </a:lnTo>
                <a:cubicBezTo>
                  <a:pt x="143209" y="95533"/>
                  <a:pt x="148956" y="95533"/>
                  <a:pt x="152788" y="93617"/>
                </a:cubicBezTo>
                <a:cubicBezTo>
                  <a:pt x="156620" y="91701"/>
                  <a:pt x="160451" y="89785"/>
                  <a:pt x="164283" y="89785"/>
                </a:cubicBezTo>
                <a:cubicBezTo>
                  <a:pt x="168115" y="87869"/>
                  <a:pt x="171946" y="84038"/>
                  <a:pt x="173862" y="80206"/>
                </a:cubicBezTo>
                <a:lnTo>
                  <a:pt x="179610" y="57216"/>
                </a:lnTo>
                <a:lnTo>
                  <a:pt x="193021" y="57216"/>
                </a:lnTo>
                <a:lnTo>
                  <a:pt x="198768" y="80206"/>
                </a:lnTo>
                <a:cubicBezTo>
                  <a:pt x="200684" y="85953"/>
                  <a:pt x="204516" y="89785"/>
                  <a:pt x="208347" y="89785"/>
                </a:cubicBezTo>
                <a:cubicBezTo>
                  <a:pt x="212179" y="91701"/>
                  <a:pt x="216011" y="91701"/>
                  <a:pt x="219842" y="93617"/>
                </a:cubicBezTo>
                <a:cubicBezTo>
                  <a:pt x="223674" y="95533"/>
                  <a:pt x="229422" y="95533"/>
                  <a:pt x="233253" y="93617"/>
                </a:cubicBezTo>
                <a:lnTo>
                  <a:pt x="252412" y="82122"/>
                </a:lnTo>
                <a:lnTo>
                  <a:pt x="261991" y="91701"/>
                </a:lnTo>
                <a:lnTo>
                  <a:pt x="250496" y="110859"/>
                </a:lnTo>
                <a:cubicBezTo>
                  <a:pt x="248580" y="114691"/>
                  <a:pt x="248580" y="120438"/>
                  <a:pt x="250496" y="124270"/>
                </a:cubicBezTo>
                <a:cubicBezTo>
                  <a:pt x="252412" y="128102"/>
                  <a:pt x="254327" y="131933"/>
                  <a:pt x="254327" y="135765"/>
                </a:cubicBezTo>
                <a:cubicBezTo>
                  <a:pt x="256243" y="139597"/>
                  <a:pt x="260075" y="143429"/>
                  <a:pt x="263907" y="145344"/>
                </a:cubicBezTo>
                <a:lnTo>
                  <a:pt x="286897" y="151092"/>
                </a:lnTo>
                <a:lnTo>
                  <a:pt x="286897" y="164503"/>
                </a:lnTo>
                <a:close/>
                <a:moveTo>
                  <a:pt x="307971" y="53384"/>
                </a:moveTo>
                <a:cubicBezTo>
                  <a:pt x="283065" y="22731"/>
                  <a:pt x="244748" y="3572"/>
                  <a:pt x="204516" y="1657"/>
                </a:cubicBezTo>
                <a:cubicBezTo>
                  <a:pt x="164283" y="-4091"/>
                  <a:pt x="124050" y="5488"/>
                  <a:pt x="89565" y="24647"/>
                </a:cubicBezTo>
                <a:cubicBezTo>
                  <a:pt x="78070" y="30394"/>
                  <a:pt x="66575" y="39973"/>
                  <a:pt x="58912" y="51468"/>
                </a:cubicBezTo>
                <a:cubicBezTo>
                  <a:pt x="49333" y="62963"/>
                  <a:pt x="43585" y="74458"/>
                  <a:pt x="39754" y="87869"/>
                </a:cubicBezTo>
                <a:cubicBezTo>
                  <a:pt x="32090" y="110859"/>
                  <a:pt x="28259" y="135765"/>
                  <a:pt x="32090" y="160671"/>
                </a:cubicBezTo>
                <a:lnTo>
                  <a:pt x="1437" y="231557"/>
                </a:lnTo>
                <a:cubicBezTo>
                  <a:pt x="-479" y="237305"/>
                  <a:pt x="-479" y="244968"/>
                  <a:pt x="1437" y="248800"/>
                </a:cubicBezTo>
                <a:cubicBezTo>
                  <a:pt x="5269" y="254547"/>
                  <a:pt x="11016" y="256463"/>
                  <a:pt x="16764" y="256463"/>
                </a:cubicBezTo>
                <a:lnTo>
                  <a:pt x="30174" y="256463"/>
                </a:lnTo>
                <a:lnTo>
                  <a:pt x="30174" y="331181"/>
                </a:lnTo>
                <a:cubicBezTo>
                  <a:pt x="30174" y="348423"/>
                  <a:pt x="43585" y="361834"/>
                  <a:pt x="60828" y="361834"/>
                </a:cubicBezTo>
                <a:cubicBezTo>
                  <a:pt x="60828" y="361834"/>
                  <a:pt x="60828" y="361834"/>
                  <a:pt x="60828" y="361834"/>
                </a:cubicBezTo>
                <a:lnTo>
                  <a:pt x="141293" y="361834"/>
                </a:lnTo>
                <a:lnTo>
                  <a:pt x="141293" y="419309"/>
                </a:lnTo>
                <a:cubicBezTo>
                  <a:pt x="141293" y="425057"/>
                  <a:pt x="143209" y="428888"/>
                  <a:pt x="147041" y="432720"/>
                </a:cubicBezTo>
                <a:cubicBezTo>
                  <a:pt x="150872" y="436552"/>
                  <a:pt x="154704" y="438467"/>
                  <a:pt x="160451" y="438467"/>
                </a:cubicBezTo>
                <a:lnTo>
                  <a:pt x="267738" y="438467"/>
                </a:lnTo>
                <a:cubicBezTo>
                  <a:pt x="279233" y="438467"/>
                  <a:pt x="286897" y="430804"/>
                  <a:pt x="286897" y="419309"/>
                </a:cubicBezTo>
                <a:lnTo>
                  <a:pt x="286897" y="315854"/>
                </a:lnTo>
                <a:cubicBezTo>
                  <a:pt x="306055" y="287116"/>
                  <a:pt x="321382" y="256463"/>
                  <a:pt x="332877" y="223894"/>
                </a:cubicBezTo>
                <a:cubicBezTo>
                  <a:pt x="353951" y="168334"/>
                  <a:pt x="344372" y="103196"/>
                  <a:pt x="307971" y="53384"/>
                </a:cubicBezTo>
                <a:close/>
                <a:moveTo>
                  <a:pt x="315634" y="220062"/>
                </a:moveTo>
                <a:cubicBezTo>
                  <a:pt x="304139" y="250715"/>
                  <a:pt x="288813" y="279453"/>
                  <a:pt x="269654" y="308191"/>
                </a:cubicBezTo>
                <a:cubicBezTo>
                  <a:pt x="267738" y="310106"/>
                  <a:pt x="267738" y="313938"/>
                  <a:pt x="267738" y="317770"/>
                </a:cubicBezTo>
                <a:lnTo>
                  <a:pt x="267738" y="421225"/>
                </a:lnTo>
                <a:lnTo>
                  <a:pt x="162367" y="421225"/>
                </a:lnTo>
                <a:lnTo>
                  <a:pt x="162367" y="363750"/>
                </a:lnTo>
                <a:cubicBezTo>
                  <a:pt x="162367" y="352255"/>
                  <a:pt x="154704" y="344591"/>
                  <a:pt x="143209" y="344591"/>
                </a:cubicBezTo>
                <a:lnTo>
                  <a:pt x="62744" y="344591"/>
                </a:lnTo>
                <a:cubicBezTo>
                  <a:pt x="56996" y="344591"/>
                  <a:pt x="51249" y="338844"/>
                  <a:pt x="51249" y="333096"/>
                </a:cubicBezTo>
                <a:lnTo>
                  <a:pt x="51249" y="333096"/>
                </a:lnTo>
                <a:lnTo>
                  <a:pt x="51249" y="256463"/>
                </a:lnTo>
                <a:cubicBezTo>
                  <a:pt x="51249" y="246884"/>
                  <a:pt x="43585" y="239220"/>
                  <a:pt x="34006" y="239220"/>
                </a:cubicBezTo>
                <a:cubicBezTo>
                  <a:pt x="34006" y="239220"/>
                  <a:pt x="34006" y="239220"/>
                  <a:pt x="32090" y="239220"/>
                </a:cubicBezTo>
                <a:lnTo>
                  <a:pt x="18679" y="239220"/>
                </a:lnTo>
                <a:lnTo>
                  <a:pt x="51249" y="170250"/>
                </a:lnTo>
                <a:cubicBezTo>
                  <a:pt x="53164" y="166419"/>
                  <a:pt x="53164" y="164503"/>
                  <a:pt x="53164" y="160671"/>
                </a:cubicBezTo>
                <a:cubicBezTo>
                  <a:pt x="49333" y="137681"/>
                  <a:pt x="51249" y="114691"/>
                  <a:pt x="58912" y="93617"/>
                </a:cubicBezTo>
                <a:cubicBezTo>
                  <a:pt x="62744" y="82122"/>
                  <a:pt x="68491" y="72543"/>
                  <a:pt x="74239" y="62963"/>
                </a:cubicBezTo>
                <a:cubicBezTo>
                  <a:pt x="81902" y="53384"/>
                  <a:pt x="89565" y="45721"/>
                  <a:pt x="99145" y="39973"/>
                </a:cubicBezTo>
                <a:cubicBezTo>
                  <a:pt x="131714" y="22731"/>
                  <a:pt x="168115" y="15067"/>
                  <a:pt x="202600" y="20815"/>
                </a:cubicBezTo>
                <a:cubicBezTo>
                  <a:pt x="237085" y="22731"/>
                  <a:pt x="269654" y="38057"/>
                  <a:pt x="292644" y="64879"/>
                </a:cubicBezTo>
                <a:cubicBezTo>
                  <a:pt x="325213" y="110859"/>
                  <a:pt x="334793" y="168334"/>
                  <a:pt x="315634" y="22006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277" descr="Hearing icon.">
            <a:extLst>
              <a:ext uri="{FF2B5EF4-FFF2-40B4-BE49-F238E27FC236}">
                <a16:creationId xmlns:a16="http://schemas.microsoft.com/office/drawing/2014/main" id="{945E094D-4B6E-43DF-8B18-498042159B3D}"/>
              </a:ext>
            </a:extLst>
          </p:cNvPr>
          <p:cNvSpPr>
            <a:spLocks noChangeAspect="1"/>
          </p:cNvSpPr>
          <p:nvPr/>
        </p:nvSpPr>
        <p:spPr>
          <a:xfrm>
            <a:off x="2300506" y="1399329"/>
            <a:ext cx="286617" cy="458641"/>
          </a:xfrm>
          <a:custGeom>
            <a:avLst/>
            <a:gdLst>
              <a:gd name="connsiteX0" fmla="*/ 78374 w 286617"/>
              <a:gd name="connsiteY0" fmla="*/ 458562 h 458641"/>
              <a:gd name="connsiteX1" fmla="*/ 44 w 286617"/>
              <a:gd name="connsiteY1" fmla="*/ 385963 h 458641"/>
              <a:gd name="connsiteX2" fmla="*/ 44 w 286617"/>
              <a:gd name="connsiteY2" fmla="*/ 382142 h 458641"/>
              <a:gd name="connsiteX3" fmla="*/ 19148 w 286617"/>
              <a:gd name="connsiteY3" fmla="*/ 382142 h 458641"/>
              <a:gd name="connsiteX4" fmla="*/ 74553 w 286617"/>
              <a:gd name="connsiteY4" fmla="*/ 439457 h 458641"/>
              <a:gd name="connsiteX5" fmla="*/ 78374 w 286617"/>
              <a:gd name="connsiteY5" fmla="*/ 439457 h 458641"/>
              <a:gd name="connsiteX6" fmla="*/ 166256 w 286617"/>
              <a:gd name="connsiteY6" fmla="*/ 376410 h 458641"/>
              <a:gd name="connsiteX7" fmla="*/ 269423 w 286617"/>
              <a:gd name="connsiteY7" fmla="*/ 143330 h 458641"/>
              <a:gd name="connsiteX8" fmla="*/ 149062 w 286617"/>
              <a:gd name="connsiteY8" fmla="*/ 19148 h 458641"/>
              <a:gd name="connsiteX9" fmla="*/ 143330 w 286617"/>
              <a:gd name="connsiteY9" fmla="*/ 19148 h 458641"/>
              <a:gd name="connsiteX10" fmla="*/ 19148 w 286617"/>
              <a:gd name="connsiteY10" fmla="*/ 137599 h 458641"/>
              <a:gd name="connsiteX11" fmla="*/ 19148 w 286617"/>
              <a:gd name="connsiteY11" fmla="*/ 143330 h 458641"/>
              <a:gd name="connsiteX12" fmla="*/ 44 w 286617"/>
              <a:gd name="connsiteY12" fmla="*/ 143330 h 458641"/>
              <a:gd name="connsiteX13" fmla="*/ 137599 w 286617"/>
              <a:gd name="connsiteY13" fmla="*/ 44 h 458641"/>
              <a:gd name="connsiteX14" fmla="*/ 143330 w 286617"/>
              <a:gd name="connsiteY14" fmla="*/ 44 h 458641"/>
              <a:gd name="connsiteX15" fmla="*/ 286617 w 286617"/>
              <a:gd name="connsiteY15" fmla="*/ 137599 h 458641"/>
              <a:gd name="connsiteX16" fmla="*/ 286617 w 286617"/>
              <a:gd name="connsiteY16" fmla="*/ 143330 h 458641"/>
              <a:gd name="connsiteX17" fmla="*/ 179630 w 286617"/>
              <a:gd name="connsiteY17" fmla="*/ 387873 h 458641"/>
              <a:gd name="connsiteX18" fmla="*/ 78374 w 286617"/>
              <a:gd name="connsiteY18" fmla="*/ 458562 h 458641"/>
              <a:gd name="connsiteX19" fmla="*/ 66911 w 286617"/>
              <a:gd name="connsiteY19" fmla="*/ 324827 h 458641"/>
              <a:gd name="connsiteX20" fmla="*/ 66911 w 286617"/>
              <a:gd name="connsiteY20" fmla="*/ 305722 h 458641"/>
              <a:gd name="connsiteX21" fmla="*/ 97479 w 286617"/>
              <a:gd name="connsiteY21" fmla="*/ 278975 h 458641"/>
              <a:gd name="connsiteX22" fmla="*/ 70732 w 286617"/>
              <a:gd name="connsiteY22" fmla="*/ 248408 h 458641"/>
              <a:gd name="connsiteX23" fmla="*/ 57358 w 286617"/>
              <a:gd name="connsiteY23" fmla="*/ 229303 h 458641"/>
              <a:gd name="connsiteX24" fmla="*/ 57358 w 286617"/>
              <a:gd name="connsiteY24" fmla="*/ 143330 h 458641"/>
              <a:gd name="connsiteX25" fmla="*/ 135689 w 286617"/>
              <a:gd name="connsiteY25" fmla="*/ 57358 h 458641"/>
              <a:gd name="connsiteX26" fmla="*/ 143330 w 286617"/>
              <a:gd name="connsiteY26" fmla="*/ 57358 h 458641"/>
              <a:gd name="connsiteX27" fmla="*/ 204466 w 286617"/>
              <a:gd name="connsiteY27" fmla="*/ 80284 h 458641"/>
              <a:gd name="connsiteX28" fmla="*/ 229303 w 286617"/>
              <a:gd name="connsiteY28" fmla="*/ 152883 h 458641"/>
              <a:gd name="connsiteX29" fmla="*/ 210198 w 286617"/>
              <a:gd name="connsiteY29" fmla="*/ 152883 h 458641"/>
              <a:gd name="connsiteX30" fmla="*/ 191093 w 286617"/>
              <a:gd name="connsiteY30" fmla="*/ 93658 h 458641"/>
              <a:gd name="connsiteX31" fmla="*/ 143330 w 286617"/>
              <a:gd name="connsiteY31" fmla="*/ 76463 h 458641"/>
              <a:gd name="connsiteX32" fmla="*/ 76463 w 286617"/>
              <a:gd name="connsiteY32" fmla="*/ 135688 h 458641"/>
              <a:gd name="connsiteX33" fmla="*/ 76463 w 286617"/>
              <a:gd name="connsiteY33" fmla="*/ 143330 h 458641"/>
              <a:gd name="connsiteX34" fmla="*/ 76463 w 286617"/>
              <a:gd name="connsiteY34" fmla="*/ 231213 h 458641"/>
              <a:gd name="connsiteX35" fmla="*/ 114673 w 286617"/>
              <a:gd name="connsiteY35" fmla="*/ 286617 h 458641"/>
              <a:gd name="connsiteX36" fmla="*/ 66911 w 286617"/>
              <a:gd name="connsiteY36" fmla="*/ 324827 h 45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86617" h="458641">
                <a:moveTo>
                  <a:pt x="78374" y="458562"/>
                </a:moveTo>
                <a:cubicBezTo>
                  <a:pt x="36343" y="460472"/>
                  <a:pt x="1954" y="427994"/>
                  <a:pt x="44" y="385963"/>
                </a:cubicBezTo>
                <a:cubicBezTo>
                  <a:pt x="44" y="384052"/>
                  <a:pt x="44" y="384052"/>
                  <a:pt x="44" y="382142"/>
                </a:cubicBezTo>
                <a:lnTo>
                  <a:pt x="19148" y="382142"/>
                </a:lnTo>
                <a:cubicBezTo>
                  <a:pt x="19148" y="412710"/>
                  <a:pt x="42074" y="439457"/>
                  <a:pt x="74553" y="439457"/>
                </a:cubicBezTo>
                <a:cubicBezTo>
                  <a:pt x="76463" y="439457"/>
                  <a:pt x="76463" y="439457"/>
                  <a:pt x="78374" y="439457"/>
                </a:cubicBezTo>
                <a:cubicBezTo>
                  <a:pt x="112763" y="439457"/>
                  <a:pt x="141420" y="406978"/>
                  <a:pt x="166256" y="376410"/>
                </a:cubicBezTo>
                <a:cubicBezTo>
                  <a:pt x="214019" y="317185"/>
                  <a:pt x="269423" y="235034"/>
                  <a:pt x="269423" y="143330"/>
                </a:cubicBezTo>
                <a:cubicBezTo>
                  <a:pt x="269423" y="76463"/>
                  <a:pt x="215929" y="21059"/>
                  <a:pt x="149062" y="19148"/>
                </a:cubicBezTo>
                <a:cubicBezTo>
                  <a:pt x="147151" y="19148"/>
                  <a:pt x="145241" y="19148"/>
                  <a:pt x="143330" y="19148"/>
                </a:cubicBezTo>
                <a:cubicBezTo>
                  <a:pt x="76463" y="17238"/>
                  <a:pt x="21059" y="70732"/>
                  <a:pt x="19148" y="137599"/>
                </a:cubicBezTo>
                <a:cubicBezTo>
                  <a:pt x="19148" y="139509"/>
                  <a:pt x="19148" y="141420"/>
                  <a:pt x="19148" y="143330"/>
                </a:cubicBezTo>
                <a:lnTo>
                  <a:pt x="44" y="143330"/>
                </a:lnTo>
                <a:cubicBezTo>
                  <a:pt x="-1867" y="66911"/>
                  <a:pt x="59269" y="1954"/>
                  <a:pt x="137599" y="44"/>
                </a:cubicBezTo>
                <a:cubicBezTo>
                  <a:pt x="139509" y="44"/>
                  <a:pt x="141420" y="44"/>
                  <a:pt x="143330" y="44"/>
                </a:cubicBezTo>
                <a:cubicBezTo>
                  <a:pt x="219750" y="-1867"/>
                  <a:pt x="284707" y="59269"/>
                  <a:pt x="286617" y="137599"/>
                </a:cubicBezTo>
                <a:cubicBezTo>
                  <a:pt x="286617" y="139509"/>
                  <a:pt x="286617" y="141420"/>
                  <a:pt x="286617" y="143330"/>
                </a:cubicBezTo>
                <a:cubicBezTo>
                  <a:pt x="286617" y="240766"/>
                  <a:pt x="229303" y="326738"/>
                  <a:pt x="179630" y="387873"/>
                </a:cubicBezTo>
                <a:cubicBezTo>
                  <a:pt x="152883" y="422262"/>
                  <a:pt x="120405" y="458562"/>
                  <a:pt x="78374" y="458562"/>
                </a:cubicBezTo>
                <a:close/>
                <a:moveTo>
                  <a:pt x="66911" y="324827"/>
                </a:moveTo>
                <a:lnTo>
                  <a:pt x="66911" y="305722"/>
                </a:lnTo>
                <a:cubicBezTo>
                  <a:pt x="82195" y="307633"/>
                  <a:pt x="97479" y="296170"/>
                  <a:pt x="97479" y="278975"/>
                </a:cubicBezTo>
                <a:cubicBezTo>
                  <a:pt x="99389" y="263691"/>
                  <a:pt x="87926" y="248408"/>
                  <a:pt x="70732" y="248408"/>
                </a:cubicBezTo>
                <a:cubicBezTo>
                  <a:pt x="63090" y="246497"/>
                  <a:pt x="57358" y="238855"/>
                  <a:pt x="57358" y="229303"/>
                </a:cubicBezTo>
                <a:lnTo>
                  <a:pt x="57358" y="143330"/>
                </a:lnTo>
                <a:cubicBezTo>
                  <a:pt x="55448" y="97479"/>
                  <a:pt x="89837" y="59269"/>
                  <a:pt x="135689" y="57358"/>
                </a:cubicBezTo>
                <a:cubicBezTo>
                  <a:pt x="137599" y="57358"/>
                  <a:pt x="141420" y="57358"/>
                  <a:pt x="143330" y="57358"/>
                </a:cubicBezTo>
                <a:cubicBezTo>
                  <a:pt x="166256" y="55448"/>
                  <a:pt x="187272" y="65000"/>
                  <a:pt x="204466" y="80284"/>
                </a:cubicBezTo>
                <a:cubicBezTo>
                  <a:pt x="221661" y="99389"/>
                  <a:pt x="231213" y="126136"/>
                  <a:pt x="229303" y="152883"/>
                </a:cubicBezTo>
                <a:lnTo>
                  <a:pt x="210198" y="152883"/>
                </a:lnTo>
                <a:cubicBezTo>
                  <a:pt x="212108" y="131868"/>
                  <a:pt x="204466" y="108942"/>
                  <a:pt x="191093" y="93658"/>
                </a:cubicBezTo>
                <a:cubicBezTo>
                  <a:pt x="177719" y="82195"/>
                  <a:pt x="160525" y="76463"/>
                  <a:pt x="143330" y="76463"/>
                </a:cubicBezTo>
                <a:cubicBezTo>
                  <a:pt x="108942" y="74553"/>
                  <a:pt x="78374" y="101300"/>
                  <a:pt x="76463" y="135688"/>
                </a:cubicBezTo>
                <a:cubicBezTo>
                  <a:pt x="76463" y="137599"/>
                  <a:pt x="76463" y="139509"/>
                  <a:pt x="76463" y="143330"/>
                </a:cubicBezTo>
                <a:lnTo>
                  <a:pt x="76463" y="231213"/>
                </a:lnTo>
                <a:cubicBezTo>
                  <a:pt x="103210" y="236945"/>
                  <a:pt x="118494" y="261781"/>
                  <a:pt x="114673" y="286617"/>
                </a:cubicBezTo>
                <a:cubicBezTo>
                  <a:pt x="108942" y="309543"/>
                  <a:pt x="89837" y="324827"/>
                  <a:pt x="66911" y="32482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5" descr="Speech icon.">
            <a:extLst>
              <a:ext uri="{FF2B5EF4-FFF2-40B4-BE49-F238E27FC236}">
                <a16:creationId xmlns:a16="http://schemas.microsoft.com/office/drawing/2014/main" id="{DE8371A4-10B5-9EBF-66DC-6090F24DB99C}"/>
              </a:ext>
            </a:extLst>
          </p:cNvPr>
          <p:cNvSpPr/>
          <p:nvPr/>
        </p:nvSpPr>
        <p:spPr>
          <a:xfrm>
            <a:off x="3488912" y="1418371"/>
            <a:ext cx="363705" cy="420556"/>
          </a:xfrm>
          <a:custGeom>
            <a:avLst/>
            <a:gdLst>
              <a:gd name="connsiteX0" fmla="*/ 363208 w 363705"/>
              <a:gd name="connsiteY0" fmla="*/ 181604 h 420556"/>
              <a:gd name="connsiteX1" fmla="*/ 347915 w 363705"/>
              <a:gd name="connsiteY1" fmla="*/ 156753 h 420556"/>
              <a:gd name="connsiteX2" fmla="*/ 319241 w 363705"/>
              <a:gd name="connsiteY2" fmla="*/ 151018 h 420556"/>
              <a:gd name="connsiteX3" fmla="*/ 294390 w 363705"/>
              <a:gd name="connsiteY3" fmla="*/ 166311 h 420556"/>
              <a:gd name="connsiteX4" fmla="*/ 281008 w 363705"/>
              <a:gd name="connsiteY4" fmla="*/ 187339 h 420556"/>
              <a:gd name="connsiteX5" fmla="*/ 267627 w 363705"/>
              <a:gd name="connsiteY5" fmla="*/ 206455 h 420556"/>
              <a:gd name="connsiteX6" fmla="*/ 250422 w 363705"/>
              <a:gd name="connsiteY6" fmla="*/ 200720 h 420556"/>
              <a:gd name="connsiteX7" fmla="*/ 250422 w 363705"/>
              <a:gd name="connsiteY7" fmla="*/ 38232 h 420556"/>
              <a:gd name="connsiteX8" fmla="*/ 212190 w 363705"/>
              <a:gd name="connsiteY8" fmla="*/ 0 h 420556"/>
              <a:gd name="connsiteX9" fmla="*/ 173958 w 363705"/>
              <a:gd name="connsiteY9" fmla="*/ 38232 h 420556"/>
              <a:gd name="connsiteX10" fmla="*/ 173958 w 363705"/>
              <a:gd name="connsiteY10" fmla="*/ 120432 h 420556"/>
              <a:gd name="connsiteX11" fmla="*/ 152930 w 363705"/>
              <a:gd name="connsiteY11" fmla="*/ 114697 h 420556"/>
              <a:gd name="connsiteX12" fmla="*/ 124255 w 363705"/>
              <a:gd name="connsiteY12" fmla="*/ 128079 h 420556"/>
              <a:gd name="connsiteX13" fmla="*/ 95581 w 363705"/>
              <a:gd name="connsiteY13" fmla="*/ 114697 h 420556"/>
              <a:gd name="connsiteX14" fmla="*/ 76465 w 363705"/>
              <a:gd name="connsiteY14" fmla="*/ 120432 h 420556"/>
              <a:gd name="connsiteX15" fmla="*/ 76465 w 363705"/>
              <a:gd name="connsiteY15" fmla="*/ 76465 h 420556"/>
              <a:gd name="connsiteX16" fmla="*/ 38232 w 363705"/>
              <a:gd name="connsiteY16" fmla="*/ 38232 h 420556"/>
              <a:gd name="connsiteX17" fmla="*/ 0 w 363705"/>
              <a:gd name="connsiteY17" fmla="*/ 76465 h 420556"/>
              <a:gd name="connsiteX18" fmla="*/ 0 w 363705"/>
              <a:gd name="connsiteY18" fmla="*/ 282920 h 420556"/>
              <a:gd name="connsiteX19" fmla="*/ 154841 w 363705"/>
              <a:gd name="connsiteY19" fmla="*/ 420557 h 420556"/>
              <a:gd name="connsiteX20" fmla="*/ 254246 w 363705"/>
              <a:gd name="connsiteY20" fmla="*/ 368943 h 420556"/>
              <a:gd name="connsiteX21" fmla="*/ 355561 w 363705"/>
              <a:gd name="connsiteY21" fmla="*/ 210278 h 420556"/>
              <a:gd name="connsiteX22" fmla="*/ 363208 w 363705"/>
              <a:gd name="connsiteY22" fmla="*/ 181604 h 420556"/>
              <a:gd name="connsiteX23" fmla="*/ 363208 w 363705"/>
              <a:gd name="connsiteY23" fmla="*/ 181604 h 420556"/>
              <a:gd name="connsiteX24" fmla="*/ 152930 w 363705"/>
              <a:gd name="connsiteY24" fmla="*/ 133813 h 420556"/>
              <a:gd name="connsiteX25" fmla="*/ 172046 w 363705"/>
              <a:gd name="connsiteY25" fmla="*/ 152930 h 420556"/>
              <a:gd name="connsiteX26" fmla="*/ 172046 w 363705"/>
              <a:gd name="connsiteY26" fmla="*/ 229395 h 420556"/>
              <a:gd name="connsiteX27" fmla="*/ 152930 w 363705"/>
              <a:gd name="connsiteY27" fmla="*/ 248511 h 420556"/>
              <a:gd name="connsiteX28" fmla="*/ 133813 w 363705"/>
              <a:gd name="connsiteY28" fmla="*/ 229395 h 420556"/>
              <a:gd name="connsiteX29" fmla="*/ 133813 w 363705"/>
              <a:gd name="connsiteY29" fmla="*/ 152930 h 420556"/>
              <a:gd name="connsiteX30" fmla="*/ 152930 w 363705"/>
              <a:gd name="connsiteY30" fmla="*/ 133813 h 420556"/>
              <a:gd name="connsiteX31" fmla="*/ 95581 w 363705"/>
              <a:gd name="connsiteY31" fmla="*/ 133813 h 420556"/>
              <a:gd name="connsiteX32" fmla="*/ 114697 w 363705"/>
              <a:gd name="connsiteY32" fmla="*/ 152930 h 420556"/>
              <a:gd name="connsiteX33" fmla="*/ 114697 w 363705"/>
              <a:gd name="connsiteY33" fmla="*/ 210278 h 420556"/>
              <a:gd name="connsiteX34" fmla="*/ 95581 w 363705"/>
              <a:gd name="connsiteY34" fmla="*/ 229395 h 420556"/>
              <a:gd name="connsiteX35" fmla="*/ 76465 w 363705"/>
              <a:gd name="connsiteY35" fmla="*/ 210278 h 420556"/>
              <a:gd name="connsiteX36" fmla="*/ 76465 w 363705"/>
              <a:gd name="connsiteY36" fmla="*/ 152930 h 420556"/>
              <a:gd name="connsiteX37" fmla="*/ 95581 w 363705"/>
              <a:gd name="connsiteY37" fmla="*/ 133813 h 420556"/>
              <a:gd name="connsiteX38" fmla="*/ 340269 w 363705"/>
              <a:gd name="connsiteY38" fmla="*/ 200720 h 420556"/>
              <a:gd name="connsiteX39" fmla="*/ 238953 w 363705"/>
              <a:gd name="connsiteY39" fmla="*/ 359385 h 420556"/>
              <a:gd name="connsiteX40" fmla="*/ 154841 w 363705"/>
              <a:gd name="connsiteY40" fmla="*/ 401440 h 420556"/>
              <a:gd name="connsiteX41" fmla="*/ 19116 w 363705"/>
              <a:gd name="connsiteY41" fmla="*/ 282920 h 420556"/>
              <a:gd name="connsiteX42" fmla="*/ 19116 w 363705"/>
              <a:gd name="connsiteY42" fmla="*/ 76465 h 420556"/>
              <a:gd name="connsiteX43" fmla="*/ 38232 w 363705"/>
              <a:gd name="connsiteY43" fmla="*/ 57349 h 420556"/>
              <a:gd name="connsiteX44" fmla="*/ 57349 w 363705"/>
              <a:gd name="connsiteY44" fmla="*/ 76465 h 420556"/>
              <a:gd name="connsiteX45" fmla="*/ 57349 w 363705"/>
              <a:gd name="connsiteY45" fmla="*/ 210278 h 420556"/>
              <a:gd name="connsiteX46" fmla="*/ 95581 w 363705"/>
              <a:gd name="connsiteY46" fmla="*/ 248511 h 420556"/>
              <a:gd name="connsiteX47" fmla="*/ 116609 w 363705"/>
              <a:gd name="connsiteY47" fmla="*/ 242776 h 420556"/>
              <a:gd name="connsiteX48" fmla="*/ 152930 w 363705"/>
              <a:gd name="connsiteY48" fmla="*/ 267627 h 420556"/>
              <a:gd name="connsiteX49" fmla="*/ 191162 w 363705"/>
              <a:gd name="connsiteY49" fmla="*/ 229395 h 420556"/>
              <a:gd name="connsiteX50" fmla="*/ 191162 w 363705"/>
              <a:gd name="connsiteY50" fmla="*/ 38232 h 420556"/>
              <a:gd name="connsiteX51" fmla="*/ 210278 w 363705"/>
              <a:gd name="connsiteY51" fmla="*/ 19116 h 420556"/>
              <a:gd name="connsiteX52" fmla="*/ 229395 w 363705"/>
              <a:gd name="connsiteY52" fmla="*/ 38232 h 420556"/>
              <a:gd name="connsiteX53" fmla="*/ 229395 w 363705"/>
              <a:gd name="connsiteY53" fmla="*/ 200720 h 420556"/>
              <a:gd name="connsiteX54" fmla="*/ 258069 w 363705"/>
              <a:gd name="connsiteY54" fmla="*/ 229395 h 420556"/>
              <a:gd name="connsiteX55" fmla="*/ 281008 w 363705"/>
              <a:gd name="connsiteY55" fmla="*/ 217925 h 420556"/>
              <a:gd name="connsiteX56" fmla="*/ 294390 w 363705"/>
              <a:gd name="connsiteY56" fmla="*/ 200720 h 420556"/>
              <a:gd name="connsiteX57" fmla="*/ 309683 w 363705"/>
              <a:gd name="connsiteY57" fmla="*/ 177781 h 420556"/>
              <a:gd name="connsiteX58" fmla="*/ 321152 w 363705"/>
              <a:gd name="connsiteY58" fmla="*/ 170134 h 420556"/>
              <a:gd name="connsiteX59" fmla="*/ 336445 w 363705"/>
              <a:gd name="connsiteY59" fmla="*/ 173958 h 420556"/>
              <a:gd name="connsiteX60" fmla="*/ 344092 w 363705"/>
              <a:gd name="connsiteY60" fmla="*/ 185427 h 420556"/>
              <a:gd name="connsiteX61" fmla="*/ 340269 w 363705"/>
              <a:gd name="connsiteY61" fmla="*/ 200720 h 42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63705" h="420556">
                <a:moveTo>
                  <a:pt x="363208" y="181604"/>
                </a:moveTo>
                <a:cubicBezTo>
                  <a:pt x="361296" y="172046"/>
                  <a:pt x="355561" y="162488"/>
                  <a:pt x="347915" y="156753"/>
                </a:cubicBezTo>
                <a:cubicBezTo>
                  <a:pt x="340269" y="151018"/>
                  <a:pt x="328799" y="149106"/>
                  <a:pt x="319241" y="151018"/>
                </a:cubicBezTo>
                <a:cubicBezTo>
                  <a:pt x="309683" y="152930"/>
                  <a:pt x="300125" y="158665"/>
                  <a:pt x="294390" y="166311"/>
                </a:cubicBezTo>
                <a:lnTo>
                  <a:pt x="281008" y="187339"/>
                </a:lnTo>
                <a:lnTo>
                  <a:pt x="267627" y="206455"/>
                </a:lnTo>
                <a:cubicBezTo>
                  <a:pt x="261892" y="212190"/>
                  <a:pt x="250422" y="208367"/>
                  <a:pt x="250422" y="200720"/>
                </a:cubicBezTo>
                <a:lnTo>
                  <a:pt x="250422" y="38232"/>
                </a:lnTo>
                <a:cubicBezTo>
                  <a:pt x="250422" y="17205"/>
                  <a:pt x="233218" y="0"/>
                  <a:pt x="212190" y="0"/>
                </a:cubicBezTo>
                <a:cubicBezTo>
                  <a:pt x="191162" y="0"/>
                  <a:pt x="173958" y="17205"/>
                  <a:pt x="173958" y="38232"/>
                </a:cubicBezTo>
                <a:lnTo>
                  <a:pt x="173958" y="120432"/>
                </a:lnTo>
                <a:cubicBezTo>
                  <a:pt x="166311" y="116609"/>
                  <a:pt x="160576" y="114697"/>
                  <a:pt x="152930" y="114697"/>
                </a:cubicBezTo>
                <a:cubicBezTo>
                  <a:pt x="141460" y="114697"/>
                  <a:pt x="131902" y="120432"/>
                  <a:pt x="124255" y="128079"/>
                </a:cubicBezTo>
                <a:cubicBezTo>
                  <a:pt x="116609" y="120432"/>
                  <a:pt x="107051" y="114697"/>
                  <a:pt x="95581" y="114697"/>
                </a:cubicBezTo>
                <a:cubicBezTo>
                  <a:pt x="87935" y="114697"/>
                  <a:pt x="82200" y="116609"/>
                  <a:pt x="76465" y="120432"/>
                </a:cubicBezTo>
                <a:lnTo>
                  <a:pt x="76465" y="76465"/>
                </a:lnTo>
                <a:cubicBezTo>
                  <a:pt x="76465" y="55437"/>
                  <a:pt x="59260" y="38232"/>
                  <a:pt x="38232" y="38232"/>
                </a:cubicBezTo>
                <a:cubicBezTo>
                  <a:pt x="17205" y="38232"/>
                  <a:pt x="0" y="55437"/>
                  <a:pt x="0" y="76465"/>
                </a:cubicBezTo>
                <a:lnTo>
                  <a:pt x="0" y="282920"/>
                </a:lnTo>
                <a:cubicBezTo>
                  <a:pt x="0" y="384236"/>
                  <a:pt x="84111" y="420557"/>
                  <a:pt x="154841" y="420557"/>
                </a:cubicBezTo>
                <a:cubicBezTo>
                  <a:pt x="200720" y="420557"/>
                  <a:pt x="221748" y="412910"/>
                  <a:pt x="254246" y="368943"/>
                </a:cubicBezTo>
                <a:lnTo>
                  <a:pt x="355561" y="210278"/>
                </a:lnTo>
                <a:cubicBezTo>
                  <a:pt x="361296" y="202632"/>
                  <a:pt x="365120" y="193074"/>
                  <a:pt x="363208" y="181604"/>
                </a:cubicBezTo>
                <a:lnTo>
                  <a:pt x="363208" y="181604"/>
                </a:lnTo>
                <a:close/>
                <a:moveTo>
                  <a:pt x="152930" y="133813"/>
                </a:moveTo>
                <a:cubicBezTo>
                  <a:pt x="164399" y="133813"/>
                  <a:pt x="172046" y="141460"/>
                  <a:pt x="172046" y="152930"/>
                </a:cubicBezTo>
                <a:lnTo>
                  <a:pt x="172046" y="229395"/>
                </a:lnTo>
                <a:cubicBezTo>
                  <a:pt x="172046" y="240864"/>
                  <a:pt x="164399" y="248511"/>
                  <a:pt x="152930" y="248511"/>
                </a:cubicBezTo>
                <a:cubicBezTo>
                  <a:pt x="141460" y="248511"/>
                  <a:pt x="133813" y="240864"/>
                  <a:pt x="133813" y="229395"/>
                </a:cubicBezTo>
                <a:lnTo>
                  <a:pt x="133813" y="152930"/>
                </a:lnTo>
                <a:cubicBezTo>
                  <a:pt x="133813" y="141460"/>
                  <a:pt x="141460" y="133813"/>
                  <a:pt x="152930" y="133813"/>
                </a:cubicBezTo>
                <a:close/>
                <a:moveTo>
                  <a:pt x="95581" y="133813"/>
                </a:moveTo>
                <a:cubicBezTo>
                  <a:pt x="107051" y="133813"/>
                  <a:pt x="114697" y="141460"/>
                  <a:pt x="114697" y="152930"/>
                </a:cubicBezTo>
                <a:lnTo>
                  <a:pt x="114697" y="210278"/>
                </a:lnTo>
                <a:cubicBezTo>
                  <a:pt x="114697" y="221748"/>
                  <a:pt x="107051" y="229395"/>
                  <a:pt x="95581" y="229395"/>
                </a:cubicBezTo>
                <a:cubicBezTo>
                  <a:pt x="84111" y="229395"/>
                  <a:pt x="76465" y="221748"/>
                  <a:pt x="76465" y="210278"/>
                </a:cubicBezTo>
                <a:lnTo>
                  <a:pt x="76465" y="152930"/>
                </a:lnTo>
                <a:cubicBezTo>
                  <a:pt x="76465" y="141460"/>
                  <a:pt x="84111" y="133813"/>
                  <a:pt x="95581" y="133813"/>
                </a:cubicBezTo>
                <a:close/>
                <a:moveTo>
                  <a:pt x="340269" y="200720"/>
                </a:moveTo>
                <a:lnTo>
                  <a:pt x="238953" y="359385"/>
                </a:lnTo>
                <a:cubicBezTo>
                  <a:pt x="210278" y="397617"/>
                  <a:pt x="193074" y="401440"/>
                  <a:pt x="154841" y="401440"/>
                </a:cubicBezTo>
                <a:cubicBezTo>
                  <a:pt x="89846" y="401440"/>
                  <a:pt x="19116" y="370854"/>
                  <a:pt x="19116" y="282920"/>
                </a:cubicBezTo>
                <a:lnTo>
                  <a:pt x="19116" y="76465"/>
                </a:lnTo>
                <a:cubicBezTo>
                  <a:pt x="19116" y="64995"/>
                  <a:pt x="26763" y="57349"/>
                  <a:pt x="38232" y="57349"/>
                </a:cubicBezTo>
                <a:cubicBezTo>
                  <a:pt x="49702" y="57349"/>
                  <a:pt x="57349" y="64995"/>
                  <a:pt x="57349" y="76465"/>
                </a:cubicBezTo>
                <a:lnTo>
                  <a:pt x="57349" y="210278"/>
                </a:lnTo>
                <a:cubicBezTo>
                  <a:pt x="57349" y="231306"/>
                  <a:pt x="74553" y="248511"/>
                  <a:pt x="95581" y="248511"/>
                </a:cubicBezTo>
                <a:cubicBezTo>
                  <a:pt x="103228" y="248511"/>
                  <a:pt x="110874" y="246599"/>
                  <a:pt x="116609" y="242776"/>
                </a:cubicBezTo>
                <a:cubicBezTo>
                  <a:pt x="122344" y="258069"/>
                  <a:pt x="135725" y="267627"/>
                  <a:pt x="152930" y="267627"/>
                </a:cubicBezTo>
                <a:cubicBezTo>
                  <a:pt x="173958" y="267627"/>
                  <a:pt x="191162" y="250422"/>
                  <a:pt x="191162" y="229395"/>
                </a:cubicBezTo>
                <a:lnTo>
                  <a:pt x="191162" y="38232"/>
                </a:lnTo>
                <a:cubicBezTo>
                  <a:pt x="191162" y="28674"/>
                  <a:pt x="198809" y="19116"/>
                  <a:pt x="210278" y="19116"/>
                </a:cubicBezTo>
                <a:cubicBezTo>
                  <a:pt x="221748" y="19116"/>
                  <a:pt x="229395" y="28674"/>
                  <a:pt x="229395" y="38232"/>
                </a:cubicBezTo>
                <a:lnTo>
                  <a:pt x="229395" y="200720"/>
                </a:lnTo>
                <a:cubicBezTo>
                  <a:pt x="229395" y="216013"/>
                  <a:pt x="242776" y="229395"/>
                  <a:pt x="258069" y="229395"/>
                </a:cubicBezTo>
                <a:cubicBezTo>
                  <a:pt x="267627" y="229395"/>
                  <a:pt x="275273" y="225571"/>
                  <a:pt x="281008" y="217925"/>
                </a:cubicBezTo>
                <a:lnTo>
                  <a:pt x="294390" y="200720"/>
                </a:lnTo>
                <a:lnTo>
                  <a:pt x="309683" y="177781"/>
                </a:lnTo>
                <a:cubicBezTo>
                  <a:pt x="311594" y="173958"/>
                  <a:pt x="317329" y="170134"/>
                  <a:pt x="321152" y="170134"/>
                </a:cubicBezTo>
                <a:cubicBezTo>
                  <a:pt x="324976" y="170134"/>
                  <a:pt x="330710" y="170134"/>
                  <a:pt x="336445" y="173958"/>
                </a:cubicBezTo>
                <a:cubicBezTo>
                  <a:pt x="340269" y="175869"/>
                  <a:pt x="344092" y="181604"/>
                  <a:pt x="344092" y="185427"/>
                </a:cubicBezTo>
                <a:cubicBezTo>
                  <a:pt x="344092" y="189250"/>
                  <a:pt x="344092" y="194985"/>
                  <a:pt x="340269" y="20072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32" descr="Vision icon.">
            <a:extLst>
              <a:ext uri="{FF2B5EF4-FFF2-40B4-BE49-F238E27FC236}">
                <a16:creationId xmlns:a16="http://schemas.microsoft.com/office/drawing/2014/main" id="{2B7FCD01-AA17-4955-892A-CC5D5B08223A}"/>
              </a:ext>
            </a:extLst>
          </p:cNvPr>
          <p:cNvSpPr>
            <a:spLocks noChangeAspect="1"/>
          </p:cNvSpPr>
          <p:nvPr/>
        </p:nvSpPr>
        <p:spPr>
          <a:xfrm>
            <a:off x="4616418" y="1504385"/>
            <a:ext cx="457562" cy="305678"/>
          </a:xfrm>
          <a:custGeom>
            <a:avLst/>
            <a:gdLst>
              <a:gd name="connsiteX0" fmla="*/ 456130 w 457562"/>
              <a:gd name="connsiteY0" fmla="*/ 147108 h 305678"/>
              <a:gd name="connsiteX1" fmla="*/ 228781 w 457562"/>
              <a:gd name="connsiteY1" fmla="*/ 0 h 305678"/>
              <a:gd name="connsiteX2" fmla="*/ 1433 w 457562"/>
              <a:gd name="connsiteY2" fmla="*/ 147108 h 305678"/>
              <a:gd name="connsiteX3" fmla="*/ 1433 w 457562"/>
              <a:gd name="connsiteY3" fmla="*/ 158571 h 305678"/>
              <a:gd name="connsiteX4" fmla="*/ 228781 w 457562"/>
              <a:gd name="connsiteY4" fmla="*/ 305679 h 305678"/>
              <a:gd name="connsiteX5" fmla="*/ 456130 w 457562"/>
              <a:gd name="connsiteY5" fmla="*/ 158571 h 305678"/>
              <a:gd name="connsiteX6" fmla="*/ 456130 w 457562"/>
              <a:gd name="connsiteY6" fmla="*/ 147108 h 305678"/>
              <a:gd name="connsiteX7" fmla="*/ 228781 w 457562"/>
              <a:gd name="connsiteY7" fmla="*/ 286574 h 305678"/>
              <a:gd name="connsiteX8" fmla="*/ 18627 w 457562"/>
              <a:gd name="connsiteY8" fmla="*/ 152839 h 305678"/>
              <a:gd name="connsiteX9" fmla="*/ 228781 w 457562"/>
              <a:gd name="connsiteY9" fmla="*/ 19105 h 305678"/>
              <a:gd name="connsiteX10" fmla="*/ 438935 w 457562"/>
              <a:gd name="connsiteY10" fmla="*/ 152839 h 305678"/>
              <a:gd name="connsiteX11" fmla="*/ 228781 w 457562"/>
              <a:gd name="connsiteY11" fmla="*/ 286574 h 305678"/>
              <a:gd name="connsiteX12" fmla="*/ 228781 w 457562"/>
              <a:gd name="connsiteY12" fmla="*/ 57315 h 305678"/>
              <a:gd name="connsiteX13" fmla="*/ 133257 w 457562"/>
              <a:gd name="connsiteY13" fmla="*/ 152839 h 305678"/>
              <a:gd name="connsiteX14" fmla="*/ 228781 w 457562"/>
              <a:gd name="connsiteY14" fmla="*/ 248364 h 305678"/>
              <a:gd name="connsiteX15" fmla="*/ 324306 w 457562"/>
              <a:gd name="connsiteY15" fmla="*/ 152839 h 305678"/>
              <a:gd name="connsiteX16" fmla="*/ 228781 w 457562"/>
              <a:gd name="connsiteY16" fmla="*/ 57315 h 305678"/>
              <a:gd name="connsiteX17" fmla="*/ 228781 w 457562"/>
              <a:gd name="connsiteY17" fmla="*/ 229259 h 305678"/>
              <a:gd name="connsiteX18" fmla="*/ 152362 w 457562"/>
              <a:gd name="connsiteY18" fmla="*/ 152839 h 305678"/>
              <a:gd name="connsiteX19" fmla="*/ 228781 w 457562"/>
              <a:gd name="connsiteY19" fmla="*/ 76420 h 305678"/>
              <a:gd name="connsiteX20" fmla="*/ 305201 w 457562"/>
              <a:gd name="connsiteY20" fmla="*/ 152839 h 305678"/>
              <a:gd name="connsiteX21" fmla="*/ 228781 w 457562"/>
              <a:gd name="connsiteY21" fmla="*/ 229259 h 305678"/>
              <a:gd name="connsiteX22" fmla="*/ 228781 w 457562"/>
              <a:gd name="connsiteY22" fmla="*/ 103167 h 305678"/>
              <a:gd name="connsiteX23" fmla="*/ 181019 w 457562"/>
              <a:gd name="connsiteY23" fmla="*/ 152839 h 305678"/>
              <a:gd name="connsiteX24" fmla="*/ 228781 w 457562"/>
              <a:gd name="connsiteY24" fmla="*/ 200602 h 305678"/>
              <a:gd name="connsiteX25" fmla="*/ 278454 w 457562"/>
              <a:gd name="connsiteY25" fmla="*/ 152839 h 305678"/>
              <a:gd name="connsiteX26" fmla="*/ 228781 w 457562"/>
              <a:gd name="connsiteY26" fmla="*/ 103167 h 305678"/>
              <a:gd name="connsiteX27" fmla="*/ 228781 w 457562"/>
              <a:gd name="connsiteY27" fmla="*/ 181497 h 305678"/>
              <a:gd name="connsiteX28" fmla="*/ 198214 w 457562"/>
              <a:gd name="connsiteY28" fmla="*/ 150929 h 305678"/>
              <a:gd name="connsiteX29" fmla="*/ 228781 w 457562"/>
              <a:gd name="connsiteY29" fmla="*/ 120361 h 305678"/>
              <a:gd name="connsiteX30" fmla="*/ 259349 w 457562"/>
              <a:gd name="connsiteY30" fmla="*/ 150929 h 305678"/>
              <a:gd name="connsiteX31" fmla="*/ 259349 w 457562"/>
              <a:gd name="connsiteY31" fmla="*/ 150929 h 305678"/>
              <a:gd name="connsiteX32" fmla="*/ 228781 w 457562"/>
              <a:gd name="connsiteY32" fmla="*/ 181497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57562" h="305678">
                <a:moveTo>
                  <a:pt x="456130" y="147108"/>
                </a:moveTo>
                <a:cubicBezTo>
                  <a:pt x="425562" y="59225"/>
                  <a:pt x="333858" y="0"/>
                  <a:pt x="228781" y="0"/>
                </a:cubicBezTo>
                <a:cubicBezTo>
                  <a:pt x="123704" y="0"/>
                  <a:pt x="32001" y="59225"/>
                  <a:pt x="1433" y="147108"/>
                </a:cubicBezTo>
                <a:cubicBezTo>
                  <a:pt x="-478" y="150929"/>
                  <a:pt x="-478" y="154750"/>
                  <a:pt x="1433" y="158571"/>
                </a:cubicBezTo>
                <a:cubicBezTo>
                  <a:pt x="32001" y="246453"/>
                  <a:pt x="123704" y="305679"/>
                  <a:pt x="228781" y="305679"/>
                </a:cubicBezTo>
                <a:cubicBezTo>
                  <a:pt x="333858" y="305679"/>
                  <a:pt x="425562" y="246453"/>
                  <a:pt x="456130" y="158571"/>
                </a:cubicBezTo>
                <a:cubicBezTo>
                  <a:pt x="458040" y="154750"/>
                  <a:pt x="458040" y="150929"/>
                  <a:pt x="456130" y="147108"/>
                </a:cubicBezTo>
                <a:close/>
                <a:moveTo>
                  <a:pt x="228781" y="286574"/>
                </a:moveTo>
                <a:cubicBezTo>
                  <a:pt x="133257" y="286574"/>
                  <a:pt x="47285" y="231170"/>
                  <a:pt x="18627" y="152839"/>
                </a:cubicBezTo>
                <a:cubicBezTo>
                  <a:pt x="47285" y="74509"/>
                  <a:pt x="133257" y="19105"/>
                  <a:pt x="228781" y="19105"/>
                </a:cubicBezTo>
                <a:cubicBezTo>
                  <a:pt x="324306" y="19105"/>
                  <a:pt x="410278" y="72599"/>
                  <a:pt x="438935" y="152839"/>
                </a:cubicBezTo>
                <a:cubicBezTo>
                  <a:pt x="410278" y="231170"/>
                  <a:pt x="324306" y="286574"/>
                  <a:pt x="228781" y="286574"/>
                </a:cubicBezTo>
                <a:close/>
                <a:moveTo>
                  <a:pt x="228781" y="57315"/>
                </a:moveTo>
                <a:cubicBezTo>
                  <a:pt x="175288" y="57315"/>
                  <a:pt x="133257" y="99346"/>
                  <a:pt x="133257" y="152839"/>
                </a:cubicBezTo>
                <a:cubicBezTo>
                  <a:pt x="133257" y="206333"/>
                  <a:pt x="175288" y="248364"/>
                  <a:pt x="228781" y="248364"/>
                </a:cubicBezTo>
                <a:cubicBezTo>
                  <a:pt x="282275" y="248364"/>
                  <a:pt x="324306" y="206333"/>
                  <a:pt x="324306" y="152839"/>
                </a:cubicBezTo>
                <a:cubicBezTo>
                  <a:pt x="324306" y="99346"/>
                  <a:pt x="282275" y="57315"/>
                  <a:pt x="228781" y="57315"/>
                </a:cubicBezTo>
                <a:close/>
                <a:moveTo>
                  <a:pt x="228781" y="229259"/>
                </a:moveTo>
                <a:cubicBezTo>
                  <a:pt x="186751" y="229259"/>
                  <a:pt x="152362" y="194870"/>
                  <a:pt x="152362" y="152839"/>
                </a:cubicBezTo>
                <a:cubicBezTo>
                  <a:pt x="152362" y="110809"/>
                  <a:pt x="186751" y="76420"/>
                  <a:pt x="228781" y="76420"/>
                </a:cubicBezTo>
                <a:cubicBezTo>
                  <a:pt x="270812" y="76420"/>
                  <a:pt x="305201" y="110809"/>
                  <a:pt x="305201" y="152839"/>
                </a:cubicBezTo>
                <a:cubicBezTo>
                  <a:pt x="305201" y="194870"/>
                  <a:pt x="270812" y="229259"/>
                  <a:pt x="228781" y="229259"/>
                </a:cubicBezTo>
                <a:close/>
                <a:moveTo>
                  <a:pt x="228781" y="103167"/>
                </a:moveTo>
                <a:cubicBezTo>
                  <a:pt x="202035" y="103167"/>
                  <a:pt x="181019" y="124182"/>
                  <a:pt x="181019" y="152839"/>
                </a:cubicBezTo>
                <a:cubicBezTo>
                  <a:pt x="181019" y="181497"/>
                  <a:pt x="202035" y="200602"/>
                  <a:pt x="228781" y="200602"/>
                </a:cubicBezTo>
                <a:cubicBezTo>
                  <a:pt x="255528" y="200602"/>
                  <a:pt x="278454" y="179586"/>
                  <a:pt x="278454" y="152839"/>
                </a:cubicBezTo>
                <a:cubicBezTo>
                  <a:pt x="276544" y="126092"/>
                  <a:pt x="255528" y="105077"/>
                  <a:pt x="228781" y="103167"/>
                </a:cubicBezTo>
                <a:close/>
                <a:moveTo>
                  <a:pt x="228781" y="181497"/>
                </a:moveTo>
                <a:cubicBezTo>
                  <a:pt x="211587" y="181497"/>
                  <a:pt x="198214" y="168123"/>
                  <a:pt x="198214" y="150929"/>
                </a:cubicBezTo>
                <a:cubicBezTo>
                  <a:pt x="198214" y="133734"/>
                  <a:pt x="211587" y="120361"/>
                  <a:pt x="228781" y="120361"/>
                </a:cubicBezTo>
                <a:cubicBezTo>
                  <a:pt x="245976" y="120361"/>
                  <a:pt x="259349" y="133734"/>
                  <a:pt x="259349" y="150929"/>
                </a:cubicBezTo>
                <a:cubicBezTo>
                  <a:pt x="259349" y="150929"/>
                  <a:pt x="259349" y="150929"/>
                  <a:pt x="259349" y="150929"/>
                </a:cubicBezTo>
                <a:cubicBezTo>
                  <a:pt x="257439" y="170034"/>
                  <a:pt x="245976" y="181497"/>
                  <a:pt x="228781" y="18149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1" descr="Mobility icon.">
            <a:extLst>
              <a:ext uri="{FF2B5EF4-FFF2-40B4-BE49-F238E27FC236}">
                <a16:creationId xmlns:a16="http://schemas.microsoft.com/office/drawing/2014/main" id="{E33A32C6-1361-A03D-8FCA-99E79969AF76}"/>
              </a:ext>
            </a:extLst>
          </p:cNvPr>
          <p:cNvSpPr/>
          <p:nvPr/>
        </p:nvSpPr>
        <p:spPr>
          <a:xfrm>
            <a:off x="5923207" y="1419587"/>
            <a:ext cx="302036" cy="418124"/>
          </a:xfrm>
          <a:custGeom>
            <a:avLst/>
            <a:gdLst>
              <a:gd name="connsiteX0" fmla="*/ 282920 w 302036"/>
              <a:gd name="connsiteY0" fmla="*/ 322543 h 418124"/>
              <a:gd name="connsiteX1" fmla="*/ 261892 w 302036"/>
              <a:gd name="connsiteY1" fmla="*/ 322543 h 418124"/>
              <a:gd name="connsiteX2" fmla="*/ 254246 w 302036"/>
              <a:gd name="connsiteY2" fmla="*/ 242255 h 418124"/>
              <a:gd name="connsiteX3" fmla="*/ 237041 w 302036"/>
              <a:gd name="connsiteY3" fmla="*/ 225051 h 418124"/>
              <a:gd name="connsiteX4" fmla="*/ 191162 w 302036"/>
              <a:gd name="connsiteY4" fmla="*/ 211669 h 418124"/>
              <a:gd name="connsiteX5" fmla="*/ 204543 w 302036"/>
              <a:gd name="connsiteY5" fmla="*/ 182995 h 418124"/>
              <a:gd name="connsiteX6" fmla="*/ 204543 w 302036"/>
              <a:gd name="connsiteY6" fmla="*/ 182995 h 418124"/>
              <a:gd name="connsiteX7" fmla="*/ 219836 w 302036"/>
              <a:gd name="connsiteY7" fmla="*/ 154321 h 418124"/>
              <a:gd name="connsiteX8" fmla="*/ 221748 w 302036"/>
              <a:gd name="connsiteY8" fmla="*/ 121823 h 418124"/>
              <a:gd name="connsiteX9" fmla="*/ 200720 w 302036"/>
              <a:gd name="connsiteY9" fmla="*/ 96972 h 418124"/>
              <a:gd name="connsiteX10" fmla="*/ 170134 w 302036"/>
              <a:gd name="connsiteY10" fmla="*/ 83591 h 418124"/>
              <a:gd name="connsiteX11" fmla="*/ 151018 w 302036"/>
              <a:gd name="connsiteY11" fmla="*/ 79767 h 418124"/>
              <a:gd name="connsiteX12" fmla="*/ 89846 w 302036"/>
              <a:gd name="connsiteY12" fmla="*/ 79767 h 418124"/>
              <a:gd name="connsiteX13" fmla="*/ 74553 w 302036"/>
              <a:gd name="connsiteY13" fmla="*/ 89326 h 418124"/>
              <a:gd name="connsiteX14" fmla="*/ 47791 w 302036"/>
              <a:gd name="connsiteY14" fmla="*/ 142851 h 418124"/>
              <a:gd name="connsiteX15" fmla="*/ 47791 w 302036"/>
              <a:gd name="connsiteY15" fmla="*/ 156232 h 418124"/>
              <a:gd name="connsiteX16" fmla="*/ 57349 w 302036"/>
              <a:gd name="connsiteY16" fmla="*/ 165790 h 418124"/>
              <a:gd name="connsiteX17" fmla="*/ 72642 w 302036"/>
              <a:gd name="connsiteY17" fmla="*/ 173437 h 418124"/>
              <a:gd name="connsiteX18" fmla="*/ 80288 w 302036"/>
              <a:gd name="connsiteY18" fmla="*/ 175348 h 418124"/>
              <a:gd name="connsiteX19" fmla="*/ 95581 w 302036"/>
              <a:gd name="connsiteY19" fmla="*/ 165790 h 418124"/>
              <a:gd name="connsiteX20" fmla="*/ 114697 w 302036"/>
              <a:gd name="connsiteY20" fmla="*/ 129470 h 418124"/>
              <a:gd name="connsiteX21" fmla="*/ 128079 w 302036"/>
              <a:gd name="connsiteY21" fmla="*/ 131381 h 418124"/>
              <a:gd name="connsiteX22" fmla="*/ 101316 w 302036"/>
              <a:gd name="connsiteY22" fmla="*/ 186818 h 418124"/>
              <a:gd name="connsiteX23" fmla="*/ 0 w 302036"/>
              <a:gd name="connsiteY23" fmla="*/ 301515 h 418124"/>
              <a:gd name="connsiteX24" fmla="*/ 116609 w 302036"/>
              <a:gd name="connsiteY24" fmla="*/ 418124 h 418124"/>
              <a:gd name="connsiteX25" fmla="*/ 202632 w 302036"/>
              <a:gd name="connsiteY25" fmla="*/ 379892 h 418124"/>
              <a:gd name="connsiteX26" fmla="*/ 282920 w 302036"/>
              <a:gd name="connsiteY26" fmla="*/ 379892 h 418124"/>
              <a:gd name="connsiteX27" fmla="*/ 302036 w 302036"/>
              <a:gd name="connsiteY27" fmla="*/ 360776 h 418124"/>
              <a:gd name="connsiteX28" fmla="*/ 302036 w 302036"/>
              <a:gd name="connsiteY28" fmla="*/ 341659 h 418124"/>
              <a:gd name="connsiteX29" fmla="*/ 282920 w 302036"/>
              <a:gd name="connsiteY29" fmla="*/ 322543 h 418124"/>
              <a:gd name="connsiteX30" fmla="*/ 160576 w 302036"/>
              <a:gd name="connsiteY30" fmla="*/ 135204 h 418124"/>
              <a:gd name="connsiteX31" fmla="*/ 162488 w 302036"/>
              <a:gd name="connsiteY31" fmla="*/ 116088 h 418124"/>
              <a:gd name="connsiteX32" fmla="*/ 110874 w 302036"/>
              <a:gd name="connsiteY32" fmla="*/ 112265 h 418124"/>
              <a:gd name="connsiteX33" fmla="*/ 103228 w 302036"/>
              <a:gd name="connsiteY33" fmla="*/ 112265 h 418124"/>
              <a:gd name="connsiteX34" fmla="*/ 80288 w 302036"/>
              <a:gd name="connsiteY34" fmla="*/ 158144 h 418124"/>
              <a:gd name="connsiteX35" fmla="*/ 66907 w 302036"/>
              <a:gd name="connsiteY35" fmla="*/ 150497 h 418124"/>
              <a:gd name="connsiteX36" fmla="*/ 91758 w 302036"/>
              <a:gd name="connsiteY36" fmla="*/ 98884 h 418124"/>
              <a:gd name="connsiteX37" fmla="*/ 152930 w 302036"/>
              <a:gd name="connsiteY37" fmla="*/ 98884 h 418124"/>
              <a:gd name="connsiteX38" fmla="*/ 162488 w 302036"/>
              <a:gd name="connsiteY38" fmla="*/ 100795 h 418124"/>
              <a:gd name="connsiteX39" fmla="*/ 193074 w 302036"/>
              <a:gd name="connsiteY39" fmla="*/ 116088 h 418124"/>
              <a:gd name="connsiteX40" fmla="*/ 204543 w 302036"/>
              <a:gd name="connsiteY40" fmla="*/ 129470 h 418124"/>
              <a:gd name="connsiteX41" fmla="*/ 202632 w 302036"/>
              <a:gd name="connsiteY41" fmla="*/ 146674 h 418124"/>
              <a:gd name="connsiteX42" fmla="*/ 189250 w 302036"/>
              <a:gd name="connsiteY42" fmla="*/ 171525 h 418124"/>
              <a:gd name="connsiteX43" fmla="*/ 189250 w 302036"/>
              <a:gd name="connsiteY43" fmla="*/ 173437 h 418124"/>
              <a:gd name="connsiteX44" fmla="*/ 189250 w 302036"/>
              <a:gd name="connsiteY44" fmla="*/ 175348 h 418124"/>
              <a:gd name="connsiteX45" fmla="*/ 189250 w 302036"/>
              <a:gd name="connsiteY45" fmla="*/ 177260 h 418124"/>
              <a:gd name="connsiteX46" fmla="*/ 189250 w 302036"/>
              <a:gd name="connsiteY46" fmla="*/ 177260 h 418124"/>
              <a:gd name="connsiteX47" fmla="*/ 175869 w 302036"/>
              <a:gd name="connsiteY47" fmla="*/ 204023 h 418124"/>
              <a:gd name="connsiteX48" fmla="*/ 126167 w 302036"/>
              <a:gd name="connsiteY48" fmla="*/ 190641 h 418124"/>
              <a:gd name="connsiteX49" fmla="*/ 151018 w 302036"/>
              <a:gd name="connsiteY49" fmla="*/ 137116 h 418124"/>
              <a:gd name="connsiteX50" fmla="*/ 160576 w 302036"/>
              <a:gd name="connsiteY50" fmla="*/ 137116 h 418124"/>
              <a:gd name="connsiteX51" fmla="*/ 116609 w 302036"/>
              <a:gd name="connsiteY51" fmla="*/ 399008 h 418124"/>
              <a:gd name="connsiteX52" fmla="*/ 19116 w 302036"/>
              <a:gd name="connsiteY52" fmla="*/ 301515 h 418124"/>
              <a:gd name="connsiteX53" fmla="*/ 116609 w 302036"/>
              <a:gd name="connsiteY53" fmla="*/ 204023 h 418124"/>
              <a:gd name="connsiteX54" fmla="*/ 214102 w 302036"/>
              <a:gd name="connsiteY54" fmla="*/ 301515 h 418124"/>
              <a:gd name="connsiteX55" fmla="*/ 116609 w 302036"/>
              <a:gd name="connsiteY55" fmla="*/ 399008 h 418124"/>
              <a:gd name="connsiteX56" fmla="*/ 282920 w 302036"/>
              <a:gd name="connsiteY56" fmla="*/ 360776 h 418124"/>
              <a:gd name="connsiteX57" fmla="*/ 216013 w 302036"/>
              <a:gd name="connsiteY57" fmla="*/ 360776 h 418124"/>
              <a:gd name="connsiteX58" fmla="*/ 231306 w 302036"/>
              <a:gd name="connsiteY58" fmla="*/ 301515 h 418124"/>
              <a:gd name="connsiteX59" fmla="*/ 210278 w 302036"/>
              <a:gd name="connsiteY59" fmla="*/ 236520 h 418124"/>
              <a:gd name="connsiteX60" fmla="*/ 231306 w 302036"/>
              <a:gd name="connsiteY60" fmla="*/ 242255 h 418124"/>
              <a:gd name="connsiteX61" fmla="*/ 235129 w 302036"/>
              <a:gd name="connsiteY61" fmla="*/ 244167 h 418124"/>
              <a:gd name="connsiteX62" fmla="*/ 244687 w 302036"/>
              <a:gd name="connsiteY62" fmla="*/ 337836 h 418124"/>
              <a:gd name="connsiteX63" fmla="*/ 282920 w 302036"/>
              <a:gd name="connsiteY63" fmla="*/ 337836 h 418124"/>
              <a:gd name="connsiteX64" fmla="*/ 282920 w 302036"/>
              <a:gd name="connsiteY64" fmla="*/ 360776 h 418124"/>
              <a:gd name="connsiteX65" fmla="*/ 204543 w 302036"/>
              <a:gd name="connsiteY65" fmla="*/ 93149 h 418124"/>
              <a:gd name="connsiteX66" fmla="*/ 227483 w 302036"/>
              <a:gd name="connsiteY66" fmla="*/ 98884 h 418124"/>
              <a:gd name="connsiteX67" fmla="*/ 273362 w 302036"/>
              <a:gd name="connsiteY67" fmla="*/ 72121 h 418124"/>
              <a:gd name="connsiteX68" fmla="*/ 277185 w 302036"/>
              <a:gd name="connsiteY68" fmla="*/ 33889 h 418124"/>
              <a:gd name="connsiteX69" fmla="*/ 254246 w 302036"/>
              <a:gd name="connsiteY69" fmla="*/ 5214 h 418124"/>
              <a:gd name="connsiteX70" fmla="*/ 183516 w 302036"/>
              <a:gd name="connsiteY70" fmla="*/ 26242 h 418124"/>
              <a:gd name="connsiteX71" fmla="*/ 179692 w 302036"/>
              <a:gd name="connsiteY71" fmla="*/ 64474 h 418124"/>
              <a:gd name="connsiteX72" fmla="*/ 204543 w 302036"/>
              <a:gd name="connsiteY72" fmla="*/ 93149 h 418124"/>
              <a:gd name="connsiteX73" fmla="*/ 198809 w 302036"/>
              <a:gd name="connsiteY73" fmla="*/ 33889 h 418124"/>
              <a:gd name="connsiteX74" fmla="*/ 227483 w 302036"/>
              <a:gd name="connsiteY74" fmla="*/ 16684 h 418124"/>
              <a:gd name="connsiteX75" fmla="*/ 242776 w 302036"/>
              <a:gd name="connsiteY75" fmla="*/ 20507 h 418124"/>
              <a:gd name="connsiteX76" fmla="*/ 259980 w 302036"/>
              <a:gd name="connsiteY76" fmla="*/ 41535 h 418124"/>
              <a:gd name="connsiteX77" fmla="*/ 256157 w 302036"/>
              <a:gd name="connsiteY77" fmla="*/ 68298 h 418124"/>
              <a:gd name="connsiteX78" fmla="*/ 212190 w 302036"/>
              <a:gd name="connsiteY78" fmla="*/ 75944 h 418124"/>
              <a:gd name="connsiteX79" fmla="*/ 196897 w 302036"/>
              <a:gd name="connsiteY79" fmla="*/ 56828 h 418124"/>
              <a:gd name="connsiteX80" fmla="*/ 198809 w 302036"/>
              <a:gd name="connsiteY80" fmla="*/ 33889 h 418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302036" h="418124">
                <a:moveTo>
                  <a:pt x="282920" y="322543"/>
                </a:moveTo>
                <a:lnTo>
                  <a:pt x="261892" y="322543"/>
                </a:lnTo>
                <a:lnTo>
                  <a:pt x="254246" y="242255"/>
                </a:lnTo>
                <a:cubicBezTo>
                  <a:pt x="254246" y="232697"/>
                  <a:pt x="246599" y="226962"/>
                  <a:pt x="237041" y="225051"/>
                </a:cubicBezTo>
                <a:lnTo>
                  <a:pt x="191162" y="211669"/>
                </a:lnTo>
                <a:lnTo>
                  <a:pt x="204543" y="182995"/>
                </a:lnTo>
                <a:lnTo>
                  <a:pt x="204543" y="182995"/>
                </a:lnTo>
                <a:lnTo>
                  <a:pt x="219836" y="154321"/>
                </a:lnTo>
                <a:cubicBezTo>
                  <a:pt x="225571" y="144763"/>
                  <a:pt x="225571" y="133293"/>
                  <a:pt x="221748" y="121823"/>
                </a:cubicBezTo>
                <a:cubicBezTo>
                  <a:pt x="217925" y="110353"/>
                  <a:pt x="210278" y="102707"/>
                  <a:pt x="200720" y="96972"/>
                </a:cubicBezTo>
                <a:lnTo>
                  <a:pt x="170134" y="83591"/>
                </a:lnTo>
                <a:cubicBezTo>
                  <a:pt x="164399" y="81679"/>
                  <a:pt x="158665" y="79767"/>
                  <a:pt x="151018" y="79767"/>
                </a:cubicBezTo>
                <a:lnTo>
                  <a:pt x="89846" y="79767"/>
                </a:lnTo>
                <a:cubicBezTo>
                  <a:pt x="84111" y="79767"/>
                  <a:pt x="78376" y="83591"/>
                  <a:pt x="74553" y="89326"/>
                </a:cubicBezTo>
                <a:lnTo>
                  <a:pt x="47791" y="142851"/>
                </a:lnTo>
                <a:cubicBezTo>
                  <a:pt x="45879" y="146674"/>
                  <a:pt x="45879" y="152409"/>
                  <a:pt x="47791" y="156232"/>
                </a:cubicBezTo>
                <a:cubicBezTo>
                  <a:pt x="49702" y="160055"/>
                  <a:pt x="51614" y="163879"/>
                  <a:pt x="57349" y="165790"/>
                </a:cubicBezTo>
                <a:lnTo>
                  <a:pt x="72642" y="173437"/>
                </a:lnTo>
                <a:cubicBezTo>
                  <a:pt x="74553" y="175348"/>
                  <a:pt x="78376" y="175348"/>
                  <a:pt x="80288" y="175348"/>
                </a:cubicBezTo>
                <a:cubicBezTo>
                  <a:pt x="86023" y="175348"/>
                  <a:pt x="93669" y="171525"/>
                  <a:pt x="95581" y="165790"/>
                </a:cubicBezTo>
                <a:lnTo>
                  <a:pt x="114697" y="129470"/>
                </a:lnTo>
                <a:lnTo>
                  <a:pt x="128079" y="131381"/>
                </a:lnTo>
                <a:lnTo>
                  <a:pt x="101316" y="186818"/>
                </a:lnTo>
                <a:cubicBezTo>
                  <a:pt x="43967" y="194465"/>
                  <a:pt x="0" y="242255"/>
                  <a:pt x="0" y="301515"/>
                </a:cubicBezTo>
                <a:cubicBezTo>
                  <a:pt x="0" y="364599"/>
                  <a:pt x="51614" y="418124"/>
                  <a:pt x="116609" y="418124"/>
                </a:cubicBezTo>
                <a:cubicBezTo>
                  <a:pt x="151018" y="418124"/>
                  <a:pt x="181604" y="402831"/>
                  <a:pt x="202632" y="379892"/>
                </a:cubicBezTo>
                <a:lnTo>
                  <a:pt x="282920" y="379892"/>
                </a:lnTo>
                <a:cubicBezTo>
                  <a:pt x="292478" y="379892"/>
                  <a:pt x="302036" y="372245"/>
                  <a:pt x="302036" y="360776"/>
                </a:cubicBezTo>
                <a:lnTo>
                  <a:pt x="302036" y="341659"/>
                </a:lnTo>
                <a:cubicBezTo>
                  <a:pt x="302036" y="330190"/>
                  <a:pt x="294390" y="322543"/>
                  <a:pt x="282920" y="322543"/>
                </a:cubicBezTo>
                <a:close/>
                <a:moveTo>
                  <a:pt x="160576" y="135204"/>
                </a:moveTo>
                <a:lnTo>
                  <a:pt x="162488" y="116088"/>
                </a:lnTo>
                <a:lnTo>
                  <a:pt x="110874" y="112265"/>
                </a:lnTo>
                <a:lnTo>
                  <a:pt x="103228" y="112265"/>
                </a:lnTo>
                <a:lnTo>
                  <a:pt x="80288" y="158144"/>
                </a:lnTo>
                <a:lnTo>
                  <a:pt x="66907" y="150497"/>
                </a:lnTo>
                <a:lnTo>
                  <a:pt x="91758" y="98884"/>
                </a:lnTo>
                <a:lnTo>
                  <a:pt x="152930" y="98884"/>
                </a:lnTo>
                <a:cubicBezTo>
                  <a:pt x="156753" y="98884"/>
                  <a:pt x="160576" y="98884"/>
                  <a:pt x="162488" y="100795"/>
                </a:cubicBezTo>
                <a:lnTo>
                  <a:pt x="193074" y="116088"/>
                </a:lnTo>
                <a:cubicBezTo>
                  <a:pt x="198809" y="118000"/>
                  <a:pt x="202632" y="123735"/>
                  <a:pt x="204543" y="129470"/>
                </a:cubicBezTo>
                <a:cubicBezTo>
                  <a:pt x="206455" y="135204"/>
                  <a:pt x="206455" y="140939"/>
                  <a:pt x="202632" y="146674"/>
                </a:cubicBezTo>
                <a:lnTo>
                  <a:pt x="189250" y="171525"/>
                </a:lnTo>
                <a:lnTo>
                  <a:pt x="189250" y="173437"/>
                </a:lnTo>
                <a:lnTo>
                  <a:pt x="189250" y="175348"/>
                </a:lnTo>
                <a:lnTo>
                  <a:pt x="189250" y="177260"/>
                </a:lnTo>
                <a:lnTo>
                  <a:pt x="189250" y="177260"/>
                </a:lnTo>
                <a:lnTo>
                  <a:pt x="175869" y="204023"/>
                </a:lnTo>
                <a:cubicBezTo>
                  <a:pt x="162488" y="196376"/>
                  <a:pt x="145283" y="190641"/>
                  <a:pt x="126167" y="190641"/>
                </a:cubicBezTo>
                <a:cubicBezTo>
                  <a:pt x="133813" y="175348"/>
                  <a:pt x="147195" y="148586"/>
                  <a:pt x="151018" y="137116"/>
                </a:cubicBezTo>
                <a:lnTo>
                  <a:pt x="160576" y="137116"/>
                </a:lnTo>
                <a:close/>
                <a:moveTo>
                  <a:pt x="116609" y="399008"/>
                </a:moveTo>
                <a:cubicBezTo>
                  <a:pt x="63083" y="399008"/>
                  <a:pt x="19116" y="355041"/>
                  <a:pt x="19116" y="301515"/>
                </a:cubicBezTo>
                <a:cubicBezTo>
                  <a:pt x="19116" y="247990"/>
                  <a:pt x="63083" y="204023"/>
                  <a:pt x="116609" y="204023"/>
                </a:cubicBezTo>
                <a:cubicBezTo>
                  <a:pt x="170134" y="204023"/>
                  <a:pt x="214102" y="247990"/>
                  <a:pt x="214102" y="301515"/>
                </a:cubicBezTo>
                <a:cubicBezTo>
                  <a:pt x="214102" y="356952"/>
                  <a:pt x="170134" y="399008"/>
                  <a:pt x="116609" y="399008"/>
                </a:cubicBezTo>
                <a:close/>
                <a:moveTo>
                  <a:pt x="282920" y="360776"/>
                </a:moveTo>
                <a:lnTo>
                  <a:pt x="216013" y="360776"/>
                </a:lnTo>
                <a:cubicBezTo>
                  <a:pt x="225571" y="343571"/>
                  <a:pt x="231306" y="324455"/>
                  <a:pt x="231306" y="301515"/>
                </a:cubicBezTo>
                <a:cubicBezTo>
                  <a:pt x="231306" y="276664"/>
                  <a:pt x="223660" y="253725"/>
                  <a:pt x="210278" y="236520"/>
                </a:cubicBezTo>
                <a:lnTo>
                  <a:pt x="231306" y="242255"/>
                </a:lnTo>
                <a:lnTo>
                  <a:pt x="235129" y="244167"/>
                </a:lnTo>
                <a:lnTo>
                  <a:pt x="244687" y="337836"/>
                </a:lnTo>
                <a:lnTo>
                  <a:pt x="282920" y="337836"/>
                </a:lnTo>
                <a:lnTo>
                  <a:pt x="282920" y="360776"/>
                </a:lnTo>
                <a:close/>
                <a:moveTo>
                  <a:pt x="204543" y="93149"/>
                </a:moveTo>
                <a:cubicBezTo>
                  <a:pt x="212190" y="96972"/>
                  <a:pt x="219836" y="98884"/>
                  <a:pt x="227483" y="98884"/>
                </a:cubicBezTo>
                <a:cubicBezTo>
                  <a:pt x="246599" y="98884"/>
                  <a:pt x="263804" y="89326"/>
                  <a:pt x="273362" y="72121"/>
                </a:cubicBezTo>
                <a:cubicBezTo>
                  <a:pt x="279097" y="60651"/>
                  <a:pt x="281008" y="47270"/>
                  <a:pt x="277185" y="33889"/>
                </a:cubicBezTo>
                <a:cubicBezTo>
                  <a:pt x="273362" y="20507"/>
                  <a:pt x="265715" y="10949"/>
                  <a:pt x="254246" y="5214"/>
                </a:cubicBezTo>
                <a:cubicBezTo>
                  <a:pt x="229395" y="-6256"/>
                  <a:pt x="196897" y="1391"/>
                  <a:pt x="183516" y="26242"/>
                </a:cubicBezTo>
                <a:cubicBezTo>
                  <a:pt x="177781" y="37712"/>
                  <a:pt x="175869" y="51093"/>
                  <a:pt x="179692" y="64474"/>
                </a:cubicBezTo>
                <a:cubicBezTo>
                  <a:pt x="183516" y="77856"/>
                  <a:pt x="191162" y="87414"/>
                  <a:pt x="204543" y="93149"/>
                </a:cubicBezTo>
                <a:close/>
                <a:moveTo>
                  <a:pt x="198809" y="33889"/>
                </a:moveTo>
                <a:cubicBezTo>
                  <a:pt x="204543" y="22419"/>
                  <a:pt x="216013" y="16684"/>
                  <a:pt x="227483" y="16684"/>
                </a:cubicBezTo>
                <a:cubicBezTo>
                  <a:pt x="233218" y="16684"/>
                  <a:pt x="237041" y="18596"/>
                  <a:pt x="242776" y="20507"/>
                </a:cubicBezTo>
                <a:cubicBezTo>
                  <a:pt x="250422" y="24330"/>
                  <a:pt x="256157" y="31977"/>
                  <a:pt x="259980" y="41535"/>
                </a:cubicBezTo>
                <a:cubicBezTo>
                  <a:pt x="261892" y="53005"/>
                  <a:pt x="259980" y="62563"/>
                  <a:pt x="256157" y="68298"/>
                </a:cubicBezTo>
                <a:cubicBezTo>
                  <a:pt x="246599" y="79767"/>
                  <a:pt x="227483" y="83591"/>
                  <a:pt x="212190" y="75944"/>
                </a:cubicBezTo>
                <a:cubicBezTo>
                  <a:pt x="204543" y="72121"/>
                  <a:pt x="198809" y="66386"/>
                  <a:pt x="196897" y="56828"/>
                </a:cubicBezTo>
                <a:cubicBezTo>
                  <a:pt x="194985" y="49181"/>
                  <a:pt x="194985" y="41535"/>
                  <a:pt x="198809" y="3388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: Shape 7" descr="Accessibility icon.">
            <a:extLst>
              <a:ext uri="{FF2B5EF4-FFF2-40B4-BE49-F238E27FC236}">
                <a16:creationId xmlns:a16="http://schemas.microsoft.com/office/drawing/2014/main" id="{87E4B724-CC87-4EDF-AA25-A58E9541E1F3}"/>
              </a:ext>
            </a:extLst>
          </p:cNvPr>
          <p:cNvSpPr/>
          <p:nvPr/>
        </p:nvSpPr>
        <p:spPr>
          <a:xfrm>
            <a:off x="7092008" y="1401167"/>
            <a:ext cx="454964" cy="454964"/>
          </a:xfrm>
          <a:custGeom>
            <a:avLst/>
            <a:gdLst>
              <a:gd name="connsiteX0" fmla="*/ 117531 w 454964"/>
              <a:gd name="connsiteY0" fmla="*/ 151275 h 454964"/>
              <a:gd name="connsiteX1" fmla="*/ 113740 w 454964"/>
              <a:gd name="connsiteY1" fmla="*/ 162839 h 454964"/>
              <a:gd name="connsiteX2" fmla="*/ 184070 w 454964"/>
              <a:gd name="connsiteY2" fmla="*/ 178383 h 454964"/>
              <a:gd name="connsiteX3" fmla="*/ 199235 w 454964"/>
              <a:gd name="connsiteY3" fmla="*/ 196961 h 454964"/>
              <a:gd name="connsiteX4" fmla="*/ 199235 w 454964"/>
              <a:gd name="connsiteY4" fmla="*/ 254400 h 454964"/>
              <a:gd name="connsiteX5" fmla="*/ 198856 w 454964"/>
              <a:gd name="connsiteY5" fmla="*/ 258571 h 454964"/>
              <a:gd name="connsiteX6" fmla="*/ 168525 w 454964"/>
              <a:gd name="connsiteY6" fmla="*/ 369468 h 454964"/>
              <a:gd name="connsiteX7" fmla="*/ 151843 w 454964"/>
              <a:gd name="connsiteY7" fmla="*/ 369468 h 454964"/>
              <a:gd name="connsiteX8" fmla="*/ 151843 w 454964"/>
              <a:gd name="connsiteY8" fmla="*/ 378947 h 454964"/>
              <a:gd name="connsiteX9" fmla="*/ 178383 w 454964"/>
              <a:gd name="connsiteY9" fmla="*/ 378947 h 454964"/>
              <a:gd name="connsiteX10" fmla="*/ 181226 w 454964"/>
              <a:gd name="connsiteY10" fmla="*/ 374776 h 454964"/>
              <a:gd name="connsiteX11" fmla="*/ 225964 w 454964"/>
              <a:gd name="connsiteY11" fmla="*/ 265395 h 454964"/>
              <a:gd name="connsiteX12" fmla="*/ 229377 w 454964"/>
              <a:gd name="connsiteY12" fmla="*/ 265395 h 454964"/>
              <a:gd name="connsiteX13" fmla="*/ 274304 w 454964"/>
              <a:gd name="connsiteY13" fmla="*/ 375534 h 454964"/>
              <a:gd name="connsiteX14" fmla="*/ 276958 w 454964"/>
              <a:gd name="connsiteY14" fmla="*/ 379136 h 454964"/>
              <a:gd name="connsiteX15" fmla="*/ 303308 w 454964"/>
              <a:gd name="connsiteY15" fmla="*/ 379136 h 454964"/>
              <a:gd name="connsiteX16" fmla="*/ 303308 w 454964"/>
              <a:gd name="connsiteY16" fmla="*/ 369658 h 454964"/>
              <a:gd name="connsiteX17" fmla="*/ 287005 w 454964"/>
              <a:gd name="connsiteY17" fmla="*/ 369658 h 454964"/>
              <a:gd name="connsiteX18" fmla="*/ 284731 w 454964"/>
              <a:gd name="connsiteY18" fmla="*/ 363213 h 454964"/>
              <a:gd name="connsiteX19" fmla="*/ 255916 w 454964"/>
              <a:gd name="connsiteY19" fmla="*/ 255727 h 454964"/>
              <a:gd name="connsiteX20" fmla="*/ 255916 w 454964"/>
              <a:gd name="connsiteY20" fmla="*/ 197151 h 454964"/>
              <a:gd name="connsiteX21" fmla="*/ 271082 w 454964"/>
              <a:gd name="connsiteY21" fmla="*/ 178573 h 454964"/>
              <a:gd name="connsiteX22" fmla="*/ 270892 w 454964"/>
              <a:gd name="connsiteY22" fmla="*/ 178194 h 454964"/>
              <a:gd name="connsiteX23" fmla="*/ 341032 w 454964"/>
              <a:gd name="connsiteY23" fmla="*/ 163597 h 454964"/>
              <a:gd name="connsiteX24" fmla="*/ 337431 w 454964"/>
              <a:gd name="connsiteY24" fmla="*/ 151654 h 454964"/>
              <a:gd name="connsiteX25" fmla="*/ 230704 w 454964"/>
              <a:gd name="connsiteY25" fmla="*/ 169663 h 454964"/>
              <a:gd name="connsiteX26" fmla="*/ 224258 w 454964"/>
              <a:gd name="connsiteY26" fmla="*/ 169663 h 454964"/>
              <a:gd name="connsiteX27" fmla="*/ 120754 w 454964"/>
              <a:gd name="connsiteY27" fmla="*/ 132887 h 454964"/>
              <a:gd name="connsiteX28" fmla="*/ 227671 w 454964"/>
              <a:gd name="connsiteY28" fmla="*/ 151275 h 454964"/>
              <a:gd name="connsiteX29" fmla="*/ 334208 w 454964"/>
              <a:gd name="connsiteY29" fmla="*/ 133077 h 454964"/>
              <a:gd name="connsiteX30" fmla="*/ 355629 w 454964"/>
              <a:gd name="connsiteY30" fmla="*/ 146157 h 454964"/>
              <a:gd name="connsiteX31" fmla="*/ 355819 w 454964"/>
              <a:gd name="connsiteY31" fmla="*/ 145967 h 454964"/>
              <a:gd name="connsiteX32" fmla="*/ 359420 w 454964"/>
              <a:gd name="connsiteY32" fmla="*/ 157152 h 454964"/>
              <a:gd name="connsiteX33" fmla="*/ 357904 w 454964"/>
              <a:gd name="connsiteY33" fmla="*/ 172886 h 454964"/>
              <a:gd name="connsiteX34" fmla="*/ 345392 w 454964"/>
              <a:gd name="connsiteY34" fmla="*/ 182175 h 454964"/>
              <a:gd name="connsiteX35" fmla="*/ 275063 w 454964"/>
              <a:gd name="connsiteY35" fmla="*/ 196772 h 454964"/>
              <a:gd name="connsiteX36" fmla="*/ 275063 w 454964"/>
              <a:gd name="connsiteY36" fmla="*/ 254211 h 454964"/>
              <a:gd name="connsiteX37" fmla="*/ 301223 w 454964"/>
              <a:gd name="connsiteY37" fmla="*/ 350511 h 454964"/>
              <a:gd name="connsiteX38" fmla="*/ 303119 w 454964"/>
              <a:gd name="connsiteY38" fmla="*/ 350511 h 454964"/>
              <a:gd name="connsiteX39" fmla="*/ 322265 w 454964"/>
              <a:gd name="connsiteY39" fmla="*/ 369468 h 454964"/>
              <a:gd name="connsiteX40" fmla="*/ 322265 w 454964"/>
              <a:gd name="connsiteY40" fmla="*/ 378947 h 454964"/>
              <a:gd name="connsiteX41" fmla="*/ 303308 w 454964"/>
              <a:gd name="connsiteY41" fmla="*/ 397904 h 454964"/>
              <a:gd name="connsiteX42" fmla="*/ 274873 w 454964"/>
              <a:gd name="connsiteY42" fmla="*/ 397904 h 454964"/>
              <a:gd name="connsiteX43" fmla="*/ 256295 w 454964"/>
              <a:gd name="connsiteY43" fmla="*/ 381601 h 454964"/>
              <a:gd name="connsiteX44" fmla="*/ 227671 w 454964"/>
              <a:gd name="connsiteY44" fmla="*/ 310512 h 454964"/>
              <a:gd name="connsiteX45" fmla="*/ 196960 w 454964"/>
              <a:gd name="connsiteY45" fmla="*/ 385582 h 454964"/>
              <a:gd name="connsiteX46" fmla="*/ 180468 w 454964"/>
              <a:gd name="connsiteY46" fmla="*/ 398093 h 454964"/>
              <a:gd name="connsiteX47" fmla="*/ 151654 w 454964"/>
              <a:gd name="connsiteY47" fmla="*/ 398093 h 454964"/>
              <a:gd name="connsiteX48" fmla="*/ 132697 w 454964"/>
              <a:gd name="connsiteY48" fmla="*/ 379136 h 454964"/>
              <a:gd name="connsiteX49" fmla="*/ 132697 w 454964"/>
              <a:gd name="connsiteY49" fmla="*/ 369658 h 454964"/>
              <a:gd name="connsiteX50" fmla="*/ 151654 w 454964"/>
              <a:gd name="connsiteY50" fmla="*/ 350701 h 454964"/>
              <a:gd name="connsiteX51" fmla="*/ 153928 w 454964"/>
              <a:gd name="connsiteY51" fmla="*/ 350701 h 454964"/>
              <a:gd name="connsiteX52" fmla="*/ 180089 w 454964"/>
              <a:gd name="connsiteY52" fmla="*/ 254211 h 454964"/>
              <a:gd name="connsiteX53" fmla="*/ 180089 w 454964"/>
              <a:gd name="connsiteY53" fmla="*/ 197151 h 454964"/>
              <a:gd name="connsiteX54" fmla="*/ 109759 w 454964"/>
              <a:gd name="connsiteY54" fmla="*/ 182175 h 454964"/>
              <a:gd name="connsiteX55" fmla="*/ 97247 w 454964"/>
              <a:gd name="connsiteY55" fmla="*/ 172886 h 454964"/>
              <a:gd name="connsiteX56" fmla="*/ 95731 w 454964"/>
              <a:gd name="connsiteY56" fmla="*/ 157152 h 454964"/>
              <a:gd name="connsiteX57" fmla="*/ 99333 w 454964"/>
              <a:gd name="connsiteY57" fmla="*/ 145967 h 454964"/>
              <a:gd name="connsiteX58" fmla="*/ 120754 w 454964"/>
              <a:gd name="connsiteY58" fmla="*/ 132887 h 454964"/>
              <a:gd name="connsiteX59" fmla="*/ 227291 w 454964"/>
              <a:gd name="connsiteY59" fmla="*/ 75827 h 454964"/>
              <a:gd name="connsiteX60" fmla="*/ 203595 w 454964"/>
              <a:gd name="connsiteY60" fmla="*/ 99523 h 454964"/>
              <a:gd name="connsiteX61" fmla="*/ 227291 w 454964"/>
              <a:gd name="connsiteY61" fmla="*/ 123219 h 454964"/>
              <a:gd name="connsiteX62" fmla="*/ 250987 w 454964"/>
              <a:gd name="connsiteY62" fmla="*/ 99523 h 454964"/>
              <a:gd name="connsiteX63" fmla="*/ 227291 w 454964"/>
              <a:gd name="connsiteY63" fmla="*/ 75827 h 454964"/>
              <a:gd name="connsiteX64" fmla="*/ 227291 w 454964"/>
              <a:gd name="connsiteY64" fmla="*/ 56870 h 454964"/>
              <a:gd name="connsiteX65" fmla="*/ 269944 w 454964"/>
              <a:gd name="connsiteY65" fmla="*/ 99523 h 454964"/>
              <a:gd name="connsiteX66" fmla="*/ 227291 w 454964"/>
              <a:gd name="connsiteY66" fmla="*/ 142176 h 454964"/>
              <a:gd name="connsiteX67" fmla="*/ 184638 w 454964"/>
              <a:gd name="connsiteY67" fmla="*/ 99523 h 454964"/>
              <a:gd name="connsiteX68" fmla="*/ 227291 w 454964"/>
              <a:gd name="connsiteY68" fmla="*/ 56870 h 454964"/>
              <a:gd name="connsiteX69" fmla="*/ 227482 w 454964"/>
              <a:gd name="connsiteY69" fmla="*/ 18957 h 454964"/>
              <a:gd name="connsiteX70" fmla="*/ 18957 w 454964"/>
              <a:gd name="connsiteY70" fmla="*/ 227482 h 454964"/>
              <a:gd name="connsiteX71" fmla="*/ 227482 w 454964"/>
              <a:gd name="connsiteY71" fmla="*/ 436007 h 454964"/>
              <a:gd name="connsiteX72" fmla="*/ 436007 w 454964"/>
              <a:gd name="connsiteY72" fmla="*/ 227482 h 454964"/>
              <a:gd name="connsiteX73" fmla="*/ 227482 w 454964"/>
              <a:gd name="connsiteY73" fmla="*/ 18957 h 454964"/>
              <a:gd name="connsiteX74" fmla="*/ 227482 w 454964"/>
              <a:gd name="connsiteY74" fmla="*/ 0 h 454964"/>
              <a:gd name="connsiteX75" fmla="*/ 454964 w 454964"/>
              <a:gd name="connsiteY75" fmla="*/ 227482 h 454964"/>
              <a:gd name="connsiteX76" fmla="*/ 227482 w 454964"/>
              <a:gd name="connsiteY76" fmla="*/ 454964 h 454964"/>
              <a:gd name="connsiteX77" fmla="*/ 0 w 454964"/>
              <a:gd name="connsiteY77" fmla="*/ 227482 h 454964"/>
              <a:gd name="connsiteX78" fmla="*/ 227482 w 454964"/>
              <a:gd name="connsiteY78" fmla="*/ 0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54964" h="454964">
                <a:moveTo>
                  <a:pt x="117531" y="151275"/>
                </a:moveTo>
                <a:lnTo>
                  <a:pt x="113740" y="162839"/>
                </a:lnTo>
                <a:lnTo>
                  <a:pt x="184070" y="178383"/>
                </a:lnTo>
                <a:cubicBezTo>
                  <a:pt x="192790" y="180279"/>
                  <a:pt x="199235" y="188051"/>
                  <a:pt x="199235" y="196961"/>
                </a:cubicBezTo>
                <a:lnTo>
                  <a:pt x="199235" y="254400"/>
                </a:lnTo>
                <a:cubicBezTo>
                  <a:pt x="199235" y="255727"/>
                  <a:pt x="199235" y="257244"/>
                  <a:pt x="198856" y="258571"/>
                </a:cubicBezTo>
                <a:lnTo>
                  <a:pt x="168525" y="369468"/>
                </a:lnTo>
                <a:lnTo>
                  <a:pt x="151843" y="369468"/>
                </a:lnTo>
                <a:lnTo>
                  <a:pt x="151843" y="378947"/>
                </a:lnTo>
                <a:cubicBezTo>
                  <a:pt x="155445" y="378947"/>
                  <a:pt x="172127" y="378947"/>
                  <a:pt x="178383" y="378947"/>
                </a:cubicBezTo>
                <a:cubicBezTo>
                  <a:pt x="179899" y="378947"/>
                  <a:pt x="180658" y="376293"/>
                  <a:pt x="181226" y="374776"/>
                </a:cubicBezTo>
                <a:cubicBezTo>
                  <a:pt x="181226" y="374776"/>
                  <a:pt x="216865" y="287764"/>
                  <a:pt x="225964" y="265395"/>
                </a:cubicBezTo>
                <a:lnTo>
                  <a:pt x="229377" y="265395"/>
                </a:lnTo>
                <a:lnTo>
                  <a:pt x="274304" y="375534"/>
                </a:lnTo>
                <a:cubicBezTo>
                  <a:pt x="275442" y="378188"/>
                  <a:pt x="275442" y="378378"/>
                  <a:pt x="276958" y="379136"/>
                </a:cubicBezTo>
                <a:lnTo>
                  <a:pt x="303308" y="379136"/>
                </a:lnTo>
                <a:lnTo>
                  <a:pt x="303308" y="369658"/>
                </a:lnTo>
                <a:lnTo>
                  <a:pt x="287005" y="369658"/>
                </a:lnTo>
                <a:lnTo>
                  <a:pt x="284731" y="363213"/>
                </a:lnTo>
                <a:lnTo>
                  <a:pt x="255916" y="255727"/>
                </a:lnTo>
                <a:lnTo>
                  <a:pt x="255916" y="197151"/>
                </a:lnTo>
                <a:cubicBezTo>
                  <a:pt x="255916" y="188241"/>
                  <a:pt x="262362" y="180469"/>
                  <a:pt x="271082" y="178573"/>
                </a:cubicBezTo>
                <a:lnTo>
                  <a:pt x="270892" y="178194"/>
                </a:lnTo>
                <a:lnTo>
                  <a:pt x="341032" y="163597"/>
                </a:lnTo>
                <a:lnTo>
                  <a:pt x="337431" y="151654"/>
                </a:lnTo>
                <a:lnTo>
                  <a:pt x="230704" y="169663"/>
                </a:lnTo>
                <a:cubicBezTo>
                  <a:pt x="228618" y="170042"/>
                  <a:pt x="226344" y="170042"/>
                  <a:pt x="224258" y="169663"/>
                </a:cubicBezTo>
                <a:close/>
                <a:moveTo>
                  <a:pt x="120754" y="132887"/>
                </a:moveTo>
                <a:lnTo>
                  <a:pt x="227671" y="151275"/>
                </a:lnTo>
                <a:lnTo>
                  <a:pt x="334208" y="133077"/>
                </a:lnTo>
                <a:cubicBezTo>
                  <a:pt x="343307" y="131560"/>
                  <a:pt x="352786" y="137057"/>
                  <a:pt x="355629" y="146157"/>
                </a:cubicBezTo>
                <a:lnTo>
                  <a:pt x="355819" y="145967"/>
                </a:lnTo>
                <a:lnTo>
                  <a:pt x="359420" y="157152"/>
                </a:lnTo>
                <a:cubicBezTo>
                  <a:pt x="361127" y="162460"/>
                  <a:pt x="360558" y="168147"/>
                  <a:pt x="357904" y="172886"/>
                </a:cubicBezTo>
                <a:cubicBezTo>
                  <a:pt x="355250" y="177625"/>
                  <a:pt x="350700" y="181037"/>
                  <a:pt x="345392" y="182175"/>
                </a:cubicBezTo>
                <a:lnTo>
                  <a:pt x="275063" y="196772"/>
                </a:lnTo>
                <a:lnTo>
                  <a:pt x="275063" y="254211"/>
                </a:lnTo>
                <a:lnTo>
                  <a:pt x="301223" y="350511"/>
                </a:lnTo>
                <a:lnTo>
                  <a:pt x="303119" y="350511"/>
                </a:lnTo>
                <a:cubicBezTo>
                  <a:pt x="313735" y="350511"/>
                  <a:pt x="322265" y="359042"/>
                  <a:pt x="322265" y="369468"/>
                </a:cubicBezTo>
                <a:lnTo>
                  <a:pt x="322265" y="378947"/>
                </a:lnTo>
                <a:cubicBezTo>
                  <a:pt x="322265" y="389373"/>
                  <a:pt x="313735" y="397904"/>
                  <a:pt x="303308" y="397904"/>
                </a:cubicBezTo>
                <a:lnTo>
                  <a:pt x="274873" y="397904"/>
                </a:lnTo>
                <a:cubicBezTo>
                  <a:pt x="266911" y="397145"/>
                  <a:pt x="258381" y="389183"/>
                  <a:pt x="256295" y="381601"/>
                </a:cubicBezTo>
                <a:lnTo>
                  <a:pt x="227671" y="310512"/>
                </a:lnTo>
                <a:lnTo>
                  <a:pt x="196960" y="385582"/>
                </a:lnTo>
                <a:cubicBezTo>
                  <a:pt x="195254" y="389752"/>
                  <a:pt x="191842" y="397714"/>
                  <a:pt x="180468" y="398093"/>
                </a:cubicBezTo>
                <a:lnTo>
                  <a:pt x="151654" y="398093"/>
                </a:lnTo>
                <a:cubicBezTo>
                  <a:pt x="141227" y="398093"/>
                  <a:pt x="132697" y="389562"/>
                  <a:pt x="132697" y="379136"/>
                </a:cubicBezTo>
                <a:lnTo>
                  <a:pt x="132697" y="369658"/>
                </a:lnTo>
                <a:cubicBezTo>
                  <a:pt x="132697" y="359232"/>
                  <a:pt x="141227" y="350701"/>
                  <a:pt x="151654" y="350701"/>
                </a:cubicBezTo>
                <a:lnTo>
                  <a:pt x="153928" y="350701"/>
                </a:lnTo>
                <a:lnTo>
                  <a:pt x="180089" y="254211"/>
                </a:lnTo>
                <a:lnTo>
                  <a:pt x="180089" y="197151"/>
                </a:lnTo>
                <a:lnTo>
                  <a:pt x="109759" y="182175"/>
                </a:lnTo>
                <a:cubicBezTo>
                  <a:pt x="104451" y="181037"/>
                  <a:pt x="99901" y="177625"/>
                  <a:pt x="97247" y="172886"/>
                </a:cubicBezTo>
                <a:cubicBezTo>
                  <a:pt x="94594" y="168147"/>
                  <a:pt x="94025" y="162460"/>
                  <a:pt x="95731" y="157152"/>
                </a:cubicBezTo>
                <a:lnTo>
                  <a:pt x="99333" y="145967"/>
                </a:lnTo>
                <a:cubicBezTo>
                  <a:pt x="102366" y="136678"/>
                  <a:pt x="111465" y="131181"/>
                  <a:pt x="120754" y="132887"/>
                </a:cubicBezTo>
                <a:close/>
                <a:moveTo>
                  <a:pt x="227291" y="75827"/>
                </a:moveTo>
                <a:cubicBezTo>
                  <a:pt x="214211" y="75827"/>
                  <a:pt x="203595" y="86443"/>
                  <a:pt x="203595" y="99523"/>
                </a:cubicBezTo>
                <a:cubicBezTo>
                  <a:pt x="203595" y="112603"/>
                  <a:pt x="214211" y="123219"/>
                  <a:pt x="227291" y="123219"/>
                </a:cubicBezTo>
                <a:cubicBezTo>
                  <a:pt x="240371" y="123219"/>
                  <a:pt x="250987" y="112603"/>
                  <a:pt x="250987" y="99523"/>
                </a:cubicBezTo>
                <a:cubicBezTo>
                  <a:pt x="250987" y="86443"/>
                  <a:pt x="240371" y="75827"/>
                  <a:pt x="227291" y="75827"/>
                </a:cubicBezTo>
                <a:close/>
                <a:moveTo>
                  <a:pt x="227291" y="56870"/>
                </a:moveTo>
                <a:cubicBezTo>
                  <a:pt x="250797" y="56870"/>
                  <a:pt x="269944" y="76016"/>
                  <a:pt x="269944" y="99523"/>
                </a:cubicBezTo>
                <a:cubicBezTo>
                  <a:pt x="269944" y="123029"/>
                  <a:pt x="250797" y="142176"/>
                  <a:pt x="227291" y="142176"/>
                </a:cubicBezTo>
                <a:cubicBezTo>
                  <a:pt x="203784" y="142176"/>
                  <a:pt x="184638" y="123029"/>
                  <a:pt x="184638" y="99523"/>
                </a:cubicBezTo>
                <a:cubicBezTo>
                  <a:pt x="184638" y="76016"/>
                  <a:pt x="203784" y="56870"/>
                  <a:pt x="227291" y="56870"/>
                </a:cubicBezTo>
                <a:close/>
                <a:moveTo>
                  <a:pt x="227482" y="18957"/>
                </a:moveTo>
                <a:cubicBezTo>
                  <a:pt x="112414" y="18957"/>
                  <a:pt x="18957" y="112414"/>
                  <a:pt x="18957" y="227482"/>
                </a:cubicBezTo>
                <a:cubicBezTo>
                  <a:pt x="18957" y="342550"/>
                  <a:pt x="112414" y="436007"/>
                  <a:pt x="227482" y="436007"/>
                </a:cubicBezTo>
                <a:cubicBezTo>
                  <a:pt x="342550" y="436007"/>
                  <a:pt x="436007" y="342550"/>
                  <a:pt x="436007" y="227482"/>
                </a:cubicBezTo>
                <a:cubicBezTo>
                  <a:pt x="436007" y="112414"/>
                  <a:pt x="342550" y="18957"/>
                  <a:pt x="227482" y="18957"/>
                </a:cubicBezTo>
                <a:close/>
                <a:moveTo>
                  <a:pt x="227482" y="0"/>
                </a:moveTo>
                <a:cubicBezTo>
                  <a:pt x="352976" y="0"/>
                  <a:pt x="454964" y="101988"/>
                  <a:pt x="454964" y="227482"/>
                </a:cubicBezTo>
                <a:cubicBezTo>
                  <a:pt x="454964" y="352976"/>
                  <a:pt x="352976" y="454964"/>
                  <a:pt x="227482" y="454964"/>
                </a:cubicBezTo>
                <a:cubicBezTo>
                  <a:pt x="101988" y="454964"/>
                  <a:pt x="0" y="352976"/>
                  <a:pt x="0" y="227482"/>
                </a:cubicBezTo>
                <a:cubicBezTo>
                  <a:pt x="0" y="101988"/>
                  <a:pt x="101988" y="0"/>
                  <a:pt x="227482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424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accent5"/>
                </a:solidFill>
              </a:rPr>
              <a:t>Outline</a:t>
            </a:r>
            <a:br>
              <a:rPr lang="en-US" dirty="0"/>
            </a:br>
            <a:r>
              <a:rPr lang="en-US" dirty="0"/>
              <a:t>Business</a:t>
            </a: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238D6F8D-8759-4C14-B6A6-15444F40682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Bar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Line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Growth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Decline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Financial summary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Data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Financial analytics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Medical data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Research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Email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Envelope for mail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Letter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Clipboard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Clipboard with check mark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Clipboard with check list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Professional standards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pc="0" baseline="0" dirty="0">
                          <a:solidFill>
                            <a:schemeClr val="tx2"/>
                          </a:solidFill>
                        </a:rPr>
                        <a:t>Flyers and brochures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Posters and signs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Annual credit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Zero plan premium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Lower premium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Legislations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Regulations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Voting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Honeycomb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Maze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Pyramid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Job alerts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Learn more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Laptop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with data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Laptop with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decline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Align interests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Network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Network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Strategy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Strategy CVS Health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Puzzle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Puzzle piece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Footsteps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Euro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Yen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Female symbol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Male symbol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Non-binary symbol</a:t>
                      </a:r>
                    </a:p>
                  </a:txBody>
                  <a:tcPr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1" name="Graphic 95" descr="Bar chart icon.">
            <a:extLst>
              <a:ext uri="{FF2B5EF4-FFF2-40B4-BE49-F238E27FC236}">
                <a16:creationId xmlns:a16="http://schemas.microsoft.com/office/drawing/2014/main" id="{B110FA76-CBA7-48EE-8F68-CD8525793E5D}"/>
              </a:ext>
            </a:extLst>
          </p:cNvPr>
          <p:cNvSpPr>
            <a:spLocks noChangeAspect="1"/>
          </p:cNvSpPr>
          <p:nvPr/>
        </p:nvSpPr>
        <p:spPr>
          <a:xfrm>
            <a:off x="960890" y="1444349"/>
            <a:ext cx="420308" cy="382098"/>
          </a:xfrm>
          <a:custGeom>
            <a:avLst/>
            <a:gdLst>
              <a:gd name="connsiteX0" fmla="*/ 382098 w 420308"/>
              <a:gd name="connsiteY0" fmla="*/ 362993 h 382098"/>
              <a:gd name="connsiteX1" fmla="*/ 382098 w 420308"/>
              <a:gd name="connsiteY1" fmla="*/ 191049 h 382098"/>
              <a:gd name="connsiteX2" fmla="*/ 362993 w 420308"/>
              <a:gd name="connsiteY2" fmla="*/ 171944 h 382098"/>
              <a:gd name="connsiteX3" fmla="*/ 305679 w 420308"/>
              <a:gd name="connsiteY3" fmla="*/ 171944 h 382098"/>
              <a:gd name="connsiteX4" fmla="*/ 286574 w 420308"/>
              <a:gd name="connsiteY4" fmla="*/ 191049 h 382098"/>
              <a:gd name="connsiteX5" fmla="*/ 286574 w 420308"/>
              <a:gd name="connsiteY5" fmla="*/ 362993 h 382098"/>
              <a:gd name="connsiteX6" fmla="*/ 267469 w 420308"/>
              <a:gd name="connsiteY6" fmla="*/ 362993 h 382098"/>
              <a:gd name="connsiteX7" fmla="*/ 267469 w 420308"/>
              <a:gd name="connsiteY7" fmla="*/ 95525 h 382098"/>
              <a:gd name="connsiteX8" fmla="*/ 248364 w 420308"/>
              <a:gd name="connsiteY8" fmla="*/ 76420 h 382098"/>
              <a:gd name="connsiteX9" fmla="*/ 191049 w 420308"/>
              <a:gd name="connsiteY9" fmla="*/ 76420 h 382098"/>
              <a:gd name="connsiteX10" fmla="*/ 171944 w 420308"/>
              <a:gd name="connsiteY10" fmla="*/ 95525 h 382098"/>
              <a:gd name="connsiteX11" fmla="*/ 171944 w 420308"/>
              <a:gd name="connsiteY11" fmla="*/ 362993 h 382098"/>
              <a:gd name="connsiteX12" fmla="*/ 152839 w 420308"/>
              <a:gd name="connsiteY12" fmla="*/ 362993 h 382098"/>
              <a:gd name="connsiteX13" fmla="*/ 152839 w 420308"/>
              <a:gd name="connsiteY13" fmla="*/ 286574 h 382098"/>
              <a:gd name="connsiteX14" fmla="*/ 133734 w 420308"/>
              <a:gd name="connsiteY14" fmla="*/ 267469 h 382098"/>
              <a:gd name="connsiteX15" fmla="*/ 76420 w 420308"/>
              <a:gd name="connsiteY15" fmla="*/ 267469 h 382098"/>
              <a:gd name="connsiteX16" fmla="*/ 57315 w 420308"/>
              <a:gd name="connsiteY16" fmla="*/ 286574 h 382098"/>
              <a:gd name="connsiteX17" fmla="*/ 57315 w 420308"/>
              <a:gd name="connsiteY17" fmla="*/ 362993 h 382098"/>
              <a:gd name="connsiteX18" fmla="*/ 19105 w 420308"/>
              <a:gd name="connsiteY18" fmla="*/ 362993 h 382098"/>
              <a:gd name="connsiteX19" fmla="*/ 19105 w 420308"/>
              <a:gd name="connsiteY19" fmla="*/ 0 h 382098"/>
              <a:gd name="connsiteX20" fmla="*/ 0 w 420308"/>
              <a:gd name="connsiteY20" fmla="*/ 0 h 382098"/>
              <a:gd name="connsiteX21" fmla="*/ 0 w 420308"/>
              <a:gd name="connsiteY21" fmla="*/ 362993 h 382098"/>
              <a:gd name="connsiteX22" fmla="*/ 19105 w 420308"/>
              <a:gd name="connsiteY22" fmla="*/ 382098 h 382098"/>
              <a:gd name="connsiteX23" fmla="*/ 420308 w 420308"/>
              <a:gd name="connsiteY23" fmla="*/ 382098 h 382098"/>
              <a:gd name="connsiteX24" fmla="*/ 420308 w 420308"/>
              <a:gd name="connsiteY24" fmla="*/ 362993 h 382098"/>
              <a:gd name="connsiteX25" fmla="*/ 382098 w 420308"/>
              <a:gd name="connsiteY25" fmla="*/ 362993 h 382098"/>
              <a:gd name="connsiteX26" fmla="*/ 305679 w 420308"/>
              <a:gd name="connsiteY26" fmla="*/ 191049 h 382098"/>
              <a:gd name="connsiteX27" fmla="*/ 362993 w 420308"/>
              <a:gd name="connsiteY27" fmla="*/ 191049 h 382098"/>
              <a:gd name="connsiteX28" fmla="*/ 362993 w 420308"/>
              <a:gd name="connsiteY28" fmla="*/ 362993 h 382098"/>
              <a:gd name="connsiteX29" fmla="*/ 305679 w 420308"/>
              <a:gd name="connsiteY29" fmla="*/ 362993 h 382098"/>
              <a:gd name="connsiteX30" fmla="*/ 305679 w 420308"/>
              <a:gd name="connsiteY30" fmla="*/ 191049 h 382098"/>
              <a:gd name="connsiteX31" fmla="*/ 191049 w 420308"/>
              <a:gd name="connsiteY31" fmla="*/ 95525 h 382098"/>
              <a:gd name="connsiteX32" fmla="*/ 248364 w 420308"/>
              <a:gd name="connsiteY32" fmla="*/ 95525 h 382098"/>
              <a:gd name="connsiteX33" fmla="*/ 248364 w 420308"/>
              <a:gd name="connsiteY33" fmla="*/ 362993 h 382098"/>
              <a:gd name="connsiteX34" fmla="*/ 191049 w 420308"/>
              <a:gd name="connsiteY34" fmla="*/ 362993 h 382098"/>
              <a:gd name="connsiteX35" fmla="*/ 191049 w 420308"/>
              <a:gd name="connsiteY35" fmla="*/ 95525 h 382098"/>
              <a:gd name="connsiteX36" fmla="*/ 76420 w 420308"/>
              <a:gd name="connsiteY36" fmla="*/ 286574 h 382098"/>
              <a:gd name="connsiteX37" fmla="*/ 133734 w 420308"/>
              <a:gd name="connsiteY37" fmla="*/ 286574 h 382098"/>
              <a:gd name="connsiteX38" fmla="*/ 133734 w 420308"/>
              <a:gd name="connsiteY38" fmla="*/ 362993 h 382098"/>
              <a:gd name="connsiteX39" fmla="*/ 76420 w 420308"/>
              <a:gd name="connsiteY39" fmla="*/ 362993 h 382098"/>
              <a:gd name="connsiteX40" fmla="*/ 76420 w 420308"/>
              <a:gd name="connsiteY40" fmla="*/ 28657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20308" h="382098">
                <a:moveTo>
                  <a:pt x="382098" y="362993"/>
                </a:moveTo>
                <a:lnTo>
                  <a:pt x="382098" y="191049"/>
                </a:lnTo>
                <a:cubicBezTo>
                  <a:pt x="382098" y="179586"/>
                  <a:pt x="374456" y="171944"/>
                  <a:pt x="362993" y="171944"/>
                </a:cubicBezTo>
                <a:lnTo>
                  <a:pt x="305679" y="171944"/>
                </a:lnTo>
                <a:cubicBezTo>
                  <a:pt x="294216" y="171944"/>
                  <a:pt x="286574" y="179586"/>
                  <a:pt x="286574" y="191049"/>
                </a:cubicBezTo>
                <a:lnTo>
                  <a:pt x="286574" y="362993"/>
                </a:lnTo>
                <a:lnTo>
                  <a:pt x="267469" y="362993"/>
                </a:lnTo>
                <a:lnTo>
                  <a:pt x="267469" y="95525"/>
                </a:lnTo>
                <a:cubicBezTo>
                  <a:pt x="267469" y="84062"/>
                  <a:pt x="259827" y="76420"/>
                  <a:pt x="248364" y="76420"/>
                </a:cubicBezTo>
                <a:lnTo>
                  <a:pt x="191049" y="76420"/>
                </a:lnTo>
                <a:cubicBezTo>
                  <a:pt x="179586" y="76420"/>
                  <a:pt x="171944" y="84062"/>
                  <a:pt x="171944" y="95525"/>
                </a:cubicBezTo>
                <a:lnTo>
                  <a:pt x="171944" y="362993"/>
                </a:lnTo>
                <a:lnTo>
                  <a:pt x="152839" y="362993"/>
                </a:lnTo>
                <a:lnTo>
                  <a:pt x="152839" y="286574"/>
                </a:lnTo>
                <a:cubicBezTo>
                  <a:pt x="152839" y="275111"/>
                  <a:pt x="145197" y="267469"/>
                  <a:pt x="133734" y="267469"/>
                </a:cubicBezTo>
                <a:lnTo>
                  <a:pt x="76420" y="267469"/>
                </a:lnTo>
                <a:cubicBezTo>
                  <a:pt x="64957" y="267469"/>
                  <a:pt x="57315" y="275111"/>
                  <a:pt x="57315" y="286574"/>
                </a:cubicBezTo>
                <a:lnTo>
                  <a:pt x="57315" y="362993"/>
                </a:lnTo>
                <a:lnTo>
                  <a:pt x="19105" y="362993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382098" y="362993"/>
                </a:lnTo>
                <a:close/>
                <a:moveTo>
                  <a:pt x="305679" y="191049"/>
                </a:moveTo>
                <a:lnTo>
                  <a:pt x="362993" y="191049"/>
                </a:lnTo>
                <a:lnTo>
                  <a:pt x="362993" y="362993"/>
                </a:lnTo>
                <a:lnTo>
                  <a:pt x="305679" y="362993"/>
                </a:lnTo>
                <a:lnTo>
                  <a:pt x="305679" y="191049"/>
                </a:lnTo>
                <a:close/>
                <a:moveTo>
                  <a:pt x="191049" y="95525"/>
                </a:moveTo>
                <a:lnTo>
                  <a:pt x="248364" y="95525"/>
                </a:lnTo>
                <a:lnTo>
                  <a:pt x="248364" y="362993"/>
                </a:lnTo>
                <a:lnTo>
                  <a:pt x="191049" y="362993"/>
                </a:lnTo>
                <a:lnTo>
                  <a:pt x="191049" y="95525"/>
                </a:lnTo>
                <a:close/>
                <a:moveTo>
                  <a:pt x="76420" y="286574"/>
                </a:moveTo>
                <a:lnTo>
                  <a:pt x="133734" y="286574"/>
                </a:lnTo>
                <a:lnTo>
                  <a:pt x="133734" y="362993"/>
                </a:lnTo>
                <a:lnTo>
                  <a:pt x="76420" y="362993"/>
                </a:lnTo>
                <a:lnTo>
                  <a:pt x="76420" y="2865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x</a:t>
            </a:r>
          </a:p>
        </p:txBody>
      </p:sp>
      <p:sp>
        <p:nvSpPr>
          <p:cNvPr id="10" name="Graphic 115" descr="Line chart icon.">
            <a:extLst>
              <a:ext uri="{FF2B5EF4-FFF2-40B4-BE49-F238E27FC236}">
                <a16:creationId xmlns:a16="http://schemas.microsoft.com/office/drawing/2014/main" id="{D977C4AC-F82E-4FFE-ACB1-BD3901AF6404}"/>
              </a:ext>
            </a:extLst>
          </p:cNvPr>
          <p:cNvSpPr>
            <a:spLocks noChangeAspect="1"/>
          </p:cNvSpPr>
          <p:nvPr/>
        </p:nvSpPr>
        <p:spPr>
          <a:xfrm>
            <a:off x="2185146" y="1444349"/>
            <a:ext cx="422218" cy="382098"/>
          </a:xfrm>
          <a:custGeom>
            <a:avLst/>
            <a:gdLst>
              <a:gd name="connsiteX0" fmla="*/ 311410 w 422218"/>
              <a:gd name="connsiteY0" fmla="*/ 212065 h 382098"/>
              <a:gd name="connsiteX1" fmla="*/ 296126 w 422218"/>
              <a:gd name="connsiteY1" fmla="*/ 212065 h 382098"/>
              <a:gd name="connsiteX2" fmla="*/ 150929 w 422218"/>
              <a:gd name="connsiteY2" fmla="*/ 277021 h 382098"/>
              <a:gd name="connsiteX3" fmla="*/ 19105 w 422218"/>
              <a:gd name="connsiteY3" fmla="*/ 223528 h 382098"/>
              <a:gd name="connsiteX4" fmla="*/ 19105 w 422218"/>
              <a:gd name="connsiteY4" fmla="*/ 179586 h 382098"/>
              <a:gd name="connsiteX5" fmla="*/ 150929 w 422218"/>
              <a:gd name="connsiteY5" fmla="*/ 154750 h 382098"/>
              <a:gd name="connsiteX6" fmla="*/ 240722 w 422218"/>
              <a:gd name="connsiteY6" fmla="*/ 170034 h 382098"/>
              <a:gd name="connsiteX7" fmla="*/ 257916 w 422218"/>
              <a:gd name="connsiteY7" fmla="*/ 164302 h 382098"/>
              <a:gd name="connsiteX8" fmla="*/ 305679 w 422218"/>
              <a:gd name="connsiteY8" fmla="*/ 118450 h 382098"/>
              <a:gd name="connsiteX9" fmla="*/ 370635 w 422218"/>
              <a:gd name="connsiteY9" fmla="*/ 154750 h 382098"/>
              <a:gd name="connsiteX10" fmla="*/ 391651 w 422218"/>
              <a:gd name="connsiteY10" fmla="*/ 152839 h 382098"/>
              <a:gd name="connsiteX11" fmla="*/ 422219 w 422218"/>
              <a:gd name="connsiteY11" fmla="*/ 133734 h 382098"/>
              <a:gd name="connsiteX12" fmla="*/ 410756 w 422218"/>
              <a:gd name="connsiteY12" fmla="*/ 118450 h 382098"/>
              <a:gd name="connsiteX13" fmla="*/ 380188 w 422218"/>
              <a:gd name="connsiteY13" fmla="*/ 139466 h 382098"/>
              <a:gd name="connsiteX14" fmla="*/ 315231 w 422218"/>
              <a:gd name="connsiteY14" fmla="*/ 103167 h 382098"/>
              <a:gd name="connsiteX15" fmla="*/ 292305 w 422218"/>
              <a:gd name="connsiteY15" fmla="*/ 105077 h 382098"/>
              <a:gd name="connsiteX16" fmla="*/ 244543 w 422218"/>
              <a:gd name="connsiteY16" fmla="*/ 150929 h 382098"/>
              <a:gd name="connsiteX17" fmla="*/ 154750 w 422218"/>
              <a:gd name="connsiteY17" fmla="*/ 135645 h 382098"/>
              <a:gd name="connsiteX18" fmla="*/ 147108 w 422218"/>
              <a:gd name="connsiteY18" fmla="*/ 135645 h 382098"/>
              <a:gd name="connsiteX19" fmla="*/ 19105 w 422218"/>
              <a:gd name="connsiteY19" fmla="*/ 160481 h 382098"/>
              <a:gd name="connsiteX20" fmla="*/ 19105 w 422218"/>
              <a:gd name="connsiteY20" fmla="*/ 0 h 382098"/>
              <a:gd name="connsiteX21" fmla="*/ 0 w 422218"/>
              <a:gd name="connsiteY21" fmla="*/ 0 h 382098"/>
              <a:gd name="connsiteX22" fmla="*/ 0 w 422218"/>
              <a:gd name="connsiteY22" fmla="*/ 362993 h 382098"/>
              <a:gd name="connsiteX23" fmla="*/ 19105 w 422218"/>
              <a:gd name="connsiteY23" fmla="*/ 382098 h 382098"/>
              <a:gd name="connsiteX24" fmla="*/ 420308 w 422218"/>
              <a:gd name="connsiteY24" fmla="*/ 382098 h 382098"/>
              <a:gd name="connsiteX25" fmla="*/ 420308 w 422218"/>
              <a:gd name="connsiteY25" fmla="*/ 362993 h 382098"/>
              <a:gd name="connsiteX26" fmla="*/ 19105 w 422218"/>
              <a:gd name="connsiteY26" fmla="*/ 362993 h 382098"/>
              <a:gd name="connsiteX27" fmla="*/ 19105 w 422218"/>
              <a:gd name="connsiteY27" fmla="*/ 244543 h 382098"/>
              <a:gd name="connsiteX28" fmla="*/ 143287 w 422218"/>
              <a:gd name="connsiteY28" fmla="*/ 294216 h 382098"/>
              <a:gd name="connsiteX29" fmla="*/ 150929 w 422218"/>
              <a:gd name="connsiteY29" fmla="*/ 296126 h 382098"/>
              <a:gd name="connsiteX30" fmla="*/ 158571 w 422218"/>
              <a:gd name="connsiteY30" fmla="*/ 294216 h 382098"/>
              <a:gd name="connsiteX31" fmla="*/ 303768 w 422218"/>
              <a:gd name="connsiteY31" fmla="*/ 231170 h 382098"/>
              <a:gd name="connsiteX32" fmla="*/ 376367 w 422218"/>
              <a:gd name="connsiteY32" fmla="*/ 257916 h 382098"/>
              <a:gd name="connsiteX33" fmla="*/ 382098 w 422218"/>
              <a:gd name="connsiteY33" fmla="*/ 259827 h 382098"/>
              <a:gd name="connsiteX34" fmla="*/ 420308 w 422218"/>
              <a:gd name="connsiteY34" fmla="*/ 259827 h 382098"/>
              <a:gd name="connsiteX35" fmla="*/ 420308 w 422218"/>
              <a:gd name="connsiteY35" fmla="*/ 240722 h 382098"/>
              <a:gd name="connsiteX36" fmla="*/ 384009 w 422218"/>
              <a:gd name="connsiteY36" fmla="*/ 240722 h 382098"/>
              <a:gd name="connsiteX37" fmla="*/ 311410 w 422218"/>
              <a:gd name="connsiteY37" fmla="*/ 212065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22218" h="382098">
                <a:moveTo>
                  <a:pt x="311410" y="212065"/>
                </a:moveTo>
                <a:cubicBezTo>
                  <a:pt x="307589" y="210154"/>
                  <a:pt x="301858" y="210154"/>
                  <a:pt x="296126" y="212065"/>
                </a:cubicBezTo>
                <a:lnTo>
                  <a:pt x="150929" y="277021"/>
                </a:lnTo>
                <a:lnTo>
                  <a:pt x="19105" y="223528"/>
                </a:lnTo>
                <a:lnTo>
                  <a:pt x="19105" y="179586"/>
                </a:lnTo>
                <a:lnTo>
                  <a:pt x="150929" y="154750"/>
                </a:lnTo>
                <a:lnTo>
                  <a:pt x="240722" y="170034"/>
                </a:lnTo>
                <a:cubicBezTo>
                  <a:pt x="246453" y="171944"/>
                  <a:pt x="252185" y="170034"/>
                  <a:pt x="257916" y="164302"/>
                </a:cubicBezTo>
                <a:lnTo>
                  <a:pt x="305679" y="118450"/>
                </a:lnTo>
                <a:lnTo>
                  <a:pt x="370635" y="154750"/>
                </a:lnTo>
                <a:cubicBezTo>
                  <a:pt x="376367" y="158571"/>
                  <a:pt x="385919" y="158571"/>
                  <a:pt x="391651" y="152839"/>
                </a:cubicBezTo>
                <a:lnTo>
                  <a:pt x="422219" y="133734"/>
                </a:lnTo>
                <a:lnTo>
                  <a:pt x="410756" y="118450"/>
                </a:lnTo>
                <a:lnTo>
                  <a:pt x="380188" y="139466"/>
                </a:lnTo>
                <a:lnTo>
                  <a:pt x="315231" y="103167"/>
                </a:lnTo>
                <a:cubicBezTo>
                  <a:pt x="307589" y="99346"/>
                  <a:pt x="298037" y="99346"/>
                  <a:pt x="292305" y="105077"/>
                </a:cubicBezTo>
                <a:lnTo>
                  <a:pt x="244543" y="150929"/>
                </a:lnTo>
                <a:lnTo>
                  <a:pt x="154750" y="135645"/>
                </a:lnTo>
                <a:cubicBezTo>
                  <a:pt x="152839" y="135645"/>
                  <a:pt x="150929" y="135645"/>
                  <a:pt x="147108" y="135645"/>
                </a:cubicBezTo>
                <a:lnTo>
                  <a:pt x="19105" y="160481"/>
                </a:lnTo>
                <a:lnTo>
                  <a:pt x="19105" y="0"/>
                </a:ln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19105" y="362993"/>
                </a:lnTo>
                <a:lnTo>
                  <a:pt x="19105" y="244543"/>
                </a:lnTo>
                <a:lnTo>
                  <a:pt x="143287" y="294216"/>
                </a:lnTo>
                <a:cubicBezTo>
                  <a:pt x="145197" y="294216"/>
                  <a:pt x="147108" y="296126"/>
                  <a:pt x="150929" y="296126"/>
                </a:cubicBezTo>
                <a:cubicBezTo>
                  <a:pt x="152839" y="296126"/>
                  <a:pt x="156660" y="296126"/>
                  <a:pt x="158571" y="294216"/>
                </a:cubicBezTo>
                <a:lnTo>
                  <a:pt x="303768" y="231170"/>
                </a:lnTo>
                <a:lnTo>
                  <a:pt x="376367" y="257916"/>
                </a:lnTo>
                <a:cubicBezTo>
                  <a:pt x="378277" y="257916"/>
                  <a:pt x="380188" y="259827"/>
                  <a:pt x="382098" y="259827"/>
                </a:cubicBezTo>
                <a:lnTo>
                  <a:pt x="420308" y="259827"/>
                </a:lnTo>
                <a:lnTo>
                  <a:pt x="420308" y="240722"/>
                </a:lnTo>
                <a:lnTo>
                  <a:pt x="384009" y="240722"/>
                </a:lnTo>
                <a:lnTo>
                  <a:pt x="311410" y="21206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08" descr="Growth chart icon.">
            <a:extLst>
              <a:ext uri="{FF2B5EF4-FFF2-40B4-BE49-F238E27FC236}">
                <a16:creationId xmlns:a16="http://schemas.microsoft.com/office/drawing/2014/main" id="{004BE329-3125-4BFA-A3E9-EAEFF14EFA9A}"/>
              </a:ext>
            </a:extLst>
          </p:cNvPr>
          <p:cNvSpPr>
            <a:spLocks noChangeAspect="1"/>
          </p:cNvSpPr>
          <p:nvPr/>
        </p:nvSpPr>
        <p:spPr>
          <a:xfrm>
            <a:off x="3419776" y="1406139"/>
            <a:ext cx="420308" cy="420308"/>
          </a:xfrm>
          <a:custGeom>
            <a:avLst/>
            <a:gdLst>
              <a:gd name="connsiteX0" fmla="*/ 343889 w 420308"/>
              <a:gd name="connsiteY0" fmla="*/ 191049 h 420308"/>
              <a:gd name="connsiteX1" fmla="*/ 324784 w 420308"/>
              <a:gd name="connsiteY1" fmla="*/ 191049 h 420308"/>
              <a:gd name="connsiteX2" fmla="*/ 324784 w 420308"/>
              <a:gd name="connsiteY2" fmla="*/ 401203 h 420308"/>
              <a:gd name="connsiteX3" fmla="*/ 229259 w 420308"/>
              <a:gd name="connsiteY3" fmla="*/ 401203 h 420308"/>
              <a:gd name="connsiteX4" fmla="*/ 229259 w 420308"/>
              <a:gd name="connsiteY4" fmla="*/ 286574 h 420308"/>
              <a:gd name="connsiteX5" fmla="*/ 210154 w 420308"/>
              <a:gd name="connsiteY5" fmla="*/ 286574 h 420308"/>
              <a:gd name="connsiteX6" fmla="*/ 210154 w 420308"/>
              <a:gd name="connsiteY6" fmla="*/ 401203 h 420308"/>
              <a:gd name="connsiteX7" fmla="*/ 114630 w 420308"/>
              <a:gd name="connsiteY7" fmla="*/ 401203 h 420308"/>
              <a:gd name="connsiteX8" fmla="*/ 114630 w 420308"/>
              <a:gd name="connsiteY8" fmla="*/ 343889 h 420308"/>
              <a:gd name="connsiteX9" fmla="*/ 95525 w 420308"/>
              <a:gd name="connsiteY9" fmla="*/ 343889 h 420308"/>
              <a:gd name="connsiteX10" fmla="*/ 95525 w 420308"/>
              <a:gd name="connsiteY10" fmla="*/ 401203 h 420308"/>
              <a:gd name="connsiteX11" fmla="*/ 19105 w 420308"/>
              <a:gd name="connsiteY11" fmla="*/ 401203 h 420308"/>
              <a:gd name="connsiteX12" fmla="*/ 19105 w 420308"/>
              <a:gd name="connsiteY12" fmla="*/ 38210 h 420308"/>
              <a:gd name="connsiteX13" fmla="*/ 0 w 420308"/>
              <a:gd name="connsiteY13" fmla="*/ 38210 h 420308"/>
              <a:gd name="connsiteX14" fmla="*/ 0 w 420308"/>
              <a:gd name="connsiteY14" fmla="*/ 401203 h 420308"/>
              <a:gd name="connsiteX15" fmla="*/ 19105 w 420308"/>
              <a:gd name="connsiteY15" fmla="*/ 420308 h 420308"/>
              <a:gd name="connsiteX16" fmla="*/ 420308 w 420308"/>
              <a:gd name="connsiteY16" fmla="*/ 420308 h 420308"/>
              <a:gd name="connsiteX17" fmla="*/ 420308 w 420308"/>
              <a:gd name="connsiteY17" fmla="*/ 401203 h 420308"/>
              <a:gd name="connsiteX18" fmla="*/ 343889 w 420308"/>
              <a:gd name="connsiteY18" fmla="*/ 401203 h 420308"/>
              <a:gd name="connsiteX19" fmla="*/ 343889 w 420308"/>
              <a:gd name="connsiteY19" fmla="*/ 191049 h 420308"/>
              <a:gd name="connsiteX20" fmla="*/ 401203 w 420308"/>
              <a:gd name="connsiteY20" fmla="*/ 0 h 420308"/>
              <a:gd name="connsiteX21" fmla="*/ 324784 w 420308"/>
              <a:gd name="connsiteY21" fmla="*/ 0 h 420308"/>
              <a:gd name="connsiteX22" fmla="*/ 324784 w 420308"/>
              <a:gd name="connsiteY22" fmla="*/ 19105 h 420308"/>
              <a:gd name="connsiteX23" fmla="*/ 387830 w 420308"/>
              <a:gd name="connsiteY23" fmla="*/ 19105 h 420308"/>
              <a:gd name="connsiteX24" fmla="*/ 267469 w 420308"/>
              <a:gd name="connsiteY24" fmla="*/ 139466 h 420308"/>
              <a:gd name="connsiteX25" fmla="*/ 233080 w 420308"/>
              <a:gd name="connsiteY25" fmla="*/ 105077 h 420308"/>
              <a:gd name="connsiteX26" fmla="*/ 206333 w 420308"/>
              <a:gd name="connsiteY26" fmla="*/ 105077 h 420308"/>
              <a:gd name="connsiteX27" fmla="*/ 206333 w 420308"/>
              <a:gd name="connsiteY27" fmla="*/ 105077 h 420308"/>
              <a:gd name="connsiteX28" fmla="*/ 32478 w 420308"/>
              <a:gd name="connsiteY28" fmla="*/ 278932 h 420308"/>
              <a:gd name="connsiteX29" fmla="*/ 45852 w 420308"/>
              <a:gd name="connsiteY29" fmla="*/ 292305 h 420308"/>
              <a:gd name="connsiteX30" fmla="*/ 219707 w 420308"/>
              <a:gd name="connsiteY30" fmla="*/ 118450 h 420308"/>
              <a:gd name="connsiteX31" fmla="*/ 254095 w 420308"/>
              <a:gd name="connsiteY31" fmla="*/ 152839 h 420308"/>
              <a:gd name="connsiteX32" fmla="*/ 280842 w 420308"/>
              <a:gd name="connsiteY32" fmla="*/ 152839 h 420308"/>
              <a:gd name="connsiteX33" fmla="*/ 280842 w 420308"/>
              <a:gd name="connsiteY33" fmla="*/ 152839 h 420308"/>
              <a:gd name="connsiteX34" fmla="*/ 401203 w 420308"/>
              <a:gd name="connsiteY34" fmla="*/ 32478 h 420308"/>
              <a:gd name="connsiteX35" fmla="*/ 401203 w 420308"/>
              <a:gd name="connsiteY35" fmla="*/ 95525 h 420308"/>
              <a:gd name="connsiteX36" fmla="*/ 420308 w 420308"/>
              <a:gd name="connsiteY36" fmla="*/ 95525 h 420308"/>
              <a:gd name="connsiteX37" fmla="*/ 420308 w 420308"/>
              <a:gd name="connsiteY37" fmla="*/ 19105 h 420308"/>
              <a:gd name="connsiteX38" fmla="*/ 401203 w 420308"/>
              <a:gd name="connsiteY38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20308" h="420308">
                <a:moveTo>
                  <a:pt x="343889" y="191049"/>
                </a:moveTo>
                <a:lnTo>
                  <a:pt x="324784" y="191049"/>
                </a:lnTo>
                <a:lnTo>
                  <a:pt x="324784" y="401203"/>
                </a:lnTo>
                <a:lnTo>
                  <a:pt x="229259" y="401203"/>
                </a:lnTo>
                <a:lnTo>
                  <a:pt x="229259" y="286574"/>
                </a:lnTo>
                <a:lnTo>
                  <a:pt x="210154" y="286574"/>
                </a:lnTo>
                <a:lnTo>
                  <a:pt x="210154" y="401203"/>
                </a:lnTo>
                <a:lnTo>
                  <a:pt x="114630" y="401203"/>
                </a:lnTo>
                <a:lnTo>
                  <a:pt x="114630" y="343889"/>
                </a:lnTo>
                <a:lnTo>
                  <a:pt x="95525" y="343889"/>
                </a:lnTo>
                <a:lnTo>
                  <a:pt x="95525" y="401203"/>
                </a:lnTo>
                <a:lnTo>
                  <a:pt x="19105" y="401203"/>
                </a:lnTo>
                <a:lnTo>
                  <a:pt x="19105" y="38210"/>
                </a:lnTo>
                <a:lnTo>
                  <a:pt x="0" y="38210"/>
                </a:ln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20308" y="420308"/>
                </a:lnTo>
                <a:lnTo>
                  <a:pt x="420308" y="401203"/>
                </a:lnTo>
                <a:lnTo>
                  <a:pt x="343889" y="401203"/>
                </a:lnTo>
                <a:lnTo>
                  <a:pt x="343889" y="191049"/>
                </a:lnTo>
                <a:close/>
                <a:moveTo>
                  <a:pt x="401203" y="0"/>
                </a:moveTo>
                <a:lnTo>
                  <a:pt x="324784" y="0"/>
                </a:lnTo>
                <a:lnTo>
                  <a:pt x="324784" y="19105"/>
                </a:lnTo>
                <a:lnTo>
                  <a:pt x="387830" y="19105"/>
                </a:lnTo>
                <a:lnTo>
                  <a:pt x="267469" y="139466"/>
                </a:lnTo>
                <a:lnTo>
                  <a:pt x="233080" y="105077"/>
                </a:lnTo>
                <a:cubicBezTo>
                  <a:pt x="225438" y="97435"/>
                  <a:pt x="213975" y="97435"/>
                  <a:pt x="206333" y="105077"/>
                </a:cubicBezTo>
                <a:cubicBezTo>
                  <a:pt x="206333" y="105077"/>
                  <a:pt x="206333" y="105077"/>
                  <a:pt x="206333" y="105077"/>
                </a:cubicBezTo>
                <a:lnTo>
                  <a:pt x="32478" y="278932"/>
                </a:lnTo>
                <a:lnTo>
                  <a:pt x="45852" y="292305"/>
                </a:lnTo>
                <a:lnTo>
                  <a:pt x="219707" y="118450"/>
                </a:lnTo>
                <a:lnTo>
                  <a:pt x="254095" y="152839"/>
                </a:lnTo>
                <a:cubicBezTo>
                  <a:pt x="261737" y="160481"/>
                  <a:pt x="273200" y="160481"/>
                  <a:pt x="280842" y="152839"/>
                </a:cubicBezTo>
                <a:cubicBezTo>
                  <a:pt x="280842" y="152839"/>
                  <a:pt x="280842" y="152839"/>
                  <a:pt x="280842" y="152839"/>
                </a:cubicBezTo>
                <a:lnTo>
                  <a:pt x="401203" y="32478"/>
                </a:lnTo>
                <a:lnTo>
                  <a:pt x="401203" y="95525"/>
                </a:lnTo>
                <a:lnTo>
                  <a:pt x="420308" y="95525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99" descr="Decline chart icon.">
            <a:extLst>
              <a:ext uri="{FF2B5EF4-FFF2-40B4-BE49-F238E27FC236}">
                <a16:creationId xmlns:a16="http://schemas.microsoft.com/office/drawing/2014/main" id="{9B6F4655-68AE-404F-A443-1002A3494C03}"/>
              </a:ext>
            </a:extLst>
          </p:cNvPr>
          <p:cNvSpPr>
            <a:spLocks noChangeAspect="1"/>
          </p:cNvSpPr>
          <p:nvPr/>
        </p:nvSpPr>
        <p:spPr>
          <a:xfrm>
            <a:off x="4645293" y="1444349"/>
            <a:ext cx="420308" cy="382098"/>
          </a:xfrm>
          <a:custGeom>
            <a:avLst/>
            <a:gdLst>
              <a:gd name="connsiteX0" fmla="*/ 229259 w 420308"/>
              <a:gd name="connsiteY0" fmla="*/ 248364 h 382098"/>
              <a:gd name="connsiteX1" fmla="*/ 248364 w 420308"/>
              <a:gd name="connsiteY1" fmla="*/ 248364 h 382098"/>
              <a:gd name="connsiteX2" fmla="*/ 248364 w 420308"/>
              <a:gd name="connsiteY2" fmla="*/ 362993 h 382098"/>
              <a:gd name="connsiteX3" fmla="*/ 229259 w 420308"/>
              <a:gd name="connsiteY3" fmla="*/ 362993 h 382098"/>
              <a:gd name="connsiteX4" fmla="*/ 229259 w 420308"/>
              <a:gd name="connsiteY4" fmla="*/ 248364 h 382098"/>
              <a:gd name="connsiteX5" fmla="*/ 114630 w 420308"/>
              <a:gd name="connsiteY5" fmla="*/ 171944 h 382098"/>
              <a:gd name="connsiteX6" fmla="*/ 133734 w 420308"/>
              <a:gd name="connsiteY6" fmla="*/ 171944 h 382098"/>
              <a:gd name="connsiteX7" fmla="*/ 133734 w 420308"/>
              <a:gd name="connsiteY7" fmla="*/ 362993 h 382098"/>
              <a:gd name="connsiteX8" fmla="*/ 114630 w 420308"/>
              <a:gd name="connsiteY8" fmla="*/ 362993 h 382098"/>
              <a:gd name="connsiteX9" fmla="*/ 114630 w 420308"/>
              <a:gd name="connsiteY9" fmla="*/ 171944 h 382098"/>
              <a:gd name="connsiteX10" fmla="*/ 19105 w 420308"/>
              <a:gd name="connsiteY10" fmla="*/ 0 h 382098"/>
              <a:gd name="connsiteX11" fmla="*/ 0 w 420308"/>
              <a:gd name="connsiteY11" fmla="*/ 0 h 382098"/>
              <a:gd name="connsiteX12" fmla="*/ 0 w 420308"/>
              <a:gd name="connsiteY12" fmla="*/ 362993 h 382098"/>
              <a:gd name="connsiteX13" fmla="*/ 19105 w 420308"/>
              <a:gd name="connsiteY13" fmla="*/ 382098 h 382098"/>
              <a:gd name="connsiteX14" fmla="*/ 420308 w 420308"/>
              <a:gd name="connsiteY14" fmla="*/ 382098 h 382098"/>
              <a:gd name="connsiteX15" fmla="*/ 420308 w 420308"/>
              <a:gd name="connsiteY15" fmla="*/ 362993 h 382098"/>
              <a:gd name="connsiteX16" fmla="*/ 19105 w 420308"/>
              <a:gd name="connsiteY16" fmla="*/ 362993 h 382098"/>
              <a:gd name="connsiteX17" fmla="*/ 19105 w 420308"/>
              <a:gd name="connsiteY17" fmla="*/ 0 h 382098"/>
              <a:gd name="connsiteX18" fmla="*/ 401203 w 420308"/>
              <a:gd name="connsiteY18" fmla="*/ 171944 h 382098"/>
              <a:gd name="connsiteX19" fmla="*/ 401203 w 420308"/>
              <a:gd name="connsiteY19" fmla="*/ 234990 h 382098"/>
              <a:gd name="connsiteX20" fmla="*/ 204423 w 420308"/>
              <a:gd name="connsiteY20" fmla="*/ 38210 h 382098"/>
              <a:gd name="connsiteX21" fmla="*/ 177676 w 420308"/>
              <a:gd name="connsiteY21" fmla="*/ 38210 h 382098"/>
              <a:gd name="connsiteX22" fmla="*/ 177676 w 420308"/>
              <a:gd name="connsiteY22" fmla="*/ 38210 h 382098"/>
              <a:gd name="connsiteX23" fmla="*/ 124182 w 420308"/>
              <a:gd name="connsiteY23" fmla="*/ 91704 h 382098"/>
              <a:gd name="connsiteX24" fmla="*/ 43941 w 420308"/>
              <a:gd name="connsiteY24" fmla="*/ 11463 h 382098"/>
              <a:gd name="connsiteX25" fmla="*/ 30568 w 420308"/>
              <a:gd name="connsiteY25" fmla="*/ 26747 h 382098"/>
              <a:gd name="connsiteX26" fmla="*/ 108898 w 420308"/>
              <a:gd name="connsiteY26" fmla="*/ 105077 h 382098"/>
              <a:gd name="connsiteX27" fmla="*/ 135645 w 420308"/>
              <a:gd name="connsiteY27" fmla="*/ 105077 h 382098"/>
              <a:gd name="connsiteX28" fmla="*/ 135645 w 420308"/>
              <a:gd name="connsiteY28" fmla="*/ 105077 h 382098"/>
              <a:gd name="connsiteX29" fmla="*/ 191049 w 420308"/>
              <a:gd name="connsiteY29" fmla="*/ 51583 h 382098"/>
              <a:gd name="connsiteX30" fmla="*/ 387830 w 420308"/>
              <a:gd name="connsiteY30" fmla="*/ 248364 h 382098"/>
              <a:gd name="connsiteX31" fmla="*/ 324784 w 420308"/>
              <a:gd name="connsiteY31" fmla="*/ 248364 h 382098"/>
              <a:gd name="connsiteX32" fmla="*/ 324784 w 420308"/>
              <a:gd name="connsiteY32" fmla="*/ 267469 h 382098"/>
              <a:gd name="connsiteX33" fmla="*/ 401203 w 420308"/>
              <a:gd name="connsiteY33" fmla="*/ 267469 h 382098"/>
              <a:gd name="connsiteX34" fmla="*/ 420308 w 420308"/>
              <a:gd name="connsiteY34" fmla="*/ 248364 h 382098"/>
              <a:gd name="connsiteX35" fmla="*/ 420308 w 420308"/>
              <a:gd name="connsiteY35" fmla="*/ 171944 h 382098"/>
              <a:gd name="connsiteX36" fmla="*/ 401203 w 420308"/>
              <a:gd name="connsiteY36" fmla="*/ 17194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0308" h="382098">
                <a:moveTo>
                  <a:pt x="229259" y="248364"/>
                </a:moveTo>
                <a:lnTo>
                  <a:pt x="248364" y="248364"/>
                </a:lnTo>
                <a:lnTo>
                  <a:pt x="248364" y="362993"/>
                </a:lnTo>
                <a:lnTo>
                  <a:pt x="229259" y="362993"/>
                </a:lnTo>
                <a:lnTo>
                  <a:pt x="229259" y="248364"/>
                </a:lnTo>
                <a:close/>
                <a:moveTo>
                  <a:pt x="114630" y="171944"/>
                </a:moveTo>
                <a:lnTo>
                  <a:pt x="133734" y="171944"/>
                </a:lnTo>
                <a:lnTo>
                  <a:pt x="133734" y="362993"/>
                </a:lnTo>
                <a:lnTo>
                  <a:pt x="114630" y="362993"/>
                </a:lnTo>
                <a:lnTo>
                  <a:pt x="114630" y="171944"/>
                </a:lnTo>
                <a:close/>
                <a:moveTo>
                  <a:pt x="19105" y="0"/>
                </a:moveTo>
                <a:lnTo>
                  <a:pt x="0" y="0"/>
                </a:ln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420308" y="382098"/>
                </a:lnTo>
                <a:lnTo>
                  <a:pt x="420308" y="362993"/>
                </a:lnTo>
                <a:lnTo>
                  <a:pt x="19105" y="362993"/>
                </a:lnTo>
                <a:lnTo>
                  <a:pt x="19105" y="0"/>
                </a:lnTo>
                <a:close/>
                <a:moveTo>
                  <a:pt x="401203" y="171944"/>
                </a:moveTo>
                <a:lnTo>
                  <a:pt x="401203" y="234990"/>
                </a:lnTo>
                <a:lnTo>
                  <a:pt x="204423" y="38210"/>
                </a:lnTo>
                <a:cubicBezTo>
                  <a:pt x="196781" y="30568"/>
                  <a:pt x="185318" y="30568"/>
                  <a:pt x="177676" y="38210"/>
                </a:cubicBezTo>
                <a:cubicBezTo>
                  <a:pt x="177676" y="38210"/>
                  <a:pt x="177676" y="38210"/>
                  <a:pt x="177676" y="38210"/>
                </a:cubicBezTo>
                <a:lnTo>
                  <a:pt x="124182" y="91704"/>
                </a:lnTo>
                <a:lnTo>
                  <a:pt x="43941" y="11463"/>
                </a:lnTo>
                <a:lnTo>
                  <a:pt x="30568" y="26747"/>
                </a:lnTo>
                <a:lnTo>
                  <a:pt x="108898" y="105077"/>
                </a:lnTo>
                <a:cubicBezTo>
                  <a:pt x="116540" y="112719"/>
                  <a:pt x="128003" y="112719"/>
                  <a:pt x="135645" y="105077"/>
                </a:cubicBezTo>
                <a:cubicBezTo>
                  <a:pt x="135645" y="105077"/>
                  <a:pt x="135645" y="105077"/>
                  <a:pt x="135645" y="105077"/>
                </a:cubicBezTo>
                <a:lnTo>
                  <a:pt x="191049" y="51583"/>
                </a:lnTo>
                <a:lnTo>
                  <a:pt x="387830" y="248364"/>
                </a:lnTo>
                <a:lnTo>
                  <a:pt x="324784" y="248364"/>
                </a:lnTo>
                <a:lnTo>
                  <a:pt x="324784" y="267469"/>
                </a:lnTo>
                <a:lnTo>
                  <a:pt x="401203" y="267469"/>
                </a:lnTo>
                <a:cubicBezTo>
                  <a:pt x="412666" y="267469"/>
                  <a:pt x="420308" y="259827"/>
                  <a:pt x="420308" y="248364"/>
                </a:cubicBezTo>
                <a:lnTo>
                  <a:pt x="420308" y="171944"/>
                </a:lnTo>
                <a:lnTo>
                  <a:pt x="401203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105" descr="Financial summary icon.">
            <a:extLst>
              <a:ext uri="{FF2B5EF4-FFF2-40B4-BE49-F238E27FC236}">
                <a16:creationId xmlns:a16="http://schemas.microsoft.com/office/drawing/2014/main" id="{4FCACFCE-0521-484A-A38E-AB0196E71E85}"/>
              </a:ext>
            </a:extLst>
          </p:cNvPr>
          <p:cNvSpPr>
            <a:spLocks noChangeAspect="1"/>
          </p:cNvSpPr>
          <p:nvPr/>
        </p:nvSpPr>
        <p:spPr>
          <a:xfrm>
            <a:off x="5918577" y="1367929"/>
            <a:ext cx="345798" cy="458518"/>
          </a:xfrm>
          <a:custGeom>
            <a:avLst/>
            <a:gdLst>
              <a:gd name="connsiteX0" fmla="*/ 322873 w 345798"/>
              <a:gd name="connsiteY0" fmla="*/ 0 h 458518"/>
              <a:gd name="connsiteX1" fmla="*/ 21015 w 345798"/>
              <a:gd name="connsiteY1" fmla="*/ 0 h 458518"/>
              <a:gd name="connsiteX2" fmla="*/ 0 w 345798"/>
              <a:gd name="connsiteY2" fmla="*/ 19105 h 458518"/>
              <a:gd name="connsiteX3" fmla="*/ 0 w 345798"/>
              <a:gd name="connsiteY3" fmla="*/ 19105 h 458518"/>
              <a:gd name="connsiteX4" fmla="*/ 0 w 345798"/>
              <a:gd name="connsiteY4" fmla="*/ 439413 h 458518"/>
              <a:gd name="connsiteX5" fmla="*/ 21015 w 345798"/>
              <a:gd name="connsiteY5" fmla="*/ 458518 h 458518"/>
              <a:gd name="connsiteX6" fmla="*/ 324784 w 345798"/>
              <a:gd name="connsiteY6" fmla="*/ 458518 h 458518"/>
              <a:gd name="connsiteX7" fmla="*/ 345799 w 345798"/>
              <a:gd name="connsiteY7" fmla="*/ 439413 h 458518"/>
              <a:gd name="connsiteX8" fmla="*/ 345799 w 345798"/>
              <a:gd name="connsiteY8" fmla="*/ 19105 h 458518"/>
              <a:gd name="connsiteX9" fmla="*/ 322873 w 345798"/>
              <a:gd name="connsiteY9" fmla="*/ 0 h 458518"/>
              <a:gd name="connsiteX10" fmla="*/ 322873 w 345798"/>
              <a:gd name="connsiteY10" fmla="*/ 0 h 458518"/>
              <a:gd name="connsiteX11" fmla="*/ 322873 w 345798"/>
              <a:gd name="connsiteY11" fmla="*/ 439413 h 458518"/>
              <a:gd name="connsiteX12" fmla="*/ 21015 w 345798"/>
              <a:gd name="connsiteY12" fmla="*/ 439413 h 458518"/>
              <a:gd name="connsiteX13" fmla="*/ 19105 w 345798"/>
              <a:gd name="connsiteY13" fmla="*/ 439413 h 458518"/>
              <a:gd name="connsiteX14" fmla="*/ 21015 w 345798"/>
              <a:gd name="connsiteY14" fmla="*/ 19105 h 458518"/>
              <a:gd name="connsiteX15" fmla="*/ 324784 w 345798"/>
              <a:gd name="connsiteY15" fmla="*/ 19105 h 458518"/>
              <a:gd name="connsiteX16" fmla="*/ 322873 w 345798"/>
              <a:gd name="connsiteY16" fmla="*/ 439413 h 458518"/>
              <a:gd name="connsiteX17" fmla="*/ 305679 w 345798"/>
              <a:gd name="connsiteY17" fmla="*/ 401203 h 458518"/>
              <a:gd name="connsiteX18" fmla="*/ 305679 w 345798"/>
              <a:gd name="connsiteY18" fmla="*/ 382098 h 458518"/>
              <a:gd name="connsiteX19" fmla="*/ 267469 w 345798"/>
              <a:gd name="connsiteY19" fmla="*/ 382098 h 458518"/>
              <a:gd name="connsiteX20" fmla="*/ 267469 w 345798"/>
              <a:gd name="connsiteY20" fmla="*/ 210154 h 458518"/>
              <a:gd name="connsiteX21" fmla="*/ 248364 w 345798"/>
              <a:gd name="connsiteY21" fmla="*/ 191049 h 458518"/>
              <a:gd name="connsiteX22" fmla="*/ 210154 w 345798"/>
              <a:gd name="connsiteY22" fmla="*/ 191049 h 458518"/>
              <a:gd name="connsiteX23" fmla="*/ 191049 w 345798"/>
              <a:gd name="connsiteY23" fmla="*/ 210154 h 458518"/>
              <a:gd name="connsiteX24" fmla="*/ 191049 w 345798"/>
              <a:gd name="connsiteY24" fmla="*/ 382098 h 458518"/>
              <a:gd name="connsiteX25" fmla="*/ 152839 w 345798"/>
              <a:gd name="connsiteY25" fmla="*/ 382098 h 458518"/>
              <a:gd name="connsiteX26" fmla="*/ 152839 w 345798"/>
              <a:gd name="connsiteY26" fmla="*/ 324784 h 458518"/>
              <a:gd name="connsiteX27" fmla="*/ 133734 w 345798"/>
              <a:gd name="connsiteY27" fmla="*/ 305679 h 458518"/>
              <a:gd name="connsiteX28" fmla="*/ 95525 w 345798"/>
              <a:gd name="connsiteY28" fmla="*/ 305679 h 458518"/>
              <a:gd name="connsiteX29" fmla="*/ 76420 w 345798"/>
              <a:gd name="connsiteY29" fmla="*/ 324784 h 458518"/>
              <a:gd name="connsiteX30" fmla="*/ 76420 w 345798"/>
              <a:gd name="connsiteY30" fmla="*/ 382098 h 458518"/>
              <a:gd name="connsiteX31" fmla="*/ 38210 w 345798"/>
              <a:gd name="connsiteY31" fmla="*/ 382098 h 458518"/>
              <a:gd name="connsiteX32" fmla="*/ 38210 w 345798"/>
              <a:gd name="connsiteY32" fmla="*/ 401203 h 458518"/>
              <a:gd name="connsiteX33" fmla="*/ 305679 w 345798"/>
              <a:gd name="connsiteY33" fmla="*/ 401203 h 458518"/>
              <a:gd name="connsiteX34" fmla="*/ 210154 w 345798"/>
              <a:gd name="connsiteY34" fmla="*/ 210154 h 458518"/>
              <a:gd name="connsiteX35" fmla="*/ 248364 w 345798"/>
              <a:gd name="connsiteY35" fmla="*/ 210154 h 458518"/>
              <a:gd name="connsiteX36" fmla="*/ 248364 w 345798"/>
              <a:gd name="connsiteY36" fmla="*/ 382098 h 458518"/>
              <a:gd name="connsiteX37" fmla="*/ 210154 w 345798"/>
              <a:gd name="connsiteY37" fmla="*/ 382098 h 458518"/>
              <a:gd name="connsiteX38" fmla="*/ 210154 w 345798"/>
              <a:gd name="connsiteY38" fmla="*/ 210154 h 458518"/>
              <a:gd name="connsiteX39" fmla="*/ 95525 w 345798"/>
              <a:gd name="connsiteY39" fmla="*/ 324784 h 458518"/>
              <a:gd name="connsiteX40" fmla="*/ 133734 w 345798"/>
              <a:gd name="connsiteY40" fmla="*/ 324784 h 458518"/>
              <a:gd name="connsiteX41" fmla="*/ 133734 w 345798"/>
              <a:gd name="connsiteY41" fmla="*/ 382098 h 458518"/>
              <a:gd name="connsiteX42" fmla="*/ 95525 w 345798"/>
              <a:gd name="connsiteY42" fmla="*/ 382098 h 458518"/>
              <a:gd name="connsiteX43" fmla="*/ 95525 w 345798"/>
              <a:gd name="connsiteY43" fmla="*/ 324784 h 458518"/>
              <a:gd name="connsiteX44" fmla="*/ 76420 w 345798"/>
              <a:gd name="connsiteY44" fmla="*/ 171944 h 458518"/>
              <a:gd name="connsiteX45" fmla="*/ 57315 w 345798"/>
              <a:gd name="connsiteY45" fmla="*/ 171944 h 458518"/>
              <a:gd name="connsiteX46" fmla="*/ 95525 w 345798"/>
              <a:gd name="connsiteY46" fmla="*/ 210154 h 458518"/>
              <a:gd name="connsiteX47" fmla="*/ 95525 w 345798"/>
              <a:gd name="connsiteY47" fmla="*/ 229259 h 458518"/>
              <a:gd name="connsiteX48" fmla="*/ 114630 w 345798"/>
              <a:gd name="connsiteY48" fmla="*/ 229259 h 458518"/>
              <a:gd name="connsiteX49" fmla="*/ 114630 w 345798"/>
              <a:gd name="connsiteY49" fmla="*/ 210154 h 458518"/>
              <a:gd name="connsiteX50" fmla="*/ 139466 w 345798"/>
              <a:gd name="connsiteY50" fmla="*/ 198691 h 458518"/>
              <a:gd name="connsiteX51" fmla="*/ 150929 w 345798"/>
              <a:gd name="connsiteY51" fmla="*/ 171944 h 458518"/>
              <a:gd name="connsiteX52" fmla="*/ 114630 w 345798"/>
              <a:gd name="connsiteY52" fmla="*/ 135645 h 458518"/>
              <a:gd name="connsiteX53" fmla="*/ 114630 w 345798"/>
              <a:gd name="connsiteY53" fmla="*/ 95525 h 458518"/>
              <a:gd name="connsiteX54" fmla="*/ 131824 w 345798"/>
              <a:gd name="connsiteY54" fmla="*/ 112719 h 458518"/>
              <a:gd name="connsiteX55" fmla="*/ 150929 w 345798"/>
              <a:gd name="connsiteY55" fmla="*/ 112719 h 458518"/>
              <a:gd name="connsiteX56" fmla="*/ 114630 w 345798"/>
              <a:gd name="connsiteY56" fmla="*/ 76420 h 458518"/>
              <a:gd name="connsiteX57" fmla="*/ 114630 w 345798"/>
              <a:gd name="connsiteY57" fmla="*/ 57315 h 458518"/>
              <a:gd name="connsiteX58" fmla="*/ 95525 w 345798"/>
              <a:gd name="connsiteY58" fmla="*/ 57315 h 458518"/>
              <a:gd name="connsiteX59" fmla="*/ 95525 w 345798"/>
              <a:gd name="connsiteY59" fmla="*/ 76420 h 458518"/>
              <a:gd name="connsiteX60" fmla="*/ 68778 w 345798"/>
              <a:gd name="connsiteY60" fmla="*/ 87883 h 458518"/>
              <a:gd name="connsiteX61" fmla="*/ 57315 w 345798"/>
              <a:gd name="connsiteY61" fmla="*/ 114630 h 458518"/>
              <a:gd name="connsiteX62" fmla="*/ 95525 w 345798"/>
              <a:gd name="connsiteY62" fmla="*/ 152839 h 458518"/>
              <a:gd name="connsiteX63" fmla="*/ 95525 w 345798"/>
              <a:gd name="connsiteY63" fmla="*/ 191049 h 458518"/>
              <a:gd name="connsiteX64" fmla="*/ 76420 w 345798"/>
              <a:gd name="connsiteY64" fmla="*/ 171944 h 458518"/>
              <a:gd name="connsiteX65" fmla="*/ 131824 w 345798"/>
              <a:gd name="connsiteY65" fmla="*/ 171944 h 458518"/>
              <a:gd name="connsiteX66" fmla="*/ 126092 w 345798"/>
              <a:gd name="connsiteY66" fmla="*/ 185318 h 458518"/>
              <a:gd name="connsiteX67" fmla="*/ 114630 w 345798"/>
              <a:gd name="connsiteY67" fmla="*/ 191049 h 458518"/>
              <a:gd name="connsiteX68" fmla="*/ 114630 w 345798"/>
              <a:gd name="connsiteY68" fmla="*/ 154750 h 458518"/>
              <a:gd name="connsiteX69" fmla="*/ 131824 w 345798"/>
              <a:gd name="connsiteY69" fmla="*/ 171944 h 458518"/>
              <a:gd name="connsiteX70" fmla="*/ 76420 w 345798"/>
              <a:gd name="connsiteY70" fmla="*/ 114630 h 458518"/>
              <a:gd name="connsiteX71" fmla="*/ 82151 w 345798"/>
              <a:gd name="connsiteY71" fmla="*/ 101256 h 458518"/>
              <a:gd name="connsiteX72" fmla="*/ 95525 w 345798"/>
              <a:gd name="connsiteY72" fmla="*/ 95525 h 458518"/>
              <a:gd name="connsiteX73" fmla="*/ 95525 w 345798"/>
              <a:gd name="connsiteY73" fmla="*/ 131824 h 458518"/>
              <a:gd name="connsiteX74" fmla="*/ 76420 w 345798"/>
              <a:gd name="connsiteY74" fmla="*/ 11463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45798" h="458518">
                <a:moveTo>
                  <a:pt x="322873" y="0"/>
                </a:moveTo>
                <a:lnTo>
                  <a:pt x="21015" y="0"/>
                </a:lnTo>
                <a:cubicBezTo>
                  <a:pt x="9552" y="0"/>
                  <a:pt x="0" y="9552"/>
                  <a:pt x="0" y="19105"/>
                </a:cubicBezTo>
                <a:cubicBezTo>
                  <a:pt x="0" y="19105"/>
                  <a:pt x="0" y="19105"/>
                  <a:pt x="0" y="19105"/>
                </a:cubicBezTo>
                <a:lnTo>
                  <a:pt x="0" y="439413"/>
                </a:lnTo>
                <a:cubicBezTo>
                  <a:pt x="0" y="450876"/>
                  <a:pt x="9552" y="458518"/>
                  <a:pt x="2101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5799" y="439413"/>
                </a:cubicBezTo>
                <a:lnTo>
                  <a:pt x="345799" y="19105"/>
                </a:lnTo>
                <a:cubicBezTo>
                  <a:pt x="343889" y="9552"/>
                  <a:pt x="334336" y="0"/>
                  <a:pt x="322873" y="0"/>
                </a:cubicBezTo>
                <a:cubicBezTo>
                  <a:pt x="322873" y="0"/>
                  <a:pt x="322873" y="0"/>
                  <a:pt x="322873" y="0"/>
                </a:cubicBezTo>
                <a:close/>
                <a:moveTo>
                  <a:pt x="322873" y="439413"/>
                </a:moveTo>
                <a:lnTo>
                  <a:pt x="21015" y="439413"/>
                </a:lnTo>
                <a:lnTo>
                  <a:pt x="19105" y="439413"/>
                </a:lnTo>
                <a:lnTo>
                  <a:pt x="21015" y="19105"/>
                </a:lnTo>
                <a:lnTo>
                  <a:pt x="324784" y="19105"/>
                </a:lnTo>
                <a:lnTo>
                  <a:pt x="322873" y="439413"/>
                </a:lnTo>
                <a:close/>
                <a:moveTo>
                  <a:pt x="305679" y="401203"/>
                </a:moveTo>
                <a:lnTo>
                  <a:pt x="305679" y="382098"/>
                </a:lnTo>
                <a:lnTo>
                  <a:pt x="267469" y="382098"/>
                </a:lnTo>
                <a:lnTo>
                  <a:pt x="267469" y="210154"/>
                </a:lnTo>
                <a:cubicBezTo>
                  <a:pt x="267469" y="198691"/>
                  <a:pt x="259827" y="191049"/>
                  <a:pt x="248364" y="191049"/>
                </a:cubicBezTo>
                <a:lnTo>
                  <a:pt x="210154" y="191049"/>
                </a:lnTo>
                <a:cubicBezTo>
                  <a:pt x="198691" y="191049"/>
                  <a:pt x="191049" y="198691"/>
                  <a:pt x="191049" y="210154"/>
                </a:cubicBezTo>
                <a:lnTo>
                  <a:pt x="191049" y="382098"/>
                </a:lnTo>
                <a:lnTo>
                  <a:pt x="152839" y="382098"/>
                </a:lnTo>
                <a:lnTo>
                  <a:pt x="152839" y="324784"/>
                </a:lnTo>
                <a:cubicBezTo>
                  <a:pt x="152839" y="313321"/>
                  <a:pt x="145197" y="305679"/>
                  <a:pt x="133734" y="305679"/>
                </a:cubicBezTo>
                <a:lnTo>
                  <a:pt x="95525" y="305679"/>
                </a:lnTo>
                <a:cubicBezTo>
                  <a:pt x="84062" y="305679"/>
                  <a:pt x="76420" y="313321"/>
                  <a:pt x="76420" y="324784"/>
                </a:cubicBezTo>
                <a:lnTo>
                  <a:pt x="76420" y="382098"/>
                </a:lnTo>
                <a:lnTo>
                  <a:pt x="38210" y="382098"/>
                </a:lnTo>
                <a:lnTo>
                  <a:pt x="38210" y="401203"/>
                </a:lnTo>
                <a:lnTo>
                  <a:pt x="305679" y="401203"/>
                </a:lnTo>
                <a:close/>
                <a:moveTo>
                  <a:pt x="210154" y="210154"/>
                </a:moveTo>
                <a:lnTo>
                  <a:pt x="248364" y="210154"/>
                </a:lnTo>
                <a:lnTo>
                  <a:pt x="248364" y="382098"/>
                </a:lnTo>
                <a:lnTo>
                  <a:pt x="210154" y="382098"/>
                </a:lnTo>
                <a:lnTo>
                  <a:pt x="210154" y="210154"/>
                </a:lnTo>
                <a:close/>
                <a:moveTo>
                  <a:pt x="95525" y="324784"/>
                </a:moveTo>
                <a:lnTo>
                  <a:pt x="133734" y="324784"/>
                </a:lnTo>
                <a:lnTo>
                  <a:pt x="133734" y="382098"/>
                </a:lnTo>
                <a:lnTo>
                  <a:pt x="95525" y="382098"/>
                </a:lnTo>
                <a:lnTo>
                  <a:pt x="95525" y="324784"/>
                </a:lnTo>
                <a:close/>
                <a:moveTo>
                  <a:pt x="76420" y="171944"/>
                </a:moveTo>
                <a:lnTo>
                  <a:pt x="57315" y="171944"/>
                </a:lnTo>
                <a:cubicBezTo>
                  <a:pt x="57315" y="192960"/>
                  <a:pt x="74509" y="210154"/>
                  <a:pt x="95525" y="210154"/>
                </a:cubicBezTo>
                <a:lnTo>
                  <a:pt x="95525" y="229259"/>
                </a:lnTo>
                <a:lnTo>
                  <a:pt x="114630" y="229259"/>
                </a:lnTo>
                <a:lnTo>
                  <a:pt x="114630" y="210154"/>
                </a:lnTo>
                <a:cubicBezTo>
                  <a:pt x="124182" y="210154"/>
                  <a:pt x="131824" y="206333"/>
                  <a:pt x="139466" y="198691"/>
                </a:cubicBezTo>
                <a:cubicBezTo>
                  <a:pt x="147108" y="191049"/>
                  <a:pt x="150929" y="181497"/>
                  <a:pt x="150929" y="171944"/>
                </a:cubicBezTo>
                <a:cubicBezTo>
                  <a:pt x="150929" y="152839"/>
                  <a:pt x="133734" y="135645"/>
                  <a:pt x="114630" y="135645"/>
                </a:cubicBezTo>
                <a:lnTo>
                  <a:pt x="114630" y="95525"/>
                </a:lnTo>
                <a:cubicBezTo>
                  <a:pt x="124182" y="95525"/>
                  <a:pt x="131824" y="103167"/>
                  <a:pt x="131824" y="112719"/>
                </a:cubicBezTo>
                <a:lnTo>
                  <a:pt x="150929" y="112719"/>
                </a:lnTo>
                <a:cubicBezTo>
                  <a:pt x="150929" y="93614"/>
                  <a:pt x="135645" y="76420"/>
                  <a:pt x="114630" y="76420"/>
                </a:cubicBezTo>
                <a:lnTo>
                  <a:pt x="114630" y="57315"/>
                </a:lnTo>
                <a:lnTo>
                  <a:pt x="95525" y="57315"/>
                </a:lnTo>
                <a:lnTo>
                  <a:pt x="95525" y="76420"/>
                </a:lnTo>
                <a:cubicBezTo>
                  <a:pt x="85972" y="76420"/>
                  <a:pt x="76420" y="80241"/>
                  <a:pt x="68778" y="87883"/>
                </a:cubicBezTo>
                <a:cubicBezTo>
                  <a:pt x="61136" y="95525"/>
                  <a:pt x="57315" y="105077"/>
                  <a:pt x="57315" y="114630"/>
                </a:cubicBezTo>
                <a:cubicBezTo>
                  <a:pt x="57315" y="135645"/>
                  <a:pt x="74509" y="152839"/>
                  <a:pt x="95525" y="152839"/>
                </a:cubicBezTo>
                <a:lnTo>
                  <a:pt x="95525" y="191049"/>
                </a:lnTo>
                <a:cubicBezTo>
                  <a:pt x="84062" y="191049"/>
                  <a:pt x="76420" y="183407"/>
                  <a:pt x="76420" y="171944"/>
                </a:cubicBezTo>
                <a:close/>
                <a:moveTo>
                  <a:pt x="131824" y="171944"/>
                </a:moveTo>
                <a:cubicBezTo>
                  <a:pt x="131824" y="177676"/>
                  <a:pt x="129913" y="181497"/>
                  <a:pt x="126092" y="185318"/>
                </a:cubicBezTo>
                <a:cubicBezTo>
                  <a:pt x="122271" y="187228"/>
                  <a:pt x="118450" y="189139"/>
                  <a:pt x="114630" y="191049"/>
                </a:cubicBezTo>
                <a:lnTo>
                  <a:pt x="114630" y="154750"/>
                </a:lnTo>
                <a:cubicBezTo>
                  <a:pt x="124182" y="156660"/>
                  <a:pt x="131824" y="162392"/>
                  <a:pt x="131824" y="171944"/>
                </a:cubicBezTo>
                <a:close/>
                <a:moveTo>
                  <a:pt x="76420" y="114630"/>
                </a:moveTo>
                <a:cubicBezTo>
                  <a:pt x="76420" y="108898"/>
                  <a:pt x="78330" y="105077"/>
                  <a:pt x="82151" y="101256"/>
                </a:cubicBezTo>
                <a:cubicBezTo>
                  <a:pt x="85972" y="97435"/>
                  <a:pt x="89793" y="95525"/>
                  <a:pt x="95525" y="95525"/>
                </a:cubicBezTo>
                <a:lnTo>
                  <a:pt x="95525" y="131824"/>
                </a:lnTo>
                <a:cubicBezTo>
                  <a:pt x="85972" y="129913"/>
                  <a:pt x="76420" y="124182"/>
                  <a:pt x="76420" y="11463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96" descr="Data icon.">
            <a:extLst>
              <a:ext uri="{FF2B5EF4-FFF2-40B4-BE49-F238E27FC236}">
                <a16:creationId xmlns:a16="http://schemas.microsoft.com/office/drawing/2014/main" id="{8689D344-94E4-48A8-A1A9-7EEA45A21F92}"/>
              </a:ext>
            </a:extLst>
          </p:cNvPr>
          <p:cNvSpPr>
            <a:spLocks noChangeAspect="1"/>
          </p:cNvSpPr>
          <p:nvPr/>
        </p:nvSpPr>
        <p:spPr>
          <a:xfrm>
            <a:off x="7133568" y="1406139"/>
            <a:ext cx="382098" cy="420308"/>
          </a:xfrm>
          <a:custGeom>
            <a:avLst/>
            <a:gdLst>
              <a:gd name="connsiteX0" fmla="*/ 362993 w 382098"/>
              <a:gd name="connsiteY0" fmla="*/ 19105 h 420308"/>
              <a:gd name="connsiteX1" fmla="*/ 288484 w 382098"/>
              <a:gd name="connsiteY1" fmla="*/ 19105 h 420308"/>
              <a:gd name="connsiteX2" fmla="*/ 277021 w 382098"/>
              <a:gd name="connsiteY2" fmla="*/ 5731 h 420308"/>
              <a:gd name="connsiteX3" fmla="*/ 267469 w 382098"/>
              <a:gd name="connsiteY3" fmla="*/ 0 h 420308"/>
              <a:gd name="connsiteX4" fmla="*/ 267469 w 382098"/>
              <a:gd name="connsiteY4" fmla="*/ 0 h 420308"/>
              <a:gd name="connsiteX5" fmla="*/ 19105 w 382098"/>
              <a:gd name="connsiteY5" fmla="*/ 0 h 420308"/>
              <a:gd name="connsiteX6" fmla="*/ 0 w 382098"/>
              <a:gd name="connsiteY6" fmla="*/ 19105 h 420308"/>
              <a:gd name="connsiteX7" fmla="*/ 0 w 382098"/>
              <a:gd name="connsiteY7" fmla="*/ 401203 h 420308"/>
              <a:gd name="connsiteX8" fmla="*/ 19105 w 382098"/>
              <a:gd name="connsiteY8" fmla="*/ 420308 h 420308"/>
              <a:gd name="connsiteX9" fmla="*/ 364904 w 382098"/>
              <a:gd name="connsiteY9" fmla="*/ 420308 h 420308"/>
              <a:gd name="connsiteX10" fmla="*/ 382098 w 382098"/>
              <a:gd name="connsiteY10" fmla="*/ 403114 h 420308"/>
              <a:gd name="connsiteX11" fmla="*/ 382098 w 382098"/>
              <a:gd name="connsiteY11" fmla="*/ 403114 h 420308"/>
              <a:gd name="connsiteX12" fmla="*/ 382098 w 382098"/>
              <a:gd name="connsiteY12" fmla="*/ 38210 h 420308"/>
              <a:gd name="connsiteX13" fmla="*/ 362993 w 382098"/>
              <a:gd name="connsiteY13" fmla="*/ 19105 h 420308"/>
              <a:gd name="connsiteX14" fmla="*/ 320963 w 382098"/>
              <a:gd name="connsiteY14" fmla="*/ 85972 h 420308"/>
              <a:gd name="connsiteX15" fmla="*/ 277021 w 382098"/>
              <a:gd name="connsiteY15" fmla="*/ 85972 h 420308"/>
              <a:gd name="connsiteX16" fmla="*/ 267469 w 382098"/>
              <a:gd name="connsiteY16" fmla="*/ 76420 h 420308"/>
              <a:gd name="connsiteX17" fmla="*/ 267469 w 382098"/>
              <a:gd name="connsiteY17" fmla="*/ 22926 h 420308"/>
              <a:gd name="connsiteX18" fmla="*/ 320963 w 382098"/>
              <a:gd name="connsiteY18" fmla="*/ 85972 h 420308"/>
              <a:gd name="connsiteX19" fmla="*/ 19105 w 382098"/>
              <a:gd name="connsiteY19" fmla="*/ 401203 h 420308"/>
              <a:gd name="connsiteX20" fmla="*/ 19105 w 382098"/>
              <a:gd name="connsiteY20" fmla="*/ 19105 h 420308"/>
              <a:gd name="connsiteX21" fmla="*/ 248364 w 382098"/>
              <a:gd name="connsiteY21" fmla="*/ 19105 h 420308"/>
              <a:gd name="connsiteX22" fmla="*/ 248364 w 382098"/>
              <a:gd name="connsiteY22" fmla="*/ 76420 h 420308"/>
              <a:gd name="connsiteX23" fmla="*/ 277021 w 382098"/>
              <a:gd name="connsiteY23" fmla="*/ 105077 h 420308"/>
              <a:gd name="connsiteX24" fmla="*/ 324784 w 382098"/>
              <a:gd name="connsiteY24" fmla="*/ 105077 h 420308"/>
              <a:gd name="connsiteX25" fmla="*/ 324784 w 382098"/>
              <a:gd name="connsiteY25" fmla="*/ 401203 h 420308"/>
              <a:gd name="connsiteX26" fmla="*/ 19105 w 382098"/>
              <a:gd name="connsiteY26" fmla="*/ 401203 h 420308"/>
              <a:gd name="connsiteX27" fmla="*/ 362993 w 382098"/>
              <a:gd name="connsiteY27" fmla="*/ 401203 h 420308"/>
              <a:gd name="connsiteX28" fmla="*/ 343889 w 382098"/>
              <a:gd name="connsiteY28" fmla="*/ 401203 h 420308"/>
              <a:gd name="connsiteX29" fmla="*/ 343889 w 382098"/>
              <a:gd name="connsiteY29" fmla="*/ 89793 h 420308"/>
              <a:gd name="connsiteX30" fmla="*/ 340068 w 382098"/>
              <a:gd name="connsiteY30" fmla="*/ 76420 h 420308"/>
              <a:gd name="connsiteX31" fmla="*/ 305679 w 382098"/>
              <a:gd name="connsiteY31" fmla="*/ 38210 h 420308"/>
              <a:gd name="connsiteX32" fmla="*/ 362993 w 382098"/>
              <a:gd name="connsiteY32" fmla="*/ 38210 h 420308"/>
              <a:gd name="connsiteX33" fmla="*/ 362993 w 382098"/>
              <a:gd name="connsiteY33" fmla="*/ 401203 h 420308"/>
              <a:gd name="connsiteX34" fmla="*/ 126092 w 382098"/>
              <a:gd name="connsiteY34" fmla="*/ 128003 h 420308"/>
              <a:gd name="connsiteX35" fmla="*/ 139466 w 382098"/>
              <a:gd name="connsiteY35" fmla="*/ 141376 h 420308"/>
              <a:gd name="connsiteX36" fmla="*/ 160481 w 382098"/>
              <a:gd name="connsiteY36" fmla="*/ 141376 h 420308"/>
              <a:gd name="connsiteX37" fmla="*/ 210154 w 382098"/>
              <a:gd name="connsiteY37" fmla="*/ 91704 h 420308"/>
              <a:gd name="connsiteX38" fmla="*/ 210154 w 382098"/>
              <a:gd name="connsiteY38" fmla="*/ 105077 h 420308"/>
              <a:gd name="connsiteX39" fmla="*/ 229259 w 382098"/>
              <a:gd name="connsiteY39" fmla="*/ 105077 h 420308"/>
              <a:gd name="connsiteX40" fmla="*/ 229259 w 382098"/>
              <a:gd name="connsiteY40" fmla="*/ 70688 h 420308"/>
              <a:gd name="connsiteX41" fmla="*/ 215886 w 382098"/>
              <a:gd name="connsiteY41" fmla="*/ 57315 h 420308"/>
              <a:gd name="connsiteX42" fmla="*/ 181497 w 382098"/>
              <a:gd name="connsiteY42" fmla="*/ 57315 h 420308"/>
              <a:gd name="connsiteX43" fmla="*/ 181497 w 382098"/>
              <a:gd name="connsiteY43" fmla="*/ 76420 h 420308"/>
              <a:gd name="connsiteX44" fmla="*/ 198691 w 382098"/>
              <a:gd name="connsiteY44" fmla="*/ 76420 h 420308"/>
              <a:gd name="connsiteX45" fmla="*/ 149018 w 382098"/>
              <a:gd name="connsiteY45" fmla="*/ 126092 h 420308"/>
              <a:gd name="connsiteX46" fmla="*/ 135645 w 382098"/>
              <a:gd name="connsiteY46" fmla="*/ 110809 h 420308"/>
              <a:gd name="connsiteX47" fmla="*/ 126092 w 382098"/>
              <a:gd name="connsiteY47" fmla="*/ 106988 h 420308"/>
              <a:gd name="connsiteX48" fmla="*/ 126092 w 382098"/>
              <a:gd name="connsiteY48" fmla="*/ 106988 h 420308"/>
              <a:gd name="connsiteX49" fmla="*/ 114630 w 382098"/>
              <a:gd name="connsiteY49" fmla="*/ 110809 h 420308"/>
              <a:gd name="connsiteX50" fmla="*/ 34389 w 382098"/>
              <a:gd name="connsiteY50" fmla="*/ 191049 h 420308"/>
              <a:gd name="connsiteX51" fmla="*/ 47762 w 382098"/>
              <a:gd name="connsiteY51" fmla="*/ 204423 h 420308"/>
              <a:gd name="connsiteX52" fmla="*/ 126092 w 382098"/>
              <a:gd name="connsiteY52" fmla="*/ 128003 h 420308"/>
              <a:gd name="connsiteX53" fmla="*/ 38210 w 382098"/>
              <a:gd name="connsiteY53" fmla="*/ 229259 h 420308"/>
              <a:gd name="connsiteX54" fmla="*/ 296126 w 382098"/>
              <a:gd name="connsiteY54" fmla="*/ 229259 h 420308"/>
              <a:gd name="connsiteX55" fmla="*/ 296126 w 382098"/>
              <a:gd name="connsiteY55" fmla="*/ 248364 h 420308"/>
              <a:gd name="connsiteX56" fmla="*/ 38210 w 382098"/>
              <a:gd name="connsiteY56" fmla="*/ 248364 h 420308"/>
              <a:gd name="connsiteX57" fmla="*/ 38210 w 382098"/>
              <a:gd name="connsiteY57" fmla="*/ 229259 h 420308"/>
              <a:gd name="connsiteX58" fmla="*/ 38210 w 382098"/>
              <a:gd name="connsiteY58" fmla="*/ 286574 h 420308"/>
              <a:gd name="connsiteX59" fmla="*/ 257916 w 382098"/>
              <a:gd name="connsiteY59" fmla="*/ 286574 h 420308"/>
              <a:gd name="connsiteX60" fmla="*/ 257916 w 382098"/>
              <a:gd name="connsiteY60" fmla="*/ 305679 h 420308"/>
              <a:gd name="connsiteX61" fmla="*/ 38210 w 382098"/>
              <a:gd name="connsiteY61" fmla="*/ 305679 h 420308"/>
              <a:gd name="connsiteX62" fmla="*/ 38210 w 382098"/>
              <a:gd name="connsiteY62" fmla="*/ 286574 h 420308"/>
              <a:gd name="connsiteX63" fmla="*/ 38210 w 382098"/>
              <a:gd name="connsiteY63" fmla="*/ 343889 h 420308"/>
              <a:gd name="connsiteX64" fmla="*/ 191049 w 382098"/>
              <a:gd name="connsiteY64" fmla="*/ 343889 h 420308"/>
              <a:gd name="connsiteX65" fmla="*/ 191049 w 382098"/>
              <a:gd name="connsiteY65" fmla="*/ 362993 h 420308"/>
              <a:gd name="connsiteX66" fmla="*/ 38210 w 382098"/>
              <a:gd name="connsiteY66" fmla="*/ 362993 h 420308"/>
              <a:gd name="connsiteX67" fmla="*/ 38210 w 382098"/>
              <a:gd name="connsiteY67" fmla="*/ 34388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82098" h="420308">
                <a:moveTo>
                  <a:pt x="362993" y="19105"/>
                </a:moveTo>
                <a:lnTo>
                  <a:pt x="288484" y="19105"/>
                </a:lnTo>
                <a:lnTo>
                  <a:pt x="277021" y="5731"/>
                </a:lnTo>
                <a:cubicBezTo>
                  <a:pt x="275111" y="3821"/>
                  <a:pt x="271290" y="1910"/>
                  <a:pt x="267469" y="0"/>
                </a:cubicBezTo>
                <a:lnTo>
                  <a:pt x="267469" y="0"/>
                </a:ln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364904" y="420308"/>
                </a:lnTo>
                <a:cubicBezTo>
                  <a:pt x="374456" y="420308"/>
                  <a:pt x="382098" y="412666"/>
                  <a:pt x="382098" y="403114"/>
                </a:cubicBezTo>
                <a:lnTo>
                  <a:pt x="382098" y="403114"/>
                </a:lnTo>
                <a:lnTo>
                  <a:pt x="382098" y="38210"/>
                </a:lnTo>
                <a:cubicBezTo>
                  <a:pt x="382098" y="26747"/>
                  <a:pt x="374456" y="19105"/>
                  <a:pt x="362993" y="19105"/>
                </a:cubicBezTo>
                <a:close/>
                <a:moveTo>
                  <a:pt x="320963" y="85972"/>
                </a:moveTo>
                <a:lnTo>
                  <a:pt x="277021" y="85972"/>
                </a:lnTo>
                <a:cubicBezTo>
                  <a:pt x="271290" y="85972"/>
                  <a:pt x="267469" y="82151"/>
                  <a:pt x="267469" y="76420"/>
                </a:cubicBezTo>
                <a:lnTo>
                  <a:pt x="267469" y="22926"/>
                </a:lnTo>
                <a:lnTo>
                  <a:pt x="320963" y="85972"/>
                </a:lnTo>
                <a:close/>
                <a:moveTo>
                  <a:pt x="19105" y="401203"/>
                </a:moveTo>
                <a:lnTo>
                  <a:pt x="19105" y="19105"/>
                </a:lnTo>
                <a:lnTo>
                  <a:pt x="248364" y="19105"/>
                </a:lnTo>
                <a:lnTo>
                  <a:pt x="248364" y="76420"/>
                </a:lnTo>
                <a:cubicBezTo>
                  <a:pt x="248364" y="91704"/>
                  <a:pt x="261737" y="105077"/>
                  <a:pt x="277021" y="105077"/>
                </a:cubicBezTo>
                <a:lnTo>
                  <a:pt x="324784" y="105077"/>
                </a:lnTo>
                <a:lnTo>
                  <a:pt x="324784" y="401203"/>
                </a:lnTo>
                <a:lnTo>
                  <a:pt x="19105" y="401203"/>
                </a:lnTo>
                <a:close/>
                <a:moveTo>
                  <a:pt x="362993" y="401203"/>
                </a:moveTo>
                <a:lnTo>
                  <a:pt x="343889" y="401203"/>
                </a:lnTo>
                <a:lnTo>
                  <a:pt x="343889" y="89793"/>
                </a:lnTo>
                <a:cubicBezTo>
                  <a:pt x="343889" y="84062"/>
                  <a:pt x="341978" y="80241"/>
                  <a:pt x="340068" y="76420"/>
                </a:cubicBezTo>
                <a:lnTo>
                  <a:pt x="305679" y="38210"/>
                </a:lnTo>
                <a:lnTo>
                  <a:pt x="362993" y="38210"/>
                </a:lnTo>
                <a:lnTo>
                  <a:pt x="362993" y="401203"/>
                </a:lnTo>
                <a:close/>
                <a:moveTo>
                  <a:pt x="126092" y="128003"/>
                </a:moveTo>
                <a:lnTo>
                  <a:pt x="139466" y="141376"/>
                </a:lnTo>
                <a:cubicBezTo>
                  <a:pt x="145197" y="147108"/>
                  <a:pt x="154750" y="147108"/>
                  <a:pt x="160481" y="141376"/>
                </a:cubicBezTo>
                <a:lnTo>
                  <a:pt x="210154" y="91704"/>
                </a:lnTo>
                <a:lnTo>
                  <a:pt x="210154" y="105077"/>
                </a:lnTo>
                <a:lnTo>
                  <a:pt x="229259" y="105077"/>
                </a:lnTo>
                <a:lnTo>
                  <a:pt x="229259" y="70688"/>
                </a:lnTo>
                <a:cubicBezTo>
                  <a:pt x="229259" y="63046"/>
                  <a:pt x="223528" y="57315"/>
                  <a:pt x="215886" y="57315"/>
                </a:cubicBezTo>
                <a:lnTo>
                  <a:pt x="181497" y="57315"/>
                </a:lnTo>
                <a:lnTo>
                  <a:pt x="181497" y="76420"/>
                </a:lnTo>
                <a:lnTo>
                  <a:pt x="198691" y="76420"/>
                </a:lnTo>
                <a:lnTo>
                  <a:pt x="149018" y="126092"/>
                </a:lnTo>
                <a:lnTo>
                  <a:pt x="135645" y="110809"/>
                </a:lnTo>
                <a:cubicBezTo>
                  <a:pt x="131824" y="108898"/>
                  <a:pt x="128003" y="106988"/>
                  <a:pt x="126092" y="106988"/>
                </a:cubicBezTo>
                <a:lnTo>
                  <a:pt x="126092" y="106988"/>
                </a:lnTo>
                <a:cubicBezTo>
                  <a:pt x="120361" y="106988"/>
                  <a:pt x="116540" y="108898"/>
                  <a:pt x="114630" y="110809"/>
                </a:cubicBezTo>
                <a:lnTo>
                  <a:pt x="34389" y="191049"/>
                </a:lnTo>
                <a:lnTo>
                  <a:pt x="47762" y="204423"/>
                </a:lnTo>
                <a:lnTo>
                  <a:pt x="126092" y="128003"/>
                </a:lnTo>
                <a:close/>
                <a:moveTo>
                  <a:pt x="38210" y="229259"/>
                </a:moveTo>
                <a:lnTo>
                  <a:pt x="296126" y="229259"/>
                </a:lnTo>
                <a:lnTo>
                  <a:pt x="296126" y="248364"/>
                </a:lnTo>
                <a:lnTo>
                  <a:pt x="38210" y="248364"/>
                </a:lnTo>
                <a:lnTo>
                  <a:pt x="38210" y="229259"/>
                </a:lnTo>
                <a:close/>
                <a:moveTo>
                  <a:pt x="38210" y="286574"/>
                </a:moveTo>
                <a:lnTo>
                  <a:pt x="257916" y="286574"/>
                </a:lnTo>
                <a:lnTo>
                  <a:pt x="257916" y="305679"/>
                </a:lnTo>
                <a:lnTo>
                  <a:pt x="38210" y="305679"/>
                </a:lnTo>
                <a:lnTo>
                  <a:pt x="38210" y="286574"/>
                </a:lnTo>
                <a:close/>
                <a:moveTo>
                  <a:pt x="38210" y="343889"/>
                </a:moveTo>
                <a:lnTo>
                  <a:pt x="191049" y="343889"/>
                </a:lnTo>
                <a:lnTo>
                  <a:pt x="191049" y="362993"/>
                </a:lnTo>
                <a:lnTo>
                  <a:pt x="38210" y="362993"/>
                </a:lnTo>
                <a:lnTo>
                  <a:pt x="38210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0" name="Graphic 8" descr="Financial analytics icon.">
            <a:extLst>
              <a:ext uri="{FF2B5EF4-FFF2-40B4-BE49-F238E27FC236}">
                <a16:creationId xmlns:a16="http://schemas.microsoft.com/office/drawing/2014/main" id="{BD999137-3B91-4606-8433-6909783DA102}"/>
              </a:ext>
            </a:extLst>
          </p:cNvPr>
          <p:cNvSpPr/>
          <p:nvPr/>
        </p:nvSpPr>
        <p:spPr>
          <a:xfrm>
            <a:off x="8344867" y="1404963"/>
            <a:ext cx="383167" cy="421484"/>
          </a:xfrm>
          <a:custGeom>
            <a:avLst/>
            <a:gdLst>
              <a:gd name="connsiteX0" fmla="*/ 268217 w 383167"/>
              <a:gd name="connsiteY0" fmla="*/ 191584 h 421484"/>
              <a:gd name="connsiteX1" fmla="*/ 249059 w 383167"/>
              <a:gd name="connsiteY1" fmla="*/ 172425 h 421484"/>
              <a:gd name="connsiteX2" fmla="*/ 210742 w 383167"/>
              <a:gd name="connsiteY2" fmla="*/ 172425 h 421484"/>
              <a:gd name="connsiteX3" fmla="*/ 191584 w 383167"/>
              <a:gd name="connsiteY3" fmla="*/ 191584 h 421484"/>
              <a:gd name="connsiteX4" fmla="*/ 191584 w 383167"/>
              <a:gd name="connsiteY4" fmla="*/ 364009 h 421484"/>
              <a:gd name="connsiteX5" fmla="*/ 153267 w 383167"/>
              <a:gd name="connsiteY5" fmla="*/ 364009 h 421484"/>
              <a:gd name="connsiteX6" fmla="*/ 153267 w 383167"/>
              <a:gd name="connsiteY6" fmla="*/ 306534 h 421484"/>
              <a:gd name="connsiteX7" fmla="*/ 134109 w 383167"/>
              <a:gd name="connsiteY7" fmla="*/ 287376 h 421484"/>
              <a:gd name="connsiteX8" fmla="*/ 95792 w 383167"/>
              <a:gd name="connsiteY8" fmla="*/ 287376 h 421484"/>
              <a:gd name="connsiteX9" fmla="*/ 76634 w 383167"/>
              <a:gd name="connsiteY9" fmla="*/ 306534 h 421484"/>
              <a:gd name="connsiteX10" fmla="*/ 76634 w 383167"/>
              <a:gd name="connsiteY10" fmla="*/ 364009 h 421484"/>
              <a:gd name="connsiteX11" fmla="*/ 38317 w 383167"/>
              <a:gd name="connsiteY11" fmla="*/ 364009 h 421484"/>
              <a:gd name="connsiteX12" fmla="*/ 38317 w 383167"/>
              <a:gd name="connsiteY12" fmla="*/ 383168 h 421484"/>
              <a:gd name="connsiteX13" fmla="*/ 306534 w 383167"/>
              <a:gd name="connsiteY13" fmla="*/ 383168 h 421484"/>
              <a:gd name="connsiteX14" fmla="*/ 306534 w 383167"/>
              <a:gd name="connsiteY14" fmla="*/ 364009 h 421484"/>
              <a:gd name="connsiteX15" fmla="*/ 268217 w 383167"/>
              <a:gd name="connsiteY15" fmla="*/ 364009 h 421484"/>
              <a:gd name="connsiteX16" fmla="*/ 268217 w 383167"/>
              <a:gd name="connsiteY16" fmla="*/ 191584 h 421484"/>
              <a:gd name="connsiteX17" fmla="*/ 210742 w 383167"/>
              <a:gd name="connsiteY17" fmla="*/ 191584 h 421484"/>
              <a:gd name="connsiteX18" fmla="*/ 249059 w 383167"/>
              <a:gd name="connsiteY18" fmla="*/ 191584 h 421484"/>
              <a:gd name="connsiteX19" fmla="*/ 249059 w 383167"/>
              <a:gd name="connsiteY19" fmla="*/ 364009 h 421484"/>
              <a:gd name="connsiteX20" fmla="*/ 210742 w 383167"/>
              <a:gd name="connsiteY20" fmla="*/ 364009 h 421484"/>
              <a:gd name="connsiteX21" fmla="*/ 210742 w 383167"/>
              <a:gd name="connsiteY21" fmla="*/ 191584 h 421484"/>
              <a:gd name="connsiteX22" fmla="*/ 95792 w 383167"/>
              <a:gd name="connsiteY22" fmla="*/ 306534 h 421484"/>
              <a:gd name="connsiteX23" fmla="*/ 134109 w 383167"/>
              <a:gd name="connsiteY23" fmla="*/ 306534 h 421484"/>
              <a:gd name="connsiteX24" fmla="*/ 134109 w 383167"/>
              <a:gd name="connsiteY24" fmla="*/ 364009 h 421484"/>
              <a:gd name="connsiteX25" fmla="*/ 95792 w 383167"/>
              <a:gd name="connsiteY25" fmla="*/ 364009 h 421484"/>
              <a:gd name="connsiteX26" fmla="*/ 95792 w 383167"/>
              <a:gd name="connsiteY26" fmla="*/ 306534 h 421484"/>
              <a:gd name="connsiteX27" fmla="*/ 114950 w 383167"/>
              <a:gd name="connsiteY27" fmla="*/ 191584 h 421484"/>
              <a:gd name="connsiteX28" fmla="*/ 191584 w 383167"/>
              <a:gd name="connsiteY28" fmla="*/ 114950 h 421484"/>
              <a:gd name="connsiteX29" fmla="*/ 114950 w 383167"/>
              <a:gd name="connsiteY29" fmla="*/ 38317 h 421484"/>
              <a:gd name="connsiteX30" fmla="*/ 38317 w 383167"/>
              <a:gd name="connsiteY30" fmla="*/ 114950 h 421484"/>
              <a:gd name="connsiteX31" fmla="*/ 114950 w 383167"/>
              <a:gd name="connsiteY31" fmla="*/ 191584 h 421484"/>
              <a:gd name="connsiteX32" fmla="*/ 170510 w 383167"/>
              <a:gd name="connsiteY32" fmla="*/ 105371 h 421484"/>
              <a:gd name="connsiteX33" fmla="*/ 124529 w 383167"/>
              <a:gd name="connsiteY33" fmla="*/ 105371 h 421484"/>
              <a:gd name="connsiteX34" fmla="*/ 124529 w 383167"/>
              <a:gd name="connsiteY34" fmla="*/ 59391 h 421484"/>
              <a:gd name="connsiteX35" fmla="*/ 170510 w 383167"/>
              <a:gd name="connsiteY35" fmla="*/ 105371 h 421484"/>
              <a:gd name="connsiteX36" fmla="*/ 170510 w 383167"/>
              <a:gd name="connsiteY36" fmla="*/ 105371 h 421484"/>
              <a:gd name="connsiteX37" fmla="*/ 105371 w 383167"/>
              <a:gd name="connsiteY37" fmla="*/ 59391 h 421484"/>
              <a:gd name="connsiteX38" fmla="*/ 105371 w 383167"/>
              <a:gd name="connsiteY38" fmla="*/ 124529 h 421484"/>
              <a:gd name="connsiteX39" fmla="*/ 170510 w 383167"/>
              <a:gd name="connsiteY39" fmla="*/ 124529 h 421484"/>
              <a:gd name="connsiteX40" fmla="*/ 105371 w 383167"/>
              <a:gd name="connsiteY40" fmla="*/ 172425 h 421484"/>
              <a:gd name="connsiteX41" fmla="*/ 57475 w 383167"/>
              <a:gd name="connsiteY41" fmla="*/ 105371 h 421484"/>
              <a:gd name="connsiteX42" fmla="*/ 105371 w 383167"/>
              <a:gd name="connsiteY42" fmla="*/ 59391 h 421484"/>
              <a:gd name="connsiteX43" fmla="*/ 364009 w 383167"/>
              <a:gd name="connsiteY43" fmla="*/ 19158 h 421484"/>
              <a:gd name="connsiteX44" fmla="*/ 289291 w 383167"/>
              <a:gd name="connsiteY44" fmla="*/ 19158 h 421484"/>
              <a:gd name="connsiteX45" fmla="*/ 277796 w 383167"/>
              <a:gd name="connsiteY45" fmla="*/ 5748 h 421484"/>
              <a:gd name="connsiteX46" fmla="*/ 264386 w 383167"/>
              <a:gd name="connsiteY46" fmla="*/ 0 h 421484"/>
              <a:gd name="connsiteX47" fmla="*/ 19158 w 383167"/>
              <a:gd name="connsiteY47" fmla="*/ 0 h 421484"/>
              <a:gd name="connsiteX48" fmla="*/ 0 w 383167"/>
              <a:gd name="connsiteY48" fmla="*/ 19158 h 421484"/>
              <a:gd name="connsiteX49" fmla="*/ 0 w 383167"/>
              <a:gd name="connsiteY49" fmla="*/ 402326 h 421484"/>
              <a:gd name="connsiteX50" fmla="*/ 19158 w 383167"/>
              <a:gd name="connsiteY50" fmla="*/ 421484 h 421484"/>
              <a:gd name="connsiteX51" fmla="*/ 365925 w 383167"/>
              <a:gd name="connsiteY51" fmla="*/ 421484 h 421484"/>
              <a:gd name="connsiteX52" fmla="*/ 383168 w 383167"/>
              <a:gd name="connsiteY52" fmla="*/ 404242 h 421484"/>
              <a:gd name="connsiteX53" fmla="*/ 383168 w 383167"/>
              <a:gd name="connsiteY53" fmla="*/ 404242 h 421484"/>
              <a:gd name="connsiteX54" fmla="*/ 383168 w 383167"/>
              <a:gd name="connsiteY54" fmla="*/ 38317 h 421484"/>
              <a:gd name="connsiteX55" fmla="*/ 364009 w 383167"/>
              <a:gd name="connsiteY55" fmla="*/ 19158 h 421484"/>
              <a:gd name="connsiteX56" fmla="*/ 264386 w 383167"/>
              <a:gd name="connsiteY56" fmla="*/ 19158 h 421484"/>
              <a:gd name="connsiteX57" fmla="*/ 323777 w 383167"/>
              <a:gd name="connsiteY57" fmla="*/ 86213 h 421484"/>
              <a:gd name="connsiteX58" fmla="*/ 268217 w 383167"/>
              <a:gd name="connsiteY58" fmla="*/ 86213 h 421484"/>
              <a:gd name="connsiteX59" fmla="*/ 258638 w 383167"/>
              <a:gd name="connsiteY59" fmla="*/ 76634 h 421484"/>
              <a:gd name="connsiteX60" fmla="*/ 258638 w 383167"/>
              <a:gd name="connsiteY60" fmla="*/ 19158 h 421484"/>
              <a:gd name="connsiteX61" fmla="*/ 264386 w 383167"/>
              <a:gd name="connsiteY61" fmla="*/ 19158 h 421484"/>
              <a:gd name="connsiteX62" fmla="*/ 19158 w 383167"/>
              <a:gd name="connsiteY62" fmla="*/ 402326 h 421484"/>
              <a:gd name="connsiteX63" fmla="*/ 19158 w 383167"/>
              <a:gd name="connsiteY63" fmla="*/ 19158 h 421484"/>
              <a:gd name="connsiteX64" fmla="*/ 239480 w 383167"/>
              <a:gd name="connsiteY64" fmla="*/ 19158 h 421484"/>
              <a:gd name="connsiteX65" fmla="*/ 239480 w 383167"/>
              <a:gd name="connsiteY65" fmla="*/ 76634 h 421484"/>
              <a:gd name="connsiteX66" fmla="*/ 268217 w 383167"/>
              <a:gd name="connsiteY66" fmla="*/ 105371 h 421484"/>
              <a:gd name="connsiteX67" fmla="*/ 268217 w 383167"/>
              <a:gd name="connsiteY67" fmla="*/ 105371 h 421484"/>
              <a:gd name="connsiteX68" fmla="*/ 325692 w 383167"/>
              <a:gd name="connsiteY68" fmla="*/ 105371 h 421484"/>
              <a:gd name="connsiteX69" fmla="*/ 325692 w 383167"/>
              <a:gd name="connsiteY69" fmla="*/ 402326 h 421484"/>
              <a:gd name="connsiteX70" fmla="*/ 19158 w 383167"/>
              <a:gd name="connsiteY70" fmla="*/ 402326 h 421484"/>
              <a:gd name="connsiteX71" fmla="*/ 364009 w 383167"/>
              <a:gd name="connsiteY71" fmla="*/ 402326 h 421484"/>
              <a:gd name="connsiteX72" fmla="*/ 344851 w 383167"/>
              <a:gd name="connsiteY72" fmla="*/ 402326 h 421484"/>
              <a:gd name="connsiteX73" fmla="*/ 344851 w 383167"/>
              <a:gd name="connsiteY73" fmla="*/ 90044 h 421484"/>
              <a:gd name="connsiteX74" fmla="*/ 341019 w 383167"/>
              <a:gd name="connsiteY74" fmla="*/ 76634 h 421484"/>
              <a:gd name="connsiteX75" fmla="*/ 306534 w 383167"/>
              <a:gd name="connsiteY75" fmla="*/ 38317 h 421484"/>
              <a:gd name="connsiteX76" fmla="*/ 364009 w 383167"/>
              <a:gd name="connsiteY76" fmla="*/ 38317 h 421484"/>
              <a:gd name="connsiteX77" fmla="*/ 364009 w 383167"/>
              <a:gd name="connsiteY77" fmla="*/ 402326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3167" h="421484">
                <a:moveTo>
                  <a:pt x="268217" y="191584"/>
                </a:moveTo>
                <a:cubicBezTo>
                  <a:pt x="268217" y="180089"/>
                  <a:pt x="260554" y="172425"/>
                  <a:pt x="249059" y="172425"/>
                </a:cubicBezTo>
                <a:lnTo>
                  <a:pt x="210742" y="172425"/>
                </a:lnTo>
                <a:cubicBezTo>
                  <a:pt x="199247" y="172425"/>
                  <a:pt x="191584" y="180089"/>
                  <a:pt x="191584" y="191584"/>
                </a:cubicBezTo>
                <a:lnTo>
                  <a:pt x="191584" y="364009"/>
                </a:lnTo>
                <a:lnTo>
                  <a:pt x="153267" y="364009"/>
                </a:lnTo>
                <a:lnTo>
                  <a:pt x="153267" y="306534"/>
                </a:lnTo>
                <a:cubicBezTo>
                  <a:pt x="153267" y="295039"/>
                  <a:pt x="145604" y="287376"/>
                  <a:pt x="134109" y="287376"/>
                </a:cubicBezTo>
                <a:lnTo>
                  <a:pt x="95792" y="287376"/>
                </a:lnTo>
                <a:cubicBezTo>
                  <a:pt x="84297" y="287376"/>
                  <a:pt x="76634" y="295039"/>
                  <a:pt x="76634" y="306534"/>
                </a:cubicBezTo>
                <a:lnTo>
                  <a:pt x="76634" y="364009"/>
                </a:lnTo>
                <a:lnTo>
                  <a:pt x="38317" y="364009"/>
                </a:lnTo>
                <a:lnTo>
                  <a:pt x="38317" y="383168"/>
                </a:lnTo>
                <a:lnTo>
                  <a:pt x="306534" y="383168"/>
                </a:lnTo>
                <a:lnTo>
                  <a:pt x="306534" y="364009"/>
                </a:lnTo>
                <a:lnTo>
                  <a:pt x="268217" y="364009"/>
                </a:lnTo>
                <a:lnTo>
                  <a:pt x="268217" y="191584"/>
                </a:lnTo>
                <a:close/>
                <a:moveTo>
                  <a:pt x="210742" y="191584"/>
                </a:moveTo>
                <a:lnTo>
                  <a:pt x="249059" y="191584"/>
                </a:lnTo>
                <a:lnTo>
                  <a:pt x="249059" y="364009"/>
                </a:lnTo>
                <a:lnTo>
                  <a:pt x="210742" y="364009"/>
                </a:lnTo>
                <a:lnTo>
                  <a:pt x="210742" y="191584"/>
                </a:lnTo>
                <a:close/>
                <a:moveTo>
                  <a:pt x="95792" y="306534"/>
                </a:moveTo>
                <a:lnTo>
                  <a:pt x="134109" y="306534"/>
                </a:lnTo>
                <a:lnTo>
                  <a:pt x="134109" y="364009"/>
                </a:lnTo>
                <a:lnTo>
                  <a:pt x="95792" y="364009"/>
                </a:lnTo>
                <a:lnTo>
                  <a:pt x="95792" y="306534"/>
                </a:lnTo>
                <a:close/>
                <a:moveTo>
                  <a:pt x="114950" y="191584"/>
                </a:moveTo>
                <a:cubicBezTo>
                  <a:pt x="157099" y="191584"/>
                  <a:pt x="191584" y="157099"/>
                  <a:pt x="191584" y="114950"/>
                </a:cubicBezTo>
                <a:cubicBezTo>
                  <a:pt x="191584" y="72802"/>
                  <a:pt x="157099" y="38317"/>
                  <a:pt x="114950" y="38317"/>
                </a:cubicBezTo>
                <a:cubicBezTo>
                  <a:pt x="72802" y="38317"/>
                  <a:pt x="38317" y="72802"/>
                  <a:pt x="38317" y="114950"/>
                </a:cubicBezTo>
                <a:cubicBezTo>
                  <a:pt x="38317" y="157099"/>
                  <a:pt x="72802" y="191584"/>
                  <a:pt x="114950" y="191584"/>
                </a:cubicBezTo>
                <a:close/>
                <a:moveTo>
                  <a:pt x="170510" y="105371"/>
                </a:moveTo>
                <a:lnTo>
                  <a:pt x="124529" y="105371"/>
                </a:lnTo>
                <a:lnTo>
                  <a:pt x="124529" y="59391"/>
                </a:lnTo>
                <a:cubicBezTo>
                  <a:pt x="147519" y="63223"/>
                  <a:pt x="166678" y="80465"/>
                  <a:pt x="170510" y="105371"/>
                </a:cubicBezTo>
                <a:lnTo>
                  <a:pt x="170510" y="105371"/>
                </a:lnTo>
                <a:close/>
                <a:moveTo>
                  <a:pt x="105371" y="59391"/>
                </a:moveTo>
                <a:lnTo>
                  <a:pt x="105371" y="124529"/>
                </a:lnTo>
                <a:lnTo>
                  <a:pt x="170510" y="124529"/>
                </a:lnTo>
                <a:cubicBezTo>
                  <a:pt x="164762" y="155183"/>
                  <a:pt x="136024" y="176257"/>
                  <a:pt x="105371" y="172425"/>
                </a:cubicBezTo>
                <a:cubicBezTo>
                  <a:pt x="74718" y="166678"/>
                  <a:pt x="51728" y="137940"/>
                  <a:pt x="57475" y="105371"/>
                </a:cubicBezTo>
                <a:cubicBezTo>
                  <a:pt x="61307" y="82381"/>
                  <a:pt x="80465" y="63223"/>
                  <a:pt x="105371" y="59391"/>
                </a:cubicBezTo>
                <a:close/>
                <a:moveTo>
                  <a:pt x="364009" y="19158"/>
                </a:moveTo>
                <a:lnTo>
                  <a:pt x="289291" y="19158"/>
                </a:lnTo>
                <a:lnTo>
                  <a:pt x="277796" y="5748"/>
                </a:lnTo>
                <a:cubicBezTo>
                  <a:pt x="273965" y="1916"/>
                  <a:pt x="270133" y="0"/>
                  <a:pt x="264386" y="0"/>
                </a:cubicBez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02326"/>
                </a:lnTo>
                <a:cubicBezTo>
                  <a:pt x="0" y="413821"/>
                  <a:pt x="7663" y="421484"/>
                  <a:pt x="19158" y="421484"/>
                </a:cubicBezTo>
                <a:lnTo>
                  <a:pt x="365925" y="421484"/>
                </a:lnTo>
                <a:cubicBezTo>
                  <a:pt x="375504" y="421484"/>
                  <a:pt x="383168" y="413821"/>
                  <a:pt x="383168" y="404242"/>
                </a:cubicBezTo>
                <a:lnTo>
                  <a:pt x="383168" y="404242"/>
                </a:lnTo>
                <a:lnTo>
                  <a:pt x="383168" y="38317"/>
                </a:lnTo>
                <a:cubicBezTo>
                  <a:pt x="383168" y="26822"/>
                  <a:pt x="375504" y="19158"/>
                  <a:pt x="364009" y="19158"/>
                </a:cubicBezTo>
                <a:close/>
                <a:moveTo>
                  <a:pt x="264386" y="19158"/>
                </a:moveTo>
                <a:lnTo>
                  <a:pt x="323777" y="86213"/>
                </a:lnTo>
                <a:lnTo>
                  <a:pt x="268217" y="86213"/>
                </a:lnTo>
                <a:cubicBezTo>
                  <a:pt x="262470" y="86213"/>
                  <a:pt x="258638" y="82381"/>
                  <a:pt x="258638" y="76634"/>
                </a:cubicBezTo>
                <a:lnTo>
                  <a:pt x="258638" y="19158"/>
                </a:lnTo>
                <a:lnTo>
                  <a:pt x="264386" y="19158"/>
                </a:lnTo>
                <a:close/>
                <a:moveTo>
                  <a:pt x="19158" y="402326"/>
                </a:moveTo>
                <a:lnTo>
                  <a:pt x="19158" y="19158"/>
                </a:lnTo>
                <a:lnTo>
                  <a:pt x="239480" y="19158"/>
                </a:lnTo>
                <a:lnTo>
                  <a:pt x="239480" y="76634"/>
                </a:lnTo>
                <a:cubicBezTo>
                  <a:pt x="239480" y="91960"/>
                  <a:pt x="252891" y="105371"/>
                  <a:pt x="268217" y="105371"/>
                </a:cubicBezTo>
                <a:cubicBezTo>
                  <a:pt x="268217" y="105371"/>
                  <a:pt x="268217" y="105371"/>
                  <a:pt x="268217" y="105371"/>
                </a:cubicBezTo>
                <a:lnTo>
                  <a:pt x="325692" y="105371"/>
                </a:lnTo>
                <a:lnTo>
                  <a:pt x="325692" y="402326"/>
                </a:lnTo>
                <a:lnTo>
                  <a:pt x="19158" y="402326"/>
                </a:lnTo>
                <a:close/>
                <a:moveTo>
                  <a:pt x="364009" y="402326"/>
                </a:moveTo>
                <a:lnTo>
                  <a:pt x="344851" y="402326"/>
                </a:lnTo>
                <a:lnTo>
                  <a:pt x="344851" y="90044"/>
                </a:lnTo>
                <a:cubicBezTo>
                  <a:pt x="344851" y="84297"/>
                  <a:pt x="342935" y="80465"/>
                  <a:pt x="341019" y="76634"/>
                </a:cubicBezTo>
                <a:lnTo>
                  <a:pt x="306534" y="38317"/>
                </a:lnTo>
                <a:lnTo>
                  <a:pt x="364009" y="38317"/>
                </a:lnTo>
                <a:lnTo>
                  <a:pt x="364009" y="40232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1" name="Graphic 10" descr="Medical data icon.">
            <a:extLst>
              <a:ext uri="{FF2B5EF4-FFF2-40B4-BE49-F238E27FC236}">
                <a16:creationId xmlns:a16="http://schemas.microsoft.com/office/drawing/2014/main" id="{C8D727B9-71E9-4C3D-9D39-00E0C4B1478E}"/>
              </a:ext>
            </a:extLst>
          </p:cNvPr>
          <p:cNvSpPr/>
          <p:nvPr/>
        </p:nvSpPr>
        <p:spPr>
          <a:xfrm>
            <a:off x="9586130" y="1404963"/>
            <a:ext cx="383167" cy="421484"/>
          </a:xfrm>
          <a:custGeom>
            <a:avLst/>
            <a:gdLst>
              <a:gd name="connsiteX0" fmla="*/ 364009 w 383167"/>
              <a:gd name="connsiteY0" fmla="*/ 19158 h 421484"/>
              <a:gd name="connsiteX1" fmla="*/ 289291 w 383167"/>
              <a:gd name="connsiteY1" fmla="*/ 19158 h 421484"/>
              <a:gd name="connsiteX2" fmla="*/ 277796 w 383167"/>
              <a:gd name="connsiteY2" fmla="*/ 5748 h 421484"/>
              <a:gd name="connsiteX3" fmla="*/ 268217 w 383167"/>
              <a:gd name="connsiteY3" fmla="*/ 0 h 421484"/>
              <a:gd name="connsiteX4" fmla="*/ 268217 w 383167"/>
              <a:gd name="connsiteY4" fmla="*/ 0 h 421484"/>
              <a:gd name="connsiteX5" fmla="*/ 19158 w 383167"/>
              <a:gd name="connsiteY5" fmla="*/ 0 h 421484"/>
              <a:gd name="connsiteX6" fmla="*/ 0 w 383167"/>
              <a:gd name="connsiteY6" fmla="*/ 19158 h 421484"/>
              <a:gd name="connsiteX7" fmla="*/ 0 w 383167"/>
              <a:gd name="connsiteY7" fmla="*/ 402326 h 421484"/>
              <a:gd name="connsiteX8" fmla="*/ 19158 w 383167"/>
              <a:gd name="connsiteY8" fmla="*/ 421484 h 421484"/>
              <a:gd name="connsiteX9" fmla="*/ 365925 w 383167"/>
              <a:gd name="connsiteY9" fmla="*/ 421484 h 421484"/>
              <a:gd name="connsiteX10" fmla="*/ 383168 w 383167"/>
              <a:gd name="connsiteY10" fmla="*/ 404242 h 421484"/>
              <a:gd name="connsiteX11" fmla="*/ 383168 w 383167"/>
              <a:gd name="connsiteY11" fmla="*/ 404242 h 421484"/>
              <a:gd name="connsiteX12" fmla="*/ 383168 w 383167"/>
              <a:gd name="connsiteY12" fmla="*/ 38317 h 421484"/>
              <a:gd name="connsiteX13" fmla="*/ 364009 w 383167"/>
              <a:gd name="connsiteY13" fmla="*/ 19158 h 421484"/>
              <a:gd name="connsiteX14" fmla="*/ 321861 w 383167"/>
              <a:gd name="connsiteY14" fmla="*/ 86213 h 421484"/>
              <a:gd name="connsiteX15" fmla="*/ 277796 w 383167"/>
              <a:gd name="connsiteY15" fmla="*/ 86213 h 421484"/>
              <a:gd name="connsiteX16" fmla="*/ 268217 w 383167"/>
              <a:gd name="connsiteY16" fmla="*/ 76634 h 421484"/>
              <a:gd name="connsiteX17" fmla="*/ 268217 w 383167"/>
              <a:gd name="connsiteY17" fmla="*/ 22990 h 421484"/>
              <a:gd name="connsiteX18" fmla="*/ 321861 w 383167"/>
              <a:gd name="connsiteY18" fmla="*/ 86213 h 421484"/>
              <a:gd name="connsiteX19" fmla="*/ 19158 w 383167"/>
              <a:gd name="connsiteY19" fmla="*/ 402326 h 421484"/>
              <a:gd name="connsiteX20" fmla="*/ 19158 w 383167"/>
              <a:gd name="connsiteY20" fmla="*/ 19158 h 421484"/>
              <a:gd name="connsiteX21" fmla="*/ 249059 w 383167"/>
              <a:gd name="connsiteY21" fmla="*/ 19158 h 421484"/>
              <a:gd name="connsiteX22" fmla="*/ 249059 w 383167"/>
              <a:gd name="connsiteY22" fmla="*/ 76634 h 421484"/>
              <a:gd name="connsiteX23" fmla="*/ 277796 w 383167"/>
              <a:gd name="connsiteY23" fmla="*/ 105371 h 421484"/>
              <a:gd name="connsiteX24" fmla="*/ 325692 w 383167"/>
              <a:gd name="connsiteY24" fmla="*/ 105371 h 421484"/>
              <a:gd name="connsiteX25" fmla="*/ 325692 w 383167"/>
              <a:gd name="connsiteY25" fmla="*/ 402326 h 421484"/>
              <a:gd name="connsiteX26" fmla="*/ 19158 w 383167"/>
              <a:gd name="connsiteY26" fmla="*/ 402326 h 421484"/>
              <a:gd name="connsiteX27" fmla="*/ 364009 w 383167"/>
              <a:gd name="connsiteY27" fmla="*/ 402326 h 421484"/>
              <a:gd name="connsiteX28" fmla="*/ 344851 w 383167"/>
              <a:gd name="connsiteY28" fmla="*/ 402326 h 421484"/>
              <a:gd name="connsiteX29" fmla="*/ 344851 w 383167"/>
              <a:gd name="connsiteY29" fmla="*/ 90044 h 421484"/>
              <a:gd name="connsiteX30" fmla="*/ 341019 w 383167"/>
              <a:gd name="connsiteY30" fmla="*/ 76634 h 421484"/>
              <a:gd name="connsiteX31" fmla="*/ 306534 w 383167"/>
              <a:gd name="connsiteY31" fmla="*/ 38317 h 421484"/>
              <a:gd name="connsiteX32" fmla="*/ 364009 w 383167"/>
              <a:gd name="connsiteY32" fmla="*/ 38317 h 421484"/>
              <a:gd name="connsiteX33" fmla="*/ 364009 w 383167"/>
              <a:gd name="connsiteY33" fmla="*/ 402326 h 421484"/>
              <a:gd name="connsiteX34" fmla="*/ 38317 w 383167"/>
              <a:gd name="connsiteY34" fmla="*/ 229901 h 421484"/>
              <a:gd name="connsiteX35" fmla="*/ 296955 w 383167"/>
              <a:gd name="connsiteY35" fmla="*/ 229901 h 421484"/>
              <a:gd name="connsiteX36" fmla="*/ 296955 w 383167"/>
              <a:gd name="connsiteY36" fmla="*/ 249059 h 421484"/>
              <a:gd name="connsiteX37" fmla="*/ 38317 w 383167"/>
              <a:gd name="connsiteY37" fmla="*/ 249059 h 421484"/>
              <a:gd name="connsiteX38" fmla="*/ 38317 w 383167"/>
              <a:gd name="connsiteY38" fmla="*/ 229901 h 421484"/>
              <a:gd name="connsiteX39" fmla="*/ 38317 w 383167"/>
              <a:gd name="connsiteY39" fmla="*/ 287376 h 421484"/>
              <a:gd name="connsiteX40" fmla="*/ 258638 w 383167"/>
              <a:gd name="connsiteY40" fmla="*/ 287376 h 421484"/>
              <a:gd name="connsiteX41" fmla="*/ 258638 w 383167"/>
              <a:gd name="connsiteY41" fmla="*/ 306534 h 421484"/>
              <a:gd name="connsiteX42" fmla="*/ 38317 w 383167"/>
              <a:gd name="connsiteY42" fmla="*/ 306534 h 421484"/>
              <a:gd name="connsiteX43" fmla="*/ 38317 w 383167"/>
              <a:gd name="connsiteY43" fmla="*/ 287376 h 421484"/>
              <a:gd name="connsiteX44" fmla="*/ 38317 w 383167"/>
              <a:gd name="connsiteY44" fmla="*/ 344851 h 421484"/>
              <a:gd name="connsiteX45" fmla="*/ 191584 w 383167"/>
              <a:gd name="connsiteY45" fmla="*/ 344851 h 421484"/>
              <a:gd name="connsiteX46" fmla="*/ 191584 w 383167"/>
              <a:gd name="connsiteY46" fmla="*/ 364009 h 421484"/>
              <a:gd name="connsiteX47" fmla="*/ 38317 w 383167"/>
              <a:gd name="connsiteY47" fmla="*/ 364009 h 421484"/>
              <a:gd name="connsiteX48" fmla="*/ 38317 w 383167"/>
              <a:gd name="connsiteY48" fmla="*/ 344851 h 421484"/>
              <a:gd name="connsiteX49" fmla="*/ 86213 w 383167"/>
              <a:gd name="connsiteY49" fmla="*/ 153267 h 421484"/>
              <a:gd name="connsiteX50" fmla="*/ 105371 w 383167"/>
              <a:gd name="connsiteY50" fmla="*/ 153267 h 421484"/>
              <a:gd name="connsiteX51" fmla="*/ 105371 w 383167"/>
              <a:gd name="connsiteY51" fmla="*/ 105371 h 421484"/>
              <a:gd name="connsiteX52" fmla="*/ 153267 w 383167"/>
              <a:gd name="connsiteY52" fmla="*/ 105371 h 421484"/>
              <a:gd name="connsiteX53" fmla="*/ 153267 w 383167"/>
              <a:gd name="connsiteY53" fmla="*/ 86213 h 421484"/>
              <a:gd name="connsiteX54" fmla="*/ 105371 w 383167"/>
              <a:gd name="connsiteY54" fmla="*/ 86213 h 421484"/>
              <a:gd name="connsiteX55" fmla="*/ 105371 w 383167"/>
              <a:gd name="connsiteY55" fmla="*/ 38317 h 421484"/>
              <a:gd name="connsiteX56" fmla="*/ 86213 w 383167"/>
              <a:gd name="connsiteY56" fmla="*/ 38317 h 421484"/>
              <a:gd name="connsiteX57" fmla="*/ 86213 w 383167"/>
              <a:gd name="connsiteY57" fmla="*/ 86213 h 421484"/>
              <a:gd name="connsiteX58" fmla="*/ 38317 w 383167"/>
              <a:gd name="connsiteY58" fmla="*/ 86213 h 421484"/>
              <a:gd name="connsiteX59" fmla="*/ 38317 w 383167"/>
              <a:gd name="connsiteY59" fmla="*/ 105371 h 421484"/>
              <a:gd name="connsiteX60" fmla="*/ 86213 w 383167"/>
              <a:gd name="connsiteY60" fmla="*/ 105371 h 421484"/>
              <a:gd name="connsiteX61" fmla="*/ 86213 w 383167"/>
              <a:gd name="connsiteY61" fmla="*/ 153267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83167" h="421484">
                <a:moveTo>
                  <a:pt x="364009" y="19158"/>
                </a:moveTo>
                <a:lnTo>
                  <a:pt x="289291" y="19158"/>
                </a:lnTo>
                <a:lnTo>
                  <a:pt x="277796" y="5748"/>
                </a:lnTo>
                <a:cubicBezTo>
                  <a:pt x="275881" y="3832"/>
                  <a:pt x="272049" y="1916"/>
                  <a:pt x="268217" y="0"/>
                </a:cubicBezTo>
                <a:lnTo>
                  <a:pt x="268217" y="0"/>
                </a:ln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02326"/>
                </a:lnTo>
                <a:cubicBezTo>
                  <a:pt x="0" y="413821"/>
                  <a:pt x="7663" y="421484"/>
                  <a:pt x="19158" y="421484"/>
                </a:cubicBezTo>
                <a:lnTo>
                  <a:pt x="365925" y="421484"/>
                </a:lnTo>
                <a:cubicBezTo>
                  <a:pt x="375504" y="421484"/>
                  <a:pt x="383168" y="413821"/>
                  <a:pt x="383168" y="404242"/>
                </a:cubicBezTo>
                <a:lnTo>
                  <a:pt x="383168" y="404242"/>
                </a:lnTo>
                <a:lnTo>
                  <a:pt x="383168" y="38317"/>
                </a:lnTo>
                <a:cubicBezTo>
                  <a:pt x="383168" y="26822"/>
                  <a:pt x="375504" y="19158"/>
                  <a:pt x="364009" y="19158"/>
                </a:cubicBezTo>
                <a:close/>
                <a:moveTo>
                  <a:pt x="321861" y="86213"/>
                </a:moveTo>
                <a:lnTo>
                  <a:pt x="277796" y="86213"/>
                </a:lnTo>
                <a:cubicBezTo>
                  <a:pt x="272049" y="86213"/>
                  <a:pt x="268217" y="82381"/>
                  <a:pt x="268217" y="76634"/>
                </a:cubicBezTo>
                <a:lnTo>
                  <a:pt x="268217" y="22990"/>
                </a:lnTo>
                <a:lnTo>
                  <a:pt x="321861" y="86213"/>
                </a:lnTo>
                <a:close/>
                <a:moveTo>
                  <a:pt x="19158" y="402326"/>
                </a:moveTo>
                <a:lnTo>
                  <a:pt x="19158" y="19158"/>
                </a:lnTo>
                <a:lnTo>
                  <a:pt x="249059" y="19158"/>
                </a:lnTo>
                <a:lnTo>
                  <a:pt x="249059" y="76634"/>
                </a:lnTo>
                <a:cubicBezTo>
                  <a:pt x="249059" y="91960"/>
                  <a:pt x="262470" y="105371"/>
                  <a:pt x="277796" y="105371"/>
                </a:cubicBezTo>
                <a:lnTo>
                  <a:pt x="325692" y="105371"/>
                </a:lnTo>
                <a:lnTo>
                  <a:pt x="325692" y="402326"/>
                </a:lnTo>
                <a:lnTo>
                  <a:pt x="19158" y="402326"/>
                </a:lnTo>
                <a:close/>
                <a:moveTo>
                  <a:pt x="364009" y="402326"/>
                </a:moveTo>
                <a:lnTo>
                  <a:pt x="344851" y="402326"/>
                </a:lnTo>
                <a:lnTo>
                  <a:pt x="344851" y="90044"/>
                </a:lnTo>
                <a:cubicBezTo>
                  <a:pt x="344851" y="84297"/>
                  <a:pt x="342935" y="80465"/>
                  <a:pt x="341019" y="76634"/>
                </a:cubicBezTo>
                <a:lnTo>
                  <a:pt x="306534" y="38317"/>
                </a:lnTo>
                <a:lnTo>
                  <a:pt x="364009" y="38317"/>
                </a:lnTo>
                <a:lnTo>
                  <a:pt x="364009" y="402326"/>
                </a:lnTo>
                <a:close/>
                <a:moveTo>
                  <a:pt x="38317" y="229901"/>
                </a:moveTo>
                <a:lnTo>
                  <a:pt x="296955" y="229901"/>
                </a:lnTo>
                <a:lnTo>
                  <a:pt x="296955" y="249059"/>
                </a:lnTo>
                <a:lnTo>
                  <a:pt x="38317" y="249059"/>
                </a:lnTo>
                <a:lnTo>
                  <a:pt x="38317" y="229901"/>
                </a:lnTo>
                <a:close/>
                <a:moveTo>
                  <a:pt x="38317" y="287376"/>
                </a:moveTo>
                <a:lnTo>
                  <a:pt x="258638" y="287376"/>
                </a:lnTo>
                <a:lnTo>
                  <a:pt x="258638" y="306534"/>
                </a:lnTo>
                <a:lnTo>
                  <a:pt x="38317" y="306534"/>
                </a:lnTo>
                <a:lnTo>
                  <a:pt x="38317" y="287376"/>
                </a:lnTo>
                <a:close/>
                <a:moveTo>
                  <a:pt x="38317" y="344851"/>
                </a:moveTo>
                <a:lnTo>
                  <a:pt x="191584" y="344851"/>
                </a:lnTo>
                <a:lnTo>
                  <a:pt x="191584" y="364009"/>
                </a:lnTo>
                <a:lnTo>
                  <a:pt x="38317" y="364009"/>
                </a:lnTo>
                <a:lnTo>
                  <a:pt x="38317" y="344851"/>
                </a:lnTo>
                <a:close/>
                <a:moveTo>
                  <a:pt x="86213" y="153267"/>
                </a:moveTo>
                <a:lnTo>
                  <a:pt x="105371" y="153267"/>
                </a:lnTo>
                <a:lnTo>
                  <a:pt x="105371" y="105371"/>
                </a:lnTo>
                <a:lnTo>
                  <a:pt x="153267" y="105371"/>
                </a:lnTo>
                <a:lnTo>
                  <a:pt x="153267" y="86213"/>
                </a:lnTo>
                <a:lnTo>
                  <a:pt x="105371" y="86213"/>
                </a:lnTo>
                <a:lnTo>
                  <a:pt x="105371" y="38317"/>
                </a:lnTo>
                <a:lnTo>
                  <a:pt x="86213" y="38317"/>
                </a:lnTo>
                <a:lnTo>
                  <a:pt x="86213" y="86213"/>
                </a:lnTo>
                <a:lnTo>
                  <a:pt x="38317" y="86213"/>
                </a:lnTo>
                <a:lnTo>
                  <a:pt x="38317" y="105371"/>
                </a:lnTo>
                <a:lnTo>
                  <a:pt x="86213" y="105371"/>
                </a:lnTo>
                <a:lnTo>
                  <a:pt x="86213" y="15326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196" descr="Research icon.">
            <a:extLst>
              <a:ext uri="{FF2B5EF4-FFF2-40B4-BE49-F238E27FC236}">
                <a16:creationId xmlns:a16="http://schemas.microsoft.com/office/drawing/2014/main" id="{4F8F3D35-9A2F-4AD5-8126-23211B758D39}"/>
              </a:ext>
            </a:extLst>
          </p:cNvPr>
          <p:cNvSpPr>
            <a:spLocks noChangeAspect="1"/>
          </p:cNvSpPr>
          <p:nvPr/>
        </p:nvSpPr>
        <p:spPr>
          <a:xfrm>
            <a:off x="10820138" y="1399743"/>
            <a:ext cx="343888" cy="454697"/>
          </a:xfrm>
          <a:custGeom>
            <a:avLst/>
            <a:gdLst>
              <a:gd name="connsiteX0" fmla="*/ 57315 w 343888"/>
              <a:gd name="connsiteY0" fmla="*/ 57315 h 454697"/>
              <a:gd name="connsiteX1" fmla="*/ 286574 w 343888"/>
              <a:gd name="connsiteY1" fmla="*/ 57315 h 454697"/>
              <a:gd name="connsiteX2" fmla="*/ 286574 w 343888"/>
              <a:gd name="connsiteY2" fmla="*/ 76420 h 454697"/>
              <a:gd name="connsiteX3" fmla="*/ 57315 w 343888"/>
              <a:gd name="connsiteY3" fmla="*/ 76420 h 454697"/>
              <a:gd name="connsiteX4" fmla="*/ 57315 w 343888"/>
              <a:gd name="connsiteY4" fmla="*/ 57315 h 454697"/>
              <a:gd name="connsiteX5" fmla="*/ 57315 w 343888"/>
              <a:gd name="connsiteY5" fmla="*/ 114630 h 454697"/>
              <a:gd name="connsiteX6" fmla="*/ 286574 w 343888"/>
              <a:gd name="connsiteY6" fmla="*/ 114630 h 454697"/>
              <a:gd name="connsiteX7" fmla="*/ 286574 w 343888"/>
              <a:gd name="connsiteY7" fmla="*/ 133734 h 454697"/>
              <a:gd name="connsiteX8" fmla="*/ 57315 w 343888"/>
              <a:gd name="connsiteY8" fmla="*/ 133734 h 454697"/>
              <a:gd name="connsiteX9" fmla="*/ 57315 w 343888"/>
              <a:gd name="connsiteY9" fmla="*/ 114630 h 454697"/>
              <a:gd name="connsiteX10" fmla="*/ 343889 w 343888"/>
              <a:gd name="connsiteY10" fmla="*/ 19105 h 454697"/>
              <a:gd name="connsiteX11" fmla="*/ 324784 w 343888"/>
              <a:gd name="connsiteY11" fmla="*/ 0 h 454697"/>
              <a:gd name="connsiteX12" fmla="*/ 21015 w 343888"/>
              <a:gd name="connsiteY12" fmla="*/ 0 h 454697"/>
              <a:gd name="connsiteX13" fmla="*/ 0 w 343888"/>
              <a:gd name="connsiteY13" fmla="*/ 19105 h 454697"/>
              <a:gd name="connsiteX14" fmla="*/ 0 w 343888"/>
              <a:gd name="connsiteY14" fmla="*/ 19105 h 454697"/>
              <a:gd name="connsiteX15" fmla="*/ 0 w 343888"/>
              <a:gd name="connsiteY15" fmla="*/ 401203 h 454697"/>
              <a:gd name="connsiteX16" fmla="*/ 19105 w 343888"/>
              <a:gd name="connsiteY16" fmla="*/ 420308 h 454697"/>
              <a:gd name="connsiteX17" fmla="*/ 280842 w 343888"/>
              <a:gd name="connsiteY17" fmla="*/ 420308 h 454697"/>
              <a:gd name="connsiteX18" fmla="*/ 307589 w 343888"/>
              <a:gd name="connsiteY18" fmla="*/ 454697 h 454697"/>
              <a:gd name="connsiteX19" fmla="*/ 322873 w 343888"/>
              <a:gd name="connsiteY19" fmla="*/ 443234 h 454697"/>
              <a:gd name="connsiteX20" fmla="*/ 305679 w 343888"/>
              <a:gd name="connsiteY20" fmla="*/ 420308 h 454697"/>
              <a:gd name="connsiteX21" fmla="*/ 324784 w 343888"/>
              <a:gd name="connsiteY21" fmla="*/ 420308 h 454697"/>
              <a:gd name="connsiteX22" fmla="*/ 338157 w 343888"/>
              <a:gd name="connsiteY22" fmla="*/ 414577 h 454697"/>
              <a:gd name="connsiteX23" fmla="*/ 343889 w 343888"/>
              <a:gd name="connsiteY23" fmla="*/ 401203 h 454697"/>
              <a:gd name="connsiteX24" fmla="*/ 343889 w 343888"/>
              <a:gd name="connsiteY24" fmla="*/ 286574 h 454697"/>
              <a:gd name="connsiteX25" fmla="*/ 343889 w 343888"/>
              <a:gd name="connsiteY25" fmla="*/ 19105 h 454697"/>
              <a:gd name="connsiteX26" fmla="*/ 324784 w 343888"/>
              <a:gd name="connsiteY26" fmla="*/ 401203 h 454697"/>
              <a:gd name="connsiteX27" fmla="*/ 290395 w 343888"/>
              <a:gd name="connsiteY27" fmla="*/ 401203 h 454697"/>
              <a:gd name="connsiteX28" fmla="*/ 236901 w 343888"/>
              <a:gd name="connsiteY28" fmla="*/ 330515 h 454697"/>
              <a:gd name="connsiteX29" fmla="*/ 248364 w 343888"/>
              <a:gd name="connsiteY29" fmla="*/ 319052 h 454697"/>
              <a:gd name="connsiteX30" fmla="*/ 242632 w 343888"/>
              <a:gd name="connsiteY30" fmla="*/ 177676 h 454697"/>
              <a:gd name="connsiteX31" fmla="*/ 101256 w 343888"/>
              <a:gd name="connsiteY31" fmla="*/ 183407 h 454697"/>
              <a:gd name="connsiteX32" fmla="*/ 106988 w 343888"/>
              <a:gd name="connsiteY32" fmla="*/ 324784 h 454697"/>
              <a:gd name="connsiteX33" fmla="*/ 164302 w 343888"/>
              <a:gd name="connsiteY33" fmla="*/ 351530 h 454697"/>
              <a:gd name="connsiteX34" fmla="*/ 173855 w 343888"/>
              <a:gd name="connsiteY34" fmla="*/ 351530 h 454697"/>
              <a:gd name="connsiteX35" fmla="*/ 217796 w 343888"/>
              <a:gd name="connsiteY35" fmla="*/ 341978 h 454697"/>
              <a:gd name="connsiteX36" fmla="*/ 263648 w 343888"/>
              <a:gd name="connsiteY36" fmla="*/ 401203 h 454697"/>
              <a:gd name="connsiteX37" fmla="*/ 19105 w 343888"/>
              <a:gd name="connsiteY37" fmla="*/ 401203 h 454697"/>
              <a:gd name="connsiteX38" fmla="*/ 19105 w 343888"/>
              <a:gd name="connsiteY38" fmla="*/ 19105 h 454697"/>
              <a:gd name="connsiteX39" fmla="*/ 21015 w 343888"/>
              <a:gd name="connsiteY39" fmla="*/ 19105 h 454697"/>
              <a:gd name="connsiteX40" fmla="*/ 324784 w 343888"/>
              <a:gd name="connsiteY40" fmla="*/ 19105 h 454697"/>
              <a:gd name="connsiteX41" fmla="*/ 324784 w 343888"/>
              <a:gd name="connsiteY41" fmla="*/ 286574 h 454697"/>
              <a:gd name="connsiteX42" fmla="*/ 324784 w 343888"/>
              <a:gd name="connsiteY42" fmla="*/ 401203 h 454697"/>
              <a:gd name="connsiteX43" fmla="*/ 234990 w 343888"/>
              <a:gd name="connsiteY43" fmla="*/ 307589 h 454697"/>
              <a:gd name="connsiteX44" fmla="*/ 219707 w 343888"/>
              <a:gd name="connsiteY44" fmla="*/ 320963 h 454697"/>
              <a:gd name="connsiteX45" fmla="*/ 170034 w 343888"/>
              <a:gd name="connsiteY45" fmla="*/ 332426 h 454697"/>
              <a:gd name="connsiteX46" fmla="*/ 93614 w 343888"/>
              <a:gd name="connsiteY46" fmla="*/ 248364 h 454697"/>
              <a:gd name="connsiteX47" fmla="*/ 177676 w 343888"/>
              <a:gd name="connsiteY47" fmla="*/ 171944 h 454697"/>
              <a:gd name="connsiteX48" fmla="*/ 185318 w 343888"/>
              <a:gd name="connsiteY48" fmla="*/ 171944 h 454697"/>
              <a:gd name="connsiteX49" fmla="*/ 257916 w 343888"/>
              <a:gd name="connsiteY49" fmla="*/ 259827 h 454697"/>
              <a:gd name="connsiteX50" fmla="*/ 234990 w 343888"/>
              <a:gd name="connsiteY50" fmla="*/ 307589 h 454697"/>
              <a:gd name="connsiteX51" fmla="*/ 234990 w 343888"/>
              <a:gd name="connsiteY51" fmla="*/ 307589 h 454697"/>
              <a:gd name="connsiteX52" fmla="*/ 181497 w 343888"/>
              <a:gd name="connsiteY52" fmla="*/ 192960 h 454697"/>
              <a:gd name="connsiteX53" fmla="*/ 179586 w 343888"/>
              <a:gd name="connsiteY53" fmla="*/ 213975 h 454697"/>
              <a:gd name="connsiteX54" fmla="*/ 215886 w 343888"/>
              <a:gd name="connsiteY54" fmla="*/ 257916 h 454697"/>
              <a:gd name="connsiteX55" fmla="*/ 236901 w 343888"/>
              <a:gd name="connsiteY55" fmla="*/ 259827 h 454697"/>
              <a:gd name="connsiteX56" fmla="*/ 181497 w 343888"/>
              <a:gd name="connsiteY56" fmla="*/ 192960 h 45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43888" h="454697">
                <a:moveTo>
                  <a:pt x="57315" y="57315"/>
                </a:moveTo>
                <a:lnTo>
                  <a:pt x="286574" y="57315"/>
                </a:lnTo>
                <a:lnTo>
                  <a:pt x="286574" y="76420"/>
                </a:lnTo>
                <a:lnTo>
                  <a:pt x="57315" y="76420"/>
                </a:lnTo>
                <a:lnTo>
                  <a:pt x="57315" y="57315"/>
                </a:lnTo>
                <a:close/>
                <a:moveTo>
                  <a:pt x="57315" y="114630"/>
                </a:moveTo>
                <a:lnTo>
                  <a:pt x="286574" y="114630"/>
                </a:lnTo>
                <a:lnTo>
                  <a:pt x="286574" y="133734"/>
                </a:lnTo>
                <a:lnTo>
                  <a:pt x="57315" y="133734"/>
                </a:lnTo>
                <a:lnTo>
                  <a:pt x="57315" y="114630"/>
                </a:lnTo>
                <a:close/>
                <a:moveTo>
                  <a:pt x="343889" y="19105"/>
                </a:moveTo>
                <a:cubicBezTo>
                  <a:pt x="343889" y="7642"/>
                  <a:pt x="336247" y="0"/>
                  <a:pt x="324784" y="0"/>
                </a:cubicBezTo>
                <a:lnTo>
                  <a:pt x="21015" y="0"/>
                </a:lnTo>
                <a:cubicBezTo>
                  <a:pt x="9552" y="0"/>
                  <a:pt x="0" y="7642"/>
                  <a:pt x="0" y="19105"/>
                </a:cubicBezTo>
                <a:cubicBezTo>
                  <a:pt x="0" y="19105"/>
                  <a:pt x="0" y="19105"/>
                  <a:pt x="0" y="1910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280842" y="420308"/>
                </a:lnTo>
                <a:lnTo>
                  <a:pt x="307589" y="454697"/>
                </a:lnTo>
                <a:lnTo>
                  <a:pt x="322873" y="443234"/>
                </a:lnTo>
                <a:lnTo>
                  <a:pt x="305679" y="420308"/>
                </a:lnTo>
                <a:lnTo>
                  <a:pt x="324784" y="420308"/>
                </a:lnTo>
                <a:cubicBezTo>
                  <a:pt x="330515" y="420308"/>
                  <a:pt x="334336" y="418398"/>
                  <a:pt x="338157" y="414577"/>
                </a:cubicBezTo>
                <a:cubicBezTo>
                  <a:pt x="341978" y="410756"/>
                  <a:pt x="343889" y="406935"/>
                  <a:pt x="343889" y="401203"/>
                </a:cubicBezTo>
                <a:lnTo>
                  <a:pt x="343889" y="286574"/>
                </a:lnTo>
                <a:lnTo>
                  <a:pt x="343889" y="19105"/>
                </a:lnTo>
                <a:close/>
                <a:moveTo>
                  <a:pt x="324784" y="401203"/>
                </a:moveTo>
                <a:lnTo>
                  <a:pt x="290395" y="401203"/>
                </a:lnTo>
                <a:lnTo>
                  <a:pt x="236901" y="330515"/>
                </a:lnTo>
                <a:cubicBezTo>
                  <a:pt x="240722" y="326694"/>
                  <a:pt x="244543" y="322873"/>
                  <a:pt x="248364" y="319052"/>
                </a:cubicBezTo>
                <a:cubicBezTo>
                  <a:pt x="286574" y="278932"/>
                  <a:pt x="282753" y="215886"/>
                  <a:pt x="242632" y="177676"/>
                </a:cubicBezTo>
                <a:cubicBezTo>
                  <a:pt x="202512" y="139466"/>
                  <a:pt x="139466" y="143287"/>
                  <a:pt x="101256" y="183407"/>
                </a:cubicBezTo>
                <a:cubicBezTo>
                  <a:pt x="63046" y="223528"/>
                  <a:pt x="66867" y="286574"/>
                  <a:pt x="106988" y="324784"/>
                </a:cubicBezTo>
                <a:cubicBezTo>
                  <a:pt x="122271" y="340068"/>
                  <a:pt x="143287" y="347710"/>
                  <a:pt x="164302" y="351530"/>
                </a:cubicBezTo>
                <a:cubicBezTo>
                  <a:pt x="168123" y="351530"/>
                  <a:pt x="170034" y="351530"/>
                  <a:pt x="173855" y="351530"/>
                </a:cubicBezTo>
                <a:cubicBezTo>
                  <a:pt x="189139" y="351530"/>
                  <a:pt x="204423" y="347710"/>
                  <a:pt x="217796" y="341978"/>
                </a:cubicBezTo>
                <a:lnTo>
                  <a:pt x="263648" y="401203"/>
                </a:lnTo>
                <a:lnTo>
                  <a:pt x="19105" y="401203"/>
                </a:lnTo>
                <a:lnTo>
                  <a:pt x="19105" y="19105"/>
                </a:lnTo>
                <a:cubicBezTo>
                  <a:pt x="19105" y="19105"/>
                  <a:pt x="19105" y="19105"/>
                  <a:pt x="21015" y="19105"/>
                </a:cubicBezTo>
                <a:lnTo>
                  <a:pt x="324784" y="19105"/>
                </a:lnTo>
                <a:lnTo>
                  <a:pt x="324784" y="286574"/>
                </a:lnTo>
                <a:lnTo>
                  <a:pt x="324784" y="401203"/>
                </a:lnTo>
                <a:close/>
                <a:moveTo>
                  <a:pt x="234990" y="307589"/>
                </a:moveTo>
                <a:cubicBezTo>
                  <a:pt x="231170" y="313321"/>
                  <a:pt x="225438" y="317142"/>
                  <a:pt x="219707" y="320963"/>
                </a:cubicBezTo>
                <a:cubicBezTo>
                  <a:pt x="204423" y="330515"/>
                  <a:pt x="187228" y="334336"/>
                  <a:pt x="170034" y="332426"/>
                </a:cubicBezTo>
                <a:cubicBezTo>
                  <a:pt x="126092" y="330515"/>
                  <a:pt x="91704" y="292305"/>
                  <a:pt x="93614" y="248364"/>
                </a:cubicBezTo>
                <a:cubicBezTo>
                  <a:pt x="95525" y="204423"/>
                  <a:pt x="133734" y="170034"/>
                  <a:pt x="177676" y="171944"/>
                </a:cubicBezTo>
                <a:lnTo>
                  <a:pt x="185318" y="171944"/>
                </a:lnTo>
                <a:cubicBezTo>
                  <a:pt x="229259" y="175765"/>
                  <a:pt x="261737" y="215886"/>
                  <a:pt x="257916" y="259827"/>
                </a:cubicBezTo>
                <a:cubicBezTo>
                  <a:pt x="254095" y="277021"/>
                  <a:pt x="246453" y="292305"/>
                  <a:pt x="234990" y="307589"/>
                </a:cubicBezTo>
                <a:lnTo>
                  <a:pt x="234990" y="307589"/>
                </a:lnTo>
                <a:close/>
                <a:moveTo>
                  <a:pt x="181497" y="192960"/>
                </a:moveTo>
                <a:lnTo>
                  <a:pt x="179586" y="213975"/>
                </a:lnTo>
                <a:cubicBezTo>
                  <a:pt x="200602" y="217796"/>
                  <a:pt x="215886" y="236901"/>
                  <a:pt x="215886" y="257916"/>
                </a:cubicBezTo>
                <a:lnTo>
                  <a:pt x="236901" y="259827"/>
                </a:lnTo>
                <a:cubicBezTo>
                  <a:pt x="236901" y="225438"/>
                  <a:pt x="213975" y="196781"/>
                  <a:pt x="181497" y="19296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Graphic 100" descr="Email icon.">
            <a:extLst>
              <a:ext uri="{FF2B5EF4-FFF2-40B4-BE49-F238E27FC236}">
                <a16:creationId xmlns:a16="http://schemas.microsoft.com/office/drawing/2014/main" id="{26B9160F-10ED-482E-B617-E6A386D8F532}"/>
              </a:ext>
            </a:extLst>
          </p:cNvPr>
          <p:cNvSpPr>
            <a:spLocks noChangeAspect="1"/>
          </p:cNvSpPr>
          <p:nvPr/>
        </p:nvSpPr>
        <p:spPr>
          <a:xfrm>
            <a:off x="960890" y="2335358"/>
            <a:ext cx="420308" cy="438457"/>
          </a:xfrm>
          <a:custGeom>
            <a:avLst/>
            <a:gdLst>
              <a:gd name="connsiteX0" fmla="*/ 412666 w 420308"/>
              <a:gd name="connsiteY0" fmla="*/ 146153 h 438457"/>
              <a:gd name="connsiteX1" fmla="*/ 221617 w 420308"/>
              <a:gd name="connsiteY1" fmla="*/ 2866 h 438457"/>
              <a:gd name="connsiteX2" fmla="*/ 198691 w 420308"/>
              <a:gd name="connsiteY2" fmla="*/ 2866 h 438457"/>
              <a:gd name="connsiteX3" fmla="*/ 7642 w 420308"/>
              <a:gd name="connsiteY3" fmla="*/ 146153 h 438457"/>
              <a:gd name="connsiteX4" fmla="*/ 0 w 420308"/>
              <a:gd name="connsiteY4" fmla="*/ 161437 h 438457"/>
              <a:gd name="connsiteX5" fmla="*/ 0 w 420308"/>
              <a:gd name="connsiteY5" fmla="*/ 419353 h 438457"/>
              <a:gd name="connsiteX6" fmla="*/ 19105 w 420308"/>
              <a:gd name="connsiteY6" fmla="*/ 438458 h 438457"/>
              <a:gd name="connsiteX7" fmla="*/ 401203 w 420308"/>
              <a:gd name="connsiteY7" fmla="*/ 438458 h 438457"/>
              <a:gd name="connsiteX8" fmla="*/ 420308 w 420308"/>
              <a:gd name="connsiteY8" fmla="*/ 419353 h 438457"/>
              <a:gd name="connsiteX9" fmla="*/ 420308 w 420308"/>
              <a:gd name="connsiteY9" fmla="*/ 161437 h 438457"/>
              <a:gd name="connsiteX10" fmla="*/ 412666 w 420308"/>
              <a:gd name="connsiteY10" fmla="*/ 146153 h 438457"/>
              <a:gd name="connsiteX11" fmla="*/ 160481 w 420308"/>
              <a:gd name="connsiteY11" fmla="*/ 291350 h 438457"/>
              <a:gd name="connsiteX12" fmla="*/ 198691 w 420308"/>
              <a:gd name="connsiteY12" fmla="*/ 320007 h 438457"/>
              <a:gd name="connsiteX13" fmla="*/ 221617 w 420308"/>
              <a:gd name="connsiteY13" fmla="*/ 320007 h 438457"/>
              <a:gd name="connsiteX14" fmla="*/ 259827 w 420308"/>
              <a:gd name="connsiteY14" fmla="*/ 291350 h 438457"/>
              <a:gd name="connsiteX15" fmla="*/ 387830 w 420308"/>
              <a:gd name="connsiteY15" fmla="*/ 419353 h 438457"/>
              <a:gd name="connsiteX16" fmla="*/ 32478 w 420308"/>
              <a:gd name="connsiteY16" fmla="*/ 419353 h 438457"/>
              <a:gd name="connsiteX17" fmla="*/ 160481 w 420308"/>
              <a:gd name="connsiteY17" fmla="*/ 291350 h 438457"/>
              <a:gd name="connsiteX18" fmla="*/ 19105 w 420308"/>
              <a:gd name="connsiteY18" fmla="*/ 405979 h 438457"/>
              <a:gd name="connsiteX19" fmla="*/ 19105 w 420308"/>
              <a:gd name="connsiteY19" fmla="*/ 186273 h 438457"/>
              <a:gd name="connsiteX20" fmla="*/ 145197 w 420308"/>
              <a:gd name="connsiteY20" fmla="*/ 279887 h 438457"/>
              <a:gd name="connsiteX21" fmla="*/ 19105 w 420308"/>
              <a:gd name="connsiteY21" fmla="*/ 405979 h 438457"/>
              <a:gd name="connsiteX22" fmla="*/ 210154 w 420308"/>
              <a:gd name="connsiteY22" fmla="*/ 18150 h 438457"/>
              <a:gd name="connsiteX23" fmla="*/ 401203 w 420308"/>
              <a:gd name="connsiteY23" fmla="*/ 161437 h 438457"/>
              <a:gd name="connsiteX24" fmla="*/ 401203 w 420308"/>
              <a:gd name="connsiteY24" fmla="*/ 161437 h 438457"/>
              <a:gd name="connsiteX25" fmla="*/ 210154 w 420308"/>
              <a:gd name="connsiteY25" fmla="*/ 304723 h 438457"/>
              <a:gd name="connsiteX26" fmla="*/ 19105 w 420308"/>
              <a:gd name="connsiteY26" fmla="*/ 161437 h 438457"/>
              <a:gd name="connsiteX27" fmla="*/ 19105 w 420308"/>
              <a:gd name="connsiteY27" fmla="*/ 161437 h 438457"/>
              <a:gd name="connsiteX28" fmla="*/ 210154 w 420308"/>
              <a:gd name="connsiteY28" fmla="*/ 18150 h 438457"/>
              <a:gd name="connsiteX29" fmla="*/ 401203 w 420308"/>
              <a:gd name="connsiteY29" fmla="*/ 186273 h 438457"/>
              <a:gd name="connsiteX30" fmla="*/ 401203 w 420308"/>
              <a:gd name="connsiteY30" fmla="*/ 407890 h 438457"/>
              <a:gd name="connsiteX31" fmla="*/ 275111 w 420308"/>
              <a:gd name="connsiteY31" fmla="*/ 281798 h 438457"/>
              <a:gd name="connsiteX32" fmla="*/ 401203 w 420308"/>
              <a:gd name="connsiteY32" fmla="*/ 186273 h 438457"/>
              <a:gd name="connsiteX33" fmla="*/ 401203 w 420308"/>
              <a:gd name="connsiteY33" fmla="*/ 419353 h 438457"/>
              <a:gd name="connsiteX34" fmla="*/ 401203 w 420308"/>
              <a:gd name="connsiteY34" fmla="*/ 419353 h 438457"/>
              <a:gd name="connsiteX35" fmla="*/ 401203 w 420308"/>
              <a:gd name="connsiteY35" fmla="*/ 419353 h 438457"/>
              <a:gd name="connsiteX36" fmla="*/ 210154 w 420308"/>
              <a:gd name="connsiteY36" fmla="*/ 243588 h 438457"/>
              <a:gd name="connsiteX37" fmla="*/ 244543 w 420308"/>
              <a:gd name="connsiteY37" fmla="*/ 235946 h 438457"/>
              <a:gd name="connsiteX38" fmla="*/ 236901 w 420308"/>
              <a:gd name="connsiteY38" fmla="*/ 218751 h 438457"/>
              <a:gd name="connsiteX39" fmla="*/ 210154 w 420308"/>
              <a:gd name="connsiteY39" fmla="*/ 224483 h 438457"/>
              <a:gd name="connsiteX40" fmla="*/ 149018 w 420308"/>
              <a:gd name="connsiteY40" fmla="*/ 161437 h 438457"/>
              <a:gd name="connsiteX41" fmla="*/ 212065 w 420308"/>
              <a:gd name="connsiteY41" fmla="*/ 100301 h 438457"/>
              <a:gd name="connsiteX42" fmla="*/ 273200 w 420308"/>
              <a:gd name="connsiteY42" fmla="*/ 159526 h 438457"/>
              <a:gd name="connsiteX43" fmla="*/ 273200 w 420308"/>
              <a:gd name="connsiteY43" fmla="*/ 184362 h 438457"/>
              <a:gd name="connsiteX44" fmla="*/ 261737 w 420308"/>
              <a:gd name="connsiteY44" fmla="*/ 193915 h 438457"/>
              <a:gd name="connsiteX45" fmla="*/ 250274 w 420308"/>
              <a:gd name="connsiteY45" fmla="*/ 184362 h 438457"/>
              <a:gd name="connsiteX46" fmla="*/ 250274 w 420308"/>
              <a:gd name="connsiteY46" fmla="*/ 161437 h 438457"/>
              <a:gd name="connsiteX47" fmla="*/ 210154 w 420308"/>
              <a:gd name="connsiteY47" fmla="*/ 117495 h 438457"/>
              <a:gd name="connsiteX48" fmla="*/ 170034 w 420308"/>
              <a:gd name="connsiteY48" fmla="*/ 161437 h 438457"/>
              <a:gd name="connsiteX49" fmla="*/ 210154 w 420308"/>
              <a:gd name="connsiteY49" fmla="*/ 205378 h 438457"/>
              <a:gd name="connsiteX50" fmla="*/ 234990 w 420308"/>
              <a:gd name="connsiteY50" fmla="*/ 195825 h 438457"/>
              <a:gd name="connsiteX51" fmla="*/ 261737 w 420308"/>
              <a:gd name="connsiteY51" fmla="*/ 211109 h 438457"/>
              <a:gd name="connsiteX52" fmla="*/ 292305 w 420308"/>
              <a:gd name="connsiteY52" fmla="*/ 182452 h 438457"/>
              <a:gd name="connsiteX53" fmla="*/ 292305 w 420308"/>
              <a:gd name="connsiteY53" fmla="*/ 157616 h 438457"/>
              <a:gd name="connsiteX54" fmla="*/ 208244 w 420308"/>
              <a:gd name="connsiteY54" fmla="*/ 79285 h 438457"/>
              <a:gd name="connsiteX55" fmla="*/ 129913 w 420308"/>
              <a:gd name="connsiteY55" fmla="*/ 165258 h 438457"/>
              <a:gd name="connsiteX56" fmla="*/ 210154 w 420308"/>
              <a:gd name="connsiteY56" fmla="*/ 243588 h 438457"/>
              <a:gd name="connsiteX57" fmla="*/ 210154 w 420308"/>
              <a:gd name="connsiteY57" fmla="*/ 186273 h 438457"/>
              <a:gd name="connsiteX58" fmla="*/ 189139 w 420308"/>
              <a:gd name="connsiteY58" fmla="*/ 163347 h 438457"/>
              <a:gd name="connsiteX59" fmla="*/ 210154 w 420308"/>
              <a:gd name="connsiteY59" fmla="*/ 138511 h 438457"/>
              <a:gd name="connsiteX60" fmla="*/ 231170 w 420308"/>
              <a:gd name="connsiteY60" fmla="*/ 163347 h 438457"/>
              <a:gd name="connsiteX61" fmla="*/ 210154 w 420308"/>
              <a:gd name="connsiteY61" fmla="*/ 186273 h 438457"/>
              <a:gd name="connsiteX62" fmla="*/ 210154 w 420308"/>
              <a:gd name="connsiteY62" fmla="*/ 186273 h 43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20308" h="438457">
                <a:moveTo>
                  <a:pt x="412666" y="146153"/>
                </a:moveTo>
                <a:lnTo>
                  <a:pt x="221617" y="2866"/>
                </a:lnTo>
                <a:cubicBezTo>
                  <a:pt x="215886" y="-955"/>
                  <a:pt x="206333" y="-955"/>
                  <a:pt x="198691" y="2866"/>
                </a:cubicBezTo>
                <a:lnTo>
                  <a:pt x="7642" y="146153"/>
                </a:lnTo>
                <a:cubicBezTo>
                  <a:pt x="1910" y="149974"/>
                  <a:pt x="0" y="155705"/>
                  <a:pt x="0" y="161437"/>
                </a:cubicBezTo>
                <a:lnTo>
                  <a:pt x="0" y="419353"/>
                </a:lnTo>
                <a:cubicBezTo>
                  <a:pt x="0" y="430816"/>
                  <a:pt x="7642" y="438458"/>
                  <a:pt x="19105" y="438458"/>
                </a:cubicBezTo>
                <a:lnTo>
                  <a:pt x="401203" y="438458"/>
                </a:lnTo>
                <a:cubicBezTo>
                  <a:pt x="412666" y="438458"/>
                  <a:pt x="420308" y="430816"/>
                  <a:pt x="420308" y="419353"/>
                </a:cubicBezTo>
                <a:lnTo>
                  <a:pt x="420308" y="161437"/>
                </a:lnTo>
                <a:cubicBezTo>
                  <a:pt x="420308" y="155705"/>
                  <a:pt x="418398" y="149974"/>
                  <a:pt x="412666" y="146153"/>
                </a:cubicBezTo>
                <a:close/>
                <a:moveTo>
                  <a:pt x="160481" y="291350"/>
                </a:moveTo>
                <a:lnTo>
                  <a:pt x="198691" y="320007"/>
                </a:lnTo>
                <a:cubicBezTo>
                  <a:pt x="204423" y="323828"/>
                  <a:pt x="213975" y="323828"/>
                  <a:pt x="221617" y="320007"/>
                </a:cubicBezTo>
                <a:lnTo>
                  <a:pt x="259827" y="291350"/>
                </a:lnTo>
                <a:lnTo>
                  <a:pt x="387830" y="419353"/>
                </a:lnTo>
                <a:lnTo>
                  <a:pt x="32478" y="419353"/>
                </a:lnTo>
                <a:lnTo>
                  <a:pt x="160481" y="291350"/>
                </a:lnTo>
                <a:close/>
                <a:moveTo>
                  <a:pt x="19105" y="405979"/>
                </a:moveTo>
                <a:lnTo>
                  <a:pt x="19105" y="186273"/>
                </a:lnTo>
                <a:lnTo>
                  <a:pt x="145197" y="279887"/>
                </a:lnTo>
                <a:lnTo>
                  <a:pt x="19105" y="405979"/>
                </a:lnTo>
                <a:close/>
                <a:moveTo>
                  <a:pt x="210154" y="18150"/>
                </a:moveTo>
                <a:lnTo>
                  <a:pt x="401203" y="161437"/>
                </a:lnTo>
                <a:lnTo>
                  <a:pt x="401203" y="161437"/>
                </a:lnTo>
                <a:lnTo>
                  <a:pt x="210154" y="304723"/>
                </a:lnTo>
                <a:lnTo>
                  <a:pt x="19105" y="161437"/>
                </a:lnTo>
                <a:lnTo>
                  <a:pt x="19105" y="161437"/>
                </a:lnTo>
                <a:lnTo>
                  <a:pt x="210154" y="18150"/>
                </a:lnTo>
                <a:close/>
                <a:moveTo>
                  <a:pt x="401203" y="186273"/>
                </a:moveTo>
                <a:lnTo>
                  <a:pt x="401203" y="407890"/>
                </a:lnTo>
                <a:lnTo>
                  <a:pt x="275111" y="281798"/>
                </a:lnTo>
                <a:lnTo>
                  <a:pt x="401203" y="186273"/>
                </a:lnTo>
                <a:close/>
                <a:moveTo>
                  <a:pt x="401203" y="419353"/>
                </a:moveTo>
                <a:lnTo>
                  <a:pt x="401203" y="419353"/>
                </a:lnTo>
                <a:lnTo>
                  <a:pt x="401203" y="419353"/>
                </a:lnTo>
                <a:close/>
                <a:moveTo>
                  <a:pt x="210154" y="243588"/>
                </a:moveTo>
                <a:cubicBezTo>
                  <a:pt x="221617" y="243588"/>
                  <a:pt x="233080" y="241677"/>
                  <a:pt x="244543" y="235946"/>
                </a:cubicBezTo>
                <a:lnTo>
                  <a:pt x="236901" y="218751"/>
                </a:lnTo>
                <a:cubicBezTo>
                  <a:pt x="229259" y="222572"/>
                  <a:pt x="219707" y="224483"/>
                  <a:pt x="210154" y="224483"/>
                </a:cubicBezTo>
                <a:cubicBezTo>
                  <a:pt x="175765" y="224483"/>
                  <a:pt x="149018" y="195825"/>
                  <a:pt x="149018" y="161437"/>
                </a:cubicBezTo>
                <a:cubicBezTo>
                  <a:pt x="149018" y="127048"/>
                  <a:pt x="177676" y="100301"/>
                  <a:pt x="212065" y="100301"/>
                </a:cubicBezTo>
                <a:cubicBezTo>
                  <a:pt x="244543" y="100301"/>
                  <a:pt x="273200" y="127048"/>
                  <a:pt x="273200" y="159526"/>
                </a:cubicBezTo>
                <a:lnTo>
                  <a:pt x="273200" y="184362"/>
                </a:lnTo>
                <a:cubicBezTo>
                  <a:pt x="273200" y="190094"/>
                  <a:pt x="267469" y="193915"/>
                  <a:pt x="261737" y="193915"/>
                </a:cubicBezTo>
                <a:cubicBezTo>
                  <a:pt x="256006" y="193915"/>
                  <a:pt x="252185" y="190094"/>
                  <a:pt x="250274" y="184362"/>
                </a:cubicBezTo>
                <a:lnTo>
                  <a:pt x="250274" y="161437"/>
                </a:lnTo>
                <a:cubicBezTo>
                  <a:pt x="250274" y="138511"/>
                  <a:pt x="233080" y="119406"/>
                  <a:pt x="210154" y="117495"/>
                </a:cubicBezTo>
                <a:cubicBezTo>
                  <a:pt x="187228" y="119406"/>
                  <a:pt x="168123" y="138511"/>
                  <a:pt x="170034" y="161437"/>
                </a:cubicBezTo>
                <a:cubicBezTo>
                  <a:pt x="170034" y="184362"/>
                  <a:pt x="187228" y="203467"/>
                  <a:pt x="210154" y="205378"/>
                </a:cubicBezTo>
                <a:cubicBezTo>
                  <a:pt x="219707" y="205378"/>
                  <a:pt x="227349" y="201557"/>
                  <a:pt x="234990" y="195825"/>
                </a:cubicBezTo>
                <a:cubicBezTo>
                  <a:pt x="240722" y="205378"/>
                  <a:pt x="250274" y="211109"/>
                  <a:pt x="261737" y="211109"/>
                </a:cubicBezTo>
                <a:cubicBezTo>
                  <a:pt x="277021" y="211109"/>
                  <a:pt x="290395" y="199646"/>
                  <a:pt x="292305" y="182452"/>
                </a:cubicBezTo>
                <a:lnTo>
                  <a:pt x="292305" y="157616"/>
                </a:lnTo>
                <a:cubicBezTo>
                  <a:pt x="290395" y="113674"/>
                  <a:pt x="252185" y="77375"/>
                  <a:pt x="208244" y="79285"/>
                </a:cubicBezTo>
                <a:cubicBezTo>
                  <a:pt x="164302" y="81196"/>
                  <a:pt x="128003" y="119406"/>
                  <a:pt x="129913" y="165258"/>
                </a:cubicBezTo>
                <a:cubicBezTo>
                  <a:pt x="131824" y="209199"/>
                  <a:pt x="166213" y="241677"/>
                  <a:pt x="210154" y="243588"/>
                </a:cubicBezTo>
                <a:close/>
                <a:moveTo>
                  <a:pt x="210154" y="186273"/>
                </a:moveTo>
                <a:cubicBezTo>
                  <a:pt x="198691" y="184362"/>
                  <a:pt x="189139" y="174810"/>
                  <a:pt x="189139" y="163347"/>
                </a:cubicBezTo>
                <a:cubicBezTo>
                  <a:pt x="189139" y="149974"/>
                  <a:pt x="196781" y="140421"/>
                  <a:pt x="210154" y="138511"/>
                </a:cubicBezTo>
                <a:cubicBezTo>
                  <a:pt x="223528" y="140421"/>
                  <a:pt x="233080" y="149974"/>
                  <a:pt x="231170" y="163347"/>
                </a:cubicBezTo>
                <a:cubicBezTo>
                  <a:pt x="233080" y="174810"/>
                  <a:pt x="223528" y="184362"/>
                  <a:pt x="210154" y="186273"/>
                </a:cubicBezTo>
                <a:lnTo>
                  <a:pt x="210154" y="18627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01" descr="Envelope for mail icon.">
            <a:extLst>
              <a:ext uri="{FF2B5EF4-FFF2-40B4-BE49-F238E27FC236}">
                <a16:creationId xmlns:a16="http://schemas.microsoft.com/office/drawing/2014/main" id="{4E2E14AC-8452-4048-A97A-4FDA5EEBE86C}"/>
              </a:ext>
            </a:extLst>
          </p:cNvPr>
          <p:cNvSpPr>
            <a:spLocks noChangeAspect="1"/>
          </p:cNvSpPr>
          <p:nvPr/>
        </p:nvSpPr>
        <p:spPr>
          <a:xfrm>
            <a:off x="2166996" y="2429927"/>
            <a:ext cx="458518" cy="343888"/>
          </a:xfrm>
          <a:custGeom>
            <a:avLst/>
            <a:gdLst>
              <a:gd name="connsiteX0" fmla="*/ 324784 w 458518"/>
              <a:gd name="connsiteY0" fmla="*/ 85972 h 343888"/>
              <a:gd name="connsiteX1" fmla="*/ 277021 w 458518"/>
              <a:gd name="connsiteY1" fmla="*/ 38210 h 343888"/>
              <a:gd name="connsiteX2" fmla="*/ 143287 w 458518"/>
              <a:gd name="connsiteY2" fmla="*/ 38210 h 343888"/>
              <a:gd name="connsiteX3" fmla="*/ 143287 w 458518"/>
              <a:gd name="connsiteY3" fmla="*/ 57315 h 343888"/>
              <a:gd name="connsiteX4" fmla="*/ 238811 w 458518"/>
              <a:gd name="connsiteY4" fmla="*/ 57315 h 343888"/>
              <a:gd name="connsiteX5" fmla="*/ 229259 w 458518"/>
              <a:gd name="connsiteY5" fmla="*/ 76420 h 343888"/>
              <a:gd name="connsiteX6" fmla="*/ 143287 w 458518"/>
              <a:gd name="connsiteY6" fmla="*/ 76420 h 343888"/>
              <a:gd name="connsiteX7" fmla="*/ 143287 w 458518"/>
              <a:gd name="connsiteY7" fmla="*/ 95525 h 343888"/>
              <a:gd name="connsiteX8" fmla="*/ 231170 w 458518"/>
              <a:gd name="connsiteY8" fmla="*/ 95525 h 343888"/>
              <a:gd name="connsiteX9" fmla="*/ 240722 w 458518"/>
              <a:gd name="connsiteY9" fmla="*/ 114630 h 343888"/>
              <a:gd name="connsiteX10" fmla="*/ 145197 w 458518"/>
              <a:gd name="connsiteY10" fmla="*/ 114630 h 343888"/>
              <a:gd name="connsiteX11" fmla="*/ 145197 w 458518"/>
              <a:gd name="connsiteY11" fmla="*/ 133734 h 343888"/>
              <a:gd name="connsiteX12" fmla="*/ 278932 w 458518"/>
              <a:gd name="connsiteY12" fmla="*/ 133734 h 343888"/>
              <a:gd name="connsiteX13" fmla="*/ 324784 w 458518"/>
              <a:gd name="connsiteY13" fmla="*/ 85972 h 343888"/>
              <a:gd name="connsiteX14" fmla="*/ 248364 w 458518"/>
              <a:gd name="connsiteY14" fmla="*/ 85972 h 343888"/>
              <a:gd name="connsiteX15" fmla="*/ 277021 w 458518"/>
              <a:gd name="connsiteY15" fmla="*/ 57315 h 343888"/>
              <a:gd name="connsiteX16" fmla="*/ 305679 w 458518"/>
              <a:gd name="connsiteY16" fmla="*/ 85972 h 343888"/>
              <a:gd name="connsiteX17" fmla="*/ 277021 w 458518"/>
              <a:gd name="connsiteY17" fmla="*/ 114630 h 343888"/>
              <a:gd name="connsiteX18" fmla="*/ 248364 w 458518"/>
              <a:gd name="connsiteY18" fmla="*/ 85972 h 343888"/>
              <a:gd name="connsiteX19" fmla="*/ 439413 w 458518"/>
              <a:gd name="connsiteY19" fmla="*/ 0 h 343888"/>
              <a:gd name="connsiteX20" fmla="*/ 19105 w 458518"/>
              <a:gd name="connsiteY20" fmla="*/ 0 h 343888"/>
              <a:gd name="connsiteX21" fmla="*/ 0 w 458518"/>
              <a:gd name="connsiteY21" fmla="*/ 19105 h 343888"/>
              <a:gd name="connsiteX22" fmla="*/ 0 w 458518"/>
              <a:gd name="connsiteY22" fmla="*/ 324784 h 343888"/>
              <a:gd name="connsiteX23" fmla="*/ 19105 w 458518"/>
              <a:gd name="connsiteY23" fmla="*/ 343889 h 343888"/>
              <a:gd name="connsiteX24" fmla="*/ 439413 w 458518"/>
              <a:gd name="connsiteY24" fmla="*/ 343889 h 343888"/>
              <a:gd name="connsiteX25" fmla="*/ 458518 w 458518"/>
              <a:gd name="connsiteY25" fmla="*/ 324784 h 343888"/>
              <a:gd name="connsiteX26" fmla="*/ 458518 w 458518"/>
              <a:gd name="connsiteY26" fmla="*/ 19105 h 343888"/>
              <a:gd name="connsiteX27" fmla="*/ 439413 w 458518"/>
              <a:gd name="connsiteY27" fmla="*/ 0 h 343888"/>
              <a:gd name="connsiteX28" fmla="*/ 439413 w 458518"/>
              <a:gd name="connsiteY28" fmla="*/ 324784 h 343888"/>
              <a:gd name="connsiteX29" fmla="*/ 19105 w 458518"/>
              <a:gd name="connsiteY29" fmla="*/ 324784 h 343888"/>
              <a:gd name="connsiteX30" fmla="*/ 19105 w 458518"/>
              <a:gd name="connsiteY30" fmla="*/ 19105 h 343888"/>
              <a:gd name="connsiteX31" fmla="*/ 439413 w 458518"/>
              <a:gd name="connsiteY31" fmla="*/ 19105 h 343888"/>
              <a:gd name="connsiteX32" fmla="*/ 439413 w 458518"/>
              <a:gd name="connsiteY32" fmla="*/ 324784 h 343888"/>
              <a:gd name="connsiteX33" fmla="*/ 362993 w 458518"/>
              <a:gd name="connsiteY33" fmla="*/ 133734 h 343888"/>
              <a:gd name="connsiteX34" fmla="*/ 401203 w 458518"/>
              <a:gd name="connsiteY34" fmla="*/ 133734 h 343888"/>
              <a:gd name="connsiteX35" fmla="*/ 420308 w 458518"/>
              <a:gd name="connsiteY35" fmla="*/ 114630 h 343888"/>
              <a:gd name="connsiteX36" fmla="*/ 420308 w 458518"/>
              <a:gd name="connsiteY36" fmla="*/ 57315 h 343888"/>
              <a:gd name="connsiteX37" fmla="*/ 401203 w 458518"/>
              <a:gd name="connsiteY37" fmla="*/ 38210 h 343888"/>
              <a:gd name="connsiteX38" fmla="*/ 362993 w 458518"/>
              <a:gd name="connsiteY38" fmla="*/ 38210 h 343888"/>
              <a:gd name="connsiteX39" fmla="*/ 343889 w 458518"/>
              <a:gd name="connsiteY39" fmla="*/ 57315 h 343888"/>
              <a:gd name="connsiteX40" fmla="*/ 343889 w 458518"/>
              <a:gd name="connsiteY40" fmla="*/ 114630 h 343888"/>
              <a:gd name="connsiteX41" fmla="*/ 362993 w 458518"/>
              <a:gd name="connsiteY41" fmla="*/ 133734 h 343888"/>
              <a:gd name="connsiteX42" fmla="*/ 362993 w 458518"/>
              <a:gd name="connsiteY42" fmla="*/ 57315 h 343888"/>
              <a:gd name="connsiteX43" fmla="*/ 401203 w 458518"/>
              <a:gd name="connsiteY43" fmla="*/ 57315 h 343888"/>
              <a:gd name="connsiteX44" fmla="*/ 401203 w 458518"/>
              <a:gd name="connsiteY44" fmla="*/ 114630 h 343888"/>
              <a:gd name="connsiteX45" fmla="*/ 401203 w 458518"/>
              <a:gd name="connsiteY45" fmla="*/ 114630 h 343888"/>
              <a:gd name="connsiteX46" fmla="*/ 401203 w 458518"/>
              <a:gd name="connsiteY46" fmla="*/ 114630 h 343888"/>
              <a:gd name="connsiteX47" fmla="*/ 362993 w 458518"/>
              <a:gd name="connsiteY47" fmla="*/ 114630 h 343888"/>
              <a:gd name="connsiteX48" fmla="*/ 362993 w 458518"/>
              <a:gd name="connsiteY48" fmla="*/ 5731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58518" h="343888">
                <a:moveTo>
                  <a:pt x="324784" y="85972"/>
                </a:moveTo>
                <a:cubicBezTo>
                  <a:pt x="324784" y="59225"/>
                  <a:pt x="303768" y="38210"/>
                  <a:pt x="277021" y="38210"/>
                </a:cubicBezTo>
                <a:lnTo>
                  <a:pt x="143287" y="38210"/>
                </a:lnTo>
                <a:lnTo>
                  <a:pt x="143287" y="57315"/>
                </a:lnTo>
                <a:lnTo>
                  <a:pt x="238811" y="57315"/>
                </a:lnTo>
                <a:cubicBezTo>
                  <a:pt x="234990" y="63046"/>
                  <a:pt x="231170" y="68778"/>
                  <a:pt x="229259" y="76420"/>
                </a:cubicBezTo>
                <a:lnTo>
                  <a:pt x="143287" y="76420"/>
                </a:lnTo>
                <a:lnTo>
                  <a:pt x="143287" y="95525"/>
                </a:lnTo>
                <a:lnTo>
                  <a:pt x="231170" y="95525"/>
                </a:lnTo>
                <a:cubicBezTo>
                  <a:pt x="233080" y="103167"/>
                  <a:pt x="234990" y="108898"/>
                  <a:pt x="240722" y="114630"/>
                </a:cubicBezTo>
                <a:lnTo>
                  <a:pt x="145197" y="114630"/>
                </a:lnTo>
                <a:lnTo>
                  <a:pt x="145197" y="133734"/>
                </a:lnTo>
                <a:lnTo>
                  <a:pt x="278932" y="133734"/>
                </a:lnTo>
                <a:cubicBezTo>
                  <a:pt x="303768" y="133734"/>
                  <a:pt x="324784" y="112719"/>
                  <a:pt x="324784" y="85972"/>
                </a:cubicBezTo>
                <a:close/>
                <a:moveTo>
                  <a:pt x="248364" y="85972"/>
                </a:moveTo>
                <a:cubicBezTo>
                  <a:pt x="248364" y="70688"/>
                  <a:pt x="261737" y="57315"/>
                  <a:pt x="277021" y="57315"/>
                </a:cubicBezTo>
                <a:cubicBezTo>
                  <a:pt x="292305" y="57315"/>
                  <a:pt x="305679" y="70688"/>
                  <a:pt x="305679" y="85972"/>
                </a:cubicBezTo>
                <a:cubicBezTo>
                  <a:pt x="305679" y="101256"/>
                  <a:pt x="292305" y="114630"/>
                  <a:pt x="277021" y="114630"/>
                </a:cubicBezTo>
                <a:cubicBezTo>
                  <a:pt x="261737" y="114630"/>
                  <a:pt x="248364" y="101256"/>
                  <a:pt x="248364" y="85972"/>
                </a:cubicBezTo>
                <a:close/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324784"/>
                </a:moveTo>
                <a:lnTo>
                  <a:pt x="19105" y="324784"/>
                </a:lnTo>
                <a:lnTo>
                  <a:pt x="19105" y="19105"/>
                </a:lnTo>
                <a:lnTo>
                  <a:pt x="439413" y="19105"/>
                </a:lnTo>
                <a:lnTo>
                  <a:pt x="439413" y="324784"/>
                </a:lnTo>
                <a:close/>
                <a:moveTo>
                  <a:pt x="362993" y="133734"/>
                </a:moveTo>
                <a:lnTo>
                  <a:pt x="401203" y="133734"/>
                </a:lnTo>
                <a:cubicBezTo>
                  <a:pt x="412666" y="133734"/>
                  <a:pt x="420308" y="126092"/>
                  <a:pt x="420308" y="114630"/>
                </a:cubicBezTo>
                <a:lnTo>
                  <a:pt x="420308" y="57315"/>
                </a:lnTo>
                <a:cubicBezTo>
                  <a:pt x="420308" y="45852"/>
                  <a:pt x="412666" y="38210"/>
                  <a:pt x="401203" y="38210"/>
                </a:cubicBezTo>
                <a:lnTo>
                  <a:pt x="362993" y="38210"/>
                </a:lnTo>
                <a:cubicBezTo>
                  <a:pt x="351530" y="38210"/>
                  <a:pt x="343889" y="45852"/>
                  <a:pt x="343889" y="57315"/>
                </a:cubicBezTo>
                <a:lnTo>
                  <a:pt x="343889" y="114630"/>
                </a:lnTo>
                <a:cubicBezTo>
                  <a:pt x="343889" y="126092"/>
                  <a:pt x="351530" y="133734"/>
                  <a:pt x="362993" y="133734"/>
                </a:cubicBezTo>
                <a:close/>
                <a:moveTo>
                  <a:pt x="362993" y="57315"/>
                </a:moveTo>
                <a:lnTo>
                  <a:pt x="401203" y="57315"/>
                </a:lnTo>
                <a:lnTo>
                  <a:pt x="401203" y="114630"/>
                </a:lnTo>
                <a:lnTo>
                  <a:pt x="401203" y="114630"/>
                </a:lnTo>
                <a:lnTo>
                  <a:pt x="401203" y="114630"/>
                </a:lnTo>
                <a:lnTo>
                  <a:pt x="362993" y="114630"/>
                </a:lnTo>
                <a:lnTo>
                  <a:pt x="362993" y="573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14" descr="Letter icon.">
            <a:extLst>
              <a:ext uri="{FF2B5EF4-FFF2-40B4-BE49-F238E27FC236}">
                <a16:creationId xmlns:a16="http://schemas.microsoft.com/office/drawing/2014/main" id="{8F5B508A-9F93-48DD-9D45-3B6572F3AB05}"/>
              </a:ext>
            </a:extLst>
          </p:cNvPr>
          <p:cNvSpPr>
            <a:spLocks noChangeAspect="1"/>
          </p:cNvSpPr>
          <p:nvPr/>
        </p:nvSpPr>
        <p:spPr>
          <a:xfrm>
            <a:off x="3419776" y="2353507"/>
            <a:ext cx="420308" cy="420308"/>
          </a:xfrm>
          <a:custGeom>
            <a:avLst/>
            <a:gdLst>
              <a:gd name="connsiteX0" fmla="*/ 412666 w 420308"/>
              <a:gd name="connsiteY0" fmla="*/ 128003 h 420308"/>
              <a:gd name="connsiteX1" fmla="*/ 362993 w 420308"/>
              <a:gd name="connsiteY1" fmla="*/ 91704 h 420308"/>
              <a:gd name="connsiteX2" fmla="*/ 362993 w 420308"/>
              <a:gd name="connsiteY2" fmla="*/ 21015 h 420308"/>
              <a:gd name="connsiteX3" fmla="*/ 343889 w 420308"/>
              <a:gd name="connsiteY3" fmla="*/ 0 h 420308"/>
              <a:gd name="connsiteX4" fmla="*/ 76420 w 420308"/>
              <a:gd name="connsiteY4" fmla="*/ 0 h 420308"/>
              <a:gd name="connsiteX5" fmla="*/ 57315 w 420308"/>
              <a:gd name="connsiteY5" fmla="*/ 21015 h 420308"/>
              <a:gd name="connsiteX6" fmla="*/ 57315 w 420308"/>
              <a:gd name="connsiteY6" fmla="*/ 91704 h 420308"/>
              <a:gd name="connsiteX7" fmla="*/ 7642 w 420308"/>
              <a:gd name="connsiteY7" fmla="*/ 129913 h 420308"/>
              <a:gd name="connsiteX8" fmla="*/ 0 w 420308"/>
              <a:gd name="connsiteY8" fmla="*/ 145197 h 420308"/>
              <a:gd name="connsiteX9" fmla="*/ 0 w 420308"/>
              <a:gd name="connsiteY9" fmla="*/ 401203 h 420308"/>
              <a:gd name="connsiteX10" fmla="*/ 19105 w 420308"/>
              <a:gd name="connsiteY10" fmla="*/ 420308 h 420308"/>
              <a:gd name="connsiteX11" fmla="*/ 401203 w 420308"/>
              <a:gd name="connsiteY11" fmla="*/ 420308 h 420308"/>
              <a:gd name="connsiteX12" fmla="*/ 420308 w 420308"/>
              <a:gd name="connsiteY12" fmla="*/ 401203 h 420308"/>
              <a:gd name="connsiteX13" fmla="*/ 420308 w 420308"/>
              <a:gd name="connsiteY13" fmla="*/ 143287 h 420308"/>
              <a:gd name="connsiteX14" fmla="*/ 412666 w 420308"/>
              <a:gd name="connsiteY14" fmla="*/ 128003 h 420308"/>
              <a:gd name="connsiteX15" fmla="*/ 145197 w 420308"/>
              <a:gd name="connsiteY15" fmla="*/ 261737 h 420308"/>
              <a:gd name="connsiteX16" fmla="*/ 19105 w 420308"/>
              <a:gd name="connsiteY16" fmla="*/ 387830 h 420308"/>
              <a:gd name="connsiteX17" fmla="*/ 19105 w 420308"/>
              <a:gd name="connsiteY17" fmla="*/ 168123 h 420308"/>
              <a:gd name="connsiteX18" fmla="*/ 145197 w 420308"/>
              <a:gd name="connsiteY18" fmla="*/ 261737 h 420308"/>
              <a:gd name="connsiteX19" fmla="*/ 160481 w 420308"/>
              <a:gd name="connsiteY19" fmla="*/ 273200 h 420308"/>
              <a:gd name="connsiteX20" fmla="*/ 198691 w 420308"/>
              <a:gd name="connsiteY20" fmla="*/ 301858 h 420308"/>
              <a:gd name="connsiteX21" fmla="*/ 221617 w 420308"/>
              <a:gd name="connsiteY21" fmla="*/ 301858 h 420308"/>
              <a:gd name="connsiteX22" fmla="*/ 259827 w 420308"/>
              <a:gd name="connsiteY22" fmla="*/ 273200 h 420308"/>
              <a:gd name="connsiteX23" fmla="*/ 387830 w 420308"/>
              <a:gd name="connsiteY23" fmla="*/ 401203 h 420308"/>
              <a:gd name="connsiteX24" fmla="*/ 32478 w 420308"/>
              <a:gd name="connsiteY24" fmla="*/ 401203 h 420308"/>
              <a:gd name="connsiteX25" fmla="*/ 160481 w 420308"/>
              <a:gd name="connsiteY25" fmla="*/ 273200 h 420308"/>
              <a:gd name="connsiteX26" fmla="*/ 275111 w 420308"/>
              <a:gd name="connsiteY26" fmla="*/ 261737 h 420308"/>
              <a:gd name="connsiteX27" fmla="*/ 401203 w 420308"/>
              <a:gd name="connsiteY27" fmla="*/ 168123 h 420308"/>
              <a:gd name="connsiteX28" fmla="*/ 401203 w 420308"/>
              <a:gd name="connsiteY28" fmla="*/ 387830 h 420308"/>
              <a:gd name="connsiteX29" fmla="*/ 275111 w 420308"/>
              <a:gd name="connsiteY29" fmla="*/ 261737 h 420308"/>
              <a:gd name="connsiteX30" fmla="*/ 401203 w 420308"/>
              <a:gd name="connsiteY30" fmla="*/ 143287 h 420308"/>
              <a:gd name="connsiteX31" fmla="*/ 401203 w 420308"/>
              <a:gd name="connsiteY31" fmla="*/ 143287 h 420308"/>
              <a:gd name="connsiteX32" fmla="*/ 362993 w 420308"/>
              <a:gd name="connsiteY32" fmla="*/ 171944 h 420308"/>
              <a:gd name="connsiteX33" fmla="*/ 362993 w 420308"/>
              <a:gd name="connsiteY33" fmla="*/ 114630 h 420308"/>
              <a:gd name="connsiteX34" fmla="*/ 401203 w 420308"/>
              <a:gd name="connsiteY34" fmla="*/ 143287 h 420308"/>
              <a:gd name="connsiteX35" fmla="*/ 76420 w 420308"/>
              <a:gd name="connsiteY35" fmla="*/ 19105 h 420308"/>
              <a:gd name="connsiteX36" fmla="*/ 343889 w 420308"/>
              <a:gd name="connsiteY36" fmla="*/ 19105 h 420308"/>
              <a:gd name="connsiteX37" fmla="*/ 343889 w 420308"/>
              <a:gd name="connsiteY37" fmla="*/ 21015 h 420308"/>
              <a:gd name="connsiteX38" fmla="*/ 343889 w 420308"/>
              <a:gd name="connsiteY38" fmla="*/ 187228 h 420308"/>
              <a:gd name="connsiteX39" fmla="*/ 210154 w 420308"/>
              <a:gd name="connsiteY39" fmla="*/ 286574 h 420308"/>
              <a:gd name="connsiteX40" fmla="*/ 76420 w 420308"/>
              <a:gd name="connsiteY40" fmla="*/ 187228 h 420308"/>
              <a:gd name="connsiteX41" fmla="*/ 76420 w 420308"/>
              <a:gd name="connsiteY41" fmla="*/ 19105 h 420308"/>
              <a:gd name="connsiteX42" fmla="*/ 76420 w 420308"/>
              <a:gd name="connsiteY42" fmla="*/ 19105 h 420308"/>
              <a:gd name="connsiteX43" fmla="*/ 57315 w 420308"/>
              <a:gd name="connsiteY43" fmla="*/ 114630 h 420308"/>
              <a:gd name="connsiteX44" fmla="*/ 57315 w 420308"/>
              <a:gd name="connsiteY44" fmla="*/ 171944 h 420308"/>
              <a:gd name="connsiteX45" fmla="*/ 19105 w 420308"/>
              <a:gd name="connsiteY45" fmla="*/ 143287 h 420308"/>
              <a:gd name="connsiteX46" fmla="*/ 19105 w 420308"/>
              <a:gd name="connsiteY46" fmla="*/ 143287 h 420308"/>
              <a:gd name="connsiteX47" fmla="*/ 57315 w 420308"/>
              <a:gd name="connsiteY47" fmla="*/ 114630 h 420308"/>
              <a:gd name="connsiteX48" fmla="*/ 114630 w 420308"/>
              <a:gd name="connsiteY48" fmla="*/ 152839 h 420308"/>
              <a:gd name="connsiteX49" fmla="*/ 267469 w 420308"/>
              <a:gd name="connsiteY49" fmla="*/ 152839 h 420308"/>
              <a:gd name="connsiteX50" fmla="*/ 267469 w 420308"/>
              <a:gd name="connsiteY50" fmla="*/ 171944 h 420308"/>
              <a:gd name="connsiteX51" fmla="*/ 114630 w 420308"/>
              <a:gd name="connsiteY51" fmla="*/ 171944 h 420308"/>
              <a:gd name="connsiteX52" fmla="*/ 114630 w 420308"/>
              <a:gd name="connsiteY52" fmla="*/ 152839 h 420308"/>
              <a:gd name="connsiteX53" fmla="*/ 114630 w 420308"/>
              <a:gd name="connsiteY53" fmla="*/ 76420 h 420308"/>
              <a:gd name="connsiteX54" fmla="*/ 305679 w 420308"/>
              <a:gd name="connsiteY54" fmla="*/ 76420 h 420308"/>
              <a:gd name="connsiteX55" fmla="*/ 305679 w 420308"/>
              <a:gd name="connsiteY55" fmla="*/ 95525 h 420308"/>
              <a:gd name="connsiteX56" fmla="*/ 114630 w 420308"/>
              <a:gd name="connsiteY56" fmla="*/ 95525 h 420308"/>
              <a:gd name="connsiteX57" fmla="*/ 114630 w 420308"/>
              <a:gd name="connsiteY57" fmla="*/ 7642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20308" h="420308">
                <a:moveTo>
                  <a:pt x="412666" y="128003"/>
                </a:moveTo>
                <a:lnTo>
                  <a:pt x="362993" y="91704"/>
                </a:lnTo>
                <a:lnTo>
                  <a:pt x="362993" y="21015"/>
                </a:lnTo>
                <a:cubicBezTo>
                  <a:pt x="362993" y="9552"/>
                  <a:pt x="355351" y="0"/>
                  <a:pt x="343889" y="0"/>
                </a:cubicBezTo>
                <a:lnTo>
                  <a:pt x="76420" y="0"/>
                </a:lnTo>
                <a:cubicBezTo>
                  <a:pt x="64957" y="0"/>
                  <a:pt x="57315" y="9552"/>
                  <a:pt x="57315" y="21015"/>
                </a:cubicBezTo>
                <a:lnTo>
                  <a:pt x="57315" y="91704"/>
                </a:lnTo>
                <a:lnTo>
                  <a:pt x="7642" y="129913"/>
                </a:lnTo>
                <a:cubicBezTo>
                  <a:pt x="1910" y="131824"/>
                  <a:pt x="0" y="137555"/>
                  <a:pt x="0" y="145197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143287"/>
                </a:lnTo>
                <a:cubicBezTo>
                  <a:pt x="420308" y="137555"/>
                  <a:pt x="418398" y="131824"/>
                  <a:pt x="412666" y="128003"/>
                </a:cubicBezTo>
                <a:close/>
                <a:moveTo>
                  <a:pt x="145197" y="261737"/>
                </a:moveTo>
                <a:lnTo>
                  <a:pt x="19105" y="387830"/>
                </a:lnTo>
                <a:lnTo>
                  <a:pt x="19105" y="168123"/>
                </a:lnTo>
                <a:lnTo>
                  <a:pt x="145197" y="261737"/>
                </a:lnTo>
                <a:close/>
                <a:moveTo>
                  <a:pt x="160481" y="273200"/>
                </a:moveTo>
                <a:lnTo>
                  <a:pt x="198691" y="301858"/>
                </a:lnTo>
                <a:cubicBezTo>
                  <a:pt x="204423" y="305679"/>
                  <a:pt x="213975" y="305679"/>
                  <a:pt x="221617" y="301858"/>
                </a:cubicBezTo>
                <a:lnTo>
                  <a:pt x="259827" y="273200"/>
                </a:lnTo>
                <a:lnTo>
                  <a:pt x="387830" y="401203"/>
                </a:lnTo>
                <a:lnTo>
                  <a:pt x="32478" y="401203"/>
                </a:lnTo>
                <a:lnTo>
                  <a:pt x="160481" y="273200"/>
                </a:lnTo>
                <a:close/>
                <a:moveTo>
                  <a:pt x="275111" y="261737"/>
                </a:moveTo>
                <a:lnTo>
                  <a:pt x="401203" y="168123"/>
                </a:lnTo>
                <a:lnTo>
                  <a:pt x="401203" y="387830"/>
                </a:lnTo>
                <a:lnTo>
                  <a:pt x="275111" y="261737"/>
                </a:lnTo>
                <a:close/>
                <a:moveTo>
                  <a:pt x="401203" y="143287"/>
                </a:moveTo>
                <a:lnTo>
                  <a:pt x="401203" y="143287"/>
                </a:lnTo>
                <a:lnTo>
                  <a:pt x="362993" y="171944"/>
                </a:lnTo>
                <a:lnTo>
                  <a:pt x="362993" y="114630"/>
                </a:lnTo>
                <a:lnTo>
                  <a:pt x="401203" y="143287"/>
                </a:lnTo>
                <a:close/>
                <a:moveTo>
                  <a:pt x="76420" y="19105"/>
                </a:moveTo>
                <a:lnTo>
                  <a:pt x="343889" y="19105"/>
                </a:lnTo>
                <a:lnTo>
                  <a:pt x="343889" y="21015"/>
                </a:lnTo>
                <a:lnTo>
                  <a:pt x="343889" y="187228"/>
                </a:lnTo>
                <a:lnTo>
                  <a:pt x="210154" y="286574"/>
                </a:lnTo>
                <a:lnTo>
                  <a:pt x="76420" y="187228"/>
                </a:lnTo>
                <a:lnTo>
                  <a:pt x="76420" y="19105"/>
                </a:lnTo>
                <a:lnTo>
                  <a:pt x="76420" y="19105"/>
                </a:lnTo>
                <a:close/>
                <a:moveTo>
                  <a:pt x="57315" y="114630"/>
                </a:moveTo>
                <a:lnTo>
                  <a:pt x="57315" y="171944"/>
                </a:lnTo>
                <a:lnTo>
                  <a:pt x="19105" y="143287"/>
                </a:lnTo>
                <a:lnTo>
                  <a:pt x="19105" y="143287"/>
                </a:lnTo>
                <a:lnTo>
                  <a:pt x="57315" y="114630"/>
                </a:lnTo>
                <a:close/>
                <a:moveTo>
                  <a:pt x="114630" y="152839"/>
                </a:moveTo>
                <a:lnTo>
                  <a:pt x="267469" y="152839"/>
                </a:lnTo>
                <a:lnTo>
                  <a:pt x="267469" y="171944"/>
                </a:lnTo>
                <a:lnTo>
                  <a:pt x="114630" y="171944"/>
                </a:lnTo>
                <a:lnTo>
                  <a:pt x="114630" y="152839"/>
                </a:lnTo>
                <a:close/>
                <a:moveTo>
                  <a:pt x="114630" y="76420"/>
                </a:moveTo>
                <a:lnTo>
                  <a:pt x="305679" y="76420"/>
                </a:lnTo>
                <a:lnTo>
                  <a:pt x="305679" y="95525"/>
                </a:lnTo>
                <a:lnTo>
                  <a:pt x="114630" y="95525"/>
                </a:lnTo>
                <a:lnTo>
                  <a:pt x="114630" y="7642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97" descr="Clipboard icon.">
            <a:extLst>
              <a:ext uri="{FF2B5EF4-FFF2-40B4-BE49-F238E27FC236}">
                <a16:creationId xmlns:a16="http://schemas.microsoft.com/office/drawing/2014/main" id="{B8B09FC1-79E6-4570-A1FA-D901E3E3F58D}"/>
              </a:ext>
            </a:extLst>
          </p:cNvPr>
          <p:cNvSpPr>
            <a:spLocks noChangeAspect="1"/>
          </p:cNvSpPr>
          <p:nvPr/>
        </p:nvSpPr>
        <p:spPr>
          <a:xfrm>
            <a:off x="4683503" y="2315297"/>
            <a:ext cx="343888" cy="458518"/>
          </a:xfrm>
          <a:custGeom>
            <a:avLst/>
            <a:gdLst>
              <a:gd name="connsiteX0" fmla="*/ 324784 w 343888"/>
              <a:gd name="connsiteY0" fmla="*/ 19105 h 458518"/>
              <a:gd name="connsiteX1" fmla="*/ 248364 w 343888"/>
              <a:gd name="connsiteY1" fmla="*/ 19105 h 458518"/>
              <a:gd name="connsiteX2" fmla="*/ 248364 w 343888"/>
              <a:gd name="connsiteY2" fmla="*/ 17194 h 458518"/>
              <a:gd name="connsiteX3" fmla="*/ 229259 w 343888"/>
              <a:gd name="connsiteY3" fmla="*/ 0 h 458518"/>
              <a:gd name="connsiteX4" fmla="*/ 114630 w 343888"/>
              <a:gd name="connsiteY4" fmla="*/ 0 h 458518"/>
              <a:gd name="connsiteX5" fmla="*/ 95525 w 343888"/>
              <a:gd name="connsiteY5" fmla="*/ 17194 h 458518"/>
              <a:gd name="connsiteX6" fmla="*/ 95525 w 343888"/>
              <a:gd name="connsiteY6" fmla="*/ 19105 h 458518"/>
              <a:gd name="connsiteX7" fmla="*/ 19105 w 343888"/>
              <a:gd name="connsiteY7" fmla="*/ 19105 h 458518"/>
              <a:gd name="connsiteX8" fmla="*/ 0 w 343888"/>
              <a:gd name="connsiteY8" fmla="*/ 38210 h 458518"/>
              <a:gd name="connsiteX9" fmla="*/ 0 w 343888"/>
              <a:gd name="connsiteY9" fmla="*/ 439413 h 458518"/>
              <a:gd name="connsiteX10" fmla="*/ 19105 w 343888"/>
              <a:gd name="connsiteY10" fmla="*/ 458518 h 458518"/>
              <a:gd name="connsiteX11" fmla="*/ 324784 w 343888"/>
              <a:gd name="connsiteY11" fmla="*/ 458518 h 458518"/>
              <a:gd name="connsiteX12" fmla="*/ 343889 w 343888"/>
              <a:gd name="connsiteY12" fmla="*/ 439413 h 458518"/>
              <a:gd name="connsiteX13" fmla="*/ 343889 w 343888"/>
              <a:gd name="connsiteY13" fmla="*/ 38210 h 458518"/>
              <a:gd name="connsiteX14" fmla="*/ 324784 w 343888"/>
              <a:gd name="connsiteY14" fmla="*/ 19105 h 458518"/>
              <a:gd name="connsiteX15" fmla="*/ 114630 w 343888"/>
              <a:gd name="connsiteY15" fmla="*/ 19105 h 458518"/>
              <a:gd name="connsiteX16" fmla="*/ 229259 w 343888"/>
              <a:gd name="connsiteY16" fmla="*/ 19105 h 458518"/>
              <a:gd name="connsiteX17" fmla="*/ 229259 w 343888"/>
              <a:gd name="connsiteY17" fmla="*/ 76420 h 458518"/>
              <a:gd name="connsiteX18" fmla="*/ 114630 w 343888"/>
              <a:gd name="connsiteY18" fmla="*/ 76420 h 458518"/>
              <a:gd name="connsiteX19" fmla="*/ 114630 w 343888"/>
              <a:gd name="connsiteY19" fmla="*/ 19105 h 458518"/>
              <a:gd name="connsiteX20" fmla="*/ 229259 w 343888"/>
              <a:gd name="connsiteY20" fmla="*/ 95525 h 458518"/>
              <a:gd name="connsiteX21" fmla="*/ 248364 w 343888"/>
              <a:gd name="connsiteY21" fmla="*/ 78330 h 458518"/>
              <a:gd name="connsiteX22" fmla="*/ 248364 w 343888"/>
              <a:gd name="connsiteY22" fmla="*/ 76420 h 458518"/>
              <a:gd name="connsiteX23" fmla="*/ 286574 w 343888"/>
              <a:gd name="connsiteY23" fmla="*/ 76420 h 458518"/>
              <a:gd name="connsiteX24" fmla="*/ 286574 w 343888"/>
              <a:gd name="connsiteY24" fmla="*/ 401203 h 458518"/>
              <a:gd name="connsiteX25" fmla="*/ 57315 w 343888"/>
              <a:gd name="connsiteY25" fmla="*/ 401203 h 458518"/>
              <a:gd name="connsiteX26" fmla="*/ 57315 w 343888"/>
              <a:gd name="connsiteY26" fmla="*/ 76420 h 458518"/>
              <a:gd name="connsiteX27" fmla="*/ 95525 w 343888"/>
              <a:gd name="connsiteY27" fmla="*/ 76420 h 458518"/>
              <a:gd name="connsiteX28" fmla="*/ 95525 w 343888"/>
              <a:gd name="connsiteY28" fmla="*/ 78330 h 458518"/>
              <a:gd name="connsiteX29" fmla="*/ 114630 w 343888"/>
              <a:gd name="connsiteY29" fmla="*/ 95525 h 458518"/>
              <a:gd name="connsiteX30" fmla="*/ 229259 w 343888"/>
              <a:gd name="connsiteY30" fmla="*/ 95525 h 458518"/>
              <a:gd name="connsiteX31" fmla="*/ 324784 w 343888"/>
              <a:gd name="connsiteY31" fmla="*/ 439413 h 458518"/>
              <a:gd name="connsiteX32" fmla="*/ 19105 w 343888"/>
              <a:gd name="connsiteY32" fmla="*/ 439413 h 458518"/>
              <a:gd name="connsiteX33" fmla="*/ 19105 w 343888"/>
              <a:gd name="connsiteY33" fmla="*/ 38210 h 458518"/>
              <a:gd name="connsiteX34" fmla="*/ 95525 w 343888"/>
              <a:gd name="connsiteY34" fmla="*/ 38210 h 458518"/>
              <a:gd name="connsiteX35" fmla="*/ 95525 w 343888"/>
              <a:gd name="connsiteY35" fmla="*/ 57315 h 458518"/>
              <a:gd name="connsiteX36" fmla="*/ 57315 w 343888"/>
              <a:gd name="connsiteY36" fmla="*/ 57315 h 458518"/>
              <a:gd name="connsiteX37" fmla="*/ 38210 w 343888"/>
              <a:gd name="connsiteY37" fmla="*/ 76420 h 458518"/>
              <a:gd name="connsiteX38" fmla="*/ 38210 w 343888"/>
              <a:gd name="connsiteY38" fmla="*/ 401203 h 458518"/>
              <a:gd name="connsiteX39" fmla="*/ 57315 w 343888"/>
              <a:gd name="connsiteY39" fmla="*/ 420308 h 458518"/>
              <a:gd name="connsiteX40" fmla="*/ 286574 w 343888"/>
              <a:gd name="connsiteY40" fmla="*/ 420308 h 458518"/>
              <a:gd name="connsiteX41" fmla="*/ 305679 w 343888"/>
              <a:gd name="connsiteY41" fmla="*/ 401203 h 458518"/>
              <a:gd name="connsiteX42" fmla="*/ 305679 w 343888"/>
              <a:gd name="connsiteY42" fmla="*/ 76420 h 458518"/>
              <a:gd name="connsiteX43" fmla="*/ 286574 w 343888"/>
              <a:gd name="connsiteY43" fmla="*/ 57315 h 458518"/>
              <a:gd name="connsiteX44" fmla="*/ 248364 w 343888"/>
              <a:gd name="connsiteY44" fmla="*/ 57315 h 458518"/>
              <a:gd name="connsiteX45" fmla="*/ 248364 w 343888"/>
              <a:gd name="connsiteY45" fmla="*/ 38210 h 458518"/>
              <a:gd name="connsiteX46" fmla="*/ 324784 w 343888"/>
              <a:gd name="connsiteY46" fmla="*/ 38210 h 458518"/>
              <a:gd name="connsiteX47" fmla="*/ 324784 w 343888"/>
              <a:gd name="connsiteY47" fmla="*/ 439413 h 458518"/>
              <a:gd name="connsiteX48" fmla="*/ 95525 w 343888"/>
              <a:gd name="connsiteY48" fmla="*/ 152839 h 458518"/>
              <a:gd name="connsiteX49" fmla="*/ 248364 w 343888"/>
              <a:gd name="connsiteY49" fmla="*/ 152839 h 458518"/>
              <a:gd name="connsiteX50" fmla="*/ 248364 w 343888"/>
              <a:gd name="connsiteY50" fmla="*/ 171944 h 458518"/>
              <a:gd name="connsiteX51" fmla="*/ 95525 w 343888"/>
              <a:gd name="connsiteY51" fmla="*/ 171944 h 458518"/>
              <a:gd name="connsiteX52" fmla="*/ 95525 w 343888"/>
              <a:gd name="connsiteY52" fmla="*/ 152839 h 458518"/>
              <a:gd name="connsiteX53" fmla="*/ 95525 w 343888"/>
              <a:gd name="connsiteY53" fmla="*/ 229259 h 458518"/>
              <a:gd name="connsiteX54" fmla="*/ 248364 w 343888"/>
              <a:gd name="connsiteY54" fmla="*/ 229259 h 458518"/>
              <a:gd name="connsiteX55" fmla="*/ 248364 w 343888"/>
              <a:gd name="connsiteY55" fmla="*/ 248364 h 458518"/>
              <a:gd name="connsiteX56" fmla="*/ 95525 w 343888"/>
              <a:gd name="connsiteY56" fmla="*/ 248364 h 458518"/>
              <a:gd name="connsiteX57" fmla="*/ 95525 w 343888"/>
              <a:gd name="connsiteY57" fmla="*/ 229259 h 458518"/>
              <a:gd name="connsiteX58" fmla="*/ 95525 w 343888"/>
              <a:gd name="connsiteY58" fmla="*/ 305679 h 458518"/>
              <a:gd name="connsiteX59" fmla="*/ 210154 w 343888"/>
              <a:gd name="connsiteY59" fmla="*/ 305679 h 458518"/>
              <a:gd name="connsiteX60" fmla="*/ 210154 w 343888"/>
              <a:gd name="connsiteY60" fmla="*/ 324784 h 458518"/>
              <a:gd name="connsiteX61" fmla="*/ 95525 w 343888"/>
              <a:gd name="connsiteY61" fmla="*/ 324784 h 458518"/>
              <a:gd name="connsiteX62" fmla="*/ 95525 w 343888"/>
              <a:gd name="connsiteY62" fmla="*/ 30567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43888" h="458518">
                <a:moveTo>
                  <a:pt x="324784" y="19105"/>
                </a:moveTo>
                <a:lnTo>
                  <a:pt x="248364" y="19105"/>
                </a:lnTo>
                <a:lnTo>
                  <a:pt x="248364" y="17194"/>
                </a:lnTo>
                <a:cubicBezTo>
                  <a:pt x="246453" y="7642"/>
                  <a:pt x="238811" y="0"/>
                  <a:pt x="229259" y="0"/>
                </a:cubicBezTo>
                <a:lnTo>
                  <a:pt x="114630" y="0"/>
                </a:lnTo>
                <a:cubicBezTo>
                  <a:pt x="105077" y="0"/>
                  <a:pt x="97435" y="7642"/>
                  <a:pt x="95525" y="17194"/>
                </a:cubicBezTo>
                <a:lnTo>
                  <a:pt x="95525" y="19105"/>
                </a:lnTo>
                <a:lnTo>
                  <a:pt x="19105" y="19105"/>
                </a:lnTo>
                <a:cubicBezTo>
                  <a:pt x="7642" y="19105"/>
                  <a:pt x="0" y="26747"/>
                  <a:pt x="0" y="38210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38210"/>
                </a:lnTo>
                <a:cubicBezTo>
                  <a:pt x="343889" y="26747"/>
                  <a:pt x="336247" y="19105"/>
                  <a:pt x="324784" y="19105"/>
                </a:cubicBezTo>
                <a:close/>
                <a:moveTo>
                  <a:pt x="114630" y="19105"/>
                </a:moveTo>
                <a:lnTo>
                  <a:pt x="229259" y="19105"/>
                </a:lnTo>
                <a:lnTo>
                  <a:pt x="229259" y="76420"/>
                </a:lnTo>
                <a:lnTo>
                  <a:pt x="114630" y="76420"/>
                </a:lnTo>
                <a:lnTo>
                  <a:pt x="114630" y="19105"/>
                </a:lnTo>
                <a:close/>
                <a:moveTo>
                  <a:pt x="229259" y="95525"/>
                </a:moveTo>
                <a:cubicBezTo>
                  <a:pt x="238811" y="95525"/>
                  <a:pt x="246453" y="87883"/>
                  <a:pt x="248364" y="78330"/>
                </a:cubicBezTo>
                <a:lnTo>
                  <a:pt x="248364" y="76420"/>
                </a:lnTo>
                <a:lnTo>
                  <a:pt x="286574" y="76420"/>
                </a:lnTo>
                <a:lnTo>
                  <a:pt x="286574" y="401203"/>
                </a:lnTo>
                <a:lnTo>
                  <a:pt x="57315" y="401203"/>
                </a:lnTo>
                <a:lnTo>
                  <a:pt x="57315" y="76420"/>
                </a:lnTo>
                <a:lnTo>
                  <a:pt x="95525" y="76420"/>
                </a:lnTo>
                <a:lnTo>
                  <a:pt x="95525" y="78330"/>
                </a:lnTo>
                <a:cubicBezTo>
                  <a:pt x="97435" y="87883"/>
                  <a:pt x="105077" y="95525"/>
                  <a:pt x="114630" y="95525"/>
                </a:cubicBezTo>
                <a:lnTo>
                  <a:pt x="229259" y="95525"/>
                </a:lnTo>
                <a:close/>
                <a:moveTo>
                  <a:pt x="324784" y="439413"/>
                </a:moveTo>
                <a:lnTo>
                  <a:pt x="19105" y="439413"/>
                </a:lnTo>
                <a:lnTo>
                  <a:pt x="19105" y="38210"/>
                </a:lnTo>
                <a:lnTo>
                  <a:pt x="95525" y="38210"/>
                </a:lnTo>
                <a:lnTo>
                  <a:pt x="95525" y="57315"/>
                </a:lnTo>
                <a:lnTo>
                  <a:pt x="57315" y="57315"/>
                </a:lnTo>
                <a:cubicBezTo>
                  <a:pt x="45852" y="57315"/>
                  <a:pt x="38210" y="64957"/>
                  <a:pt x="38210" y="76420"/>
                </a:cubicBez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286574" y="420308"/>
                </a:lnTo>
                <a:cubicBezTo>
                  <a:pt x="298037" y="420308"/>
                  <a:pt x="305679" y="412666"/>
                  <a:pt x="305679" y="401203"/>
                </a:cubicBezTo>
                <a:lnTo>
                  <a:pt x="305679" y="76420"/>
                </a:lnTo>
                <a:cubicBezTo>
                  <a:pt x="305679" y="64957"/>
                  <a:pt x="298037" y="57315"/>
                  <a:pt x="286574" y="57315"/>
                </a:cubicBezTo>
                <a:lnTo>
                  <a:pt x="248364" y="57315"/>
                </a:lnTo>
                <a:lnTo>
                  <a:pt x="248364" y="38210"/>
                </a:lnTo>
                <a:lnTo>
                  <a:pt x="324784" y="38210"/>
                </a:lnTo>
                <a:lnTo>
                  <a:pt x="324784" y="439413"/>
                </a:lnTo>
                <a:close/>
                <a:moveTo>
                  <a:pt x="95525" y="152839"/>
                </a:moveTo>
                <a:lnTo>
                  <a:pt x="248364" y="152839"/>
                </a:lnTo>
                <a:lnTo>
                  <a:pt x="248364" y="171944"/>
                </a:lnTo>
                <a:lnTo>
                  <a:pt x="95525" y="171944"/>
                </a:lnTo>
                <a:lnTo>
                  <a:pt x="95525" y="152839"/>
                </a:lnTo>
                <a:close/>
                <a:moveTo>
                  <a:pt x="95525" y="229259"/>
                </a:moveTo>
                <a:lnTo>
                  <a:pt x="248364" y="229259"/>
                </a:lnTo>
                <a:lnTo>
                  <a:pt x="248364" y="248364"/>
                </a:lnTo>
                <a:lnTo>
                  <a:pt x="95525" y="248364"/>
                </a:lnTo>
                <a:lnTo>
                  <a:pt x="95525" y="229259"/>
                </a:lnTo>
                <a:close/>
                <a:moveTo>
                  <a:pt x="95525" y="305679"/>
                </a:moveTo>
                <a:lnTo>
                  <a:pt x="210154" y="305679"/>
                </a:lnTo>
                <a:lnTo>
                  <a:pt x="210154" y="324784"/>
                </a:lnTo>
                <a:lnTo>
                  <a:pt x="95525" y="324784"/>
                </a:lnTo>
                <a:lnTo>
                  <a:pt x="95525" y="30567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98" descr="Clipboard with checkmark icon.">
            <a:extLst>
              <a:ext uri="{FF2B5EF4-FFF2-40B4-BE49-F238E27FC236}">
                <a16:creationId xmlns:a16="http://schemas.microsoft.com/office/drawing/2014/main" id="{90FE84A5-BA68-4B3B-8D55-1F1940DE9C09}"/>
              </a:ext>
            </a:extLst>
          </p:cNvPr>
          <p:cNvSpPr>
            <a:spLocks noChangeAspect="1"/>
          </p:cNvSpPr>
          <p:nvPr/>
        </p:nvSpPr>
        <p:spPr>
          <a:xfrm>
            <a:off x="5919532" y="2263315"/>
            <a:ext cx="343888" cy="458518"/>
          </a:xfrm>
          <a:custGeom>
            <a:avLst/>
            <a:gdLst>
              <a:gd name="connsiteX0" fmla="*/ 324784 w 343888"/>
              <a:gd name="connsiteY0" fmla="*/ 19105 h 458518"/>
              <a:gd name="connsiteX1" fmla="*/ 248364 w 343888"/>
              <a:gd name="connsiteY1" fmla="*/ 19105 h 458518"/>
              <a:gd name="connsiteX2" fmla="*/ 248364 w 343888"/>
              <a:gd name="connsiteY2" fmla="*/ 17194 h 458518"/>
              <a:gd name="connsiteX3" fmla="*/ 229259 w 343888"/>
              <a:gd name="connsiteY3" fmla="*/ 0 h 458518"/>
              <a:gd name="connsiteX4" fmla="*/ 114630 w 343888"/>
              <a:gd name="connsiteY4" fmla="*/ 0 h 458518"/>
              <a:gd name="connsiteX5" fmla="*/ 95525 w 343888"/>
              <a:gd name="connsiteY5" fmla="*/ 17194 h 458518"/>
              <a:gd name="connsiteX6" fmla="*/ 95525 w 343888"/>
              <a:gd name="connsiteY6" fmla="*/ 19105 h 458518"/>
              <a:gd name="connsiteX7" fmla="*/ 19105 w 343888"/>
              <a:gd name="connsiteY7" fmla="*/ 19105 h 458518"/>
              <a:gd name="connsiteX8" fmla="*/ 5731 w 343888"/>
              <a:gd name="connsiteY8" fmla="*/ 24836 h 458518"/>
              <a:gd name="connsiteX9" fmla="*/ 0 w 343888"/>
              <a:gd name="connsiteY9" fmla="*/ 38210 h 458518"/>
              <a:gd name="connsiteX10" fmla="*/ 0 w 343888"/>
              <a:gd name="connsiteY10" fmla="*/ 439413 h 458518"/>
              <a:gd name="connsiteX11" fmla="*/ 19105 w 343888"/>
              <a:gd name="connsiteY11" fmla="*/ 458518 h 458518"/>
              <a:gd name="connsiteX12" fmla="*/ 324784 w 343888"/>
              <a:gd name="connsiteY12" fmla="*/ 458518 h 458518"/>
              <a:gd name="connsiteX13" fmla="*/ 343889 w 343888"/>
              <a:gd name="connsiteY13" fmla="*/ 439413 h 458518"/>
              <a:gd name="connsiteX14" fmla="*/ 343889 w 343888"/>
              <a:gd name="connsiteY14" fmla="*/ 38210 h 458518"/>
              <a:gd name="connsiteX15" fmla="*/ 324784 w 343888"/>
              <a:gd name="connsiteY15" fmla="*/ 19105 h 458518"/>
              <a:gd name="connsiteX16" fmla="*/ 114630 w 343888"/>
              <a:gd name="connsiteY16" fmla="*/ 19105 h 458518"/>
              <a:gd name="connsiteX17" fmla="*/ 229259 w 343888"/>
              <a:gd name="connsiteY17" fmla="*/ 19105 h 458518"/>
              <a:gd name="connsiteX18" fmla="*/ 229259 w 343888"/>
              <a:gd name="connsiteY18" fmla="*/ 76420 h 458518"/>
              <a:gd name="connsiteX19" fmla="*/ 114630 w 343888"/>
              <a:gd name="connsiteY19" fmla="*/ 76420 h 458518"/>
              <a:gd name="connsiteX20" fmla="*/ 114630 w 343888"/>
              <a:gd name="connsiteY20" fmla="*/ 19105 h 458518"/>
              <a:gd name="connsiteX21" fmla="*/ 229259 w 343888"/>
              <a:gd name="connsiteY21" fmla="*/ 95525 h 458518"/>
              <a:gd name="connsiteX22" fmla="*/ 248364 w 343888"/>
              <a:gd name="connsiteY22" fmla="*/ 78330 h 458518"/>
              <a:gd name="connsiteX23" fmla="*/ 248364 w 343888"/>
              <a:gd name="connsiteY23" fmla="*/ 78330 h 458518"/>
              <a:gd name="connsiteX24" fmla="*/ 248364 w 343888"/>
              <a:gd name="connsiteY24" fmla="*/ 76420 h 458518"/>
              <a:gd name="connsiteX25" fmla="*/ 286574 w 343888"/>
              <a:gd name="connsiteY25" fmla="*/ 76420 h 458518"/>
              <a:gd name="connsiteX26" fmla="*/ 286574 w 343888"/>
              <a:gd name="connsiteY26" fmla="*/ 401203 h 458518"/>
              <a:gd name="connsiteX27" fmla="*/ 57315 w 343888"/>
              <a:gd name="connsiteY27" fmla="*/ 401203 h 458518"/>
              <a:gd name="connsiteX28" fmla="*/ 57315 w 343888"/>
              <a:gd name="connsiteY28" fmla="*/ 76420 h 458518"/>
              <a:gd name="connsiteX29" fmla="*/ 95525 w 343888"/>
              <a:gd name="connsiteY29" fmla="*/ 76420 h 458518"/>
              <a:gd name="connsiteX30" fmla="*/ 95525 w 343888"/>
              <a:gd name="connsiteY30" fmla="*/ 78330 h 458518"/>
              <a:gd name="connsiteX31" fmla="*/ 114630 w 343888"/>
              <a:gd name="connsiteY31" fmla="*/ 95525 h 458518"/>
              <a:gd name="connsiteX32" fmla="*/ 114630 w 343888"/>
              <a:gd name="connsiteY32" fmla="*/ 95525 h 458518"/>
              <a:gd name="connsiteX33" fmla="*/ 229259 w 343888"/>
              <a:gd name="connsiteY33" fmla="*/ 95525 h 458518"/>
              <a:gd name="connsiteX34" fmla="*/ 324784 w 343888"/>
              <a:gd name="connsiteY34" fmla="*/ 439413 h 458518"/>
              <a:gd name="connsiteX35" fmla="*/ 19105 w 343888"/>
              <a:gd name="connsiteY35" fmla="*/ 439413 h 458518"/>
              <a:gd name="connsiteX36" fmla="*/ 19105 w 343888"/>
              <a:gd name="connsiteY36" fmla="*/ 38210 h 458518"/>
              <a:gd name="connsiteX37" fmla="*/ 95525 w 343888"/>
              <a:gd name="connsiteY37" fmla="*/ 38210 h 458518"/>
              <a:gd name="connsiteX38" fmla="*/ 95525 w 343888"/>
              <a:gd name="connsiteY38" fmla="*/ 57315 h 458518"/>
              <a:gd name="connsiteX39" fmla="*/ 57315 w 343888"/>
              <a:gd name="connsiteY39" fmla="*/ 57315 h 458518"/>
              <a:gd name="connsiteX40" fmla="*/ 38210 w 343888"/>
              <a:gd name="connsiteY40" fmla="*/ 76420 h 458518"/>
              <a:gd name="connsiteX41" fmla="*/ 38210 w 343888"/>
              <a:gd name="connsiteY41" fmla="*/ 401203 h 458518"/>
              <a:gd name="connsiteX42" fmla="*/ 57315 w 343888"/>
              <a:gd name="connsiteY42" fmla="*/ 420308 h 458518"/>
              <a:gd name="connsiteX43" fmla="*/ 286574 w 343888"/>
              <a:gd name="connsiteY43" fmla="*/ 420308 h 458518"/>
              <a:gd name="connsiteX44" fmla="*/ 305679 w 343888"/>
              <a:gd name="connsiteY44" fmla="*/ 401203 h 458518"/>
              <a:gd name="connsiteX45" fmla="*/ 305679 w 343888"/>
              <a:gd name="connsiteY45" fmla="*/ 76420 h 458518"/>
              <a:gd name="connsiteX46" fmla="*/ 286574 w 343888"/>
              <a:gd name="connsiteY46" fmla="*/ 57315 h 458518"/>
              <a:gd name="connsiteX47" fmla="*/ 248364 w 343888"/>
              <a:gd name="connsiteY47" fmla="*/ 57315 h 458518"/>
              <a:gd name="connsiteX48" fmla="*/ 248364 w 343888"/>
              <a:gd name="connsiteY48" fmla="*/ 38210 h 458518"/>
              <a:gd name="connsiteX49" fmla="*/ 324784 w 343888"/>
              <a:gd name="connsiteY49" fmla="*/ 38210 h 458518"/>
              <a:gd name="connsiteX50" fmla="*/ 324784 w 343888"/>
              <a:gd name="connsiteY50" fmla="*/ 439413 h 458518"/>
              <a:gd name="connsiteX51" fmla="*/ 154750 w 343888"/>
              <a:gd name="connsiteY51" fmla="*/ 280842 h 458518"/>
              <a:gd name="connsiteX52" fmla="*/ 154750 w 343888"/>
              <a:gd name="connsiteY52" fmla="*/ 280842 h 458518"/>
              <a:gd name="connsiteX53" fmla="*/ 166213 w 343888"/>
              <a:gd name="connsiteY53" fmla="*/ 275111 h 458518"/>
              <a:gd name="connsiteX54" fmla="*/ 248364 w 343888"/>
              <a:gd name="connsiteY54" fmla="*/ 166213 h 458518"/>
              <a:gd name="connsiteX55" fmla="*/ 233080 w 343888"/>
              <a:gd name="connsiteY55" fmla="*/ 154750 h 458518"/>
              <a:gd name="connsiteX56" fmla="*/ 154750 w 343888"/>
              <a:gd name="connsiteY56" fmla="*/ 259827 h 458518"/>
              <a:gd name="connsiteX57" fmla="*/ 124182 w 343888"/>
              <a:gd name="connsiteY57" fmla="*/ 221617 h 458518"/>
              <a:gd name="connsiteX58" fmla="*/ 108898 w 343888"/>
              <a:gd name="connsiteY58" fmla="*/ 233080 h 458518"/>
              <a:gd name="connsiteX59" fmla="*/ 141376 w 343888"/>
              <a:gd name="connsiteY59" fmla="*/ 275111 h 458518"/>
              <a:gd name="connsiteX60" fmla="*/ 154750 w 343888"/>
              <a:gd name="connsiteY60" fmla="*/ 280842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43888" h="458518">
                <a:moveTo>
                  <a:pt x="324784" y="19105"/>
                </a:moveTo>
                <a:lnTo>
                  <a:pt x="248364" y="19105"/>
                </a:lnTo>
                <a:lnTo>
                  <a:pt x="248364" y="17194"/>
                </a:lnTo>
                <a:cubicBezTo>
                  <a:pt x="246453" y="7642"/>
                  <a:pt x="238811" y="0"/>
                  <a:pt x="229259" y="0"/>
                </a:cubicBezTo>
                <a:lnTo>
                  <a:pt x="114630" y="0"/>
                </a:lnTo>
                <a:cubicBezTo>
                  <a:pt x="105077" y="0"/>
                  <a:pt x="97435" y="7642"/>
                  <a:pt x="95525" y="17194"/>
                </a:cubicBezTo>
                <a:lnTo>
                  <a:pt x="95525" y="19105"/>
                </a:lnTo>
                <a:lnTo>
                  <a:pt x="19105" y="19105"/>
                </a:lnTo>
                <a:cubicBezTo>
                  <a:pt x="13373" y="19105"/>
                  <a:pt x="9552" y="21015"/>
                  <a:pt x="5731" y="24836"/>
                </a:cubicBezTo>
                <a:cubicBezTo>
                  <a:pt x="1910" y="28657"/>
                  <a:pt x="0" y="32478"/>
                  <a:pt x="0" y="38210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38210"/>
                </a:lnTo>
                <a:cubicBezTo>
                  <a:pt x="343889" y="26747"/>
                  <a:pt x="336247" y="19105"/>
                  <a:pt x="324784" y="19105"/>
                </a:cubicBezTo>
                <a:close/>
                <a:moveTo>
                  <a:pt x="114630" y="19105"/>
                </a:moveTo>
                <a:lnTo>
                  <a:pt x="229259" y="19105"/>
                </a:lnTo>
                <a:lnTo>
                  <a:pt x="229259" y="76420"/>
                </a:lnTo>
                <a:lnTo>
                  <a:pt x="114630" y="76420"/>
                </a:lnTo>
                <a:lnTo>
                  <a:pt x="114630" y="19105"/>
                </a:lnTo>
                <a:close/>
                <a:moveTo>
                  <a:pt x="229259" y="95525"/>
                </a:moveTo>
                <a:cubicBezTo>
                  <a:pt x="238811" y="95525"/>
                  <a:pt x="248364" y="87883"/>
                  <a:pt x="248364" y="78330"/>
                </a:cubicBezTo>
                <a:lnTo>
                  <a:pt x="248364" y="78330"/>
                </a:lnTo>
                <a:lnTo>
                  <a:pt x="248364" y="76420"/>
                </a:lnTo>
                <a:lnTo>
                  <a:pt x="286574" y="76420"/>
                </a:lnTo>
                <a:lnTo>
                  <a:pt x="286574" y="401203"/>
                </a:lnTo>
                <a:lnTo>
                  <a:pt x="57315" y="401203"/>
                </a:lnTo>
                <a:lnTo>
                  <a:pt x="57315" y="76420"/>
                </a:lnTo>
                <a:lnTo>
                  <a:pt x="95525" y="76420"/>
                </a:lnTo>
                <a:lnTo>
                  <a:pt x="95525" y="78330"/>
                </a:lnTo>
                <a:cubicBezTo>
                  <a:pt x="95525" y="87883"/>
                  <a:pt x="105077" y="95525"/>
                  <a:pt x="114630" y="95525"/>
                </a:cubicBezTo>
                <a:lnTo>
                  <a:pt x="114630" y="95525"/>
                </a:lnTo>
                <a:lnTo>
                  <a:pt x="229259" y="95525"/>
                </a:lnTo>
                <a:close/>
                <a:moveTo>
                  <a:pt x="324784" y="439413"/>
                </a:moveTo>
                <a:lnTo>
                  <a:pt x="19105" y="439413"/>
                </a:lnTo>
                <a:lnTo>
                  <a:pt x="19105" y="38210"/>
                </a:lnTo>
                <a:lnTo>
                  <a:pt x="95525" y="38210"/>
                </a:lnTo>
                <a:lnTo>
                  <a:pt x="95525" y="57315"/>
                </a:lnTo>
                <a:lnTo>
                  <a:pt x="57315" y="57315"/>
                </a:lnTo>
                <a:cubicBezTo>
                  <a:pt x="45852" y="57315"/>
                  <a:pt x="38210" y="64957"/>
                  <a:pt x="38210" y="76420"/>
                </a:cubicBez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286574" y="420308"/>
                </a:lnTo>
                <a:cubicBezTo>
                  <a:pt x="298037" y="420308"/>
                  <a:pt x="305679" y="412666"/>
                  <a:pt x="305679" y="401203"/>
                </a:cubicBezTo>
                <a:lnTo>
                  <a:pt x="305679" y="76420"/>
                </a:lnTo>
                <a:cubicBezTo>
                  <a:pt x="305679" y="64957"/>
                  <a:pt x="298037" y="57315"/>
                  <a:pt x="286574" y="57315"/>
                </a:cubicBezTo>
                <a:lnTo>
                  <a:pt x="248364" y="57315"/>
                </a:lnTo>
                <a:lnTo>
                  <a:pt x="248364" y="38210"/>
                </a:lnTo>
                <a:lnTo>
                  <a:pt x="324784" y="38210"/>
                </a:lnTo>
                <a:lnTo>
                  <a:pt x="324784" y="439413"/>
                </a:lnTo>
                <a:close/>
                <a:moveTo>
                  <a:pt x="154750" y="280842"/>
                </a:moveTo>
                <a:lnTo>
                  <a:pt x="154750" y="280842"/>
                </a:lnTo>
                <a:cubicBezTo>
                  <a:pt x="160481" y="280842"/>
                  <a:pt x="164302" y="278932"/>
                  <a:pt x="166213" y="275111"/>
                </a:cubicBezTo>
                <a:lnTo>
                  <a:pt x="248364" y="166213"/>
                </a:lnTo>
                <a:lnTo>
                  <a:pt x="233080" y="154750"/>
                </a:lnTo>
                <a:lnTo>
                  <a:pt x="154750" y="259827"/>
                </a:lnTo>
                <a:lnTo>
                  <a:pt x="124182" y="221617"/>
                </a:lnTo>
                <a:lnTo>
                  <a:pt x="108898" y="233080"/>
                </a:lnTo>
                <a:lnTo>
                  <a:pt x="141376" y="275111"/>
                </a:lnTo>
                <a:cubicBezTo>
                  <a:pt x="145197" y="278932"/>
                  <a:pt x="149018" y="280842"/>
                  <a:pt x="154750" y="28084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9" name="Graphic 8" descr="Clipboard with check list icon.">
            <a:extLst>
              <a:ext uri="{FF2B5EF4-FFF2-40B4-BE49-F238E27FC236}">
                <a16:creationId xmlns:a16="http://schemas.microsoft.com/office/drawing/2014/main" id="{0D379CEF-7AEC-4F32-8051-BE4CC2D089CA}"/>
              </a:ext>
            </a:extLst>
          </p:cNvPr>
          <p:cNvSpPr/>
          <p:nvPr/>
        </p:nvSpPr>
        <p:spPr>
          <a:xfrm>
            <a:off x="7152085" y="2263315"/>
            <a:ext cx="345065" cy="460087"/>
          </a:xfrm>
          <a:custGeom>
            <a:avLst/>
            <a:gdLst>
              <a:gd name="connsiteX0" fmla="*/ 350692 w 486696"/>
              <a:gd name="connsiteY0" fmla="*/ 216309 h 648928"/>
              <a:gd name="connsiteX1" fmla="*/ 350692 w 486696"/>
              <a:gd name="connsiteY1" fmla="*/ 243348 h 648928"/>
              <a:gd name="connsiteX2" fmla="*/ 243618 w 486696"/>
              <a:gd name="connsiteY2" fmla="*/ 243348 h 648928"/>
              <a:gd name="connsiteX3" fmla="*/ 243618 w 486696"/>
              <a:gd name="connsiteY3" fmla="*/ 216309 h 648928"/>
              <a:gd name="connsiteX4" fmla="*/ 350692 w 486696"/>
              <a:gd name="connsiteY4" fmla="*/ 216309 h 648928"/>
              <a:gd name="connsiteX5" fmla="*/ 378541 w 486696"/>
              <a:gd name="connsiteY5" fmla="*/ 162232 h 648928"/>
              <a:gd name="connsiteX6" fmla="*/ 243348 w 486696"/>
              <a:gd name="connsiteY6" fmla="*/ 162232 h 648928"/>
              <a:gd name="connsiteX7" fmla="*/ 243348 w 486696"/>
              <a:gd name="connsiteY7" fmla="*/ 189271 h 648928"/>
              <a:gd name="connsiteX8" fmla="*/ 378541 w 486696"/>
              <a:gd name="connsiteY8" fmla="*/ 189271 h 648928"/>
              <a:gd name="connsiteX9" fmla="*/ 378541 w 486696"/>
              <a:gd name="connsiteY9" fmla="*/ 162232 h 648928"/>
              <a:gd name="connsiteX10" fmla="*/ 147631 w 486696"/>
              <a:gd name="connsiteY10" fmla="*/ 413151 h 648928"/>
              <a:gd name="connsiteX11" fmla="*/ 132219 w 486696"/>
              <a:gd name="connsiteY11" fmla="*/ 393953 h 648928"/>
              <a:gd name="connsiteX12" fmla="*/ 111129 w 486696"/>
              <a:gd name="connsiteY12" fmla="*/ 410717 h 648928"/>
              <a:gd name="connsiteX13" fmla="*/ 133841 w 486696"/>
              <a:gd name="connsiteY13" fmla="*/ 439108 h 648928"/>
              <a:gd name="connsiteX14" fmla="*/ 147631 w 486696"/>
              <a:gd name="connsiteY14" fmla="*/ 445868 h 648928"/>
              <a:gd name="connsiteX15" fmla="*/ 148172 w 486696"/>
              <a:gd name="connsiteY15" fmla="*/ 445868 h 648928"/>
              <a:gd name="connsiteX16" fmla="*/ 161962 w 486696"/>
              <a:gd name="connsiteY16" fmla="*/ 438838 h 648928"/>
              <a:gd name="connsiteX17" fmla="*/ 217932 w 486696"/>
              <a:gd name="connsiteY17" fmla="*/ 364481 h 648928"/>
              <a:gd name="connsiteX18" fmla="*/ 196301 w 486696"/>
              <a:gd name="connsiteY18" fmla="*/ 348258 h 648928"/>
              <a:gd name="connsiteX19" fmla="*/ 147631 w 486696"/>
              <a:gd name="connsiteY19" fmla="*/ 413151 h 648928"/>
              <a:gd name="connsiteX20" fmla="*/ 147631 w 486696"/>
              <a:gd name="connsiteY20" fmla="*/ 506975 h 648928"/>
              <a:gd name="connsiteX21" fmla="*/ 132219 w 486696"/>
              <a:gd name="connsiteY21" fmla="*/ 487778 h 648928"/>
              <a:gd name="connsiteX22" fmla="*/ 111129 w 486696"/>
              <a:gd name="connsiteY22" fmla="*/ 504542 h 648928"/>
              <a:gd name="connsiteX23" fmla="*/ 133841 w 486696"/>
              <a:gd name="connsiteY23" fmla="*/ 532932 h 648928"/>
              <a:gd name="connsiteX24" fmla="*/ 147631 w 486696"/>
              <a:gd name="connsiteY24" fmla="*/ 539692 h 648928"/>
              <a:gd name="connsiteX25" fmla="*/ 148172 w 486696"/>
              <a:gd name="connsiteY25" fmla="*/ 539692 h 648928"/>
              <a:gd name="connsiteX26" fmla="*/ 161962 w 486696"/>
              <a:gd name="connsiteY26" fmla="*/ 532662 h 648928"/>
              <a:gd name="connsiteX27" fmla="*/ 217932 w 486696"/>
              <a:gd name="connsiteY27" fmla="*/ 458305 h 648928"/>
              <a:gd name="connsiteX28" fmla="*/ 196301 w 486696"/>
              <a:gd name="connsiteY28" fmla="*/ 442082 h 648928"/>
              <a:gd name="connsiteX29" fmla="*/ 147631 w 486696"/>
              <a:gd name="connsiteY29" fmla="*/ 506975 h 648928"/>
              <a:gd name="connsiteX30" fmla="*/ 378812 w 486696"/>
              <a:gd name="connsiteY30" fmla="*/ 405310 h 648928"/>
              <a:gd name="connsiteX31" fmla="*/ 378812 w 486696"/>
              <a:gd name="connsiteY31" fmla="*/ 378271 h 648928"/>
              <a:gd name="connsiteX32" fmla="*/ 244700 w 486696"/>
              <a:gd name="connsiteY32" fmla="*/ 378812 h 648928"/>
              <a:gd name="connsiteX33" fmla="*/ 244700 w 486696"/>
              <a:gd name="connsiteY33" fmla="*/ 405850 h 648928"/>
              <a:gd name="connsiteX34" fmla="*/ 378812 w 486696"/>
              <a:gd name="connsiteY34" fmla="*/ 405310 h 648928"/>
              <a:gd name="connsiteX35" fmla="*/ 378001 w 486696"/>
              <a:gd name="connsiteY35" fmla="*/ 459657 h 648928"/>
              <a:gd name="connsiteX36" fmla="*/ 243618 w 486696"/>
              <a:gd name="connsiteY36" fmla="*/ 459657 h 648928"/>
              <a:gd name="connsiteX37" fmla="*/ 243618 w 486696"/>
              <a:gd name="connsiteY37" fmla="*/ 486696 h 648928"/>
              <a:gd name="connsiteX38" fmla="*/ 378001 w 486696"/>
              <a:gd name="connsiteY38" fmla="*/ 486696 h 648928"/>
              <a:gd name="connsiteX39" fmla="*/ 378001 w 486696"/>
              <a:gd name="connsiteY39" fmla="*/ 459657 h 648928"/>
              <a:gd name="connsiteX40" fmla="*/ 486696 w 486696"/>
              <a:gd name="connsiteY40" fmla="*/ 54077 h 648928"/>
              <a:gd name="connsiteX41" fmla="*/ 486696 w 486696"/>
              <a:gd name="connsiteY41" fmla="*/ 621889 h 648928"/>
              <a:gd name="connsiteX42" fmla="*/ 459657 w 486696"/>
              <a:gd name="connsiteY42" fmla="*/ 648928 h 648928"/>
              <a:gd name="connsiteX43" fmla="*/ 27039 w 486696"/>
              <a:gd name="connsiteY43" fmla="*/ 648928 h 648928"/>
              <a:gd name="connsiteX44" fmla="*/ 0 w 486696"/>
              <a:gd name="connsiteY44" fmla="*/ 621889 h 648928"/>
              <a:gd name="connsiteX45" fmla="*/ 0 w 486696"/>
              <a:gd name="connsiteY45" fmla="*/ 54077 h 648928"/>
              <a:gd name="connsiteX46" fmla="*/ 27039 w 486696"/>
              <a:gd name="connsiteY46" fmla="*/ 27039 h 648928"/>
              <a:gd name="connsiteX47" fmla="*/ 135193 w 486696"/>
              <a:gd name="connsiteY47" fmla="*/ 27039 h 648928"/>
              <a:gd name="connsiteX48" fmla="*/ 135193 w 486696"/>
              <a:gd name="connsiteY48" fmla="*/ 24335 h 648928"/>
              <a:gd name="connsiteX49" fmla="*/ 162232 w 486696"/>
              <a:gd name="connsiteY49" fmla="*/ 0 h 648928"/>
              <a:gd name="connsiteX50" fmla="*/ 324464 w 486696"/>
              <a:gd name="connsiteY50" fmla="*/ 0 h 648928"/>
              <a:gd name="connsiteX51" fmla="*/ 351503 w 486696"/>
              <a:gd name="connsiteY51" fmla="*/ 24335 h 648928"/>
              <a:gd name="connsiteX52" fmla="*/ 351503 w 486696"/>
              <a:gd name="connsiteY52" fmla="*/ 27039 h 648928"/>
              <a:gd name="connsiteX53" fmla="*/ 459657 w 486696"/>
              <a:gd name="connsiteY53" fmla="*/ 27039 h 648928"/>
              <a:gd name="connsiteX54" fmla="*/ 486696 w 486696"/>
              <a:gd name="connsiteY54" fmla="*/ 54077 h 648928"/>
              <a:gd name="connsiteX55" fmla="*/ 162232 w 486696"/>
              <a:gd name="connsiteY55" fmla="*/ 107884 h 648928"/>
              <a:gd name="connsiteX56" fmla="*/ 324464 w 486696"/>
              <a:gd name="connsiteY56" fmla="*/ 107884 h 648928"/>
              <a:gd name="connsiteX57" fmla="*/ 324464 w 486696"/>
              <a:gd name="connsiteY57" fmla="*/ 27039 h 648928"/>
              <a:gd name="connsiteX58" fmla="*/ 162232 w 486696"/>
              <a:gd name="connsiteY58" fmla="*/ 27039 h 648928"/>
              <a:gd name="connsiteX59" fmla="*/ 162232 w 486696"/>
              <a:gd name="connsiteY59" fmla="*/ 107884 h 648928"/>
              <a:gd name="connsiteX60" fmla="*/ 135193 w 486696"/>
              <a:gd name="connsiteY60" fmla="*/ 110859 h 648928"/>
              <a:gd name="connsiteX61" fmla="*/ 135193 w 486696"/>
              <a:gd name="connsiteY61" fmla="*/ 108155 h 648928"/>
              <a:gd name="connsiteX62" fmla="*/ 81116 w 486696"/>
              <a:gd name="connsiteY62" fmla="*/ 108155 h 648928"/>
              <a:gd name="connsiteX63" fmla="*/ 81116 w 486696"/>
              <a:gd name="connsiteY63" fmla="*/ 567812 h 648928"/>
              <a:gd name="connsiteX64" fmla="*/ 405580 w 486696"/>
              <a:gd name="connsiteY64" fmla="*/ 567812 h 648928"/>
              <a:gd name="connsiteX65" fmla="*/ 405580 w 486696"/>
              <a:gd name="connsiteY65" fmla="*/ 108155 h 648928"/>
              <a:gd name="connsiteX66" fmla="*/ 351503 w 486696"/>
              <a:gd name="connsiteY66" fmla="*/ 108155 h 648928"/>
              <a:gd name="connsiteX67" fmla="*/ 351503 w 486696"/>
              <a:gd name="connsiteY67" fmla="*/ 110859 h 648928"/>
              <a:gd name="connsiteX68" fmla="*/ 324464 w 486696"/>
              <a:gd name="connsiteY68" fmla="*/ 135193 h 648928"/>
              <a:gd name="connsiteX69" fmla="*/ 162232 w 486696"/>
              <a:gd name="connsiteY69" fmla="*/ 135193 h 648928"/>
              <a:gd name="connsiteX70" fmla="*/ 135193 w 486696"/>
              <a:gd name="connsiteY70" fmla="*/ 110859 h 648928"/>
              <a:gd name="connsiteX71" fmla="*/ 459657 w 486696"/>
              <a:gd name="connsiteY71" fmla="*/ 54077 h 648928"/>
              <a:gd name="connsiteX72" fmla="*/ 351503 w 486696"/>
              <a:gd name="connsiteY72" fmla="*/ 54077 h 648928"/>
              <a:gd name="connsiteX73" fmla="*/ 351503 w 486696"/>
              <a:gd name="connsiteY73" fmla="*/ 81116 h 648928"/>
              <a:gd name="connsiteX74" fmla="*/ 405580 w 486696"/>
              <a:gd name="connsiteY74" fmla="*/ 81116 h 648928"/>
              <a:gd name="connsiteX75" fmla="*/ 432619 w 486696"/>
              <a:gd name="connsiteY75" fmla="*/ 108155 h 648928"/>
              <a:gd name="connsiteX76" fmla="*/ 432619 w 486696"/>
              <a:gd name="connsiteY76" fmla="*/ 567812 h 648928"/>
              <a:gd name="connsiteX77" fmla="*/ 405580 w 486696"/>
              <a:gd name="connsiteY77" fmla="*/ 594851 h 648928"/>
              <a:gd name="connsiteX78" fmla="*/ 81116 w 486696"/>
              <a:gd name="connsiteY78" fmla="*/ 594851 h 648928"/>
              <a:gd name="connsiteX79" fmla="*/ 61919 w 486696"/>
              <a:gd name="connsiteY79" fmla="*/ 587009 h 648928"/>
              <a:gd name="connsiteX80" fmla="*/ 54077 w 486696"/>
              <a:gd name="connsiteY80" fmla="*/ 567812 h 648928"/>
              <a:gd name="connsiteX81" fmla="*/ 54077 w 486696"/>
              <a:gd name="connsiteY81" fmla="*/ 108155 h 648928"/>
              <a:gd name="connsiteX82" fmla="*/ 81116 w 486696"/>
              <a:gd name="connsiteY82" fmla="*/ 81116 h 648928"/>
              <a:gd name="connsiteX83" fmla="*/ 135193 w 486696"/>
              <a:gd name="connsiteY83" fmla="*/ 81116 h 648928"/>
              <a:gd name="connsiteX84" fmla="*/ 135193 w 486696"/>
              <a:gd name="connsiteY84" fmla="*/ 54077 h 648928"/>
              <a:gd name="connsiteX85" fmla="*/ 27039 w 486696"/>
              <a:gd name="connsiteY85" fmla="*/ 54077 h 648928"/>
              <a:gd name="connsiteX86" fmla="*/ 27039 w 486696"/>
              <a:gd name="connsiteY86" fmla="*/ 621889 h 648928"/>
              <a:gd name="connsiteX87" fmla="*/ 459657 w 486696"/>
              <a:gd name="connsiteY87" fmla="*/ 621889 h 648928"/>
              <a:gd name="connsiteX88" fmla="*/ 459657 w 486696"/>
              <a:gd name="connsiteY88" fmla="*/ 54077 h 648928"/>
              <a:gd name="connsiteX89" fmla="*/ 162232 w 486696"/>
              <a:gd name="connsiteY89" fmla="*/ 162232 h 648928"/>
              <a:gd name="connsiteX90" fmla="*/ 202790 w 486696"/>
              <a:gd name="connsiteY90" fmla="*/ 202790 h 648928"/>
              <a:gd name="connsiteX91" fmla="*/ 162232 w 486696"/>
              <a:gd name="connsiteY91" fmla="*/ 243348 h 648928"/>
              <a:gd name="connsiteX92" fmla="*/ 121674 w 486696"/>
              <a:gd name="connsiteY92" fmla="*/ 202790 h 648928"/>
              <a:gd name="connsiteX93" fmla="*/ 162232 w 486696"/>
              <a:gd name="connsiteY93" fmla="*/ 162232 h 648928"/>
              <a:gd name="connsiteX94" fmla="*/ 148713 w 486696"/>
              <a:gd name="connsiteY94" fmla="*/ 202790 h 648928"/>
              <a:gd name="connsiteX95" fmla="*/ 162232 w 486696"/>
              <a:gd name="connsiteY95" fmla="*/ 216309 h 648928"/>
              <a:gd name="connsiteX96" fmla="*/ 175751 w 486696"/>
              <a:gd name="connsiteY96" fmla="*/ 202790 h 648928"/>
              <a:gd name="connsiteX97" fmla="*/ 162232 w 486696"/>
              <a:gd name="connsiteY97" fmla="*/ 189271 h 648928"/>
              <a:gd name="connsiteX98" fmla="*/ 148713 w 486696"/>
              <a:gd name="connsiteY98" fmla="*/ 202790 h 648928"/>
              <a:gd name="connsiteX99" fmla="*/ 179266 w 486696"/>
              <a:gd name="connsiteY99" fmla="*/ 243348 h 648928"/>
              <a:gd name="connsiteX100" fmla="*/ 230099 w 486696"/>
              <a:gd name="connsiteY100" fmla="*/ 294181 h 648928"/>
              <a:gd name="connsiteX101" fmla="*/ 230099 w 486696"/>
              <a:gd name="connsiteY101" fmla="*/ 297425 h 648928"/>
              <a:gd name="connsiteX102" fmla="*/ 203060 w 486696"/>
              <a:gd name="connsiteY102" fmla="*/ 324464 h 648928"/>
              <a:gd name="connsiteX103" fmla="*/ 122485 w 486696"/>
              <a:gd name="connsiteY103" fmla="*/ 324464 h 648928"/>
              <a:gd name="connsiteX104" fmla="*/ 95447 w 486696"/>
              <a:gd name="connsiteY104" fmla="*/ 297425 h 648928"/>
              <a:gd name="connsiteX105" fmla="*/ 95447 w 486696"/>
              <a:gd name="connsiteY105" fmla="*/ 293099 h 648928"/>
              <a:gd name="connsiteX106" fmla="*/ 145198 w 486696"/>
              <a:gd name="connsiteY106" fmla="*/ 243348 h 648928"/>
              <a:gd name="connsiteX107" fmla="*/ 179266 w 486696"/>
              <a:gd name="connsiteY107" fmla="*/ 243348 h 648928"/>
              <a:gd name="connsiteX108" fmla="*/ 179266 w 486696"/>
              <a:gd name="connsiteY108" fmla="*/ 270387 h 648928"/>
              <a:gd name="connsiteX109" fmla="*/ 145198 w 486696"/>
              <a:gd name="connsiteY109" fmla="*/ 270387 h 648928"/>
              <a:gd name="connsiteX110" fmla="*/ 122485 w 486696"/>
              <a:gd name="connsiteY110" fmla="*/ 293099 h 648928"/>
              <a:gd name="connsiteX111" fmla="*/ 122485 w 486696"/>
              <a:gd name="connsiteY111" fmla="*/ 297425 h 648928"/>
              <a:gd name="connsiteX112" fmla="*/ 203060 w 486696"/>
              <a:gd name="connsiteY112" fmla="*/ 297425 h 648928"/>
              <a:gd name="connsiteX113" fmla="*/ 203060 w 486696"/>
              <a:gd name="connsiteY113" fmla="*/ 294181 h 648928"/>
              <a:gd name="connsiteX114" fmla="*/ 179266 w 486696"/>
              <a:gd name="connsiteY114" fmla="*/ 270387 h 64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86696" h="648928">
                <a:moveTo>
                  <a:pt x="350692" y="216309"/>
                </a:moveTo>
                <a:lnTo>
                  <a:pt x="350692" y="243348"/>
                </a:lnTo>
                <a:lnTo>
                  <a:pt x="243618" y="243348"/>
                </a:lnTo>
                <a:lnTo>
                  <a:pt x="243618" y="216309"/>
                </a:lnTo>
                <a:lnTo>
                  <a:pt x="350692" y="216309"/>
                </a:lnTo>
                <a:close/>
                <a:moveTo>
                  <a:pt x="378541" y="162232"/>
                </a:moveTo>
                <a:lnTo>
                  <a:pt x="243348" y="162232"/>
                </a:lnTo>
                <a:lnTo>
                  <a:pt x="243348" y="189271"/>
                </a:lnTo>
                <a:lnTo>
                  <a:pt x="378541" y="189271"/>
                </a:lnTo>
                <a:lnTo>
                  <a:pt x="378541" y="162232"/>
                </a:lnTo>
                <a:close/>
                <a:moveTo>
                  <a:pt x="147631" y="413151"/>
                </a:moveTo>
                <a:lnTo>
                  <a:pt x="132219" y="393953"/>
                </a:lnTo>
                <a:lnTo>
                  <a:pt x="111129" y="410717"/>
                </a:lnTo>
                <a:lnTo>
                  <a:pt x="133841" y="439108"/>
                </a:lnTo>
                <a:cubicBezTo>
                  <a:pt x="137356" y="443434"/>
                  <a:pt x="142223" y="445868"/>
                  <a:pt x="147631" y="445868"/>
                </a:cubicBezTo>
                <a:lnTo>
                  <a:pt x="148172" y="445868"/>
                </a:lnTo>
                <a:cubicBezTo>
                  <a:pt x="153580" y="445868"/>
                  <a:pt x="158987" y="442893"/>
                  <a:pt x="161962" y="438838"/>
                </a:cubicBezTo>
                <a:lnTo>
                  <a:pt x="217932" y="364481"/>
                </a:lnTo>
                <a:lnTo>
                  <a:pt x="196301" y="348258"/>
                </a:lnTo>
                <a:lnTo>
                  <a:pt x="147631" y="413151"/>
                </a:lnTo>
                <a:close/>
                <a:moveTo>
                  <a:pt x="147631" y="506975"/>
                </a:moveTo>
                <a:lnTo>
                  <a:pt x="132219" y="487778"/>
                </a:lnTo>
                <a:lnTo>
                  <a:pt x="111129" y="504542"/>
                </a:lnTo>
                <a:lnTo>
                  <a:pt x="133841" y="532932"/>
                </a:lnTo>
                <a:cubicBezTo>
                  <a:pt x="137356" y="537258"/>
                  <a:pt x="142223" y="539692"/>
                  <a:pt x="147631" y="539692"/>
                </a:cubicBezTo>
                <a:lnTo>
                  <a:pt x="148172" y="539692"/>
                </a:lnTo>
                <a:cubicBezTo>
                  <a:pt x="153580" y="539692"/>
                  <a:pt x="158987" y="536718"/>
                  <a:pt x="161962" y="532662"/>
                </a:cubicBezTo>
                <a:lnTo>
                  <a:pt x="217932" y="458305"/>
                </a:lnTo>
                <a:lnTo>
                  <a:pt x="196301" y="442082"/>
                </a:lnTo>
                <a:lnTo>
                  <a:pt x="147631" y="506975"/>
                </a:lnTo>
                <a:close/>
                <a:moveTo>
                  <a:pt x="378812" y="405310"/>
                </a:moveTo>
                <a:lnTo>
                  <a:pt x="378812" y="378271"/>
                </a:lnTo>
                <a:lnTo>
                  <a:pt x="244700" y="378812"/>
                </a:lnTo>
                <a:lnTo>
                  <a:pt x="244700" y="405850"/>
                </a:lnTo>
                <a:lnTo>
                  <a:pt x="378812" y="405310"/>
                </a:lnTo>
                <a:close/>
                <a:moveTo>
                  <a:pt x="378001" y="459657"/>
                </a:moveTo>
                <a:lnTo>
                  <a:pt x="243618" y="459657"/>
                </a:lnTo>
                <a:lnTo>
                  <a:pt x="243618" y="486696"/>
                </a:lnTo>
                <a:lnTo>
                  <a:pt x="378001" y="486696"/>
                </a:lnTo>
                <a:lnTo>
                  <a:pt x="378001" y="459657"/>
                </a:lnTo>
                <a:close/>
                <a:moveTo>
                  <a:pt x="486696" y="54077"/>
                </a:moveTo>
                <a:lnTo>
                  <a:pt x="486696" y="621889"/>
                </a:lnTo>
                <a:cubicBezTo>
                  <a:pt x="486696" y="636761"/>
                  <a:pt x="474529" y="648928"/>
                  <a:pt x="459657" y="648928"/>
                </a:cubicBezTo>
                <a:lnTo>
                  <a:pt x="27039" y="648928"/>
                </a:lnTo>
                <a:cubicBezTo>
                  <a:pt x="12167" y="648928"/>
                  <a:pt x="0" y="636761"/>
                  <a:pt x="0" y="621889"/>
                </a:cubicBezTo>
                <a:lnTo>
                  <a:pt x="0" y="54077"/>
                </a:lnTo>
                <a:cubicBezTo>
                  <a:pt x="0" y="39206"/>
                  <a:pt x="12167" y="27039"/>
                  <a:pt x="27039" y="27039"/>
                </a:cubicBezTo>
                <a:lnTo>
                  <a:pt x="135193" y="27039"/>
                </a:lnTo>
                <a:lnTo>
                  <a:pt x="135193" y="24335"/>
                </a:lnTo>
                <a:cubicBezTo>
                  <a:pt x="135193" y="10815"/>
                  <a:pt x="147361" y="0"/>
                  <a:pt x="162232" y="0"/>
                </a:cubicBezTo>
                <a:lnTo>
                  <a:pt x="324464" y="0"/>
                </a:lnTo>
                <a:cubicBezTo>
                  <a:pt x="339335" y="0"/>
                  <a:pt x="351503" y="10815"/>
                  <a:pt x="351503" y="24335"/>
                </a:cubicBezTo>
                <a:lnTo>
                  <a:pt x="351503" y="27039"/>
                </a:lnTo>
                <a:lnTo>
                  <a:pt x="459657" y="27039"/>
                </a:lnTo>
                <a:cubicBezTo>
                  <a:pt x="474529" y="27039"/>
                  <a:pt x="486696" y="39206"/>
                  <a:pt x="486696" y="54077"/>
                </a:cubicBezTo>
                <a:close/>
                <a:moveTo>
                  <a:pt x="162232" y="107884"/>
                </a:moveTo>
                <a:lnTo>
                  <a:pt x="324464" y="107884"/>
                </a:lnTo>
                <a:lnTo>
                  <a:pt x="324464" y="27039"/>
                </a:lnTo>
                <a:lnTo>
                  <a:pt x="162232" y="27039"/>
                </a:lnTo>
                <a:lnTo>
                  <a:pt x="162232" y="107884"/>
                </a:lnTo>
                <a:close/>
                <a:moveTo>
                  <a:pt x="135193" y="110859"/>
                </a:moveTo>
                <a:lnTo>
                  <a:pt x="135193" y="108155"/>
                </a:lnTo>
                <a:lnTo>
                  <a:pt x="81116" y="108155"/>
                </a:lnTo>
                <a:lnTo>
                  <a:pt x="81116" y="567812"/>
                </a:lnTo>
                <a:lnTo>
                  <a:pt x="405580" y="567812"/>
                </a:lnTo>
                <a:lnTo>
                  <a:pt x="405580" y="108155"/>
                </a:lnTo>
                <a:lnTo>
                  <a:pt x="351503" y="108155"/>
                </a:lnTo>
                <a:lnTo>
                  <a:pt x="351503" y="110859"/>
                </a:lnTo>
                <a:cubicBezTo>
                  <a:pt x="351503" y="124378"/>
                  <a:pt x="339335" y="135193"/>
                  <a:pt x="324464" y="135193"/>
                </a:cubicBezTo>
                <a:lnTo>
                  <a:pt x="162232" y="135193"/>
                </a:lnTo>
                <a:cubicBezTo>
                  <a:pt x="147361" y="135193"/>
                  <a:pt x="135193" y="124378"/>
                  <a:pt x="135193" y="110859"/>
                </a:cubicBezTo>
                <a:close/>
                <a:moveTo>
                  <a:pt x="459657" y="54077"/>
                </a:moveTo>
                <a:lnTo>
                  <a:pt x="351503" y="54077"/>
                </a:lnTo>
                <a:lnTo>
                  <a:pt x="351503" y="81116"/>
                </a:lnTo>
                <a:lnTo>
                  <a:pt x="405580" y="81116"/>
                </a:lnTo>
                <a:cubicBezTo>
                  <a:pt x="420451" y="81116"/>
                  <a:pt x="432619" y="93283"/>
                  <a:pt x="432619" y="108155"/>
                </a:cubicBezTo>
                <a:lnTo>
                  <a:pt x="432619" y="567812"/>
                </a:lnTo>
                <a:cubicBezTo>
                  <a:pt x="432619" y="582683"/>
                  <a:pt x="420451" y="594851"/>
                  <a:pt x="405580" y="594851"/>
                </a:cubicBezTo>
                <a:lnTo>
                  <a:pt x="81116" y="594851"/>
                </a:lnTo>
                <a:cubicBezTo>
                  <a:pt x="73816" y="594851"/>
                  <a:pt x="67056" y="592147"/>
                  <a:pt x="61919" y="587009"/>
                </a:cubicBezTo>
                <a:cubicBezTo>
                  <a:pt x="56781" y="581872"/>
                  <a:pt x="54077" y="575112"/>
                  <a:pt x="54077" y="567812"/>
                </a:cubicBezTo>
                <a:lnTo>
                  <a:pt x="54077" y="108155"/>
                </a:lnTo>
                <a:cubicBezTo>
                  <a:pt x="54077" y="93283"/>
                  <a:pt x="66245" y="81116"/>
                  <a:pt x="81116" y="81116"/>
                </a:cubicBezTo>
                <a:lnTo>
                  <a:pt x="135193" y="81116"/>
                </a:lnTo>
                <a:lnTo>
                  <a:pt x="135193" y="54077"/>
                </a:lnTo>
                <a:lnTo>
                  <a:pt x="27039" y="54077"/>
                </a:lnTo>
                <a:lnTo>
                  <a:pt x="27039" y="621889"/>
                </a:lnTo>
                <a:lnTo>
                  <a:pt x="459657" y="621889"/>
                </a:lnTo>
                <a:lnTo>
                  <a:pt x="459657" y="54077"/>
                </a:lnTo>
                <a:close/>
                <a:moveTo>
                  <a:pt x="162232" y="162232"/>
                </a:moveTo>
                <a:cubicBezTo>
                  <a:pt x="184674" y="162232"/>
                  <a:pt x="202790" y="180348"/>
                  <a:pt x="202790" y="202790"/>
                </a:cubicBezTo>
                <a:cubicBezTo>
                  <a:pt x="202790" y="225232"/>
                  <a:pt x="184674" y="243348"/>
                  <a:pt x="162232" y="243348"/>
                </a:cubicBezTo>
                <a:cubicBezTo>
                  <a:pt x="139790" y="243348"/>
                  <a:pt x="121674" y="225232"/>
                  <a:pt x="121674" y="202790"/>
                </a:cubicBezTo>
                <a:cubicBezTo>
                  <a:pt x="121674" y="180348"/>
                  <a:pt x="139790" y="162232"/>
                  <a:pt x="162232" y="162232"/>
                </a:cubicBezTo>
                <a:close/>
                <a:moveTo>
                  <a:pt x="148713" y="202790"/>
                </a:moveTo>
                <a:cubicBezTo>
                  <a:pt x="148713" y="210361"/>
                  <a:pt x="154932" y="216309"/>
                  <a:pt x="162232" y="216309"/>
                </a:cubicBezTo>
                <a:cubicBezTo>
                  <a:pt x="169532" y="216309"/>
                  <a:pt x="175751" y="210090"/>
                  <a:pt x="175751" y="202790"/>
                </a:cubicBezTo>
                <a:cubicBezTo>
                  <a:pt x="175751" y="195490"/>
                  <a:pt x="169532" y="189271"/>
                  <a:pt x="162232" y="189271"/>
                </a:cubicBezTo>
                <a:cubicBezTo>
                  <a:pt x="154932" y="189271"/>
                  <a:pt x="148713" y="195490"/>
                  <a:pt x="148713" y="202790"/>
                </a:cubicBezTo>
                <a:close/>
                <a:moveTo>
                  <a:pt x="179266" y="243348"/>
                </a:moveTo>
                <a:cubicBezTo>
                  <a:pt x="207116" y="243348"/>
                  <a:pt x="230099" y="266060"/>
                  <a:pt x="230099" y="294181"/>
                </a:cubicBezTo>
                <a:lnTo>
                  <a:pt x="230099" y="297425"/>
                </a:lnTo>
                <a:cubicBezTo>
                  <a:pt x="230099" y="312297"/>
                  <a:pt x="217932" y="324464"/>
                  <a:pt x="203060" y="324464"/>
                </a:cubicBezTo>
                <a:lnTo>
                  <a:pt x="122485" y="324464"/>
                </a:lnTo>
                <a:cubicBezTo>
                  <a:pt x="107614" y="324464"/>
                  <a:pt x="95447" y="312297"/>
                  <a:pt x="95447" y="297425"/>
                </a:cubicBezTo>
                <a:lnTo>
                  <a:pt x="95447" y="293099"/>
                </a:lnTo>
                <a:cubicBezTo>
                  <a:pt x="95447" y="265520"/>
                  <a:pt x="117889" y="243348"/>
                  <a:pt x="145198" y="243348"/>
                </a:cubicBezTo>
                <a:lnTo>
                  <a:pt x="179266" y="243348"/>
                </a:lnTo>
                <a:close/>
                <a:moveTo>
                  <a:pt x="179266" y="270387"/>
                </a:moveTo>
                <a:lnTo>
                  <a:pt x="145198" y="270387"/>
                </a:lnTo>
                <a:cubicBezTo>
                  <a:pt x="132489" y="270387"/>
                  <a:pt x="122485" y="280661"/>
                  <a:pt x="122485" y="293099"/>
                </a:cubicBezTo>
                <a:lnTo>
                  <a:pt x="122485" y="297425"/>
                </a:lnTo>
                <a:lnTo>
                  <a:pt x="203060" y="297425"/>
                </a:lnTo>
                <a:lnTo>
                  <a:pt x="203060" y="294181"/>
                </a:lnTo>
                <a:cubicBezTo>
                  <a:pt x="203060" y="281202"/>
                  <a:pt x="192515" y="270387"/>
                  <a:pt x="179266" y="270387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6" descr="Professional standards icon.">
            <a:extLst>
              <a:ext uri="{FF2B5EF4-FFF2-40B4-BE49-F238E27FC236}">
                <a16:creationId xmlns:a16="http://schemas.microsoft.com/office/drawing/2014/main" id="{AB41F556-3400-6F44-E22B-E86D688FC7FC}"/>
              </a:ext>
            </a:extLst>
          </p:cNvPr>
          <p:cNvSpPr/>
          <p:nvPr/>
        </p:nvSpPr>
        <p:spPr>
          <a:xfrm>
            <a:off x="8348908" y="2306783"/>
            <a:ext cx="379126" cy="416967"/>
          </a:xfrm>
          <a:custGeom>
            <a:avLst/>
            <a:gdLst>
              <a:gd name="connsiteX0" fmla="*/ 322202 w 379126"/>
              <a:gd name="connsiteY0" fmla="*/ 398015 h 416967"/>
              <a:gd name="connsiteX1" fmla="*/ 18953 w 379126"/>
              <a:gd name="connsiteY1" fmla="*/ 398015 h 416967"/>
              <a:gd name="connsiteX2" fmla="*/ 18953 w 379126"/>
              <a:gd name="connsiteY2" fmla="*/ 18953 h 416967"/>
              <a:gd name="connsiteX3" fmla="*/ 246441 w 379126"/>
              <a:gd name="connsiteY3" fmla="*/ 18953 h 416967"/>
              <a:gd name="connsiteX4" fmla="*/ 246752 w 379126"/>
              <a:gd name="connsiteY4" fmla="*/ 75886 h 416967"/>
              <a:gd name="connsiteX5" fmla="*/ 275163 w 379126"/>
              <a:gd name="connsiteY5" fmla="*/ 104159 h 416967"/>
              <a:gd name="connsiteX6" fmla="*/ 275265 w 379126"/>
              <a:gd name="connsiteY6" fmla="*/ 104159 h 416967"/>
              <a:gd name="connsiteX7" fmla="*/ 322204 w 379126"/>
              <a:gd name="connsiteY7" fmla="*/ 104018 h 416967"/>
              <a:gd name="connsiteX8" fmla="*/ 322204 w 379126"/>
              <a:gd name="connsiteY8" fmla="*/ 123195 h 416967"/>
              <a:gd name="connsiteX9" fmla="*/ 341157 w 379126"/>
              <a:gd name="connsiteY9" fmla="*/ 123195 h 416967"/>
              <a:gd name="connsiteX10" fmla="*/ 341157 w 379126"/>
              <a:gd name="connsiteY10" fmla="*/ 88852 h 416967"/>
              <a:gd name="connsiteX11" fmla="*/ 336474 w 379126"/>
              <a:gd name="connsiteY11" fmla="*/ 76368 h 416967"/>
              <a:gd name="connsiteX12" fmla="*/ 275330 w 379126"/>
              <a:gd name="connsiteY12" fmla="*/ 6497 h 416967"/>
              <a:gd name="connsiteX13" fmla="*/ 261041 w 379126"/>
              <a:gd name="connsiteY13" fmla="*/ 0 h 416967"/>
              <a:gd name="connsiteX14" fmla="*/ 18953 w 379126"/>
              <a:gd name="connsiteY14" fmla="*/ 0 h 416967"/>
              <a:gd name="connsiteX15" fmla="*/ 0 w 379126"/>
              <a:gd name="connsiteY15" fmla="*/ 18953 h 416967"/>
              <a:gd name="connsiteX16" fmla="*/ 0 w 379126"/>
              <a:gd name="connsiteY16" fmla="*/ 398015 h 416967"/>
              <a:gd name="connsiteX17" fmla="*/ 18953 w 379126"/>
              <a:gd name="connsiteY17" fmla="*/ 416968 h 416967"/>
              <a:gd name="connsiteX18" fmla="*/ 322202 w 379126"/>
              <a:gd name="connsiteY18" fmla="*/ 416968 h 416967"/>
              <a:gd name="connsiteX19" fmla="*/ 341156 w 379126"/>
              <a:gd name="connsiteY19" fmla="*/ 398015 h 416967"/>
              <a:gd name="connsiteX20" fmla="*/ 341156 w 379126"/>
              <a:gd name="connsiteY20" fmla="*/ 379062 h 416967"/>
              <a:gd name="connsiteX21" fmla="*/ 322202 w 379126"/>
              <a:gd name="connsiteY21" fmla="*/ 379062 h 416967"/>
              <a:gd name="connsiteX22" fmla="*/ 322202 w 379126"/>
              <a:gd name="connsiteY22" fmla="*/ 398015 h 416967"/>
              <a:gd name="connsiteX23" fmla="*/ 318897 w 379126"/>
              <a:gd name="connsiteY23" fmla="*/ 85073 h 416967"/>
              <a:gd name="connsiteX24" fmla="*/ 275199 w 379126"/>
              <a:gd name="connsiteY24" fmla="*/ 85205 h 416967"/>
              <a:gd name="connsiteX25" fmla="*/ 275170 w 379126"/>
              <a:gd name="connsiteY25" fmla="*/ 85205 h 416967"/>
              <a:gd name="connsiteX26" fmla="*/ 265703 w 379126"/>
              <a:gd name="connsiteY26" fmla="*/ 75784 h 416967"/>
              <a:gd name="connsiteX27" fmla="*/ 265421 w 379126"/>
              <a:gd name="connsiteY27" fmla="*/ 23960 h 416967"/>
              <a:gd name="connsiteX28" fmla="*/ 318897 w 379126"/>
              <a:gd name="connsiteY28" fmla="*/ 85073 h 416967"/>
              <a:gd name="connsiteX29" fmla="*/ 227299 w 379126"/>
              <a:gd name="connsiteY29" fmla="*/ 75600 h 416967"/>
              <a:gd name="connsiteX30" fmla="*/ 38342 w 379126"/>
              <a:gd name="connsiteY30" fmla="*/ 75776 h 416967"/>
              <a:gd name="connsiteX31" fmla="*/ 38323 w 379126"/>
              <a:gd name="connsiteY31" fmla="*/ 56823 h 416967"/>
              <a:gd name="connsiteX32" fmla="*/ 227280 w 379126"/>
              <a:gd name="connsiteY32" fmla="*/ 56647 h 416967"/>
              <a:gd name="connsiteX33" fmla="*/ 227299 w 379126"/>
              <a:gd name="connsiteY33" fmla="*/ 75600 h 416967"/>
              <a:gd name="connsiteX34" fmla="*/ 198693 w 379126"/>
              <a:gd name="connsiteY34" fmla="*/ 132634 h 416967"/>
              <a:gd name="connsiteX35" fmla="*/ 38342 w 379126"/>
              <a:gd name="connsiteY35" fmla="*/ 132810 h 416967"/>
              <a:gd name="connsiteX36" fmla="*/ 38323 w 379126"/>
              <a:gd name="connsiteY36" fmla="*/ 113857 h 416967"/>
              <a:gd name="connsiteX37" fmla="*/ 198674 w 379126"/>
              <a:gd name="connsiteY37" fmla="*/ 113681 h 416967"/>
              <a:gd name="connsiteX38" fmla="*/ 198693 w 379126"/>
              <a:gd name="connsiteY38" fmla="*/ 132634 h 416967"/>
              <a:gd name="connsiteX39" fmla="*/ 152485 w 379126"/>
              <a:gd name="connsiteY39" fmla="*/ 189319 h 416967"/>
              <a:gd name="connsiteX40" fmla="*/ 38340 w 379126"/>
              <a:gd name="connsiteY40" fmla="*/ 189495 h 416967"/>
              <a:gd name="connsiteX41" fmla="*/ 38302 w 379126"/>
              <a:gd name="connsiteY41" fmla="*/ 170542 h 416967"/>
              <a:gd name="connsiteX42" fmla="*/ 152447 w 379126"/>
              <a:gd name="connsiteY42" fmla="*/ 170365 h 416967"/>
              <a:gd name="connsiteX43" fmla="*/ 152485 w 379126"/>
              <a:gd name="connsiteY43" fmla="*/ 189319 h 416967"/>
              <a:gd name="connsiteX44" fmla="*/ 104676 w 379126"/>
              <a:gd name="connsiteY44" fmla="*/ 360109 h 416967"/>
              <a:gd name="connsiteX45" fmla="*/ 171012 w 379126"/>
              <a:gd name="connsiteY45" fmla="*/ 293773 h 416967"/>
              <a:gd name="connsiteX46" fmla="*/ 104676 w 379126"/>
              <a:gd name="connsiteY46" fmla="*/ 227437 h 416967"/>
              <a:gd name="connsiteX47" fmla="*/ 38340 w 379126"/>
              <a:gd name="connsiteY47" fmla="*/ 293773 h 416967"/>
              <a:gd name="connsiteX48" fmla="*/ 104676 w 379126"/>
              <a:gd name="connsiteY48" fmla="*/ 360109 h 416967"/>
              <a:gd name="connsiteX49" fmla="*/ 104676 w 379126"/>
              <a:gd name="connsiteY49" fmla="*/ 246390 h 416967"/>
              <a:gd name="connsiteX50" fmla="*/ 152059 w 379126"/>
              <a:gd name="connsiteY50" fmla="*/ 293773 h 416967"/>
              <a:gd name="connsiteX51" fmla="*/ 104676 w 379126"/>
              <a:gd name="connsiteY51" fmla="*/ 341156 h 416967"/>
              <a:gd name="connsiteX52" fmla="*/ 57293 w 379126"/>
              <a:gd name="connsiteY52" fmla="*/ 293773 h 416967"/>
              <a:gd name="connsiteX53" fmla="*/ 104676 w 379126"/>
              <a:gd name="connsiteY53" fmla="*/ 246390 h 416967"/>
              <a:gd name="connsiteX54" fmla="*/ 87010 w 379126"/>
              <a:gd name="connsiteY54" fmla="*/ 320555 h 416967"/>
              <a:gd name="connsiteX55" fmla="*/ 70297 w 379126"/>
              <a:gd name="connsiteY55" fmla="*/ 302010 h 416967"/>
              <a:gd name="connsiteX56" fmla="*/ 84364 w 379126"/>
              <a:gd name="connsiteY56" fmla="*/ 289313 h 416967"/>
              <a:gd name="connsiteX57" fmla="*/ 96312 w 379126"/>
              <a:gd name="connsiteY57" fmla="*/ 302565 h 416967"/>
              <a:gd name="connsiteX58" fmla="*/ 124308 w 379126"/>
              <a:gd name="connsiteY58" fmla="*/ 263455 h 416967"/>
              <a:gd name="connsiteX59" fmla="*/ 139726 w 379126"/>
              <a:gd name="connsiteY59" fmla="*/ 274486 h 416967"/>
              <a:gd name="connsiteX60" fmla="*/ 107576 w 379126"/>
              <a:gd name="connsiteY60" fmla="*/ 319388 h 416967"/>
              <a:gd name="connsiteX61" fmla="*/ 97572 w 379126"/>
              <a:gd name="connsiteY61" fmla="*/ 324903 h 416967"/>
              <a:gd name="connsiteX62" fmla="*/ 96814 w 379126"/>
              <a:gd name="connsiteY62" fmla="*/ 324922 h 416967"/>
              <a:gd name="connsiteX63" fmla="*/ 87014 w 379126"/>
              <a:gd name="connsiteY63" fmla="*/ 320554 h 416967"/>
              <a:gd name="connsiteX64" fmla="*/ 289285 w 379126"/>
              <a:gd name="connsiteY64" fmla="*/ 160472 h 416967"/>
              <a:gd name="connsiteX65" fmla="*/ 237164 w 379126"/>
              <a:gd name="connsiteY65" fmla="*/ 212593 h 416967"/>
              <a:gd name="connsiteX66" fmla="*/ 289285 w 379126"/>
              <a:gd name="connsiteY66" fmla="*/ 264714 h 416967"/>
              <a:gd name="connsiteX67" fmla="*/ 341406 w 379126"/>
              <a:gd name="connsiteY67" fmla="*/ 212593 h 416967"/>
              <a:gd name="connsiteX68" fmla="*/ 289285 w 379126"/>
              <a:gd name="connsiteY68" fmla="*/ 160472 h 416967"/>
              <a:gd name="connsiteX69" fmla="*/ 289285 w 379126"/>
              <a:gd name="connsiteY69" fmla="*/ 245761 h 416967"/>
              <a:gd name="connsiteX70" fmla="*/ 256117 w 379126"/>
              <a:gd name="connsiteY70" fmla="*/ 212593 h 416967"/>
              <a:gd name="connsiteX71" fmla="*/ 289285 w 379126"/>
              <a:gd name="connsiteY71" fmla="*/ 179425 h 416967"/>
              <a:gd name="connsiteX72" fmla="*/ 322453 w 379126"/>
              <a:gd name="connsiteY72" fmla="*/ 212593 h 416967"/>
              <a:gd name="connsiteX73" fmla="*/ 289285 w 379126"/>
              <a:gd name="connsiteY73" fmla="*/ 245761 h 416967"/>
              <a:gd name="connsiteX74" fmla="*/ 369123 w 379126"/>
              <a:gd name="connsiteY74" fmla="*/ 189717 h 416967"/>
              <a:gd name="connsiteX75" fmla="*/ 363903 w 379126"/>
              <a:gd name="connsiteY75" fmla="*/ 181675 h 416967"/>
              <a:gd name="connsiteX76" fmla="*/ 361729 w 379126"/>
              <a:gd name="connsiteY76" fmla="*/ 171781 h 416967"/>
              <a:gd name="connsiteX77" fmla="*/ 352817 w 379126"/>
              <a:gd name="connsiteY77" fmla="*/ 149072 h 416967"/>
              <a:gd name="connsiteX78" fmla="*/ 330089 w 379126"/>
              <a:gd name="connsiteY78" fmla="*/ 140150 h 416967"/>
              <a:gd name="connsiteX79" fmla="*/ 320195 w 379126"/>
              <a:gd name="connsiteY79" fmla="*/ 137977 h 416967"/>
              <a:gd name="connsiteX80" fmla="*/ 312163 w 379126"/>
              <a:gd name="connsiteY80" fmla="*/ 132757 h 416967"/>
              <a:gd name="connsiteX81" fmla="*/ 289287 w 379126"/>
              <a:gd name="connsiteY81" fmla="*/ 122753 h 416967"/>
              <a:gd name="connsiteX82" fmla="*/ 266420 w 379126"/>
              <a:gd name="connsiteY82" fmla="*/ 132757 h 416967"/>
              <a:gd name="connsiteX83" fmla="*/ 258378 w 379126"/>
              <a:gd name="connsiteY83" fmla="*/ 137977 h 416967"/>
              <a:gd name="connsiteX84" fmla="*/ 248484 w 379126"/>
              <a:gd name="connsiteY84" fmla="*/ 140150 h 416967"/>
              <a:gd name="connsiteX85" fmla="*/ 225756 w 379126"/>
              <a:gd name="connsiteY85" fmla="*/ 149062 h 416967"/>
              <a:gd name="connsiteX86" fmla="*/ 216844 w 379126"/>
              <a:gd name="connsiteY86" fmla="*/ 171800 h 416967"/>
              <a:gd name="connsiteX87" fmla="*/ 214678 w 379126"/>
              <a:gd name="connsiteY87" fmla="*/ 181675 h 416967"/>
              <a:gd name="connsiteX88" fmla="*/ 209458 w 379126"/>
              <a:gd name="connsiteY88" fmla="*/ 189707 h 416967"/>
              <a:gd name="connsiteX89" fmla="*/ 199455 w 379126"/>
              <a:gd name="connsiteY89" fmla="*/ 212593 h 416967"/>
              <a:gd name="connsiteX90" fmla="*/ 209458 w 379126"/>
              <a:gd name="connsiteY90" fmla="*/ 235488 h 416967"/>
              <a:gd name="connsiteX91" fmla="*/ 214678 w 379126"/>
              <a:gd name="connsiteY91" fmla="*/ 243504 h 416967"/>
              <a:gd name="connsiteX92" fmla="*/ 216844 w 379126"/>
              <a:gd name="connsiteY92" fmla="*/ 253388 h 416967"/>
              <a:gd name="connsiteX93" fmla="*/ 225765 w 379126"/>
              <a:gd name="connsiteY93" fmla="*/ 276116 h 416967"/>
              <a:gd name="connsiteX94" fmla="*/ 237137 w 379126"/>
              <a:gd name="connsiteY94" fmla="*/ 282672 h 416967"/>
              <a:gd name="connsiteX95" fmla="*/ 236972 w 379126"/>
              <a:gd name="connsiteY95" fmla="*/ 340655 h 416967"/>
              <a:gd name="connsiteX96" fmla="*/ 247569 w 379126"/>
              <a:gd name="connsiteY96" fmla="*/ 357702 h 416967"/>
              <a:gd name="connsiteX97" fmla="*/ 267549 w 379126"/>
              <a:gd name="connsiteY97" fmla="*/ 355666 h 416967"/>
              <a:gd name="connsiteX98" fmla="*/ 288752 w 379126"/>
              <a:gd name="connsiteY98" fmla="*/ 339211 h 416967"/>
              <a:gd name="connsiteX99" fmla="*/ 310694 w 379126"/>
              <a:gd name="connsiteY99" fmla="*/ 355981 h 416967"/>
              <a:gd name="connsiteX100" fmla="*/ 322187 w 379126"/>
              <a:gd name="connsiteY100" fmla="*/ 359904 h 416967"/>
              <a:gd name="connsiteX101" fmla="*/ 330599 w 379126"/>
              <a:gd name="connsiteY101" fmla="*/ 357923 h 416967"/>
              <a:gd name="connsiteX102" fmla="*/ 341157 w 379126"/>
              <a:gd name="connsiteY102" fmla="*/ 340932 h 416967"/>
              <a:gd name="connsiteX103" fmla="*/ 341157 w 379126"/>
              <a:gd name="connsiteY103" fmla="*/ 282740 h 416967"/>
              <a:gd name="connsiteX104" fmla="*/ 352808 w 379126"/>
              <a:gd name="connsiteY104" fmla="*/ 276112 h 416967"/>
              <a:gd name="connsiteX105" fmla="*/ 361729 w 379126"/>
              <a:gd name="connsiteY105" fmla="*/ 253384 h 416967"/>
              <a:gd name="connsiteX106" fmla="*/ 363903 w 379126"/>
              <a:gd name="connsiteY106" fmla="*/ 243500 h 416967"/>
              <a:gd name="connsiteX107" fmla="*/ 369123 w 379126"/>
              <a:gd name="connsiteY107" fmla="*/ 235467 h 416967"/>
              <a:gd name="connsiteX108" fmla="*/ 379126 w 379126"/>
              <a:gd name="connsiteY108" fmla="*/ 212591 h 416967"/>
              <a:gd name="connsiteX109" fmla="*/ 369123 w 379126"/>
              <a:gd name="connsiteY109" fmla="*/ 189715 h 416967"/>
              <a:gd name="connsiteX110" fmla="*/ 322202 w 379126"/>
              <a:gd name="connsiteY110" fmla="*/ 340915 h 416967"/>
              <a:gd name="connsiteX111" fmla="*/ 300270 w 379126"/>
              <a:gd name="connsiteY111" fmla="*/ 324164 h 416967"/>
              <a:gd name="connsiteX112" fmla="*/ 277115 w 379126"/>
              <a:gd name="connsiteY112" fmla="*/ 324238 h 416967"/>
              <a:gd name="connsiteX113" fmla="*/ 255922 w 379126"/>
              <a:gd name="connsiteY113" fmla="*/ 340693 h 416967"/>
              <a:gd name="connsiteX114" fmla="*/ 256077 w 379126"/>
              <a:gd name="connsiteY114" fmla="*/ 286546 h 416967"/>
              <a:gd name="connsiteX115" fmla="*/ 258384 w 379126"/>
              <a:gd name="connsiteY115" fmla="*/ 287202 h 416967"/>
              <a:gd name="connsiteX116" fmla="*/ 266416 w 379126"/>
              <a:gd name="connsiteY116" fmla="*/ 292421 h 416967"/>
              <a:gd name="connsiteX117" fmla="*/ 289283 w 379126"/>
              <a:gd name="connsiteY117" fmla="*/ 302434 h 416967"/>
              <a:gd name="connsiteX118" fmla="*/ 312159 w 379126"/>
              <a:gd name="connsiteY118" fmla="*/ 292421 h 416967"/>
              <a:gd name="connsiteX119" fmla="*/ 320201 w 379126"/>
              <a:gd name="connsiteY119" fmla="*/ 287202 h 416967"/>
              <a:gd name="connsiteX120" fmla="*/ 322201 w 379126"/>
              <a:gd name="connsiteY120" fmla="*/ 286631 h 416967"/>
              <a:gd name="connsiteX121" fmla="*/ 322201 w 379126"/>
              <a:gd name="connsiteY121" fmla="*/ 340915 h 416967"/>
              <a:gd name="connsiteX122" fmla="*/ 353936 w 379126"/>
              <a:gd name="connsiteY122" fmla="*/ 224124 h 416967"/>
              <a:gd name="connsiteX123" fmla="*/ 346402 w 379126"/>
              <a:gd name="connsiteY123" fmla="*/ 236229 h 416967"/>
              <a:gd name="connsiteX124" fmla="*/ 342986 w 379126"/>
              <a:gd name="connsiteY124" fmla="*/ 250556 h 416967"/>
              <a:gd name="connsiteX125" fmla="*/ 339404 w 379126"/>
              <a:gd name="connsiteY125" fmla="*/ 262716 h 416967"/>
              <a:gd name="connsiteX126" fmla="*/ 327253 w 379126"/>
              <a:gd name="connsiteY126" fmla="*/ 266289 h 416967"/>
              <a:gd name="connsiteX127" fmla="*/ 312936 w 379126"/>
              <a:gd name="connsiteY127" fmla="*/ 269695 h 416967"/>
              <a:gd name="connsiteX128" fmla="*/ 300814 w 379126"/>
              <a:gd name="connsiteY128" fmla="*/ 277246 h 416967"/>
              <a:gd name="connsiteX129" fmla="*/ 289283 w 379126"/>
              <a:gd name="connsiteY129" fmla="*/ 283483 h 416967"/>
              <a:gd name="connsiteX130" fmla="*/ 277761 w 379126"/>
              <a:gd name="connsiteY130" fmla="*/ 277246 h 416967"/>
              <a:gd name="connsiteX131" fmla="*/ 265646 w 379126"/>
              <a:gd name="connsiteY131" fmla="*/ 269695 h 416967"/>
              <a:gd name="connsiteX132" fmla="*/ 251312 w 379126"/>
              <a:gd name="connsiteY132" fmla="*/ 266289 h 416967"/>
              <a:gd name="connsiteX133" fmla="*/ 239161 w 379126"/>
              <a:gd name="connsiteY133" fmla="*/ 262716 h 416967"/>
              <a:gd name="connsiteX134" fmla="*/ 235579 w 379126"/>
              <a:gd name="connsiteY134" fmla="*/ 250556 h 416967"/>
              <a:gd name="connsiteX135" fmla="*/ 232183 w 379126"/>
              <a:gd name="connsiteY135" fmla="*/ 236248 h 416967"/>
              <a:gd name="connsiteX136" fmla="*/ 224641 w 379126"/>
              <a:gd name="connsiteY136" fmla="*/ 224143 h 416967"/>
              <a:gd name="connsiteX137" fmla="*/ 218404 w 379126"/>
              <a:gd name="connsiteY137" fmla="*/ 212593 h 416967"/>
              <a:gd name="connsiteX138" fmla="*/ 224641 w 379126"/>
              <a:gd name="connsiteY138" fmla="*/ 201043 h 416967"/>
              <a:gd name="connsiteX139" fmla="*/ 232183 w 379126"/>
              <a:gd name="connsiteY139" fmla="*/ 188938 h 416967"/>
              <a:gd name="connsiteX140" fmla="*/ 235579 w 379126"/>
              <a:gd name="connsiteY140" fmla="*/ 174630 h 416967"/>
              <a:gd name="connsiteX141" fmla="*/ 239161 w 379126"/>
              <a:gd name="connsiteY141" fmla="*/ 162470 h 416967"/>
              <a:gd name="connsiteX142" fmla="*/ 251322 w 379126"/>
              <a:gd name="connsiteY142" fmla="*/ 158887 h 416967"/>
              <a:gd name="connsiteX143" fmla="*/ 265639 w 379126"/>
              <a:gd name="connsiteY143" fmla="*/ 155482 h 416967"/>
              <a:gd name="connsiteX144" fmla="*/ 277761 w 379126"/>
              <a:gd name="connsiteY144" fmla="*/ 147931 h 416967"/>
              <a:gd name="connsiteX145" fmla="*/ 289283 w 379126"/>
              <a:gd name="connsiteY145" fmla="*/ 141703 h 416967"/>
              <a:gd name="connsiteX146" fmla="*/ 300814 w 379126"/>
              <a:gd name="connsiteY146" fmla="*/ 147940 h 416967"/>
              <a:gd name="connsiteX147" fmla="*/ 312929 w 379126"/>
              <a:gd name="connsiteY147" fmla="*/ 155482 h 416967"/>
              <a:gd name="connsiteX148" fmla="*/ 327255 w 379126"/>
              <a:gd name="connsiteY148" fmla="*/ 158887 h 416967"/>
              <a:gd name="connsiteX149" fmla="*/ 339416 w 379126"/>
              <a:gd name="connsiteY149" fmla="*/ 162470 h 416967"/>
              <a:gd name="connsiteX150" fmla="*/ 342988 w 379126"/>
              <a:gd name="connsiteY150" fmla="*/ 174620 h 416967"/>
              <a:gd name="connsiteX151" fmla="*/ 346394 w 379126"/>
              <a:gd name="connsiteY151" fmla="*/ 188938 h 416967"/>
              <a:gd name="connsiteX152" fmla="*/ 353936 w 379126"/>
              <a:gd name="connsiteY152" fmla="*/ 201060 h 416967"/>
              <a:gd name="connsiteX153" fmla="*/ 360173 w 379126"/>
              <a:gd name="connsiteY153" fmla="*/ 212591 h 416967"/>
              <a:gd name="connsiteX154" fmla="*/ 353936 w 379126"/>
              <a:gd name="connsiteY154" fmla="*/ 224122 h 416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379126" h="416967">
                <a:moveTo>
                  <a:pt x="322202" y="398015"/>
                </a:moveTo>
                <a:lnTo>
                  <a:pt x="18953" y="398015"/>
                </a:lnTo>
                <a:lnTo>
                  <a:pt x="18953" y="18953"/>
                </a:lnTo>
                <a:lnTo>
                  <a:pt x="246441" y="18953"/>
                </a:lnTo>
                <a:lnTo>
                  <a:pt x="246752" y="75886"/>
                </a:lnTo>
                <a:cubicBezTo>
                  <a:pt x="246835" y="91498"/>
                  <a:pt x="259570" y="104159"/>
                  <a:pt x="275163" y="104159"/>
                </a:cubicBezTo>
                <a:lnTo>
                  <a:pt x="275265" y="104159"/>
                </a:lnTo>
                <a:lnTo>
                  <a:pt x="322204" y="104018"/>
                </a:lnTo>
                <a:lnTo>
                  <a:pt x="322204" y="123195"/>
                </a:lnTo>
                <a:lnTo>
                  <a:pt x="341157" y="123195"/>
                </a:lnTo>
                <a:lnTo>
                  <a:pt x="341157" y="88852"/>
                </a:lnTo>
                <a:cubicBezTo>
                  <a:pt x="341157" y="84262"/>
                  <a:pt x="339501" y="79838"/>
                  <a:pt x="336474" y="76368"/>
                </a:cubicBezTo>
                <a:lnTo>
                  <a:pt x="275330" y="6497"/>
                </a:lnTo>
                <a:cubicBezTo>
                  <a:pt x="271738" y="2369"/>
                  <a:pt x="266528" y="0"/>
                  <a:pt x="261041" y="0"/>
                </a:cubicBezTo>
                <a:lnTo>
                  <a:pt x="18953" y="0"/>
                </a:lnTo>
                <a:cubicBezTo>
                  <a:pt x="8504" y="0"/>
                  <a:pt x="0" y="8504"/>
                  <a:pt x="0" y="18953"/>
                </a:cubicBezTo>
                <a:lnTo>
                  <a:pt x="0" y="398015"/>
                </a:lnTo>
                <a:cubicBezTo>
                  <a:pt x="0" y="408473"/>
                  <a:pt x="8504" y="416968"/>
                  <a:pt x="18953" y="416968"/>
                </a:cubicBezTo>
                <a:lnTo>
                  <a:pt x="322202" y="416968"/>
                </a:lnTo>
                <a:cubicBezTo>
                  <a:pt x="332651" y="416968"/>
                  <a:pt x="341156" y="408473"/>
                  <a:pt x="341156" y="398015"/>
                </a:cubicBezTo>
                <a:lnTo>
                  <a:pt x="341156" y="379062"/>
                </a:lnTo>
                <a:lnTo>
                  <a:pt x="322202" y="379062"/>
                </a:lnTo>
                <a:lnTo>
                  <a:pt x="322202" y="398015"/>
                </a:lnTo>
                <a:close/>
                <a:moveTo>
                  <a:pt x="318897" y="85073"/>
                </a:moveTo>
                <a:lnTo>
                  <a:pt x="275199" y="85205"/>
                </a:lnTo>
                <a:lnTo>
                  <a:pt x="275170" y="85205"/>
                </a:lnTo>
                <a:cubicBezTo>
                  <a:pt x="269970" y="85205"/>
                  <a:pt x="265732" y="80985"/>
                  <a:pt x="265703" y="75784"/>
                </a:cubicBezTo>
                <a:lnTo>
                  <a:pt x="265421" y="23960"/>
                </a:lnTo>
                <a:lnTo>
                  <a:pt x="318897" y="85073"/>
                </a:lnTo>
                <a:close/>
                <a:moveTo>
                  <a:pt x="227299" y="75600"/>
                </a:moveTo>
                <a:lnTo>
                  <a:pt x="38342" y="75776"/>
                </a:lnTo>
                <a:lnTo>
                  <a:pt x="38323" y="56823"/>
                </a:lnTo>
                <a:lnTo>
                  <a:pt x="227280" y="56647"/>
                </a:lnTo>
                <a:lnTo>
                  <a:pt x="227299" y="75600"/>
                </a:lnTo>
                <a:close/>
                <a:moveTo>
                  <a:pt x="198693" y="132634"/>
                </a:moveTo>
                <a:lnTo>
                  <a:pt x="38342" y="132810"/>
                </a:lnTo>
                <a:lnTo>
                  <a:pt x="38323" y="113857"/>
                </a:lnTo>
                <a:lnTo>
                  <a:pt x="198674" y="113681"/>
                </a:lnTo>
                <a:lnTo>
                  <a:pt x="198693" y="132634"/>
                </a:lnTo>
                <a:close/>
                <a:moveTo>
                  <a:pt x="152485" y="189319"/>
                </a:moveTo>
                <a:lnTo>
                  <a:pt x="38340" y="189495"/>
                </a:lnTo>
                <a:lnTo>
                  <a:pt x="38302" y="170542"/>
                </a:lnTo>
                <a:lnTo>
                  <a:pt x="152447" y="170365"/>
                </a:lnTo>
                <a:lnTo>
                  <a:pt x="152485" y="189319"/>
                </a:lnTo>
                <a:close/>
                <a:moveTo>
                  <a:pt x="104676" y="360109"/>
                </a:moveTo>
                <a:cubicBezTo>
                  <a:pt x="141250" y="360109"/>
                  <a:pt x="171012" y="330347"/>
                  <a:pt x="171012" y="293773"/>
                </a:cubicBezTo>
                <a:cubicBezTo>
                  <a:pt x="171012" y="257199"/>
                  <a:pt x="141250" y="227437"/>
                  <a:pt x="104676" y="227437"/>
                </a:cubicBezTo>
                <a:cubicBezTo>
                  <a:pt x="68102" y="227437"/>
                  <a:pt x="38340" y="257199"/>
                  <a:pt x="38340" y="293773"/>
                </a:cubicBezTo>
                <a:cubicBezTo>
                  <a:pt x="38340" y="330347"/>
                  <a:pt x="68102" y="360109"/>
                  <a:pt x="104676" y="360109"/>
                </a:cubicBezTo>
                <a:close/>
                <a:moveTo>
                  <a:pt x="104676" y="246390"/>
                </a:moveTo>
                <a:cubicBezTo>
                  <a:pt x="130801" y="246390"/>
                  <a:pt x="152059" y="267638"/>
                  <a:pt x="152059" y="293773"/>
                </a:cubicBezTo>
                <a:cubicBezTo>
                  <a:pt x="152059" y="319907"/>
                  <a:pt x="130801" y="341156"/>
                  <a:pt x="104676" y="341156"/>
                </a:cubicBezTo>
                <a:cubicBezTo>
                  <a:pt x="78551" y="341156"/>
                  <a:pt x="57293" y="319907"/>
                  <a:pt x="57293" y="293773"/>
                </a:cubicBezTo>
                <a:cubicBezTo>
                  <a:pt x="57293" y="267638"/>
                  <a:pt x="78551" y="246390"/>
                  <a:pt x="104676" y="246390"/>
                </a:cubicBezTo>
                <a:close/>
                <a:moveTo>
                  <a:pt x="87010" y="320555"/>
                </a:moveTo>
                <a:lnTo>
                  <a:pt x="70297" y="302010"/>
                </a:lnTo>
                <a:lnTo>
                  <a:pt x="84364" y="289313"/>
                </a:lnTo>
                <a:lnTo>
                  <a:pt x="96312" y="302565"/>
                </a:lnTo>
                <a:lnTo>
                  <a:pt x="124308" y="263455"/>
                </a:lnTo>
                <a:lnTo>
                  <a:pt x="139726" y="274486"/>
                </a:lnTo>
                <a:lnTo>
                  <a:pt x="107576" y="319388"/>
                </a:lnTo>
                <a:cubicBezTo>
                  <a:pt x="105235" y="322665"/>
                  <a:pt x="101589" y="324663"/>
                  <a:pt x="97572" y="324903"/>
                </a:cubicBezTo>
                <a:cubicBezTo>
                  <a:pt x="97322" y="324903"/>
                  <a:pt x="97063" y="324922"/>
                  <a:pt x="96814" y="324922"/>
                </a:cubicBezTo>
                <a:cubicBezTo>
                  <a:pt x="93075" y="324922"/>
                  <a:pt x="89540" y="323349"/>
                  <a:pt x="87014" y="320554"/>
                </a:cubicBezTo>
                <a:close/>
                <a:moveTo>
                  <a:pt x="289285" y="160472"/>
                </a:moveTo>
                <a:cubicBezTo>
                  <a:pt x="260540" y="160472"/>
                  <a:pt x="237164" y="183849"/>
                  <a:pt x="237164" y="212593"/>
                </a:cubicBezTo>
                <a:cubicBezTo>
                  <a:pt x="237164" y="241337"/>
                  <a:pt x="260540" y="264714"/>
                  <a:pt x="289285" y="264714"/>
                </a:cubicBezTo>
                <a:cubicBezTo>
                  <a:pt x="318029" y="264714"/>
                  <a:pt x="341406" y="241337"/>
                  <a:pt x="341406" y="212593"/>
                </a:cubicBezTo>
                <a:cubicBezTo>
                  <a:pt x="341406" y="183849"/>
                  <a:pt x="318029" y="160472"/>
                  <a:pt x="289285" y="160472"/>
                </a:cubicBezTo>
                <a:close/>
                <a:moveTo>
                  <a:pt x="289285" y="245761"/>
                </a:moveTo>
                <a:cubicBezTo>
                  <a:pt x="270999" y="245761"/>
                  <a:pt x="256117" y="230879"/>
                  <a:pt x="256117" y="212593"/>
                </a:cubicBezTo>
                <a:cubicBezTo>
                  <a:pt x="256117" y="194307"/>
                  <a:pt x="270999" y="179425"/>
                  <a:pt x="289285" y="179425"/>
                </a:cubicBezTo>
                <a:cubicBezTo>
                  <a:pt x="307571" y="179425"/>
                  <a:pt x="322453" y="194307"/>
                  <a:pt x="322453" y="212593"/>
                </a:cubicBezTo>
                <a:cubicBezTo>
                  <a:pt x="322453" y="230879"/>
                  <a:pt x="307571" y="245761"/>
                  <a:pt x="289285" y="245761"/>
                </a:cubicBezTo>
                <a:close/>
                <a:moveTo>
                  <a:pt x="369123" y="189717"/>
                </a:moveTo>
                <a:cubicBezTo>
                  <a:pt x="366939" y="186783"/>
                  <a:pt x="364875" y="184015"/>
                  <a:pt x="363903" y="181675"/>
                </a:cubicBezTo>
                <a:cubicBezTo>
                  <a:pt x="362838" y="179120"/>
                  <a:pt x="362301" y="175557"/>
                  <a:pt x="361729" y="171781"/>
                </a:cubicBezTo>
                <a:cubicBezTo>
                  <a:pt x="360573" y="164164"/>
                  <a:pt x="359267" y="155521"/>
                  <a:pt x="352817" y="149072"/>
                </a:cubicBezTo>
                <a:cubicBezTo>
                  <a:pt x="346358" y="142612"/>
                  <a:pt x="337714" y="141307"/>
                  <a:pt x="330089" y="140150"/>
                </a:cubicBezTo>
                <a:cubicBezTo>
                  <a:pt x="326323" y="139576"/>
                  <a:pt x="322760" y="139040"/>
                  <a:pt x="320195" y="137977"/>
                </a:cubicBezTo>
                <a:cubicBezTo>
                  <a:pt x="317864" y="137004"/>
                  <a:pt x="315097" y="134940"/>
                  <a:pt x="312163" y="132757"/>
                </a:cubicBezTo>
                <a:cubicBezTo>
                  <a:pt x="306195" y="128295"/>
                  <a:pt x="298773" y="122753"/>
                  <a:pt x="289287" y="122753"/>
                </a:cubicBezTo>
                <a:cubicBezTo>
                  <a:pt x="279810" y="122753"/>
                  <a:pt x="272388" y="128297"/>
                  <a:pt x="266420" y="132757"/>
                </a:cubicBezTo>
                <a:cubicBezTo>
                  <a:pt x="263495" y="134940"/>
                  <a:pt x="260728" y="137004"/>
                  <a:pt x="258378" y="137977"/>
                </a:cubicBezTo>
                <a:cubicBezTo>
                  <a:pt x="255823" y="139042"/>
                  <a:pt x="252260" y="139578"/>
                  <a:pt x="248484" y="140150"/>
                </a:cubicBezTo>
                <a:cubicBezTo>
                  <a:pt x="240860" y="141307"/>
                  <a:pt x="232225" y="142612"/>
                  <a:pt x="225756" y="149062"/>
                </a:cubicBezTo>
                <a:cubicBezTo>
                  <a:pt x="219316" y="155521"/>
                  <a:pt x="218000" y="164166"/>
                  <a:pt x="216844" y="171800"/>
                </a:cubicBezTo>
                <a:cubicBezTo>
                  <a:pt x="216279" y="175566"/>
                  <a:pt x="215733" y="179129"/>
                  <a:pt x="214678" y="181675"/>
                </a:cubicBezTo>
                <a:cubicBezTo>
                  <a:pt x="213706" y="184015"/>
                  <a:pt x="211642" y="186783"/>
                  <a:pt x="209458" y="189707"/>
                </a:cubicBezTo>
                <a:cubicBezTo>
                  <a:pt x="204997" y="195675"/>
                  <a:pt x="199455" y="203107"/>
                  <a:pt x="199455" y="212593"/>
                </a:cubicBezTo>
                <a:cubicBezTo>
                  <a:pt x="199455" y="222079"/>
                  <a:pt x="204998" y="229510"/>
                  <a:pt x="209458" y="235488"/>
                </a:cubicBezTo>
                <a:cubicBezTo>
                  <a:pt x="211642" y="238413"/>
                  <a:pt x="213706" y="241170"/>
                  <a:pt x="214678" y="243504"/>
                </a:cubicBezTo>
                <a:cubicBezTo>
                  <a:pt x="215743" y="246058"/>
                  <a:pt x="216279" y="249612"/>
                  <a:pt x="216844" y="253388"/>
                </a:cubicBezTo>
                <a:cubicBezTo>
                  <a:pt x="218000" y="261012"/>
                  <a:pt x="219316" y="269657"/>
                  <a:pt x="225765" y="276116"/>
                </a:cubicBezTo>
                <a:cubicBezTo>
                  <a:pt x="229118" y="279469"/>
                  <a:pt x="233058" y="281400"/>
                  <a:pt x="237137" y="282672"/>
                </a:cubicBezTo>
                <a:lnTo>
                  <a:pt x="236972" y="340655"/>
                </a:lnTo>
                <a:cubicBezTo>
                  <a:pt x="236953" y="347948"/>
                  <a:pt x="241017" y="354481"/>
                  <a:pt x="247569" y="357702"/>
                </a:cubicBezTo>
                <a:cubicBezTo>
                  <a:pt x="254093" y="360941"/>
                  <a:pt x="261765" y="360126"/>
                  <a:pt x="267549" y="355666"/>
                </a:cubicBezTo>
                <a:lnTo>
                  <a:pt x="288752" y="339211"/>
                </a:lnTo>
                <a:lnTo>
                  <a:pt x="310694" y="355981"/>
                </a:lnTo>
                <a:cubicBezTo>
                  <a:pt x="314081" y="358571"/>
                  <a:pt x="318116" y="359904"/>
                  <a:pt x="322187" y="359904"/>
                </a:cubicBezTo>
                <a:cubicBezTo>
                  <a:pt x="325047" y="359904"/>
                  <a:pt x="327915" y="359237"/>
                  <a:pt x="330599" y="357923"/>
                </a:cubicBezTo>
                <a:cubicBezTo>
                  <a:pt x="337115" y="354703"/>
                  <a:pt x="341157" y="348187"/>
                  <a:pt x="341157" y="340932"/>
                </a:cubicBezTo>
                <a:lnTo>
                  <a:pt x="341157" y="282740"/>
                </a:lnTo>
                <a:cubicBezTo>
                  <a:pt x="345337" y="281470"/>
                  <a:pt x="349385" y="279541"/>
                  <a:pt x="352808" y="276112"/>
                </a:cubicBezTo>
                <a:cubicBezTo>
                  <a:pt x="359267" y="269672"/>
                  <a:pt x="360573" y="261028"/>
                  <a:pt x="361729" y="253384"/>
                </a:cubicBezTo>
                <a:cubicBezTo>
                  <a:pt x="362303" y="249627"/>
                  <a:pt x="362840" y="246055"/>
                  <a:pt x="363903" y="243500"/>
                </a:cubicBezTo>
                <a:cubicBezTo>
                  <a:pt x="364875" y="241169"/>
                  <a:pt x="366939" y="238392"/>
                  <a:pt x="369123" y="235467"/>
                </a:cubicBezTo>
                <a:cubicBezTo>
                  <a:pt x="373584" y="229507"/>
                  <a:pt x="379126" y="222077"/>
                  <a:pt x="379126" y="212591"/>
                </a:cubicBezTo>
                <a:cubicBezTo>
                  <a:pt x="379126" y="203105"/>
                  <a:pt x="373582" y="195683"/>
                  <a:pt x="369123" y="189715"/>
                </a:cubicBezTo>
                <a:close/>
                <a:moveTo>
                  <a:pt x="322202" y="340915"/>
                </a:moveTo>
                <a:lnTo>
                  <a:pt x="300270" y="324164"/>
                </a:lnTo>
                <a:cubicBezTo>
                  <a:pt x="293439" y="318908"/>
                  <a:pt x="283908" y="318908"/>
                  <a:pt x="277115" y="324238"/>
                </a:cubicBezTo>
                <a:lnTo>
                  <a:pt x="255922" y="340693"/>
                </a:lnTo>
                <a:lnTo>
                  <a:pt x="256077" y="286546"/>
                </a:lnTo>
                <a:cubicBezTo>
                  <a:pt x="256854" y="286760"/>
                  <a:pt x="257726" y="286927"/>
                  <a:pt x="258384" y="287202"/>
                </a:cubicBezTo>
                <a:cubicBezTo>
                  <a:pt x="260715" y="288165"/>
                  <a:pt x="263482" y="290238"/>
                  <a:pt x="266416" y="292421"/>
                </a:cubicBezTo>
                <a:cubicBezTo>
                  <a:pt x="272377" y="296883"/>
                  <a:pt x="279799" y="302434"/>
                  <a:pt x="289283" y="302434"/>
                </a:cubicBezTo>
                <a:cubicBezTo>
                  <a:pt x="298767" y="302434"/>
                  <a:pt x="306191" y="296881"/>
                  <a:pt x="312159" y="292421"/>
                </a:cubicBezTo>
                <a:cubicBezTo>
                  <a:pt x="315093" y="290238"/>
                  <a:pt x="317860" y="288165"/>
                  <a:pt x="320201" y="287202"/>
                </a:cubicBezTo>
                <a:cubicBezTo>
                  <a:pt x="320770" y="286963"/>
                  <a:pt x="321539" y="286823"/>
                  <a:pt x="322201" y="286631"/>
                </a:cubicBezTo>
                <a:lnTo>
                  <a:pt x="322201" y="340915"/>
                </a:lnTo>
                <a:close/>
                <a:moveTo>
                  <a:pt x="353936" y="224124"/>
                </a:moveTo>
                <a:cubicBezTo>
                  <a:pt x="351149" y="227863"/>
                  <a:pt x="348263" y="231732"/>
                  <a:pt x="346402" y="236229"/>
                </a:cubicBezTo>
                <a:cubicBezTo>
                  <a:pt x="344450" y="240930"/>
                  <a:pt x="343709" y="245818"/>
                  <a:pt x="342986" y="250556"/>
                </a:cubicBezTo>
                <a:cubicBezTo>
                  <a:pt x="342236" y="255535"/>
                  <a:pt x="341459" y="260662"/>
                  <a:pt x="339404" y="262716"/>
                </a:cubicBezTo>
                <a:cubicBezTo>
                  <a:pt x="337359" y="264752"/>
                  <a:pt x="332223" y="265529"/>
                  <a:pt x="327253" y="266289"/>
                </a:cubicBezTo>
                <a:cubicBezTo>
                  <a:pt x="322525" y="267011"/>
                  <a:pt x="317629" y="267750"/>
                  <a:pt x="312936" y="269695"/>
                </a:cubicBezTo>
                <a:cubicBezTo>
                  <a:pt x="308410" y="271564"/>
                  <a:pt x="304551" y="274452"/>
                  <a:pt x="300814" y="277246"/>
                </a:cubicBezTo>
                <a:cubicBezTo>
                  <a:pt x="296714" y="280318"/>
                  <a:pt x="292467" y="283483"/>
                  <a:pt x="289283" y="283483"/>
                </a:cubicBezTo>
                <a:cubicBezTo>
                  <a:pt x="286099" y="283483"/>
                  <a:pt x="281861" y="280318"/>
                  <a:pt x="277761" y="277246"/>
                </a:cubicBezTo>
                <a:cubicBezTo>
                  <a:pt x="274031" y="274450"/>
                  <a:pt x="270163" y="271564"/>
                  <a:pt x="265646" y="269695"/>
                </a:cubicBezTo>
                <a:cubicBezTo>
                  <a:pt x="260946" y="267752"/>
                  <a:pt x="256050" y="267011"/>
                  <a:pt x="251312" y="266289"/>
                </a:cubicBezTo>
                <a:cubicBezTo>
                  <a:pt x="246343" y="265531"/>
                  <a:pt x="241206" y="264752"/>
                  <a:pt x="239161" y="262716"/>
                </a:cubicBezTo>
                <a:cubicBezTo>
                  <a:pt x="237116" y="260662"/>
                  <a:pt x="236339" y="255516"/>
                  <a:pt x="235579" y="250556"/>
                </a:cubicBezTo>
                <a:cubicBezTo>
                  <a:pt x="234867" y="245818"/>
                  <a:pt x="234126" y="240932"/>
                  <a:pt x="232183" y="236248"/>
                </a:cubicBezTo>
                <a:cubicBezTo>
                  <a:pt x="230305" y="231732"/>
                  <a:pt x="227426" y="227863"/>
                  <a:pt x="224641" y="224143"/>
                </a:cubicBezTo>
                <a:cubicBezTo>
                  <a:pt x="221579" y="220034"/>
                  <a:pt x="218404" y="215787"/>
                  <a:pt x="218404" y="212593"/>
                </a:cubicBezTo>
                <a:cubicBezTo>
                  <a:pt x="218404" y="209399"/>
                  <a:pt x="221579" y="205152"/>
                  <a:pt x="224641" y="201043"/>
                </a:cubicBezTo>
                <a:cubicBezTo>
                  <a:pt x="227428" y="197313"/>
                  <a:pt x="230305" y="193464"/>
                  <a:pt x="232183" y="188938"/>
                </a:cubicBezTo>
                <a:cubicBezTo>
                  <a:pt x="234126" y="184245"/>
                  <a:pt x="234867" y="179359"/>
                  <a:pt x="235579" y="174630"/>
                </a:cubicBezTo>
                <a:cubicBezTo>
                  <a:pt x="236337" y="169660"/>
                  <a:pt x="237116" y="164515"/>
                  <a:pt x="239161" y="162470"/>
                </a:cubicBezTo>
                <a:cubicBezTo>
                  <a:pt x="241206" y="160415"/>
                  <a:pt x="246343" y="159638"/>
                  <a:pt x="251322" y="158887"/>
                </a:cubicBezTo>
                <a:cubicBezTo>
                  <a:pt x="256050" y="158175"/>
                  <a:pt x="260946" y="157434"/>
                  <a:pt x="265639" y="155482"/>
                </a:cubicBezTo>
                <a:cubicBezTo>
                  <a:pt x="270165" y="153613"/>
                  <a:pt x="274024" y="150724"/>
                  <a:pt x="277761" y="147931"/>
                </a:cubicBezTo>
                <a:cubicBezTo>
                  <a:pt x="281861" y="144868"/>
                  <a:pt x="286099" y="141703"/>
                  <a:pt x="289283" y="141703"/>
                </a:cubicBezTo>
                <a:cubicBezTo>
                  <a:pt x="292476" y="141703"/>
                  <a:pt x="296714" y="144868"/>
                  <a:pt x="300814" y="147940"/>
                </a:cubicBezTo>
                <a:cubicBezTo>
                  <a:pt x="304553" y="150726"/>
                  <a:pt x="308412" y="153613"/>
                  <a:pt x="312929" y="155482"/>
                </a:cubicBezTo>
                <a:cubicBezTo>
                  <a:pt x="317621" y="157424"/>
                  <a:pt x="322517" y="158165"/>
                  <a:pt x="327255" y="158887"/>
                </a:cubicBezTo>
                <a:cubicBezTo>
                  <a:pt x="332225" y="159638"/>
                  <a:pt x="337361" y="160415"/>
                  <a:pt x="339416" y="162470"/>
                </a:cubicBezTo>
                <a:cubicBezTo>
                  <a:pt x="341461" y="164515"/>
                  <a:pt x="342238" y="169651"/>
                  <a:pt x="342988" y="174620"/>
                </a:cubicBezTo>
                <a:cubicBezTo>
                  <a:pt x="343701" y="179349"/>
                  <a:pt x="344442" y="184245"/>
                  <a:pt x="346394" y="188938"/>
                </a:cubicBezTo>
                <a:cubicBezTo>
                  <a:pt x="348263" y="193464"/>
                  <a:pt x="351151" y="197322"/>
                  <a:pt x="353936" y="201060"/>
                </a:cubicBezTo>
                <a:cubicBezTo>
                  <a:pt x="357008" y="205160"/>
                  <a:pt x="360173" y="209397"/>
                  <a:pt x="360173" y="212591"/>
                </a:cubicBezTo>
                <a:cubicBezTo>
                  <a:pt x="360173" y="215785"/>
                  <a:pt x="357008" y="220023"/>
                  <a:pt x="353936" y="224122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5"/>
              </a:solidFill>
            </a:endParaRPr>
          </a:p>
        </p:txBody>
      </p:sp>
      <p:sp>
        <p:nvSpPr>
          <p:cNvPr id="27" name="Graphic 4" descr="Flyers and brochures icon.">
            <a:extLst>
              <a:ext uri="{FF2B5EF4-FFF2-40B4-BE49-F238E27FC236}">
                <a16:creationId xmlns:a16="http://schemas.microsoft.com/office/drawing/2014/main" id="{B50C4649-DF39-E5F1-E369-5D958CE6C196}"/>
              </a:ext>
            </a:extLst>
          </p:cNvPr>
          <p:cNvSpPr/>
          <p:nvPr/>
        </p:nvSpPr>
        <p:spPr>
          <a:xfrm>
            <a:off x="9563110" y="2402044"/>
            <a:ext cx="454663" cy="340997"/>
          </a:xfrm>
          <a:custGeom>
            <a:avLst/>
            <a:gdLst>
              <a:gd name="connsiteX0" fmla="*/ 437613 w 454663"/>
              <a:gd name="connsiteY0" fmla="*/ 38078 h 340997"/>
              <a:gd name="connsiteX1" fmla="*/ 416774 w 454663"/>
              <a:gd name="connsiteY1" fmla="*/ 38078 h 340997"/>
              <a:gd name="connsiteX2" fmla="*/ 416774 w 454663"/>
              <a:gd name="connsiteY2" fmla="*/ 18944 h 340997"/>
              <a:gd name="connsiteX3" fmla="*/ 397830 w 454663"/>
              <a:gd name="connsiteY3" fmla="*/ 0 h 340997"/>
              <a:gd name="connsiteX4" fmla="*/ 263515 w 454663"/>
              <a:gd name="connsiteY4" fmla="*/ 0 h 340997"/>
              <a:gd name="connsiteX5" fmla="*/ 246276 w 454663"/>
              <a:gd name="connsiteY5" fmla="*/ 18944 h 340997"/>
              <a:gd name="connsiteX6" fmla="*/ 246276 w 454663"/>
              <a:gd name="connsiteY6" fmla="*/ 284164 h 340997"/>
              <a:gd name="connsiteX7" fmla="*/ 263705 w 454663"/>
              <a:gd name="connsiteY7" fmla="*/ 303109 h 340997"/>
              <a:gd name="connsiteX8" fmla="*/ 284164 w 454663"/>
              <a:gd name="connsiteY8" fmla="*/ 303109 h 340997"/>
              <a:gd name="connsiteX9" fmla="*/ 284164 w 454663"/>
              <a:gd name="connsiteY9" fmla="*/ 322242 h 340997"/>
              <a:gd name="connsiteX10" fmla="*/ 301214 w 454663"/>
              <a:gd name="connsiteY10" fmla="*/ 340808 h 340997"/>
              <a:gd name="connsiteX11" fmla="*/ 437613 w 454663"/>
              <a:gd name="connsiteY11" fmla="*/ 340808 h 340997"/>
              <a:gd name="connsiteX12" fmla="*/ 454663 w 454663"/>
              <a:gd name="connsiteY12" fmla="*/ 322242 h 340997"/>
              <a:gd name="connsiteX13" fmla="*/ 454663 w 454663"/>
              <a:gd name="connsiteY13" fmla="*/ 56643 h 340997"/>
              <a:gd name="connsiteX14" fmla="*/ 437613 w 454663"/>
              <a:gd name="connsiteY14" fmla="*/ 38078 h 340997"/>
              <a:gd name="connsiteX15" fmla="*/ 397830 w 454663"/>
              <a:gd name="connsiteY15" fmla="*/ 23301 h 340997"/>
              <a:gd name="connsiteX16" fmla="*/ 397830 w 454663"/>
              <a:gd name="connsiteY16" fmla="*/ 38078 h 340997"/>
              <a:gd name="connsiteX17" fmla="*/ 352932 w 454663"/>
              <a:gd name="connsiteY17" fmla="*/ 38078 h 340997"/>
              <a:gd name="connsiteX18" fmla="*/ 397830 w 454663"/>
              <a:gd name="connsiteY18" fmla="*/ 23301 h 340997"/>
              <a:gd name="connsiteX19" fmla="*/ 297047 w 454663"/>
              <a:gd name="connsiteY19" fmla="*/ 36184 h 340997"/>
              <a:gd name="connsiteX20" fmla="*/ 283975 w 454663"/>
              <a:gd name="connsiteY20" fmla="*/ 54370 h 340997"/>
              <a:gd name="connsiteX21" fmla="*/ 283975 w 454663"/>
              <a:gd name="connsiteY21" fmla="*/ 66684 h 340997"/>
              <a:gd name="connsiteX22" fmla="*/ 283975 w 454663"/>
              <a:gd name="connsiteY22" fmla="*/ 284164 h 340997"/>
              <a:gd name="connsiteX23" fmla="*/ 265031 w 454663"/>
              <a:gd name="connsiteY23" fmla="*/ 284164 h 340997"/>
              <a:gd name="connsiteX24" fmla="*/ 265031 w 454663"/>
              <a:gd name="connsiteY24" fmla="*/ 18755 h 340997"/>
              <a:gd name="connsiteX25" fmla="*/ 349901 w 454663"/>
              <a:gd name="connsiteY25" fmla="*/ 18755 h 340997"/>
              <a:gd name="connsiteX26" fmla="*/ 296857 w 454663"/>
              <a:gd name="connsiteY26" fmla="*/ 36184 h 340997"/>
              <a:gd name="connsiteX27" fmla="*/ 435529 w 454663"/>
              <a:gd name="connsiteY27" fmla="*/ 321864 h 340997"/>
              <a:gd name="connsiteX28" fmla="*/ 302919 w 454663"/>
              <a:gd name="connsiteY28" fmla="*/ 321864 h 340997"/>
              <a:gd name="connsiteX29" fmla="*/ 302919 w 454663"/>
              <a:gd name="connsiteY29" fmla="*/ 75777 h 340997"/>
              <a:gd name="connsiteX30" fmla="*/ 302919 w 454663"/>
              <a:gd name="connsiteY30" fmla="*/ 75777 h 340997"/>
              <a:gd name="connsiteX31" fmla="*/ 302919 w 454663"/>
              <a:gd name="connsiteY31" fmla="*/ 66684 h 340997"/>
              <a:gd name="connsiteX32" fmla="*/ 302919 w 454663"/>
              <a:gd name="connsiteY32" fmla="*/ 56833 h 340997"/>
              <a:gd name="connsiteX33" fmla="*/ 435529 w 454663"/>
              <a:gd name="connsiteY33" fmla="*/ 56833 h 340997"/>
              <a:gd name="connsiteX34" fmla="*/ 435529 w 454663"/>
              <a:gd name="connsiteY34" fmla="*/ 321864 h 340997"/>
              <a:gd name="connsiteX35" fmla="*/ 416206 w 454663"/>
              <a:gd name="connsiteY35" fmla="*/ 113855 h 340997"/>
              <a:gd name="connsiteX36" fmla="*/ 322053 w 454663"/>
              <a:gd name="connsiteY36" fmla="*/ 113855 h 340997"/>
              <a:gd name="connsiteX37" fmla="*/ 322053 w 454663"/>
              <a:gd name="connsiteY37" fmla="*/ 94911 h 340997"/>
              <a:gd name="connsiteX38" fmla="*/ 416206 w 454663"/>
              <a:gd name="connsiteY38" fmla="*/ 94911 h 340997"/>
              <a:gd name="connsiteX39" fmla="*/ 416206 w 454663"/>
              <a:gd name="connsiteY39" fmla="*/ 113855 h 340997"/>
              <a:gd name="connsiteX40" fmla="*/ 397451 w 454663"/>
              <a:gd name="connsiteY40" fmla="*/ 151744 h 340997"/>
              <a:gd name="connsiteX41" fmla="*/ 322053 w 454663"/>
              <a:gd name="connsiteY41" fmla="*/ 151744 h 340997"/>
              <a:gd name="connsiteX42" fmla="*/ 322053 w 454663"/>
              <a:gd name="connsiteY42" fmla="*/ 132799 h 340997"/>
              <a:gd name="connsiteX43" fmla="*/ 397451 w 454663"/>
              <a:gd name="connsiteY43" fmla="*/ 132799 h 340997"/>
              <a:gd name="connsiteX44" fmla="*/ 397451 w 454663"/>
              <a:gd name="connsiteY44" fmla="*/ 151744 h 340997"/>
              <a:gd name="connsiteX45" fmla="*/ 168415 w 454663"/>
              <a:gd name="connsiteY45" fmla="*/ 41867 h 340997"/>
              <a:gd name="connsiteX46" fmla="*/ 158943 w 454663"/>
              <a:gd name="connsiteY46" fmla="*/ 38078 h 340997"/>
              <a:gd name="connsiteX47" fmla="*/ 18944 w 454663"/>
              <a:gd name="connsiteY47" fmla="*/ 38078 h 340997"/>
              <a:gd name="connsiteX48" fmla="*/ 5494 w 454663"/>
              <a:gd name="connsiteY48" fmla="*/ 43382 h 340997"/>
              <a:gd name="connsiteX49" fmla="*/ 0 w 454663"/>
              <a:gd name="connsiteY49" fmla="*/ 56833 h 340997"/>
              <a:gd name="connsiteX50" fmla="*/ 0 w 454663"/>
              <a:gd name="connsiteY50" fmla="*/ 322053 h 340997"/>
              <a:gd name="connsiteX51" fmla="*/ 18944 w 454663"/>
              <a:gd name="connsiteY51" fmla="*/ 340997 h 340997"/>
              <a:gd name="connsiteX52" fmla="*/ 208387 w 454663"/>
              <a:gd name="connsiteY52" fmla="*/ 340997 h 340997"/>
              <a:gd name="connsiteX53" fmla="*/ 227332 w 454663"/>
              <a:gd name="connsiteY53" fmla="*/ 322053 h 340997"/>
              <a:gd name="connsiteX54" fmla="*/ 227332 w 454663"/>
              <a:gd name="connsiteY54" fmla="*/ 108361 h 340997"/>
              <a:gd name="connsiteX55" fmla="*/ 222217 w 454663"/>
              <a:gd name="connsiteY55" fmla="*/ 95479 h 340997"/>
              <a:gd name="connsiteX56" fmla="*/ 168415 w 454663"/>
              <a:gd name="connsiteY56" fmla="*/ 41867 h 340997"/>
              <a:gd name="connsiteX57" fmla="*/ 170499 w 454663"/>
              <a:gd name="connsiteY57" fmla="*/ 70094 h 340997"/>
              <a:gd name="connsiteX58" fmla="*/ 195126 w 454663"/>
              <a:gd name="connsiteY58" fmla="*/ 94721 h 340997"/>
              <a:gd name="connsiteX59" fmla="*/ 170499 w 454663"/>
              <a:gd name="connsiteY59" fmla="*/ 94721 h 340997"/>
              <a:gd name="connsiteX60" fmla="*/ 170499 w 454663"/>
              <a:gd name="connsiteY60" fmla="*/ 70094 h 340997"/>
              <a:gd name="connsiteX61" fmla="*/ 208387 w 454663"/>
              <a:gd name="connsiteY61" fmla="*/ 322053 h 340997"/>
              <a:gd name="connsiteX62" fmla="*/ 18944 w 454663"/>
              <a:gd name="connsiteY62" fmla="*/ 322053 h 340997"/>
              <a:gd name="connsiteX63" fmla="*/ 18944 w 454663"/>
              <a:gd name="connsiteY63" fmla="*/ 56833 h 340997"/>
              <a:gd name="connsiteX64" fmla="*/ 151554 w 454663"/>
              <a:gd name="connsiteY64" fmla="*/ 56833 h 340997"/>
              <a:gd name="connsiteX65" fmla="*/ 151554 w 454663"/>
              <a:gd name="connsiteY65" fmla="*/ 94532 h 340997"/>
              <a:gd name="connsiteX66" fmla="*/ 170499 w 454663"/>
              <a:gd name="connsiteY66" fmla="*/ 113476 h 340997"/>
              <a:gd name="connsiteX67" fmla="*/ 208387 w 454663"/>
              <a:gd name="connsiteY67" fmla="*/ 113476 h 340997"/>
              <a:gd name="connsiteX68" fmla="*/ 208387 w 454663"/>
              <a:gd name="connsiteY68" fmla="*/ 321864 h 340997"/>
              <a:gd name="connsiteX69" fmla="*/ 52665 w 454663"/>
              <a:gd name="connsiteY69" fmla="*/ 170499 h 340997"/>
              <a:gd name="connsiteX70" fmla="*/ 117644 w 454663"/>
              <a:gd name="connsiteY70" fmla="*/ 170499 h 340997"/>
              <a:gd name="connsiteX71" fmla="*/ 132610 w 454663"/>
              <a:gd name="connsiteY71" fmla="*/ 154775 h 340997"/>
              <a:gd name="connsiteX72" fmla="*/ 132610 w 454663"/>
              <a:gd name="connsiteY72" fmla="*/ 91501 h 340997"/>
              <a:gd name="connsiteX73" fmla="*/ 117644 w 454663"/>
              <a:gd name="connsiteY73" fmla="*/ 75777 h 340997"/>
              <a:gd name="connsiteX74" fmla="*/ 52855 w 454663"/>
              <a:gd name="connsiteY74" fmla="*/ 75777 h 340997"/>
              <a:gd name="connsiteX75" fmla="*/ 37889 w 454663"/>
              <a:gd name="connsiteY75" fmla="*/ 91501 h 340997"/>
              <a:gd name="connsiteX76" fmla="*/ 37889 w 454663"/>
              <a:gd name="connsiteY76" fmla="*/ 154775 h 340997"/>
              <a:gd name="connsiteX77" fmla="*/ 42435 w 454663"/>
              <a:gd name="connsiteY77" fmla="*/ 166331 h 340997"/>
              <a:gd name="connsiteX78" fmla="*/ 52665 w 454663"/>
              <a:gd name="connsiteY78" fmla="*/ 170688 h 340997"/>
              <a:gd name="connsiteX79" fmla="*/ 56833 w 454663"/>
              <a:gd name="connsiteY79" fmla="*/ 94532 h 340997"/>
              <a:gd name="connsiteX80" fmla="*/ 113476 w 454663"/>
              <a:gd name="connsiteY80" fmla="*/ 94532 h 340997"/>
              <a:gd name="connsiteX81" fmla="*/ 113476 w 454663"/>
              <a:gd name="connsiteY81" fmla="*/ 151554 h 340997"/>
              <a:gd name="connsiteX82" fmla="*/ 56643 w 454663"/>
              <a:gd name="connsiteY82" fmla="*/ 151554 h 340997"/>
              <a:gd name="connsiteX83" fmla="*/ 56643 w 454663"/>
              <a:gd name="connsiteY83" fmla="*/ 94532 h 340997"/>
              <a:gd name="connsiteX84" fmla="*/ 37699 w 454663"/>
              <a:gd name="connsiteY84" fmla="*/ 189443 h 340997"/>
              <a:gd name="connsiteX85" fmla="*/ 160837 w 454663"/>
              <a:gd name="connsiteY85" fmla="*/ 189443 h 340997"/>
              <a:gd name="connsiteX86" fmla="*/ 160837 w 454663"/>
              <a:gd name="connsiteY86" fmla="*/ 208387 h 340997"/>
              <a:gd name="connsiteX87" fmla="*/ 37889 w 454663"/>
              <a:gd name="connsiteY87" fmla="*/ 208387 h 340997"/>
              <a:gd name="connsiteX88" fmla="*/ 37889 w 454663"/>
              <a:gd name="connsiteY88" fmla="*/ 189443 h 340997"/>
              <a:gd name="connsiteX89" fmla="*/ 37699 w 454663"/>
              <a:gd name="connsiteY89" fmla="*/ 227332 h 340997"/>
              <a:gd name="connsiteX90" fmla="*/ 141893 w 454663"/>
              <a:gd name="connsiteY90" fmla="*/ 227332 h 340997"/>
              <a:gd name="connsiteX91" fmla="*/ 141893 w 454663"/>
              <a:gd name="connsiteY91" fmla="*/ 246276 h 340997"/>
              <a:gd name="connsiteX92" fmla="*/ 37889 w 454663"/>
              <a:gd name="connsiteY92" fmla="*/ 246276 h 340997"/>
              <a:gd name="connsiteX93" fmla="*/ 37889 w 454663"/>
              <a:gd name="connsiteY93" fmla="*/ 227332 h 340997"/>
              <a:gd name="connsiteX94" fmla="*/ 37699 w 454663"/>
              <a:gd name="connsiteY94" fmla="*/ 265220 h 340997"/>
              <a:gd name="connsiteX95" fmla="*/ 132421 w 454663"/>
              <a:gd name="connsiteY95" fmla="*/ 265220 h 340997"/>
              <a:gd name="connsiteX96" fmla="*/ 132421 w 454663"/>
              <a:gd name="connsiteY96" fmla="*/ 284164 h 340997"/>
              <a:gd name="connsiteX97" fmla="*/ 37889 w 454663"/>
              <a:gd name="connsiteY97" fmla="*/ 284164 h 340997"/>
              <a:gd name="connsiteX98" fmla="*/ 37889 w 454663"/>
              <a:gd name="connsiteY98" fmla="*/ 265220 h 34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54663" h="340997">
                <a:moveTo>
                  <a:pt x="437613" y="38078"/>
                </a:moveTo>
                <a:lnTo>
                  <a:pt x="416774" y="38078"/>
                </a:lnTo>
                <a:cubicBezTo>
                  <a:pt x="416774" y="38078"/>
                  <a:pt x="416774" y="18944"/>
                  <a:pt x="416774" y="18944"/>
                </a:cubicBezTo>
                <a:cubicBezTo>
                  <a:pt x="416774" y="8525"/>
                  <a:pt x="408249" y="0"/>
                  <a:pt x="397830" y="0"/>
                </a:cubicBezTo>
                <a:lnTo>
                  <a:pt x="263515" y="0"/>
                </a:lnTo>
                <a:cubicBezTo>
                  <a:pt x="254232" y="0"/>
                  <a:pt x="246276" y="8525"/>
                  <a:pt x="246276" y="18944"/>
                </a:cubicBezTo>
                <a:lnTo>
                  <a:pt x="246276" y="284164"/>
                </a:lnTo>
                <a:cubicBezTo>
                  <a:pt x="246276" y="294394"/>
                  <a:pt x="254232" y="303109"/>
                  <a:pt x="263705" y="303109"/>
                </a:cubicBezTo>
                <a:lnTo>
                  <a:pt x="284164" y="303109"/>
                </a:lnTo>
                <a:lnTo>
                  <a:pt x="284164" y="322242"/>
                </a:lnTo>
                <a:cubicBezTo>
                  <a:pt x="284164" y="332472"/>
                  <a:pt x="291742" y="340808"/>
                  <a:pt x="301214" y="340808"/>
                </a:cubicBezTo>
                <a:lnTo>
                  <a:pt x="437613" y="340808"/>
                </a:lnTo>
                <a:cubicBezTo>
                  <a:pt x="447085" y="340808"/>
                  <a:pt x="454663" y="332472"/>
                  <a:pt x="454663" y="322242"/>
                </a:cubicBezTo>
                <a:lnTo>
                  <a:pt x="454663" y="56643"/>
                </a:lnTo>
                <a:cubicBezTo>
                  <a:pt x="454663" y="46414"/>
                  <a:pt x="447085" y="38078"/>
                  <a:pt x="437613" y="38078"/>
                </a:cubicBezTo>
                <a:close/>
                <a:moveTo>
                  <a:pt x="397830" y="23301"/>
                </a:moveTo>
                <a:lnTo>
                  <a:pt x="397830" y="38078"/>
                </a:lnTo>
                <a:cubicBezTo>
                  <a:pt x="397830" y="38078"/>
                  <a:pt x="352932" y="38078"/>
                  <a:pt x="352932" y="38078"/>
                </a:cubicBezTo>
                <a:lnTo>
                  <a:pt x="397830" y="23301"/>
                </a:lnTo>
                <a:close/>
                <a:moveTo>
                  <a:pt x="297047" y="36184"/>
                </a:moveTo>
                <a:cubicBezTo>
                  <a:pt x="289279" y="38836"/>
                  <a:pt x="283975" y="46035"/>
                  <a:pt x="283975" y="54370"/>
                </a:cubicBezTo>
                <a:lnTo>
                  <a:pt x="283975" y="66684"/>
                </a:lnTo>
                <a:cubicBezTo>
                  <a:pt x="283975" y="66684"/>
                  <a:pt x="283975" y="284164"/>
                  <a:pt x="283975" y="284164"/>
                </a:cubicBezTo>
                <a:lnTo>
                  <a:pt x="265031" y="284164"/>
                </a:lnTo>
                <a:cubicBezTo>
                  <a:pt x="265031" y="284164"/>
                  <a:pt x="265031" y="18755"/>
                  <a:pt x="265031" y="18755"/>
                </a:cubicBezTo>
                <a:lnTo>
                  <a:pt x="349901" y="18755"/>
                </a:lnTo>
                <a:cubicBezTo>
                  <a:pt x="349901" y="18755"/>
                  <a:pt x="296857" y="36184"/>
                  <a:pt x="296857" y="36184"/>
                </a:cubicBezTo>
                <a:close/>
                <a:moveTo>
                  <a:pt x="435529" y="321864"/>
                </a:moveTo>
                <a:lnTo>
                  <a:pt x="302919" y="321864"/>
                </a:lnTo>
                <a:lnTo>
                  <a:pt x="302919" y="75777"/>
                </a:lnTo>
                <a:lnTo>
                  <a:pt x="302919" y="75777"/>
                </a:lnTo>
                <a:lnTo>
                  <a:pt x="302919" y="66684"/>
                </a:lnTo>
                <a:cubicBezTo>
                  <a:pt x="302919" y="66684"/>
                  <a:pt x="302919" y="56833"/>
                  <a:pt x="302919" y="56833"/>
                </a:cubicBezTo>
                <a:lnTo>
                  <a:pt x="435529" y="56833"/>
                </a:lnTo>
                <a:cubicBezTo>
                  <a:pt x="435529" y="56833"/>
                  <a:pt x="435529" y="321864"/>
                  <a:pt x="435529" y="321864"/>
                </a:cubicBezTo>
                <a:close/>
                <a:moveTo>
                  <a:pt x="416206" y="113855"/>
                </a:moveTo>
                <a:lnTo>
                  <a:pt x="322053" y="113855"/>
                </a:lnTo>
                <a:lnTo>
                  <a:pt x="322053" y="94911"/>
                </a:lnTo>
                <a:lnTo>
                  <a:pt x="416206" y="94911"/>
                </a:lnTo>
                <a:lnTo>
                  <a:pt x="416206" y="113855"/>
                </a:lnTo>
                <a:close/>
                <a:moveTo>
                  <a:pt x="397451" y="151744"/>
                </a:moveTo>
                <a:lnTo>
                  <a:pt x="322053" y="151744"/>
                </a:lnTo>
                <a:lnTo>
                  <a:pt x="322053" y="132799"/>
                </a:lnTo>
                <a:lnTo>
                  <a:pt x="397451" y="132799"/>
                </a:lnTo>
                <a:lnTo>
                  <a:pt x="397451" y="151744"/>
                </a:lnTo>
                <a:close/>
                <a:moveTo>
                  <a:pt x="168415" y="41867"/>
                </a:moveTo>
                <a:cubicBezTo>
                  <a:pt x="165952" y="39594"/>
                  <a:pt x="162731" y="38267"/>
                  <a:pt x="158943" y="38078"/>
                </a:cubicBezTo>
                <a:lnTo>
                  <a:pt x="18944" y="38078"/>
                </a:lnTo>
                <a:cubicBezTo>
                  <a:pt x="14019" y="37889"/>
                  <a:pt x="9093" y="39783"/>
                  <a:pt x="5494" y="43382"/>
                </a:cubicBezTo>
                <a:cubicBezTo>
                  <a:pt x="1894" y="46982"/>
                  <a:pt x="0" y="51718"/>
                  <a:pt x="0" y="56833"/>
                </a:cubicBezTo>
                <a:lnTo>
                  <a:pt x="0" y="322053"/>
                </a:lnTo>
                <a:cubicBezTo>
                  <a:pt x="0" y="332472"/>
                  <a:pt x="8525" y="340997"/>
                  <a:pt x="18944" y="340997"/>
                </a:cubicBezTo>
                <a:lnTo>
                  <a:pt x="208387" y="340997"/>
                </a:lnTo>
                <a:cubicBezTo>
                  <a:pt x="218807" y="340997"/>
                  <a:pt x="227332" y="332472"/>
                  <a:pt x="227332" y="322053"/>
                </a:cubicBezTo>
                <a:lnTo>
                  <a:pt x="227332" y="108361"/>
                </a:lnTo>
                <a:cubicBezTo>
                  <a:pt x="227332" y="103436"/>
                  <a:pt x="225627" y="98889"/>
                  <a:pt x="222217" y="95479"/>
                </a:cubicBezTo>
                <a:cubicBezTo>
                  <a:pt x="206493" y="78808"/>
                  <a:pt x="177129" y="49823"/>
                  <a:pt x="168415" y="41867"/>
                </a:cubicBezTo>
                <a:close/>
                <a:moveTo>
                  <a:pt x="170499" y="70094"/>
                </a:moveTo>
                <a:cubicBezTo>
                  <a:pt x="178076" y="77482"/>
                  <a:pt x="186980" y="86386"/>
                  <a:pt x="195126" y="94721"/>
                </a:cubicBezTo>
                <a:lnTo>
                  <a:pt x="170499" y="94721"/>
                </a:lnTo>
                <a:lnTo>
                  <a:pt x="170499" y="70094"/>
                </a:lnTo>
                <a:close/>
                <a:moveTo>
                  <a:pt x="208387" y="322053"/>
                </a:moveTo>
                <a:lnTo>
                  <a:pt x="18944" y="322053"/>
                </a:lnTo>
                <a:lnTo>
                  <a:pt x="18944" y="56833"/>
                </a:lnTo>
                <a:cubicBezTo>
                  <a:pt x="18944" y="56833"/>
                  <a:pt x="151554" y="56833"/>
                  <a:pt x="151554" y="56833"/>
                </a:cubicBezTo>
                <a:lnTo>
                  <a:pt x="151554" y="94532"/>
                </a:lnTo>
                <a:cubicBezTo>
                  <a:pt x="151554" y="104951"/>
                  <a:pt x="160079" y="113476"/>
                  <a:pt x="170499" y="113476"/>
                </a:cubicBezTo>
                <a:lnTo>
                  <a:pt x="208387" y="113476"/>
                </a:lnTo>
                <a:lnTo>
                  <a:pt x="208387" y="321864"/>
                </a:lnTo>
                <a:close/>
                <a:moveTo>
                  <a:pt x="52665" y="170499"/>
                </a:moveTo>
                <a:lnTo>
                  <a:pt x="117644" y="170499"/>
                </a:lnTo>
                <a:cubicBezTo>
                  <a:pt x="125790" y="170499"/>
                  <a:pt x="132610" y="163300"/>
                  <a:pt x="132610" y="154775"/>
                </a:cubicBezTo>
                <a:lnTo>
                  <a:pt x="132610" y="91501"/>
                </a:lnTo>
                <a:cubicBezTo>
                  <a:pt x="132610" y="82787"/>
                  <a:pt x="125980" y="75777"/>
                  <a:pt x="117644" y="75777"/>
                </a:cubicBezTo>
                <a:lnTo>
                  <a:pt x="52855" y="75777"/>
                </a:lnTo>
                <a:cubicBezTo>
                  <a:pt x="44709" y="75777"/>
                  <a:pt x="38078" y="82787"/>
                  <a:pt x="37889" y="91501"/>
                </a:cubicBezTo>
                <a:lnTo>
                  <a:pt x="37889" y="154775"/>
                </a:lnTo>
                <a:cubicBezTo>
                  <a:pt x="37699" y="159132"/>
                  <a:pt x="39404" y="163300"/>
                  <a:pt x="42435" y="166331"/>
                </a:cubicBezTo>
                <a:cubicBezTo>
                  <a:pt x="45277" y="169173"/>
                  <a:pt x="48876" y="170688"/>
                  <a:pt x="52665" y="170688"/>
                </a:cubicBezTo>
                <a:close/>
                <a:moveTo>
                  <a:pt x="56833" y="94532"/>
                </a:moveTo>
                <a:lnTo>
                  <a:pt x="113476" y="94532"/>
                </a:lnTo>
                <a:lnTo>
                  <a:pt x="113476" y="151554"/>
                </a:lnTo>
                <a:lnTo>
                  <a:pt x="56643" y="151554"/>
                </a:lnTo>
                <a:lnTo>
                  <a:pt x="56643" y="94532"/>
                </a:lnTo>
                <a:close/>
                <a:moveTo>
                  <a:pt x="37699" y="189443"/>
                </a:moveTo>
                <a:lnTo>
                  <a:pt x="160837" y="189443"/>
                </a:lnTo>
                <a:lnTo>
                  <a:pt x="160837" y="208387"/>
                </a:lnTo>
                <a:lnTo>
                  <a:pt x="37889" y="208387"/>
                </a:lnTo>
                <a:lnTo>
                  <a:pt x="37889" y="189443"/>
                </a:lnTo>
                <a:close/>
                <a:moveTo>
                  <a:pt x="37699" y="227332"/>
                </a:moveTo>
                <a:lnTo>
                  <a:pt x="141893" y="227332"/>
                </a:lnTo>
                <a:lnTo>
                  <a:pt x="141893" y="246276"/>
                </a:lnTo>
                <a:lnTo>
                  <a:pt x="37889" y="246276"/>
                </a:lnTo>
                <a:lnTo>
                  <a:pt x="37889" y="227332"/>
                </a:lnTo>
                <a:close/>
                <a:moveTo>
                  <a:pt x="37699" y="265220"/>
                </a:moveTo>
                <a:lnTo>
                  <a:pt x="132421" y="265220"/>
                </a:lnTo>
                <a:lnTo>
                  <a:pt x="132421" y="284164"/>
                </a:lnTo>
                <a:lnTo>
                  <a:pt x="37889" y="284164"/>
                </a:lnTo>
                <a:lnTo>
                  <a:pt x="37889" y="26522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8" name="Graphic 8" descr="Posters and signs icon.">
            <a:extLst>
              <a:ext uri="{FF2B5EF4-FFF2-40B4-BE49-F238E27FC236}">
                <a16:creationId xmlns:a16="http://schemas.microsoft.com/office/drawing/2014/main" id="{233EAC52-C6DB-8B45-4746-1838D0769757}"/>
              </a:ext>
            </a:extLst>
          </p:cNvPr>
          <p:cNvSpPr/>
          <p:nvPr/>
        </p:nvSpPr>
        <p:spPr>
          <a:xfrm>
            <a:off x="10866525" y="2353576"/>
            <a:ext cx="246275" cy="416584"/>
          </a:xfrm>
          <a:custGeom>
            <a:avLst/>
            <a:gdLst>
              <a:gd name="connsiteX0" fmla="*/ 227332 w 246275"/>
              <a:gd name="connsiteY0" fmla="*/ 0 h 416584"/>
              <a:gd name="connsiteX1" fmla="*/ 18944 w 246275"/>
              <a:gd name="connsiteY1" fmla="*/ 0 h 416584"/>
              <a:gd name="connsiteX2" fmla="*/ 0 w 246275"/>
              <a:gd name="connsiteY2" fmla="*/ 18944 h 416584"/>
              <a:gd name="connsiteX3" fmla="*/ 0 w 246275"/>
              <a:gd name="connsiteY3" fmla="*/ 302730 h 416584"/>
              <a:gd name="connsiteX4" fmla="*/ 18944 w 246275"/>
              <a:gd name="connsiteY4" fmla="*/ 321674 h 416584"/>
              <a:gd name="connsiteX5" fmla="*/ 66305 w 246275"/>
              <a:gd name="connsiteY5" fmla="*/ 321674 h 416584"/>
              <a:gd name="connsiteX6" fmla="*/ 66305 w 246275"/>
              <a:gd name="connsiteY6" fmla="*/ 397641 h 416584"/>
              <a:gd name="connsiteX7" fmla="*/ 37889 w 246275"/>
              <a:gd name="connsiteY7" fmla="*/ 397641 h 416584"/>
              <a:gd name="connsiteX8" fmla="*/ 37889 w 246275"/>
              <a:gd name="connsiteY8" fmla="*/ 416585 h 416584"/>
              <a:gd name="connsiteX9" fmla="*/ 208387 w 246275"/>
              <a:gd name="connsiteY9" fmla="*/ 416585 h 416584"/>
              <a:gd name="connsiteX10" fmla="*/ 208387 w 246275"/>
              <a:gd name="connsiteY10" fmla="*/ 397641 h 416584"/>
              <a:gd name="connsiteX11" fmla="*/ 180539 w 246275"/>
              <a:gd name="connsiteY11" fmla="*/ 397641 h 416584"/>
              <a:gd name="connsiteX12" fmla="*/ 180539 w 246275"/>
              <a:gd name="connsiteY12" fmla="*/ 321674 h 416584"/>
              <a:gd name="connsiteX13" fmla="*/ 227332 w 246275"/>
              <a:gd name="connsiteY13" fmla="*/ 321674 h 416584"/>
              <a:gd name="connsiteX14" fmla="*/ 246276 w 246275"/>
              <a:gd name="connsiteY14" fmla="*/ 302730 h 416584"/>
              <a:gd name="connsiteX15" fmla="*/ 246276 w 246275"/>
              <a:gd name="connsiteY15" fmla="*/ 18944 h 416584"/>
              <a:gd name="connsiteX16" fmla="*/ 227332 w 246275"/>
              <a:gd name="connsiteY16" fmla="*/ 0 h 416584"/>
              <a:gd name="connsiteX17" fmla="*/ 161595 w 246275"/>
              <a:gd name="connsiteY17" fmla="*/ 397641 h 416584"/>
              <a:gd name="connsiteX18" fmla="*/ 85249 w 246275"/>
              <a:gd name="connsiteY18" fmla="*/ 397641 h 416584"/>
              <a:gd name="connsiteX19" fmla="*/ 85249 w 246275"/>
              <a:gd name="connsiteY19" fmla="*/ 321674 h 416584"/>
              <a:gd name="connsiteX20" fmla="*/ 161595 w 246275"/>
              <a:gd name="connsiteY20" fmla="*/ 321674 h 416584"/>
              <a:gd name="connsiteX21" fmla="*/ 161595 w 246275"/>
              <a:gd name="connsiteY21" fmla="*/ 397641 h 416584"/>
              <a:gd name="connsiteX22" fmla="*/ 227332 w 246275"/>
              <a:gd name="connsiteY22" fmla="*/ 302730 h 416584"/>
              <a:gd name="connsiteX23" fmla="*/ 18944 w 246275"/>
              <a:gd name="connsiteY23" fmla="*/ 302730 h 416584"/>
              <a:gd name="connsiteX24" fmla="*/ 18944 w 246275"/>
              <a:gd name="connsiteY24" fmla="*/ 18944 h 416584"/>
              <a:gd name="connsiteX25" fmla="*/ 227332 w 246275"/>
              <a:gd name="connsiteY25" fmla="*/ 18944 h 416584"/>
              <a:gd name="connsiteX26" fmla="*/ 227332 w 246275"/>
              <a:gd name="connsiteY26" fmla="*/ 302730 h 416584"/>
              <a:gd name="connsiteX27" fmla="*/ 198726 w 246275"/>
              <a:gd name="connsiteY27" fmla="*/ 189443 h 416584"/>
              <a:gd name="connsiteX28" fmla="*/ 47171 w 246275"/>
              <a:gd name="connsiteY28" fmla="*/ 189443 h 416584"/>
              <a:gd name="connsiteX29" fmla="*/ 47171 w 246275"/>
              <a:gd name="connsiteY29" fmla="*/ 170499 h 416584"/>
              <a:gd name="connsiteX30" fmla="*/ 198726 w 246275"/>
              <a:gd name="connsiteY30" fmla="*/ 170499 h 416584"/>
              <a:gd name="connsiteX31" fmla="*/ 198726 w 246275"/>
              <a:gd name="connsiteY31" fmla="*/ 189443 h 416584"/>
              <a:gd name="connsiteX32" fmla="*/ 198726 w 246275"/>
              <a:gd name="connsiteY32" fmla="*/ 227332 h 416584"/>
              <a:gd name="connsiteX33" fmla="*/ 47171 w 246275"/>
              <a:gd name="connsiteY33" fmla="*/ 227332 h 416584"/>
              <a:gd name="connsiteX34" fmla="*/ 47171 w 246275"/>
              <a:gd name="connsiteY34" fmla="*/ 208387 h 416584"/>
              <a:gd name="connsiteX35" fmla="*/ 198726 w 246275"/>
              <a:gd name="connsiteY35" fmla="*/ 208387 h 416584"/>
              <a:gd name="connsiteX36" fmla="*/ 198726 w 246275"/>
              <a:gd name="connsiteY36" fmla="*/ 227332 h 416584"/>
              <a:gd name="connsiteX37" fmla="*/ 198347 w 246275"/>
              <a:gd name="connsiteY37" fmla="*/ 265410 h 416584"/>
              <a:gd name="connsiteX38" fmla="*/ 47171 w 246275"/>
              <a:gd name="connsiteY38" fmla="*/ 265410 h 416584"/>
              <a:gd name="connsiteX39" fmla="*/ 47171 w 246275"/>
              <a:gd name="connsiteY39" fmla="*/ 246465 h 416584"/>
              <a:gd name="connsiteX40" fmla="*/ 198347 w 246275"/>
              <a:gd name="connsiteY40" fmla="*/ 246465 h 416584"/>
              <a:gd name="connsiteX41" fmla="*/ 198347 w 246275"/>
              <a:gd name="connsiteY41" fmla="*/ 265410 h 416584"/>
              <a:gd name="connsiteX42" fmla="*/ 85439 w 246275"/>
              <a:gd name="connsiteY42" fmla="*/ 132610 h 416584"/>
              <a:gd name="connsiteX43" fmla="*/ 161216 w 246275"/>
              <a:gd name="connsiteY43" fmla="*/ 132610 h 416584"/>
              <a:gd name="connsiteX44" fmla="*/ 180160 w 246275"/>
              <a:gd name="connsiteY44" fmla="*/ 113666 h 416584"/>
              <a:gd name="connsiteX45" fmla="*/ 180160 w 246275"/>
              <a:gd name="connsiteY45" fmla="*/ 56833 h 416584"/>
              <a:gd name="connsiteX46" fmla="*/ 161216 w 246275"/>
              <a:gd name="connsiteY46" fmla="*/ 37889 h 416584"/>
              <a:gd name="connsiteX47" fmla="*/ 85439 w 246275"/>
              <a:gd name="connsiteY47" fmla="*/ 37889 h 416584"/>
              <a:gd name="connsiteX48" fmla="*/ 66494 w 246275"/>
              <a:gd name="connsiteY48" fmla="*/ 56833 h 416584"/>
              <a:gd name="connsiteX49" fmla="*/ 66494 w 246275"/>
              <a:gd name="connsiteY49" fmla="*/ 113666 h 416584"/>
              <a:gd name="connsiteX50" fmla="*/ 85439 w 246275"/>
              <a:gd name="connsiteY50" fmla="*/ 132610 h 416584"/>
              <a:gd name="connsiteX51" fmla="*/ 85439 w 246275"/>
              <a:gd name="connsiteY51" fmla="*/ 56833 h 416584"/>
              <a:gd name="connsiteX52" fmla="*/ 161216 w 246275"/>
              <a:gd name="connsiteY52" fmla="*/ 56833 h 416584"/>
              <a:gd name="connsiteX53" fmla="*/ 161216 w 246275"/>
              <a:gd name="connsiteY53" fmla="*/ 113666 h 416584"/>
              <a:gd name="connsiteX54" fmla="*/ 85439 w 246275"/>
              <a:gd name="connsiteY54" fmla="*/ 113666 h 416584"/>
              <a:gd name="connsiteX55" fmla="*/ 85439 w 246275"/>
              <a:gd name="connsiteY55" fmla="*/ 56833 h 41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6275" h="416584">
                <a:moveTo>
                  <a:pt x="227332" y="0"/>
                </a:moveTo>
                <a:lnTo>
                  <a:pt x="18944" y="0"/>
                </a:lnTo>
                <a:cubicBezTo>
                  <a:pt x="8525" y="0"/>
                  <a:pt x="0" y="8525"/>
                  <a:pt x="0" y="18944"/>
                </a:cubicBezTo>
                <a:lnTo>
                  <a:pt x="0" y="302730"/>
                </a:lnTo>
                <a:cubicBezTo>
                  <a:pt x="0" y="313149"/>
                  <a:pt x="8525" y="321674"/>
                  <a:pt x="18944" y="321674"/>
                </a:cubicBezTo>
                <a:lnTo>
                  <a:pt x="66305" y="321674"/>
                </a:lnTo>
                <a:lnTo>
                  <a:pt x="66305" y="397641"/>
                </a:lnTo>
                <a:lnTo>
                  <a:pt x="37889" y="397641"/>
                </a:lnTo>
                <a:lnTo>
                  <a:pt x="37889" y="416585"/>
                </a:lnTo>
                <a:lnTo>
                  <a:pt x="208387" y="416585"/>
                </a:lnTo>
                <a:lnTo>
                  <a:pt x="208387" y="397641"/>
                </a:lnTo>
                <a:lnTo>
                  <a:pt x="180539" y="397641"/>
                </a:lnTo>
                <a:lnTo>
                  <a:pt x="180539" y="321674"/>
                </a:lnTo>
                <a:lnTo>
                  <a:pt x="227332" y="321674"/>
                </a:lnTo>
                <a:cubicBezTo>
                  <a:pt x="237751" y="321674"/>
                  <a:pt x="246276" y="313149"/>
                  <a:pt x="246276" y="302730"/>
                </a:cubicBezTo>
                <a:lnTo>
                  <a:pt x="246276" y="18944"/>
                </a:lnTo>
                <a:cubicBezTo>
                  <a:pt x="246276" y="8525"/>
                  <a:pt x="237751" y="0"/>
                  <a:pt x="227332" y="0"/>
                </a:cubicBezTo>
                <a:close/>
                <a:moveTo>
                  <a:pt x="161595" y="397641"/>
                </a:moveTo>
                <a:lnTo>
                  <a:pt x="85249" y="397641"/>
                </a:lnTo>
                <a:lnTo>
                  <a:pt x="85249" y="321674"/>
                </a:lnTo>
                <a:lnTo>
                  <a:pt x="161595" y="321674"/>
                </a:lnTo>
                <a:lnTo>
                  <a:pt x="161595" y="397641"/>
                </a:lnTo>
                <a:close/>
                <a:moveTo>
                  <a:pt x="227332" y="302730"/>
                </a:moveTo>
                <a:lnTo>
                  <a:pt x="18944" y="302730"/>
                </a:lnTo>
                <a:lnTo>
                  <a:pt x="18944" y="18944"/>
                </a:lnTo>
                <a:lnTo>
                  <a:pt x="227332" y="18944"/>
                </a:lnTo>
                <a:lnTo>
                  <a:pt x="227332" y="302730"/>
                </a:lnTo>
                <a:close/>
                <a:moveTo>
                  <a:pt x="198726" y="189443"/>
                </a:moveTo>
                <a:lnTo>
                  <a:pt x="47171" y="189443"/>
                </a:lnTo>
                <a:lnTo>
                  <a:pt x="47171" y="170499"/>
                </a:lnTo>
                <a:lnTo>
                  <a:pt x="198726" y="170499"/>
                </a:lnTo>
                <a:lnTo>
                  <a:pt x="198726" y="189443"/>
                </a:lnTo>
                <a:close/>
                <a:moveTo>
                  <a:pt x="198726" y="227332"/>
                </a:moveTo>
                <a:lnTo>
                  <a:pt x="47171" y="227332"/>
                </a:lnTo>
                <a:lnTo>
                  <a:pt x="47171" y="208387"/>
                </a:lnTo>
                <a:lnTo>
                  <a:pt x="198726" y="208387"/>
                </a:lnTo>
                <a:lnTo>
                  <a:pt x="198726" y="227332"/>
                </a:lnTo>
                <a:close/>
                <a:moveTo>
                  <a:pt x="198347" y="265410"/>
                </a:moveTo>
                <a:lnTo>
                  <a:pt x="47171" y="265410"/>
                </a:lnTo>
                <a:lnTo>
                  <a:pt x="47171" y="246465"/>
                </a:lnTo>
                <a:lnTo>
                  <a:pt x="198347" y="246465"/>
                </a:lnTo>
                <a:lnTo>
                  <a:pt x="198347" y="265410"/>
                </a:lnTo>
                <a:close/>
                <a:moveTo>
                  <a:pt x="85439" y="132610"/>
                </a:moveTo>
                <a:lnTo>
                  <a:pt x="161216" y="132610"/>
                </a:lnTo>
                <a:cubicBezTo>
                  <a:pt x="171635" y="132610"/>
                  <a:pt x="180160" y="124085"/>
                  <a:pt x="180160" y="113666"/>
                </a:cubicBezTo>
                <a:lnTo>
                  <a:pt x="180160" y="56833"/>
                </a:lnTo>
                <a:cubicBezTo>
                  <a:pt x="180160" y="46414"/>
                  <a:pt x="171635" y="37889"/>
                  <a:pt x="161216" y="37889"/>
                </a:cubicBezTo>
                <a:lnTo>
                  <a:pt x="85439" y="37889"/>
                </a:lnTo>
                <a:cubicBezTo>
                  <a:pt x="75019" y="37889"/>
                  <a:pt x="66494" y="46414"/>
                  <a:pt x="66494" y="56833"/>
                </a:cubicBezTo>
                <a:lnTo>
                  <a:pt x="66494" y="113666"/>
                </a:lnTo>
                <a:cubicBezTo>
                  <a:pt x="66494" y="124085"/>
                  <a:pt x="75019" y="132610"/>
                  <a:pt x="85439" y="132610"/>
                </a:cubicBezTo>
                <a:close/>
                <a:moveTo>
                  <a:pt x="85439" y="56833"/>
                </a:moveTo>
                <a:lnTo>
                  <a:pt x="161216" y="56833"/>
                </a:lnTo>
                <a:lnTo>
                  <a:pt x="161216" y="113666"/>
                </a:lnTo>
                <a:lnTo>
                  <a:pt x="85439" y="113666"/>
                </a:lnTo>
                <a:lnTo>
                  <a:pt x="85439" y="56833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9" name="Graphic 2" descr="Annual credit icon.">
            <a:extLst>
              <a:ext uri="{FF2B5EF4-FFF2-40B4-BE49-F238E27FC236}">
                <a16:creationId xmlns:a16="http://schemas.microsoft.com/office/drawing/2014/main" id="{8A908511-5E75-4DC7-B7B7-BBF5CB21D530}"/>
              </a:ext>
            </a:extLst>
          </p:cNvPr>
          <p:cNvSpPr/>
          <p:nvPr/>
        </p:nvSpPr>
        <p:spPr>
          <a:xfrm>
            <a:off x="953217" y="3232109"/>
            <a:ext cx="440724" cy="459704"/>
          </a:xfrm>
          <a:custGeom>
            <a:avLst/>
            <a:gdLst>
              <a:gd name="connsiteX0" fmla="*/ 216309 w 621618"/>
              <a:gd name="connsiteY0" fmla="*/ 270387 h 648387"/>
              <a:gd name="connsiteX1" fmla="*/ 108155 w 621618"/>
              <a:gd name="connsiteY1" fmla="*/ 270387 h 648387"/>
              <a:gd name="connsiteX2" fmla="*/ 81116 w 621618"/>
              <a:gd name="connsiteY2" fmla="*/ 297425 h 648387"/>
              <a:gd name="connsiteX3" fmla="*/ 81116 w 621618"/>
              <a:gd name="connsiteY3" fmla="*/ 405039 h 648387"/>
              <a:gd name="connsiteX4" fmla="*/ 108155 w 621618"/>
              <a:gd name="connsiteY4" fmla="*/ 432078 h 648387"/>
              <a:gd name="connsiteX5" fmla="*/ 216309 w 621618"/>
              <a:gd name="connsiteY5" fmla="*/ 432078 h 648387"/>
              <a:gd name="connsiteX6" fmla="*/ 243348 w 621618"/>
              <a:gd name="connsiteY6" fmla="*/ 405039 h 648387"/>
              <a:gd name="connsiteX7" fmla="*/ 243348 w 621618"/>
              <a:gd name="connsiteY7" fmla="*/ 297425 h 648387"/>
              <a:gd name="connsiteX8" fmla="*/ 216309 w 621618"/>
              <a:gd name="connsiteY8" fmla="*/ 270387 h 648387"/>
              <a:gd name="connsiteX9" fmla="*/ 216309 w 621618"/>
              <a:gd name="connsiteY9" fmla="*/ 405039 h 648387"/>
              <a:gd name="connsiteX10" fmla="*/ 108155 w 621618"/>
              <a:gd name="connsiteY10" fmla="*/ 405039 h 648387"/>
              <a:gd name="connsiteX11" fmla="*/ 108155 w 621618"/>
              <a:gd name="connsiteY11" fmla="*/ 297425 h 648387"/>
              <a:gd name="connsiteX12" fmla="*/ 216309 w 621618"/>
              <a:gd name="connsiteY12" fmla="*/ 297425 h 648387"/>
              <a:gd name="connsiteX13" fmla="*/ 216309 w 621618"/>
              <a:gd name="connsiteY13" fmla="*/ 405039 h 648387"/>
              <a:gd name="connsiteX14" fmla="*/ 492104 w 621618"/>
              <a:gd name="connsiteY14" fmla="*/ 451816 h 648387"/>
              <a:gd name="connsiteX15" fmla="*/ 519142 w 621618"/>
              <a:gd name="connsiteY15" fmla="*/ 451816 h 648387"/>
              <a:gd name="connsiteX16" fmla="*/ 472906 w 621618"/>
              <a:gd name="connsiteY16" fmla="*/ 402876 h 648387"/>
              <a:gd name="connsiteX17" fmla="*/ 472906 w 621618"/>
              <a:gd name="connsiteY17" fmla="*/ 391790 h 648387"/>
              <a:gd name="connsiteX18" fmla="*/ 445868 w 621618"/>
              <a:gd name="connsiteY18" fmla="*/ 391790 h 648387"/>
              <a:gd name="connsiteX19" fmla="*/ 445868 w 621618"/>
              <a:gd name="connsiteY19" fmla="*/ 402606 h 648387"/>
              <a:gd name="connsiteX20" fmla="*/ 413692 w 621618"/>
              <a:gd name="connsiteY20" fmla="*/ 416936 h 648387"/>
              <a:gd name="connsiteX21" fmla="*/ 399361 w 621618"/>
              <a:gd name="connsiteY21" fmla="*/ 450735 h 648387"/>
              <a:gd name="connsiteX22" fmla="*/ 445868 w 621618"/>
              <a:gd name="connsiteY22" fmla="*/ 498323 h 648387"/>
              <a:gd name="connsiteX23" fmla="*/ 445868 w 621618"/>
              <a:gd name="connsiteY23" fmla="*/ 543207 h 648387"/>
              <a:gd name="connsiteX24" fmla="*/ 426941 w 621618"/>
              <a:gd name="connsiteY24" fmla="*/ 522387 h 648387"/>
              <a:gd name="connsiteX25" fmla="*/ 399902 w 621618"/>
              <a:gd name="connsiteY25" fmla="*/ 522387 h 648387"/>
              <a:gd name="connsiteX26" fmla="*/ 445868 w 621618"/>
              <a:gd name="connsiteY26" fmla="*/ 570516 h 648387"/>
              <a:gd name="connsiteX27" fmla="*/ 445868 w 621618"/>
              <a:gd name="connsiteY27" fmla="*/ 580250 h 648387"/>
              <a:gd name="connsiteX28" fmla="*/ 472906 w 621618"/>
              <a:gd name="connsiteY28" fmla="*/ 580250 h 648387"/>
              <a:gd name="connsiteX29" fmla="*/ 472906 w 621618"/>
              <a:gd name="connsiteY29" fmla="*/ 570516 h 648387"/>
              <a:gd name="connsiteX30" fmla="*/ 504001 w 621618"/>
              <a:gd name="connsiteY30" fmla="*/ 556185 h 648387"/>
              <a:gd name="connsiteX31" fmla="*/ 518331 w 621618"/>
              <a:gd name="connsiteY31" fmla="*/ 522387 h 648387"/>
              <a:gd name="connsiteX32" fmla="*/ 472906 w 621618"/>
              <a:gd name="connsiteY32" fmla="*/ 475069 h 648387"/>
              <a:gd name="connsiteX33" fmla="*/ 472906 w 621618"/>
              <a:gd name="connsiteY33" fmla="*/ 429915 h 648387"/>
              <a:gd name="connsiteX34" fmla="*/ 492104 w 621618"/>
              <a:gd name="connsiteY34" fmla="*/ 451275 h 648387"/>
              <a:gd name="connsiteX35" fmla="*/ 426400 w 621618"/>
              <a:gd name="connsiteY35" fmla="*/ 450735 h 648387"/>
              <a:gd name="connsiteX36" fmla="*/ 432889 w 621618"/>
              <a:gd name="connsiteY36" fmla="*/ 436134 h 648387"/>
              <a:gd name="connsiteX37" fmla="*/ 446138 w 621618"/>
              <a:gd name="connsiteY37" fmla="*/ 429915 h 648387"/>
              <a:gd name="connsiteX38" fmla="*/ 446138 w 621618"/>
              <a:gd name="connsiteY38" fmla="*/ 470743 h 648387"/>
              <a:gd name="connsiteX39" fmla="*/ 426670 w 621618"/>
              <a:gd name="connsiteY39" fmla="*/ 451005 h 648387"/>
              <a:gd name="connsiteX40" fmla="*/ 491293 w 621618"/>
              <a:gd name="connsiteY40" fmla="*/ 522387 h 648387"/>
              <a:gd name="connsiteX41" fmla="*/ 485074 w 621618"/>
              <a:gd name="connsiteY41" fmla="*/ 536988 h 648387"/>
              <a:gd name="connsiteX42" fmla="*/ 472906 w 621618"/>
              <a:gd name="connsiteY42" fmla="*/ 543748 h 648387"/>
              <a:gd name="connsiteX43" fmla="*/ 472906 w 621618"/>
              <a:gd name="connsiteY43" fmla="*/ 502919 h 648387"/>
              <a:gd name="connsiteX44" fmla="*/ 491293 w 621618"/>
              <a:gd name="connsiteY44" fmla="*/ 522387 h 648387"/>
              <a:gd name="connsiteX45" fmla="*/ 594851 w 621618"/>
              <a:gd name="connsiteY45" fmla="*/ 396387 h 648387"/>
              <a:gd name="connsiteX46" fmla="*/ 594851 w 621618"/>
              <a:gd name="connsiteY46" fmla="*/ 81116 h 648387"/>
              <a:gd name="connsiteX47" fmla="*/ 567812 w 621618"/>
              <a:gd name="connsiteY47" fmla="*/ 54077 h 648387"/>
              <a:gd name="connsiteX48" fmla="*/ 459657 w 621618"/>
              <a:gd name="connsiteY48" fmla="*/ 54077 h 648387"/>
              <a:gd name="connsiteX49" fmla="*/ 459657 w 621618"/>
              <a:gd name="connsiteY49" fmla="*/ 0 h 648387"/>
              <a:gd name="connsiteX50" fmla="*/ 432619 w 621618"/>
              <a:gd name="connsiteY50" fmla="*/ 0 h 648387"/>
              <a:gd name="connsiteX51" fmla="*/ 432619 w 621618"/>
              <a:gd name="connsiteY51" fmla="*/ 54077 h 648387"/>
              <a:gd name="connsiteX52" fmla="*/ 162232 w 621618"/>
              <a:gd name="connsiteY52" fmla="*/ 54077 h 648387"/>
              <a:gd name="connsiteX53" fmla="*/ 162232 w 621618"/>
              <a:gd name="connsiteY53" fmla="*/ 0 h 648387"/>
              <a:gd name="connsiteX54" fmla="*/ 135193 w 621618"/>
              <a:gd name="connsiteY54" fmla="*/ 0 h 648387"/>
              <a:gd name="connsiteX55" fmla="*/ 135193 w 621618"/>
              <a:gd name="connsiteY55" fmla="*/ 54077 h 648387"/>
              <a:gd name="connsiteX56" fmla="*/ 27039 w 621618"/>
              <a:gd name="connsiteY56" fmla="*/ 54077 h 648387"/>
              <a:gd name="connsiteX57" fmla="*/ 0 w 621618"/>
              <a:gd name="connsiteY57" fmla="*/ 81116 h 648387"/>
              <a:gd name="connsiteX58" fmla="*/ 0 w 621618"/>
              <a:gd name="connsiteY58" fmla="*/ 594851 h 648387"/>
              <a:gd name="connsiteX59" fmla="*/ 27039 w 621618"/>
              <a:gd name="connsiteY59" fmla="*/ 621889 h 648387"/>
              <a:gd name="connsiteX60" fmla="*/ 370700 w 621618"/>
              <a:gd name="connsiteY60" fmla="*/ 621889 h 648387"/>
              <a:gd name="connsiteX61" fmla="*/ 458846 w 621618"/>
              <a:gd name="connsiteY61" fmla="*/ 648387 h 648387"/>
              <a:gd name="connsiteX62" fmla="*/ 459387 w 621618"/>
              <a:gd name="connsiteY62" fmla="*/ 648387 h 648387"/>
              <a:gd name="connsiteX63" fmla="*/ 621619 w 621618"/>
              <a:gd name="connsiteY63" fmla="*/ 486966 h 648387"/>
              <a:gd name="connsiteX64" fmla="*/ 594580 w 621618"/>
              <a:gd name="connsiteY64" fmla="*/ 396657 h 648387"/>
              <a:gd name="connsiteX65" fmla="*/ 27039 w 621618"/>
              <a:gd name="connsiteY65" fmla="*/ 81116 h 648387"/>
              <a:gd name="connsiteX66" fmla="*/ 135464 w 621618"/>
              <a:gd name="connsiteY66" fmla="*/ 81116 h 648387"/>
              <a:gd name="connsiteX67" fmla="*/ 135464 w 621618"/>
              <a:gd name="connsiteY67" fmla="*/ 134653 h 648387"/>
              <a:gd name="connsiteX68" fmla="*/ 162502 w 621618"/>
              <a:gd name="connsiteY68" fmla="*/ 134653 h 648387"/>
              <a:gd name="connsiteX69" fmla="*/ 162502 w 621618"/>
              <a:gd name="connsiteY69" fmla="*/ 81116 h 648387"/>
              <a:gd name="connsiteX70" fmla="*/ 432619 w 621618"/>
              <a:gd name="connsiteY70" fmla="*/ 81116 h 648387"/>
              <a:gd name="connsiteX71" fmla="*/ 432619 w 621618"/>
              <a:gd name="connsiteY71" fmla="*/ 135193 h 648387"/>
              <a:gd name="connsiteX72" fmla="*/ 459657 w 621618"/>
              <a:gd name="connsiteY72" fmla="*/ 135193 h 648387"/>
              <a:gd name="connsiteX73" fmla="*/ 459657 w 621618"/>
              <a:gd name="connsiteY73" fmla="*/ 81116 h 648387"/>
              <a:gd name="connsiteX74" fmla="*/ 567812 w 621618"/>
              <a:gd name="connsiteY74" fmla="*/ 81116 h 648387"/>
              <a:gd name="connsiteX75" fmla="*/ 567812 w 621618"/>
              <a:gd name="connsiteY75" fmla="*/ 189271 h 648387"/>
              <a:gd name="connsiteX76" fmla="*/ 27039 w 621618"/>
              <a:gd name="connsiteY76" fmla="*/ 189271 h 648387"/>
              <a:gd name="connsiteX77" fmla="*/ 27039 w 621618"/>
              <a:gd name="connsiteY77" fmla="*/ 81116 h 648387"/>
              <a:gd name="connsiteX78" fmla="*/ 383138 w 621618"/>
              <a:gd name="connsiteY78" fmla="*/ 398820 h 648387"/>
              <a:gd name="connsiteX79" fmla="*/ 356910 w 621618"/>
              <a:gd name="connsiteY79" fmla="*/ 398820 h 648387"/>
              <a:gd name="connsiteX80" fmla="*/ 459657 w 621618"/>
              <a:gd name="connsiteY80" fmla="*/ 351503 h 648387"/>
              <a:gd name="connsiteX81" fmla="*/ 460198 w 621618"/>
              <a:gd name="connsiteY81" fmla="*/ 351503 h 648387"/>
              <a:gd name="connsiteX82" fmla="*/ 555645 w 621618"/>
              <a:gd name="connsiteY82" fmla="*/ 391520 h 648387"/>
              <a:gd name="connsiteX83" fmla="*/ 594851 w 621618"/>
              <a:gd name="connsiteY83" fmla="*/ 487237 h 648387"/>
              <a:gd name="connsiteX84" fmla="*/ 459657 w 621618"/>
              <a:gd name="connsiteY84" fmla="*/ 621619 h 648387"/>
              <a:gd name="connsiteX85" fmla="*/ 459117 w 621618"/>
              <a:gd name="connsiteY85" fmla="*/ 621619 h 648387"/>
              <a:gd name="connsiteX86" fmla="*/ 324464 w 621618"/>
              <a:gd name="connsiteY86" fmla="*/ 486966 h 648387"/>
              <a:gd name="connsiteX87" fmla="*/ 297425 w 621618"/>
              <a:gd name="connsiteY87" fmla="*/ 486966 h 648387"/>
              <a:gd name="connsiteX88" fmla="*/ 339335 w 621618"/>
              <a:gd name="connsiteY88" fmla="*/ 595121 h 648387"/>
              <a:gd name="connsiteX89" fmla="*/ 27039 w 621618"/>
              <a:gd name="connsiteY89" fmla="*/ 595121 h 648387"/>
              <a:gd name="connsiteX90" fmla="*/ 27039 w 621618"/>
              <a:gd name="connsiteY90" fmla="*/ 216309 h 648387"/>
              <a:gd name="connsiteX91" fmla="*/ 567812 w 621618"/>
              <a:gd name="connsiteY91" fmla="*/ 216309 h 648387"/>
              <a:gd name="connsiteX92" fmla="*/ 567812 w 621618"/>
              <a:gd name="connsiteY92" fmla="*/ 365833 h 648387"/>
              <a:gd name="connsiteX93" fmla="*/ 460198 w 621618"/>
              <a:gd name="connsiteY93" fmla="*/ 324194 h 648387"/>
              <a:gd name="connsiteX94" fmla="*/ 337983 w 621618"/>
              <a:gd name="connsiteY94" fmla="*/ 379082 h 648387"/>
              <a:gd name="connsiteX95" fmla="*/ 337983 w 621618"/>
              <a:gd name="connsiteY95" fmla="*/ 351503 h 648387"/>
              <a:gd name="connsiteX96" fmla="*/ 310945 w 621618"/>
              <a:gd name="connsiteY96" fmla="*/ 351503 h 648387"/>
              <a:gd name="connsiteX97" fmla="*/ 310945 w 621618"/>
              <a:gd name="connsiteY97" fmla="*/ 425589 h 648387"/>
              <a:gd name="connsiteX98" fmla="*/ 382868 w 621618"/>
              <a:gd name="connsiteY98" fmla="*/ 425589 h 648387"/>
              <a:gd name="connsiteX99" fmla="*/ 382868 w 621618"/>
              <a:gd name="connsiteY99" fmla="*/ 398550 h 64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621618" h="648387">
                <a:moveTo>
                  <a:pt x="216309" y="270387"/>
                </a:moveTo>
                <a:lnTo>
                  <a:pt x="108155" y="270387"/>
                </a:lnTo>
                <a:cubicBezTo>
                  <a:pt x="93283" y="270387"/>
                  <a:pt x="81116" y="282554"/>
                  <a:pt x="81116" y="297425"/>
                </a:cubicBezTo>
                <a:lnTo>
                  <a:pt x="81116" y="405039"/>
                </a:lnTo>
                <a:cubicBezTo>
                  <a:pt x="81116" y="419911"/>
                  <a:pt x="93283" y="432078"/>
                  <a:pt x="108155" y="432078"/>
                </a:cubicBezTo>
                <a:lnTo>
                  <a:pt x="216309" y="432078"/>
                </a:lnTo>
                <a:cubicBezTo>
                  <a:pt x="231181" y="432078"/>
                  <a:pt x="243348" y="419911"/>
                  <a:pt x="243348" y="405039"/>
                </a:cubicBezTo>
                <a:lnTo>
                  <a:pt x="243348" y="297425"/>
                </a:lnTo>
                <a:cubicBezTo>
                  <a:pt x="243348" y="282554"/>
                  <a:pt x="231181" y="270387"/>
                  <a:pt x="216309" y="270387"/>
                </a:cubicBezTo>
                <a:close/>
                <a:moveTo>
                  <a:pt x="216309" y="405039"/>
                </a:moveTo>
                <a:lnTo>
                  <a:pt x="108155" y="405039"/>
                </a:lnTo>
                <a:lnTo>
                  <a:pt x="108155" y="297425"/>
                </a:lnTo>
                <a:lnTo>
                  <a:pt x="216309" y="297425"/>
                </a:lnTo>
                <a:lnTo>
                  <a:pt x="216309" y="405039"/>
                </a:lnTo>
                <a:close/>
                <a:moveTo>
                  <a:pt x="492104" y="451816"/>
                </a:moveTo>
                <a:lnTo>
                  <a:pt x="519142" y="451816"/>
                </a:lnTo>
                <a:cubicBezTo>
                  <a:pt x="519142" y="426400"/>
                  <a:pt x="498863" y="405310"/>
                  <a:pt x="472906" y="402876"/>
                </a:cubicBezTo>
                <a:lnTo>
                  <a:pt x="472906" y="391790"/>
                </a:lnTo>
                <a:lnTo>
                  <a:pt x="445868" y="391790"/>
                </a:lnTo>
                <a:lnTo>
                  <a:pt x="445868" y="402606"/>
                </a:lnTo>
                <a:cubicBezTo>
                  <a:pt x="433971" y="403687"/>
                  <a:pt x="422344" y="408554"/>
                  <a:pt x="413692" y="416936"/>
                </a:cubicBezTo>
                <a:cubicBezTo>
                  <a:pt x="404498" y="425859"/>
                  <a:pt x="399361" y="438026"/>
                  <a:pt x="399361" y="450735"/>
                </a:cubicBezTo>
                <a:cubicBezTo>
                  <a:pt x="399361" y="474799"/>
                  <a:pt x="417477" y="493185"/>
                  <a:pt x="445868" y="498323"/>
                </a:cubicBezTo>
                <a:lnTo>
                  <a:pt x="445868" y="543207"/>
                </a:lnTo>
                <a:cubicBezTo>
                  <a:pt x="435052" y="541314"/>
                  <a:pt x="426941" y="533203"/>
                  <a:pt x="426941" y="522387"/>
                </a:cubicBezTo>
                <a:lnTo>
                  <a:pt x="399902" y="522387"/>
                </a:lnTo>
                <a:cubicBezTo>
                  <a:pt x="399902" y="547803"/>
                  <a:pt x="419640" y="568353"/>
                  <a:pt x="445868" y="570516"/>
                </a:cubicBezTo>
                <a:lnTo>
                  <a:pt x="445868" y="580250"/>
                </a:lnTo>
                <a:lnTo>
                  <a:pt x="472906" y="580250"/>
                </a:lnTo>
                <a:lnTo>
                  <a:pt x="472906" y="570516"/>
                </a:lnTo>
                <a:cubicBezTo>
                  <a:pt x="484803" y="569434"/>
                  <a:pt x="495619" y="564567"/>
                  <a:pt x="504001" y="556185"/>
                </a:cubicBezTo>
                <a:cubicBezTo>
                  <a:pt x="513194" y="546992"/>
                  <a:pt x="518331" y="535095"/>
                  <a:pt x="518331" y="522387"/>
                </a:cubicBezTo>
                <a:cubicBezTo>
                  <a:pt x="518331" y="498593"/>
                  <a:pt x="500756" y="480477"/>
                  <a:pt x="472906" y="475069"/>
                </a:cubicBezTo>
                <a:lnTo>
                  <a:pt x="472906" y="429915"/>
                </a:lnTo>
                <a:cubicBezTo>
                  <a:pt x="483722" y="432078"/>
                  <a:pt x="492104" y="440730"/>
                  <a:pt x="492104" y="451275"/>
                </a:cubicBezTo>
                <a:close/>
                <a:moveTo>
                  <a:pt x="426400" y="450735"/>
                </a:moveTo>
                <a:cubicBezTo>
                  <a:pt x="426400" y="445327"/>
                  <a:pt x="428563" y="440190"/>
                  <a:pt x="432889" y="436134"/>
                </a:cubicBezTo>
                <a:cubicBezTo>
                  <a:pt x="436404" y="432619"/>
                  <a:pt x="441001" y="430456"/>
                  <a:pt x="446138" y="429915"/>
                </a:cubicBezTo>
                <a:lnTo>
                  <a:pt x="446138" y="470743"/>
                </a:lnTo>
                <a:cubicBezTo>
                  <a:pt x="438297" y="468310"/>
                  <a:pt x="426670" y="463172"/>
                  <a:pt x="426670" y="451005"/>
                </a:cubicBezTo>
                <a:close/>
                <a:moveTo>
                  <a:pt x="491293" y="522387"/>
                </a:moveTo>
                <a:cubicBezTo>
                  <a:pt x="491293" y="527795"/>
                  <a:pt x="489129" y="532932"/>
                  <a:pt x="485074" y="536988"/>
                </a:cubicBezTo>
                <a:cubicBezTo>
                  <a:pt x="481829" y="540233"/>
                  <a:pt x="477773" y="542936"/>
                  <a:pt x="472906" y="543748"/>
                </a:cubicBezTo>
                <a:lnTo>
                  <a:pt x="472906" y="502919"/>
                </a:lnTo>
                <a:cubicBezTo>
                  <a:pt x="480748" y="505353"/>
                  <a:pt x="491293" y="510760"/>
                  <a:pt x="491293" y="522387"/>
                </a:cubicBezTo>
                <a:close/>
                <a:moveTo>
                  <a:pt x="594851" y="396387"/>
                </a:moveTo>
                <a:lnTo>
                  <a:pt x="594851" y="81116"/>
                </a:lnTo>
                <a:cubicBezTo>
                  <a:pt x="594851" y="66245"/>
                  <a:pt x="582683" y="54077"/>
                  <a:pt x="567812" y="54077"/>
                </a:cubicBezTo>
                <a:lnTo>
                  <a:pt x="459657" y="54077"/>
                </a:lnTo>
                <a:lnTo>
                  <a:pt x="459657" y="0"/>
                </a:lnTo>
                <a:lnTo>
                  <a:pt x="432619" y="0"/>
                </a:lnTo>
                <a:lnTo>
                  <a:pt x="432619" y="54077"/>
                </a:lnTo>
                <a:lnTo>
                  <a:pt x="162232" y="54077"/>
                </a:lnTo>
                <a:lnTo>
                  <a:pt x="162232" y="0"/>
                </a:lnTo>
                <a:lnTo>
                  <a:pt x="135193" y="0"/>
                </a:lnTo>
                <a:lnTo>
                  <a:pt x="135193" y="54077"/>
                </a:lnTo>
                <a:lnTo>
                  <a:pt x="27039" y="54077"/>
                </a:lnTo>
                <a:cubicBezTo>
                  <a:pt x="12167" y="54077"/>
                  <a:pt x="0" y="66245"/>
                  <a:pt x="0" y="81116"/>
                </a:cubicBezTo>
                <a:lnTo>
                  <a:pt x="0" y="594851"/>
                </a:lnTo>
                <a:cubicBezTo>
                  <a:pt x="0" y="609722"/>
                  <a:pt x="12167" y="621889"/>
                  <a:pt x="27039" y="621889"/>
                </a:cubicBezTo>
                <a:lnTo>
                  <a:pt x="370700" y="621889"/>
                </a:lnTo>
                <a:cubicBezTo>
                  <a:pt x="396116" y="638383"/>
                  <a:pt x="426129" y="648117"/>
                  <a:pt x="458846" y="648387"/>
                </a:cubicBezTo>
                <a:lnTo>
                  <a:pt x="459387" y="648387"/>
                </a:lnTo>
                <a:cubicBezTo>
                  <a:pt x="548615" y="648387"/>
                  <a:pt x="621349" y="576194"/>
                  <a:pt x="621619" y="486966"/>
                </a:cubicBezTo>
                <a:cubicBezTo>
                  <a:pt x="621619" y="454520"/>
                  <a:pt x="612155" y="423155"/>
                  <a:pt x="594580" y="396657"/>
                </a:cubicBezTo>
                <a:close/>
                <a:moveTo>
                  <a:pt x="27039" y="81116"/>
                </a:moveTo>
                <a:lnTo>
                  <a:pt x="135464" y="81116"/>
                </a:lnTo>
                <a:lnTo>
                  <a:pt x="135464" y="134653"/>
                </a:lnTo>
                <a:lnTo>
                  <a:pt x="162502" y="134653"/>
                </a:lnTo>
                <a:lnTo>
                  <a:pt x="162502" y="81116"/>
                </a:lnTo>
                <a:lnTo>
                  <a:pt x="432619" y="81116"/>
                </a:lnTo>
                <a:lnTo>
                  <a:pt x="432619" y="135193"/>
                </a:lnTo>
                <a:lnTo>
                  <a:pt x="459657" y="135193"/>
                </a:lnTo>
                <a:lnTo>
                  <a:pt x="459657" y="81116"/>
                </a:lnTo>
                <a:lnTo>
                  <a:pt x="567812" y="81116"/>
                </a:lnTo>
                <a:lnTo>
                  <a:pt x="567812" y="189271"/>
                </a:lnTo>
                <a:lnTo>
                  <a:pt x="27039" y="189271"/>
                </a:lnTo>
                <a:lnTo>
                  <a:pt x="27039" y="81116"/>
                </a:lnTo>
                <a:close/>
                <a:moveTo>
                  <a:pt x="383138" y="398820"/>
                </a:moveTo>
                <a:lnTo>
                  <a:pt x="356910" y="398820"/>
                </a:lnTo>
                <a:cubicBezTo>
                  <a:pt x="382597" y="368807"/>
                  <a:pt x="419911" y="351503"/>
                  <a:pt x="459657" y="351503"/>
                </a:cubicBezTo>
                <a:lnTo>
                  <a:pt x="460198" y="351503"/>
                </a:lnTo>
                <a:cubicBezTo>
                  <a:pt x="496430" y="351503"/>
                  <a:pt x="530228" y="365833"/>
                  <a:pt x="555645" y="391520"/>
                </a:cubicBezTo>
                <a:cubicBezTo>
                  <a:pt x="581061" y="417207"/>
                  <a:pt x="595121" y="451005"/>
                  <a:pt x="594851" y="487237"/>
                </a:cubicBezTo>
                <a:cubicBezTo>
                  <a:pt x="594580" y="561593"/>
                  <a:pt x="534014" y="621619"/>
                  <a:pt x="459657" y="621619"/>
                </a:cubicBezTo>
                <a:lnTo>
                  <a:pt x="459117" y="621619"/>
                </a:lnTo>
                <a:cubicBezTo>
                  <a:pt x="384760" y="621349"/>
                  <a:pt x="324194" y="561052"/>
                  <a:pt x="324464" y="486966"/>
                </a:cubicBezTo>
                <a:lnTo>
                  <a:pt x="297425" y="486966"/>
                </a:lnTo>
                <a:cubicBezTo>
                  <a:pt x="297425" y="528336"/>
                  <a:pt x="313108" y="566460"/>
                  <a:pt x="339335" y="595121"/>
                </a:cubicBezTo>
                <a:lnTo>
                  <a:pt x="27039" y="595121"/>
                </a:lnTo>
                <a:lnTo>
                  <a:pt x="27039" y="216309"/>
                </a:lnTo>
                <a:lnTo>
                  <a:pt x="567812" y="216309"/>
                </a:lnTo>
                <a:lnTo>
                  <a:pt x="567812" y="365833"/>
                </a:lnTo>
                <a:cubicBezTo>
                  <a:pt x="538069" y="339335"/>
                  <a:pt x="500486" y="324464"/>
                  <a:pt x="460198" y="324194"/>
                </a:cubicBezTo>
                <a:cubicBezTo>
                  <a:pt x="413692" y="323653"/>
                  <a:pt x="368807" y="344202"/>
                  <a:pt x="337983" y="379082"/>
                </a:cubicBezTo>
                <a:lnTo>
                  <a:pt x="337983" y="351503"/>
                </a:lnTo>
                <a:lnTo>
                  <a:pt x="310945" y="351503"/>
                </a:lnTo>
                <a:lnTo>
                  <a:pt x="310945" y="425589"/>
                </a:lnTo>
                <a:lnTo>
                  <a:pt x="382868" y="425589"/>
                </a:lnTo>
                <a:cubicBezTo>
                  <a:pt x="382868" y="425589"/>
                  <a:pt x="382868" y="398550"/>
                  <a:pt x="382868" y="398550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Graphic 6" descr="Zero plan premium icon.">
            <a:extLst>
              <a:ext uri="{FF2B5EF4-FFF2-40B4-BE49-F238E27FC236}">
                <a16:creationId xmlns:a16="http://schemas.microsoft.com/office/drawing/2014/main" id="{24B13FBC-290C-0287-AB85-C6CE8FB27E4A}"/>
              </a:ext>
            </a:extLst>
          </p:cNvPr>
          <p:cNvSpPr/>
          <p:nvPr/>
        </p:nvSpPr>
        <p:spPr>
          <a:xfrm>
            <a:off x="2242693" y="3346748"/>
            <a:ext cx="344298" cy="345065"/>
          </a:xfrm>
          <a:custGeom>
            <a:avLst/>
            <a:gdLst>
              <a:gd name="connsiteX0" fmla="*/ 336902 w 485614"/>
              <a:gd name="connsiteY0" fmla="*/ 0 h 486696"/>
              <a:gd name="connsiteX1" fmla="*/ 188189 w 485614"/>
              <a:gd name="connsiteY1" fmla="*/ 243348 h 486696"/>
              <a:gd name="connsiteX2" fmla="*/ 336902 w 485614"/>
              <a:gd name="connsiteY2" fmla="*/ 486696 h 486696"/>
              <a:gd name="connsiteX3" fmla="*/ 485614 w 485614"/>
              <a:gd name="connsiteY3" fmla="*/ 243348 h 486696"/>
              <a:gd name="connsiteX4" fmla="*/ 336902 w 485614"/>
              <a:gd name="connsiteY4" fmla="*/ 0 h 486696"/>
              <a:gd name="connsiteX5" fmla="*/ 336902 w 485614"/>
              <a:gd name="connsiteY5" fmla="*/ 459657 h 486696"/>
              <a:gd name="connsiteX6" fmla="*/ 215228 w 485614"/>
              <a:gd name="connsiteY6" fmla="*/ 243348 h 486696"/>
              <a:gd name="connsiteX7" fmla="*/ 336902 w 485614"/>
              <a:gd name="connsiteY7" fmla="*/ 27039 h 486696"/>
              <a:gd name="connsiteX8" fmla="*/ 458576 w 485614"/>
              <a:gd name="connsiteY8" fmla="*/ 243348 h 486696"/>
              <a:gd name="connsiteX9" fmla="*/ 336902 w 485614"/>
              <a:gd name="connsiteY9" fmla="*/ 459657 h 486696"/>
              <a:gd name="connsiteX10" fmla="*/ 94365 w 485614"/>
              <a:gd name="connsiteY10" fmla="*/ 107884 h 486696"/>
              <a:gd name="connsiteX11" fmla="*/ 121404 w 485614"/>
              <a:gd name="connsiteY11" fmla="*/ 119511 h 486696"/>
              <a:gd name="connsiteX12" fmla="*/ 134653 w 485614"/>
              <a:gd name="connsiteY12" fmla="*/ 148172 h 486696"/>
              <a:gd name="connsiteX13" fmla="*/ 161691 w 485614"/>
              <a:gd name="connsiteY13" fmla="*/ 148172 h 486696"/>
              <a:gd name="connsiteX14" fmla="*/ 140601 w 485614"/>
              <a:gd name="connsiteY14" fmla="*/ 100313 h 486696"/>
              <a:gd name="connsiteX15" fmla="*/ 94365 w 485614"/>
              <a:gd name="connsiteY15" fmla="*/ 80846 h 486696"/>
              <a:gd name="connsiteX16" fmla="*/ 92743 w 485614"/>
              <a:gd name="connsiteY16" fmla="*/ 80846 h 486696"/>
              <a:gd name="connsiteX17" fmla="*/ 92743 w 485614"/>
              <a:gd name="connsiteY17" fmla="*/ 54348 h 486696"/>
              <a:gd name="connsiteX18" fmla="*/ 65704 w 485614"/>
              <a:gd name="connsiteY18" fmla="*/ 54348 h 486696"/>
              <a:gd name="connsiteX19" fmla="*/ 65704 w 485614"/>
              <a:gd name="connsiteY19" fmla="*/ 81386 h 486696"/>
              <a:gd name="connsiteX20" fmla="*/ 541 w 485614"/>
              <a:gd name="connsiteY20" fmla="*/ 155202 h 486696"/>
              <a:gd name="connsiteX21" fmla="*/ 65974 w 485614"/>
              <a:gd name="connsiteY21" fmla="*/ 226584 h 486696"/>
              <a:gd name="connsiteX22" fmla="*/ 65974 w 485614"/>
              <a:gd name="connsiteY22" fmla="*/ 322571 h 486696"/>
              <a:gd name="connsiteX23" fmla="*/ 40017 w 485614"/>
              <a:gd name="connsiteY23" fmla="*/ 310945 h 486696"/>
              <a:gd name="connsiteX24" fmla="*/ 27039 w 485614"/>
              <a:gd name="connsiteY24" fmla="*/ 283636 h 486696"/>
              <a:gd name="connsiteX25" fmla="*/ 0 w 485614"/>
              <a:gd name="connsiteY25" fmla="*/ 283636 h 486696"/>
              <a:gd name="connsiteX26" fmla="*/ 21090 w 485614"/>
              <a:gd name="connsiteY26" fmla="*/ 330142 h 486696"/>
              <a:gd name="connsiteX27" fmla="*/ 66245 w 485614"/>
              <a:gd name="connsiteY27" fmla="*/ 349610 h 486696"/>
              <a:gd name="connsiteX28" fmla="*/ 66245 w 485614"/>
              <a:gd name="connsiteY28" fmla="*/ 379082 h 486696"/>
              <a:gd name="connsiteX29" fmla="*/ 93283 w 485614"/>
              <a:gd name="connsiteY29" fmla="*/ 379082 h 486696"/>
              <a:gd name="connsiteX30" fmla="*/ 93283 w 485614"/>
              <a:gd name="connsiteY30" fmla="*/ 349610 h 486696"/>
              <a:gd name="connsiteX31" fmla="*/ 161691 w 485614"/>
              <a:gd name="connsiteY31" fmla="*/ 275524 h 486696"/>
              <a:gd name="connsiteX32" fmla="*/ 95447 w 485614"/>
              <a:gd name="connsiteY32" fmla="*/ 203872 h 486696"/>
              <a:gd name="connsiteX33" fmla="*/ 93013 w 485614"/>
              <a:gd name="connsiteY33" fmla="*/ 203872 h 486696"/>
              <a:gd name="connsiteX34" fmla="*/ 93013 w 485614"/>
              <a:gd name="connsiteY34" fmla="*/ 107884 h 486696"/>
              <a:gd name="connsiteX35" fmla="*/ 94365 w 485614"/>
              <a:gd name="connsiteY35" fmla="*/ 107884 h 486696"/>
              <a:gd name="connsiteX36" fmla="*/ 27579 w 485614"/>
              <a:gd name="connsiteY36" fmla="*/ 155202 h 486696"/>
              <a:gd name="connsiteX37" fmla="*/ 65974 w 485614"/>
              <a:gd name="connsiteY37" fmla="*/ 108425 h 486696"/>
              <a:gd name="connsiteX38" fmla="*/ 65974 w 485614"/>
              <a:gd name="connsiteY38" fmla="*/ 198734 h 486696"/>
              <a:gd name="connsiteX39" fmla="*/ 27579 w 485614"/>
              <a:gd name="connsiteY39" fmla="*/ 155202 h 486696"/>
              <a:gd name="connsiteX40" fmla="*/ 134653 w 485614"/>
              <a:gd name="connsiteY40" fmla="*/ 275254 h 486696"/>
              <a:gd name="connsiteX41" fmla="*/ 93013 w 485614"/>
              <a:gd name="connsiteY41" fmla="*/ 322571 h 486696"/>
              <a:gd name="connsiteX42" fmla="*/ 93013 w 485614"/>
              <a:gd name="connsiteY42" fmla="*/ 231181 h 486696"/>
              <a:gd name="connsiteX43" fmla="*/ 134653 w 485614"/>
              <a:gd name="connsiteY43" fmla="*/ 275524 h 48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85614" h="486696">
                <a:moveTo>
                  <a:pt x="336902" y="0"/>
                </a:moveTo>
                <a:cubicBezTo>
                  <a:pt x="219554" y="0"/>
                  <a:pt x="188189" y="153039"/>
                  <a:pt x="188189" y="243348"/>
                </a:cubicBezTo>
                <a:cubicBezTo>
                  <a:pt x="188189" y="355558"/>
                  <a:pt x="227125" y="486696"/>
                  <a:pt x="336902" y="486696"/>
                </a:cubicBezTo>
                <a:cubicBezTo>
                  <a:pt x="446679" y="486696"/>
                  <a:pt x="485614" y="355558"/>
                  <a:pt x="485614" y="243348"/>
                </a:cubicBezTo>
                <a:cubicBezTo>
                  <a:pt x="485614" y="153039"/>
                  <a:pt x="454250" y="0"/>
                  <a:pt x="336902" y="0"/>
                </a:cubicBezTo>
                <a:close/>
                <a:moveTo>
                  <a:pt x="336902" y="459657"/>
                </a:moveTo>
                <a:cubicBezTo>
                  <a:pt x="218743" y="459657"/>
                  <a:pt x="215228" y="265520"/>
                  <a:pt x="215228" y="243348"/>
                </a:cubicBezTo>
                <a:cubicBezTo>
                  <a:pt x="215228" y="163043"/>
                  <a:pt x="240915" y="27039"/>
                  <a:pt x="336902" y="27039"/>
                </a:cubicBezTo>
                <a:cubicBezTo>
                  <a:pt x="432889" y="27039"/>
                  <a:pt x="458576" y="163043"/>
                  <a:pt x="458576" y="243348"/>
                </a:cubicBezTo>
                <a:cubicBezTo>
                  <a:pt x="458576" y="323653"/>
                  <a:pt x="432889" y="459657"/>
                  <a:pt x="336902" y="459657"/>
                </a:cubicBezTo>
                <a:close/>
                <a:moveTo>
                  <a:pt x="94365" y="107884"/>
                </a:moveTo>
                <a:cubicBezTo>
                  <a:pt x="104369" y="107884"/>
                  <a:pt x="114103" y="111940"/>
                  <a:pt x="121404" y="119511"/>
                </a:cubicBezTo>
                <a:cubicBezTo>
                  <a:pt x="128974" y="127082"/>
                  <a:pt x="133301" y="137356"/>
                  <a:pt x="134653" y="148172"/>
                </a:cubicBezTo>
                <a:lnTo>
                  <a:pt x="161691" y="148172"/>
                </a:lnTo>
                <a:cubicBezTo>
                  <a:pt x="160339" y="130056"/>
                  <a:pt x="153039" y="112751"/>
                  <a:pt x="140601" y="100313"/>
                </a:cubicBezTo>
                <a:cubicBezTo>
                  <a:pt x="127893" y="87876"/>
                  <a:pt x="111670" y="80846"/>
                  <a:pt x="94365" y="80846"/>
                </a:cubicBezTo>
                <a:lnTo>
                  <a:pt x="92743" y="80846"/>
                </a:lnTo>
                <a:lnTo>
                  <a:pt x="92743" y="54348"/>
                </a:lnTo>
                <a:lnTo>
                  <a:pt x="65704" y="54348"/>
                </a:lnTo>
                <a:lnTo>
                  <a:pt x="65704" y="81386"/>
                </a:lnTo>
                <a:cubicBezTo>
                  <a:pt x="29743" y="83549"/>
                  <a:pt x="541" y="115726"/>
                  <a:pt x="541" y="155202"/>
                </a:cubicBezTo>
                <a:cubicBezTo>
                  <a:pt x="541" y="192245"/>
                  <a:pt x="25957" y="220095"/>
                  <a:pt x="65974" y="226584"/>
                </a:cubicBezTo>
                <a:lnTo>
                  <a:pt x="65974" y="322571"/>
                </a:lnTo>
                <a:cubicBezTo>
                  <a:pt x="56240" y="323112"/>
                  <a:pt x="47318" y="318245"/>
                  <a:pt x="40017" y="310945"/>
                </a:cubicBezTo>
                <a:cubicBezTo>
                  <a:pt x="32987" y="303915"/>
                  <a:pt x="28391" y="294181"/>
                  <a:pt x="27039" y="283636"/>
                </a:cubicBezTo>
                <a:lnTo>
                  <a:pt x="0" y="283636"/>
                </a:lnTo>
                <a:cubicBezTo>
                  <a:pt x="1622" y="301211"/>
                  <a:pt x="8923" y="317975"/>
                  <a:pt x="21090" y="330142"/>
                </a:cubicBezTo>
                <a:cubicBezTo>
                  <a:pt x="33528" y="342580"/>
                  <a:pt x="49481" y="349340"/>
                  <a:pt x="66245" y="349610"/>
                </a:cubicBezTo>
                <a:lnTo>
                  <a:pt x="66245" y="379082"/>
                </a:lnTo>
                <a:lnTo>
                  <a:pt x="93283" y="379082"/>
                </a:lnTo>
                <a:lnTo>
                  <a:pt x="93283" y="349610"/>
                </a:lnTo>
                <a:cubicBezTo>
                  <a:pt x="130867" y="349340"/>
                  <a:pt x="161691" y="316082"/>
                  <a:pt x="161691" y="275524"/>
                </a:cubicBezTo>
                <a:cubicBezTo>
                  <a:pt x="161691" y="238211"/>
                  <a:pt x="136005" y="210090"/>
                  <a:pt x="95447" y="203872"/>
                </a:cubicBezTo>
                <a:lnTo>
                  <a:pt x="93013" y="203872"/>
                </a:lnTo>
                <a:lnTo>
                  <a:pt x="93013" y="107884"/>
                </a:lnTo>
                <a:lnTo>
                  <a:pt x="94365" y="107884"/>
                </a:lnTo>
                <a:close/>
                <a:moveTo>
                  <a:pt x="27579" y="155202"/>
                </a:moveTo>
                <a:cubicBezTo>
                  <a:pt x="27579" y="130597"/>
                  <a:pt x="44614" y="110588"/>
                  <a:pt x="65974" y="108425"/>
                </a:cubicBezTo>
                <a:lnTo>
                  <a:pt x="65974" y="198734"/>
                </a:lnTo>
                <a:cubicBezTo>
                  <a:pt x="46507" y="194138"/>
                  <a:pt x="27579" y="180889"/>
                  <a:pt x="27579" y="155202"/>
                </a:cubicBezTo>
                <a:close/>
                <a:moveTo>
                  <a:pt x="134653" y="275254"/>
                </a:moveTo>
                <a:cubicBezTo>
                  <a:pt x="134653" y="300940"/>
                  <a:pt x="115996" y="322031"/>
                  <a:pt x="93013" y="322571"/>
                </a:cubicBezTo>
                <a:lnTo>
                  <a:pt x="93013" y="231181"/>
                </a:lnTo>
                <a:cubicBezTo>
                  <a:pt x="113562" y="234966"/>
                  <a:pt x="134653" y="248215"/>
                  <a:pt x="134653" y="275524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Graphic 4" descr="Lower premium icon.">
            <a:extLst>
              <a:ext uri="{FF2B5EF4-FFF2-40B4-BE49-F238E27FC236}">
                <a16:creationId xmlns:a16="http://schemas.microsoft.com/office/drawing/2014/main" id="{B6F0D951-08C2-C62B-F920-0F07B9BE013C}"/>
              </a:ext>
            </a:extLst>
          </p:cNvPr>
          <p:cNvSpPr/>
          <p:nvPr/>
        </p:nvSpPr>
        <p:spPr>
          <a:xfrm>
            <a:off x="3418338" y="3308407"/>
            <a:ext cx="421746" cy="383406"/>
          </a:xfrm>
          <a:custGeom>
            <a:avLst/>
            <a:gdLst>
              <a:gd name="connsiteX0" fmla="*/ 272279 w 594850"/>
              <a:gd name="connsiteY0" fmla="*/ 384219 h 540773"/>
              <a:gd name="connsiteX1" fmla="*/ 245241 w 594850"/>
              <a:gd name="connsiteY1" fmla="*/ 384219 h 540773"/>
              <a:gd name="connsiteX2" fmla="*/ 283906 w 594850"/>
              <a:gd name="connsiteY2" fmla="*/ 429104 h 540773"/>
              <a:gd name="connsiteX3" fmla="*/ 283906 w 594850"/>
              <a:gd name="connsiteY3" fmla="*/ 441271 h 540773"/>
              <a:gd name="connsiteX4" fmla="*/ 310945 w 594850"/>
              <a:gd name="connsiteY4" fmla="*/ 441271 h 540773"/>
              <a:gd name="connsiteX5" fmla="*/ 310945 w 594850"/>
              <a:gd name="connsiteY5" fmla="*/ 429104 h 540773"/>
              <a:gd name="connsiteX6" fmla="*/ 347717 w 594850"/>
              <a:gd name="connsiteY6" fmla="*/ 384219 h 540773"/>
              <a:gd name="connsiteX7" fmla="*/ 310945 w 594850"/>
              <a:gd name="connsiteY7" fmla="*/ 340958 h 540773"/>
              <a:gd name="connsiteX8" fmla="*/ 310945 w 594850"/>
              <a:gd name="connsiteY8" fmla="*/ 303374 h 540773"/>
              <a:gd name="connsiteX9" fmla="*/ 320679 w 594850"/>
              <a:gd name="connsiteY9" fmla="*/ 320138 h 540773"/>
              <a:gd name="connsiteX10" fmla="*/ 347717 w 594850"/>
              <a:gd name="connsiteY10" fmla="*/ 320138 h 540773"/>
              <a:gd name="connsiteX11" fmla="*/ 310674 w 594850"/>
              <a:gd name="connsiteY11" fmla="*/ 275254 h 540773"/>
              <a:gd name="connsiteX12" fmla="*/ 310674 w 594850"/>
              <a:gd name="connsiteY12" fmla="*/ 261734 h 540773"/>
              <a:gd name="connsiteX13" fmla="*/ 283636 w 594850"/>
              <a:gd name="connsiteY13" fmla="*/ 261734 h 540773"/>
              <a:gd name="connsiteX14" fmla="*/ 283636 w 594850"/>
              <a:gd name="connsiteY14" fmla="*/ 274983 h 540773"/>
              <a:gd name="connsiteX15" fmla="*/ 245511 w 594850"/>
              <a:gd name="connsiteY15" fmla="*/ 319867 h 540773"/>
              <a:gd name="connsiteX16" fmla="*/ 283636 w 594850"/>
              <a:gd name="connsiteY16" fmla="*/ 363400 h 540773"/>
              <a:gd name="connsiteX17" fmla="*/ 283636 w 594850"/>
              <a:gd name="connsiteY17" fmla="*/ 401254 h 540773"/>
              <a:gd name="connsiteX18" fmla="*/ 272009 w 594850"/>
              <a:gd name="connsiteY18" fmla="*/ 383949 h 540773"/>
              <a:gd name="connsiteX19" fmla="*/ 320679 w 594850"/>
              <a:gd name="connsiteY19" fmla="*/ 384219 h 540773"/>
              <a:gd name="connsiteX20" fmla="*/ 310945 w 594850"/>
              <a:gd name="connsiteY20" fmla="*/ 400713 h 540773"/>
              <a:gd name="connsiteX21" fmla="*/ 310945 w 594850"/>
              <a:gd name="connsiteY21" fmla="*/ 369619 h 540773"/>
              <a:gd name="connsiteX22" fmla="*/ 320679 w 594850"/>
              <a:gd name="connsiteY22" fmla="*/ 384219 h 540773"/>
              <a:gd name="connsiteX23" fmla="*/ 272550 w 594850"/>
              <a:gd name="connsiteY23" fmla="*/ 320138 h 540773"/>
              <a:gd name="connsiteX24" fmla="*/ 283636 w 594850"/>
              <a:gd name="connsiteY24" fmla="*/ 302833 h 540773"/>
              <a:gd name="connsiteX25" fmla="*/ 283636 w 594850"/>
              <a:gd name="connsiteY25" fmla="*/ 335279 h 540773"/>
              <a:gd name="connsiteX26" fmla="*/ 272550 w 594850"/>
              <a:gd name="connsiteY26" fmla="*/ 320138 h 540773"/>
              <a:gd name="connsiteX27" fmla="*/ 297155 w 594850"/>
              <a:gd name="connsiteY27" fmla="*/ 486696 h 540773"/>
              <a:gd name="connsiteX28" fmla="*/ 432348 w 594850"/>
              <a:gd name="connsiteY28" fmla="*/ 351503 h 540773"/>
              <a:gd name="connsiteX29" fmla="*/ 297155 w 594850"/>
              <a:gd name="connsiteY29" fmla="*/ 216309 h 540773"/>
              <a:gd name="connsiteX30" fmla="*/ 161962 w 594850"/>
              <a:gd name="connsiteY30" fmla="*/ 351503 h 540773"/>
              <a:gd name="connsiteX31" fmla="*/ 297155 w 594850"/>
              <a:gd name="connsiteY31" fmla="*/ 486696 h 540773"/>
              <a:gd name="connsiteX32" fmla="*/ 297155 w 594850"/>
              <a:gd name="connsiteY32" fmla="*/ 243348 h 540773"/>
              <a:gd name="connsiteX33" fmla="*/ 405310 w 594850"/>
              <a:gd name="connsiteY33" fmla="*/ 351503 h 540773"/>
              <a:gd name="connsiteX34" fmla="*/ 297155 w 594850"/>
              <a:gd name="connsiteY34" fmla="*/ 459657 h 540773"/>
              <a:gd name="connsiteX35" fmla="*/ 189000 w 594850"/>
              <a:gd name="connsiteY35" fmla="*/ 351503 h 540773"/>
              <a:gd name="connsiteX36" fmla="*/ 297155 w 594850"/>
              <a:gd name="connsiteY36" fmla="*/ 243348 h 540773"/>
              <a:gd name="connsiteX37" fmla="*/ 594580 w 594850"/>
              <a:gd name="connsiteY37" fmla="*/ 189271 h 540773"/>
              <a:gd name="connsiteX38" fmla="*/ 594580 w 594850"/>
              <a:gd name="connsiteY38" fmla="*/ 513735 h 540773"/>
              <a:gd name="connsiteX39" fmla="*/ 567542 w 594850"/>
              <a:gd name="connsiteY39" fmla="*/ 540773 h 540773"/>
              <a:gd name="connsiteX40" fmla="*/ 27039 w 594850"/>
              <a:gd name="connsiteY40" fmla="*/ 540773 h 540773"/>
              <a:gd name="connsiteX41" fmla="*/ 0 w 594850"/>
              <a:gd name="connsiteY41" fmla="*/ 513735 h 540773"/>
              <a:gd name="connsiteX42" fmla="*/ 0 w 594850"/>
              <a:gd name="connsiteY42" fmla="*/ 189271 h 540773"/>
              <a:gd name="connsiteX43" fmla="*/ 27039 w 594850"/>
              <a:gd name="connsiteY43" fmla="*/ 162232 h 540773"/>
              <a:gd name="connsiteX44" fmla="*/ 54077 w 594850"/>
              <a:gd name="connsiteY44" fmla="*/ 162232 h 540773"/>
              <a:gd name="connsiteX45" fmla="*/ 54077 w 594850"/>
              <a:gd name="connsiteY45" fmla="*/ 189271 h 540773"/>
              <a:gd name="connsiteX46" fmla="*/ 27039 w 594850"/>
              <a:gd name="connsiteY46" fmla="*/ 189271 h 540773"/>
              <a:gd name="connsiteX47" fmla="*/ 27039 w 594850"/>
              <a:gd name="connsiteY47" fmla="*/ 513735 h 540773"/>
              <a:gd name="connsiteX48" fmla="*/ 567812 w 594850"/>
              <a:gd name="connsiteY48" fmla="*/ 513735 h 540773"/>
              <a:gd name="connsiteX49" fmla="*/ 567812 w 594850"/>
              <a:gd name="connsiteY49" fmla="*/ 189271 h 540773"/>
              <a:gd name="connsiteX50" fmla="*/ 243348 w 594850"/>
              <a:gd name="connsiteY50" fmla="*/ 189271 h 540773"/>
              <a:gd name="connsiteX51" fmla="*/ 243348 w 594850"/>
              <a:gd name="connsiteY51" fmla="*/ 162232 h 540773"/>
              <a:gd name="connsiteX52" fmla="*/ 567812 w 594850"/>
              <a:gd name="connsiteY52" fmla="*/ 162232 h 540773"/>
              <a:gd name="connsiteX53" fmla="*/ 594851 w 594850"/>
              <a:gd name="connsiteY53" fmla="*/ 189271 h 540773"/>
              <a:gd name="connsiteX54" fmla="*/ 133841 w 594850"/>
              <a:gd name="connsiteY54" fmla="*/ 223610 h 540773"/>
              <a:gd name="connsiteX55" fmla="*/ 34609 w 594850"/>
              <a:gd name="connsiteY55" fmla="*/ 121404 h 540773"/>
              <a:gd name="connsiteX56" fmla="*/ 54077 w 594850"/>
              <a:gd name="connsiteY56" fmla="*/ 102477 h 540773"/>
              <a:gd name="connsiteX57" fmla="*/ 134923 w 594850"/>
              <a:gd name="connsiteY57" fmla="*/ 185756 h 540773"/>
              <a:gd name="connsiteX58" fmla="*/ 134923 w 594850"/>
              <a:gd name="connsiteY58" fmla="*/ 0 h 540773"/>
              <a:gd name="connsiteX59" fmla="*/ 161962 w 594850"/>
              <a:gd name="connsiteY59" fmla="*/ 0 h 540773"/>
              <a:gd name="connsiteX60" fmla="*/ 161962 w 594850"/>
              <a:gd name="connsiteY60" fmla="*/ 185756 h 540773"/>
              <a:gd name="connsiteX61" fmla="*/ 242807 w 594850"/>
              <a:gd name="connsiteY61" fmla="*/ 102477 h 540773"/>
              <a:gd name="connsiteX62" fmla="*/ 262275 w 594850"/>
              <a:gd name="connsiteY62" fmla="*/ 121404 h 540773"/>
              <a:gd name="connsiteX63" fmla="*/ 163043 w 594850"/>
              <a:gd name="connsiteY63" fmla="*/ 223610 h 540773"/>
              <a:gd name="connsiteX64" fmla="*/ 148442 w 594850"/>
              <a:gd name="connsiteY64" fmla="*/ 229829 h 540773"/>
              <a:gd name="connsiteX65" fmla="*/ 133841 w 594850"/>
              <a:gd name="connsiteY65" fmla="*/ 223610 h 540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594850" h="540773">
                <a:moveTo>
                  <a:pt x="272279" y="384219"/>
                </a:moveTo>
                <a:lnTo>
                  <a:pt x="245241" y="384219"/>
                </a:lnTo>
                <a:cubicBezTo>
                  <a:pt x="245241" y="407473"/>
                  <a:pt x="262275" y="426400"/>
                  <a:pt x="283906" y="429104"/>
                </a:cubicBezTo>
                <a:lnTo>
                  <a:pt x="283906" y="441271"/>
                </a:lnTo>
                <a:lnTo>
                  <a:pt x="310945" y="441271"/>
                </a:lnTo>
                <a:lnTo>
                  <a:pt x="310945" y="429104"/>
                </a:lnTo>
                <a:cubicBezTo>
                  <a:pt x="331764" y="425589"/>
                  <a:pt x="347717" y="406932"/>
                  <a:pt x="347717" y="384219"/>
                </a:cubicBezTo>
                <a:cubicBezTo>
                  <a:pt x="347717" y="363129"/>
                  <a:pt x="333116" y="346365"/>
                  <a:pt x="310945" y="340958"/>
                </a:cubicBezTo>
                <a:lnTo>
                  <a:pt x="310945" y="303374"/>
                </a:lnTo>
                <a:cubicBezTo>
                  <a:pt x="316623" y="306348"/>
                  <a:pt x="320679" y="312567"/>
                  <a:pt x="320679" y="320138"/>
                </a:cubicBezTo>
                <a:lnTo>
                  <a:pt x="347717" y="320138"/>
                </a:lnTo>
                <a:cubicBezTo>
                  <a:pt x="347717" y="297425"/>
                  <a:pt x="331764" y="278769"/>
                  <a:pt x="310674" y="275254"/>
                </a:cubicBezTo>
                <a:lnTo>
                  <a:pt x="310674" y="261734"/>
                </a:lnTo>
                <a:lnTo>
                  <a:pt x="283636" y="261734"/>
                </a:lnTo>
                <a:lnTo>
                  <a:pt x="283636" y="274983"/>
                </a:lnTo>
                <a:cubicBezTo>
                  <a:pt x="262275" y="277958"/>
                  <a:pt x="245511" y="296885"/>
                  <a:pt x="245511" y="319867"/>
                </a:cubicBezTo>
                <a:cubicBezTo>
                  <a:pt x="245511" y="341228"/>
                  <a:pt x="260653" y="358262"/>
                  <a:pt x="283636" y="363400"/>
                </a:cubicBezTo>
                <a:lnTo>
                  <a:pt x="283636" y="401254"/>
                </a:lnTo>
                <a:cubicBezTo>
                  <a:pt x="276876" y="398820"/>
                  <a:pt x="272009" y="392061"/>
                  <a:pt x="272009" y="383949"/>
                </a:cubicBezTo>
                <a:close/>
                <a:moveTo>
                  <a:pt x="320679" y="384219"/>
                </a:moveTo>
                <a:cubicBezTo>
                  <a:pt x="320679" y="391520"/>
                  <a:pt x="316623" y="397739"/>
                  <a:pt x="310945" y="400713"/>
                </a:cubicBezTo>
                <a:lnTo>
                  <a:pt x="310945" y="369619"/>
                </a:lnTo>
                <a:cubicBezTo>
                  <a:pt x="315812" y="372052"/>
                  <a:pt x="320679" y="376378"/>
                  <a:pt x="320679" y="384219"/>
                </a:cubicBezTo>
                <a:close/>
                <a:moveTo>
                  <a:pt x="272550" y="320138"/>
                </a:moveTo>
                <a:cubicBezTo>
                  <a:pt x="272550" y="312297"/>
                  <a:pt x="277146" y="305537"/>
                  <a:pt x="283636" y="302833"/>
                </a:cubicBezTo>
                <a:lnTo>
                  <a:pt x="283636" y="335279"/>
                </a:lnTo>
                <a:cubicBezTo>
                  <a:pt x="278228" y="332846"/>
                  <a:pt x="272550" y="328790"/>
                  <a:pt x="272550" y="320138"/>
                </a:cubicBezTo>
                <a:close/>
                <a:moveTo>
                  <a:pt x="297155" y="486696"/>
                </a:moveTo>
                <a:cubicBezTo>
                  <a:pt x="371782" y="486696"/>
                  <a:pt x="432348" y="426129"/>
                  <a:pt x="432348" y="351503"/>
                </a:cubicBezTo>
                <a:cubicBezTo>
                  <a:pt x="432348" y="276876"/>
                  <a:pt x="371782" y="216309"/>
                  <a:pt x="297155" y="216309"/>
                </a:cubicBezTo>
                <a:cubicBezTo>
                  <a:pt x="222528" y="216309"/>
                  <a:pt x="161962" y="276876"/>
                  <a:pt x="161962" y="351503"/>
                </a:cubicBezTo>
                <a:cubicBezTo>
                  <a:pt x="161962" y="426129"/>
                  <a:pt x="222528" y="486696"/>
                  <a:pt x="297155" y="486696"/>
                </a:cubicBezTo>
                <a:close/>
                <a:moveTo>
                  <a:pt x="297155" y="243348"/>
                </a:moveTo>
                <a:cubicBezTo>
                  <a:pt x="356910" y="243348"/>
                  <a:pt x="405310" y="291747"/>
                  <a:pt x="405310" y="351503"/>
                </a:cubicBezTo>
                <a:cubicBezTo>
                  <a:pt x="405310" y="411258"/>
                  <a:pt x="356910" y="459657"/>
                  <a:pt x="297155" y="459657"/>
                </a:cubicBezTo>
                <a:cubicBezTo>
                  <a:pt x="237399" y="459657"/>
                  <a:pt x="189000" y="411258"/>
                  <a:pt x="189000" y="351503"/>
                </a:cubicBezTo>
                <a:cubicBezTo>
                  <a:pt x="189000" y="291747"/>
                  <a:pt x="237399" y="243348"/>
                  <a:pt x="297155" y="243348"/>
                </a:cubicBezTo>
                <a:close/>
                <a:moveTo>
                  <a:pt x="594580" y="189271"/>
                </a:moveTo>
                <a:lnTo>
                  <a:pt x="594580" y="513735"/>
                </a:lnTo>
                <a:cubicBezTo>
                  <a:pt x="594580" y="528606"/>
                  <a:pt x="582413" y="540773"/>
                  <a:pt x="567542" y="540773"/>
                </a:cubicBezTo>
                <a:lnTo>
                  <a:pt x="27039" y="540773"/>
                </a:lnTo>
                <a:cubicBezTo>
                  <a:pt x="12167" y="540773"/>
                  <a:pt x="0" y="528606"/>
                  <a:pt x="0" y="513735"/>
                </a:cubicBezTo>
                <a:lnTo>
                  <a:pt x="0" y="189271"/>
                </a:lnTo>
                <a:cubicBezTo>
                  <a:pt x="0" y="174399"/>
                  <a:pt x="12167" y="162232"/>
                  <a:pt x="27039" y="162232"/>
                </a:cubicBezTo>
                <a:lnTo>
                  <a:pt x="54077" y="162232"/>
                </a:lnTo>
                <a:lnTo>
                  <a:pt x="54077" y="189271"/>
                </a:lnTo>
                <a:lnTo>
                  <a:pt x="27039" y="189271"/>
                </a:lnTo>
                <a:lnTo>
                  <a:pt x="27039" y="513735"/>
                </a:lnTo>
                <a:lnTo>
                  <a:pt x="567812" y="513735"/>
                </a:lnTo>
                <a:lnTo>
                  <a:pt x="567812" y="189271"/>
                </a:lnTo>
                <a:lnTo>
                  <a:pt x="243348" y="189271"/>
                </a:lnTo>
                <a:lnTo>
                  <a:pt x="243348" y="162232"/>
                </a:lnTo>
                <a:lnTo>
                  <a:pt x="567812" y="162232"/>
                </a:lnTo>
                <a:cubicBezTo>
                  <a:pt x="582683" y="162232"/>
                  <a:pt x="594851" y="174399"/>
                  <a:pt x="594851" y="189271"/>
                </a:cubicBezTo>
                <a:close/>
                <a:moveTo>
                  <a:pt x="133841" y="223610"/>
                </a:moveTo>
                <a:lnTo>
                  <a:pt x="34609" y="121404"/>
                </a:lnTo>
                <a:lnTo>
                  <a:pt x="54077" y="102477"/>
                </a:lnTo>
                <a:lnTo>
                  <a:pt x="134923" y="185756"/>
                </a:lnTo>
                <a:lnTo>
                  <a:pt x="134923" y="0"/>
                </a:lnTo>
                <a:lnTo>
                  <a:pt x="161962" y="0"/>
                </a:lnTo>
                <a:lnTo>
                  <a:pt x="161962" y="185756"/>
                </a:lnTo>
                <a:lnTo>
                  <a:pt x="242807" y="102477"/>
                </a:lnTo>
                <a:lnTo>
                  <a:pt x="262275" y="121404"/>
                </a:lnTo>
                <a:lnTo>
                  <a:pt x="163043" y="223610"/>
                </a:lnTo>
                <a:cubicBezTo>
                  <a:pt x="159258" y="227666"/>
                  <a:pt x="154120" y="229829"/>
                  <a:pt x="148442" y="229829"/>
                </a:cubicBezTo>
                <a:cubicBezTo>
                  <a:pt x="142764" y="229829"/>
                  <a:pt x="137627" y="227666"/>
                  <a:pt x="133841" y="223610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13" descr="Legislations icon.">
            <a:extLst>
              <a:ext uri="{FF2B5EF4-FFF2-40B4-BE49-F238E27FC236}">
                <a16:creationId xmlns:a16="http://schemas.microsoft.com/office/drawing/2014/main" id="{729D3FD5-D9DD-4315-8AB9-0B57075A0FEB}"/>
              </a:ext>
            </a:extLst>
          </p:cNvPr>
          <p:cNvSpPr>
            <a:spLocks noChangeAspect="1"/>
          </p:cNvSpPr>
          <p:nvPr/>
        </p:nvSpPr>
        <p:spPr>
          <a:xfrm>
            <a:off x="4634412" y="3271153"/>
            <a:ext cx="458518" cy="457562"/>
          </a:xfrm>
          <a:custGeom>
            <a:avLst/>
            <a:gdLst>
              <a:gd name="connsiteX0" fmla="*/ 439413 w 458518"/>
              <a:gd name="connsiteY0" fmla="*/ 400248 h 457562"/>
              <a:gd name="connsiteX1" fmla="*/ 420308 w 458518"/>
              <a:gd name="connsiteY1" fmla="*/ 400248 h 457562"/>
              <a:gd name="connsiteX2" fmla="*/ 420308 w 458518"/>
              <a:gd name="connsiteY2" fmla="*/ 379233 h 457562"/>
              <a:gd name="connsiteX3" fmla="*/ 403114 w 458518"/>
              <a:gd name="connsiteY3" fmla="*/ 362038 h 457562"/>
              <a:gd name="connsiteX4" fmla="*/ 401203 w 458518"/>
              <a:gd name="connsiteY4" fmla="*/ 362038 h 457562"/>
              <a:gd name="connsiteX5" fmla="*/ 401203 w 458518"/>
              <a:gd name="connsiteY5" fmla="*/ 170989 h 457562"/>
              <a:gd name="connsiteX6" fmla="*/ 435592 w 458518"/>
              <a:gd name="connsiteY6" fmla="*/ 170989 h 457562"/>
              <a:gd name="connsiteX7" fmla="*/ 454697 w 458518"/>
              <a:gd name="connsiteY7" fmla="*/ 151884 h 457562"/>
              <a:gd name="connsiteX8" fmla="*/ 447055 w 458518"/>
              <a:gd name="connsiteY8" fmla="*/ 136600 h 457562"/>
              <a:gd name="connsiteX9" fmla="*/ 238811 w 458518"/>
              <a:gd name="connsiteY9" fmla="*/ 2866 h 457562"/>
              <a:gd name="connsiteX10" fmla="*/ 217796 w 458518"/>
              <a:gd name="connsiteY10" fmla="*/ 2866 h 457562"/>
              <a:gd name="connsiteX11" fmla="*/ 13373 w 458518"/>
              <a:gd name="connsiteY11" fmla="*/ 136600 h 457562"/>
              <a:gd name="connsiteX12" fmla="*/ 5731 w 458518"/>
              <a:gd name="connsiteY12" fmla="*/ 157616 h 457562"/>
              <a:gd name="connsiteX13" fmla="*/ 24836 w 458518"/>
              <a:gd name="connsiteY13" fmla="*/ 170989 h 457562"/>
              <a:gd name="connsiteX14" fmla="*/ 57315 w 458518"/>
              <a:gd name="connsiteY14" fmla="*/ 170989 h 457562"/>
              <a:gd name="connsiteX15" fmla="*/ 57315 w 458518"/>
              <a:gd name="connsiteY15" fmla="*/ 362038 h 457562"/>
              <a:gd name="connsiteX16" fmla="*/ 55404 w 458518"/>
              <a:gd name="connsiteY16" fmla="*/ 362038 h 457562"/>
              <a:gd name="connsiteX17" fmla="*/ 38210 w 458518"/>
              <a:gd name="connsiteY17" fmla="*/ 379233 h 457562"/>
              <a:gd name="connsiteX18" fmla="*/ 38210 w 458518"/>
              <a:gd name="connsiteY18" fmla="*/ 400248 h 457562"/>
              <a:gd name="connsiteX19" fmla="*/ 19105 w 458518"/>
              <a:gd name="connsiteY19" fmla="*/ 400248 h 457562"/>
              <a:gd name="connsiteX20" fmla="*/ 0 w 458518"/>
              <a:gd name="connsiteY20" fmla="*/ 419353 h 457562"/>
              <a:gd name="connsiteX21" fmla="*/ 0 w 458518"/>
              <a:gd name="connsiteY21" fmla="*/ 438458 h 457562"/>
              <a:gd name="connsiteX22" fmla="*/ 19105 w 458518"/>
              <a:gd name="connsiteY22" fmla="*/ 457563 h 457562"/>
              <a:gd name="connsiteX23" fmla="*/ 439413 w 458518"/>
              <a:gd name="connsiteY23" fmla="*/ 457563 h 457562"/>
              <a:gd name="connsiteX24" fmla="*/ 458518 w 458518"/>
              <a:gd name="connsiteY24" fmla="*/ 438458 h 457562"/>
              <a:gd name="connsiteX25" fmla="*/ 458518 w 458518"/>
              <a:gd name="connsiteY25" fmla="*/ 419353 h 457562"/>
              <a:gd name="connsiteX26" fmla="*/ 439413 w 458518"/>
              <a:gd name="connsiteY26" fmla="*/ 400248 h 457562"/>
              <a:gd name="connsiteX27" fmla="*/ 382098 w 458518"/>
              <a:gd name="connsiteY27" fmla="*/ 362038 h 457562"/>
              <a:gd name="connsiteX28" fmla="*/ 343889 w 458518"/>
              <a:gd name="connsiteY28" fmla="*/ 362038 h 457562"/>
              <a:gd name="connsiteX29" fmla="*/ 343889 w 458518"/>
              <a:gd name="connsiteY29" fmla="*/ 170989 h 457562"/>
              <a:gd name="connsiteX30" fmla="*/ 382098 w 458518"/>
              <a:gd name="connsiteY30" fmla="*/ 170989 h 457562"/>
              <a:gd name="connsiteX31" fmla="*/ 382098 w 458518"/>
              <a:gd name="connsiteY31" fmla="*/ 362038 h 457562"/>
              <a:gd name="connsiteX32" fmla="*/ 191049 w 458518"/>
              <a:gd name="connsiteY32" fmla="*/ 170989 h 457562"/>
              <a:gd name="connsiteX33" fmla="*/ 191049 w 458518"/>
              <a:gd name="connsiteY33" fmla="*/ 362038 h 457562"/>
              <a:gd name="connsiteX34" fmla="*/ 133734 w 458518"/>
              <a:gd name="connsiteY34" fmla="*/ 362038 h 457562"/>
              <a:gd name="connsiteX35" fmla="*/ 133734 w 458518"/>
              <a:gd name="connsiteY35" fmla="*/ 170989 h 457562"/>
              <a:gd name="connsiteX36" fmla="*/ 191049 w 458518"/>
              <a:gd name="connsiteY36" fmla="*/ 170989 h 457562"/>
              <a:gd name="connsiteX37" fmla="*/ 210154 w 458518"/>
              <a:gd name="connsiteY37" fmla="*/ 170989 h 457562"/>
              <a:gd name="connsiteX38" fmla="*/ 248364 w 458518"/>
              <a:gd name="connsiteY38" fmla="*/ 170989 h 457562"/>
              <a:gd name="connsiteX39" fmla="*/ 248364 w 458518"/>
              <a:gd name="connsiteY39" fmla="*/ 362038 h 457562"/>
              <a:gd name="connsiteX40" fmla="*/ 210154 w 458518"/>
              <a:gd name="connsiteY40" fmla="*/ 362038 h 457562"/>
              <a:gd name="connsiteX41" fmla="*/ 210154 w 458518"/>
              <a:gd name="connsiteY41" fmla="*/ 170989 h 457562"/>
              <a:gd name="connsiteX42" fmla="*/ 267469 w 458518"/>
              <a:gd name="connsiteY42" fmla="*/ 170989 h 457562"/>
              <a:gd name="connsiteX43" fmla="*/ 324784 w 458518"/>
              <a:gd name="connsiteY43" fmla="*/ 170989 h 457562"/>
              <a:gd name="connsiteX44" fmla="*/ 324784 w 458518"/>
              <a:gd name="connsiteY44" fmla="*/ 362038 h 457562"/>
              <a:gd name="connsiteX45" fmla="*/ 267469 w 458518"/>
              <a:gd name="connsiteY45" fmla="*/ 362038 h 457562"/>
              <a:gd name="connsiteX46" fmla="*/ 267469 w 458518"/>
              <a:gd name="connsiteY46" fmla="*/ 170989 h 457562"/>
              <a:gd name="connsiteX47" fmla="*/ 229259 w 458518"/>
              <a:gd name="connsiteY47" fmla="*/ 20060 h 457562"/>
              <a:gd name="connsiteX48" fmla="*/ 435592 w 458518"/>
              <a:gd name="connsiteY48" fmla="*/ 151884 h 457562"/>
              <a:gd name="connsiteX49" fmla="*/ 24836 w 458518"/>
              <a:gd name="connsiteY49" fmla="*/ 151884 h 457562"/>
              <a:gd name="connsiteX50" fmla="*/ 229259 w 458518"/>
              <a:gd name="connsiteY50" fmla="*/ 20060 h 457562"/>
              <a:gd name="connsiteX51" fmla="*/ 76420 w 458518"/>
              <a:gd name="connsiteY51" fmla="*/ 170989 h 457562"/>
              <a:gd name="connsiteX52" fmla="*/ 114630 w 458518"/>
              <a:gd name="connsiteY52" fmla="*/ 170989 h 457562"/>
              <a:gd name="connsiteX53" fmla="*/ 114630 w 458518"/>
              <a:gd name="connsiteY53" fmla="*/ 362038 h 457562"/>
              <a:gd name="connsiteX54" fmla="*/ 76420 w 458518"/>
              <a:gd name="connsiteY54" fmla="*/ 362038 h 457562"/>
              <a:gd name="connsiteX55" fmla="*/ 76420 w 458518"/>
              <a:gd name="connsiteY55" fmla="*/ 170989 h 457562"/>
              <a:gd name="connsiteX56" fmla="*/ 57315 w 458518"/>
              <a:gd name="connsiteY56" fmla="*/ 381143 h 457562"/>
              <a:gd name="connsiteX57" fmla="*/ 401203 w 458518"/>
              <a:gd name="connsiteY57" fmla="*/ 381143 h 457562"/>
              <a:gd name="connsiteX58" fmla="*/ 401203 w 458518"/>
              <a:gd name="connsiteY58" fmla="*/ 400248 h 457562"/>
              <a:gd name="connsiteX59" fmla="*/ 57315 w 458518"/>
              <a:gd name="connsiteY59" fmla="*/ 400248 h 457562"/>
              <a:gd name="connsiteX60" fmla="*/ 57315 w 458518"/>
              <a:gd name="connsiteY60" fmla="*/ 381143 h 457562"/>
              <a:gd name="connsiteX61" fmla="*/ 439413 w 458518"/>
              <a:gd name="connsiteY61" fmla="*/ 438458 h 457562"/>
              <a:gd name="connsiteX62" fmla="*/ 19105 w 458518"/>
              <a:gd name="connsiteY62" fmla="*/ 438458 h 457562"/>
              <a:gd name="connsiteX63" fmla="*/ 19105 w 458518"/>
              <a:gd name="connsiteY63" fmla="*/ 419353 h 457562"/>
              <a:gd name="connsiteX64" fmla="*/ 439413 w 458518"/>
              <a:gd name="connsiteY64" fmla="*/ 419353 h 457562"/>
              <a:gd name="connsiteX65" fmla="*/ 439413 w 458518"/>
              <a:gd name="connsiteY65" fmla="*/ 438458 h 457562"/>
              <a:gd name="connsiteX66" fmla="*/ 439413 w 458518"/>
              <a:gd name="connsiteY66" fmla="*/ 438458 h 45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8518" h="457562">
                <a:moveTo>
                  <a:pt x="439413" y="400248"/>
                </a:moveTo>
                <a:lnTo>
                  <a:pt x="420308" y="400248"/>
                </a:lnTo>
                <a:lnTo>
                  <a:pt x="420308" y="379233"/>
                </a:lnTo>
                <a:cubicBezTo>
                  <a:pt x="420308" y="369680"/>
                  <a:pt x="412666" y="362038"/>
                  <a:pt x="403114" y="362038"/>
                </a:cubicBezTo>
                <a:lnTo>
                  <a:pt x="401203" y="362038"/>
                </a:lnTo>
                <a:lnTo>
                  <a:pt x="401203" y="170989"/>
                </a:lnTo>
                <a:lnTo>
                  <a:pt x="435592" y="170989"/>
                </a:lnTo>
                <a:cubicBezTo>
                  <a:pt x="447055" y="170989"/>
                  <a:pt x="454697" y="161437"/>
                  <a:pt x="454697" y="151884"/>
                </a:cubicBezTo>
                <a:cubicBezTo>
                  <a:pt x="454697" y="146153"/>
                  <a:pt x="450876" y="140421"/>
                  <a:pt x="447055" y="136600"/>
                </a:cubicBezTo>
                <a:lnTo>
                  <a:pt x="238811" y="2866"/>
                </a:lnTo>
                <a:cubicBezTo>
                  <a:pt x="233080" y="-955"/>
                  <a:pt x="223528" y="-955"/>
                  <a:pt x="217796" y="2866"/>
                </a:cubicBezTo>
                <a:lnTo>
                  <a:pt x="13373" y="136600"/>
                </a:lnTo>
                <a:cubicBezTo>
                  <a:pt x="5731" y="140421"/>
                  <a:pt x="3821" y="149974"/>
                  <a:pt x="5731" y="157616"/>
                </a:cubicBezTo>
                <a:cubicBezTo>
                  <a:pt x="7642" y="165258"/>
                  <a:pt x="15284" y="170989"/>
                  <a:pt x="24836" y="170989"/>
                </a:cubicBezTo>
                <a:lnTo>
                  <a:pt x="57315" y="170989"/>
                </a:lnTo>
                <a:lnTo>
                  <a:pt x="57315" y="362038"/>
                </a:lnTo>
                <a:lnTo>
                  <a:pt x="55404" y="362038"/>
                </a:lnTo>
                <a:cubicBezTo>
                  <a:pt x="45852" y="362038"/>
                  <a:pt x="38210" y="369680"/>
                  <a:pt x="38210" y="379233"/>
                </a:cubicBezTo>
                <a:lnTo>
                  <a:pt x="38210" y="400248"/>
                </a:lnTo>
                <a:lnTo>
                  <a:pt x="19105" y="400248"/>
                </a:lnTo>
                <a:cubicBezTo>
                  <a:pt x="7642" y="400248"/>
                  <a:pt x="0" y="407890"/>
                  <a:pt x="0" y="419353"/>
                </a:cubicBezTo>
                <a:lnTo>
                  <a:pt x="0" y="438458"/>
                </a:lnTo>
                <a:cubicBezTo>
                  <a:pt x="0" y="449921"/>
                  <a:pt x="7642" y="457563"/>
                  <a:pt x="19105" y="457563"/>
                </a:cubicBezTo>
                <a:lnTo>
                  <a:pt x="439413" y="457563"/>
                </a:lnTo>
                <a:cubicBezTo>
                  <a:pt x="450876" y="457563"/>
                  <a:pt x="458518" y="449921"/>
                  <a:pt x="458518" y="438458"/>
                </a:cubicBezTo>
                <a:lnTo>
                  <a:pt x="458518" y="419353"/>
                </a:lnTo>
                <a:cubicBezTo>
                  <a:pt x="458518" y="407890"/>
                  <a:pt x="450876" y="400248"/>
                  <a:pt x="439413" y="400248"/>
                </a:cubicBezTo>
                <a:close/>
                <a:moveTo>
                  <a:pt x="382098" y="362038"/>
                </a:moveTo>
                <a:lnTo>
                  <a:pt x="343889" y="362038"/>
                </a:lnTo>
                <a:lnTo>
                  <a:pt x="343889" y="170989"/>
                </a:lnTo>
                <a:lnTo>
                  <a:pt x="382098" y="170989"/>
                </a:lnTo>
                <a:lnTo>
                  <a:pt x="382098" y="362038"/>
                </a:lnTo>
                <a:close/>
                <a:moveTo>
                  <a:pt x="191049" y="170989"/>
                </a:moveTo>
                <a:lnTo>
                  <a:pt x="191049" y="362038"/>
                </a:lnTo>
                <a:lnTo>
                  <a:pt x="133734" y="362038"/>
                </a:lnTo>
                <a:lnTo>
                  <a:pt x="133734" y="170989"/>
                </a:lnTo>
                <a:lnTo>
                  <a:pt x="191049" y="170989"/>
                </a:lnTo>
                <a:close/>
                <a:moveTo>
                  <a:pt x="210154" y="170989"/>
                </a:moveTo>
                <a:lnTo>
                  <a:pt x="248364" y="170989"/>
                </a:lnTo>
                <a:lnTo>
                  <a:pt x="248364" y="362038"/>
                </a:lnTo>
                <a:lnTo>
                  <a:pt x="210154" y="362038"/>
                </a:lnTo>
                <a:lnTo>
                  <a:pt x="210154" y="170989"/>
                </a:lnTo>
                <a:close/>
                <a:moveTo>
                  <a:pt x="267469" y="170989"/>
                </a:moveTo>
                <a:lnTo>
                  <a:pt x="324784" y="170989"/>
                </a:lnTo>
                <a:lnTo>
                  <a:pt x="324784" y="362038"/>
                </a:lnTo>
                <a:lnTo>
                  <a:pt x="267469" y="362038"/>
                </a:lnTo>
                <a:lnTo>
                  <a:pt x="267469" y="170989"/>
                </a:lnTo>
                <a:close/>
                <a:moveTo>
                  <a:pt x="229259" y="20060"/>
                </a:moveTo>
                <a:lnTo>
                  <a:pt x="435592" y="151884"/>
                </a:lnTo>
                <a:lnTo>
                  <a:pt x="24836" y="151884"/>
                </a:lnTo>
                <a:lnTo>
                  <a:pt x="229259" y="20060"/>
                </a:lnTo>
                <a:close/>
                <a:moveTo>
                  <a:pt x="76420" y="170989"/>
                </a:moveTo>
                <a:lnTo>
                  <a:pt x="114630" y="170989"/>
                </a:lnTo>
                <a:lnTo>
                  <a:pt x="114630" y="362038"/>
                </a:lnTo>
                <a:lnTo>
                  <a:pt x="76420" y="362038"/>
                </a:lnTo>
                <a:lnTo>
                  <a:pt x="76420" y="170989"/>
                </a:lnTo>
                <a:close/>
                <a:moveTo>
                  <a:pt x="57315" y="381143"/>
                </a:moveTo>
                <a:lnTo>
                  <a:pt x="401203" y="381143"/>
                </a:lnTo>
                <a:lnTo>
                  <a:pt x="401203" y="400248"/>
                </a:lnTo>
                <a:lnTo>
                  <a:pt x="57315" y="400248"/>
                </a:lnTo>
                <a:lnTo>
                  <a:pt x="57315" y="381143"/>
                </a:lnTo>
                <a:close/>
                <a:moveTo>
                  <a:pt x="439413" y="438458"/>
                </a:moveTo>
                <a:lnTo>
                  <a:pt x="19105" y="438458"/>
                </a:lnTo>
                <a:lnTo>
                  <a:pt x="19105" y="419353"/>
                </a:lnTo>
                <a:lnTo>
                  <a:pt x="439413" y="419353"/>
                </a:lnTo>
                <a:lnTo>
                  <a:pt x="439413" y="438458"/>
                </a:lnTo>
                <a:lnTo>
                  <a:pt x="439413" y="438458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95" descr="Regulations icon.">
            <a:extLst>
              <a:ext uri="{FF2B5EF4-FFF2-40B4-BE49-F238E27FC236}">
                <a16:creationId xmlns:a16="http://schemas.microsoft.com/office/drawing/2014/main" id="{D54A1124-502F-426A-BDB6-16927E9CD3D4}"/>
              </a:ext>
            </a:extLst>
          </p:cNvPr>
          <p:cNvSpPr>
            <a:spLocks noChangeAspect="1"/>
          </p:cNvSpPr>
          <p:nvPr/>
        </p:nvSpPr>
        <p:spPr>
          <a:xfrm>
            <a:off x="5886370" y="3271326"/>
            <a:ext cx="405024" cy="457389"/>
          </a:xfrm>
          <a:custGeom>
            <a:avLst/>
            <a:gdLst>
              <a:gd name="connsiteX0" fmla="*/ 401203 w 405024"/>
              <a:gd name="connsiteY0" fmla="*/ 419180 h 457389"/>
              <a:gd name="connsiteX1" fmla="*/ 254095 w 405024"/>
              <a:gd name="connsiteY1" fmla="*/ 166995 h 457389"/>
              <a:gd name="connsiteX2" fmla="*/ 282753 w 405024"/>
              <a:gd name="connsiteY2" fmla="*/ 149801 h 457389"/>
              <a:gd name="connsiteX3" fmla="*/ 284663 w 405024"/>
              <a:gd name="connsiteY3" fmla="*/ 151711 h 457389"/>
              <a:gd name="connsiteX4" fmla="*/ 298037 w 405024"/>
              <a:gd name="connsiteY4" fmla="*/ 161264 h 457389"/>
              <a:gd name="connsiteX5" fmla="*/ 303768 w 405024"/>
              <a:gd name="connsiteY5" fmla="*/ 161264 h 457389"/>
              <a:gd name="connsiteX6" fmla="*/ 315231 w 405024"/>
              <a:gd name="connsiteY6" fmla="*/ 159353 h 457389"/>
              <a:gd name="connsiteX7" fmla="*/ 345799 w 405024"/>
              <a:gd name="connsiteY7" fmla="*/ 140248 h 457389"/>
              <a:gd name="connsiteX8" fmla="*/ 355351 w 405024"/>
              <a:gd name="connsiteY8" fmla="*/ 126875 h 457389"/>
              <a:gd name="connsiteX9" fmla="*/ 353441 w 405024"/>
              <a:gd name="connsiteY9" fmla="*/ 113501 h 457389"/>
              <a:gd name="connsiteX10" fmla="*/ 294216 w 405024"/>
              <a:gd name="connsiteY10" fmla="*/ 10335 h 457389"/>
              <a:gd name="connsiteX11" fmla="*/ 265558 w 405024"/>
              <a:gd name="connsiteY11" fmla="*/ 2693 h 457389"/>
              <a:gd name="connsiteX12" fmla="*/ 234990 w 405024"/>
              <a:gd name="connsiteY12" fmla="*/ 21798 h 457389"/>
              <a:gd name="connsiteX13" fmla="*/ 227349 w 405024"/>
              <a:gd name="connsiteY13" fmla="*/ 50455 h 457389"/>
              <a:gd name="connsiteX14" fmla="*/ 229259 w 405024"/>
              <a:gd name="connsiteY14" fmla="*/ 52366 h 457389"/>
              <a:gd name="connsiteX15" fmla="*/ 118450 w 405024"/>
              <a:gd name="connsiteY15" fmla="*/ 113501 h 457389"/>
              <a:gd name="connsiteX16" fmla="*/ 116540 w 405024"/>
              <a:gd name="connsiteY16" fmla="*/ 111591 h 457389"/>
              <a:gd name="connsiteX17" fmla="*/ 103167 w 405024"/>
              <a:gd name="connsiteY17" fmla="*/ 102038 h 457389"/>
              <a:gd name="connsiteX18" fmla="*/ 87883 w 405024"/>
              <a:gd name="connsiteY18" fmla="*/ 103949 h 457389"/>
              <a:gd name="connsiteX19" fmla="*/ 57315 w 405024"/>
              <a:gd name="connsiteY19" fmla="*/ 123054 h 457389"/>
              <a:gd name="connsiteX20" fmla="*/ 49673 w 405024"/>
              <a:gd name="connsiteY20" fmla="*/ 151711 h 457389"/>
              <a:gd name="connsiteX21" fmla="*/ 110809 w 405024"/>
              <a:gd name="connsiteY21" fmla="*/ 254878 h 457389"/>
              <a:gd name="connsiteX22" fmla="*/ 124182 w 405024"/>
              <a:gd name="connsiteY22" fmla="*/ 264430 h 457389"/>
              <a:gd name="connsiteX23" fmla="*/ 129913 w 405024"/>
              <a:gd name="connsiteY23" fmla="*/ 264430 h 457389"/>
              <a:gd name="connsiteX24" fmla="*/ 141376 w 405024"/>
              <a:gd name="connsiteY24" fmla="*/ 260609 h 457389"/>
              <a:gd name="connsiteX25" fmla="*/ 171944 w 405024"/>
              <a:gd name="connsiteY25" fmla="*/ 243415 h 457389"/>
              <a:gd name="connsiteX26" fmla="*/ 179586 w 405024"/>
              <a:gd name="connsiteY26" fmla="*/ 214758 h 457389"/>
              <a:gd name="connsiteX27" fmla="*/ 177676 w 405024"/>
              <a:gd name="connsiteY27" fmla="*/ 212847 h 457389"/>
              <a:gd name="connsiteX28" fmla="*/ 206333 w 405024"/>
              <a:gd name="connsiteY28" fmla="*/ 195653 h 457389"/>
              <a:gd name="connsiteX29" fmla="*/ 353441 w 405024"/>
              <a:gd name="connsiteY29" fmla="*/ 447837 h 457389"/>
              <a:gd name="connsiteX30" fmla="*/ 370635 w 405024"/>
              <a:gd name="connsiteY30" fmla="*/ 457390 h 457389"/>
              <a:gd name="connsiteX31" fmla="*/ 380188 w 405024"/>
              <a:gd name="connsiteY31" fmla="*/ 455479 h 457389"/>
              <a:gd name="connsiteX32" fmla="*/ 395472 w 405024"/>
              <a:gd name="connsiteY32" fmla="*/ 445927 h 457389"/>
              <a:gd name="connsiteX33" fmla="*/ 395472 w 405024"/>
              <a:gd name="connsiteY33" fmla="*/ 445927 h 457389"/>
              <a:gd name="connsiteX34" fmla="*/ 405024 w 405024"/>
              <a:gd name="connsiteY34" fmla="*/ 434464 h 457389"/>
              <a:gd name="connsiteX35" fmla="*/ 401203 w 405024"/>
              <a:gd name="connsiteY35" fmla="*/ 419180 h 457389"/>
              <a:gd name="connsiteX36" fmla="*/ 240722 w 405024"/>
              <a:gd name="connsiteY36" fmla="*/ 38992 h 457389"/>
              <a:gd name="connsiteX37" fmla="*/ 240722 w 405024"/>
              <a:gd name="connsiteY37" fmla="*/ 35171 h 457389"/>
              <a:gd name="connsiteX38" fmla="*/ 240722 w 405024"/>
              <a:gd name="connsiteY38" fmla="*/ 35171 h 457389"/>
              <a:gd name="connsiteX39" fmla="*/ 273200 w 405024"/>
              <a:gd name="connsiteY39" fmla="*/ 16066 h 457389"/>
              <a:gd name="connsiteX40" fmla="*/ 275111 w 405024"/>
              <a:gd name="connsiteY40" fmla="*/ 16066 h 457389"/>
              <a:gd name="connsiteX41" fmla="*/ 277021 w 405024"/>
              <a:gd name="connsiteY41" fmla="*/ 17977 h 457389"/>
              <a:gd name="connsiteX42" fmla="*/ 338157 w 405024"/>
              <a:gd name="connsiteY42" fmla="*/ 121143 h 457389"/>
              <a:gd name="connsiteX43" fmla="*/ 338157 w 405024"/>
              <a:gd name="connsiteY43" fmla="*/ 124964 h 457389"/>
              <a:gd name="connsiteX44" fmla="*/ 307589 w 405024"/>
              <a:gd name="connsiteY44" fmla="*/ 142159 h 457389"/>
              <a:gd name="connsiteX45" fmla="*/ 303768 w 405024"/>
              <a:gd name="connsiteY45" fmla="*/ 142159 h 457389"/>
              <a:gd name="connsiteX46" fmla="*/ 288484 w 405024"/>
              <a:gd name="connsiteY46" fmla="*/ 115412 h 457389"/>
              <a:gd name="connsiteX47" fmla="*/ 246453 w 405024"/>
              <a:gd name="connsiteY47" fmla="*/ 40903 h 457389"/>
              <a:gd name="connsiteX48" fmla="*/ 246453 w 405024"/>
              <a:gd name="connsiteY48" fmla="*/ 40903 h 457389"/>
              <a:gd name="connsiteX49" fmla="*/ 240722 w 405024"/>
              <a:gd name="connsiteY49" fmla="*/ 38992 h 457389"/>
              <a:gd name="connsiteX50" fmla="*/ 160481 w 405024"/>
              <a:gd name="connsiteY50" fmla="*/ 228131 h 457389"/>
              <a:gd name="connsiteX51" fmla="*/ 129913 w 405024"/>
              <a:gd name="connsiteY51" fmla="*/ 247236 h 457389"/>
              <a:gd name="connsiteX52" fmla="*/ 126092 w 405024"/>
              <a:gd name="connsiteY52" fmla="*/ 247236 h 457389"/>
              <a:gd name="connsiteX53" fmla="*/ 64957 w 405024"/>
              <a:gd name="connsiteY53" fmla="*/ 142159 h 457389"/>
              <a:gd name="connsiteX54" fmla="*/ 64957 w 405024"/>
              <a:gd name="connsiteY54" fmla="*/ 138338 h 457389"/>
              <a:gd name="connsiteX55" fmla="*/ 95525 w 405024"/>
              <a:gd name="connsiteY55" fmla="*/ 119233 h 457389"/>
              <a:gd name="connsiteX56" fmla="*/ 97435 w 405024"/>
              <a:gd name="connsiteY56" fmla="*/ 119233 h 457389"/>
              <a:gd name="connsiteX57" fmla="*/ 99346 w 405024"/>
              <a:gd name="connsiteY57" fmla="*/ 121143 h 457389"/>
              <a:gd name="connsiteX58" fmla="*/ 101256 w 405024"/>
              <a:gd name="connsiteY58" fmla="*/ 123054 h 457389"/>
              <a:gd name="connsiteX59" fmla="*/ 101256 w 405024"/>
              <a:gd name="connsiteY59" fmla="*/ 123054 h 457389"/>
              <a:gd name="connsiteX60" fmla="*/ 135645 w 405024"/>
              <a:gd name="connsiteY60" fmla="*/ 180369 h 457389"/>
              <a:gd name="connsiteX61" fmla="*/ 160481 w 405024"/>
              <a:gd name="connsiteY61" fmla="*/ 224310 h 457389"/>
              <a:gd name="connsiteX62" fmla="*/ 160481 w 405024"/>
              <a:gd name="connsiteY62" fmla="*/ 228131 h 457389"/>
              <a:gd name="connsiteX63" fmla="*/ 160481 w 405024"/>
              <a:gd name="connsiteY63" fmla="*/ 228131 h 457389"/>
              <a:gd name="connsiteX64" fmla="*/ 128003 w 405024"/>
              <a:gd name="connsiteY64" fmla="*/ 130696 h 457389"/>
              <a:gd name="connsiteX65" fmla="*/ 234990 w 405024"/>
              <a:gd name="connsiteY65" fmla="*/ 67650 h 457389"/>
              <a:gd name="connsiteX66" fmla="*/ 273200 w 405024"/>
              <a:gd name="connsiteY66" fmla="*/ 134517 h 457389"/>
              <a:gd name="connsiteX67" fmla="*/ 244543 w 405024"/>
              <a:gd name="connsiteY67" fmla="*/ 151711 h 457389"/>
              <a:gd name="connsiteX68" fmla="*/ 244543 w 405024"/>
              <a:gd name="connsiteY68" fmla="*/ 151711 h 457389"/>
              <a:gd name="connsiteX69" fmla="*/ 234990 w 405024"/>
              <a:gd name="connsiteY69" fmla="*/ 157443 h 457389"/>
              <a:gd name="connsiteX70" fmla="*/ 166213 w 405024"/>
              <a:gd name="connsiteY70" fmla="*/ 195653 h 457389"/>
              <a:gd name="connsiteX71" fmla="*/ 141376 w 405024"/>
              <a:gd name="connsiteY71" fmla="*/ 153622 h 457389"/>
              <a:gd name="connsiteX72" fmla="*/ 128003 w 405024"/>
              <a:gd name="connsiteY72" fmla="*/ 130696 h 457389"/>
              <a:gd name="connsiteX73" fmla="*/ 368725 w 405024"/>
              <a:gd name="connsiteY73" fmla="*/ 438285 h 457389"/>
              <a:gd name="connsiteX74" fmla="*/ 221617 w 405024"/>
              <a:gd name="connsiteY74" fmla="*/ 186100 h 457389"/>
              <a:gd name="connsiteX75" fmla="*/ 236901 w 405024"/>
              <a:gd name="connsiteY75" fmla="*/ 176548 h 457389"/>
              <a:gd name="connsiteX76" fmla="*/ 384009 w 405024"/>
              <a:gd name="connsiteY76" fmla="*/ 428733 h 457389"/>
              <a:gd name="connsiteX77" fmla="*/ 368725 w 405024"/>
              <a:gd name="connsiteY77" fmla="*/ 438285 h 457389"/>
              <a:gd name="connsiteX78" fmla="*/ 229259 w 405024"/>
              <a:gd name="connsiteY78" fmla="*/ 380970 h 457389"/>
              <a:gd name="connsiteX79" fmla="*/ 227349 w 405024"/>
              <a:gd name="connsiteY79" fmla="*/ 380970 h 457389"/>
              <a:gd name="connsiteX80" fmla="*/ 221617 w 405024"/>
              <a:gd name="connsiteY80" fmla="*/ 358044 h 457389"/>
              <a:gd name="connsiteX81" fmla="*/ 202512 w 405024"/>
              <a:gd name="connsiteY81" fmla="*/ 342760 h 457389"/>
              <a:gd name="connsiteX82" fmla="*/ 45852 w 405024"/>
              <a:gd name="connsiteY82" fmla="*/ 342760 h 457389"/>
              <a:gd name="connsiteX83" fmla="*/ 26747 w 405024"/>
              <a:gd name="connsiteY83" fmla="*/ 358044 h 457389"/>
              <a:gd name="connsiteX84" fmla="*/ 21015 w 405024"/>
              <a:gd name="connsiteY84" fmla="*/ 380970 h 457389"/>
              <a:gd name="connsiteX85" fmla="*/ 19105 w 405024"/>
              <a:gd name="connsiteY85" fmla="*/ 380970 h 457389"/>
              <a:gd name="connsiteX86" fmla="*/ 0 w 405024"/>
              <a:gd name="connsiteY86" fmla="*/ 400075 h 457389"/>
              <a:gd name="connsiteX87" fmla="*/ 0 w 405024"/>
              <a:gd name="connsiteY87" fmla="*/ 438285 h 457389"/>
              <a:gd name="connsiteX88" fmla="*/ 19105 w 405024"/>
              <a:gd name="connsiteY88" fmla="*/ 457390 h 457389"/>
              <a:gd name="connsiteX89" fmla="*/ 229259 w 405024"/>
              <a:gd name="connsiteY89" fmla="*/ 457390 h 457389"/>
              <a:gd name="connsiteX90" fmla="*/ 248364 w 405024"/>
              <a:gd name="connsiteY90" fmla="*/ 438285 h 457389"/>
              <a:gd name="connsiteX91" fmla="*/ 248364 w 405024"/>
              <a:gd name="connsiteY91" fmla="*/ 400075 h 457389"/>
              <a:gd name="connsiteX92" fmla="*/ 229259 w 405024"/>
              <a:gd name="connsiteY92" fmla="*/ 380970 h 457389"/>
              <a:gd name="connsiteX93" fmla="*/ 45852 w 405024"/>
              <a:gd name="connsiteY93" fmla="*/ 361865 h 457389"/>
              <a:gd name="connsiteX94" fmla="*/ 202512 w 405024"/>
              <a:gd name="connsiteY94" fmla="*/ 361865 h 457389"/>
              <a:gd name="connsiteX95" fmla="*/ 206333 w 405024"/>
              <a:gd name="connsiteY95" fmla="*/ 380970 h 457389"/>
              <a:gd name="connsiteX96" fmla="*/ 40120 w 405024"/>
              <a:gd name="connsiteY96" fmla="*/ 380970 h 457389"/>
              <a:gd name="connsiteX97" fmla="*/ 45852 w 405024"/>
              <a:gd name="connsiteY97" fmla="*/ 361865 h 457389"/>
              <a:gd name="connsiteX98" fmla="*/ 229259 w 405024"/>
              <a:gd name="connsiteY98" fmla="*/ 438285 h 457389"/>
              <a:gd name="connsiteX99" fmla="*/ 19105 w 405024"/>
              <a:gd name="connsiteY99" fmla="*/ 438285 h 457389"/>
              <a:gd name="connsiteX100" fmla="*/ 19105 w 405024"/>
              <a:gd name="connsiteY100" fmla="*/ 400075 h 457389"/>
              <a:gd name="connsiteX101" fmla="*/ 229259 w 405024"/>
              <a:gd name="connsiteY101" fmla="*/ 400075 h 457389"/>
              <a:gd name="connsiteX102" fmla="*/ 229259 w 405024"/>
              <a:gd name="connsiteY102" fmla="*/ 438285 h 457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05024" h="457389">
                <a:moveTo>
                  <a:pt x="401203" y="419180"/>
                </a:moveTo>
                <a:lnTo>
                  <a:pt x="254095" y="166995"/>
                </a:lnTo>
                <a:lnTo>
                  <a:pt x="282753" y="149801"/>
                </a:lnTo>
                <a:lnTo>
                  <a:pt x="284663" y="151711"/>
                </a:lnTo>
                <a:cubicBezTo>
                  <a:pt x="286574" y="157443"/>
                  <a:pt x="292305" y="159353"/>
                  <a:pt x="298037" y="161264"/>
                </a:cubicBezTo>
                <a:cubicBezTo>
                  <a:pt x="299947" y="161264"/>
                  <a:pt x="301858" y="161264"/>
                  <a:pt x="303768" y="161264"/>
                </a:cubicBezTo>
                <a:cubicBezTo>
                  <a:pt x="307589" y="161264"/>
                  <a:pt x="311410" y="159353"/>
                  <a:pt x="315231" y="159353"/>
                </a:cubicBezTo>
                <a:lnTo>
                  <a:pt x="345799" y="140248"/>
                </a:lnTo>
                <a:cubicBezTo>
                  <a:pt x="351530" y="138338"/>
                  <a:pt x="355351" y="132606"/>
                  <a:pt x="355351" y="126875"/>
                </a:cubicBezTo>
                <a:cubicBezTo>
                  <a:pt x="355351" y="121143"/>
                  <a:pt x="355351" y="117322"/>
                  <a:pt x="353441" y="113501"/>
                </a:cubicBezTo>
                <a:lnTo>
                  <a:pt x="294216" y="10335"/>
                </a:lnTo>
                <a:cubicBezTo>
                  <a:pt x="288484" y="782"/>
                  <a:pt x="275111" y="-3039"/>
                  <a:pt x="265558" y="2693"/>
                </a:cubicBezTo>
                <a:lnTo>
                  <a:pt x="234990" y="21798"/>
                </a:lnTo>
                <a:cubicBezTo>
                  <a:pt x="225438" y="27529"/>
                  <a:pt x="221617" y="40903"/>
                  <a:pt x="227349" y="50455"/>
                </a:cubicBezTo>
                <a:lnTo>
                  <a:pt x="229259" y="52366"/>
                </a:lnTo>
                <a:lnTo>
                  <a:pt x="118450" y="113501"/>
                </a:lnTo>
                <a:lnTo>
                  <a:pt x="116540" y="111591"/>
                </a:lnTo>
                <a:cubicBezTo>
                  <a:pt x="114630" y="105859"/>
                  <a:pt x="108898" y="102038"/>
                  <a:pt x="103167" y="102038"/>
                </a:cubicBezTo>
                <a:cubicBezTo>
                  <a:pt x="97435" y="100128"/>
                  <a:pt x="91704" y="102038"/>
                  <a:pt x="87883" y="103949"/>
                </a:cubicBezTo>
                <a:lnTo>
                  <a:pt x="57315" y="123054"/>
                </a:lnTo>
                <a:cubicBezTo>
                  <a:pt x="47762" y="128785"/>
                  <a:pt x="43941" y="142159"/>
                  <a:pt x="49673" y="151711"/>
                </a:cubicBezTo>
                <a:lnTo>
                  <a:pt x="110809" y="254878"/>
                </a:lnTo>
                <a:cubicBezTo>
                  <a:pt x="114630" y="260609"/>
                  <a:pt x="118450" y="262520"/>
                  <a:pt x="124182" y="264430"/>
                </a:cubicBezTo>
                <a:cubicBezTo>
                  <a:pt x="126092" y="264430"/>
                  <a:pt x="128003" y="264430"/>
                  <a:pt x="129913" y="264430"/>
                </a:cubicBezTo>
                <a:cubicBezTo>
                  <a:pt x="133734" y="264430"/>
                  <a:pt x="137555" y="262520"/>
                  <a:pt x="141376" y="260609"/>
                </a:cubicBezTo>
                <a:lnTo>
                  <a:pt x="171944" y="243415"/>
                </a:lnTo>
                <a:cubicBezTo>
                  <a:pt x="181497" y="237683"/>
                  <a:pt x="185318" y="224310"/>
                  <a:pt x="179586" y="214758"/>
                </a:cubicBezTo>
                <a:lnTo>
                  <a:pt x="177676" y="212847"/>
                </a:lnTo>
                <a:lnTo>
                  <a:pt x="206333" y="195653"/>
                </a:lnTo>
                <a:lnTo>
                  <a:pt x="353441" y="447837"/>
                </a:lnTo>
                <a:cubicBezTo>
                  <a:pt x="357262" y="453569"/>
                  <a:pt x="362993" y="457390"/>
                  <a:pt x="370635" y="457390"/>
                </a:cubicBezTo>
                <a:cubicBezTo>
                  <a:pt x="374456" y="457390"/>
                  <a:pt x="378277" y="457390"/>
                  <a:pt x="380188" y="455479"/>
                </a:cubicBezTo>
                <a:lnTo>
                  <a:pt x="395472" y="445927"/>
                </a:lnTo>
                <a:lnTo>
                  <a:pt x="395472" y="445927"/>
                </a:lnTo>
                <a:cubicBezTo>
                  <a:pt x="399293" y="444016"/>
                  <a:pt x="403114" y="438285"/>
                  <a:pt x="405024" y="434464"/>
                </a:cubicBezTo>
                <a:cubicBezTo>
                  <a:pt x="405024" y="428733"/>
                  <a:pt x="403114" y="423001"/>
                  <a:pt x="401203" y="419180"/>
                </a:cubicBezTo>
                <a:close/>
                <a:moveTo>
                  <a:pt x="240722" y="38992"/>
                </a:moveTo>
                <a:cubicBezTo>
                  <a:pt x="240722" y="38992"/>
                  <a:pt x="240722" y="37082"/>
                  <a:pt x="240722" y="35171"/>
                </a:cubicBezTo>
                <a:cubicBezTo>
                  <a:pt x="240722" y="35171"/>
                  <a:pt x="240722" y="35171"/>
                  <a:pt x="240722" y="35171"/>
                </a:cubicBezTo>
                <a:lnTo>
                  <a:pt x="273200" y="16066"/>
                </a:lnTo>
                <a:lnTo>
                  <a:pt x="275111" y="16066"/>
                </a:lnTo>
                <a:cubicBezTo>
                  <a:pt x="275111" y="16066"/>
                  <a:pt x="277021" y="16066"/>
                  <a:pt x="277021" y="17977"/>
                </a:cubicBezTo>
                <a:lnTo>
                  <a:pt x="338157" y="121143"/>
                </a:lnTo>
                <a:cubicBezTo>
                  <a:pt x="338157" y="123054"/>
                  <a:pt x="338157" y="123054"/>
                  <a:pt x="338157" y="124964"/>
                </a:cubicBezTo>
                <a:lnTo>
                  <a:pt x="307589" y="142159"/>
                </a:lnTo>
                <a:lnTo>
                  <a:pt x="303768" y="142159"/>
                </a:lnTo>
                <a:lnTo>
                  <a:pt x="288484" y="115412"/>
                </a:lnTo>
                <a:lnTo>
                  <a:pt x="246453" y="40903"/>
                </a:lnTo>
                <a:lnTo>
                  <a:pt x="246453" y="40903"/>
                </a:lnTo>
                <a:lnTo>
                  <a:pt x="240722" y="38992"/>
                </a:lnTo>
                <a:close/>
                <a:moveTo>
                  <a:pt x="160481" y="228131"/>
                </a:moveTo>
                <a:lnTo>
                  <a:pt x="129913" y="247236"/>
                </a:lnTo>
                <a:lnTo>
                  <a:pt x="126092" y="247236"/>
                </a:lnTo>
                <a:lnTo>
                  <a:pt x="64957" y="142159"/>
                </a:lnTo>
                <a:lnTo>
                  <a:pt x="64957" y="138338"/>
                </a:lnTo>
                <a:lnTo>
                  <a:pt x="95525" y="119233"/>
                </a:lnTo>
                <a:lnTo>
                  <a:pt x="97435" y="119233"/>
                </a:lnTo>
                <a:cubicBezTo>
                  <a:pt x="97435" y="119233"/>
                  <a:pt x="99346" y="119233"/>
                  <a:pt x="99346" y="121143"/>
                </a:cubicBezTo>
                <a:lnTo>
                  <a:pt x="101256" y="123054"/>
                </a:lnTo>
                <a:lnTo>
                  <a:pt x="101256" y="123054"/>
                </a:lnTo>
                <a:lnTo>
                  <a:pt x="135645" y="180369"/>
                </a:lnTo>
                <a:lnTo>
                  <a:pt x="160481" y="224310"/>
                </a:lnTo>
                <a:cubicBezTo>
                  <a:pt x="160481" y="224310"/>
                  <a:pt x="160481" y="226220"/>
                  <a:pt x="160481" y="228131"/>
                </a:cubicBezTo>
                <a:cubicBezTo>
                  <a:pt x="160481" y="228131"/>
                  <a:pt x="160481" y="228131"/>
                  <a:pt x="160481" y="228131"/>
                </a:cubicBezTo>
                <a:close/>
                <a:moveTo>
                  <a:pt x="128003" y="130696"/>
                </a:moveTo>
                <a:lnTo>
                  <a:pt x="234990" y="67650"/>
                </a:lnTo>
                <a:lnTo>
                  <a:pt x="273200" y="134517"/>
                </a:lnTo>
                <a:lnTo>
                  <a:pt x="244543" y="151711"/>
                </a:lnTo>
                <a:lnTo>
                  <a:pt x="244543" y="151711"/>
                </a:lnTo>
                <a:lnTo>
                  <a:pt x="234990" y="157443"/>
                </a:lnTo>
                <a:lnTo>
                  <a:pt x="166213" y="195653"/>
                </a:lnTo>
                <a:lnTo>
                  <a:pt x="141376" y="153622"/>
                </a:lnTo>
                <a:lnTo>
                  <a:pt x="128003" y="130696"/>
                </a:lnTo>
                <a:close/>
                <a:moveTo>
                  <a:pt x="368725" y="438285"/>
                </a:moveTo>
                <a:lnTo>
                  <a:pt x="221617" y="186100"/>
                </a:lnTo>
                <a:lnTo>
                  <a:pt x="236901" y="176548"/>
                </a:lnTo>
                <a:lnTo>
                  <a:pt x="384009" y="428733"/>
                </a:lnTo>
                <a:lnTo>
                  <a:pt x="368725" y="438285"/>
                </a:lnTo>
                <a:close/>
                <a:moveTo>
                  <a:pt x="229259" y="380970"/>
                </a:moveTo>
                <a:lnTo>
                  <a:pt x="227349" y="380970"/>
                </a:lnTo>
                <a:lnTo>
                  <a:pt x="221617" y="358044"/>
                </a:lnTo>
                <a:cubicBezTo>
                  <a:pt x="219707" y="348492"/>
                  <a:pt x="212065" y="342760"/>
                  <a:pt x="202512" y="342760"/>
                </a:cubicBezTo>
                <a:lnTo>
                  <a:pt x="45852" y="342760"/>
                </a:lnTo>
                <a:cubicBezTo>
                  <a:pt x="36299" y="342760"/>
                  <a:pt x="28657" y="348492"/>
                  <a:pt x="26747" y="358044"/>
                </a:cubicBezTo>
                <a:lnTo>
                  <a:pt x="21015" y="380970"/>
                </a:lnTo>
                <a:lnTo>
                  <a:pt x="19105" y="380970"/>
                </a:lnTo>
                <a:cubicBezTo>
                  <a:pt x="7642" y="380970"/>
                  <a:pt x="0" y="388612"/>
                  <a:pt x="0" y="400075"/>
                </a:cubicBezTo>
                <a:lnTo>
                  <a:pt x="0" y="438285"/>
                </a:lnTo>
                <a:cubicBezTo>
                  <a:pt x="0" y="449748"/>
                  <a:pt x="7642" y="457390"/>
                  <a:pt x="19105" y="457390"/>
                </a:cubicBezTo>
                <a:lnTo>
                  <a:pt x="229259" y="457390"/>
                </a:lnTo>
                <a:cubicBezTo>
                  <a:pt x="240722" y="457390"/>
                  <a:pt x="248364" y="449748"/>
                  <a:pt x="248364" y="438285"/>
                </a:cubicBezTo>
                <a:lnTo>
                  <a:pt x="248364" y="400075"/>
                </a:lnTo>
                <a:cubicBezTo>
                  <a:pt x="248364" y="388612"/>
                  <a:pt x="240722" y="380970"/>
                  <a:pt x="229259" y="380970"/>
                </a:cubicBezTo>
                <a:close/>
                <a:moveTo>
                  <a:pt x="45852" y="361865"/>
                </a:moveTo>
                <a:lnTo>
                  <a:pt x="202512" y="361865"/>
                </a:lnTo>
                <a:lnTo>
                  <a:pt x="206333" y="380970"/>
                </a:lnTo>
                <a:lnTo>
                  <a:pt x="40120" y="380970"/>
                </a:lnTo>
                <a:lnTo>
                  <a:pt x="45852" y="361865"/>
                </a:lnTo>
                <a:close/>
                <a:moveTo>
                  <a:pt x="229259" y="438285"/>
                </a:moveTo>
                <a:lnTo>
                  <a:pt x="19105" y="438285"/>
                </a:lnTo>
                <a:lnTo>
                  <a:pt x="19105" y="400075"/>
                </a:lnTo>
                <a:lnTo>
                  <a:pt x="229259" y="400075"/>
                </a:lnTo>
                <a:lnTo>
                  <a:pt x="229259" y="43828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97" descr="Voting icon.">
            <a:extLst>
              <a:ext uri="{FF2B5EF4-FFF2-40B4-BE49-F238E27FC236}">
                <a16:creationId xmlns:a16="http://schemas.microsoft.com/office/drawing/2014/main" id="{02232F0A-8088-4E1D-830B-F0C1037DA95B}"/>
              </a:ext>
            </a:extLst>
          </p:cNvPr>
          <p:cNvSpPr>
            <a:spLocks noChangeAspect="1"/>
          </p:cNvSpPr>
          <p:nvPr/>
        </p:nvSpPr>
        <p:spPr>
          <a:xfrm>
            <a:off x="7093166" y="3386737"/>
            <a:ext cx="458782" cy="341978"/>
          </a:xfrm>
          <a:custGeom>
            <a:avLst/>
            <a:gdLst>
              <a:gd name="connsiteX0" fmla="*/ 219707 w 458782"/>
              <a:gd name="connsiteY0" fmla="*/ 59225 h 341978"/>
              <a:gd name="connsiteX1" fmla="*/ 122271 w 458782"/>
              <a:gd name="connsiteY1" fmla="*/ 189139 h 341978"/>
              <a:gd name="connsiteX2" fmla="*/ 82151 w 458782"/>
              <a:gd name="connsiteY2" fmla="*/ 139466 h 341978"/>
              <a:gd name="connsiteX3" fmla="*/ 68778 w 458782"/>
              <a:gd name="connsiteY3" fmla="*/ 152839 h 341978"/>
              <a:gd name="connsiteX4" fmla="*/ 108898 w 458782"/>
              <a:gd name="connsiteY4" fmla="*/ 204423 h 341978"/>
              <a:gd name="connsiteX5" fmla="*/ 122271 w 458782"/>
              <a:gd name="connsiteY5" fmla="*/ 210154 h 341978"/>
              <a:gd name="connsiteX6" fmla="*/ 122271 w 458782"/>
              <a:gd name="connsiteY6" fmla="*/ 210154 h 341978"/>
              <a:gd name="connsiteX7" fmla="*/ 135645 w 458782"/>
              <a:gd name="connsiteY7" fmla="*/ 202512 h 341978"/>
              <a:gd name="connsiteX8" fmla="*/ 236901 w 458782"/>
              <a:gd name="connsiteY8" fmla="*/ 70688 h 341978"/>
              <a:gd name="connsiteX9" fmla="*/ 219707 w 458782"/>
              <a:gd name="connsiteY9" fmla="*/ 59225 h 341978"/>
              <a:gd name="connsiteX10" fmla="*/ 454697 w 458782"/>
              <a:gd name="connsiteY10" fmla="*/ 124182 h 341978"/>
              <a:gd name="connsiteX11" fmla="*/ 412666 w 458782"/>
              <a:gd name="connsiteY11" fmla="*/ 80241 h 341978"/>
              <a:gd name="connsiteX12" fmla="*/ 412666 w 458782"/>
              <a:gd name="connsiteY12" fmla="*/ 80241 h 341978"/>
              <a:gd name="connsiteX13" fmla="*/ 399293 w 458782"/>
              <a:gd name="connsiteY13" fmla="*/ 76420 h 341978"/>
              <a:gd name="connsiteX14" fmla="*/ 384009 w 458782"/>
              <a:gd name="connsiteY14" fmla="*/ 82151 h 341978"/>
              <a:gd name="connsiteX15" fmla="*/ 286574 w 458782"/>
              <a:gd name="connsiteY15" fmla="*/ 179586 h 341978"/>
              <a:gd name="connsiteX16" fmla="*/ 286574 w 458782"/>
              <a:gd name="connsiteY16" fmla="*/ 19105 h 341978"/>
              <a:gd name="connsiteX17" fmla="*/ 267469 w 458782"/>
              <a:gd name="connsiteY17" fmla="*/ 0 h 341978"/>
              <a:gd name="connsiteX18" fmla="*/ 19105 w 458782"/>
              <a:gd name="connsiteY18" fmla="*/ 0 h 341978"/>
              <a:gd name="connsiteX19" fmla="*/ 0 w 458782"/>
              <a:gd name="connsiteY19" fmla="*/ 19105 h 341978"/>
              <a:gd name="connsiteX20" fmla="*/ 0 w 458782"/>
              <a:gd name="connsiteY20" fmla="*/ 267469 h 341978"/>
              <a:gd name="connsiteX21" fmla="*/ 19105 w 458782"/>
              <a:gd name="connsiteY21" fmla="*/ 286574 h 341978"/>
              <a:gd name="connsiteX22" fmla="*/ 202512 w 458782"/>
              <a:gd name="connsiteY22" fmla="*/ 286574 h 341978"/>
              <a:gd name="connsiteX23" fmla="*/ 192960 w 458782"/>
              <a:gd name="connsiteY23" fmla="*/ 319052 h 341978"/>
              <a:gd name="connsiteX24" fmla="*/ 206333 w 458782"/>
              <a:gd name="connsiteY24" fmla="*/ 341978 h 341978"/>
              <a:gd name="connsiteX25" fmla="*/ 212065 w 458782"/>
              <a:gd name="connsiteY25" fmla="*/ 341978 h 341978"/>
              <a:gd name="connsiteX26" fmla="*/ 217796 w 458782"/>
              <a:gd name="connsiteY26" fmla="*/ 341978 h 341978"/>
              <a:gd name="connsiteX27" fmla="*/ 275111 w 458782"/>
              <a:gd name="connsiteY27" fmla="*/ 326694 h 341978"/>
              <a:gd name="connsiteX28" fmla="*/ 282753 w 458782"/>
              <a:gd name="connsiteY28" fmla="*/ 320963 h 341978"/>
              <a:gd name="connsiteX29" fmla="*/ 452787 w 458782"/>
              <a:gd name="connsiteY29" fmla="*/ 149018 h 341978"/>
              <a:gd name="connsiteX30" fmla="*/ 454697 w 458782"/>
              <a:gd name="connsiteY30" fmla="*/ 124182 h 341978"/>
              <a:gd name="connsiteX31" fmla="*/ 238811 w 458782"/>
              <a:gd name="connsiteY31" fmla="*/ 256006 h 341978"/>
              <a:gd name="connsiteX32" fmla="*/ 370635 w 458782"/>
              <a:gd name="connsiteY32" fmla="*/ 124182 h 341978"/>
              <a:gd name="connsiteX33" fmla="*/ 410756 w 458782"/>
              <a:gd name="connsiteY33" fmla="*/ 164302 h 341978"/>
              <a:gd name="connsiteX34" fmla="*/ 278932 w 458782"/>
              <a:gd name="connsiteY34" fmla="*/ 296126 h 341978"/>
              <a:gd name="connsiteX35" fmla="*/ 238811 w 458782"/>
              <a:gd name="connsiteY35" fmla="*/ 256006 h 341978"/>
              <a:gd name="connsiteX36" fmla="*/ 19105 w 458782"/>
              <a:gd name="connsiteY36" fmla="*/ 267469 h 341978"/>
              <a:gd name="connsiteX37" fmla="*/ 19105 w 458782"/>
              <a:gd name="connsiteY37" fmla="*/ 19105 h 341978"/>
              <a:gd name="connsiteX38" fmla="*/ 267469 w 458782"/>
              <a:gd name="connsiteY38" fmla="*/ 19105 h 341978"/>
              <a:gd name="connsiteX39" fmla="*/ 267469 w 458782"/>
              <a:gd name="connsiteY39" fmla="*/ 198691 h 341978"/>
              <a:gd name="connsiteX40" fmla="*/ 213975 w 458782"/>
              <a:gd name="connsiteY40" fmla="*/ 252185 h 341978"/>
              <a:gd name="connsiteX41" fmla="*/ 210154 w 458782"/>
              <a:gd name="connsiteY41" fmla="*/ 259827 h 341978"/>
              <a:gd name="connsiteX42" fmla="*/ 208244 w 458782"/>
              <a:gd name="connsiteY42" fmla="*/ 267469 h 341978"/>
              <a:gd name="connsiteX43" fmla="*/ 19105 w 458782"/>
              <a:gd name="connsiteY43" fmla="*/ 267469 h 341978"/>
              <a:gd name="connsiteX44" fmla="*/ 212065 w 458782"/>
              <a:gd name="connsiteY44" fmla="*/ 324784 h 341978"/>
              <a:gd name="connsiteX45" fmla="*/ 227349 w 458782"/>
              <a:gd name="connsiteY45" fmla="*/ 271290 h 341978"/>
              <a:gd name="connsiteX46" fmla="*/ 265558 w 458782"/>
              <a:gd name="connsiteY46" fmla="*/ 309500 h 341978"/>
              <a:gd name="connsiteX47" fmla="*/ 212065 w 458782"/>
              <a:gd name="connsiteY47" fmla="*/ 324784 h 341978"/>
              <a:gd name="connsiteX48" fmla="*/ 424129 w 458782"/>
              <a:gd name="connsiteY48" fmla="*/ 152839 h 341978"/>
              <a:gd name="connsiteX49" fmla="*/ 382098 w 458782"/>
              <a:gd name="connsiteY49" fmla="*/ 110809 h 341978"/>
              <a:gd name="connsiteX50" fmla="*/ 397382 w 458782"/>
              <a:gd name="connsiteY50" fmla="*/ 95525 h 341978"/>
              <a:gd name="connsiteX51" fmla="*/ 439413 w 458782"/>
              <a:gd name="connsiteY51" fmla="*/ 137555 h 341978"/>
              <a:gd name="connsiteX52" fmla="*/ 424129 w 458782"/>
              <a:gd name="connsiteY52" fmla="*/ 152839 h 34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782" h="341978">
                <a:moveTo>
                  <a:pt x="219707" y="59225"/>
                </a:moveTo>
                <a:lnTo>
                  <a:pt x="122271" y="189139"/>
                </a:lnTo>
                <a:lnTo>
                  <a:pt x="82151" y="139466"/>
                </a:lnTo>
                <a:lnTo>
                  <a:pt x="68778" y="152839"/>
                </a:lnTo>
                <a:lnTo>
                  <a:pt x="108898" y="204423"/>
                </a:lnTo>
                <a:cubicBezTo>
                  <a:pt x="112719" y="208244"/>
                  <a:pt x="116540" y="210154"/>
                  <a:pt x="122271" y="210154"/>
                </a:cubicBezTo>
                <a:lnTo>
                  <a:pt x="122271" y="210154"/>
                </a:lnTo>
                <a:cubicBezTo>
                  <a:pt x="128003" y="210154"/>
                  <a:pt x="131824" y="208244"/>
                  <a:pt x="135645" y="202512"/>
                </a:cubicBezTo>
                <a:lnTo>
                  <a:pt x="236901" y="70688"/>
                </a:lnTo>
                <a:lnTo>
                  <a:pt x="219707" y="59225"/>
                </a:lnTo>
                <a:close/>
                <a:moveTo>
                  <a:pt x="454697" y="124182"/>
                </a:moveTo>
                <a:lnTo>
                  <a:pt x="412666" y="80241"/>
                </a:lnTo>
                <a:lnTo>
                  <a:pt x="412666" y="80241"/>
                </a:lnTo>
                <a:cubicBezTo>
                  <a:pt x="406935" y="78330"/>
                  <a:pt x="403114" y="76420"/>
                  <a:pt x="399293" y="76420"/>
                </a:cubicBezTo>
                <a:cubicBezTo>
                  <a:pt x="393561" y="76420"/>
                  <a:pt x="387830" y="78330"/>
                  <a:pt x="384009" y="82151"/>
                </a:cubicBezTo>
                <a:lnTo>
                  <a:pt x="286574" y="179586"/>
                </a:lnTo>
                <a:lnTo>
                  <a:pt x="286574" y="19105"/>
                </a:lnTo>
                <a:cubicBezTo>
                  <a:pt x="286574" y="7642"/>
                  <a:pt x="278932" y="0"/>
                  <a:pt x="267469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202512" y="286574"/>
                </a:lnTo>
                <a:lnTo>
                  <a:pt x="192960" y="319052"/>
                </a:lnTo>
                <a:cubicBezTo>
                  <a:pt x="191049" y="328605"/>
                  <a:pt x="196781" y="340068"/>
                  <a:pt x="206333" y="341978"/>
                </a:cubicBezTo>
                <a:cubicBezTo>
                  <a:pt x="208244" y="341978"/>
                  <a:pt x="210154" y="341978"/>
                  <a:pt x="212065" y="341978"/>
                </a:cubicBezTo>
                <a:cubicBezTo>
                  <a:pt x="213975" y="341978"/>
                  <a:pt x="215886" y="341978"/>
                  <a:pt x="217796" y="341978"/>
                </a:cubicBezTo>
                <a:lnTo>
                  <a:pt x="275111" y="326694"/>
                </a:lnTo>
                <a:cubicBezTo>
                  <a:pt x="278932" y="324784"/>
                  <a:pt x="280842" y="324784"/>
                  <a:pt x="282753" y="320963"/>
                </a:cubicBezTo>
                <a:lnTo>
                  <a:pt x="452787" y="149018"/>
                </a:lnTo>
                <a:cubicBezTo>
                  <a:pt x="460429" y="143287"/>
                  <a:pt x="460429" y="131824"/>
                  <a:pt x="454697" y="124182"/>
                </a:cubicBezTo>
                <a:close/>
                <a:moveTo>
                  <a:pt x="238811" y="256006"/>
                </a:moveTo>
                <a:lnTo>
                  <a:pt x="370635" y="124182"/>
                </a:lnTo>
                <a:lnTo>
                  <a:pt x="410756" y="164302"/>
                </a:lnTo>
                <a:lnTo>
                  <a:pt x="278932" y="296126"/>
                </a:lnTo>
                <a:lnTo>
                  <a:pt x="238811" y="256006"/>
                </a:lnTo>
                <a:close/>
                <a:moveTo>
                  <a:pt x="19105" y="267469"/>
                </a:moveTo>
                <a:lnTo>
                  <a:pt x="19105" y="19105"/>
                </a:lnTo>
                <a:lnTo>
                  <a:pt x="267469" y="19105"/>
                </a:lnTo>
                <a:lnTo>
                  <a:pt x="267469" y="198691"/>
                </a:lnTo>
                <a:lnTo>
                  <a:pt x="213975" y="252185"/>
                </a:lnTo>
                <a:cubicBezTo>
                  <a:pt x="212065" y="254095"/>
                  <a:pt x="210154" y="257916"/>
                  <a:pt x="210154" y="259827"/>
                </a:cubicBezTo>
                <a:lnTo>
                  <a:pt x="208244" y="267469"/>
                </a:lnTo>
                <a:lnTo>
                  <a:pt x="19105" y="267469"/>
                </a:lnTo>
                <a:close/>
                <a:moveTo>
                  <a:pt x="212065" y="324784"/>
                </a:moveTo>
                <a:lnTo>
                  <a:pt x="227349" y="271290"/>
                </a:lnTo>
                <a:lnTo>
                  <a:pt x="265558" y="309500"/>
                </a:lnTo>
                <a:lnTo>
                  <a:pt x="212065" y="324784"/>
                </a:lnTo>
                <a:close/>
                <a:moveTo>
                  <a:pt x="424129" y="152839"/>
                </a:moveTo>
                <a:lnTo>
                  <a:pt x="382098" y="110809"/>
                </a:lnTo>
                <a:lnTo>
                  <a:pt x="397382" y="95525"/>
                </a:lnTo>
                <a:lnTo>
                  <a:pt x="439413" y="137555"/>
                </a:lnTo>
                <a:lnTo>
                  <a:pt x="424129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2" name="Graphic 109" descr="Honeycomb icon.">
            <a:extLst>
              <a:ext uri="{FF2B5EF4-FFF2-40B4-BE49-F238E27FC236}">
                <a16:creationId xmlns:a16="http://schemas.microsoft.com/office/drawing/2014/main" id="{825FF060-09F9-4960-AA89-EBEDB16DFC7C}"/>
              </a:ext>
            </a:extLst>
          </p:cNvPr>
          <p:cNvSpPr>
            <a:spLocks noChangeAspect="1"/>
          </p:cNvSpPr>
          <p:nvPr/>
        </p:nvSpPr>
        <p:spPr>
          <a:xfrm>
            <a:off x="8325502" y="3308407"/>
            <a:ext cx="445144" cy="420308"/>
          </a:xfrm>
          <a:custGeom>
            <a:avLst/>
            <a:gdLst>
              <a:gd name="connsiteX0" fmla="*/ 415532 w 445144"/>
              <a:gd name="connsiteY0" fmla="*/ 66867 h 420308"/>
              <a:gd name="connsiteX1" fmla="*/ 398338 w 445144"/>
              <a:gd name="connsiteY1" fmla="*/ 57315 h 420308"/>
              <a:gd name="connsiteX2" fmla="*/ 342933 w 445144"/>
              <a:gd name="connsiteY2" fmla="*/ 57315 h 420308"/>
              <a:gd name="connsiteX3" fmla="*/ 325739 w 445144"/>
              <a:gd name="connsiteY3" fmla="*/ 66867 h 420308"/>
              <a:gd name="connsiteX4" fmla="*/ 298992 w 445144"/>
              <a:gd name="connsiteY4" fmla="*/ 114630 h 420308"/>
              <a:gd name="connsiteX5" fmla="*/ 243588 w 445144"/>
              <a:gd name="connsiteY5" fmla="*/ 114630 h 420308"/>
              <a:gd name="connsiteX6" fmla="*/ 216841 w 445144"/>
              <a:gd name="connsiteY6" fmla="*/ 66867 h 420308"/>
              <a:gd name="connsiteX7" fmla="*/ 199646 w 445144"/>
              <a:gd name="connsiteY7" fmla="*/ 57315 h 420308"/>
              <a:gd name="connsiteX8" fmla="*/ 146153 w 445144"/>
              <a:gd name="connsiteY8" fmla="*/ 57315 h 420308"/>
              <a:gd name="connsiteX9" fmla="*/ 117495 w 445144"/>
              <a:gd name="connsiteY9" fmla="*/ 9552 h 420308"/>
              <a:gd name="connsiteX10" fmla="*/ 102211 w 445144"/>
              <a:gd name="connsiteY10" fmla="*/ 0 h 420308"/>
              <a:gd name="connsiteX11" fmla="*/ 46807 w 445144"/>
              <a:gd name="connsiteY11" fmla="*/ 0 h 420308"/>
              <a:gd name="connsiteX12" fmla="*/ 29613 w 445144"/>
              <a:gd name="connsiteY12" fmla="*/ 9552 h 420308"/>
              <a:gd name="connsiteX13" fmla="*/ 2866 w 445144"/>
              <a:gd name="connsiteY13" fmla="*/ 57315 h 420308"/>
              <a:gd name="connsiteX14" fmla="*/ 2866 w 445144"/>
              <a:gd name="connsiteY14" fmla="*/ 76420 h 420308"/>
              <a:gd name="connsiteX15" fmla="*/ 29613 w 445144"/>
              <a:gd name="connsiteY15" fmla="*/ 124182 h 420308"/>
              <a:gd name="connsiteX16" fmla="*/ 46807 w 445144"/>
              <a:gd name="connsiteY16" fmla="*/ 133734 h 420308"/>
              <a:gd name="connsiteX17" fmla="*/ 102211 w 445144"/>
              <a:gd name="connsiteY17" fmla="*/ 133734 h 420308"/>
              <a:gd name="connsiteX18" fmla="*/ 128958 w 445144"/>
              <a:gd name="connsiteY18" fmla="*/ 181497 h 420308"/>
              <a:gd name="connsiteX19" fmla="*/ 102211 w 445144"/>
              <a:gd name="connsiteY19" fmla="*/ 229259 h 420308"/>
              <a:gd name="connsiteX20" fmla="*/ 102211 w 445144"/>
              <a:gd name="connsiteY20" fmla="*/ 248364 h 420308"/>
              <a:gd name="connsiteX21" fmla="*/ 128958 w 445144"/>
              <a:gd name="connsiteY21" fmla="*/ 296126 h 420308"/>
              <a:gd name="connsiteX22" fmla="*/ 102211 w 445144"/>
              <a:gd name="connsiteY22" fmla="*/ 343889 h 420308"/>
              <a:gd name="connsiteX23" fmla="*/ 102211 w 445144"/>
              <a:gd name="connsiteY23" fmla="*/ 362993 h 420308"/>
              <a:gd name="connsiteX24" fmla="*/ 128958 w 445144"/>
              <a:gd name="connsiteY24" fmla="*/ 410756 h 420308"/>
              <a:gd name="connsiteX25" fmla="*/ 146153 w 445144"/>
              <a:gd name="connsiteY25" fmla="*/ 420308 h 420308"/>
              <a:gd name="connsiteX26" fmla="*/ 201557 w 445144"/>
              <a:gd name="connsiteY26" fmla="*/ 420308 h 420308"/>
              <a:gd name="connsiteX27" fmla="*/ 218751 w 445144"/>
              <a:gd name="connsiteY27" fmla="*/ 410756 h 420308"/>
              <a:gd name="connsiteX28" fmla="*/ 245498 w 445144"/>
              <a:gd name="connsiteY28" fmla="*/ 362993 h 420308"/>
              <a:gd name="connsiteX29" fmla="*/ 298992 w 445144"/>
              <a:gd name="connsiteY29" fmla="*/ 362993 h 420308"/>
              <a:gd name="connsiteX30" fmla="*/ 316186 w 445144"/>
              <a:gd name="connsiteY30" fmla="*/ 353441 h 420308"/>
              <a:gd name="connsiteX31" fmla="*/ 344844 w 445144"/>
              <a:gd name="connsiteY31" fmla="*/ 305679 h 420308"/>
              <a:gd name="connsiteX32" fmla="*/ 344844 w 445144"/>
              <a:gd name="connsiteY32" fmla="*/ 286574 h 420308"/>
              <a:gd name="connsiteX33" fmla="*/ 318097 w 445144"/>
              <a:gd name="connsiteY33" fmla="*/ 238811 h 420308"/>
              <a:gd name="connsiteX34" fmla="*/ 344844 w 445144"/>
              <a:gd name="connsiteY34" fmla="*/ 191049 h 420308"/>
              <a:gd name="connsiteX35" fmla="*/ 400248 w 445144"/>
              <a:gd name="connsiteY35" fmla="*/ 191049 h 420308"/>
              <a:gd name="connsiteX36" fmla="*/ 417442 w 445144"/>
              <a:gd name="connsiteY36" fmla="*/ 181497 h 420308"/>
              <a:gd name="connsiteX37" fmla="*/ 442279 w 445144"/>
              <a:gd name="connsiteY37" fmla="*/ 133734 h 420308"/>
              <a:gd name="connsiteX38" fmla="*/ 442279 w 445144"/>
              <a:gd name="connsiteY38" fmla="*/ 114630 h 420308"/>
              <a:gd name="connsiteX39" fmla="*/ 415532 w 445144"/>
              <a:gd name="connsiteY39" fmla="*/ 66867 h 420308"/>
              <a:gd name="connsiteX40" fmla="*/ 46807 w 445144"/>
              <a:gd name="connsiteY40" fmla="*/ 114630 h 420308"/>
              <a:gd name="connsiteX41" fmla="*/ 20060 w 445144"/>
              <a:gd name="connsiteY41" fmla="*/ 66867 h 420308"/>
              <a:gd name="connsiteX42" fmla="*/ 46807 w 445144"/>
              <a:gd name="connsiteY42" fmla="*/ 19105 h 420308"/>
              <a:gd name="connsiteX43" fmla="*/ 102211 w 445144"/>
              <a:gd name="connsiteY43" fmla="*/ 19105 h 420308"/>
              <a:gd name="connsiteX44" fmla="*/ 128958 w 445144"/>
              <a:gd name="connsiteY44" fmla="*/ 66867 h 420308"/>
              <a:gd name="connsiteX45" fmla="*/ 102211 w 445144"/>
              <a:gd name="connsiteY45" fmla="*/ 114630 h 420308"/>
              <a:gd name="connsiteX46" fmla="*/ 46807 w 445144"/>
              <a:gd name="connsiteY46" fmla="*/ 114630 h 420308"/>
              <a:gd name="connsiteX47" fmla="*/ 117495 w 445144"/>
              <a:gd name="connsiteY47" fmla="*/ 124182 h 420308"/>
              <a:gd name="connsiteX48" fmla="*/ 146153 w 445144"/>
              <a:gd name="connsiteY48" fmla="*/ 76420 h 420308"/>
              <a:gd name="connsiteX49" fmla="*/ 201557 w 445144"/>
              <a:gd name="connsiteY49" fmla="*/ 76420 h 420308"/>
              <a:gd name="connsiteX50" fmla="*/ 228304 w 445144"/>
              <a:gd name="connsiteY50" fmla="*/ 124182 h 420308"/>
              <a:gd name="connsiteX51" fmla="*/ 201557 w 445144"/>
              <a:gd name="connsiteY51" fmla="*/ 171944 h 420308"/>
              <a:gd name="connsiteX52" fmla="*/ 146153 w 445144"/>
              <a:gd name="connsiteY52" fmla="*/ 171944 h 420308"/>
              <a:gd name="connsiteX53" fmla="*/ 117495 w 445144"/>
              <a:gd name="connsiteY53" fmla="*/ 124182 h 420308"/>
              <a:gd name="connsiteX54" fmla="*/ 117495 w 445144"/>
              <a:gd name="connsiteY54" fmla="*/ 238811 h 420308"/>
              <a:gd name="connsiteX55" fmla="*/ 146153 w 445144"/>
              <a:gd name="connsiteY55" fmla="*/ 191049 h 420308"/>
              <a:gd name="connsiteX56" fmla="*/ 201557 w 445144"/>
              <a:gd name="connsiteY56" fmla="*/ 191049 h 420308"/>
              <a:gd name="connsiteX57" fmla="*/ 228304 w 445144"/>
              <a:gd name="connsiteY57" fmla="*/ 238811 h 420308"/>
              <a:gd name="connsiteX58" fmla="*/ 201557 w 445144"/>
              <a:gd name="connsiteY58" fmla="*/ 286574 h 420308"/>
              <a:gd name="connsiteX59" fmla="*/ 146153 w 445144"/>
              <a:gd name="connsiteY59" fmla="*/ 286574 h 420308"/>
              <a:gd name="connsiteX60" fmla="*/ 117495 w 445144"/>
              <a:gd name="connsiteY60" fmla="*/ 238811 h 420308"/>
              <a:gd name="connsiteX61" fmla="*/ 201557 w 445144"/>
              <a:gd name="connsiteY61" fmla="*/ 401203 h 420308"/>
              <a:gd name="connsiteX62" fmla="*/ 146153 w 445144"/>
              <a:gd name="connsiteY62" fmla="*/ 401203 h 420308"/>
              <a:gd name="connsiteX63" fmla="*/ 117495 w 445144"/>
              <a:gd name="connsiteY63" fmla="*/ 353441 h 420308"/>
              <a:gd name="connsiteX64" fmla="*/ 146153 w 445144"/>
              <a:gd name="connsiteY64" fmla="*/ 305679 h 420308"/>
              <a:gd name="connsiteX65" fmla="*/ 201557 w 445144"/>
              <a:gd name="connsiteY65" fmla="*/ 305679 h 420308"/>
              <a:gd name="connsiteX66" fmla="*/ 228304 w 445144"/>
              <a:gd name="connsiteY66" fmla="*/ 353441 h 420308"/>
              <a:gd name="connsiteX67" fmla="*/ 201557 w 445144"/>
              <a:gd name="connsiteY67" fmla="*/ 401203 h 420308"/>
              <a:gd name="connsiteX68" fmla="*/ 298992 w 445144"/>
              <a:gd name="connsiteY68" fmla="*/ 343889 h 420308"/>
              <a:gd name="connsiteX69" fmla="*/ 243588 w 445144"/>
              <a:gd name="connsiteY69" fmla="*/ 343889 h 420308"/>
              <a:gd name="connsiteX70" fmla="*/ 216841 w 445144"/>
              <a:gd name="connsiteY70" fmla="*/ 296126 h 420308"/>
              <a:gd name="connsiteX71" fmla="*/ 243588 w 445144"/>
              <a:gd name="connsiteY71" fmla="*/ 248364 h 420308"/>
              <a:gd name="connsiteX72" fmla="*/ 298992 w 445144"/>
              <a:gd name="connsiteY72" fmla="*/ 248364 h 420308"/>
              <a:gd name="connsiteX73" fmla="*/ 325739 w 445144"/>
              <a:gd name="connsiteY73" fmla="*/ 296126 h 420308"/>
              <a:gd name="connsiteX74" fmla="*/ 298992 w 445144"/>
              <a:gd name="connsiteY74" fmla="*/ 343889 h 420308"/>
              <a:gd name="connsiteX75" fmla="*/ 298992 w 445144"/>
              <a:gd name="connsiteY75" fmla="*/ 229259 h 420308"/>
              <a:gd name="connsiteX76" fmla="*/ 243588 w 445144"/>
              <a:gd name="connsiteY76" fmla="*/ 229259 h 420308"/>
              <a:gd name="connsiteX77" fmla="*/ 216841 w 445144"/>
              <a:gd name="connsiteY77" fmla="*/ 181497 h 420308"/>
              <a:gd name="connsiteX78" fmla="*/ 243588 w 445144"/>
              <a:gd name="connsiteY78" fmla="*/ 133734 h 420308"/>
              <a:gd name="connsiteX79" fmla="*/ 298992 w 445144"/>
              <a:gd name="connsiteY79" fmla="*/ 133734 h 420308"/>
              <a:gd name="connsiteX80" fmla="*/ 325739 w 445144"/>
              <a:gd name="connsiteY80" fmla="*/ 181497 h 420308"/>
              <a:gd name="connsiteX81" fmla="*/ 298992 w 445144"/>
              <a:gd name="connsiteY81" fmla="*/ 229259 h 420308"/>
              <a:gd name="connsiteX82" fmla="*/ 398338 w 445144"/>
              <a:gd name="connsiteY82" fmla="*/ 171944 h 420308"/>
              <a:gd name="connsiteX83" fmla="*/ 342933 w 445144"/>
              <a:gd name="connsiteY83" fmla="*/ 171944 h 420308"/>
              <a:gd name="connsiteX84" fmla="*/ 316186 w 445144"/>
              <a:gd name="connsiteY84" fmla="*/ 124182 h 420308"/>
              <a:gd name="connsiteX85" fmla="*/ 342933 w 445144"/>
              <a:gd name="connsiteY85" fmla="*/ 76420 h 420308"/>
              <a:gd name="connsiteX86" fmla="*/ 398338 w 445144"/>
              <a:gd name="connsiteY86" fmla="*/ 76420 h 420308"/>
              <a:gd name="connsiteX87" fmla="*/ 425084 w 445144"/>
              <a:gd name="connsiteY87" fmla="*/ 124182 h 420308"/>
              <a:gd name="connsiteX88" fmla="*/ 398338 w 445144"/>
              <a:gd name="connsiteY88" fmla="*/ 17194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45144" h="420308">
                <a:moveTo>
                  <a:pt x="415532" y="66867"/>
                </a:moveTo>
                <a:cubicBezTo>
                  <a:pt x="411711" y="61136"/>
                  <a:pt x="405980" y="57315"/>
                  <a:pt x="398338" y="57315"/>
                </a:cubicBezTo>
                <a:lnTo>
                  <a:pt x="342933" y="57315"/>
                </a:lnTo>
                <a:cubicBezTo>
                  <a:pt x="335291" y="57315"/>
                  <a:pt x="329560" y="61136"/>
                  <a:pt x="325739" y="66867"/>
                </a:cubicBezTo>
                <a:lnTo>
                  <a:pt x="298992" y="114630"/>
                </a:lnTo>
                <a:lnTo>
                  <a:pt x="243588" y="114630"/>
                </a:lnTo>
                <a:lnTo>
                  <a:pt x="216841" y="66867"/>
                </a:lnTo>
                <a:cubicBezTo>
                  <a:pt x="213020" y="61136"/>
                  <a:pt x="207288" y="57315"/>
                  <a:pt x="199646" y="57315"/>
                </a:cubicBezTo>
                <a:lnTo>
                  <a:pt x="146153" y="57315"/>
                </a:lnTo>
                <a:lnTo>
                  <a:pt x="117495" y="9552"/>
                </a:lnTo>
                <a:cubicBezTo>
                  <a:pt x="115585" y="3821"/>
                  <a:pt x="107943" y="0"/>
                  <a:pt x="102211" y="0"/>
                </a:cubicBezTo>
                <a:lnTo>
                  <a:pt x="46807" y="0"/>
                </a:lnTo>
                <a:cubicBezTo>
                  <a:pt x="39165" y="0"/>
                  <a:pt x="33434" y="3821"/>
                  <a:pt x="29613" y="9552"/>
                </a:cubicBezTo>
                <a:lnTo>
                  <a:pt x="2866" y="57315"/>
                </a:lnTo>
                <a:cubicBezTo>
                  <a:pt x="-955" y="63046"/>
                  <a:pt x="-955" y="70688"/>
                  <a:pt x="2866" y="76420"/>
                </a:cubicBezTo>
                <a:lnTo>
                  <a:pt x="29613" y="124182"/>
                </a:lnTo>
                <a:cubicBezTo>
                  <a:pt x="33434" y="129913"/>
                  <a:pt x="39165" y="133734"/>
                  <a:pt x="46807" y="133734"/>
                </a:cubicBezTo>
                <a:lnTo>
                  <a:pt x="102211" y="133734"/>
                </a:lnTo>
                <a:lnTo>
                  <a:pt x="128958" y="181497"/>
                </a:lnTo>
                <a:lnTo>
                  <a:pt x="102211" y="229259"/>
                </a:lnTo>
                <a:cubicBezTo>
                  <a:pt x="98390" y="234990"/>
                  <a:pt x="98390" y="242632"/>
                  <a:pt x="102211" y="248364"/>
                </a:cubicBezTo>
                <a:lnTo>
                  <a:pt x="128958" y="296126"/>
                </a:lnTo>
                <a:lnTo>
                  <a:pt x="102211" y="343889"/>
                </a:lnTo>
                <a:cubicBezTo>
                  <a:pt x="98390" y="349620"/>
                  <a:pt x="98390" y="357262"/>
                  <a:pt x="102211" y="362993"/>
                </a:cubicBezTo>
                <a:lnTo>
                  <a:pt x="128958" y="410756"/>
                </a:lnTo>
                <a:cubicBezTo>
                  <a:pt x="132779" y="416487"/>
                  <a:pt x="138511" y="420308"/>
                  <a:pt x="146153" y="420308"/>
                </a:cubicBezTo>
                <a:lnTo>
                  <a:pt x="201557" y="420308"/>
                </a:lnTo>
                <a:cubicBezTo>
                  <a:pt x="209199" y="420308"/>
                  <a:pt x="214930" y="416487"/>
                  <a:pt x="218751" y="410756"/>
                </a:cubicBezTo>
                <a:lnTo>
                  <a:pt x="245498" y="362993"/>
                </a:lnTo>
                <a:lnTo>
                  <a:pt x="298992" y="362993"/>
                </a:lnTo>
                <a:cubicBezTo>
                  <a:pt x="306634" y="362993"/>
                  <a:pt x="312365" y="359172"/>
                  <a:pt x="316186" y="353441"/>
                </a:cubicBezTo>
                <a:lnTo>
                  <a:pt x="344844" y="305679"/>
                </a:lnTo>
                <a:cubicBezTo>
                  <a:pt x="348665" y="299947"/>
                  <a:pt x="348665" y="292305"/>
                  <a:pt x="344844" y="286574"/>
                </a:cubicBezTo>
                <a:lnTo>
                  <a:pt x="318097" y="238811"/>
                </a:lnTo>
                <a:lnTo>
                  <a:pt x="344844" y="191049"/>
                </a:lnTo>
                <a:lnTo>
                  <a:pt x="400248" y="191049"/>
                </a:lnTo>
                <a:cubicBezTo>
                  <a:pt x="407890" y="191049"/>
                  <a:pt x="413621" y="187228"/>
                  <a:pt x="417442" y="181497"/>
                </a:cubicBezTo>
                <a:lnTo>
                  <a:pt x="442279" y="133734"/>
                </a:lnTo>
                <a:cubicBezTo>
                  <a:pt x="446100" y="128003"/>
                  <a:pt x="446100" y="120361"/>
                  <a:pt x="442279" y="114630"/>
                </a:cubicBezTo>
                <a:lnTo>
                  <a:pt x="415532" y="66867"/>
                </a:lnTo>
                <a:close/>
                <a:moveTo>
                  <a:pt x="46807" y="114630"/>
                </a:moveTo>
                <a:lnTo>
                  <a:pt x="20060" y="66867"/>
                </a:lnTo>
                <a:lnTo>
                  <a:pt x="46807" y="19105"/>
                </a:lnTo>
                <a:lnTo>
                  <a:pt x="102211" y="19105"/>
                </a:lnTo>
                <a:lnTo>
                  <a:pt x="128958" y="66867"/>
                </a:lnTo>
                <a:lnTo>
                  <a:pt x="102211" y="114630"/>
                </a:lnTo>
                <a:lnTo>
                  <a:pt x="46807" y="114630"/>
                </a:lnTo>
                <a:close/>
                <a:moveTo>
                  <a:pt x="117495" y="124182"/>
                </a:moveTo>
                <a:lnTo>
                  <a:pt x="146153" y="76420"/>
                </a:lnTo>
                <a:lnTo>
                  <a:pt x="201557" y="76420"/>
                </a:lnTo>
                <a:lnTo>
                  <a:pt x="228304" y="124182"/>
                </a:lnTo>
                <a:lnTo>
                  <a:pt x="201557" y="171944"/>
                </a:lnTo>
                <a:lnTo>
                  <a:pt x="146153" y="171944"/>
                </a:lnTo>
                <a:lnTo>
                  <a:pt x="117495" y="124182"/>
                </a:lnTo>
                <a:close/>
                <a:moveTo>
                  <a:pt x="117495" y="238811"/>
                </a:moveTo>
                <a:lnTo>
                  <a:pt x="146153" y="191049"/>
                </a:lnTo>
                <a:lnTo>
                  <a:pt x="201557" y="191049"/>
                </a:lnTo>
                <a:lnTo>
                  <a:pt x="228304" y="238811"/>
                </a:lnTo>
                <a:lnTo>
                  <a:pt x="201557" y="286574"/>
                </a:lnTo>
                <a:lnTo>
                  <a:pt x="146153" y="286574"/>
                </a:lnTo>
                <a:lnTo>
                  <a:pt x="117495" y="238811"/>
                </a:lnTo>
                <a:close/>
                <a:moveTo>
                  <a:pt x="201557" y="401203"/>
                </a:moveTo>
                <a:lnTo>
                  <a:pt x="146153" y="401203"/>
                </a:lnTo>
                <a:lnTo>
                  <a:pt x="117495" y="353441"/>
                </a:lnTo>
                <a:lnTo>
                  <a:pt x="146153" y="305679"/>
                </a:lnTo>
                <a:lnTo>
                  <a:pt x="201557" y="305679"/>
                </a:lnTo>
                <a:lnTo>
                  <a:pt x="228304" y="353441"/>
                </a:lnTo>
                <a:lnTo>
                  <a:pt x="201557" y="401203"/>
                </a:lnTo>
                <a:close/>
                <a:moveTo>
                  <a:pt x="298992" y="343889"/>
                </a:moveTo>
                <a:lnTo>
                  <a:pt x="243588" y="343889"/>
                </a:lnTo>
                <a:lnTo>
                  <a:pt x="216841" y="296126"/>
                </a:lnTo>
                <a:lnTo>
                  <a:pt x="243588" y="248364"/>
                </a:lnTo>
                <a:lnTo>
                  <a:pt x="298992" y="248364"/>
                </a:lnTo>
                <a:lnTo>
                  <a:pt x="325739" y="296126"/>
                </a:lnTo>
                <a:lnTo>
                  <a:pt x="298992" y="343889"/>
                </a:lnTo>
                <a:moveTo>
                  <a:pt x="298992" y="229259"/>
                </a:moveTo>
                <a:lnTo>
                  <a:pt x="243588" y="229259"/>
                </a:lnTo>
                <a:lnTo>
                  <a:pt x="216841" y="181497"/>
                </a:lnTo>
                <a:lnTo>
                  <a:pt x="243588" y="133734"/>
                </a:lnTo>
                <a:lnTo>
                  <a:pt x="298992" y="133734"/>
                </a:lnTo>
                <a:lnTo>
                  <a:pt x="325739" y="181497"/>
                </a:lnTo>
                <a:lnTo>
                  <a:pt x="298992" y="229259"/>
                </a:lnTo>
                <a:close/>
                <a:moveTo>
                  <a:pt x="398338" y="171944"/>
                </a:moveTo>
                <a:lnTo>
                  <a:pt x="342933" y="171944"/>
                </a:lnTo>
                <a:lnTo>
                  <a:pt x="316186" y="124182"/>
                </a:lnTo>
                <a:lnTo>
                  <a:pt x="342933" y="76420"/>
                </a:lnTo>
                <a:lnTo>
                  <a:pt x="398338" y="76420"/>
                </a:lnTo>
                <a:lnTo>
                  <a:pt x="425084" y="124182"/>
                </a:lnTo>
                <a:lnTo>
                  <a:pt x="398338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1" name="Graphic 148" descr="Maze icon.">
            <a:extLst>
              <a:ext uri="{FF2B5EF4-FFF2-40B4-BE49-F238E27FC236}">
                <a16:creationId xmlns:a16="http://schemas.microsoft.com/office/drawing/2014/main" id="{FB289377-7573-47AC-B48A-0298550AC0C5}"/>
              </a:ext>
            </a:extLst>
          </p:cNvPr>
          <p:cNvSpPr>
            <a:spLocks noChangeAspect="1"/>
          </p:cNvSpPr>
          <p:nvPr/>
        </p:nvSpPr>
        <p:spPr>
          <a:xfrm>
            <a:off x="9573949" y="3308407"/>
            <a:ext cx="420308" cy="420308"/>
          </a:xfrm>
          <a:custGeom>
            <a:avLst/>
            <a:gdLst>
              <a:gd name="connsiteX0" fmla="*/ 401203 w 420308"/>
              <a:gd name="connsiteY0" fmla="*/ 0 h 420308"/>
              <a:gd name="connsiteX1" fmla="*/ 95525 w 420308"/>
              <a:gd name="connsiteY1" fmla="*/ 0 h 420308"/>
              <a:gd name="connsiteX2" fmla="*/ 95525 w 420308"/>
              <a:gd name="connsiteY2" fmla="*/ 19105 h 420308"/>
              <a:gd name="connsiteX3" fmla="*/ 305679 w 420308"/>
              <a:gd name="connsiteY3" fmla="*/ 19105 h 420308"/>
              <a:gd name="connsiteX4" fmla="*/ 305679 w 420308"/>
              <a:gd name="connsiteY4" fmla="*/ 95525 h 420308"/>
              <a:gd name="connsiteX5" fmla="*/ 229259 w 420308"/>
              <a:gd name="connsiteY5" fmla="*/ 95525 h 420308"/>
              <a:gd name="connsiteX6" fmla="*/ 210154 w 420308"/>
              <a:gd name="connsiteY6" fmla="*/ 114630 h 420308"/>
              <a:gd name="connsiteX7" fmla="*/ 210154 w 420308"/>
              <a:gd name="connsiteY7" fmla="*/ 229259 h 420308"/>
              <a:gd name="connsiteX8" fmla="*/ 229259 w 420308"/>
              <a:gd name="connsiteY8" fmla="*/ 229259 h 420308"/>
              <a:gd name="connsiteX9" fmla="*/ 229259 w 420308"/>
              <a:gd name="connsiteY9" fmla="*/ 114630 h 420308"/>
              <a:gd name="connsiteX10" fmla="*/ 305679 w 420308"/>
              <a:gd name="connsiteY10" fmla="*/ 114630 h 420308"/>
              <a:gd name="connsiteX11" fmla="*/ 324784 w 420308"/>
              <a:gd name="connsiteY11" fmla="*/ 95525 h 420308"/>
              <a:gd name="connsiteX12" fmla="*/ 324784 w 420308"/>
              <a:gd name="connsiteY12" fmla="*/ 19105 h 420308"/>
              <a:gd name="connsiteX13" fmla="*/ 401203 w 420308"/>
              <a:gd name="connsiteY13" fmla="*/ 19105 h 420308"/>
              <a:gd name="connsiteX14" fmla="*/ 401203 w 420308"/>
              <a:gd name="connsiteY14" fmla="*/ 210154 h 420308"/>
              <a:gd name="connsiteX15" fmla="*/ 305679 w 420308"/>
              <a:gd name="connsiteY15" fmla="*/ 210154 h 420308"/>
              <a:gd name="connsiteX16" fmla="*/ 305679 w 420308"/>
              <a:gd name="connsiteY16" fmla="*/ 229259 h 420308"/>
              <a:gd name="connsiteX17" fmla="*/ 401203 w 420308"/>
              <a:gd name="connsiteY17" fmla="*/ 229259 h 420308"/>
              <a:gd name="connsiteX18" fmla="*/ 401203 w 420308"/>
              <a:gd name="connsiteY18" fmla="*/ 324784 h 420308"/>
              <a:gd name="connsiteX19" fmla="*/ 420308 w 420308"/>
              <a:gd name="connsiteY19" fmla="*/ 324784 h 420308"/>
              <a:gd name="connsiteX20" fmla="*/ 420308 w 420308"/>
              <a:gd name="connsiteY20" fmla="*/ 19105 h 420308"/>
              <a:gd name="connsiteX21" fmla="*/ 401203 w 420308"/>
              <a:gd name="connsiteY21" fmla="*/ 0 h 420308"/>
              <a:gd name="connsiteX22" fmla="*/ 324784 w 420308"/>
              <a:gd name="connsiteY22" fmla="*/ 305679 h 420308"/>
              <a:gd name="connsiteX23" fmla="*/ 305679 w 420308"/>
              <a:gd name="connsiteY23" fmla="*/ 305679 h 420308"/>
              <a:gd name="connsiteX24" fmla="*/ 305679 w 420308"/>
              <a:gd name="connsiteY24" fmla="*/ 401203 h 420308"/>
              <a:gd name="connsiteX25" fmla="*/ 19105 w 420308"/>
              <a:gd name="connsiteY25" fmla="*/ 401203 h 420308"/>
              <a:gd name="connsiteX26" fmla="*/ 19105 w 420308"/>
              <a:gd name="connsiteY26" fmla="*/ 0 h 420308"/>
              <a:gd name="connsiteX27" fmla="*/ 0 w 420308"/>
              <a:gd name="connsiteY27" fmla="*/ 0 h 420308"/>
              <a:gd name="connsiteX28" fmla="*/ 0 w 420308"/>
              <a:gd name="connsiteY28" fmla="*/ 401203 h 420308"/>
              <a:gd name="connsiteX29" fmla="*/ 19105 w 420308"/>
              <a:gd name="connsiteY29" fmla="*/ 420308 h 420308"/>
              <a:gd name="connsiteX30" fmla="*/ 420308 w 420308"/>
              <a:gd name="connsiteY30" fmla="*/ 420308 h 420308"/>
              <a:gd name="connsiteX31" fmla="*/ 420308 w 420308"/>
              <a:gd name="connsiteY31" fmla="*/ 401203 h 420308"/>
              <a:gd name="connsiteX32" fmla="*/ 324784 w 420308"/>
              <a:gd name="connsiteY32" fmla="*/ 401203 h 420308"/>
              <a:gd name="connsiteX33" fmla="*/ 324784 w 420308"/>
              <a:gd name="connsiteY33" fmla="*/ 305679 h 420308"/>
              <a:gd name="connsiteX34" fmla="*/ 114630 w 420308"/>
              <a:gd name="connsiteY34" fmla="*/ 324784 h 420308"/>
              <a:gd name="connsiteX35" fmla="*/ 229259 w 420308"/>
              <a:gd name="connsiteY35" fmla="*/ 324784 h 420308"/>
              <a:gd name="connsiteX36" fmla="*/ 229259 w 420308"/>
              <a:gd name="connsiteY36" fmla="*/ 305679 h 420308"/>
              <a:gd name="connsiteX37" fmla="*/ 114630 w 420308"/>
              <a:gd name="connsiteY37" fmla="*/ 305679 h 420308"/>
              <a:gd name="connsiteX38" fmla="*/ 114630 w 420308"/>
              <a:gd name="connsiteY38" fmla="*/ 95525 h 420308"/>
              <a:gd name="connsiteX39" fmla="*/ 95525 w 420308"/>
              <a:gd name="connsiteY39" fmla="*/ 95525 h 420308"/>
              <a:gd name="connsiteX40" fmla="*/ 95525 w 420308"/>
              <a:gd name="connsiteY40" fmla="*/ 305679 h 420308"/>
              <a:gd name="connsiteX41" fmla="*/ 114630 w 420308"/>
              <a:gd name="connsiteY41" fmla="*/ 32478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20308" h="420308">
                <a:moveTo>
                  <a:pt x="401203" y="0"/>
                </a:moveTo>
                <a:lnTo>
                  <a:pt x="95525" y="0"/>
                </a:lnTo>
                <a:lnTo>
                  <a:pt x="95525" y="19105"/>
                </a:lnTo>
                <a:lnTo>
                  <a:pt x="305679" y="19105"/>
                </a:lnTo>
                <a:lnTo>
                  <a:pt x="305679" y="95525"/>
                </a:lnTo>
                <a:lnTo>
                  <a:pt x="229259" y="95525"/>
                </a:lnTo>
                <a:cubicBezTo>
                  <a:pt x="217796" y="95525"/>
                  <a:pt x="210154" y="103167"/>
                  <a:pt x="210154" y="114630"/>
                </a:cubicBezTo>
                <a:lnTo>
                  <a:pt x="210154" y="229259"/>
                </a:lnTo>
                <a:lnTo>
                  <a:pt x="229259" y="229259"/>
                </a:lnTo>
                <a:lnTo>
                  <a:pt x="229259" y="114630"/>
                </a:lnTo>
                <a:lnTo>
                  <a:pt x="305679" y="114630"/>
                </a:lnTo>
                <a:cubicBezTo>
                  <a:pt x="317142" y="114630"/>
                  <a:pt x="324784" y="106988"/>
                  <a:pt x="324784" y="95525"/>
                </a:cubicBezTo>
                <a:lnTo>
                  <a:pt x="324784" y="19105"/>
                </a:lnTo>
                <a:lnTo>
                  <a:pt x="401203" y="19105"/>
                </a:lnTo>
                <a:lnTo>
                  <a:pt x="401203" y="210154"/>
                </a:lnTo>
                <a:lnTo>
                  <a:pt x="305679" y="210154"/>
                </a:lnTo>
                <a:lnTo>
                  <a:pt x="305679" y="229259"/>
                </a:lnTo>
                <a:lnTo>
                  <a:pt x="401203" y="229259"/>
                </a:lnTo>
                <a:lnTo>
                  <a:pt x="401203" y="324784"/>
                </a:lnTo>
                <a:lnTo>
                  <a:pt x="420308" y="324784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  <a:moveTo>
                  <a:pt x="324784" y="305679"/>
                </a:moveTo>
                <a:lnTo>
                  <a:pt x="305679" y="305679"/>
                </a:lnTo>
                <a:lnTo>
                  <a:pt x="305679" y="401203"/>
                </a:lnTo>
                <a:lnTo>
                  <a:pt x="19105" y="401203"/>
                </a:lnTo>
                <a:lnTo>
                  <a:pt x="19105" y="0"/>
                </a:lnTo>
                <a:lnTo>
                  <a:pt x="0" y="0"/>
                </a:ln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20308" y="420308"/>
                </a:lnTo>
                <a:lnTo>
                  <a:pt x="420308" y="401203"/>
                </a:lnTo>
                <a:lnTo>
                  <a:pt x="324784" y="401203"/>
                </a:lnTo>
                <a:lnTo>
                  <a:pt x="324784" y="305679"/>
                </a:lnTo>
                <a:close/>
                <a:moveTo>
                  <a:pt x="114630" y="324784"/>
                </a:moveTo>
                <a:lnTo>
                  <a:pt x="229259" y="324784"/>
                </a:lnTo>
                <a:lnTo>
                  <a:pt x="229259" y="305679"/>
                </a:lnTo>
                <a:lnTo>
                  <a:pt x="114630" y="305679"/>
                </a:lnTo>
                <a:lnTo>
                  <a:pt x="114630" y="95525"/>
                </a:lnTo>
                <a:lnTo>
                  <a:pt x="95525" y="95525"/>
                </a:lnTo>
                <a:lnTo>
                  <a:pt x="95525" y="305679"/>
                </a:lnTo>
                <a:cubicBezTo>
                  <a:pt x="95525" y="317142"/>
                  <a:pt x="103167" y="324784"/>
                  <a:pt x="114630" y="32478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Graphic 194" descr="Pyramid icon.">
            <a:extLst>
              <a:ext uri="{FF2B5EF4-FFF2-40B4-BE49-F238E27FC236}">
                <a16:creationId xmlns:a16="http://schemas.microsoft.com/office/drawing/2014/main" id="{651D22A7-6207-4050-88F7-507B86EDDC36}"/>
              </a:ext>
            </a:extLst>
          </p:cNvPr>
          <p:cNvSpPr>
            <a:spLocks noChangeAspect="1"/>
          </p:cNvSpPr>
          <p:nvPr/>
        </p:nvSpPr>
        <p:spPr>
          <a:xfrm>
            <a:off x="10754128" y="3347214"/>
            <a:ext cx="457085" cy="381501"/>
          </a:xfrm>
          <a:custGeom>
            <a:avLst/>
            <a:gdLst>
              <a:gd name="connsiteX0" fmla="*/ 455652 w 457085"/>
              <a:gd name="connsiteY0" fmla="*/ 352844 h 381501"/>
              <a:gd name="connsiteX1" fmla="*/ 245498 w 457085"/>
              <a:gd name="connsiteY1" fmla="*/ 8955 h 381501"/>
              <a:gd name="connsiteX2" fmla="*/ 218751 w 457085"/>
              <a:gd name="connsiteY2" fmla="*/ 3224 h 381501"/>
              <a:gd name="connsiteX3" fmla="*/ 213020 w 457085"/>
              <a:gd name="connsiteY3" fmla="*/ 8955 h 381501"/>
              <a:gd name="connsiteX4" fmla="*/ 2866 w 457085"/>
              <a:gd name="connsiteY4" fmla="*/ 352844 h 381501"/>
              <a:gd name="connsiteX5" fmla="*/ 2866 w 457085"/>
              <a:gd name="connsiteY5" fmla="*/ 371949 h 381501"/>
              <a:gd name="connsiteX6" fmla="*/ 18150 w 457085"/>
              <a:gd name="connsiteY6" fmla="*/ 381501 h 381501"/>
              <a:gd name="connsiteX7" fmla="*/ 438458 w 457085"/>
              <a:gd name="connsiteY7" fmla="*/ 381501 h 381501"/>
              <a:gd name="connsiteX8" fmla="*/ 455652 w 457085"/>
              <a:gd name="connsiteY8" fmla="*/ 371949 h 381501"/>
              <a:gd name="connsiteX9" fmla="*/ 455652 w 457085"/>
              <a:gd name="connsiteY9" fmla="*/ 352844 h 381501"/>
              <a:gd name="connsiteX10" fmla="*/ 356307 w 457085"/>
              <a:gd name="connsiteY10" fmla="*/ 228662 h 381501"/>
              <a:gd name="connsiteX11" fmla="*/ 100301 w 457085"/>
              <a:gd name="connsiteY11" fmla="*/ 228662 h 381501"/>
              <a:gd name="connsiteX12" fmla="*/ 157616 w 457085"/>
              <a:gd name="connsiteY12" fmla="*/ 133137 h 381501"/>
              <a:gd name="connsiteX13" fmla="*/ 297081 w 457085"/>
              <a:gd name="connsiteY13" fmla="*/ 133137 h 381501"/>
              <a:gd name="connsiteX14" fmla="*/ 356307 w 457085"/>
              <a:gd name="connsiteY14" fmla="*/ 228662 h 381501"/>
              <a:gd name="connsiteX15" fmla="*/ 228304 w 457085"/>
              <a:gd name="connsiteY15" fmla="*/ 18508 h 381501"/>
              <a:gd name="connsiteX16" fmla="*/ 287529 w 457085"/>
              <a:gd name="connsiteY16" fmla="*/ 114032 h 381501"/>
              <a:gd name="connsiteX17" fmla="*/ 170989 w 457085"/>
              <a:gd name="connsiteY17" fmla="*/ 114032 h 381501"/>
              <a:gd name="connsiteX18" fmla="*/ 228304 w 457085"/>
              <a:gd name="connsiteY18" fmla="*/ 18508 h 381501"/>
              <a:gd name="connsiteX19" fmla="*/ 438458 w 457085"/>
              <a:gd name="connsiteY19" fmla="*/ 371949 h 381501"/>
              <a:gd name="connsiteX20" fmla="*/ 438458 w 457085"/>
              <a:gd name="connsiteY20" fmla="*/ 362396 h 381501"/>
              <a:gd name="connsiteX21" fmla="*/ 18150 w 457085"/>
              <a:gd name="connsiteY21" fmla="*/ 362396 h 381501"/>
              <a:gd name="connsiteX22" fmla="*/ 88838 w 457085"/>
              <a:gd name="connsiteY22" fmla="*/ 247767 h 381501"/>
              <a:gd name="connsiteX23" fmla="*/ 369680 w 457085"/>
              <a:gd name="connsiteY23" fmla="*/ 247767 h 381501"/>
              <a:gd name="connsiteX24" fmla="*/ 440368 w 457085"/>
              <a:gd name="connsiteY24" fmla="*/ 362396 h 381501"/>
              <a:gd name="connsiteX25" fmla="*/ 440368 w 457085"/>
              <a:gd name="connsiteY25" fmla="*/ 371949 h 38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57085" h="381501">
                <a:moveTo>
                  <a:pt x="455652" y="352844"/>
                </a:moveTo>
                <a:lnTo>
                  <a:pt x="245498" y="8955"/>
                </a:lnTo>
                <a:cubicBezTo>
                  <a:pt x="239767" y="-597"/>
                  <a:pt x="228304" y="-2508"/>
                  <a:pt x="218751" y="3224"/>
                </a:cubicBezTo>
                <a:cubicBezTo>
                  <a:pt x="216841" y="5134"/>
                  <a:pt x="214930" y="7045"/>
                  <a:pt x="213020" y="8955"/>
                </a:cubicBezTo>
                <a:lnTo>
                  <a:pt x="2866" y="352844"/>
                </a:lnTo>
                <a:cubicBezTo>
                  <a:pt x="-955" y="358575"/>
                  <a:pt x="-955" y="366217"/>
                  <a:pt x="2866" y="371949"/>
                </a:cubicBezTo>
                <a:cubicBezTo>
                  <a:pt x="4776" y="377680"/>
                  <a:pt x="10508" y="381501"/>
                  <a:pt x="18150" y="381501"/>
                </a:cubicBezTo>
                <a:lnTo>
                  <a:pt x="438458" y="381501"/>
                </a:lnTo>
                <a:cubicBezTo>
                  <a:pt x="446100" y="381501"/>
                  <a:pt x="451831" y="377680"/>
                  <a:pt x="455652" y="371949"/>
                </a:cubicBezTo>
                <a:cubicBezTo>
                  <a:pt x="457563" y="366217"/>
                  <a:pt x="457563" y="358575"/>
                  <a:pt x="455652" y="352844"/>
                </a:cubicBezTo>
                <a:close/>
                <a:moveTo>
                  <a:pt x="356307" y="228662"/>
                </a:moveTo>
                <a:lnTo>
                  <a:pt x="100301" y="228662"/>
                </a:lnTo>
                <a:lnTo>
                  <a:pt x="157616" y="133137"/>
                </a:lnTo>
                <a:lnTo>
                  <a:pt x="297081" y="133137"/>
                </a:lnTo>
                <a:lnTo>
                  <a:pt x="356307" y="228662"/>
                </a:lnTo>
                <a:close/>
                <a:moveTo>
                  <a:pt x="228304" y="18508"/>
                </a:moveTo>
                <a:lnTo>
                  <a:pt x="287529" y="114032"/>
                </a:lnTo>
                <a:lnTo>
                  <a:pt x="170989" y="114032"/>
                </a:lnTo>
                <a:lnTo>
                  <a:pt x="228304" y="18508"/>
                </a:lnTo>
                <a:close/>
                <a:moveTo>
                  <a:pt x="438458" y="371949"/>
                </a:moveTo>
                <a:lnTo>
                  <a:pt x="438458" y="362396"/>
                </a:lnTo>
                <a:lnTo>
                  <a:pt x="18150" y="362396"/>
                </a:lnTo>
                <a:lnTo>
                  <a:pt x="88838" y="247767"/>
                </a:lnTo>
                <a:lnTo>
                  <a:pt x="369680" y="247767"/>
                </a:lnTo>
                <a:lnTo>
                  <a:pt x="440368" y="362396"/>
                </a:lnTo>
                <a:lnTo>
                  <a:pt x="440368" y="3719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11" descr="Job alerts icon.">
            <a:extLst>
              <a:ext uri="{FF2B5EF4-FFF2-40B4-BE49-F238E27FC236}">
                <a16:creationId xmlns:a16="http://schemas.microsoft.com/office/drawing/2014/main" id="{6FFCD96D-DD58-49A5-9588-225C75EB1FFB}"/>
              </a:ext>
            </a:extLst>
          </p:cNvPr>
          <p:cNvSpPr>
            <a:spLocks noChangeAspect="1"/>
          </p:cNvSpPr>
          <p:nvPr/>
        </p:nvSpPr>
        <p:spPr>
          <a:xfrm>
            <a:off x="960890" y="4255809"/>
            <a:ext cx="420308" cy="420308"/>
          </a:xfrm>
          <a:custGeom>
            <a:avLst/>
            <a:gdLst>
              <a:gd name="connsiteX0" fmla="*/ 0 w 420308"/>
              <a:gd name="connsiteY0" fmla="*/ 362993 h 420308"/>
              <a:gd name="connsiteX1" fmla="*/ 19105 w 420308"/>
              <a:gd name="connsiteY1" fmla="*/ 382098 h 420308"/>
              <a:gd name="connsiteX2" fmla="*/ 210154 w 420308"/>
              <a:gd name="connsiteY2" fmla="*/ 382098 h 420308"/>
              <a:gd name="connsiteX3" fmla="*/ 200602 w 420308"/>
              <a:gd name="connsiteY3" fmla="*/ 362993 h 420308"/>
              <a:gd name="connsiteX4" fmla="*/ 19105 w 420308"/>
              <a:gd name="connsiteY4" fmla="*/ 362993 h 420308"/>
              <a:gd name="connsiteX5" fmla="*/ 19105 w 420308"/>
              <a:gd name="connsiteY5" fmla="*/ 76420 h 420308"/>
              <a:gd name="connsiteX6" fmla="*/ 401203 w 420308"/>
              <a:gd name="connsiteY6" fmla="*/ 76420 h 420308"/>
              <a:gd name="connsiteX7" fmla="*/ 401203 w 420308"/>
              <a:gd name="connsiteY7" fmla="*/ 225438 h 420308"/>
              <a:gd name="connsiteX8" fmla="*/ 420308 w 420308"/>
              <a:gd name="connsiteY8" fmla="*/ 248364 h 420308"/>
              <a:gd name="connsiteX9" fmla="*/ 420308 w 420308"/>
              <a:gd name="connsiteY9" fmla="*/ 76420 h 420308"/>
              <a:gd name="connsiteX10" fmla="*/ 401203 w 420308"/>
              <a:gd name="connsiteY10" fmla="*/ 57315 h 420308"/>
              <a:gd name="connsiteX11" fmla="*/ 286574 w 420308"/>
              <a:gd name="connsiteY11" fmla="*/ 57315 h 420308"/>
              <a:gd name="connsiteX12" fmla="*/ 286574 w 420308"/>
              <a:gd name="connsiteY12" fmla="*/ 19105 h 420308"/>
              <a:gd name="connsiteX13" fmla="*/ 267469 w 420308"/>
              <a:gd name="connsiteY13" fmla="*/ 0 h 420308"/>
              <a:gd name="connsiteX14" fmla="*/ 152839 w 420308"/>
              <a:gd name="connsiteY14" fmla="*/ 0 h 420308"/>
              <a:gd name="connsiteX15" fmla="*/ 133734 w 420308"/>
              <a:gd name="connsiteY15" fmla="*/ 19105 h 420308"/>
              <a:gd name="connsiteX16" fmla="*/ 133734 w 420308"/>
              <a:gd name="connsiteY16" fmla="*/ 57315 h 420308"/>
              <a:gd name="connsiteX17" fmla="*/ 19105 w 420308"/>
              <a:gd name="connsiteY17" fmla="*/ 57315 h 420308"/>
              <a:gd name="connsiteX18" fmla="*/ 0 w 420308"/>
              <a:gd name="connsiteY18" fmla="*/ 76420 h 420308"/>
              <a:gd name="connsiteX19" fmla="*/ 0 w 420308"/>
              <a:gd name="connsiteY19" fmla="*/ 362993 h 420308"/>
              <a:gd name="connsiteX20" fmla="*/ 152839 w 420308"/>
              <a:gd name="connsiteY20" fmla="*/ 19105 h 420308"/>
              <a:gd name="connsiteX21" fmla="*/ 267469 w 420308"/>
              <a:gd name="connsiteY21" fmla="*/ 19105 h 420308"/>
              <a:gd name="connsiteX22" fmla="*/ 267469 w 420308"/>
              <a:gd name="connsiteY22" fmla="*/ 57315 h 420308"/>
              <a:gd name="connsiteX23" fmla="*/ 152839 w 420308"/>
              <a:gd name="connsiteY23" fmla="*/ 57315 h 420308"/>
              <a:gd name="connsiteX24" fmla="*/ 152839 w 420308"/>
              <a:gd name="connsiteY24" fmla="*/ 19105 h 420308"/>
              <a:gd name="connsiteX25" fmla="*/ 343889 w 420308"/>
              <a:gd name="connsiteY25" fmla="*/ 307589 h 420308"/>
              <a:gd name="connsiteX26" fmla="*/ 343889 w 420308"/>
              <a:gd name="connsiteY26" fmla="*/ 296126 h 420308"/>
              <a:gd name="connsiteX27" fmla="*/ 315231 w 420308"/>
              <a:gd name="connsiteY27" fmla="*/ 267469 h 420308"/>
              <a:gd name="connsiteX28" fmla="*/ 286574 w 420308"/>
              <a:gd name="connsiteY28" fmla="*/ 296126 h 420308"/>
              <a:gd name="connsiteX29" fmla="*/ 286574 w 420308"/>
              <a:gd name="connsiteY29" fmla="*/ 307589 h 420308"/>
              <a:gd name="connsiteX30" fmla="*/ 273200 w 420308"/>
              <a:gd name="connsiteY30" fmla="*/ 326694 h 420308"/>
              <a:gd name="connsiteX31" fmla="*/ 267469 w 420308"/>
              <a:gd name="connsiteY31" fmla="*/ 328605 h 420308"/>
              <a:gd name="connsiteX32" fmla="*/ 267469 w 420308"/>
              <a:gd name="connsiteY32" fmla="*/ 334336 h 420308"/>
              <a:gd name="connsiteX33" fmla="*/ 362993 w 420308"/>
              <a:gd name="connsiteY33" fmla="*/ 334336 h 420308"/>
              <a:gd name="connsiteX34" fmla="*/ 362993 w 420308"/>
              <a:gd name="connsiteY34" fmla="*/ 328605 h 420308"/>
              <a:gd name="connsiteX35" fmla="*/ 357262 w 420308"/>
              <a:gd name="connsiteY35" fmla="*/ 326694 h 420308"/>
              <a:gd name="connsiteX36" fmla="*/ 343889 w 420308"/>
              <a:gd name="connsiteY36" fmla="*/ 307589 h 420308"/>
              <a:gd name="connsiteX37" fmla="*/ 315231 w 420308"/>
              <a:gd name="connsiteY37" fmla="*/ 210154 h 420308"/>
              <a:gd name="connsiteX38" fmla="*/ 210154 w 420308"/>
              <a:gd name="connsiteY38" fmla="*/ 315231 h 420308"/>
              <a:gd name="connsiteX39" fmla="*/ 315231 w 420308"/>
              <a:gd name="connsiteY39" fmla="*/ 420308 h 420308"/>
              <a:gd name="connsiteX40" fmla="*/ 420308 w 420308"/>
              <a:gd name="connsiteY40" fmla="*/ 315231 h 420308"/>
              <a:gd name="connsiteX41" fmla="*/ 315231 w 420308"/>
              <a:gd name="connsiteY41" fmla="*/ 210154 h 420308"/>
              <a:gd name="connsiteX42" fmla="*/ 382098 w 420308"/>
              <a:gd name="connsiteY42" fmla="*/ 334336 h 420308"/>
              <a:gd name="connsiteX43" fmla="*/ 362993 w 420308"/>
              <a:gd name="connsiteY43" fmla="*/ 353441 h 420308"/>
              <a:gd name="connsiteX44" fmla="*/ 343889 w 420308"/>
              <a:gd name="connsiteY44" fmla="*/ 353441 h 420308"/>
              <a:gd name="connsiteX45" fmla="*/ 315231 w 420308"/>
              <a:gd name="connsiteY45" fmla="*/ 382098 h 420308"/>
              <a:gd name="connsiteX46" fmla="*/ 286574 w 420308"/>
              <a:gd name="connsiteY46" fmla="*/ 353441 h 420308"/>
              <a:gd name="connsiteX47" fmla="*/ 267469 w 420308"/>
              <a:gd name="connsiteY47" fmla="*/ 353441 h 420308"/>
              <a:gd name="connsiteX48" fmla="*/ 248364 w 420308"/>
              <a:gd name="connsiteY48" fmla="*/ 334336 h 420308"/>
              <a:gd name="connsiteX49" fmla="*/ 248364 w 420308"/>
              <a:gd name="connsiteY49" fmla="*/ 324784 h 420308"/>
              <a:gd name="connsiteX50" fmla="*/ 267469 w 420308"/>
              <a:gd name="connsiteY50" fmla="*/ 307589 h 420308"/>
              <a:gd name="connsiteX51" fmla="*/ 267469 w 420308"/>
              <a:gd name="connsiteY51" fmla="*/ 296126 h 420308"/>
              <a:gd name="connsiteX52" fmla="*/ 305679 w 420308"/>
              <a:gd name="connsiteY52" fmla="*/ 250274 h 420308"/>
              <a:gd name="connsiteX53" fmla="*/ 305679 w 420308"/>
              <a:gd name="connsiteY53" fmla="*/ 238811 h 420308"/>
              <a:gd name="connsiteX54" fmla="*/ 324784 w 420308"/>
              <a:gd name="connsiteY54" fmla="*/ 238811 h 420308"/>
              <a:gd name="connsiteX55" fmla="*/ 324784 w 420308"/>
              <a:gd name="connsiteY55" fmla="*/ 250274 h 420308"/>
              <a:gd name="connsiteX56" fmla="*/ 362993 w 420308"/>
              <a:gd name="connsiteY56" fmla="*/ 296126 h 420308"/>
              <a:gd name="connsiteX57" fmla="*/ 362993 w 420308"/>
              <a:gd name="connsiteY57" fmla="*/ 307589 h 420308"/>
              <a:gd name="connsiteX58" fmla="*/ 362993 w 420308"/>
              <a:gd name="connsiteY58" fmla="*/ 307589 h 420308"/>
              <a:gd name="connsiteX59" fmla="*/ 382098 w 420308"/>
              <a:gd name="connsiteY59" fmla="*/ 324784 h 420308"/>
              <a:gd name="connsiteX60" fmla="*/ 382098 w 420308"/>
              <a:gd name="connsiteY60" fmla="*/ 334336 h 420308"/>
              <a:gd name="connsiteX61" fmla="*/ 315231 w 420308"/>
              <a:gd name="connsiteY61" fmla="*/ 362993 h 420308"/>
              <a:gd name="connsiteX62" fmla="*/ 324784 w 420308"/>
              <a:gd name="connsiteY62" fmla="*/ 353441 h 420308"/>
              <a:gd name="connsiteX63" fmla="*/ 305679 w 420308"/>
              <a:gd name="connsiteY63" fmla="*/ 353441 h 420308"/>
              <a:gd name="connsiteX64" fmla="*/ 315231 w 420308"/>
              <a:gd name="connsiteY64" fmla="*/ 36299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20308" h="420308">
                <a:moveTo>
                  <a:pt x="0" y="362993"/>
                </a:moveTo>
                <a:cubicBezTo>
                  <a:pt x="0" y="374456"/>
                  <a:pt x="7642" y="382098"/>
                  <a:pt x="19105" y="382098"/>
                </a:cubicBezTo>
                <a:lnTo>
                  <a:pt x="210154" y="382098"/>
                </a:lnTo>
                <a:cubicBezTo>
                  <a:pt x="206333" y="376367"/>
                  <a:pt x="202512" y="368725"/>
                  <a:pt x="200602" y="362993"/>
                </a:cubicBezTo>
                <a:lnTo>
                  <a:pt x="19105" y="362993"/>
                </a:lnTo>
                <a:lnTo>
                  <a:pt x="19105" y="76420"/>
                </a:lnTo>
                <a:lnTo>
                  <a:pt x="401203" y="76420"/>
                </a:lnTo>
                <a:lnTo>
                  <a:pt x="401203" y="225438"/>
                </a:lnTo>
                <a:cubicBezTo>
                  <a:pt x="408845" y="233080"/>
                  <a:pt x="414577" y="240722"/>
                  <a:pt x="420308" y="248364"/>
                </a:cubicBezTo>
                <a:lnTo>
                  <a:pt x="420308" y="76420"/>
                </a:lnTo>
                <a:cubicBezTo>
                  <a:pt x="420308" y="64957"/>
                  <a:pt x="412666" y="57315"/>
                  <a:pt x="401203" y="57315"/>
                </a:cubicBezTo>
                <a:lnTo>
                  <a:pt x="286574" y="57315"/>
                </a:lnTo>
                <a:lnTo>
                  <a:pt x="286574" y="19105"/>
                </a:lnTo>
                <a:cubicBezTo>
                  <a:pt x="286574" y="7642"/>
                  <a:pt x="278932" y="0"/>
                  <a:pt x="267469" y="0"/>
                </a:cubicBezTo>
                <a:lnTo>
                  <a:pt x="152839" y="0"/>
                </a:lnTo>
                <a:cubicBezTo>
                  <a:pt x="141376" y="0"/>
                  <a:pt x="133734" y="7642"/>
                  <a:pt x="133734" y="19105"/>
                </a:cubicBezTo>
                <a:lnTo>
                  <a:pt x="133734" y="57315"/>
                </a:lnTo>
                <a:lnTo>
                  <a:pt x="19105" y="57315"/>
                </a:lnTo>
                <a:cubicBezTo>
                  <a:pt x="7642" y="57315"/>
                  <a:pt x="0" y="64957"/>
                  <a:pt x="0" y="76420"/>
                </a:cubicBezTo>
                <a:lnTo>
                  <a:pt x="0" y="362993"/>
                </a:lnTo>
                <a:close/>
                <a:moveTo>
                  <a:pt x="152839" y="19105"/>
                </a:moveTo>
                <a:lnTo>
                  <a:pt x="267469" y="19105"/>
                </a:lnTo>
                <a:lnTo>
                  <a:pt x="267469" y="57315"/>
                </a:lnTo>
                <a:lnTo>
                  <a:pt x="152839" y="57315"/>
                </a:lnTo>
                <a:lnTo>
                  <a:pt x="152839" y="19105"/>
                </a:lnTo>
                <a:close/>
                <a:moveTo>
                  <a:pt x="343889" y="307589"/>
                </a:moveTo>
                <a:lnTo>
                  <a:pt x="343889" y="296126"/>
                </a:lnTo>
                <a:cubicBezTo>
                  <a:pt x="343889" y="280842"/>
                  <a:pt x="330515" y="267469"/>
                  <a:pt x="315231" y="267469"/>
                </a:cubicBezTo>
                <a:cubicBezTo>
                  <a:pt x="299947" y="267469"/>
                  <a:pt x="286574" y="280842"/>
                  <a:pt x="286574" y="296126"/>
                </a:cubicBezTo>
                <a:lnTo>
                  <a:pt x="286574" y="307589"/>
                </a:lnTo>
                <a:cubicBezTo>
                  <a:pt x="286574" y="315231"/>
                  <a:pt x="280842" y="322873"/>
                  <a:pt x="273200" y="326694"/>
                </a:cubicBezTo>
                <a:lnTo>
                  <a:pt x="267469" y="328605"/>
                </a:lnTo>
                <a:lnTo>
                  <a:pt x="267469" y="334336"/>
                </a:lnTo>
                <a:lnTo>
                  <a:pt x="362993" y="334336"/>
                </a:lnTo>
                <a:lnTo>
                  <a:pt x="362993" y="328605"/>
                </a:lnTo>
                <a:lnTo>
                  <a:pt x="357262" y="326694"/>
                </a:lnTo>
                <a:cubicBezTo>
                  <a:pt x="349620" y="322873"/>
                  <a:pt x="343889" y="317142"/>
                  <a:pt x="343889" y="307589"/>
                </a:cubicBezTo>
                <a:close/>
                <a:moveTo>
                  <a:pt x="315231" y="210154"/>
                </a:moveTo>
                <a:cubicBezTo>
                  <a:pt x="257916" y="210154"/>
                  <a:pt x="210154" y="257916"/>
                  <a:pt x="210154" y="315231"/>
                </a:cubicBezTo>
                <a:cubicBezTo>
                  <a:pt x="210154" y="372546"/>
                  <a:pt x="257916" y="420308"/>
                  <a:pt x="315231" y="420308"/>
                </a:cubicBezTo>
                <a:cubicBezTo>
                  <a:pt x="372546" y="420308"/>
                  <a:pt x="420308" y="372546"/>
                  <a:pt x="420308" y="315231"/>
                </a:cubicBezTo>
                <a:cubicBezTo>
                  <a:pt x="420308" y="257916"/>
                  <a:pt x="372546" y="210154"/>
                  <a:pt x="315231" y="210154"/>
                </a:cubicBezTo>
                <a:close/>
                <a:moveTo>
                  <a:pt x="382098" y="334336"/>
                </a:moveTo>
                <a:cubicBezTo>
                  <a:pt x="382098" y="345799"/>
                  <a:pt x="374456" y="353441"/>
                  <a:pt x="362993" y="353441"/>
                </a:cubicBezTo>
                <a:lnTo>
                  <a:pt x="343889" y="353441"/>
                </a:lnTo>
                <a:cubicBezTo>
                  <a:pt x="343889" y="368725"/>
                  <a:pt x="330515" y="382098"/>
                  <a:pt x="315231" y="382098"/>
                </a:cubicBezTo>
                <a:cubicBezTo>
                  <a:pt x="299947" y="382098"/>
                  <a:pt x="286574" y="368725"/>
                  <a:pt x="286574" y="353441"/>
                </a:cubicBezTo>
                <a:lnTo>
                  <a:pt x="267469" y="353441"/>
                </a:lnTo>
                <a:cubicBezTo>
                  <a:pt x="256006" y="353441"/>
                  <a:pt x="248364" y="345799"/>
                  <a:pt x="248364" y="334336"/>
                </a:cubicBezTo>
                <a:lnTo>
                  <a:pt x="248364" y="324784"/>
                </a:lnTo>
                <a:cubicBezTo>
                  <a:pt x="248364" y="313321"/>
                  <a:pt x="261737" y="309500"/>
                  <a:pt x="267469" y="307589"/>
                </a:cubicBezTo>
                <a:lnTo>
                  <a:pt x="267469" y="296126"/>
                </a:lnTo>
                <a:cubicBezTo>
                  <a:pt x="267469" y="273200"/>
                  <a:pt x="282753" y="254095"/>
                  <a:pt x="305679" y="250274"/>
                </a:cubicBezTo>
                <a:lnTo>
                  <a:pt x="305679" y="238811"/>
                </a:lnTo>
                <a:lnTo>
                  <a:pt x="324784" y="238811"/>
                </a:lnTo>
                <a:lnTo>
                  <a:pt x="324784" y="250274"/>
                </a:lnTo>
                <a:cubicBezTo>
                  <a:pt x="347710" y="254095"/>
                  <a:pt x="362993" y="275111"/>
                  <a:pt x="362993" y="296126"/>
                </a:cubicBezTo>
                <a:lnTo>
                  <a:pt x="362993" y="307589"/>
                </a:lnTo>
                <a:lnTo>
                  <a:pt x="362993" y="307589"/>
                </a:lnTo>
                <a:cubicBezTo>
                  <a:pt x="368725" y="309500"/>
                  <a:pt x="382098" y="313321"/>
                  <a:pt x="382098" y="324784"/>
                </a:cubicBezTo>
                <a:lnTo>
                  <a:pt x="382098" y="334336"/>
                </a:lnTo>
                <a:close/>
                <a:moveTo>
                  <a:pt x="315231" y="362993"/>
                </a:moveTo>
                <a:cubicBezTo>
                  <a:pt x="320963" y="362993"/>
                  <a:pt x="324784" y="359172"/>
                  <a:pt x="324784" y="353441"/>
                </a:cubicBezTo>
                <a:lnTo>
                  <a:pt x="305679" y="353441"/>
                </a:lnTo>
                <a:cubicBezTo>
                  <a:pt x="305679" y="359172"/>
                  <a:pt x="309500" y="362993"/>
                  <a:pt x="315231" y="36299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12" descr="Learn more icon.">
            <a:extLst>
              <a:ext uri="{FF2B5EF4-FFF2-40B4-BE49-F238E27FC236}">
                <a16:creationId xmlns:a16="http://schemas.microsoft.com/office/drawing/2014/main" id="{2915C673-1563-4DDB-AD86-6DA212F5A7AE}"/>
              </a:ext>
            </a:extLst>
          </p:cNvPr>
          <p:cNvSpPr>
            <a:spLocks noChangeAspect="1"/>
          </p:cNvSpPr>
          <p:nvPr/>
        </p:nvSpPr>
        <p:spPr>
          <a:xfrm>
            <a:off x="2224713" y="4217661"/>
            <a:ext cx="343085" cy="458456"/>
          </a:xfrm>
          <a:custGeom>
            <a:avLst/>
            <a:gdLst>
              <a:gd name="connsiteX0" fmla="*/ 286389 w 343085"/>
              <a:gd name="connsiteY0" fmla="*/ 43719 h 458456"/>
              <a:gd name="connsiteX1" fmla="*/ 43756 w 343085"/>
              <a:gd name="connsiteY1" fmla="*/ 57093 h 458456"/>
              <a:gd name="connsiteX2" fmla="*/ 1726 w 343085"/>
              <a:gd name="connsiteY2" fmla="*/ 146886 h 458456"/>
              <a:gd name="connsiteX3" fmla="*/ 81966 w 343085"/>
              <a:gd name="connsiteY3" fmla="*/ 316920 h 458456"/>
              <a:gd name="connsiteX4" fmla="*/ 95340 w 343085"/>
              <a:gd name="connsiteY4" fmla="*/ 341756 h 458456"/>
              <a:gd name="connsiteX5" fmla="*/ 95340 w 343085"/>
              <a:gd name="connsiteY5" fmla="*/ 400981 h 458456"/>
              <a:gd name="connsiteX6" fmla="*/ 114445 w 343085"/>
              <a:gd name="connsiteY6" fmla="*/ 420086 h 458456"/>
              <a:gd name="connsiteX7" fmla="*/ 171759 w 343085"/>
              <a:gd name="connsiteY7" fmla="*/ 458296 h 458456"/>
              <a:gd name="connsiteX8" fmla="*/ 230985 w 343085"/>
              <a:gd name="connsiteY8" fmla="*/ 420086 h 458456"/>
              <a:gd name="connsiteX9" fmla="*/ 248179 w 343085"/>
              <a:gd name="connsiteY9" fmla="*/ 400981 h 458456"/>
              <a:gd name="connsiteX10" fmla="*/ 248179 w 343085"/>
              <a:gd name="connsiteY10" fmla="*/ 341756 h 458456"/>
              <a:gd name="connsiteX11" fmla="*/ 261553 w 343085"/>
              <a:gd name="connsiteY11" fmla="*/ 316920 h 458456"/>
              <a:gd name="connsiteX12" fmla="*/ 318867 w 343085"/>
              <a:gd name="connsiteY12" fmla="*/ 81929 h 458456"/>
              <a:gd name="connsiteX13" fmla="*/ 286389 w 343085"/>
              <a:gd name="connsiteY13" fmla="*/ 43719 h 458456"/>
              <a:gd name="connsiteX14" fmla="*/ 229074 w 343085"/>
              <a:gd name="connsiteY14" fmla="*/ 362772 h 458456"/>
              <a:gd name="connsiteX15" fmla="*/ 114445 w 343085"/>
              <a:gd name="connsiteY15" fmla="*/ 362772 h 458456"/>
              <a:gd name="connsiteX16" fmla="*/ 114445 w 343085"/>
              <a:gd name="connsiteY16" fmla="*/ 343667 h 458456"/>
              <a:gd name="connsiteX17" fmla="*/ 229074 w 343085"/>
              <a:gd name="connsiteY17" fmla="*/ 343667 h 458456"/>
              <a:gd name="connsiteX18" fmla="*/ 229074 w 343085"/>
              <a:gd name="connsiteY18" fmla="*/ 362772 h 458456"/>
              <a:gd name="connsiteX19" fmla="*/ 229074 w 343085"/>
              <a:gd name="connsiteY19" fmla="*/ 381876 h 458456"/>
              <a:gd name="connsiteX20" fmla="*/ 229074 w 343085"/>
              <a:gd name="connsiteY20" fmla="*/ 400981 h 458456"/>
              <a:gd name="connsiteX21" fmla="*/ 114445 w 343085"/>
              <a:gd name="connsiteY21" fmla="*/ 400981 h 458456"/>
              <a:gd name="connsiteX22" fmla="*/ 114445 w 343085"/>
              <a:gd name="connsiteY22" fmla="*/ 381876 h 458456"/>
              <a:gd name="connsiteX23" fmla="*/ 229074 w 343085"/>
              <a:gd name="connsiteY23" fmla="*/ 381876 h 458456"/>
              <a:gd name="connsiteX24" fmla="*/ 171759 w 343085"/>
              <a:gd name="connsiteY24" fmla="*/ 435370 h 458456"/>
              <a:gd name="connsiteX25" fmla="*/ 137371 w 343085"/>
              <a:gd name="connsiteY25" fmla="*/ 420086 h 458456"/>
              <a:gd name="connsiteX26" fmla="*/ 208059 w 343085"/>
              <a:gd name="connsiteY26" fmla="*/ 420086 h 458456"/>
              <a:gd name="connsiteX27" fmla="*/ 171759 w 343085"/>
              <a:gd name="connsiteY27" fmla="*/ 435370 h 458456"/>
              <a:gd name="connsiteX28" fmla="*/ 252000 w 343085"/>
              <a:gd name="connsiteY28" fmla="*/ 301636 h 458456"/>
              <a:gd name="connsiteX29" fmla="*/ 232895 w 343085"/>
              <a:gd name="connsiteY29" fmla="*/ 324562 h 458456"/>
              <a:gd name="connsiteX30" fmla="*/ 110624 w 343085"/>
              <a:gd name="connsiteY30" fmla="*/ 324562 h 458456"/>
              <a:gd name="connsiteX31" fmla="*/ 91519 w 343085"/>
              <a:gd name="connsiteY31" fmla="*/ 301636 h 458456"/>
              <a:gd name="connsiteX32" fmla="*/ 20831 w 343085"/>
              <a:gd name="connsiteY32" fmla="*/ 148796 h 458456"/>
              <a:gd name="connsiteX33" fmla="*/ 154565 w 343085"/>
              <a:gd name="connsiteY33" fmla="*/ 18883 h 458456"/>
              <a:gd name="connsiteX34" fmla="*/ 173670 w 343085"/>
              <a:gd name="connsiteY34" fmla="*/ 18883 h 458456"/>
              <a:gd name="connsiteX35" fmla="*/ 274926 w 343085"/>
              <a:gd name="connsiteY35" fmla="*/ 57093 h 458456"/>
              <a:gd name="connsiteX36" fmla="*/ 286389 w 343085"/>
              <a:gd name="connsiteY36" fmla="*/ 271068 h 458456"/>
              <a:gd name="connsiteX37" fmla="*/ 252000 w 343085"/>
              <a:gd name="connsiteY37" fmla="*/ 301636 h 458456"/>
              <a:gd name="connsiteX38" fmla="*/ 171759 w 343085"/>
              <a:gd name="connsiteY38" fmla="*/ 85750 h 458456"/>
              <a:gd name="connsiteX39" fmla="*/ 112534 w 343085"/>
              <a:gd name="connsiteY39" fmla="*/ 144975 h 458456"/>
              <a:gd name="connsiteX40" fmla="*/ 131639 w 343085"/>
              <a:gd name="connsiteY40" fmla="*/ 144975 h 458456"/>
              <a:gd name="connsiteX41" fmla="*/ 171759 w 343085"/>
              <a:gd name="connsiteY41" fmla="*/ 104855 h 458456"/>
              <a:gd name="connsiteX42" fmla="*/ 200417 w 343085"/>
              <a:gd name="connsiteY42" fmla="*/ 116318 h 458456"/>
              <a:gd name="connsiteX43" fmla="*/ 211880 w 343085"/>
              <a:gd name="connsiteY43" fmla="*/ 143065 h 458456"/>
              <a:gd name="connsiteX44" fmla="*/ 188954 w 343085"/>
              <a:gd name="connsiteY44" fmla="*/ 175543 h 458456"/>
              <a:gd name="connsiteX45" fmla="*/ 169849 w 343085"/>
              <a:gd name="connsiteY45" fmla="*/ 190827 h 458456"/>
              <a:gd name="connsiteX46" fmla="*/ 160296 w 343085"/>
              <a:gd name="connsiteY46" fmla="*/ 217574 h 458456"/>
              <a:gd name="connsiteX47" fmla="*/ 160296 w 343085"/>
              <a:gd name="connsiteY47" fmla="*/ 240500 h 458456"/>
              <a:gd name="connsiteX48" fmla="*/ 179401 w 343085"/>
              <a:gd name="connsiteY48" fmla="*/ 240500 h 458456"/>
              <a:gd name="connsiteX49" fmla="*/ 179401 w 343085"/>
              <a:gd name="connsiteY49" fmla="*/ 217574 h 458456"/>
              <a:gd name="connsiteX50" fmla="*/ 185133 w 343085"/>
              <a:gd name="connsiteY50" fmla="*/ 202290 h 458456"/>
              <a:gd name="connsiteX51" fmla="*/ 200417 w 343085"/>
              <a:gd name="connsiteY51" fmla="*/ 190827 h 458456"/>
              <a:gd name="connsiteX52" fmla="*/ 230985 w 343085"/>
              <a:gd name="connsiteY52" fmla="*/ 143065 h 458456"/>
              <a:gd name="connsiteX53" fmla="*/ 213790 w 343085"/>
              <a:gd name="connsiteY53" fmla="*/ 102945 h 458456"/>
              <a:gd name="connsiteX54" fmla="*/ 171759 w 343085"/>
              <a:gd name="connsiteY54" fmla="*/ 85750 h 458456"/>
              <a:gd name="connsiteX55" fmla="*/ 162207 w 343085"/>
              <a:gd name="connsiteY55" fmla="*/ 257694 h 458456"/>
              <a:gd name="connsiteX56" fmla="*/ 181312 w 343085"/>
              <a:gd name="connsiteY56" fmla="*/ 257694 h 458456"/>
              <a:gd name="connsiteX57" fmla="*/ 181312 w 343085"/>
              <a:gd name="connsiteY57" fmla="*/ 276799 h 458456"/>
              <a:gd name="connsiteX58" fmla="*/ 162207 w 343085"/>
              <a:gd name="connsiteY58" fmla="*/ 276799 h 458456"/>
              <a:gd name="connsiteX59" fmla="*/ 162207 w 343085"/>
              <a:gd name="connsiteY59" fmla="*/ 257694 h 45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43085" h="458456">
                <a:moveTo>
                  <a:pt x="286389" y="43719"/>
                </a:moveTo>
                <a:cubicBezTo>
                  <a:pt x="215701" y="-19327"/>
                  <a:pt x="106803" y="-13595"/>
                  <a:pt x="43756" y="57093"/>
                </a:cubicBezTo>
                <a:cubicBezTo>
                  <a:pt x="20831" y="81929"/>
                  <a:pt x="5547" y="112497"/>
                  <a:pt x="1726" y="146886"/>
                </a:cubicBezTo>
                <a:cubicBezTo>
                  <a:pt x="-7827" y="213753"/>
                  <a:pt x="22741" y="280620"/>
                  <a:pt x="81966" y="316920"/>
                </a:cubicBezTo>
                <a:cubicBezTo>
                  <a:pt x="89608" y="322651"/>
                  <a:pt x="95340" y="330293"/>
                  <a:pt x="95340" y="341756"/>
                </a:cubicBezTo>
                <a:lnTo>
                  <a:pt x="95340" y="400981"/>
                </a:lnTo>
                <a:cubicBezTo>
                  <a:pt x="95340" y="412444"/>
                  <a:pt x="102982" y="420086"/>
                  <a:pt x="114445" y="420086"/>
                </a:cubicBezTo>
                <a:cubicBezTo>
                  <a:pt x="122087" y="444923"/>
                  <a:pt x="146923" y="460207"/>
                  <a:pt x="171759" y="458296"/>
                </a:cubicBezTo>
                <a:cubicBezTo>
                  <a:pt x="198506" y="460207"/>
                  <a:pt x="221432" y="444923"/>
                  <a:pt x="230985" y="420086"/>
                </a:cubicBezTo>
                <a:cubicBezTo>
                  <a:pt x="240537" y="420086"/>
                  <a:pt x="250090" y="410534"/>
                  <a:pt x="248179" y="400981"/>
                </a:cubicBezTo>
                <a:lnTo>
                  <a:pt x="248179" y="341756"/>
                </a:lnTo>
                <a:cubicBezTo>
                  <a:pt x="248179" y="332204"/>
                  <a:pt x="253911" y="322651"/>
                  <a:pt x="261553" y="316920"/>
                </a:cubicBezTo>
                <a:cubicBezTo>
                  <a:pt x="341793" y="267247"/>
                  <a:pt x="366630" y="162170"/>
                  <a:pt x="318867" y="81929"/>
                </a:cubicBezTo>
                <a:cubicBezTo>
                  <a:pt x="309315" y="68556"/>
                  <a:pt x="299762" y="55182"/>
                  <a:pt x="286389" y="43719"/>
                </a:cubicBezTo>
                <a:close/>
                <a:moveTo>
                  <a:pt x="229074" y="362772"/>
                </a:moveTo>
                <a:lnTo>
                  <a:pt x="114445" y="362772"/>
                </a:lnTo>
                <a:lnTo>
                  <a:pt x="114445" y="343667"/>
                </a:lnTo>
                <a:lnTo>
                  <a:pt x="229074" y="343667"/>
                </a:lnTo>
                <a:lnTo>
                  <a:pt x="229074" y="362772"/>
                </a:lnTo>
                <a:close/>
                <a:moveTo>
                  <a:pt x="229074" y="381876"/>
                </a:moveTo>
                <a:lnTo>
                  <a:pt x="229074" y="400981"/>
                </a:lnTo>
                <a:lnTo>
                  <a:pt x="114445" y="400981"/>
                </a:lnTo>
                <a:lnTo>
                  <a:pt x="114445" y="381876"/>
                </a:lnTo>
                <a:lnTo>
                  <a:pt x="229074" y="381876"/>
                </a:lnTo>
                <a:close/>
                <a:moveTo>
                  <a:pt x="171759" y="435370"/>
                </a:moveTo>
                <a:cubicBezTo>
                  <a:pt x="158386" y="437281"/>
                  <a:pt x="145013" y="429639"/>
                  <a:pt x="137371" y="420086"/>
                </a:cubicBezTo>
                <a:lnTo>
                  <a:pt x="208059" y="420086"/>
                </a:lnTo>
                <a:cubicBezTo>
                  <a:pt x="198506" y="431549"/>
                  <a:pt x="185133" y="437281"/>
                  <a:pt x="171759" y="435370"/>
                </a:cubicBezTo>
                <a:close/>
                <a:moveTo>
                  <a:pt x="252000" y="301636"/>
                </a:moveTo>
                <a:cubicBezTo>
                  <a:pt x="242448" y="307367"/>
                  <a:pt x="236716" y="315009"/>
                  <a:pt x="232895" y="324562"/>
                </a:cubicBezTo>
                <a:lnTo>
                  <a:pt x="110624" y="324562"/>
                </a:lnTo>
                <a:cubicBezTo>
                  <a:pt x="106803" y="315009"/>
                  <a:pt x="101071" y="305457"/>
                  <a:pt x="91519" y="301636"/>
                </a:cubicBezTo>
                <a:cubicBezTo>
                  <a:pt x="39935" y="269157"/>
                  <a:pt x="11278" y="209932"/>
                  <a:pt x="20831" y="148796"/>
                </a:cubicBezTo>
                <a:cubicBezTo>
                  <a:pt x="30383" y="80019"/>
                  <a:pt x="85787" y="26525"/>
                  <a:pt x="154565" y="18883"/>
                </a:cubicBezTo>
                <a:cubicBezTo>
                  <a:pt x="160296" y="18883"/>
                  <a:pt x="166028" y="18883"/>
                  <a:pt x="173670" y="18883"/>
                </a:cubicBezTo>
                <a:cubicBezTo>
                  <a:pt x="211880" y="18883"/>
                  <a:pt x="248179" y="32256"/>
                  <a:pt x="274926" y="57093"/>
                </a:cubicBezTo>
                <a:cubicBezTo>
                  <a:pt x="337972" y="112497"/>
                  <a:pt x="343704" y="208022"/>
                  <a:pt x="286389" y="271068"/>
                </a:cubicBezTo>
                <a:cubicBezTo>
                  <a:pt x="276836" y="282531"/>
                  <a:pt x="265374" y="292083"/>
                  <a:pt x="252000" y="301636"/>
                </a:cubicBezTo>
                <a:close/>
                <a:moveTo>
                  <a:pt x="171759" y="85750"/>
                </a:moveTo>
                <a:cubicBezTo>
                  <a:pt x="139281" y="85750"/>
                  <a:pt x="112534" y="112497"/>
                  <a:pt x="112534" y="144975"/>
                </a:cubicBezTo>
                <a:lnTo>
                  <a:pt x="131639" y="144975"/>
                </a:lnTo>
                <a:cubicBezTo>
                  <a:pt x="131639" y="122050"/>
                  <a:pt x="148834" y="104855"/>
                  <a:pt x="171759" y="104855"/>
                </a:cubicBezTo>
                <a:cubicBezTo>
                  <a:pt x="183222" y="104855"/>
                  <a:pt x="192775" y="108676"/>
                  <a:pt x="200417" y="116318"/>
                </a:cubicBezTo>
                <a:cubicBezTo>
                  <a:pt x="208059" y="123960"/>
                  <a:pt x="211880" y="133512"/>
                  <a:pt x="211880" y="143065"/>
                </a:cubicBezTo>
                <a:cubicBezTo>
                  <a:pt x="211880" y="158349"/>
                  <a:pt x="204238" y="165991"/>
                  <a:pt x="188954" y="175543"/>
                </a:cubicBezTo>
                <a:cubicBezTo>
                  <a:pt x="181312" y="179364"/>
                  <a:pt x="175580" y="185096"/>
                  <a:pt x="169849" y="190827"/>
                </a:cubicBezTo>
                <a:cubicBezTo>
                  <a:pt x="164117" y="198469"/>
                  <a:pt x="160296" y="208022"/>
                  <a:pt x="160296" y="217574"/>
                </a:cubicBezTo>
                <a:lnTo>
                  <a:pt x="160296" y="240500"/>
                </a:lnTo>
                <a:lnTo>
                  <a:pt x="179401" y="240500"/>
                </a:lnTo>
                <a:lnTo>
                  <a:pt x="179401" y="217574"/>
                </a:lnTo>
                <a:cubicBezTo>
                  <a:pt x="179401" y="211843"/>
                  <a:pt x="181312" y="208022"/>
                  <a:pt x="185133" y="202290"/>
                </a:cubicBezTo>
                <a:cubicBezTo>
                  <a:pt x="188954" y="198469"/>
                  <a:pt x="194685" y="192738"/>
                  <a:pt x="200417" y="190827"/>
                </a:cubicBezTo>
                <a:cubicBezTo>
                  <a:pt x="217611" y="181275"/>
                  <a:pt x="230985" y="164080"/>
                  <a:pt x="230985" y="143065"/>
                </a:cubicBezTo>
                <a:cubicBezTo>
                  <a:pt x="230985" y="127781"/>
                  <a:pt x="225253" y="112497"/>
                  <a:pt x="213790" y="102945"/>
                </a:cubicBezTo>
                <a:cubicBezTo>
                  <a:pt x="202327" y="91482"/>
                  <a:pt x="187043" y="85750"/>
                  <a:pt x="171759" y="85750"/>
                </a:cubicBezTo>
                <a:close/>
                <a:moveTo>
                  <a:pt x="162207" y="257694"/>
                </a:moveTo>
                <a:lnTo>
                  <a:pt x="181312" y="257694"/>
                </a:lnTo>
                <a:lnTo>
                  <a:pt x="181312" y="276799"/>
                </a:lnTo>
                <a:lnTo>
                  <a:pt x="162207" y="276799"/>
                </a:lnTo>
                <a:lnTo>
                  <a:pt x="162207" y="25769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5" name="Graphic 92" descr="Laptop with data icon.">
            <a:extLst>
              <a:ext uri="{FF2B5EF4-FFF2-40B4-BE49-F238E27FC236}">
                <a16:creationId xmlns:a16="http://schemas.microsoft.com/office/drawing/2014/main" id="{B18DCF5D-588B-4B52-A0B8-A50B938EE663}"/>
              </a:ext>
            </a:extLst>
          </p:cNvPr>
          <p:cNvSpPr/>
          <p:nvPr/>
        </p:nvSpPr>
        <p:spPr>
          <a:xfrm>
            <a:off x="3400030" y="4247627"/>
            <a:ext cx="459801" cy="344850"/>
          </a:xfrm>
          <a:custGeom>
            <a:avLst/>
            <a:gdLst>
              <a:gd name="connsiteX0" fmla="*/ 76634 w 459801"/>
              <a:gd name="connsiteY0" fmla="*/ 268217 h 344850"/>
              <a:gd name="connsiteX1" fmla="*/ 383168 w 459801"/>
              <a:gd name="connsiteY1" fmla="*/ 268217 h 344850"/>
              <a:gd name="connsiteX2" fmla="*/ 402326 w 459801"/>
              <a:gd name="connsiteY2" fmla="*/ 249059 h 344850"/>
              <a:gd name="connsiteX3" fmla="*/ 402326 w 459801"/>
              <a:gd name="connsiteY3" fmla="*/ 57475 h 344850"/>
              <a:gd name="connsiteX4" fmla="*/ 383168 w 459801"/>
              <a:gd name="connsiteY4" fmla="*/ 38317 h 344850"/>
              <a:gd name="connsiteX5" fmla="*/ 76634 w 459801"/>
              <a:gd name="connsiteY5" fmla="*/ 38317 h 344850"/>
              <a:gd name="connsiteX6" fmla="*/ 57475 w 459801"/>
              <a:gd name="connsiteY6" fmla="*/ 57475 h 344850"/>
              <a:gd name="connsiteX7" fmla="*/ 57475 w 459801"/>
              <a:gd name="connsiteY7" fmla="*/ 249059 h 344850"/>
              <a:gd name="connsiteX8" fmla="*/ 76634 w 459801"/>
              <a:gd name="connsiteY8" fmla="*/ 268217 h 344850"/>
              <a:gd name="connsiteX9" fmla="*/ 76634 w 459801"/>
              <a:gd name="connsiteY9" fmla="*/ 57475 h 344850"/>
              <a:gd name="connsiteX10" fmla="*/ 383168 w 459801"/>
              <a:gd name="connsiteY10" fmla="*/ 57475 h 344850"/>
              <a:gd name="connsiteX11" fmla="*/ 383168 w 459801"/>
              <a:gd name="connsiteY11" fmla="*/ 249059 h 344850"/>
              <a:gd name="connsiteX12" fmla="*/ 76634 w 459801"/>
              <a:gd name="connsiteY12" fmla="*/ 249059 h 344850"/>
              <a:gd name="connsiteX13" fmla="*/ 76634 w 459801"/>
              <a:gd name="connsiteY13" fmla="*/ 57475 h 344850"/>
              <a:gd name="connsiteX14" fmla="*/ 249059 w 459801"/>
              <a:gd name="connsiteY14" fmla="*/ 95792 h 344850"/>
              <a:gd name="connsiteX15" fmla="*/ 364009 w 459801"/>
              <a:gd name="connsiteY15" fmla="*/ 95792 h 344850"/>
              <a:gd name="connsiteX16" fmla="*/ 364009 w 459801"/>
              <a:gd name="connsiteY16" fmla="*/ 114950 h 344850"/>
              <a:gd name="connsiteX17" fmla="*/ 249059 w 459801"/>
              <a:gd name="connsiteY17" fmla="*/ 114950 h 344850"/>
              <a:gd name="connsiteX18" fmla="*/ 249059 w 459801"/>
              <a:gd name="connsiteY18" fmla="*/ 95792 h 344850"/>
              <a:gd name="connsiteX19" fmla="*/ 249059 w 459801"/>
              <a:gd name="connsiteY19" fmla="*/ 134109 h 344850"/>
              <a:gd name="connsiteX20" fmla="*/ 364009 w 459801"/>
              <a:gd name="connsiteY20" fmla="*/ 134109 h 344850"/>
              <a:gd name="connsiteX21" fmla="*/ 364009 w 459801"/>
              <a:gd name="connsiteY21" fmla="*/ 153267 h 344850"/>
              <a:gd name="connsiteX22" fmla="*/ 249059 w 459801"/>
              <a:gd name="connsiteY22" fmla="*/ 153267 h 344850"/>
              <a:gd name="connsiteX23" fmla="*/ 249059 w 459801"/>
              <a:gd name="connsiteY23" fmla="*/ 134109 h 344850"/>
              <a:gd name="connsiteX24" fmla="*/ 249059 w 459801"/>
              <a:gd name="connsiteY24" fmla="*/ 172425 h 344850"/>
              <a:gd name="connsiteX25" fmla="*/ 325692 w 459801"/>
              <a:gd name="connsiteY25" fmla="*/ 172425 h 344850"/>
              <a:gd name="connsiteX26" fmla="*/ 325692 w 459801"/>
              <a:gd name="connsiteY26" fmla="*/ 191584 h 344850"/>
              <a:gd name="connsiteX27" fmla="*/ 249059 w 459801"/>
              <a:gd name="connsiteY27" fmla="*/ 191584 h 344850"/>
              <a:gd name="connsiteX28" fmla="*/ 249059 w 459801"/>
              <a:gd name="connsiteY28" fmla="*/ 172425 h 344850"/>
              <a:gd name="connsiteX29" fmla="*/ 444474 w 459801"/>
              <a:gd name="connsiteY29" fmla="*/ 287376 h 344850"/>
              <a:gd name="connsiteX30" fmla="*/ 440643 w 459801"/>
              <a:gd name="connsiteY30" fmla="*/ 287376 h 344850"/>
              <a:gd name="connsiteX31" fmla="*/ 440643 w 459801"/>
              <a:gd name="connsiteY31" fmla="*/ 19158 h 344850"/>
              <a:gd name="connsiteX32" fmla="*/ 421484 w 459801"/>
              <a:gd name="connsiteY32" fmla="*/ 0 h 344850"/>
              <a:gd name="connsiteX33" fmla="*/ 38317 w 459801"/>
              <a:gd name="connsiteY33" fmla="*/ 0 h 344850"/>
              <a:gd name="connsiteX34" fmla="*/ 19158 w 459801"/>
              <a:gd name="connsiteY34" fmla="*/ 19158 h 344850"/>
              <a:gd name="connsiteX35" fmla="*/ 19158 w 459801"/>
              <a:gd name="connsiteY35" fmla="*/ 287376 h 344850"/>
              <a:gd name="connsiteX36" fmla="*/ 15327 w 459801"/>
              <a:gd name="connsiteY36" fmla="*/ 287376 h 344850"/>
              <a:gd name="connsiteX37" fmla="*/ 0 w 459801"/>
              <a:gd name="connsiteY37" fmla="*/ 302702 h 344850"/>
              <a:gd name="connsiteX38" fmla="*/ 42148 w 459801"/>
              <a:gd name="connsiteY38" fmla="*/ 344851 h 344850"/>
              <a:gd name="connsiteX39" fmla="*/ 417653 w 459801"/>
              <a:gd name="connsiteY39" fmla="*/ 344851 h 344850"/>
              <a:gd name="connsiteX40" fmla="*/ 459801 w 459801"/>
              <a:gd name="connsiteY40" fmla="*/ 302702 h 344850"/>
              <a:gd name="connsiteX41" fmla="*/ 444474 w 459801"/>
              <a:gd name="connsiteY41" fmla="*/ 287376 h 344850"/>
              <a:gd name="connsiteX42" fmla="*/ 38317 w 459801"/>
              <a:gd name="connsiteY42" fmla="*/ 9579 h 344850"/>
              <a:gd name="connsiteX43" fmla="*/ 38317 w 459801"/>
              <a:gd name="connsiteY43" fmla="*/ 19158 h 344850"/>
              <a:gd name="connsiteX44" fmla="*/ 421484 w 459801"/>
              <a:gd name="connsiteY44" fmla="*/ 19158 h 344850"/>
              <a:gd name="connsiteX45" fmla="*/ 421484 w 459801"/>
              <a:gd name="connsiteY45" fmla="*/ 287376 h 344850"/>
              <a:gd name="connsiteX46" fmla="*/ 38317 w 459801"/>
              <a:gd name="connsiteY46" fmla="*/ 287376 h 344850"/>
              <a:gd name="connsiteX47" fmla="*/ 38317 w 459801"/>
              <a:gd name="connsiteY47" fmla="*/ 19158 h 344850"/>
              <a:gd name="connsiteX48" fmla="*/ 38317 w 459801"/>
              <a:gd name="connsiteY48" fmla="*/ 19158 h 344850"/>
              <a:gd name="connsiteX49" fmla="*/ 38317 w 459801"/>
              <a:gd name="connsiteY49" fmla="*/ 9579 h 344850"/>
              <a:gd name="connsiteX50" fmla="*/ 417653 w 459801"/>
              <a:gd name="connsiteY50" fmla="*/ 325692 h 344850"/>
              <a:gd name="connsiteX51" fmla="*/ 42148 w 459801"/>
              <a:gd name="connsiteY51" fmla="*/ 325692 h 344850"/>
              <a:gd name="connsiteX52" fmla="*/ 19158 w 459801"/>
              <a:gd name="connsiteY52" fmla="*/ 306534 h 344850"/>
              <a:gd name="connsiteX53" fmla="*/ 440643 w 459801"/>
              <a:gd name="connsiteY53" fmla="*/ 306534 h 344850"/>
              <a:gd name="connsiteX54" fmla="*/ 417653 w 459801"/>
              <a:gd name="connsiteY54" fmla="*/ 325692 h 344850"/>
              <a:gd name="connsiteX55" fmla="*/ 162846 w 459801"/>
              <a:gd name="connsiteY55" fmla="*/ 76634 h 344850"/>
              <a:gd name="connsiteX56" fmla="*/ 95792 w 459801"/>
              <a:gd name="connsiteY56" fmla="*/ 143688 h 344850"/>
              <a:gd name="connsiteX57" fmla="*/ 162846 w 459801"/>
              <a:gd name="connsiteY57" fmla="*/ 210742 h 344850"/>
              <a:gd name="connsiteX58" fmla="*/ 229901 w 459801"/>
              <a:gd name="connsiteY58" fmla="*/ 143688 h 344850"/>
              <a:gd name="connsiteX59" fmla="*/ 162846 w 459801"/>
              <a:gd name="connsiteY59" fmla="*/ 76634 h 344850"/>
              <a:gd name="connsiteX60" fmla="*/ 210742 w 459801"/>
              <a:gd name="connsiteY60" fmla="*/ 134109 h 344850"/>
              <a:gd name="connsiteX61" fmla="*/ 172425 w 459801"/>
              <a:gd name="connsiteY61" fmla="*/ 134109 h 344850"/>
              <a:gd name="connsiteX62" fmla="*/ 172425 w 459801"/>
              <a:gd name="connsiteY62" fmla="*/ 97708 h 344850"/>
              <a:gd name="connsiteX63" fmla="*/ 210742 w 459801"/>
              <a:gd name="connsiteY63" fmla="*/ 134109 h 344850"/>
              <a:gd name="connsiteX64" fmla="*/ 162846 w 459801"/>
              <a:gd name="connsiteY64" fmla="*/ 191584 h 344850"/>
              <a:gd name="connsiteX65" fmla="*/ 114950 w 459801"/>
              <a:gd name="connsiteY65" fmla="*/ 143688 h 344850"/>
              <a:gd name="connsiteX66" fmla="*/ 153267 w 459801"/>
              <a:gd name="connsiteY66" fmla="*/ 95792 h 344850"/>
              <a:gd name="connsiteX67" fmla="*/ 153267 w 459801"/>
              <a:gd name="connsiteY67" fmla="*/ 153267 h 344850"/>
              <a:gd name="connsiteX68" fmla="*/ 210742 w 459801"/>
              <a:gd name="connsiteY68" fmla="*/ 153267 h 344850"/>
              <a:gd name="connsiteX69" fmla="*/ 162846 w 459801"/>
              <a:gd name="connsiteY69" fmla="*/ 191584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59801" h="344850">
                <a:moveTo>
                  <a:pt x="76634" y="268217"/>
                </a:moveTo>
                <a:lnTo>
                  <a:pt x="383168" y="268217"/>
                </a:lnTo>
                <a:cubicBezTo>
                  <a:pt x="394663" y="268217"/>
                  <a:pt x="402326" y="260554"/>
                  <a:pt x="402326" y="249059"/>
                </a:cubicBezTo>
                <a:lnTo>
                  <a:pt x="402326" y="57475"/>
                </a:lnTo>
                <a:cubicBezTo>
                  <a:pt x="402326" y="45980"/>
                  <a:pt x="394663" y="38317"/>
                  <a:pt x="383168" y="38317"/>
                </a:cubicBezTo>
                <a:lnTo>
                  <a:pt x="76634" y="38317"/>
                </a:lnTo>
                <a:cubicBezTo>
                  <a:pt x="65138" y="38317"/>
                  <a:pt x="57475" y="45980"/>
                  <a:pt x="57475" y="57475"/>
                </a:cubicBezTo>
                <a:lnTo>
                  <a:pt x="57475" y="249059"/>
                </a:lnTo>
                <a:cubicBezTo>
                  <a:pt x="57475" y="260554"/>
                  <a:pt x="65138" y="268217"/>
                  <a:pt x="76634" y="268217"/>
                </a:cubicBezTo>
                <a:close/>
                <a:moveTo>
                  <a:pt x="76634" y="57475"/>
                </a:moveTo>
                <a:lnTo>
                  <a:pt x="383168" y="57475"/>
                </a:lnTo>
                <a:lnTo>
                  <a:pt x="383168" y="249059"/>
                </a:lnTo>
                <a:lnTo>
                  <a:pt x="76634" y="249059"/>
                </a:lnTo>
                <a:lnTo>
                  <a:pt x="76634" y="57475"/>
                </a:lnTo>
                <a:close/>
                <a:moveTo>
                  <a:pt x="249059" y="95792"/>
                </a:moveTo>
                <a:lnTo>
                  <a:pt x="364009" y="95792"/>
                </a:lnTo>
                <a:lnTo>
                  <a:pt x="364009" y="114950"/>
                </a:lnTo>
                <a:lnTo>
                  <a:pt x="249059" y="114950"/>
                </a:lnTo>
                <a:lnTo>
                  <a:pt x="249059" y="95792"/>
                </a:lnTo>
                <a:close/>
                <a:moveTo>
                  <a:pt x="249059" y="134109"/>
                </a:moveTo>
                <a:lnTo>
                  <a:pt x="364009" y="134109"/>
                </a:lnTo>
                <a:lnTo>
                  <a:pt x="364009" y="153267"/>
                </a:lnTo>
                <a:lnTo>
                  <a:pt x="249059" y="153267"/>
                </a:lnTo>
                <a:lnTo>
                  <a:pt x="249059" y="134109"/>
                </a:lnTo>
                <a:close/>
                <a:moveTo>
                  <a:pt x="249059" y="172425"/>
                </a:moveTo>
                <a:lnTo>
                  <a:pt x="325692" y="172425"/>
                </a:lnTo>
                <a:lnTo>
                  <a:pt x="325692" y="191584"/>
                </a:lnTo>
                <a:lnTo>
                  <a:pt x="249059" y="191584"/>
                </a:lnTo>
                <a:lnTo>
                  <a:pt x="249059" y="172425"/>
                </a:lnTo>
                <a:close/>
                <a:moveTo>
                  <a:pt x="444474" y="287376"/>
                </a:moveTo>
                <a:lnTo>
                  <a:pt x="440643" y="287376"/>
                </a:lnTo>
                <a:lnTo>
                  <a:pt x="440643" y="19158"/>
                </a:lnTo>
                <a:cubicBezTo>
                  <a:pt x="440643" y="7663"/>
                  <a:pt x="432979" y="0"/>
                  <a:pt x="421484" y="0"/>
                </a:cubicBezTo>
                <a:lnTo>
                  <a:pt x="38317" y="0"/>
                </a:lnTo>
                <a:cubicBezTo>
                  <a:pt x="26822" y="0"/>
                  <a:pt x="19158" y="7663"/>
                  <a:pt x="19158" y="19158"/>
                </a:cubicBezTo>
                <a:lnTo>
                  <a:pt x="19158" y="287376"/>
                </a:lnTo>
                <a:lnTo>
                  <a:pt x="15327" y="287376"/>
                </a:lnTo>
                <a:cubicBezTo>
                  <a:pt x="7663" y="287376"/>
                  <a:pt x="0" y="295039"/>
                  <a:pt x="0" y="302702"/>
                </a:cubicBezTo>
                <a:cubicBezTo>
                  <a:pt x="0" y="325692"/>
                  <a:pt x="19158" y="344851"/>
                  <a:pt x="42148" y="344851"/>
                </a:cubicBezTo>
                <a:lnTo>
                  <a:pt x="417653" y="344851"/>
                </a:lnTo>
                <a:cubicBezTo>
                  <a:pt x="440643" y="344851"/>
                  <a:pt x="459801" y="325692"/>
                  <a:pt x="459801" y="302702"/>
                </a:cubicBezTo>
                <a:cubicBezTo>
                  <a:pt x="459801" y="295039"/>
                  <a:pt x="452138" y="287376"/>
                  <a:pt x="444474" y="287376"/>
                </a:cubicBezTo>
                <a:close/>
                <a:moveTo>
                  <a:pt x="38317" y="9579"/>
                </a:moveTo>
                <a:lnTo>
                  <a:pt x="38317" y="19158"/>
                </a:lnTo>
                <a:lnTo>
                  <a:pt x="421484" y="19158"/>
                </a:lnTo>
                <a:lnTo>
                  <a:pt x="421484" y="287376"/>
                </a:lnTo>
                <a:lnTo>
                  <a:pt x="38317" y="287376"/>
                </a:lnTo>
                <a:lnTo>
                  <a:pt x="38317" y="19158"/>
                </a:lnTo>
                <a:lnTo>
                  <a:pt x="38317" y="19158"/>
                </a:lnTo>
                <a:lnTo>
                  <a:pt x="38317" y="9579"/>
                </a:lnTo>
                <a:close/>
                <a:moveTo>
                  <a:pt x="417653" y="325692"/>
                </a:moveTo>
                <a:lnTo>
                  <a:pt x="42148" y="325692"/>
                </a:lnTo>
                <a:cubicBezTo>
                  <a:pt x="30653" y="325692"/>
                  <a:pt x="21074" y="318029"/>
                  <a:pt x="19158" y="306534"/>
                </a:cubicBezTo>
                <a:lnTo>
                  <a:pt x="440643" y="306534"/>
                </a:lnTo>
                <a:cubicBezTo>
                  <a:pt x="438727" y="318029"/>
                  <a:pt x="429148" y="325692"/>
                  <a:pt x="417653" y="325692"/>
                </a:cubicBezTo>
                <a:close/>
                <a:moveTo>
                  <a:pt x="162846" y="76634"/>
                </a:moveTo>
                <a:cubicBezTo>
                  <a:pt x="126445" y="76634"/>
                  <a:pt x="95792" y="107287"/>
                  <a:pt x="95792" y="143688"/>
                </a:cubicBezTo>
                <a:cubicBezTo>
                  <a:pt x="95792" y="180089"/>
                  <a:pt x="126445" y="210742"/>
                  <a:pt x="162846" y="210742"/>
                </a:cubicBezTo>
                <a:cubicBezTo>
                  <a:pt x="199247" y="210742"/>
                  <a:pt x="229901" y="180089"/>
                  <a:pt x="229901" y="143688"/>
                </a:cubicBezTo>
                <a:cubicBezTo>
                  <a:pt x="229901" y="107287"/>
                  <a:pt x="199247" y="76634"/>
                  <a:pt x="162846" y="76634"/>
                </a:cubicBezTo>
                <a:close/>
                <a:moveTo>
                  <a:pt x="210742" y="134109"/>
                </a:moveTo>
                <a:lnTo>
                  <a:pt x="172425" y="134109"/>
                </a:lnTo>
                <a:lnTo>
                  <a:pt x="172425" y="97708"/>
                </a:lnTo>
                <a:cubicBezTo>
                  <a:pt x="191584" y="99624"/>
                  <a:pt x="206910" y="114950"/>
                  <a:pt x="210742" y="134109"/>
                </a:cubicBezTo>
                <a:close/>
                <a:moveTo>
                  <a:pt x="162846" y="191584"/>
                </a:moveTo>
                <a:cubicBezTo>
                  <a:pt x="136024" y="191584"/>
                  <a:pt x="114950" y="170510"/>
                  <a:pt x="114950" y="143688"/>
                </a:cubicBezTo>
                <a:cubicBezTo>
                  <a:pt x="114950" y="120698"/>
                  <a:pt x="130277" y="101539"/>
                  <a:pt x="153267" y="95792"/>
                </a:cubicBezTo>
                <a:lnTo>
                  <a:pt x="153267" y="153267"/>
                </a:lnTo>
                <a:lnTo>
                  <a:pt x="210742" y="153267"/>
                </a:lnTo>
                <a:cubicBezTo>
                  <a:pt x="206910" y="176257"/>
                  <a:pt x="185836" y="191584"/>
                  <a:pt x="162846" y="19158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2" name="Graphic 12" descr="Laptop with decline chart icon.">
            <a:extLst>
              <a:ext uri="{FF2B5EF4-FFF2-40B4-BE49-F238E27FC236}">
                <a16:creationId xmlns:a16="http://schemas.microsoft.com/office/drawing/2014/main" id="{ACED6546-7701-45D7-AAE5-FCF6FA33F483}"/>
              </a:ext>
            </a:extLst>
          </p:cNvPr>
          <p:cNvSpPr/>
          <p:nvPr/>
        </p:nvSpPr>
        <p:spPr>
          <a:xfrm>
            <a:off x="4625547" y="4247627"/>
            <a:ext cx="459801" cy="344850"/>
          </a:xfrm>
          <a:custGeom>
            <a:avLst/>
            <a:gdLst>
              <a:gd name="connsiteX0" fmla="*/ 444474 w 459801"/>
              <a:gd name="connsiteY0" fmla="*/ 287376 h 344850"/>
              <a:gd name="connsiteX1" fmla="*/ 440643 w 459801"/>
              <a:gd name="connsiteY1" fmla="*/ 287376 h 344850"/>
              <a:gd name="connsiteX2" fmla="*/ 440643 w 459801"/>
              <a:gd name="connsiteY2" fmla="*/ 19158 h 344850"/>
              <a:gd name="connsiteX3" fmla="*/ 421484 w 459801"/>
              <a:gd name="connsiteY3" fmla="*/ 0 h 344850"/>
              <a:gd name="connsiteX4" fmla="*/ 38317 w 459801"/>
              <a:gd name="connsiteY4" fmla="*/ 0 h 344850"/>
              <a:gd name="connsiteX5" fmla="*/ 19158 w 459801"/>
              <a:gd name="connsiteY5" fmla="*/ 19158 h 344850"/>
              <a:gd name="connsiteX6" fmla="*/ 19158 w 459801"/>
              <a:gd name="connsiteY6" fmla="*/ 287376 h 344850"/>
              <a:gd name="connsiteX7" fmla="*/ 13411 w 459801"/>
              <a:gd name="connsiteY7" fmla="*/ 287376 h 344850"/>
              <a:gd name="connsiteX8" fmla="*/ 0 w 459801"/>
              <a:gd name="connsiteY8" fmla="*/ 302702 h 344850"/>
              <a:gd name="connsiteX9" fmla="*/ 0 w 459801"/>
              <a:gd name="connsiteY9" fmla="*/ 302702 h 344850"/>
              <a:gd name="connsiteX10" fmla="*/ 42148 w 459801"/>
              <a:gd name="connsiteY10" fmla="*/ 344851 h 344850"/>
              <a:gd name="connsiteX11" fmla="*/ 417653 w 459801"/>
              <a:gd name="connsiteY11" fmla="*/ 344851 h 344850"/>
              <a:gd name="connsiteX12" fmla="*/ 459801 w 459801"/>
              <a:gd name="connsiteY12" fmla="*/ 302702 h 344850"/>
              <a:gd name="connsiteX13" fmla="*/ 444474 w 459801"/>
              <a:gd name="connsiteY13" fmla="*/ 287376 h 344850"/>
              <a:gd name="connsiteX14" fmla="*/ 38317 w 459801"/>
              <a:gd name="connsiteY14" fmla="*/ 19158 h 344850"/>
              <a:gd name="connsiteX15" fmla="*/ 421484 w 459801"/>
              <a:gd name="connsiteY15" fmla="*/ 19158 h 344850"/>
              <a:gd name="connsiteX16" fmla="*/ 421484 w 459801"/>
              <a:gd name="connsiteY16" fmla="*/ 287376 h 344850"/>
              <a:gd name="connsiteX17" fmla="*/ 38317 w 459801"/>
              <a:gd name="connsiteY17" fmla="*/ 287376 h 344850"/>
              <a:gd name="connsiteX18" fmla="*/ 38317 w 459801"/>
              <a:gd name="connsiteY18" fmla="*/ 19158 h 344850"/>
              <a:gd name="connsiteX19" fmla="*/ 38317 w 459801"/>
              <a:gd name="connsiteY19" fmla="*/ 19158 h 344850"/>
              <a:gd name="connsiteX20" fmla="*/ 417653 w 459801"/>
              <a:gd name="connsiteY20" fmla="*/ 325692 h 344850"/>
              <a:gd name="connsiteX21" fmla="*/ 42148 w 459801"/>
              <a:gd name="connsiteY21" fmla="*/ 325692 h 344850"/>
              <a:gd name="connsiteX22" fmla="*/ 19158 w 459801"/>
              <a:gd name="connsiteY22" fmla="*/ 306534 h 344850"/>
              <a:gd name="connsiteX23" fmla="*/ 440643 w 459801"/>
              <a:gd name="connsiteY23" fmla="*/ 306534 h 344850"/>
              <a:gd name="connsiteX24" fmla="*/ 417653 w 459801"/>
              <a:gd name="connsiteY24" fmla="*/ 325692 h 344850"/>
              <a:gd name="connsiteX25" fmla="*/ 235648 w 459801"/>
              <a:gd name="connsiteY25" fmla="*/ 168594 h 344850"/>
              <a:gd name="connsiteX26" fmla="*/ 252891 w 459801"/>
              <a:gd name="connsiteY26" fmla="*/ 151351 h 344850"/>
              <a:gd name="connsiteX27" fmla="*/ 312282 w 459801"/>
              <a:gd name="connsiteY27" fmla="*/ 210742 h 344850"/>
              <a:gd name="connsiteX28" fmla="*/ 287376 w 459801"/>
              <a:gd name="connsiteY28" fmla="*/ 210742 h 344850"/>
              <a:gd name="connsiteX29" fmla="*/ 287376 w 459801"/>
              <a:gd name="connsiteY29" fmla="*/ 229901 h 344850"/>
              <a:gd name="connsiteX30" fmla="*/ 329524 w 459801"/>
              <a:gd name="connsiteY30" fmla="*/ 229901 h 344850"/>
              <a:gd name="connsiteX31" fmla="*/ 344851 w 459801"/>
              <a:gd name="connsiteY31" fmla="*/ 214574 h 344850"/>
              <a:gd name="connsiteX32" fmla="*/ 344851 w 459801"/>
              <a:gd name="connsiteY32" fmla="*/ 172425 h 344850"/>
              <a:gd name="connsiteX33" fmla="*/ 325692 w 459801"/>
              <a:gd name="connsiteY33" fmla="*/ 172425 h 344850"/>
              <a:gd name="connsiteX34" fmla="*/ 325692 w 459801"/>
              <a:gd name="connsiteY34" fmla="*/ 197331 h 344850"/>
              <a:gd name="connsiteX35" fmla="*/ 264386 w 459801"/>
              <a:gd name="connsiteY35" fmla="*/ 136024 h 344850"/>
              <a:gd name="connsiteX36" fmla="*/ 252891 w 459801"/>
              <a:gd name="connsiteY36" fmla="*/ 132193 h 344850"/>
              <a:gd name="connsiteX37" fmla="*/ 252891 w 459801"/>
              <a:gd name="connsiteY37" fmla="*/ 132193 h 344850"/>
              <a:gd name="connsiteX38" fmla="*/ 241396 w 459801"/>
              <a:gd name="connsiteY38" fmla="*/ 136024 h 344850"/>
              <a:gd name="connsiteX39" fmla="*/ 224153 w 459801"/>
              <a:gd name="connsiteY39" fmla="*/ 153267 h 344850"/>
              <a:gd name="connsiteX40" fmla="*/ 120698 w 459801"/>
              <a:gd name="connsiteY40" fmla="*/ 78549 h 344850"/>
              <a:gd name="connsiteX41" fmla="*/ 109203 w 459801"/>
              <a:gd name="connsiteY41" fmla="*/ 93876 h 344850"/>
              <a:gd name="connsiteX42" fmla="*/ 214574 w 459801"/>
              <a:gd name="connsiteY42" fmla="*/ 168594 h 344850"/>
              <a:gd name="connsiteX43" fmla="*/ 235648 w 459801"/>
              <a:gd name="connsiteY43" fmla="*/ 168594 h 344850"/>
              <a:gd name="connsiteX44" fmla="*/ 76634 w 459801"/>
              <a:gd name="connsiteY44" fmla="*/ 268217 h 344850"/>
              <a:gd name="connsiteX45" fmla="*/ 383168 w 459801"/>
              <a:gd name="connsiteY45" fmla="*/ 268217 h 344850"/>
              <a:gd name="connsiteX46" fmla="*/ 402326 w 459801"/>
              <a:gd name="connsiteY46" fmla="*/ 249059 h 344850"/>
              <a:gd name="connsiteX47" fmla="*/ 402326 w 459801"/>
              <a:gd name="connsiteY47" fmla="*/ 57475 h 344850"/>
              <a:gd name="connsiteX48" fmla="*/ 383168 w 459801"/>
              <a:gd name="connsiteY48" fmla="*/ 38317 h 344850"/>
              <a:gd name="connsiteX49" fmla="*/ 76634 w 459801"/>
              <a:gd name="connsiteY49" fmla="*/ 38317 h 344850"/>
              <a:gd name="connsiteX50" fmla="*/ 57475 w 459801"/>
              <a:gd name="connsiteY50" fmla="*/ 57475 h 344850"/>
              <a:gd name="connsiteX51" fmla="*/ 57475 w 459801"/>
              <a:gd name="connsiteY51" fmla="*/ 249059 h 344850"/>
              <a:gd name="connsiteX52" fmla="*/ 76634 w 459801"/>
              <a:gd name="connsiteY52" fmla="*/ 268217 h 344850"/>
              <a:gd name="connsiteX53" fmla="*/ 383168 w 459801"/>
              <a:gd name="connsiteY53" fmla="*/ 249059 h 344850"/>
              <a:gd name="connsiteX54" fmla="*/ 268217 w 459801"/>
              <a:gd name="connsiteY54" fmla="*/ 249059 h 344850"/>
              <a:gd name="connsiteX55" fmla="*/ 268217 w 459801"/>
              <a:gd name="connsiteY55" fmla="*/ 229901 h 344850"/>
              <a:gd name="connsiteX56" fmla="*/ 249059 w 459801"/>
              <a:gd name="connsiteY56" fmla="*/ 229901 h 344850"/>
              <a:gd name="connsiteX57" fmla="*/ 249059 w 459801"/>
              <a:gd name="connsiteY57" fmla="*/ 249059 h 344850"/>
              <a:gd name="connsiteX58" fmla="*/ 201163 w 459801"/>
              <a:gd name="connsiteY58" fmla="*/ 249059 h 344850"/>
              <a:gd name="connsiteX59" fmla="*/ 201163 w 459801"/>
              <a:gd name="connsiteY59" fmla="*/ 210742 h 344850"/>
              <a:gd name="connsiteX60" fmla="*/ 182005 w 459801"/>
              <a:gd name="connsiteY60" fmla="*/ 210742 h 344850"/>
              <a:gd name="connsiteX61" fmla="*/ 182005 w 459801"/>
              <a:gd name="connsiteY61" fmla="*/ 249059 h 344850"/>
              <a:gd name="connsiteX62" fmla="*/ 134109 w 459801"/>
              <a:gd name="connsiteY62" fmla="*/ 249059 h 344850"/>
              <a:gd name="connsiteX63" fmla="*/ 134109 w 459801"/>
              <a:gd name="connsiteY63" fmla="*/ 191584 h 344850"/>
              <a:gd name="connsiteX64" fmla="*/ 114950 w 459801"/>
              <a:gd name="connsiteY64" fmla="*/ 191584 h 344850"/>
              <a:gd name="connsiteX65" fmla="*/ 114950 w 459801"/>
              <a:gd name="connsiteY65" fmla="*/ 249059 h 344850"/>
              <a:gd name="connsiteX66" fmla="*/ 76634 w 459801"/>
              <a:gd name="connsiteY66" fmla="*/ 249059 h 344850"/>
              <a:gd name="connsiteX67" fmla="*/ 76634 w 459801"/>
              <a:gd name="connsiteY67" fmla="*/ 57475 h 344850"/>
              <a:gd name="connsiteX68" fmla="*/ 383168 w 459801"/>
              <a:gd name="connsiteY68" fmla="*/ 57475 h 344850"/>
              <a:gd name="connsiteX69" fmla="*/ 383168 w 459801"/>
              <a:gd name="connsiteY69" fmla="*/ 249059 h 344850"/>
              <a:gd name="connsiteX70" fmla="*/ 383168 w 459801"/>
              <a:gd name="connsiteY70" fmla="*/ 249059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59801" h="344850">
                <a:moveTo>
                  <a:pt x="444474" y="287376"/>
                </a:moveTo>
                <a:lnTo>
                  <a:pt x="440643" y="287376"/>
                </a:lnTo>
                <a:lnTo>
                  <a:pt x="440643" y="19158"/>
                </a:lnTo>
                <a:cubicBezTo>
                  <a:pt x="440643" y="7663"/>
                  <a:pt x="432979" y="0"/>
                  <a:pt x="421484" y="0"/>
                </a:cubicBezTo>
                <a:lnTo>
                  <a:pt x="38317" y="0"/>
                </a:lnTo>
                <a:cubicBezTo>
                  <a:pt x="26822" y="0"/>
                  <a:pt x="19158" y="7663"/>
                  <a:pt x="19158" y="19158"/>
                </a:cubicBezTo>
                <a:lnTo>
                  <a:pt x="19158" y="287376"/>
                </a:lnTo>
                <a:lnTo>
                  <a:pt x="13411" y="287376"/>
                </a:lnTo>
                <a:cubicBezTo>
                  <a:pt x="5748" y="287376"/>
                  <a:pt x="0" y="295039"/>
                  <a:pt x="0" y="302702"/>
                </a:cubicBezTo>
                <a:cubicBezTo>
                  <a:pt x="0" y="302702"/>
                  <a:pt x="0" y="302702"/>
                  <a:pt x="0" y="302702"/>
                </a:cubicBezTo>
                <a:cubicBezTo>
                  <a:pt x="0" y="325692"/>
                  <a:pt x="19158" y="344851"/>
                  <a:pt x="42148" y="344851"/>
                </a:cubicBezTo>
                <a:lnTo>
                  <a:pt x="417653" y="344851"/>
                </a:lnTo>
                <a:cubicBezTo>
                  <a:pt x="440643" y="344851"/>
                  <a:pt x="459801" y="325692"/>
                  <a:pt x="459801" y="302702"/>
                </a:cubicBezTo>
                <a:cubicBezTo>
                  <a:pt x="459801" y="295039"/>
                  <a:pt x="452138" y="287376"/>
                  <a:pt x="444474" y="287376"/>
                </a:cubicBezTo>
                <a:close/>
                <a:moveTo>
                  <a:pt x="38317" y="19158"/>
                </a:moveTo>
                <a:lnTo>
                  <a:pt x="421484" y="19158"/>
                </a:lnTo>
                <a:lnTo>
                  <a:pt x="421484" y="287376"/>
                </a:lnTo>
                <a:lnTo>
                  <a:pt x="38317" y="287376"/>
                </a:lnTo>
                <a:lnTo>
                  <a:pt x="38317" y="19158"/>
                </a:lnTo>
                <a:lnTo>
                  <a:pt x="38317" y="19158"/>
                </a:lnTo>
                <a:moveTo>
                  <a:pt x="417653" y="325692"/>
                </a:moveTo>
                <a:lnTo>
                  <a:pt x="42148" y="325692"/>
                </a:lnTo>
                <a:cubicBezTo>
                  <a:pt x="30653" y="325692"/>
                  <a:pt x="21074" y="318029"/>
                  <a:pt x="19158" y="306534"/>
                </a:cubicBezTo>
                <a:lnTo>
                  <a:pt x="440643" y="306534"/>
                </a:lnTo>
                <a:cubicBezTo>
                  <a:pt x="438727" y="318029"/>
                  <a:pt x="429148" y="325692"/>
                  <a:pt x="417653" y="325692"/>
                </a:cubicBezTo>
                <a:close/>
                <a:moveTo>
                  <a:pt x="235648" y="168594"/>
                </a:moveTo>
                <a:lnTo>
                  <a:pt x="252891" y="151351"/>
                </a:lnTo>
                <a:lnTo>
                  <a:pt x="312282" y="210742"/>
                </a:lnTo>
                <a:lnTo>
                  <a:pt x="287376" y="210742"/>
                </a:lnTo>
                <a:lnTo>
                  <a:pt x="287376" y="229901"/>
                </a:lnTo>
                <a:lnTo>
                  <a:pt x="329524" y="229901"/>
                </a:lnTo>
                <a:cubicBezTo>
                  <a:pt x="337187" y="229901"/>
                  <a:pt x="342935" y="224153"/>
                  <a:pt x="344851" y="214574"/>
                </a:cubicBezTo>
                <a:lnTo>
                  <a:pt x="344851" y="172425"/>
                </a:lnTo>
                <a:lnTo>
                  <a:pt x="325692" y="172425"/>
                </a:lnTo>
                <a:lnTo>
                  <a:pt x="325692" y="197331"/>
                </a:lnTo>
                <a:lnTo>
                  <a:pt x="264386" y="136024"/>
                </a:lnTo>
                <a:cubicBezTo>
                  <a:pt x="262470" y="132193"/>
                  <a:pt x="258638" y="132193"/>
                  <a:pt x="252891" y="132193"/>
                </a:cubicBezTo>
                <a:lnTo>
                  <a:pt x="252891" y="132193"/>
                </a:lnTo>
                <a:cubicBezTo>
                  <a:pt x="249059" y="132193"/>
                  <a:pt x="245227" y="134109"/>
                  <a:pt x="241396" y="136024"/>
                </a:cubicBezTo>
                <a:lnTo>
                  <a:pt x="224153" y="153267"/>
                </a:lnTo>
                <a:lnTo>
                  <a:pt x="120698" y="78549"/>
                </a:lnTo>
                <a:lnTo>
                  <a:pt x="109203" y="93876"/>
                </a:lnTo>
                <a:lnTo>
                  <a:pt x="214574" y="168594"/>
                </a:lnTo>
                <a:cubicBezTo>
                  <a:pt x="220321" y="174341"/>
                  <a:pt x="229901" y="174341"/>
                  <a:pt x="235648" y="168594"/>
                </a:cubicBezTo>
                <a:close/>
                <a:moveTo>
                  <a:pt x="76634" y="268217"/>
                </a:moveTo>
                <a:lnTo>
                  <a:pt x="383168" y="268217"/>
                </a:lnTo>
                <a:cubicBezTo>
                  <a:pt x="394663" y="268217"/>
                  <a:pt x="402326" y="260554"/>
                  <a:pt x="402326" y="249059"/>
                </a:cubicBezTo>
                <a:lnTo>
                  <a:pt x="402326" y="57475"/>
                </a:lnTo>
                <a:cubicBezTo>
                  <a:pt x="402326" y="45980"/>
                  <a:pt x="394663" y="38317"/>
                  <a:pt x="383168" y="38317"/>
                </a:cubicBezTo>
                <a:lnTo>
                  <a:pt x="76634" y="38317"/>
                </a:lnTo>
                <a:cubicBezTo>
                  <a:pt x="65138" y="38317"/>
                  <a:pt x="57475" y="45980"/>
                  <a:pt x="57475" y="57475"/>
                </a:cubicBezTo>
                <a:lnTo>
                  <a:pt x="57475" y="249059"/>
                </a:lnTo>
                <a:cubicBezTo>
                  <a:pt x="57475" y="260554"/>
                  <a:pt x="65138" y="268217"/>
                  <a:pt x="76634" y="268217"/>
                </a:cubicBezTo>
                <a:close/>
                <a:moveTo>
                  <a:pt x="383168" y="249059"/>
                </a:moveTo>
                <a:lnTo>
                  <a:pt x="268217" y="249059"/>
                </a:lnTo>
                <a:lnTo>
                  <a:pt x="268217" y="229901"/>
                </a:lnTo>
                <a:lnTo>
                  <a:pt x="249059" y="229901"/>
                </a:lnTo>
                <a:lnTo>
                  <a:pt x="249059" y="249059"/>
                </a:lnTo>
                <a:lnTo>
                  <a:pt x="201163" y="249059"/>
                </a:lnTo>
                <a:lnTo>
                  <a:pt x="201163" y="210742"/>
                </a:lnTo>
                <a:lnTo>
                  <a:pt x="182005" y="210742"/>
                </a:lnTo>
                <a:lnTo>
                  <a:pt x="182005" y="249059"/>
                </a:lnTo>
                <a:lnTo>
                  <a:pt x="134109" y="249059"/>
                </a:lnTo>
                <a:lnTo>
                  <a:pt x="134109" y="191584"/>
                </a:lnTo>
                <a:lnTo>
                  <a:pt x="114950" y="191584"/>
                </a:lnTo>
                <a:lnTo>
                  <a:pt x="114950" y="249059"/>
                </a:lnTo>
                <a:lnTo>
                  <a:pt x="76634" y="249059"/>
                </a:lnTo>
                <a:lnTo>
                  <a:pt x="76634" y="57475"/>
                </a:lnTo>
                <a:lnTo>
                  <a:pt x="383168" y="57475"/>
                </a:lnTo>
                <a:lnTo>
                  <a:pt x="383168" y="249059"/>
                </a:lnTo>
                <a:lnTo>
                  <a:pt x="383168" y="249059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3" name="Graphic 94" descr="Align interests icon.">
            <a:extLst>
              <a:ext uri="{FF2B5EF4-FFF2-40B4-BE49-F238E27FC236}">
                <a16:creationId xmlns:a16="http://schemas.microsoft.com/office/drawing/2014/main" id="{462938CB-1579-414C-9C01-22A6FAEE34A6}"/>
              </a:ext>
            </a:extLst>
          </p:cNvPr>
          <p:cNvSpPr>
            <a:spLocks noChangeAspect="1"/>
          </p:cNvSpPr>
          <p:nvPr/>
        </p:nvSpPr>
        <p:spPr>
          <a:xfrm>
            <a:off x="5862217" y="4332229"/>
            <a:ext cx="458518" cy="343888"/>
          </a:xfrm>
          <a:custGeom>
            <a:avLst/>
            <a:gdLst>
              <a:gd name="connsiteX0" fmla="*/ 219707 w 458518"/>
              <a:gd name="connsiteY0" fmla="*/ 0 h 343888"/>
              <a:gd name="connsiteX1" fmla="*/ 238811 w 458518"/>
              <a:gd name="connsiteY1" fmla="*/ 0 h 343888"/>
              <a:gd name="connsiteX2" fmla="*/ 238811 w 458518"/>
              <a:gd name="connsiteY2" fmla="*/ 343889 h 343888"/>
              <a:gd name="connsiteX3" fmla="*/ 219707 w 458518"/>
              <a:gd name="connsiteY3" fmla="*/ 343889 h 343888"/>
              <a:gd name="connsiteX4" fmla="*/ 219707 w 458518"/>
              <a:gd name="connsiteY4" fmla="*/ 0 h 343888"/>
              <a:gd name="connsiteX5" fmla="*/ 124182 w 458518"/>
              <a:gd name="connsiteY5" fmla="*/ 87883 h 343888"/>
              <a:gd name="connsiteX6" fmla="*/ 110809 w 458518"/>
              <a:gd name="connsiteY6" fmla="*/ 101256 h 343888"/>
              <a:gd name="connsiteX7" fmla="*/ 171944 w 458518"/>
              <a:gd name="connsiteY7" fmla="*/ 162392 h 343888"/>
              <a:gd name="connsiteX8" fmla="*/ 0 w 458518"/>
              <a:gd name="connsiteY8" fmla="*/ 162392 h 343888"/>
              <a:gd name="connsiteX9" fmla="*/ 0 w 458518"/>
              <a:gd name="connsiteY9" fmla="*/ 181497 h 343888"/>
              <a:gd name="connsiteX10" fmla="*/ 171944 w 458518"/>
              <a:gd name="connsiteY10" fmla="*/ 181497 h 343888"/>
              <a:gd name="connsiteX11" fmla="*/ 110809 w 458518"/>
              <a:gd name="connsiteY11" fmla="*/ 242632 h 343888"/>
              <a:gd name="connsiteX12" fmla="*/ 124182 w 458518"/>
              <a:gd name="connsiteY12" fmla="*/ 256006 h 343888"/>
              <a:gd name="connsiteX13" fmla="*/ 194870 w 458518"/>
              <a:gd name="connsiteY13" fmla="*/ 185318 h 343888"/>
              <a:gd name="connsiteX14" fmla="*/ 194870 w 458518"/>
              <a:gd name="connsiteY14" fmla="*/ 158571 h 343888"/>
              <a:gd name="connsiteX15" fmla="*/ 194870 w 458518"/>
              <a:gd name="connsiteY15" fmla="*/ 158571 h 343888"/>
              <a:gd name="connsiteX16" fmla="*/ 124182 w 458518"/>
              <a:gd name="connsiteY16" fmla="*/ 87883 h 343888"/>
              <a:gd name="connsiteX17" fmla="*/ 458518 w 458518"/>
              <a:gd name="connsiteY17" fmla="*/ 162392 h 343888"/>
              <a:gd name="connsiteX18" fmla="*/ 286574 w 458518"/>
              <a:gd name="connsiteY18" fmla="*/ 162392 h 343888"/>
              <a:gd name="connsiteX19" fmla="*/ 347710 w 458518"/>
              <a:gd name="connsiteY19" fmla="*/ 101256 h 343888"/>
              <a:gd name="connsiteX20" fmla="*/ 334336 w 458518"/>
              <a:gd name="connsiteY20" fmla="*/ 87883 h 343888"/>
              <a:gd name="connsiteX21" fmla="*/ 263648 w 458518"/>
              <a:gd name="connsiteY21" fmla="*/ 158571 h 343888"/>
              <a:gd name="connsiteX22" fmla="*/ 263648 w 458518"/>
              <a:gd name="connsiteY22" fmla="*/ 185318 h 343888"/>
              <a:gd name="connsiteX23" fmla="*/ 263648 w 458518"/>
              <a:gd name="connsiteY23" fmla="*/ 185318 h 343888"/>
              <a:gd name="connsiteX24" fmla="*/ 334336 w 458518"/>
              <a:gd name="connsiteY24" fmla="*/ 256006 h 343888"/>
              <a:gd name="connsiteX25" fmla="*/ 347710 w 458518"/>
              <a:gd name="connsiteY25" fmla="*/ 242632 h 343888"/>
              <a:gd name="connsiteX26" fmla="*/ 286574 w 458518"/>
              <a:gd name="connsiteY26" fmla="*/ 181497 h 343888"/>
              <a:gd name="connsiteX27" fmla="*/ 458518 w 458518"/>
              <a:gd name="connsiteY27" fmla="*/ 181497 h 343888"/>
              <a:gd name="connsiteX28" fmla="*/ 458518 w 458518"/>
              <a:gd name="connsiteY28" fmla="*/ 162392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58518" h="343888">
                <a:moveTo>
                  <a:pt x="219707" y="0"/>
                </a:moveTo>
                <a:lnTo>
                  <a:pt x="238811" y="0"/>
                </a:lnTo>
                <a:lnTo>
                  <a:pt x="238811" y="343889"/>
                </a:lnTo>
                <a:lnTo>
                  <a:pt x="219707" y="343889"/>
                </a:lnTo>
                <a:lnTo>
                  <a:pt x="219707" y="0"/>
                </a:lnTo>
                <a:close/>
                <a:moveTo>
                  <a:pt x="124182" y="87883"/>
                </a:moveTo>
                <a:lnTo>
                  <a:pt x="110809" y="101256"/>
                </a:lnTo>
                <a:lnTo>
                  <a:pt x="171944" y="162392"/>
                </a:lnTo>
                <a:lnTo>
                  <a:pt x="0" y="162392"/>
                </a:lnTo>
                <a:lnTo>
                  <a:pt x="0" y="181497"/>
                </a:lnTo>
                <a:lnTo>
                  <a:pt x="171944" y="181497"/>
                </a:lnTo>
                <a:lnTo>
                  <a:pt x="110809" y="242632"/>
                </a:lnTo>
                <a:lnTo>
                  <a:pt x="124182" y="256006"/>
                </a:lnTo>
                <a:lnTo>
                  <a:pt x="194870" y="185318"/>
                </a:lnTo>
                <a:cubicBezTo>
                  <a:pt x="202512" y="177676"/>
                  <a:pt x="202512" y="166213"/>
                  <a:pt x="194870" y="158571"/>
                </a:cubicBezTo>
                <a:cubicBezTo>
                  <a:pt x="194870" y="158571"/>
                  <a:pt x="194870" y="158571"/>
                  <a:pt x="194870" y="158571"/>
                </a:cubicBezTo>
                <a:lnTo>
                  <a:pt x="124182" y="87883"/>
                </a:lnTo>
                <a:close/>
                <a:moveTo>
                  <a:pt x="458518" y="162392"/>
                </a:moveTo>
                <a:lnTo>
                  <a:pt x="286574" y="162392"/>
                </a:lnTo>
                <a:lnTo>
                  <a:pt x="347710" y="101256"/>
                </a:lnTo>
                <a:lnTo>
                  <a:pt x="334336" y="87883"/>
                </a:lnTo>
                <a:lnTo>
                  <a:pt x="263648" y="158571"/>
                </a:lnTo>
                <a:cubicBezTo>
                  <a:pt x="256006" y="166213"/>
                  <a:pt x="256006" y="177676"/>
                  <a:pt x="263648" y="185318"/>
                </a:cubicBezTo>
                <a:cubicBezTo>
                  <a:pt x="263648" y="185318"/>
                  <a:pt x="263648" y="185318"/>
                  <a:pt x="263648" y="185318"/>
                </a:cubicBezTo>
                <a:lnTo>
                  <a:pt x="334336" y="256006"/>
                </a:lnTo>
                <a:lnTo>
                  <a:pt x="347710" y="242632"/>
                </a:lnTo>
                <a:lnTo>
                  <a:pt x="286574" y="181497"/>
                </a:lnTo>
                <a:lnTo>
                  <a:pt x="458518" y="181497"/>
                </a:lnTo>
                <a:lnTo>
                  <a:pt x="458518" y="16239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Graphic 149" descr="Network 1 icon.">
            <a:extLst>
              <a:ext uri="{FF2B5EF4-FFF2-40B4-BE49-F238E27FC236}">
                <a16:creationId xmlns:a16="http://schemas.microsoft.com/office/drawing/2014/main" id="{B9DD752B-C9B8-4EC7-AAA3-E73A6B98CD3A}"/>
              </a:ext>
            </a:extLst>
          </p:cNvPr>
          <p:cNvSpPr>
            <a:spLocks noChangeAspect="1"/>
          </p:cNvSpPr>
          <p:nvPr/>
        </p:nvSpPr>
        <p:spPr>
          <a:xfrm>
            <a:off x="7114463" y="4255809"/>
            <a:ext cx="420308" cy="420308"/>
          </a:xfrm>
          <a:custGeom>
            <a:avLst/>
            <a:gdLst>
              <a:gd name="connsiteX0" fmla="*/ 372546 w 420308"/>
              <a:gd name="connsiteY0" fmla="*/ 324784 h 420308"/>
              <a:gd name="connsiteX1" fmla="*/ 345799 w 420308"/>
              <a:gd name="connsiteY1" fmla="*/ 332426 h 420308"/>
              <a:gd name="connsiteX2" fmla="*/ 269379 w 420308"/>
              <a:gd name="connsiteY2" fmla="*/ 256006 h 420308"/>
              <a:gd name="connsiteX3" fmla="*/ 269379 w 420308"/>
              <a:gd name="connsiteY3" fmla="*/ 162392 h 420308"/>
              <a:gd name="connsiteX4" fmla="*/ 345799 w 420308"/>
              <a:gd name="connsiteY4" fmla="*/ 85972 h 420308"/>
              <a:gd name="connsiteX5" fmla="*/ 372546 w 420308"/>
              <a:gd name="connsiteY5" fmla="*/ 95525 h 420308"/>
              <a:gd name="connsiteX6" fmla="*/ 420308 w 420308"/>
              <a:gd name="connsiteY6" fmla="*/ 47762 h 420308"/>
              <a:gd name="connsiteX7" fmla="*/ 372546 w 420308"/>
              <a:gd name="connsiteY7" fmla="*/ 0 h 420308"/>
              <a:gd name="connsiteX8" fmla="*/ 324784 w 420308"/>
              <a:gd name="connsiteY8" fmla="*/ 47762 h 420308"/>
              <a:gd name="connsiteX9" fmla="*/ 332426 w 420308"/>
              <a:gd name="connsiteY9" fmla="*/ 74509 h 420308"/>
              <a:gd name="connsiteX10" fmla="*/ 256006 w 420308"/>
              <a:gd name="connsiteY10" fmla="*/ 150929 h 420308"/>
              <a:gd name="connsiteX11" fmla="*/ 162392 w 420308"/>
              <a:gd name="connsiteY11" fmla="*/ 150929 h 420308"/>
              <a:gd name="connsiteX12" fmla="*/ 85972 w 420308"/>
              <a:gd name="connsiteY12" fmla="*/ 74509 h 420308"/>
              <a:gd name="connsiteX13" fmla="*/ 95525 w 420308"/>
              <a:gd name="connsiteY13" fmla="*/ 47762 h 420308"/>
              <a:gd name="connsiteX14" fmla="*/ 47762 w 420308"/>
              <a:gd name="connsiteY14" fmla="*/ 0 h 420308"/>
              <a:gd name="connsiteX15" fmla="*/ 0 w 420308"/>
              <a:gd name="connsiteY15" fmla="*/ 47762 h 420308"/>
              <a:gd name="connsiteX16" fmla="*/ 47762 w 420308"/>
              <a:gd name="connsiteY16" fmla="*/ 95525 h 420308"/>
              <a:gd name="connsiteX17" fmla="*/ 74509 w 420308"/>
              <a:gd name="connsiteY17" fmla="*/ 87883 h 420308"/>
              <a:gd name="connsiteX18" fmla="*/ 150929 w 420308"/>
              <a:gd name="connsiteY18" fmla="*/ 164302 h 420308"/>
              <a:gd name="connsiteX19" fmla="*/ 150929 w 420308"/>
              <a:gd name="connsiteY19" fmla="*/ 257916 h 420308"/>
              <a:gd name="connsiteX20" fmla="*/ 74509 w 420308"/>
              <a:gd name="connsiteY20" fmla="*/ 334336 h 420308"/>
              <a:gd name="connsiteX21" fmla="*/ 47762 w 420308"/>
              <a:gd name="connsiteY21" fmla="*/ 324784 h 420308"/>
              <a:gd name="connsiteX22" fmla="*/ 0 w 420308"/>
              <a:gd name="connsiteY22" fmla="*/ 372546 h 420308"/>
              <a:gd name="connsiteX23" fmla="*/ 47762 w 420308"/>
              <a:gd name="connsiteY23" fmla="*/ 420308 h 420308"/>
              <a:gd name="connsiteX24" fmla="*/ 95525 w 420308"/>
              <a:gd name="connsiteY24" fmla="*/ 372546 h 420308"/>
              <a:gd name="connsiteX25" fmla="*/ 87883 w 420308"/>
              <a:gd name="connsiteY25" fmla="*/ 345799 h 420308"/>
              <a:gd name="connsiteX26" fmla="*/ 164302 w 420308"/>
              <a:gd name="connsiteY26" fmla="*/ 269379 h 420308"/>
              <a:gd name="connsiteX27" fmla="*/ 257916 w 420308"/>
              <a:gd name="connsiteY27" fmla="*/ 269379 h 420308"/>
              <a:gd name="connsiteX28" fmla="*/ 334336 w 420308"/>
              <a:gd name="connsiteY28" fmla="*/ 345799 h 420308"/>
              <a:gd name="connsiteX29" fmla="*/ 324784 w 420308"/>
              <a:gd name="connsiteY29" fmla="*/ 372546 h 420308"/>
              <a:gd name="connsiteX30" fmla="*/ 372546 w 420308"/>
              <a:gd name="connsiteY30" fmla="*/ 420308 h 420308"/>
              <a:gd name="connsiteX31" fmla="*/ 420308 w 420308"/>
              <a:gd name="connsiteY31" fmla="*/ 372546 h 420308"/>
              <a:gd name="connsiteX32" fmla="*/ 372546 w 420308"/>
              <a:gd name="connsiteY32" fmla="*/ 324784 h 420308"/>
              <a:gd name="connsiteX33" fmla="*/ 372546 w 420308"/>
              <a:gd name="connsiteY33" fmla="*/ 19105 h 420308"/>
              <a:gd name="connsiteX34" fmla="*/ 401203 w 420308"/>
              <a:gd name="connsiteY34" fmla="*/ 47762 h 420308"/>
              <a:gd name="connsiteX35" fmla="*/ 372546 w 420308"/>
              <a:gd name="connsiteY35" fmla="*/ 76420 h 420308"/>
              <a:gd name="connsiteX36" fmla="*/ 343889 w 420308"/>
              <a:gd name="connsiteY36" fmla="*/ 47762 h 420308"/>
              <a:gd name="connsiteX37" fmla="*/ 372546 w 420308"/>
              <a:gd name="connsiteY37" fmla="*/ 19105 h 420308"/>
              <a:gd name="connsiteX38" fmla="*/ 47762 w 420308"/>
              <a:gd name="connsiteY38" fmla="*/ 76420 h 420308"/>
              <a:gd name="connsiteX39" fmla="*/ 19105 w 420308"/>
              <a:gd name="connsiteY39" fmla="*/ 47762 h 420308"/>
              <a:gd name="connsiteX40" fmla="*/ 47762 w 420308"/>
              <a:gd name="connsiteY40" fmla="*/ 19105 h 420308"/>
              <a:gd name="connsiteX41" fmla="*/ 76420 w 420308"/>
              <a:gd name="connsiteY41" fmla="*/ 47762 h 420308"/>
              <a:gd name="connsiteX42" fmla="*/ 47762 w 420308"/>
              <a:gd name="connsiteY42" fmla="*/ 76420 h 420308"/>
              <a:gd name="connsiteX43" fmla="*/ 47762 w 420308"/>
              <a:gd name="connsiteY43" fmla="*/ 401203 h 420308"/>
              <a:gd name="connsiteX44" fmla="*/ 19105 w 420308"/>
              <a:gd name="connsiteY44" fmla="*/ 372546 h 420308"/>
              <a:gd name="connsiteX45" fmla="*/ 47762 w 420308"/>
              <a:gd name="connsiteY45" fmla="*/ 343889 h 420308"/>
              <a:gd name="connsiteX46" fmla="*/ 76420 w 420308"/>
              <a:gd name="connsiteY46" fmla="*/ 372546 h 420308"/>
              <a:gd name="connsiteX47" fmla="*/ 47762 w 420308"/>
              <a:gd name="connsiteY47" fmla="*/ 401203 h 420308"/>
              <a:gd name="connsiteX48" fmla="*/ 210154 w 420308"/>
              <a:gd name="connsiteY48" fmla="*/ 267469 h 420308"/>
              <a:gd name="connsiteX49" fmla="*/ 152839 w 420308"/>
              <a:gd name="connsiteY49" fmla="*/ 210154 h 420308"/>
              <a:gd name="connsiteX50" fmla="*/ 210154 w 420308"/>
              <a:gd name="connsiteY50" fmla="*/ 152839 h 420308"/>
              <a:gd name="connsiteX51" fmla="*/ 267469 w 420308"/>
              <a:gd name="connsiteY51" fmla="*/ 210154 h 420308"/>
              <a:gd name="connsiteX52" fmla="*/ 210154 w 420308"/>
              <a:gd name="connsiteY52" fmla="*/ 267469 h 420308"/>
              <a:gd name="connsiteX53" fmla="*/ 372546 w 420308"/>
              <a:gd name="connsiteY53" fmla="*/ 401203 h 420308"/>
              <a:gd name="connsiteX54" fmla="*/ 343889 w 420308"/>
              <a:gd name="connsiteY54" fmla="*/ 372546 h 420308"/>
              <a:gd name="connsiteX55" fmla="*/ 372546 w 420308"/>
              <a:gd name="connsiteY55" fmla="*/ 343889 h 420308"/>
              <a:gd name="connsiteX56" fmla="*/ 401203 w 420308"/>
              <a:gd name="connsiteY56" fmla="*/ 372546 h 420308"/>
              <a:gd name="connsiteX57" fmla="*/ 372546 w 420308"/>
              <a:gd name="connsiteY57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20308" h="420308">
                <a:moveTo>
                  <a:pt x="372546" y="324784"/>
                </a:moveTo>
                <a:cubicBezTo>
                  <a:pt x="362993" y="324784"/>
                  <a:pt x="353441" y="326694"/>
                  <a:pt x="345799" y="332426"/>
                </a:cubicBezTo>
                <a:lnTo>
                  <a:pt x="269379" y="256006"/>
                </a:lnTo>
                <a:cubicBezTo>
                  <a:pt x="290395" y="229259"/>
                  <a:pt x="290395" y="189139"/>
                  <a:pt x="269379" y="162392"/>
                </a:cubicBezTo>
                <a:lnTo>
                  <a:pt x="345799" y="85972"/>
                </a:lnTo>
                <a:cubicBezTo>
                  <a:pt x="353441" y="91704"/>
                  <a:pt x="362993" y="95525"/>
                  <a:pt x="372546" y="95525"/>
                </a:cubicBezTo>
                <a:cubicBezTo>
                  <a:pt x="399293" y="95525"/>
                  <a:pt x="420308" y="74509"/>
                  <a:pt x="420308" y="47762"/>
                </a:cubicBezTo>
                <a:cubicBezTo>
                  <a:pt x="420308" y="21015"/>
                  <a:pt x="399293" y="0"/>
                  <a:pt x="372546" y="0"/>
                </a:cubicBezTo>
                <a:cubicBezTo>
                  <a:pt x="345799" y="0"/>
                  <a:pt x="324784" y="21015"/>
                  <a:pt x="324784" y="47762"/>
                </a:cubicBezTo>
                <a:cubicBezTo>
                  <a:pt x="324784" y="57315"/>
                  <a:pt x="326694" y="66867"/>
                  <a:pt x="332426" y="74509"/>
                </a:cubicBezTo>
                <a:lnTo>
                  <a:pt x="256006" y="150929"/>
                </a:lnTo>
                <a:cubicBezTo>
                  <a:pt x="229259" y="128003"/>
                  <a:pt x="191049" y="128003"/>
                  <a:pt x="162392" y="150929"/>
                </a:cubicBezTo>
                <a:lnTo>
                  <a:pt x="85972" y="74509"/>
                </a:lnTo>
                <a:cubicBezTo>
                  <a:pt x="91704" y="66867"/>
                  <a:pt x="95525" y="57315"/>
                  <a:pt x="95525" y="47762"/>
                </a:cubicBezTo>
                <a:cubicBezTo>
                  <a:pt x="95525" y="21015"/>
                  <a:pt x="74509" y="0"/>
                  <a:pt x="47762" y="0"/>
                </a:cubicBezTo>
                <a:cubicBezTo>
                  <a:pt x="21015" y="0"/>
                  <a:pt x="0" y="21015"/>
                  <a:pt x="0" y="47762"/>
                </a:cubicBezTo>
                <a:cubicBezTo>
                  <a:pt x="0" y="74509"/>
                  <a:pt x="21015" y="95525"/>
                  <a:pt x="47762" y="95525"/>
                </a:cubicBezTo>
                <a:cubicBezTo>
                  <a:pt x="57315" y="95525"/>
                  <a:pt x="66867" y="93614"/>
                  <a:pt x="74509" y="87883"/>
                </a:cubicBezTo>
                <a:lnTo>
                  <a:pt x="150929" y="164302"/>
                </a:lnTo>
                <a:cubicBezTo>
                  <a:pt x="129913" y="191049"/>
                  <a:pt x="129913" y="231170"/>
                  <a:pt x="150929" y="257916"/>
                </a:cubicBezTo>
                <a:lnTo>
                  <a:pt x="74509" y="334336"/>
                </a:lnTo>
                <a:cubicBezTo>
                  <a:pt x="66867" y="328605"/>
                  <a:pt x="57315" y="324784"/>
                  <a:pt x="47762" y="324784"/>
                </a:cubicBezTo>
                <a:cubicBezTo>
                  <a:pt x="21015" y="324784"/>
                  <a:pt x="0" y="345799"/>
                  <a:pt x="0" y="372546"/>
                </a:cubicBezTo>
                <a:cubicBezTo>
                  <a:pt x="0" y="399293"/>
                  <a:pt x="21015" y="420308"/>
                  <a:pt x="47762" y="420308"/>
                </a:cubicBezTo>
                <a:cubicBezTo>
                  <a:pt x="74509" y="420308"/>
                  <a:pt x="95525" y="399293"/>
                  <a:pt x="95525" y="372546"/>
                </a:cubicBezTo>
                <a:cubicBezTo>
                  <a:pt x="95525" y="362993"/>
                  <a:pt x="93614" y="353441"/>
                  <a:pt x="87883" y="345799"/>
                </a:cubicBezTo>
                <a:lnTo>
                  <a:pt x="164302" y="269379"/>
                </a:lnTo>
                <a:cubicBezTo>
                  <a:pt x="191049" y="290395"/>
                  <a:pt x="231170" y="290395"/>
                  <a:pt x="257916" y="269379"/>
                </a:cubicBezTo>
                <a:lnTo>
                  <a:pt x="334336" y="345799"/>
                </a:lnTo>
                <a:cubicBezTo>
                  <a:pt x="328605" y="353441"/>
                  <a:pt x="324784" y="362993"/>
                  <a:pt x="324784" y="372546"/>
                </a:cubicBezTo>
                <a:cubicBezTo>
                  <a:pt x="324784" y="399293"/>
                  <a:pt x="345799" y="420308"/>
                  <a:pt x="372546" y="420308"/>
                </a:cubicBezTo>
                <a:cubicBezTo>
                  <a:pt x="399293" y="420308"/>
                  <a:pt x="420308" y="399293"/>
                  <a:pt x="420308" y="372546"/>
                </a:cubicBezTo>
                <a:cubicBezTo>
                  <a:pt x="420308" y="345799"/>
                  <a:pt x="399293" y="324784"/>
                  <a:pt x="372546" y="324784"/>
                </a:cubicBezTo>
                <a:close/>
                <a:moveTo>
                  <a:pt x="372546" y="19105"/>
                </a:moveTo>
                <a:cubicBezTo>
                  <a:pt x="387830" y="19105"/>
                  <a:pt x="401203" y="32478"/>
                  <a:pt x="401203" y="47762"/>
                </a:cubicBezTo>
                <a:cubicBezTo>
                  <a:pt x="401203" y="63046"/>
                  <a:pt x="387830" y="76420"/>
                  <a:pt x="372546" y="76420"/>
                </a:cubicBezTo>
                <a:cubicBezTo>
                  <a:pt x="357262" y="76420"/>
                  <a:pt x="343889" y="63046"/>
                  <a:pt x="343889" y="47762"/>
                </a:cubicBezTo>
                <a:cubicBezTo>
                  <a:pt x="343889" y="32478"/>
                  <a:pt x="357262" y="19105"/>
                  <a:pt x="372546" y="19105"/>
                </a:cubicBezTo>
                <a:close/>
                <a:moveTo>
                  <a:pt x="47762" y="76420"/>
                </a:moveTo>
                <a:cubicBezTo>
                  <a:pt x="32478" y="76420"/>
                  <a:pt x="19105" y="63046"/>
                  <a:pt x="19105" y="47762"/>
                </a:cubicBezTo>
                <a:cubicBezTo>
                  <a:pt x="19105" y="32478"/>
                  <a:pt x="32478" y="19105"/>
                  <a:pt x="47762" y="19105"/>
                </a:cubicBezTo>
                <a:cubicBezTo>
                  <a:pt x="63046" y="19105"/>
                  <a:pt x="76420" y="32478"/>
                  <a:pt x="76420" y="47762"/>
                </a:cubicBezTo>
                <a:cubicBezTo>
                  <a:pt x="76420" y="63046"/>
                  <a:pt x="63046" y="76420"/>
                  <a:pt x="47762" y="76420"/>
                </a:cubicBezTo>
                <a:close/>
                <a:moveTo>
                  <a:pt x="47762" y="401203"/>
                </a:moveTo>
                <a:cubicBezTo>
                  <a:pt x="32478" y="401203"/>
                  <a:pt x="19105" y="387830"/>
                  <a:pt x="19105" y="372546"/>
                </a:cubicBezTo>
                <a:cubicBezTo>
                  <a:pt x="19105" y="357262"/>
                  <a:pt x="32478" y="343889"/>
                  <a:pt x="47762" y="343889"/>
                </a:cubicBezTo>
                <a:cubicBezTo>
                  <a:pt x="63046" y="343889"/>
                  <a:pt x="76420" y="357262"/>
                  <a:pt x="76420" y="372546"/>
                </a:cubicBezTo>
                <a:cubicBezTo>
                  <a:pt x="76420" y="387830"/>
                  <a:pt x="63046" y="401203"/>
                  <a:pt x="47762" y="401203"/>
                </a:cubicBezTo>
                <a:close/>
                <a:moveTo>
                  <a:pt x="210154" y="267469"/>
                </a:moveTo>
                <a:cubicBezTo>
                  <a:pt x="177676" y="267469"/>
                  <a:pt x="152839" y="242632"/>
                  <a:pt x="152839" y="210154"/>
                </a:cubicBezTo>
                <a:cubicBezTo>
                  <a:pt x="152839" y="177676"/>
                  <a:pt x="177676" y="152839"/>
                  <a:pt x="210154" y="152839"/>
                </a:cubicBezTo>
                <a:cubicBezTo>
                  <a:pt x="242632" y="152839"/>
                  <a:pt x="267469" y="177676"/>
                  <a:pt x="267469" y="210154"/>
                </a:cubicBezTo>
                <a:cubicBezTo>
                  <a:pt x="267469" y="242632"/>
                  <a:pt x="242632" y="267469"/>
                  <a:pt x="210154" y="267469"/>
                </a:cubicBezTo>
                <a:close/>
                <a:moveTo>
                  <a:pt x="372546" y="401203"/>
                </a:moveTo>
                <a:cubicBezTo>
                  <a:pt x="357262" y="401203"/>
                  <a:pt x="343889" y="387830"/>
                  <a:pt x="343889" y="372546"/>
                </a:cubicBezTo>
                <a:cubicBezTo>
                  <a:pt x="343889" y="357262"/>
                  <a:pt x="357262" y="343889"/>
                  <a:pt x="372546" y="343889"/>
                </a:cubicBezTo>
                <a:cubicBezTo>
                  <a:pt x="387830" y="343889"/>
                  <a:pt x="401203" y="357262"/>
                  <a:pt x="401203" y="372546"/>
                </a:cubicBezTo>
                <a:cubicBezTo>
                  <a:pt x="401203" y="387830"/>
                  <a:pt x="387830" y="401203"/>
                  <a:pt x="372546" y="40120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190" descr="Network 2 icon.">
            <a:extLst>
              <a:ext uri="{FF2B5EF4-FFF2-40B4-BE49-F238E27FC236}">
                <a16:creationId xmlns:a16="http://schemas.microsoft.com/office/drawing/2014/main" id="{EC7D78E9-D003-4A52-8E29-33FCF57E98A6}"/>
              </a:ext>
            </a:extLst>
          </p:cNvPr>
          <p:cNvSpPr>
            <a:spLocks noChangeAspect="1"/>
          </p:cNvSpPr>
          <p:nvPr/>
        </p:nvSpPr>
        <p:spPr>
          <a:xfrm>
            <a:off x="8327055" y="4329400"/>
            <a:ext cx="418791" cy="346717"/>
          </a:xfrm>
          <a:custGeom>
            <a:avLst/>
            <a:gdLst>
              <a:gd name="connsiteX0" fmla="*/ 381386 w 418791"/>
              <a:gd name="connsiteY0" fmla="*/ 252572 h 346717"/>
              <a:gd name="connsiteX1" fmla="*/ 381386 w 418791"/>
              <a:gd name="connsiteY1" fmla="*/ 193347 h 346717"/>
              <a:gd name="connsiteX2" fmla="*/ 362281 w 418791"/>
              <a:gd name="connsiteY2" fmla="*/ 174242 h 346717"/>
              <a:gd name="connsiteX3" fmla="*/ 218994 w 418791"/>
              <a:gd name="connsiteY3" fmla="*/ 174242 h 346717"/>
              <a:gd name="connsiteX4" fmla="*/ 218994 w 418791"/>
              <a:gd name="connsiteY4" fmla="*/ 134122 h 346717"/>
              <a:gd name="connsiteX5" fmla="*/ 276309 w 418791"/>
              <a:gd name="connsiteY5" fmla="*/ 57702 h 346717"/>
              <a:gd name="connsiteX6" fmla="*/ 199889 w 418791"/>
              <a:gd name="connsiteY6" fmla="*/ 387 h 346717"/>
              <a:gd name="connsiteX7" fmla="*/ 142574 w 418791"/>
              <a:gd name="connsiteY7" fmla="*/ 76807 h 346717"/>
              <a:gd name="connsiteX8" fmla="*/ 199889 w 418791"/>
              <a:gd name="connsiteY8" fmla="*/ 134122 h 346717"/>
              <a:gd name="connsiteX9" fmla="*/ 199889 w 418791"/>
              <a:gd name="connsiteY9" fmla="*/ 174242 h 346717"/>
              <a:gd name="connsiteX10" fmla="*/ 56602 w 418791"/>
              <a:gd name="connsiteY10" fmla="*/ 174242 h 346717"/>
              <a:gd name="connsiteX11" fmla="*/ 37497 w 418791"/>
              <a:gd name="connsiteY11" fmla="*/ 193347 h 346717"/>
              <a:gd name="connsiteX12" fmla="*/ 37497 w 418791"/>
              <a:gd name="connsiteY12" fmla="*/ 252572 h 346717"/>
              <a:gd name="connsiteX13" fmla="*/ 1198 w 418791"/>
              <a:gd name="connsiteY13" fmla="*/ 307977 h 346717"/>
              <a:gd name="connsiteX14" fmla="*/ 56602 w 418791"/>
              <a:gd name="connsiteY14" fmla="*/ 346186 h 346717"/>
              <a:gd name="connsiteX15" fmla="*/ 92901 w 418791"/>
              <a:gd name="connsiteY15" fmla="*/ 290782 h 346717"/>
              <a:gd name="connsiteX16" fmla="*/ 56602 w 418791"/>
              <a:gd name="connsiteY16" fmla="*/ 254483 h 346717"/>
              <a:gd name="connsiteX17" fmla="*/ 56602 w 418791"/>
              <a:gd name="connsiteY17" fmla="*/ 193347 h 346717"/>
              <a:gd name="connsiteX18" fmla="*/ 199889 w 418791"/>
              <a:gd name="connsiteY18" fmla="*/ 193347 h 346717"/>
              <a:gd name="connsiteX19" fmla="*/ 199889 w 418791"/>
              <a:gd name="connsiteY19" fmla="*/ 250662 h 346717"/>
              <a:gd name="connsiteX20" fmla="*/ 163590 w 418791"/>
              <a:gd name="connsiteY20" fmla="*/ 306066 h 346717"/>
              <a:gd name="connsiteX21" fmla="*/ 218994 w 418791"/>
              <a:gd name="connsiteY21" fmla="*/ 342365 h 346717"/>
              <a:gd name="connsiteX22" fmla="*/ 255293 w 418791"/>
              <a:gd name="connsiteY22" fmla="*/ 286961 h 346717"/>
              <a:gd name="connsiteX23" fmla="*/ 218994 w 418791"/>
              <a:gd name="connsiteY23" fmla="*/ 250662 h 346717"/>
              <a:gd name="connsiteX24" fmla="*/ 218994 w 418791"/>
              <a:gd name="connsiteY24" fmla="*/ 193347 h 346717"/>
              <a:gd name="connsiteX25" fmla="*/ 362281 w 418791"/>
              <a:gd name="connsiteY25" fmla="*/ 193347 h 346717"/>
              <a:gd name="connsiteX26" fmla="*/ 362281 w 418791"/>
              <a:gd name="connsiteY26" fmla="*/ 250662 h 346717"/>
              <a:gd name="connsiteX27" fmla="*/ 325981 w 418791"/>
              <a:gd name="connsiteY27" fmla="*/ 306066 h 346717"/>
              <a:gd name="connsiteX28" fmla="*/ 381386 w 418791"/>
              <a:gd name="connsiteY28" fmla="*/ 342365 h 346717"/>
              <a:gd name="connsiteX29" fmla="*/ 417685 w 418791"/>
              <a:gd name="connsiteY29" fmla="*/ 286961 h 346717"/>
              <a:gd name="connsiteX30" fmla="*/ 381386 w 418791"/>
              <a:gd name="connsiteY30" fmla="*/ 252572 h 346717"/>
              <a:gd name="connsiteX31" fmla="*/ 381386 w 418791"/>
              <a:gd name="connsiteY31" fmla="*/ 252572 h 346717"/>
              <a:gd name="connsiteX32" fmla="*/ 161679 w 418791"/>
              <a:gd name="connsiteY32" fmla="*/ 69165 h 346717"/>
              <a:gd name="connsiteX33" fmla="*/ 209441 w 418791"/>
              <a:gd name="connsiteY33" fmla="*/ 21403 h 346717"/>
              <a:gd name="connsiteX34" fmla="*/ 257204 w 418791"/>
              <a:gd name="connsiteY34" fmla="*/ 69165 h 346717"/>
              <a:gd name="connsiteX35" fmla="*/ 209441 w 418791"/>
              <a:gd name="connsiteY35" fmla="*/ 116927 h 346717"/>
              <a:gd name="connsiteX36" fmla="*/ 161679 w 418791"/>
              <a:gd name="connsiteY36" fmla="*/ 69165 h 346717"/>
              <a:gd name="connsiteX37" fmla="*/ 161679 w 418791"/>
              <a:gd name="connsiteY37" fmla="*/ 69165 h 346717"/>
              <a:gd name="connsiteX38" fmla="*/ 75707 w 418791"/>
              <a:gd name="connsiteY38" fmla="*/ 298424 h 346717"/>
              <a:gd name="connsiteX39" fmla="*/ 47050 w 418791"/>
              <a:gd name="connsiteY39" fmla="*/ 327081 h 346717"/>
              <a:gd name="connsiteX40" fmla="*/ 18392 w 418791"/>
              <a:gd name="connsiteY40" fmla="*/ 298424 h 346717"/>
              <a:gd name="connsiteX41" fmla="*/ 47050 w 418791"/>
              <a:gd name="connsiteY41" fmla="*/ 269767 h 346717"/>
              <a:gd name="connsiteX42" fmla="*/ 75707 w 418791"/>
              <a:gd name="connsiteY42" fmla="*/ 298424 h 346717"/>
              <a:gd name="connsiteX43" fmla="*/ 75707 w 418791"/>
              <a:gd name="connsiteY43" fmla="*/ 298424 h 346717"/>
              <a:gd name="connsiteX44" fmla="*/ 238099 w 418791"/>
              <a:gd name="connsiteY44" fmla="*/ 298424 h 346717"/>
              <a:gd name="connsiteX45" fmla="*/ 209441 w 418791"/>
              <a:gd name="connsiteY45" fmla="*/ 327081 h 346717"/>
              <a:gd name="connsiteX46" fmla="*/ 180784 w 418791"/>
              <a:gd name="connsiteY46" fmla="*/ 298424 h 346717"/>
              <a:gd name="connsiteX47" fmla="*/ 209441 w 418791"/>
              <a:gd name="connsiteY47" fmla="*/ 269767 h 346717"/>
              <a:gd name="connsiteX48" fmla="*/ 238099 w 418791"/>
              <a:gd name="connsiteY48" fmla="*/ 298424 h 346717"/>
              <a:gd name="connsiteX49" fmla="*/ 238099 w 418791"/>
              <a:gd name="connsiteY49" fmla="*/ 298424 h 346717"/>
              <a:gd name="connsiteX50" fmla="*/ 371833 w 418791"/>
              <a:gd name="connsiteY50" fmla="*/ 327081 h 346717"/>
              <a:gd name="connsiteX51" fmla="*/ 343176 w 418791"/>
              <a:gd name="connsiteY51" fmla="*/ 298424 h 346717"/>
              <a:gd name="connsiteX52" fmla="*/ 371833 w 418791"/>
              <a:gd name="connsiteY52" fmla="*/ 269767 h 346717"/>
              <a:gd name="connsiteX53" fmla="*/ 400491 w 418791"/>
              <a:gd name="connsiteY53" fmla="*/ 298424 h 346717"/>
              <a:gd name="connsiteX54" fmla="*/ 371833 w 418791"/>
              <a:gd name="connsiteY54" fmla="*/ 327081 h 346717"/>
              <a:gd name="connsiteX55" fmla="*/ 371833 w 418791"/>
              <a:gd name="connsiteY55" fmla="*/ 327081 h 34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18791" h="346717">
                <a:moveTo>
                  <a:pt x="381386" y="252572"/>
                </a:moveTo>
                <a:lnTo>
                  <a:pt x="381386" y="193347"/>
                </a:lnTo>
                <a:cubicBezTo>
                  <a:pt x="381386" y="181884"/>
                  <a:pt x="373744" y="174242"/>
                  <a:pt x="362281" y="174242"/>
                </a:cubicBezTo>
                <a:lnTo>
                  <a:pt x="218994" y="174242"/>
                </a:lnTo>
                <a:lnTo>
                  <a:pt x="218994" y="134122"/>
                </a:lnTo>
                <a:cubicBezTo>
                  <a:pt x="255293" y="128390"/>
                  <a:pt x="280130" y="94001"/>
                  <a:pt x="276309" y="57702"/>
                </a:cubicBezTo>
                <a:cubicBezTo>
                  <a:pt x="272488" y="21403"/>
                  <a:pt x="236188" y="-3434"/>
                  <a:pt x="199889" y="387"/>
                </a:cubicBezTo>
                <a:cubicBezTo>
                  <a:pt x="163590" y="4208"/>
                  <a:pt x="138753" y="40508"/>
                  <a:pt x="142574" y="76807"/>
                </a:cubicBezTo>
                <a:cubicBezTo>
                  <a:pt x="146395" y="105464"/>
                  <a:pt x="169321" y="128390"/>
                  <a:pt x="199889" y="134122"/>
                </a:cubicBezTo>
                <a:lnTo>
                  <a:pt x="199889" y="174242"/>
                </a:lnTo>
                <a:lnTo>
                  <a:pt x="56602" y="174242"/>
                </a:lnTo>
                <a:cubicBezTo>
                  <a:pt x="45139" y="174242"/>
                  <a:pt x="37497" y="181884"/>
                  <a:pt x="37497" y="193347"/>
                </a:cubicBezTo>
                <a:lnTo>
                  <a:pt x="37497" y="252572"/>
                </a:lnTo>
                <a:cubicBezTo>
                  <a:pt x="10750" y="258304"/>
                  <a:pt x="-4534" y="283140"/>
                  <a:pt x="1198" y="307977"/>
                </a:cubicBezTo>
                <a:cubicBezTo>
                  <a:pt x="6929" y="332813"/>
                  <a:pt x="29855" y="350007"/>
                  <a:pt x="56602" y="346186"/>
                </a:cubicBezTo>
                <a:cubicBezTo>
                  <a:pt x="83349" y="342365"/>
                  <a:pt x="98633" y="315618"/>
                  <a:pt x="92901" y="290782"/>
                </a:cubicBezTo>
                <a:cubicBezTo>
                  <a:pt x="89080" y="271677"/>
                  <a:pt x="73796" y="258304"/>
                  <a:pt x="56602" y="254483"/>
                </a:cubicBezTo>
                <a:lnTo>
                  <a:pt x="56602" y="193347"/>
                </a:lnTo>
                <a:lnTo>
                  <a:pt x="199889" y="193347"/>
                </a:lnTo>
                <a:lnTo>
                  <a:pt x="199889" y="250662"/>
                </a:lnTo>
                <a:cubicBezTo>
                  <a:pt x="173142" y="256393"/>
                  <a:pt x="157858" y="281230"/>
                  <a:pt x="163590" y="306066"/>
                </a:cubicBezTo>
                <a:cubicBezTo>
                  <a:pt x="169321" y="330902"/>
                  <a:pt x="194157" y="348097"/>
                  <a:pt x="218994" y="342365"/>
                </a:cubicBezTo>
                <a:cubicBezTo>
                  <a:pt x="243830" y="336634"/>
                  <a:pt x="261025" y="311798"/>
                  <a:pt x="255293" y="286961"/>
                </a:cubicBezTo>
                <a:cubicBezTo>
                  <a:pt x="251472" y="267856"/>
                  <a:pt x="236188" y="254483"/>
                  <a:pt x="218994" y="250662"/>
                </a:cubicBezTo>
                <a:lnTo>
                  <a:pt x="218994" y="193347"/>
                </a:lnTo>
                <a:lnTo>
                  <a:pt x="362281" y="193347"/>
                </a:lnTo>
                <a:lnTo>
                  <a:pt x="362281" y="250662"/>
                </a:lnTo>
                <a:cubicBezTo>
                  <a:pt x="335534" y="256393"/>
                  <a:pt x="320250" y="281230"/>
                  <a:pt x="325981" y="306066"/>
                </a:cubicBezTo>
                <a:cubicBezTo>
                  <a:pt x="331713" y="330902"/>
                  <a:pt x="356549" y="348097"/>
                  <a:pt x="381386" y="342365"/>
                </a:cubicBezTo>
                <a:cubicBezTo>
                  <a:pt x="406222" y="336634"/>
                  <a:pt x="423416" y="311798"/>
                  <a:pt x="417685" y="286961"/>
                </a:cubicBezTo>
                <a:cubicBezTo>
                  <a:pt x="413864" y="269767"/>
                  <a:pt x="400491" y="254483"/>
                  <a:pt x="381386" y="252572"/>
                </a:cubicBezTo>
                <a:lnTo>
                  <a:pt x="381386" y="252572"/>
                </a:lnTo>
                <a:close/>
                <a:moveTo>
                  <a:pt x="161679" y="69165"/>
                </a:moveTo>
                <a:cubicBezTo>
                  <a:pt x="161679" y="42418"/>
                  <a:pt x="182694" y="21403"/>
                  <a:pt x="209441" y="21403"/>
                </a:cubicBezTo>
                <a:cubicBezTo>
                  <a:pt x="236188" y="21403"/>
                  <a:pt x="257204" y="42418"/>
                  <a:pt x="257204" y="69165"/>
                </a:cubicBezTo>
                <a:cubicBezTo>
                  <a:pt x="257204" y="95912"/>
                  <a:pt x="236188" y="116927"/>
                  <a:pt x="209441" y="116927"/>
                </a:cubicBezTo>
                <a:cubicBezTo>
                  <a:pt x="182694" y="116927"/>
                  <a:pt x="161679" y="95912"/>
                  <a:pt x="161679" y="69165"/>
                </a:cubicBezTo>
                <a:cubicBezTo>
                  <a:pt x="161679" y="69165"/>
                  <a:pt x="161679" y="69165"/>
                  <a:pt x="161679" y="69165"/>
                </a:cubicBezTo>
                <a:close/>
                <a:moveTo>
                  <a:pt x="75707" y="298424"/>
                </a:moveTo>
                <a:cubicBezTo>
                  <a:pt x="75707" y="313708"/>
                  <a:pt x="62334" y="327081"/>
                  <a:pt x="47050" y="327081"/>
                </a:cubicBezTo>
                <a:cubicBezTo>
                  <a:pt x="31766" y="327081"/>
                  <a:pt x="18392" y="313708"/>
                  <a:pt x="18392" y="298424"/>
                </a:cubicBezTo>
                <a:cubicBezTo>
                  <a:pt x="18392" y="283140"/>
                  <a:pt x="31766" y="269767"/>
                  <a:pt x="47050" y="269767"/>
                </a:cubicBezTo>
                <a:cubicBezTo>
                  <a:pt x="62334" y="269767"/>
                  <a:pt x="75707" y="283140"/>
                  <a:pt x="75707" y="298424"/>
                </a:cubicBezTo>
                <a:cubicBezTo>
                  <a:pt x="75707" y="298424"/>
                  <a:pt x="75707" y="298424"/>
                  <a:pt x="75707" y="298424"/>
                </a:cubicBezTo>
                <a:close/>
                <a:moveTo>
                  <a:pt x="238099" y="298424"/>
                </a:moveTo>
                <a:cubicBezTo>
                  <a:pt x="238099" y="313708"/>
                  <a:pt x="224725" y="327081"/>
                  <a:pt x="209441" y="327081"/>
                </a:cubicBezTo>
                <a:cubicBezTo>
                  <a:pt x="194157" y="327081"/>
                  <a:pt x="180784" y="313708"/>
                  <a:pt x="180784" y="298424"/>
                </a:cubicBezTo>
                <a:cubicBezTo>
                  <a:pt x="180784" y="283140"/>
                  <a:pt x="194157" y="269767"/>
                  <a:pt x="209441" y="269767"/>
                </a:cubicBezTo>
                <a:cubicBezTo>
                  <a:pt x="224725" y="269767"/>
                  <a:pt x="238099" y="283140"/>
                  <a:pt x="238099" y="298424"/>
                </a:cubicBezTo>
                <a:cubicBezTo>
                  <a:pt x="238099" y="298424"/>
                  <a:pt x="238099" y="298424"/>
                  <a:pt x="238099" y="298424"/>
                </a:cubicBezTo>
                <a:close/>
                <a:moveTo>
                  <a:pt x="371833" y="327081"/>
                </a:moveTo>
                <a:cubicBezTo>
                  <a:pt x="356549" y="327081"/>
                  <a:pt x="343176" y="313708"/>
                  <a:pt x="343176" y="298424"/>
                </a:cubicBezTo>
                <a:cubicBezTo>
                  <a:pt x="343176" y="283140"/>
                  <a:pt x="356549" y="269767"/>
                  <a:pt x="371833" y="269767"/>
                </a:cubicBezTo>
                <a:cubicBezTo>
                  <a:pt x="387117" y="269767"/>
                  <a:pt x="400491" y="283140"/>
                  <a:pt x="400491" y="298424"/>
                </a:cubicBezTo>
                <a:cubicBezTo>
                  <a:pt x="400491" y="313708"/>
                  <a:pt x="387117" y="327081"/>
                  <a:pt x="371833" y="327081"/>
                </a:cubicBezTo>
                <a:lnTo>
                  <a:pt x="371833" y="32708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3" name="Graphic 64" descr="Strategy icon.">
            <a:extLst>
              <a:ext uri="{FF2B5EF4-FFF2-40B4-BE49-F238E27FC236}">
                <a16:creationId xmlns:a16="http://schemas.microsoft.com/office/drawing/2014/main" id="{801CA810-E0B6-4D85-A6EB-B8C116B207C6}"/>
              </a:ext>
            </a:extLst>
          </p:cNvPr>
          <p:cNvSpPr/>
          <p:nvPr/>
        </p:nvSpPr>
        <p:spPr>
          <a:xfrm>
            <a:off x="9586130" y="4331267"/>
            <a:ext cx="383167" cy="344850"/>
          </a:xfrm>
          <a:custGeom>
            <a:avLst/>
            <a:gdLst>
              <a:gd name="connsiteX0" fmla="*/ 189668 w 383167"/>
              <a:gd name="connsiteY0" fmla="*/ 124529 h 344850"/>
              <a:gd name="connsiteX1" fmla="*/ 176257 w 383167"/>
              <a:gd name="connsiteY1" fmla="*/ 130277 h 344850"/>
              <a:gd name="connsiteX2" fmla="*/ 134109 w 383167"/>
              <a:gd name="connsiteY2" fmla="*/ 176257 h 344850"/>
              <a:gd name="connsiteX3" fmla="*/ 147519 w 383167"/>
              <a:gd name="connsiteY3" fmla="*/ 189668 h 344850"/>
              <a:gd name="connsiteX4" fmla="*/ 182005 w 383167"/>
              <a:gd name="connsiteY4" fmla="*/ 153267 h 344850"/>
              <a:gd name="connsiteX5" fmla="*/ 182005 w 383167"/>
              <a:gd name="connsiteY5" fmla="*/ 306534 h 344850"/>
              <a:gd name="connsiteX6" fmla="*/ 114950 w 383167"/>
              <a:gd name="connsiteY6" fmla="*/ 306534 h 344850"/>
              <a:gd name="connsiteX7" fmla="*/ 114950 w 383167"/>
              <a:gd name="connsiteY7" fmla="*/ 325692 h 344850"/>
              <a:gd name="connsiteX8" fmla="*/ 182005 w 383167"/>
              <a:gd name="connsiteY8" fmla="*/ 325692 h 344850"/>
              <a:gd name="connsiteX9" fmla="*/ 201163 w 383167"/>
              <a:gd name="connsiteY9" fmla="*/ 306534 h 344850"/>
              <a:gd name="connsiteX10" fmla="*/ 201163 w 383167"/>
              <a:gd name="connsiteY10" fmla="*/ 155183 h 344850"/>
              <a:gd name="connsiteX11" fmla="*/ 233732 w 383167"/>
              <a:gd name="connsiteY11" fmla="*/ 185836 h 344850"/>
              <a:gd name="connsiteX12" fmla="*/ 247143 w 383167"/>
              <a:gd name="connsiteY12" fmla="*/ 172425 h 344850"/>
              <a:gd name="connsiteX13" fmla="*/ 203079 w 383167"/>
              <a:gd name="connsiteY13" fmla="*/ 130277 h 344850"/>
              <a:gd name="connsiteX14" fmla="*/ 189668 w 383167"/>
              <a:gd name="connsiteY14" fmla="*/ 124529 h 344850"/>
              <a:gd name="connsiteX15" fmla="*/ 47896 w 383167"/>
              <a:gd name="connsiteY15" fmla="*/ 249059 h 344850"/>
              <a:gd name="connsiteX16" fmla="*/ 0 w 383167"/>
              <a:gd name="connsiteY16" fmla="*/ 296955 h 344850"/>
              <a:gd name="connsiteX17" fmla="*/ 47896 w 383167"/>
              <a:gd name="connsiteY17" fmla="*/ 344851 h 344850"/>
              <a:gd name="connsiteX18" fmla="*/ 95792 w 383167"/>
              <a:gd name="connsiteY18" fmla="*/ 296955 h 344850"/>
              <a:gd name="connsiteX19" fmla="*/ 47896 w 383167"/>
              <a:gd name="connsiteY19" fmla="*/ 249059 h 344850"/>
              <a:gd name="connsiteX20" fmla="*/ 47896 w 383167"/>
              <a:gd name="connsiteY20" fmla="*/ 249059 h 344850"/>
              <a:gd name="connsiteX21" fmla="*/ 47896 w 383167"/>
              <a:gd name="connsiteY21" fmla="*/ 325692 h 344850"/>
              <a:gd name="connsiteX22" fmla="*/ 19158 w 383167"/>
              <a:gd name="connsiteY22" fmla="*/ 296955 h 344850"/>
              <a:gd name="connsiteX23" fmla="*/ 47896 w 383167"/>
              <a:gd name="connsiteY23" fmla="*/ 268217 h 344850"/>
              <a:gd name="connsiteX24" fmla="*/ 76634 w 383167"/>
              <a:gd name="connsiteY24" fmla="*/ 296955 h 344850"/>
              <a:gd name="connsiteX25" fmla="*/ 47896 w 383167"/>
              <a:gd name="connsiteY25" fmla="*/ 325692 h 344850"/>
              <a:gd name="connsiteX26" fmla="*/ 47896 w 383167"/>
              <a:gd name="connsiteY26" fmla="*/ 325692 h 344850"/>
              <a:gd name="connsiteX27" fmla="*/ 191584 w 383167"/>
              <a:gd name="connsiteY27" fmla="*/ 95792 h 344850"/>
              <a:gd name="connsiteX28" fmla="*/ 239480 w 383167"/>
              <a:gd name="connsiteY28" fmla="*/ 47896 h 344850"/>
              <a:gd name="connsiteX29" fmla="*/ 191584 w 383167"/>
              <a:gd name="connsiteY29" fmla="*/ 0 h 344850"/>
              <a:gd name="connsiteX30" fmla="*/ 143688 w 383167"/>
              <a:gd name="connsiteY30" fmla="*/ 47896 h 344850"/>
              <a:gd name="connsiteX31" fmla="*/ 191584 w 383167"/>
              <a:gd name="connsiteY31" fmla="*/ 95792 h 344850"/>
              <a:gd name="connsiteX32" fmla="*/ 191584 w 383167"/>
              <a:gd name="connsiteY32" fmla="*/ 19158 h 344850"/>
              <a:gd name="connsiteX33" fmla="*/ 220321 w 383167"/>
              <a:gd name="connsiteY33" fmla="*/ 47896 h 344850"/>
              <a:gd name="connsiteX34" fmla="*/ 191584 w 383167"/>
              <a:gd name="connsiteY34" fmla="*/ 76634 h 344850"/>
              <a:gd name="connsiteX35" fmla="*/ 162846 w 383167"/>
              <a:gd name="connsiteY35" fmla="*/ 47896 h 344850"/>
              <a:gd name="connsiteX36" fmla="*/ 191584 w 383167"/>
              <a:gd name="connsiteY36" fmla="*/ 19158 h 344850"/>
              <a:gd name="connsiteX37" fmla="*/ 383168 w 383167"/>
              <a:gd name="connsiteY37" fmla="*/ 122614 h 344850"/>
              <a:gd name="connsiteX38" fmla="*/ 369757 w 383167"/>
              <a:gd name="connsiteY38" fmla="*/ 109203 h 344850"/>
              <a:gd name="connsiteX39" fmla="*/ 335272 w 383167"/>
              <a:gd name="connsiteY39" fmla="*/ 143688 h 344850"/>
              <a:gd name="connsiteX40" fmla="*/ 300787 w 383167"/>
              <a:gd name="connsiteY40" fmla="*/ 109203 h 344850"/>
              <a:gd name="connsiteX41" fmla="*/ 287376 w 383167"/>
              <a:gd name="connsiteY41" fmla="*/ 122614 h 344850"/>
              <a:gd name="connsiteX42" fmla="*/ 321861 w 383167"/>
              <a:gd name="connsiteY42" fmla="*/ 157099 h 344850"/>
              <a:gd name="connsiteX43" fmla="*/ 287376 w 383167"/>
              <a:gd name="connsiteY43" fmla="*/ 189668 h 344850"/>
              <a:gd name="connsiteX44" fmla="*/ 300787 w 383167"/>
              <a:gd name="connsiteY44" fmla="*/ 203079 h 344850"/>
              <a:gd name="connsiteX45" fmla="*/ 335272 w 383167"/>
              <a:gd name="connsiteY45" fmla="*/ 168594 h 344850"/>
              <a:gd name="connsiteX46" fmla="*/ 369757 w 383167"/>
              <a:gd name="connsiteY46" fmla="*/ 203079 h 344850"/>
              <a:gd name="connsiteX47" fmla="*/ 383168 w 383167"/>
              <a:gd name="connsiteY47" fmla="*/ 189668 h 344850"/>
              <a:gd name="connsiteX48" fmla="*/ 348682 w 383167"/>
              <a:gd name="connsiteY48" fmla="*/ 155183 h 344850"/>
              <a:gd name="connsiteX49" fmla="*/ 383168 w 383167"/>
              <a:gd name="connsiteY49" fmla="*/ 122614 h 344850"/>
              <a:gd name="connsiteX50" fmla="*/ 84297 w 383167"/>
              <a:gd name="connsiteY50" fmla="*/ 107287 h 344850"/>
              <a:gd name="connsiteX51" fmla="*/ 49812 w 383167"/>
              <a:gd name="connsiteY51" fmla="*/ 141772 h 344850"/>
              <a:gd name="connsiteX52" fmla="*/ 17243 w 383167"/>
              <a:gd name="connsiteY52" fmla="*/ 107287 h 344850"/>
              <a:gd name="connsiteX53" fmla="*/ 3832 w 383167"/>
              <a:gd name="connsiteY53" fmla="*/ 122614 h 344850"/>
              <a:gd name="connsiteX54" fmla="*/ 38317 w 383167"/>
              <a:gd name="connsiteY54" fmla="*/ 157099 h 344850"/>
              <a:gd name="connsiteX55" fmla="*/ 3832 w 383167"/>
              <a:gd name="connsiteY55" fmla="*/ 191584 h 344850"/>
              <a:gd name="connsiteX56" fmla="*/ 17243 w 383167"/>
              <a:gd name="connsiteY56" fmla="*/ 204995 h 344850"/>
              <a:gd name="connsiteX57" fmla="*/ 51728 w 383167"/>
              <a:gd name="connsiteY57" fmla="*/ 170510 h 344850"/>
              <a:gd name="connsiteX58" fmla="*/ 86213 w 383167"/>
              <a:gd name="connsiteY58" fmla="*/ 204995 h 344850"/>
              <a:gd name="connsiteX59" fmla="*/ 99624 w 383167"/>
              <a:gd name="connsiteY59" fmla="*/ 191584 h 344850"/>
              <a:gd name="connsiteX60" fmla="*/ 65138 w 383167"/>
              <a:gd name="connsiteY60" fmla="*/ 157099 h 344850"/>
              <a:gd name="connsiteX61" fmla="*/ 99624 w 383167"/>
              <a:gd name="connsiteY61" fmla="*/ 122614 h 344850"/>
              <a:gd name="connsiteX62" fmla="*/ 84297 w 383167"/>
              <a:gd name="connsiteY62" fmla="*/ 107287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83167" h="344850">
                <a:moveTo>
                  <a:pt x="189668" y="124529"/>
                </a:moveTo>
                <a:cubicBezTo>
                  <a:pt x="183920" y="124529"/>
                  <a:pt x="180089" y="126445"/>
                  <a:pt x="176257" y="130277"/>
                </a:cubicBezTo>
                <a:lnTo>
                  <a:pt x="134109" y="176257"/>
                </a:lnTo>
                <a:lnTo>
                  <a:pt x="147519" y="189668"/>
                </a:lnTo>
                <a:lnTo>
                  <a:pt x="182005" y="153267"/>
                </a:lnTo>
                <a:lnTo>
                  <a:pt x="182005" y="306534"/>
                </a:lnTo>
                <a:lnTo>
                  <a:pt x="114950" y="306534"/>
                </a:lnTo>
                <a:lnTo>
                  <a:pt x="114950" y="325692"/>
                </a:lnTo>
                <a:lnTo>
                  <a:pt x="182005" y="325692"/>
                </a:lnTo>
                <a:cubicBezTo>
                  <a:pt x="193500" y="325692"/>
                  <a:pt x="201163" y="318029"/>
                  <a:pt x="201163" y="306534"/>
                </a:cubicBezTo>
                <a:lnTo>
                  <a:pt x="201163" y="155183"/>
                </a:lnTo>
                <a:lnTo>
                  <a:pt x="233732" y="185836"/>
                </a:lnTo>
                <a:lnTo>
                  <a:pt x="247143" y="172425"/>
                </a:lnTo>
                <a:lnTo>
                  <a:pt x="203079" y="130277"/>
                </a:lnTo>
                <a:cubicBezTo>
                  <a:pt x="199247" y="126445"/>
                  <a:pt x="195415" y="124529"/>
                  <a:pt x="189668" y="124529"/>
                </a:cubicBezTo>
                <a:close/>
                <a:moveTo>
                  <a:pt x="47896" y="249059"/>
                </a:moveTo>
                <a:cubicBezTo>
                  <a:pt x="21074" y="249059"/>
                  <a:pt x="0" y="270133"/>
                  <a:pt x="0" y="296955"/>
                </a:cubicBezTo>
                <a:cubicBezTo>
                  <a:pt x="0" y="323777"/>
                  <a:pt x="21074" y="344851"/>
                  <a:pt x="47896" y="344851"/>
                </a:cubicBezTo>
                <a:cubicBezTo>
                  <a:pt x="74718" y="344851"/>
                  <a:pt x="95792" y="323777"/>
                  <a:pt x="95792" y="296955"/>
                </a:cubicBezTo>
                <a:cubicBezTo>
                  <a:pt x="95792" y="270133"/>
                  <a:pt x="74718" y="249059"/>
                  <a:pt x="47896" y="249059"/>
                </a:cubicBezTo>
                <a:cubicBezTo>
                  <a:pt x="47896" y="249059"/>
                  <a:pt x="47896" y="249059"/>
                  <a:pt x="47896" y="249059"/>
                </a:cubicBezTo>
                <a:close/>
                <a:moveTo>
                  <a:pt x="47896" y="325692"/>
                </a:moveTo>
                <a:cubicBezTo>
                  <a:pt x="32569" y="325692"/>
                  <a:pt x="19158" y="312282"/>
                  <a:pt x="19158" y="296955"/>
                </a:cubicBezTo>
                <a:cubicBezTo>
                  <a:pt x="19158" y="281628"/>
                  <a:pt x="32569" y="268217"/>
                  <a:pt x="47896" y="268217"/>
                </a:cubicBezTo>
                <a:cubicBezTo>
                  <a:pt x="63223" y="268217"/>
                  <a:pt x="76634" y="281628"/>
                  <a:pt x="76634" y="296955"/>
                </a:cubicBezTo>
                <a:cubicBezTo>
                  <a:pt x="76634" y="312282"/>
                  <a:pt x="63223" y="325692"/>
                  <a:pt x="47896" y="325692"/>
                </a:cubicBezTo>
                <a:cubicBezTo>
                  <a:pt x="47896" y="325692"/>
                  <a:pt x="47896" y="325692"/>
                  <a:pt x="47896" y="325692"/>
                </a:cubicBezTo>
                <a:close/>
                <a:moveTo>
                  <a:pt x="191584" y="95792"/>
                </a:moveTo>
                <a:cubicBezTo>
                  <a:pt x="218405" y="95792"/>
                  <a:pt x="239480" y="74718"/>
                  <a:pt x="239480" y="47896"/>
                </a:cubicBezTo>
                <a:cubicBezTo>
                  <a:pt x="239480" y="21074"/>
                  <a:pt x="218405" y="0"/>
                  <a:pt x="191584" y="0"/>
                </a:cubicBezTo>
                <a:cubicBezTo>
                  <a:pt x="164762" y="0"/>
                  <a:pt x="143688" y="21074"/>
                  <a:pt x="143688" y="47896"/>
                </a:cubicBezTo>
                <a:cubicBezTo>
                  <a:pt x="143688" y="74718"/>
                  <a:pt x="164762" y="95792"/>
                  <a:pt x="191584" y="95792"/>
                </a:cubicBezTo>
                <a:close/>
                <a:moveTo>
                  <a:pt x="191584" y="19158"/>
                </a:moveTo>
                <a:cubicBezTo>
                  <a:pt x="206910" y="19158"/>
                  <a:pt x="220321" y="32569"/>
                  <a:pt x="220321" y="47896"/>
                </a:cubicBezTo>
                <a:cubicBezTo>
                  <a:pt x="220321" y="63223"/>
                  <a:pt x="206910" y="76634"/>
                  <a:pt x="191584" y="76634"/>
                </a:cubicBezTo>
                <a:cubicBezTo>
                  <a:pt x="176257" y="76634"/>
                  <a:pt x="162846" y="63223"/>
                  <a:pt x="162846" y="47896"/>
                </a:cubicBezTo>
                <a:cubicBezTo>
                  <a:pt x="162846" y="32569"/>
                  <a:pt x="176257" y="19158"/>
                  <a:pt x="191584" y="19158"/>
                </a:cubicBezTo>
                <a:close/>
                <a:moveTo>
                  <a:pt x="383168" y="122614"/>
                </a:moveTo>
                <a:lnTo>
                  <a:pt x="369757" y="109203"/>
                </a:lnTo>
                <a:lnTo>
                  <a:pt x="335272" y="143688"/>
                </a:lnTo>
                <a:lnTo>
                  <a:pt x="300787" y="109203"/>
                </a:lnTo>
                <a:lnTo>
                  <a:pt x="287376" y="122614"/>
                </a:lnTo>
                <a:lnTo>
                  <a:pt x="321861" y="157099"/>
                </a:lnTo>
                <a:lnTo>
                  <a:pt x="287376" y="189668"/>
                </a:lnTo>
                <a:lnTo>
                  <a:pt x="300787" y="203079"/>
                </a:lnTo>
                <a:lnTo>
                  <a:pt x="335272" y="168594"/>
                </a:lnTo>
                <a:lnTo>
                  <a:pt x="369757" y="203079"/>
                </a:lnTo>
                <a:lnTo>
                  <a:pt x="383168" y="189668"/>
                </a:lnTo>
                <a:lnTo>
                  <a:pt x="348682" y="155183"/>
                </a:lnTo>
                <a:lnTo>
                  <a:pt x="383168" y="122614"/>
                </a:lnTo>
                <a:close/>
                <a:moveTo>
                  <a:pt x="84297" y="107287"/>
                </a:moveTo>
                <a:lnTo>
                  <a:pt x="49812" y="141772"/>
                </a:lnTo>
                <a:lnTo>
                  <a:pt x="17243" y="107287"/>
                </a:lnTo>
                <a:lnTo>
                  <a:pt x="3832" y="122614"/>
                </a:lnTo>
                <a:lnTo>
                  <a:pt x="38317" y="157099"/>
                </a:lnTo>
                <a:lnTo>
                  <a:pt x="3832" y="191584"/>
                </a:lnTo>
                <a:lnTo>
                  <a:pt x="17243" y="204995"/>
                </a:lnTo>
                <a:lnTo>
                  <a:pt x="51728" y="170510"/>
                </a:lnTo>
                <a:lnTo>
                  <a:pt x="86213" y="204995"/>
                </a:lnTo>
                <a:lnTo>
                  <a:pt x="99624" y="191584"/>
                </a:lnTo>
                <a:lnTo>
                  <a:pt x="65138" y="157099"/>
                </a:lnTo>
                <a:lnTo>
                  <a:pt x="99624" y="122614"/>
                </a:lnTo>
                <a:lnTo>
                  <a:pt x="84297" y="10728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4" name="Graphic 66" descr="Strategy CVS Health icon.">
            <a:extLst>
              <a:ext uri="{FF2B5EF4-FFF2-40B4-BE49-F238E27FC236}">
                <a16:creationId xmlns:a16="http://schemas.microsoft.com/office/drawing/2014/main" id="{ED7C4D2C-96FB-4395-9ABD-C76DCE08E781}"/>
              </a:ext>
            </a:extLst>
          </p:cNvPr>
          <p:cNvSpPr/>
          <p:nvPr/>
        </p:nvSpPr>
        <p:spPr>
          <a:xfrm>
            <a:off x="10800499" y="4332431"/>
            <a:ext cx="383167" cy="343686"/>
          </a:xfrm>
          <a:custGeom>
            <a:avLst/>
            <a:gdLst>
              <a:gd name="connsiteX0" fmla="*/ 235648 w 383167"/>
              <a:gd name="connsiteY0" fmla="*/ 4583 h 343686"/>
              <a:gd name="connsiteX1" fmla="*/ 224153 w 383167"/>
              <a:gd name="connsiteY1" fmla="*/ 752 h 343686"/>
              <a:gd name="connsiteX2" fmla="*/ 212658 w 383167"/>
              <a:gd name="connsiteY2" fmla="*/ 4583 h 343686"/>
              <a:gd name="connsiteX3" fmla="*/ 193500 w 383167"/>
              <a:gd name="connsiteY3" fmla="*/ 23742 h 343686"/>
              <a:gd name="connsiteX4" fmla="*/ 174341 w 383167"/>
              <a:gd name="connsiteY4" fmla="*/ 4583 h 343686"/>
              <a:gd name="connsiteX5" fmla="*/ 162846 w 383167"/>
              <a:gd name="connsiteY5" fmla="*/ 752 h 343686"/>
              <a:gd name="connsiteX6" fmla="*/ 151351 w 383167"/>
              <a:gd name="connsiteY6" fmla="*/ 4583 h 343686"/>
              <a:gd name="connsiteX7" fmla="*/ 124529 w 383167"/>
              <a:gd name="connsiteY7" fmla="*/ 29489 h 343686"/>
              <a:gd name="connsiteX8" fmla="*/ 124529 w 383167"/>
              <a:gd name="connsiteY8" fmla="*/ 52479 h 343686"/>
              <a:gd name="connsiteX9" fmla="*/ 124529 w 383167"/>
              <a:gd name="connsiteY9" fmla="*/ 52479 h 343686"/>
              <a:gd name="connsiteX10" fmla="*/ 191584 w 383167"/>
              <a:gd name="connsiteY10" fmla="*/ 119534 h 343686"/>
              <a:gd name="connsiteX11" fmla="*/ 258638 w 383167"/>
              <a:gd name="connsiteY11" fmla="*/ 52479 h 343686"/>
              <a:gd name="connsiteX12" fmla="*/ 258638 w 383167"/>
              <a:gd name="connsiteY12" fmla="*/ 29489 h 343686"/>
              <a:gd name="connsiteX13" fmla="*/ 258638 w 383167"/>
              <a:gd name="connsiteY13" fmla="*/ 29489 h 343686"/>
              <a:gd name="connsiteX14" fmla="*/ 235648 w 383167"/>
              <a:gd name="connsiteY14" fmla="*/ 4583 h 343686"/>
              <a:gd name="connsiteX15" fmla="*/ 178173 w 383167"/>
              <a:gd name="connsiteY15" fmla="*/ 159766 h 343686"/>
              <a:gd name="connsiteX16" fmla="*/ 136024 w 383167"/>
              <a:gd name="connsiteY16" fmla="*/ 203830 h 343686"/>
              <a:gd name="connsiteX17" fmla="*/ 149435 w 383167"/>
              <a:gd name="connsiteY17" fmla="*/ 217241 h 343686"/>
              <a:gd name="connsiteX18" fmla="*/ 180089 w 383167"/>
              <a:gd name="connsiteY18" fmla="*/ 182756 h 343686"/>
              <a:gd name="connsiteX19" fmla="*/ 180089 w 383167"/>
              <a:gd name="connsiteY19" fmla="*/ 299622 h 343686"/>
              <a:gd name="connsiteX20" fmla="*/ 174341 w 383167"/>
              <a:gd name="connsiteY20" fmla="*/ 305370 h 343686"/>
              <a:gd name="connsiteX21" fmla="*/ 114950 w 383167"/>
              <a:gd name="connsiteY21" fmla="*/ 305370 h 343686"/>
              <a:gd name="connsiteX22" fmla="*/ 114950 w 383167"/>
              <a:gd name="connsiteY22" fmla="*/ 324528 h 343686"/>
              <a:gd name="connsiteX23" fmla="*/ 176257 w 383167"/>
              <a:gd name="connsiteY23" fmla="*/ 324528 h 343686"/>
              <a:gd name="connsiteX24" fmla="*/ 201163 w 383167"/>
              <a:gd name="connsiteY24" fmla="*/ 299622 h 343686"/>
              <a:gd name="connsiteX25" fmla="*/ 201163 w 383167"/>
              <a:gd name="connsiteY25" fmla="*/ 180840 h 343686"/>
              <a:gd name="connsiteX26" fmla="*/ 235648 w 383167"/>
              <a:gd name="connsiteY26" fmla="*/ 213410 h 343686"/>
              <a:gd name="connsiteX27" fmla="*/ 249059 w 383167"/>
              <a:gd name="connsiteY27" fmla="*/ 199999 h 343686"/>
              <a:gd name="connsiteX28" fmla="*/ 204995 w 383167"/>
              <a:gd name="connsiteY28" fmla="*/ 157850 h 343686"/>
              <a:gd name="connsiteX29" fmla="*/ 178173 w 383167"/>
              <a:gd name="connsiteY29" fmla="*/ 159766 h 343686"/>
              <a:gd name="connsiteX30" fmla="*/ 47896 w 383167"/>
              <a:gd name="connsiteY30" fmla="*/ 247895 h 343686"/>
              <a:gd name="connsiteX31" fmla="*/ 0 w 383167"/>
              <a:gd name="connsiteY31" fmla="*/ 295791 h 343686"/>
              <a:gd name="connsiteX32" fmla="*/ 47896 w 383167"/>
              <a:gd name="connsiteY32" fmla="*/ 343687 h 343686"/>
              <a:gd name="connsiteX33" fmla="*/ 95792 w 383167"/>
              <a:gd name="connsiteY33" fmla="*/ 295791 h 343686"/>
              <a:gd name="connsiteX34" fmla="*/ 47896 w 383167"/>
              <a:gd name="connsiteY34" fmla="*/ 247895 h 343686"/>
              <a:gd name="connsiteX35" fmla="*/ 47896 w 383167"/>
              <a:gd name="connsiteY35" fmla="*/ 247895 h 343686"/>
              <a:gd name="connsiteX36" fmla="*/ 47896 w 383167"/>
              <a:gd name="connsiteY36" fmla="*/ 324528 h 343686"/>
              <a:gd name="connsiteX37" fmla="*/ 19158 w 383167"/>
              <a:gd name="connsiteY37" fmla="*/ 295791 h 343686"/>
              <a:gd name="connsiteX38" fmla="*/ 47896 w 383167"/>
              <a:gd name="connsiteY38" fmla="*/ 267053 h 343686"/>
              <a:gd name="connsiteX39" fmla="*/ 76634 w 383167"/>
              <a:gd name="connsiteY39" fmla="*/ 295791 h 343686"/>
              <a:gd name="connsiteX40" fmla="*/ 47896 w 383167"/>
              <a:gd name="connsiteY40" fmla="*/ 324528 h 343686"/>
              <a:gd name="connsiteX41" fmla="*/ 47896 w 383167"/>
              <a:gd name="connsiteY41" fmla="*/ 324528 h 343686"/>
              <a:gd name="connsiteX42" fmla="*/ 383168 w 383167"/>
              <a:gd name="connsiteY42" fmla="*/ 121449 h 343686"/>
              <a:gd name="connsiteX43" fmla="*/ 369757 w 383167"/>
              <a:gd name="connsiteY43" fmla="*/ 108038 h 343686"/>
              <a:gd name="connsiteX44" fmla="*/ 335272 w 383167"/>
              <a:gd name="connsiteY44" fmla="*/ 142524 h 343686"/>
              <a:gd name="connsiteX45" fmla="*/ 300787 w 383167"/>
              <a:gd name="connsiteY45" fmla="*/ 108038 h 343686"/>
              <a:gd name="connsiteX46" fmla="*/ 287376 w 383167"/>
              <a:gd name="connsiteY46" fmla="*/ 121449 h 343686"/>
              <a:gd name="connsiteX47" fmla="*/ 321861 w 383167"/>
              <a:gd name="connsiteY47" fmla="*/ 155934 h 343686"/>
              <a:gd name="connsiteX48" fmla="*/ 287376 w 383167"/>
              <a:gd name="connsiteY48" fmla="*/ 188504 h 343686"/>
              <a:gd name="connsiteX49" fmla="*/ 300787 w 383167"/>
              <a:gd name="connsiteY49" fmla="*/ 201915 h 343686"/>
              <a:gd name="connsiteX50" fmla="*/ 335272 w 383167"/>
              <a:gd name="connsiteY50" fmla="*/ 167429 h 343686"/>
              <a:gd name="connsiteX51" fmla="*/ 369757 w 383167"/>
              <a:gd name="connsiteY51" fmla="*/ 201915 h 343686"/>
              <a:gd name="connsiteX52" fmla="*/ 383168 w 383167"/>
              <a:gd name="connsiteY52" fmla="*/ 188504 h 343686"/>
              <a:gd name="connsiteX53" fmla="*/ 348682 w 383167"/>
              <a:gd name="connsiteY53" fmla="*/ 154019 h 343686"/>
              <a:gd name="connsiteX54" fmla="*/ 383168 w 383167"/>
              <a:gd name="connsiteY54" fmla="*/ 121449 h 343686"/>
              <a:gd name="connsiteX55" fmla="*/ 84297 w 383167"/>
              <a:gd name="connsiteY55" fmla="*/ 106123 h 343686"/>
              <a:gd name="connsiteX56" fmla="*/ 49812 w 383167"/>
              <a:gd name="connsiteY56" fmla="*/ 140608 h 343686"/>
              <a:gd name="connsiteX57" fmla="*/ 17243 w 383167"/>
              <a:gd name="connsiteY57" fmla="*/ 106123 h 343686"/>
              <a:gd name="connsiteX58" fmla="*/ 3832 w 383167"/>
              <a:gd name="connsiteY58" fmla="*/ 121449 h 343686"/>
              <a:gd name="connsiteX59" fmla="*/ 38317 w 383167"/>
              <a:gd name="connsiteY59" fmla="*/ 155934 h 343686"/>
              <a:gd name="connsiteX60" fmla="*/ 3832 w 383167"/>
              <a:gd name="connsiteY60" fmla="*/ 190420 h 343686"/>
              <a:gd name="connsiteX61" fmla="*/ 17243 w 383167"/>
              <a:gd name="connsiteY61" fmla="*/ 203830 h 343686"/>
              <a:gd name="connsiteX62" fmla="*/ 51728 w 383167"/>
              <a:gd name="connsiteY62" fmla="*/ 169345 h 343686"/>
              <a:gd name="connsiteX63" fmla="*/ 86213 w 383167"/>
              <a:gd name="connsiteY63" fmla="*/ 203830 h 343686"/>
              <a:gd name="connsiteX64" fmla="*/ 99624 w 383167"/>
              <a:gd name="connsiteY64" fmla="*/ 190420 h 343686"/>
              <a:gd name="connsiteX65" fmla="*/ 65138 w 383167"/>
              <a:gd name="connsiteY65" fmla="*/ 155934 h 343686"/>
              <a:gd name="connsiteX66" fmla="*/ 99624 w 383167"/>
              <a:gd name="connsiteY66" fmla="*/ 121449 h 343686"/>
              <a:gd name="connsiteX67" fmla="*/ 84297 w 383167"/>
              <a:gd name="connsiteY67" fmla="*/ 106123 h 343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83167" h="343686">
                <a:moveTo>
                  <a:pt x="235648" y="4583"/>
                </a:moveTo>
                <a:cubicBezTo>
                  <a:pt x="231816" y="752"/>
                  <a:pt x="227985" y="752"/>
                  <a:pt x="224153" y="752"/>
                </a:cubicBezTo>
                <a:cubicBezTo>
                  <a:pt x="220321" y="752"/>
                  <a:pt x="214574" y="2667"/>
                  <a:pt x="212658" y="4583"/>
                </a:cubicBezTo>
                <a:lnTo>
                  <a:pt x="193500" y="23742"/>
                </a:lnTo>
                <a:lnTo>
                  <a:pt x="174341" y="4583"/>
                </a:lnTo>
                <a:cubicBezTo>
                  <a:pt x="170510" y="752"/>
                  <a:pt x="166678" y="-1164"/>
                  <a:pt x="162846" y="752"/>
                </a:cubicBezTo>
                <a:cubicBezTo>
                  <a:pt x="159015" y="752"/>
                  <a:pt x="153267" y="2667"/>
                  <a:pt x="151351" y="4583"/>
                </a:cubicBezTo>
                <a:lnTo>
                  <a:pt x="124529" y="29489"/>
                </a:lnTo>
                <a:cubicBezTo>
                  <a:pt x="118782" y="35237"/>
                  <a:pt x="116866" y="46732"/>
                  <a:pt x="124529" y="52479"/>
                </a:cubicBezTo>
                <a:cubicBezTo>
                  <a:pt x="124529" y="52479"/>
                  <a:pt x="124529" y="52479"/>
                  <a:pt x="124529" y="52479"/>
                </a:cubicBezTo>
                <a:lnTo>
                  <a:pt x="191584" y="119534"/>
                </a:lnTo>
                <a:lnTo>
                  <a:pt x="258638" y="52479"/>
                </a:lnTo>
                <a:cubicBezTo>
                  <a:pt x="264386" y="46732"/>
                  <a:pt x="266301" y="35237"/>
                  <a:pt x="258638" y="29489"/>
                </a:cubicBezTo>
                <a:cubicBezTo>
                  <a:pt x="258638" y="29489"/>
                  <a:pt x="258638" y="29489"/>
                  <a:pt x="258638" y="29489"/>
                </a:cubicBezTo>
                <a:lnTo>
                  <a:pt x="235648" y="4583"/>
                </a:lnTo>
                <a:close/>
                <a:moveTo>
                  <a:pt x="178173" y="159766"/>
                </a:moveTo>
                <a:lnTo>
                  <a:pt x="136024" y="203830"/>
                </a:lnTo>
                <a:lnTo>
                  <a:pt x="149435" y="217241"/>
                </a:lnTo>
                <a:lnTo>
                  <a:pt x="180089" y="182756"/>
                </a:lnTo>
                <a:lnTo>
                  <a:pt x="180089" y="299622"/>
                </a:lnTo>
                <a:cubicBezTo>
                  <a:pt x="180089" y="303454"/>
                  <a:pt x="178173" y="305370"/>
                  <a:pt x="174341" y="305370"/>
                </a:cubicBezTo>
                <a:lnTo>
                  <a:pt x="114950" y="305370"/>
                </a:lnTo>
                <a:lnTo>
                  <a:pt x="114950" y="324528"/>
                </a:lnTo>
                <a:lnTo>
                  <a:pt x="176257" y="324528"/>
                </a:lnTo>
                <a:cubicBezTo>
                  <a:pt x="189668" y="324528"/>
                  <a:pt x="201163" y="313033"/>
                  <a:pt x="201163" y="299622"/>
                </a:cubicBezTo>
                <a:lnTo>
                  <a:pt x="201163" y="180840"/>
                </a:lnTo>
                <a:lnTo>
                  <a:pt x="235648" y="213410"/>
                </a:lnTo>
                <a:lnTo>
                  <a:pt x="249059" y="199999"/>
                </a:lnTo>
                <a:lnTo>
                  <a:pt x="204995" y="157850"/>
                </a:lnTo>
                <a:cubicBezTo>
                  <a:pt x="197331" y="150187"/>
                  <a:pt x="185836" y="152103"/>
                  <a:pt x="178173" y="159766"/>
                </a:cubicBezTo>
                <a:close/>
                <a:moveTo>
                  <a:pt x="47896" y="247895"/>
                </a:moveTo>
                <a:cubicBezTo>
                  <a:pt x="21074" y="247895"/>
                  <a:pt x="0" y="268969"/>
                  <a:pt x="0" y="295791"/>
                </a:cubicBezTo>
                <a:cubicBezTo>
                  <a:pt x="0" y="322612"/>
                  <a:pt x="21074" y="343687"/>
                  <a:pt x="47896" y="343687"/>
                </a:cubicBezTo>
                <a:cubicBezTo>
                  <a:pt x="74718" y="343687"/>
                  <a:pt x="95792" y="322612"/>
                  <a:pt x="95792" y="295791"/>
                </a:cubicBezTo>
                <a:cubicBezTo>
                  <a:pt x="95792" y="268969"/>
                  <a:pt x="74718" y="247895"/>
                  <a:pt x="47896" y="247895"/>
                </a:cubicBezTo>
                <a:cubicBezTo>
                  <a:pt x="47896" y="247895"/>
                  <a:pt x="47896" y="247895"/>
                  <a:pt x="47896" y="247895"/>
                </a:cubicBezTo>
                <a:close/>
                <a:moveTo>
                  <a:pt x="47896" y="324528"/>
                </a:moveTo>
                <a:cubicBezTo>
                  <a:pt x="32569" y="324528"/>
                  <a:pt x="19158" y="311117"/>
                  <a:pt x="19158" y="295791"/>
                </a:cubicBezTo>
                <a:cubicBezTo>
                  <a:pt x="19158" y="280464"/>
                  <a:pt x="32569" y="267053"/>
                  <a:pt x="47896" y="267053"/>
                </a:cubicBezTo>
                <a:cubicBezTo>
                  <a:pt x="63223" y="267053"/>
                  <a:pt x="76634" y="280464"/>
                  <a:pt x="76634" y="295791"/>
                </a:cubicBezTo>
                <a:cubicBezTo>
                  <a:pt x="76634" y="311117"/>
                  <a:pt x="63223" y="324528"/>
                  <a:pt x="47896" y="324528"/>
                </a:cubicBezTo>
                <a:cubicBezTo>
                  <a:pt x="47896" y="324528"/>
                  <a:pt x="47896" y="324528"/>
                  <a:pt x="47896" y="324528"/>
                </a:cubicBezTo>
                <a:close/>
                <a:moveTo>
                  <a:pt x="383168" y="121449"/>
                </a:moveTo>
                <a:lnTo>
                  <a:pt x="369757" y="108038"/>
                </a:lnTo>
                <a:lnTo>
                  <a:pt x="335272" y="142524"/>
                </a:lnTo>
                <a:lnTo>
                  <a:pt x="300787" y="108038"/>
                </a:lnTo>
                <a:lnTo>
                  <a:pt x="287376" y="121449"/>
                </a:lnTo>
                <a:lnTo>
                  <a:pt x="321861" y="155934"/>
                </a:lnTo>
                <a:lnTo>
                  <a:pt x="287376" y="188504"/>
                </a:lnTo>
                <a:lnTo>
                  <a:pt x="300787" y="201915"/>
                </a:lnTo>
                <a:lnTo>
                  <a:pt x="335272" y="167429"/>
                </a:lnTo>
                <a:lnTo>
                  <a:pt x="369757" y="201915"/>
                </a:lnTo>
                <a:lnTo>
                  <a:pt x="383168" y="188504"/>
                </a:lnTo>
                <a:lnTo>
                  <a:pt x="348682" y="154019"/>
                </a:lnTo>
                <a:lnTo>
                  <a:pt x="383168" y="121449"/>
                </a:lnTo>
                <a:close/>
                <a:moveTo>
                  <a:pt x="84297" y="106123"/>
                </a:moveTo>
                <a:lnTo>
                  <a:pt x="49812" y="140608"/>
                </a:lnTo>
                <a:lnTo>
                  <a:pt x="17243" y="106123"/>
                </a:lnTo>
                <a:lnTo>
                  <a:pt x="3832" y="121449"/>
                </a:lnTo>
                <a:lnTo>
                  <a:pt x="38317" y="155934"/>
                </a:lnTo>
                <a:lnTo>
                  <a:pt x="3832" y="190420"/>
                </a:lnTo>
                <a:lnTo>
                  <a:pt x="17243" y="203830"/>
                </a:lnTo>
                <a:lnTo>
                  <a:pt x="51728" y="169345"/>
                </a:lnTo>
                <a:lnTo>
                  <a:pt x="86213" y="203830"/>
                </a:lnTo>
                <a:lnTo>
                  <a:pt x="99624" y="190420"/>
                </a:lnTo>
                <a:lnTo>
                  <a:pt x="65138" y="155934"/>
                </a:lnTo>
                <a:lnTo>
                  <a:pt x="99624" y="121449"/>
                </a:lnTo>
                <a:lnTo>
                  <a:pt x="84297" y="10612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Graphic 192" descr="Puzzle icon.">
            <a:extLst>
              <a:ext uri="{FF2B5EF4-FFF2-40B4-BE49-F238E27FC236}">
                <a16:creationId xmlns:a16="http://schemas.microsoft.com/office/drawing/2014/main" id="{F298F2AF-6FEE-4087-BCC4-24965DA11D9B}"/>
              </a:ext>
            </a:extLst>
          </p:cNvPr>
          <p:cNvSpPr>
            <a:spLocks noChangeAspect="1"/>
          </p:cNvSpPr>
          <p:nvPr/>
        </p:nvSpPr>
        <p:spPr>
          <a:xfrm>
            <a:off x="973633" y="5216961"/>
            <a:ext cx="420308" cy="348196"/>
          </a:xfrm>
          <a:custGeom>
            <a:avLst/>
            <a:gdLst>
              <a:gd name="connsiteX0" fmla="*/ 401203 w 420308"/>
              <a:gd name="connsiteY0" fmla="*/ 71175 h 348196"/>
              <a:gd name="connsiteX1" fmla="*/ 361083 w 420308"/>
              <a:gd name="connsiteY1" fmla="*/ 71175 h 348196"/>
              <a:gd name="connsiteX2" fmla="*/ 362993 w 420308"/>
              <a:gd name="connsiteY2" fmla="*/ 42518 h 348196"/>
              <a:gd name="connsiteX3" fmla="*/ 309500 w 420308"/>
              <a:gd name="connsiteY3" fmla="*/ 487 h 348196"/>
              <a:gd name="connsiteX4" fmla="*/ 267469 w 420308"/>
              <a:gd name="connsiteY4" fmla="*/ 53981 h 348196"/>
              <a:gd name="connsiteX5" fmla="*/ 271290 w 420308"/>
              <a:gd name="connsiteY5" fmla="*/ 73086 h 348196"/>
              <a:gd name="connsiteX6" fmla="*/ 156660 w 420308"/>
              <a:gd name="connsiteY6" fmla="*/ 73086 h 348196"/>
              <a:gd name="connsiteX7" fmla="*/ 141376 w 420308"/>
              <a:gd name="connsiteY7" fmla="*/ 80728 h 348196"/>
              <a:gd name="connsiteX8" fmla="*/ 139466 w 420308"/>
              <a:gd name="connsiteY8" fmla="*/ 99832 h 348196"/>
              <a:gd name="connsiteX9" fmla="*/ 141376 w 420308"/>
              <a:gd name="connsiteY9" fmla="*/ 117027 h 348196"/>
              <a:gd name="connsiteX10" fmla="*/ 108898 w 420308"/>
              <a:gd name="connsiteY10" fmla="*/ 141863 h 348196"/>
              <a:gd name="connsiteX11" fmla="*/ 84062 w 420308"/>
              <a:gd name="connsiteY11" fmla="*/ 109385 h 348196"/>
              <a:gd name="connsiteX12" fmla="*/ 85972 w 420308"/>
              <a:gd name="connsiteY12" fmla="*/ 97922 h 348196"/>
              <a:gd name="connsiteX13" fmla="*/ 84062 w 420308"/>
              <a:gd name="connsiteY13" fmla="*/ 78817 h 348196"/>
              <a:gd name="connsiteX14" fmla="*/ 68778 w 420308"/>
              <a:gd name="connsiteY14" fmla="*/ 71175 h 348196"/>
              <a:gd name="connsiteX15" fmla="*/ 19105 w 420308"/>
              <a:gd name="connsiteY15" fmla="*/ 71175 h 348196"/>
              <a:gd name="connsiteX16" fmla="*/ 0 w 420308"/>
              <a:gd name="connsiteY16" fmla="*/ 90280 h 348196"/>
              <a:gd name="connsiteX17" fmla="*/ 0 w 420308"/>
              <a:gd name="connsiteY17" fmla="*/ 262224 h 348196"/>
              <a:gd name="connsiteX18" fmla="*/ 19105 w 420308"/>
              <a:gd name="connsiteY18" fmla="*/ 281329 h 348196"/>
              <a:gd name="connsiteX19" fmla="*/ 70688 w 420308"/>
              <a:gd name="connsiteY19" fmla="*/ 281329 h 348196"/>
              <a:gd name="connsiteX20" fmla="*/ 70688 w 420308"/>
              <a:gd name="connsiteY20" fmla="*/ 281329 h 348196"/>
              <a:gd name="connsiteX21" fmla="*/ 66867 w 420308"/>
              <a:gd name="connsiteY21" fmla="*/ 309987 h 348196"/>
              <a:gd name="connsiteX22" fmla="*/ 103167 w 420308"/>
              <a:gd name="connsiteY22" fmla="*/ 348196 h 348196"/>
              <a:gd name="connsiteX23" fmla="*/ 112719 w 420308"/>
              <a:gd name="connsiteY23" fmla="*/ 348196 h 348196"/>
              <a:gd name="connsiteX24" fmla="*/ 160481 w 420308"/>
              <a:gd name="connsiteY24" fmla="*/ 300434 h 348196"/>
              <a:gd name="connsiteX25" fmla="*/ 156660 w 420308"/>
              <a:gd name="connsiteY25" fmla="*/ 281329 h 348196"/>
              <a:gd name="connsiteX26" fmla="*/ 271290 w 420308"/>
              <a:gd name="connsiteY26" fmla="*/ 281329 h 348196"/>
              <a:gd name="connsiteX27" fmla="*/ 269379 w 420308"/>
              <a:gd name="connsiteY27" fmla="*/ 309987 h 348196"/>
              <a:gd name="connsiteX28" fmla="*/ 305679 w 420308"/>
              <a:gd name="connsiteY28" fmla="*/ 348196 h 348196"/>
              <a:gd name="connsiteX29" fmla="*/ 315231 w 420308"/>
              <a:gd name="connsiteY29" fmla="*/ 348196 h 348196"/>
              <a:gd name="connsiteX30" fmla="*/ 345799 w 420308"/>
              <a:gd name="connsiteY30" fmla="*/ 336733 h 348196"/>
              <a:gd name="connsiteX31" fmla="*/ 362993 w 420308"/>
              <a:gd name="connsiteY31" fmla="*/ 300434 h 348196"/>
              <a:gd name="connsiteX32" fmla="*/ 359172 w 420308"/>
              <a:gd name="connsiteY32" fmla="*/ 281329 h 348196"/>
              <a:gd name="connsiteX33" fmla="*/ 401203 w 420308"/>
              <a:gd name="connsiteY33" fmla="*/ 281329 h 348196"/>
              <a:gd name="connsiteX34" fmla="*/ 420308 w 420308"/>
              <a:gd name="connsiteY34" fmla="*/ 262224 h 348196"/>
              <a:gd name="connsiteX35" fmla="*/ 420308 w 420308"/>
              <a:gd name="connsiteY35" fmla="*/ 90280 h 348196"/>
              <a:gd name="connsiteX36" fmla="*/ 401203 w 420308"/>
              <a:gd name="connsiteY36" fmla="*/ 71175 h 348196"/>
              <a:gd name="connsiteX37" fmla="*/ 401203 w 420308"/>
              <a:gd name="connsiteY37" fmla="*/ 71175 h 348196"/>
              <a:gd name="connsiteX38" fmla="*/ 217796 w 420308"/>
              <a:gd name="connsiteY38" fmla="*/ 204909 h 348196"/>
              <a:gd name="connsiteX39" fmla="*/ 210154 w 420308"/>
              <a:gd name="connsiteY39" fmla="*/ 220193 h 348196"/>
              <a:gd name="connsiteX40" fmla="*/ 210154 w 420308"/>
              <a:gd name="connsiteY40" fmla="*/ 262224 h 348196"/>
              <a:gd name="connsiteX41" fmla="*/ 158571 w 420308"/>
              <a:gd name="connsiteY41" fmla="*/ 262224 h 348196"/>
              <a:gd name="connsiteX42" fmla="*/ 143287 w 420308"/>
              <a:gd name="connsiteY42" fmla="*/ 271777 h 348196"/>
              <a:gd name="connsiteX43" fmla="*/ 141376 w 420308"/>
              <a:gd name="connsiteY43" fmla="*/ 290882 h 348196"/>
              <a:gd name="connsiteX44" fmla="*/ 143287 w 420308"/>
              <a:gd name="connsiteY44" fmla="*/ 302345 h 348196"/>
              <a:gd name="connsiteX45" fmla="*/ 118450 w 420308"/>
              <a:gd name="connsiteY45" fmla="*/ 334823 h 348196"/>
              <a:gd name="connsiteX46" fmla="*/ 85972 w 420308"/>
              <a:gd name="connsiteY46" fmla="*/ 309987 h 348196"/>
              <a:gd name="connsiteX47" fmla="*/ 85972 w 420308"/>
              <a:gd name="connsiteY47" fmla="*/ 309987 h 348196"/>
              <a:gd name="connsiteX48" fmla="*/ 87883 w 420308"/>
              <a:gd name="connsiteY48" fmla="*/ 292792 h 348196"/>
              <a:gd name="connsiteX49" fmla="*/ 85972 w 420308"/>
              <a:gd name="connsiteY49" fmla="*/ 273687 h 348196"/>
              <a:gd name="connsiteX50" fmla="*/ 70688 w 420308"/>
              <a:gd name="connsiteY50" fmla="*/ 266045 h 348196"/>
              <a:gd name="connsiteX51" fmla="*/ 19105 w 420308"/>
              <a:gd name="connsiteY51" fmla="*/ 266045 h 348196"/>
              <a:gd name="connsiteX52" fmla="*/ 19105 w 420308"/>
              <a:gd name="connsiteY52" fmla="*/ 94101 h 348196"/>
              <a:gd name="connsiteX53" fmla="*/ 70688 w 420308"/>
              <a:gd name="connsiteY53" fmla="*/ 94101 h 348196"/>
              <a:gd name="connsiteX54" fmla="*/ 66867 w 420308"/>
              <a:gd name="connsiteY54" fmla="*/ 113206 h 348196"/>
              <a:gd name="connsiteX55" fmla="*/ 114630 w 420308"/>
              <a:gd name="connsiteY55" fmla="*/ 157147 h 348196"/>
              <a:gd name="connsiteX56" fmla="*/ 160481 w 420308"/>
              <a:gd name="connsiteY56" fmla="*/ 118937 h 348196"/>
              <a:gd name="connsiteX57" fmla="*/ 158571 w 420308"/>
              <a:gd name="connsiteY57" fmla="*/ 90280 h 348196"/>
              <a:gd name="connsiteX58" fmla="*/ 210154 w 420308"/>
              <a:gd name="connsiteY58" fmla="*/ 90280 h 348196"/>
              <a:gd name="connsiteX59" fmla="*/ 210154 w 420308"/>
              <a:gd name="connsiteY59" fmla="*/ 132311 h 348196"/>
              <a:gd name="connsiteX60" fmla="*/ 217796 w 420308"/>
              <a:gd name="connsiteY60" fmla="*/ 147595 h 348196"/>
              <a:gd name="connsiteX61" fmla="*/ 236901 w 420308"/>
              <a:gd name="connsiteY61" fmla="*/ 149505 h 348196"/>
              <a:gd name="connsiteX62" fmla="*/ 275111 w 420308"/>
              <a:gd name="connsiteY62" fmla="*/ 164789 h 348196"/>
              <a:gd name="connsiteX63" fmla="*/ 259827 w 420308"/>
              <a:gd name="connsiteY63" fmla="*/ 202999 h 348196"/>
              <a:gd name="connsiteX64" fmla="*/ 254095 w 420308"/>
              <a:gd name="connsiteY64" fmla="*/ 204909 h 348196"/>
              <a:gd name="connsiteX65" fmla="*/ 236901 w 420308"/>
              <a:gd name="connsiteY65" fmla="*/ 202999 h 348196"/>
              <a:gd name="connsiteX66" fmla="*/ 217796 w 420308"/>
              <a:gd name="connsiteY66" fmla="*/ 204909 h 348196"/>
              <a:gd name="connsiteX67" fmla="*/ 217796 w 420308"/>
              <a:gd name="connsiteY67" fmla="*/ 204909 h 348196"/>
              <a:gd name="connsiteX68" fmla="*/ 401203 w 420308"/>
              <a:gd name="connsiteY68" fmla="*/ 262224 h 348196"/>
              <a:gd name="connsiteX69" fmla="*/ 359172 w 420308"/>
              <a:gd name="connsiteY69" fmla="*/ 262224 h 348196"/>
              <a:gd name="connsiteX70" fmla="*/ 343889 w 420308"/>
              <a:gd name="connsiteY70" fmla="*/ 271777 h 348196"/>
              <a:gd name="connsiteX71" fmla="*/ 341978 w 420308"/>
              <a:gd name="connsiteY71" fmla="*/ 290882 h 348196"/>
              <a:gd name="connsiteX72" fmla="*/ 343889 w 420308"/>
              <a:gd name="connsiteY72" fmla="*/ 302345 h 348196"/>
              <a:gd name="connsiteX73" fmla="*/ 319052 w 420308"/>
              <a:gd name="connsiteY73" fmla="*/ 334823 h 348196"/>
              <a:gd name="connsiteX74" fmla="*/ 286574 w 420308"/>
              <a:gd name="connsiteY74" fmla="*/ 309987 h 348196"/>
              <a:gd name="connsiteX75" fmla="*/ 288484 w 420308"/>
              <a:gd name="connsiteY75" fmla="*/ 292792 h 348196"/>
              <a:gd name="connsiteX76" fmla="*/ 286574 w 420308"/>
              <a:gd name="connsiteY76" fmla="*/ 273687 h 348196"/>
              <a:gd name="connsiteX77" fmla="*/ 271290 w 420308"/>
              <a:gd name="connsiteY77" fmla="*/ 266045 h 348196"/>
              <a:gd name="connsiteX78" fmla="*/ 229259 w 420308"/>
              <a:gd name="connsiteY78" fmla="*/ 266045 h 348196"/>
              <a:gd name="connsiteX79" fmla="*/ 229259 w 420308"/>
              <a:gd name="connsiteY79" fmla="*/ 222104 h 348196"/>
              <a:gd name="connsiteX80" fmla="*/ 292305 w 420308"/>
              <a:gd name="connsiteY80" fmla="*/ 197268 h 348196"/>
              <a:gd name="connsiteX81" fmla="*/ 267469 w 420308"/>
              <a:gd name="connsiteY81" fmla="*/ 134221 h 348196"/>
              <a:gd name="connsiteX82" fmla="*/ 229259 w 420308"/>
              <a:gd name="connsiteY82" fmla="*/ 134221 h 348196"/>
              <a:gd name="connsiteX83" fmla="*/ 229259 w 420308"/>
              <a:gd name="connsiteY83" fmla="*/ 90280 h 348196"/>
              <a:gd name="connsiteX84" fmla="*/ 271290 w 420308"/>
              <a:gd name="connsiteY84" fmla="*/ 90280 h 348196"/>
              <a:gd name="connsiteX85" fmla="*/ 286574 w 420308"/>
              <a:gd name="connsiteY85" fmla="*/ 82638 h 348196"/>
              <a:gd name="connsiteX86" fmla="*/ 288484 w 420308"/>
              <a:gd name="connsiteY86" fmla="*/ 63533 h 348196"/>
              <a:gd name="connsiteX87" fmla="*/ 286574 w 420308"/>
              <a:gd name="connsiteY87" fmla="*/ 52070 h 348196"/>
              <a:gd name="connsiteX88" fmla="*/ 296126 w 420308"/>
              <a:gd name="connsiteY88" fmla="*/ 29144 h 348196"/>
              <a:gd name="connsiteX89" fmla="*/ 336247 w 420308"/>
              <a:gd name="connsiteY89" fmla="*/ 31055 h 348196"/>
              <a:gd name="connsiteX90" fmla="*/ 341978 w 420308"/>
              <a:gd name="connsiteY90" fmla="*/ 44428 h 348196"/>
              <a:gd name="connsiteX91" fmla="*/ 340068 w 420308"/>
              <a:gd name="connsiteY91" fmla="*/ 61623 h 348196"/>
              <a:gd name="connsiteX92" fmla="*/ 341978 w 420308"/>
              <a:gd name="connsiteY92" fmla="*/ 80728 h 348196"/>
              <a:gd name="connsiteX93" fmla="*/ 357262 w 420308"/>
              <a:gd name="connsiteY93" fmla="*/ 88369 h 348196"/>
              <a:gd name="connsiteX94" fmla="*/ 401203 w 420308"/>
              <a:gd name="connsiteY94" fmla="*/ 88369 h 348196"/>
              <a:gd name="connsiteX95" fmla="*/ 401203 w 420308"/>
              <a:gd name="connsiteY95" fmla="*/ 262224 h 34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20308" h="348196">
                <a:moveTo>
                  <a:pt x="401203" y="71175"/>
                </a:moveTo>
                <a:lnTo>
                  <a:pt x="361083" y="71175"/>
                </a:lnTo>
                <a:cubicBezTo>
                  <a:pt x="364904" y="61623"/>
                  <a:pt x="364904" y="52070"/>
                  <a:pt x="362993" y="42518"/>
                </a:cubicBezTo>
                <a:cubicBezTo>
                  <a:pt x="361083" y="15771"/>
                  <a:pt x="336247" y="-3334"/>
                  <a:pt x="309500" y="487"/>
                </a:cubicBezTo>
                <a:cubicBezTo>
                  <a:pt x="282753" y="2397"/>
                  <a:pt x="263648" y="27234"/>
                  <a:pt x="267469" y="53981"/>
                </a:cubicBezTo>
                <a:cubicBezTo>
                  <a:pt x="267469" y="59712"/>
                  <a:pt x="269379" y="67354"/>
                  <a:pt x="271290" y="73086"/>
                </a:cubicBezTo>
                <a:lnTo>
                  <a:pt x="156660" y="73086"/>
                </a:lnTo>
                <a:cubicBezTo>
                  <a:pt x="150929" y="73086"/>
                  <a:pt x="145197" y="76907"/>
                  <a:pt x="141376" y="80728"/>
                </a:cubicBezTo>
                <a:cubicBezTo>
                  <a:pt x="137555" y="86459"/>
                  <a:pt x="137555" y="94101"/>
                  <a:pt x="139466" y="99832"/>
                </a:cubicBezTo>
                <a:cubicBezTo>
                  <a:pt x="141376" y="105564"/>
                  <a:pt x="141376" y="111295"/>
                  <a:pt x="141376" y="117027"/>
                </a:cubicBezTo>
                <a:cubicBezTo>
                  <a:pt x="139466" y="132311"/>
                  <a:pt x="126092" y="143774"/>
                  <a:pt x="108898" y="141863"/>
                </a:cubicBezTo>
                <a:cubicBezTo>
                  <a:pt x="91704" y="139953"/>
                  <a:pt x="82151" y="126579"/>
                  <a:pt x="84062" y="109385"/>
                </a:cubicBezTo>
                <a:cubicBezTo>
                  <a:pt x="84062" y="105564"/>
                  <a:pt x="84062" y="101743"/>
                  <a:pt x="85972" y="97922"/>
                </a:cubicBezTo>
                <a:cubicBezTo>
                  <a:pt x="89793" y="92190"/>
                  <a:pt x="87883" y="84548"/>
                  <a:pt x="84062" y="78817"/>
                </a:cubicBezTo>
                <a:cubicBezTo>
                  <a:pt x="82151" y="74996"/>
                  <a:pt x="76420" y="71175"/>
                  <a:pt x="68778" y="71175"/>
                </a:cubicBezTo>
                <a:lnTo>
                  <a:pt x="19105" y="71175"/>
                </a:lnTo>
                <a:cubicBezTo>
                  <a:pt x="7642" y="71175"/>
                  <a:pt x="0" y="78817"/>
                  <a:pt x="0" y="90280"/>
                </a:cubicBezTo>
                <a:lnTo>
                  <a:pt x="0" y="262224"/>
                </a:lnTo>
                <a:cubicBezTo>
                  <a:pt x="0" y="273687"/>
                  <a:pt x="7642" y="281329"/>
                  <a:pt x="19105" y="281329"/>
                </a:cubicBezTo>
                <a:lnTo>
                  <a:pt x="70688" y="281329"/>
                </a:lnTo>
                <a:lnTo>
                  <a:pt x="70688" y="281329"/>
                </a:lnTo>
                <a:cubicBezTo>
                  <a:pt x="66867" y="290882"/>
                  <a:pt x="64957" y="300434"/>
                  <a:pt x="66867" y="309987"/>
                </a:cubicBezTo>
                <a:cubicBezTo>
                  <a:pt x="70688" y="329091"/>
                  <a:pt x="85972" y="344375"/>
                  <a:pt x="103167" y="348196"/>
                </a:cubicBezTo>
                <a:cubicBezTo>
                  <a:pt x="106988" y="348196"/>
                  <a:pt x="108898" y="348196"/>
                  <a:pt x="112719" y="348196"/>
                </a:cubicBezTo>
                <a:cubicBezTo>
                  <a:pt x="139466" y="348196"/>
                  <a:pt x="160481" y="327181"/>
                  <a:pt x="160481" y="300434"/>
                </a:cubicBezTo>
                <a:cubicBezTo>
                  <a:pt x="160481" y="294703"/>
                  <a:pt x="158571" y="287061"/>
                  <a:pt x="156660" y="281329"/>
                </a:cubicBezTo>
                <a:lnTo>
                  <a:pt x="271290" y="281329"/>
                </a:lnTo>
                <a:cubicBezTo>
                  <a:pt x="267469" y="290882"/>
                  <a:pt x="265558" y="300434"/>
                  <a:pt x="269379" y="309987"/>
                </a:cubicBezTo>
                <a:cubicBezTo>
                  <a:pt x="273200" y="329091"/>
                  <a:pt x="286574" y="342465"/>
                  <a:pt x="305679" y="348196"/>
                </a:cubicBezTo>
                <a:cubicBezTo>
                  <a:pt x="309500" y="348196"/>
                  <a:pt x="311410" y="348196"/>
                  <a:pt x="315231" y="348196"/>
                </a:cubicBezTo>
                <a:cubicBezTo>
                  <a:pt x="326694" y="348196"/>
                  <a:pt x="336247" y="344375"/>
                  <a:pt x="345799" y="336733"/>
                </a:cubicBezTo>
                <a:cubicBezTo>
                  <a:pt x="357262" y="327181"/>
                  <a:pt x="362993" y="313808"/>
                  <a:pt x="362993" y="300434"/>
                </a:cubicBezTo>
                <a:cubicBezTo>
                  <a:pt x="362993" y="294703"/>
                  <a:pt x="361083" y="287061"/>
                  <a:pt x="359172" y="281329"/>
                </a:cubicBezTo>
                <a:lnTo>
                  <a:pt x="401203" y="281329"/>
                </a:lnTo>
                <a:cubicBezTo>
                  <a:pt x="412666" y="281329"/>
                  <a:pt x="420308" y="273687"/>
                  <a:pt x="420308" y="262224"/>
                </a:cubicBezTo>
                <a:lnTo>
                  <a:pt x="420308" y="90280"/>
                </a:lnTo>
                <a:cubicBezTo>
                  <a:pt x="420308" y="80728"/>
                  <a:pt x="412666" y="71175"/>
                  <a:pt x="401203" y="71175"/>
                </a:cubicBezTo>
                <a:cubicBezTo>
                  <a:pt x="401203" y="71175"/>
                  <a:pt x="401203" y="71175"/>
                  <a:pt x="401203" y="71175"/>
                </a:cubicBezTo>
                <a:close/>
                <a:moveTo>
                  <a:pt x="217796" y="204909"/>
                </a:moveTo>
                <a:cubicBezTo>
                  <a:pt x="213975" y="208730"/>
                  <a:pt x="210154" y="214462"/>
                  <a:pt x="210154" y="220193"/>
                </a:cubicBezTo>
                <a:lnTo>
                  <a:pt x="210154" y="262224"/>
                </a:lnTo>
                <a:lnTo>
                  <a:pt x="158571" y="262224"/>
                </a:lnTo>
                <a:cubicBezTo>
                  <a:pt x="152839" y="262224"/>
                  <a:pt x="147108" y="266045"/>
                  <a:pt x="143287" y="271777"/>
                </a:cubicBezTo>
                <a:cubicBezTo>
                  <a:pt x="139466" y="277508"/>
                  <a:pt x="139466" y="285150"/>
                  <a:pt x="141376" y="290882"/>
                </a:cubicBezTo>
                <a:cubicBezTo>
                  <a:pt x="143287" y="294703"/>
                  <a:pt x="143287" y="298524"/>
                  <a:pt x="143287" y="302345"/>
                </a:cubicBezTo>
                <a:cubicBezTo>
                  <a:pt x="145197" y="317628"/>
                  <a:pt x="133734" y="332912"/>
                  <a:pt x="118450" y="334823"/>
                </a:cubicBezTo>
                <a:cubicBezTo>
                  <a:pt x="103167" y="336733"/>
                  <a:pt x="87883" y="325270"/>
                  <a:pt x="85972" y="309987"/>
                </a:cubicBezTo>
                <a:lnTo>
                  <a:pt x="85972" y="309987"/>
                </a:lnTo>
                <a:cubicBezTo>
                  <a:pt x="84062" y="304255"/>
                  <a:pt x="85972" y="298524"/>
                  <a:pt x="87883" y="292792"/>
                </a:cubicBezTo>
                <a:cubicBezTo>
                  <a:pt x="91704" y="287061"/>
                  <a:pt x="89793" y="279419"/>
                  <a:pt x="85972" y="273687"/>
                </a:cubicBezTo>
                <a:cubicBezTo>
                  <a:pt x="82151" y="267956"/>
                  <a:pt x="76420" y="266045"/>
                  <a:pt x="70688" y="266045"/>
                </a:cubicBezTo>
                <a:lnTo>
                  <a:pt x="19105" y="266045"/>
                </a:lnTo>
                <a:lnTo>
                  <a:pt x="19105" y="94101"/>
                </a:lnTo>
                <a:lnTo>
                  <a:pt x="70688" y="94101"/>
                </a:lnTo>
                <a:cubicBezTo>
                  <a:pt x="68778" y="99832"/>
                  <a:pt x="66867" y="107474"/>
                  <a:pt x="66867" y="113206"/>
                </a:cubicBezTo>
                <a:cubicBezTo>
                  <a:pt x="66867" y="136132"/>
                  <a:pt x="87883" y="157147"/>
                  <a:pt x="114630" y="157147"/>
                </a:cubicBezTo>
                <a:cubicBezTo>
                  <a:pt x="137555" y="157147"/>
                  <a:pt x="156660" y="141863"/>
                  <a:pt x="160481" y="118937"/>
                </a:cubicBezTo>
                <a:cubicBezTo>
                  <a:pt x="164302" y="109385"/>
                  <a:pt x="162392" y="99832"/>
                  <a:pt x="158571" y="90280"/>
                </a:cubicBezTo>
                <a:lnTo>
                  <a:pt x="210154" y="90280"/>
                </a:lnTo>
                <a:lnTo>
                  <a:pt x="210154" y="132311"/>
                </a:lnTo>
                <a:cubicBezTo>
                  <a:pt x="210154" y="138042"/>
                  <a:pt x="213975" y="143774"/>
                  <a:pt x="217796" y="147595"/>
                </a:cubicBezTo>
                <a:cubicBezTo>
                  <a:pt x="223528" y="151416"/>
                  <a:pt x="231170" y="151416"/>
                  <a:pt x="236901" y="149505"/>
                </a:cubicBezTo>
                <a:cubicBezTo>
                  <a:pt x="252185" y="143774"/>
                  <a:pt x="267469" y="149505"/>
                  <a:pt x="275111" y="164789"/>
                </a:cubicBezTo>
                <a:cubicBezTo>
                  <a:pt x="280842" y="180073"/>
                  <a:pt x="275111" y="195357"/>
                  <a:pt x="259827" y="202999"/>
                </a:cubicBezTo>
                <a:cubicBezTo>
                  <a:pt x="257916" y="202999"/>
                  <a:pt x="256006" y="204909"/>
                  <a:pt x="254095" y="204909"/>
                </a:cubicBezTo>
                <a:cubicBezTo>
                  <a:pt x="248364" y="206820"/>
                  <a:pt x="242632" y="204909"/>
                  <a:pt x="236901" y="202999"/>
                </a:cubicBezTo>
                <a:cubicBezTo>
                  <a:pt x="231170" y="199178"/>
                  <a:pt x="223528" y="201088"/>
                  <a:pt x="217796" y="204909"/>
                </a:cubicBezTo>
                <a:lnTo>
                  <a:pt x="217796" y="204909"/>
                </a:lnTo>
                <a:close/>
                <a:moveTo>
                  <a:pt x="401203" y="262224"/>
                </a:moveTo>
                <a:lnTo>
                  <a:pt x="359172" y="262224"/>
                </a:lnTo>
                <a:cubicBezTo>
                  <a:pt x="353441" y="262224"/>
                  <a:pt x="345799" y="266045"/>
                  <a:pt x="343889" y="271777"/>
                </a:cubicBezTo>
                <a:cubicBezTo>
                  <a:pt x="340068" y="277508"/>
                  <a:pt x="340068" y="285150"/>
                  <a:pt x="341978" y="290882"/>
                </a:cubicBezTo>
                <a:cubicBezTo>
                  <a:pt x="343889" y="294703"/>
                  <a:pt x="343889" y="298524"/>
                  <a:pt x="343889" y="302345"/>
                </a:cubicBezTo>
                <a:cubicBezTo>
                  <a:pt x="345799" y="317628"/>
                  <a:pt x="334336" y="332912"/>
                  <a:pt x="319052" y="334823"/>
                </a:cubicBezTo>
                <a:cubicBezTo>
                  <a:pt x="303768" y="336733"/>
                  <a:pt x="288484" y="325270"/>
                  <a:pt x="286574" y="309987"/>
                </a:cubicBezTo>
                <a:cubicBezTo>
                  <a:pt x="284663" y="304255"/>
                  <a:pt x="286574" y="298524"/>
                  <a:pt x="288484" y="292792"/>
                </a:cubicBezTo>
                <a:cubicBezTo>
                  <a:pt x="292305" y="287061"/>
                  <a:pt x="290395" y="279419"/>
                  <a:pt x="286574" y="273687"/>
                </a:cubicBezTo>
                <a:cubicBezTo>
                  <a:pt x="282753" y="267956"/>
                  <a:pt x="277021" y="266045"/>
                  <a:pt x="271290" y="266045"/>
                </a:cubicBezTo>
                <a:lnTo>
                  <a:pt x="229259" y="266045"/>
                </a:lnTo>
                <a:lnTo>
                  <a:pt x="229259" y="222104"/>
                </a:lnTo>
                <a:cubicBezTo>
                  <a:pt x="254095" y="231656"/>
                  <a:pt x="280842" y="222104"/>
                  <a:pt x="292305" y="197268"/>
                </a:cubicBezTo>
                <a:cubicBezTo>
                  <a:pt x="303768" y="172431"/>
                  <a:pt x="292305" y="145684"/>
                  <a:pt x="267469" y="134221"/>
                </a:cubicBezTo>
                <a:cubicBezTo>
                  <a:pt x="256006" y="128490"/>
                  <a:pt x="240722" y="128490"/>
                  <a:pt x="229259" y="134221"/>
                </a:cubicBezTo>
                <a:lnTo>
                  <a:pt x="229259" y="90280"/>
                </a:lnTo>
                <a:lnTo>
                  <a:pt x="271290" y="90280"/>
                </a:lnTo>
                <a:cubicBezTo>
                  <a:pt x="277021" y="90280"/>
                  <a:pt x="282753" y="86459"/>
                  <a:pt x="286574" y="82638"/>
                </a:cubicBezTo>
                <a:cubicBezTo>
                  <a:pt x="290395" y="76907"/>
                  <a:pt x="290395" y="69265"/>
                  <a:pt x="288484" y="63533"/>
                </a:cubicBezTo>
                <a:cubicBezTo>
                  <a:pt x="288484" y="59712"/>
                  <a:pt x="286574" y="55891"/>
                  <a:pt x="286574" y="52070"/>
                </a:cubicBezTo>
                <a:cubicBezTo>
                  <a:pt x="286574" y="44428"/>
                  <a:pt x="290395" y="34876"/>
                  <a:pt x="296126" y="29144"/>
                </a:cubicBezTo>
                <a:cubicBezTo>
                  <a:pt x="307589" y="19592"/>
                  <a:pt x="326694" y="19592"/>
                  <a:pt x="336247" y="31055"/>
                </a:cubicBezTo>
                <a:cubicBezTo>
                  <a:pt x="340068" y="34876"/>
                  <a:pt x="341978" y="38697"/>
                  <a:pt x="341978" y="44428"/>
                </a:cubicBezTo>
                <a:cubicBezTo>
                  <a:pt x="343889" y="50160"/>
                  <a:pt x="341978" y="55891"/>
                  <a:pt x="340068" y="61623"/>
                </a:cubicBezTo>
                <a:cubicBezTo>
                  <a:pt x="336247" y="67354"/>
                  <a:pt x="338157" y="74996"/>
                  <a:pt x="341978" y="80728"/>
                </a:cubicBezTo>
                <a:cubicBezTo>
                  <a:pt x="345799" y="86459"/>
                  <a:pt x="351530" y="88369"/>
                  <a:pt x="357262" y="88369"/>
                </a:cubicBezTo>
                <a:lnTo>
                  <a:pt x="401203" y="88369"/>
                </a:lnTo>
                <a:lnTo>
                  <a:pt x="401203" y="26222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193" descr="Puzzle piece icon.">
            <a:extLst>
              <a:ext uri="{FF2B5EF4-FFF2-40B4-BE49-F238E27FC236}">
                <a16:creationId xmlns:a16="http://schemas.microsoft.com/office/drawing/2014/main" id="{9EFE19B6-7F33-4F4E-A50D-DE61CFBBDD35}"/>
              </a:ext>
            </a:extLst>
          </p:cNvPr>
          <p:cNvSpPr>
            <a:spLocks noChangeAspect="1"/>
          </p:cNvSpPr>
          <p:nvPr/>
        </p:nvSpPr>
        <p:spPr>
          <a:xfrm>
            <a:off x="2190573" y="5163508"/>
            <a:ext cx="419275" cy="420308"/>
          </a:xfrm>
          <a:custGeom>
            <a:avLst/>
            <a:gdLst>
              <a:gd name="connsiteX0" fmla="*/ 305679 w 419275"/>
              <a:gd name="connsiteY0" fmla="*/ 420308 h 420308"/>
              <a:gd name="connsiteX1" fmla="*/ 19105 w 419275"/>
              <a:gd name="connsiteY1" fmla="*/ 420308 h 420308"/>
              <a:gd name="connsiteX2" fmla="*/ 0 w 419275"/>
              <a:gd name="connsiteY2" fmla="*/ 401203 h 420308"/>
              <a:gd name="connsiteX3" fmla="*/ 0 w 419275"/>
              <a:gd name="connsiteY3" fmla="*/ 305679 h 420308"/>
              <a:gd name="connsiteX4" fmla="*/ 9552 w 419275"/>
              <a:gd name="connsiteY4" fmla="*/ 288484 h 420308"/>
              <a:gd name="connsiteX5" fmla="*/ 28657 w 419275"/>
              <a:gd name="connsiteY5" fmla="*/ 288484 h 420308"/>
              <a:gd name="connsiteX6" fmla="*/ 84062 w 419275"/>
              <a:gd name="connsiteY6" fmla="*/ 278932 h 420308"/>
              <a:gd name="connsiteX7" fmla="*/ 93614 w 419275"/>
              <a:gd name="connsiteY7" fmla="*/ 244543 h 420308"/>
              <a:gd name="connsiteX8" fmla="*/ 43941 w 419275"/>
              <a:gd name="connsiteY8" fmla="*/ 210154 h 420308"/>
              <a:gd name="connsiteX9" fmla="*/ 28657 w 419275"/>
              <a:gd name="connsiteY9" fmla="*/ 215886 h 420308"/>
              <a:gd name="connsiteX10" fmla="*/ 9552 w 419275"/>
              <a:gd name="connsiteY10" fmla="*/ 215886 h 420308"/>
              <a:gd name="connsiteX11" fmla="*/ 0 w 419275"/>
              <a:gd name="connsiteY11" fmla="*/ 200602 h 420308"/>
              <a:gd name="connsiteX12" fmla="*/ 0 w 419275"/>
              <a:gd name="connsiteY12" fmla="*/ 114630 h 420308"/>
              <a:gd name="connsiteX13" fmla="*/ 19105 w 419275"/>
              <a:gd name="connsiteY13" fmla="*/ 95525 h 420308"/>
              <a:gd name="connsiteX14" fmla="*/ 114630 w 419275"/>
              <a:gd name="connsiteY14" fmla="*/ 95525 h 420308"/>
              <a:gd name="connsiteX15" fmla="*/ 105077 w 419275"/>
              <a:gd name="connsiteY15" fmla="*/ 61136 h 420308"/>
              <a:gd name="connsiteX16" fmla="*/ 168123 w 419275"/>
              <a:gd name="connsiteY16" fmla="*/ 0 h 420308"/>
              <a:gd name="connsiteX17" fmla="*/ 229259 w 419275"/>
              <a:gd name="connsiteY17" fmla="*/ 63046 h 420308"/>
              <a:gd name="connsiteX18" fmla="*/ 219707 w 419275"/>
              <a:gd name="connsiteY18" fmla="*/ 95525 h 420308"/>
              <a:gd name="connsiteX19" fmla="*/ 305679 w 419275"/>
              <a:gd name="connsiteY19" fmla="*/ 95525 h 420308"/>
              <a:gd name="connsiteX20" fmla="*/ 324784 w 419275"/>
              <a:gd name="connsiteY20" fmla="*/ 114630 h 420308"/>
              <a:gd name="connsiteX21" fmla="*/ 324784 w 419275"/>
              <a:gd name="connsiteY21" fmla="*/ 200602 h 420308"/>
              <a:gd name="connsiteX22" fmla="*/ 366814 w 419275"/>
              <a:gd name="connsiteY22" fmla="*/ 191049 h 420308"/>
              <a:gd name="connsiteX23" fmla="*/ 418398 w 419275"/>
              <a:gd name="connsiteY23" fmla="*/ 261737 h 420308"/>
              <a:gd name="connsiteX24" fmla="*/ 405024 w 419275"/>
              <a:gd name="connsiteY24" fmla="*/ 292305 h 420308"/>
              <a:gd name="connsiteX25" fmla="*/ 324784 w 419275"/>
              <a:gd name="connsiteY25" fmla="*/ 305679 h 420308"/>
              <a:gd name="connsiteX26" fmla="*/ 324784 w 419275"/>
              <a:gd name="connsiteY26" fmla="*/ 401203 h 420308"/>
              <a:gd name="connsiteX27" fmla="*/ 305679 w 419275"/>
              <a:gd name="connsiteY27" fmla="*/ 420308 h 420308"/>
              <a:gd name="connsiteX28" fmla="*/ 19105 w 419275"/>
              <a:gd name="connsiteY28" fmla="*/ 305679 h 420308"/>
              <a:gd name="connsiteX29" fmla="*/ 19105 w 419275"/>
              <a:gd name="connsiteY29" fmla="*/ 401203 h 420308"/>
              <a:gd name="connsiteX30" fmla="*/ 305679 w 419275"/>
              <a:gd name="connsiteY30" fmla="*/ 401203 h 420308"/>
              <a:gd name="connsiteX31" fmla="*/ 305679 w 419275"/>
              <a:gd name="connsiteY31" fmla="*/ 305679 h 420308"/>
              <a:gd name="connsiteX32" fmla="*/ 315231 w 419275"/>
              <a:gd name="connsiteY32" fmla="*/ 288484 h 420308"/>
              <a:gd name="connsiteX33" fmla="*/ 334336 w 419275"/>
              <a:gd name="connsiteY33" fmla="*/ 288484 h 420308"/>
              <a:gd name="connsiteX34" fmla="*/ 389740 w 419275"/>
              <a:gd name="connsiteY34" fmla="*/ 278932 h 420308"/>
              <a:gd name="connsiteX35" fmla="*/ 401203 w 419275"/>
              <a:gd name="connsiteY35" fmla="*/ 244543 h 420308"/>
              <a:gd name="connsiteX36" fmla="*/ 364904 w 419275"/>
              <a:gd name="connsiteY36" fmla="*/ 210154 h 420308"/>
              <a:gd name="connsiteX37" fmla="*/ 364904 w 419275"/>
              <a:gd name="connsiteY37" fmla="*/ 210154 h 420308"/>
              <a:gd name="connsiteX38" fmla="*/ 336247 w 419275"/>
              <a:gd name="connsiteY38" fmla="*/ 215886 h 420308"/>
              <a:gd name="connsiteX39" fmla="*/ 317142 w 419275"/>
              <a:gd name="connsiteY39" fmla="*/ 215886 h 420308"/>
              <a:gd name="connsiteX40" fmla="*/ 307589 w 419275"/>
              <a:gd name="connsiteY40" fmla="*/ 198691 h 420308"/>
              <a:gd name="connsiteX41" fmla="*/ 307589 w 419275"/>
              <a:gd name="connsiteY41" fmla="*/ 114630 h 420308"/>
              <a:gd name="connsiteX42" fmla="*/ 221617 w 419275"/>
              <a:gd name="connsiteY42" fmla="*/ 114630 h 420308"/>
              <a:gd name="connsiteX43" fmla="*/ 204423 w 419275"/>
              <a:gd name="connsiteY43" fmla="*/ 105077 h 420308"/>
              <a:gd name="connsiteX44" fmla="*/ 204423 w 419275"/>
              <a:gd name="connsiteY44" fmla="*/ 85972 h 420308"/>
              <a:gd name="connsiteX45" fmla="*/ 192960 w 419275"/>
              <a:gd name="connsiteY45" fmla="*/ 26747 h 420308"/>
              <a:gd name="connsiteX46" fmla="*/ 175765 w 419275"/>
              <a:gd name="connsiteY46" fmla="*/ 19105 h 420308"/>
              <a:gd name="connsiteX47" fmla="*/ 124182 w 419275"/>
              <a:gd name="connsiteY47" fmla="*/ 53494 h 420308"/>
              <a:gd name="connsiteX48" fmla="*/ 124182 w 419275"/>
              <a:gd name="connsiteY48" fmla="*/ 61136 h 420308"/>
              <a:gd name="connsiteX49" fmla="*/ 129913 w 419275"/>
              <a:gd name="connsiteY49" fmla="*/ 84062 h 420308"/>
              <a:gd name="connsiteX50" fmla="*/ 129913 w 419275"/>
              <a:gd name="connsiteY50" fmla="*/ 103167 h 420308"/>
              <a:gd name="connsiteX51" fmla="*/ 114630 w 419275"/>
              <a:gd name="connsiteY51" fmla="*/ 114630 h 420308"/>
              <a:gd name="connsiteX52" fmla="*/ 19105 w 419275"/>
              <a:gd name="connsiteY52" fmla="*/ 114630 h 420308"/>
              <a:gd name="connsiteX53" fmla="*/ 19105 w 419275"/>
              <a:gd name="connsiteY53" fmla="*/ 200602 h 420308"/>
              <a:gd name="connsiteX54" fmla="*/ 61136 w 419275"/>
              <a:gd name="connsiteY54" fmla="*/ 191049 h 420308"/>
              <a:gd name="connsiteX55" fmla="*/ 112719 w 419275"/>
              <a:gd name="connsiteY55" fmla="*/ 261737 h 420308"/>
              <a:gd name="connsiteX56" fmla="*/ 99346 w 419275"/>
              <a:gd name="connsiteY56" fmla="*/ 292305 h 420308"/>
              <a:gd name="connsiteX57" fmla="*/ 19105 w 419275"/>
              <a:gd name="connsiteY57" fmla="*/ 30567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19275" h="420308">
                <a:moveTo>
                  <a:pt x="305679" y="420308"/>
                </a:moveTo>
                <a:lnTo>
                  <a:pt x="19105" y="420308"/>
                </a:lnTo>
                <a:cubicBezTo>
                  <a:pt x="7642" y="420308"/>
                  <a:pt x="0" y="412666"/>
                  <a:pt x="0" y="401203"/>
                </a:cubicBezTo>
                <a:lnTo>
                  <a:pt x="0" y="305679"/>
                </a:lnTo>
                <a:cubicBezTo>
                  <a:pt x="0" y="298037"/>
                  <a:pt x="3821" y="292305"/>
                  <a:pt x="9552" y="288484"/>
                </a:cubicBezTo>
                <a:cubicBezTo>
                  <a:pt x="15284" y="284663"/>
                  <a:pt x="22926" y="284663"/>
                  <a:pt x="28657" y="288484"/>
                </a:cubicBezTo>
                <a:cubicBezTo>
                  <a:pt x="47762" y="299947"/>
                  <a:pt x="70688" y="296126"/>
                  <a:pt x="84062" y="278932"/>
                </a:cubicBezTo>
                <a:cubicBezTo>
                  <a:pt x="91704" y="269379"/>
                  <a:pt x="95525" y="256006"/>
                  <a:pt x="93614" y="244543"/>
                </a:cubicBezTo>
                <a:cubicBezTo>
                  <a:pt x="89793" y="221617"/>
                  <a:pt x="66867" y="206333"/>
                  <a:pt x="43941" y="210154"/>
                </a:cubicBezTo>
                <a:cubicBezTo>
                  <a:pt x="38210" y="212065"/>
                  <a:pt x="32478" y="213975"/>
                  <a:pt x="28657" y="215886"/>
                </a:cubicBezTo>
                <a:cubicBezTo>
                  <a:pt x="22926" y="219707"/>
                  <a:pt x="15284" y="219707"/>
                  <a:pt x="9552" y="215886"/>
                </a:cubicBezTo>
                <a:cubicBezTo>
                  <a:pt x="5731" y="213975"/>
                  <a:pt x="0" y="208244"/>
                  <a:pt x="0" y="200602"/>
                </a:cubicBezTo>
                <a:lnTo>
                  <a:pt x="0" y="114630"/>
                </a:lnTo>
                <a:cubicBezTo>
                  <a:pt x="0" y="103167"/>
                  <a:pt x="7642" y="95525"/>
                  <a:pt x="19105" y="95525"/>
                </a:cubicBezTo>
                <a:lnTo>
                  <a:pt x="114630" y="95525"/>
                </a:lnTo>
                <a:cubicBezTo>
                  <a:pt x="108898" y="85972"/>
                  <a:pt x="105077" y="74509"/>
                  <a:pt x="105077" y="61136"/>
                </a:cubicBezTo>
                <a:cubicBezTo>
                  <a:pt x="105077" y="28657"/>
                  <a:pt x="133734" y="0"/>
                  <a:pt x="168123" y="0"/>
                </a:cubicBezTo>
                <a:cubicBezTo>
                  <a:pt x="202512" y="0"/>
                  <a:pt x="229259" y="28657"/>
                  <a:pt x="229259" y="63046"/>
                </a:cubicBezTo>
                <a:cubicBezTo>
                  <a:pt x="229259" y="74509"/>
                  <a:pt x="225438" y="85972"/>
                  <a:pt x="219707" y="95525"/>
                </a:cubicBezTo>
                <a:lnTo>
                  <a:pt x="305679" y="95525"/>
                </a:lnTo>
                <a:cubicBezTo>
                  <a:pt x="317142" y="95525"/>
                  <a:pt x="324784" y="103167"/>
                  <a:pt x="324784" y="114630"/>
                </a:cubicBezTo>
                <a:lnTo>
                  <a:pt x="324784" y="200602"/>
                </a:lnTo>
                <a:cubicBezTo>
                  <a:pt x="336247" y="192960"/>
                  <a:pt x="351530" y="189139"/>
                  <a:pt x="366814" y="191049"/>
                </a:cubicBezTo>
                <a:cubicBezTo>
                  <a:pt x="401203" y="196781"/>
                  <a:pt x="424129" y="227349"/>
                  <a:pt x="418398" y="261737"/>
                </a:cubicBezTo>
                <a:cubicBezTo>
                  <a:pt x="416487" y="273200"/>
                  <a:pt x="412666" y="284663"/>
                  <a:pt x="405024" y="292305"/>
                </a:cubicBezTo>
                <a:cubicBezTo>
                  <a:pt x="385919" y="315231"/>
                  <a:pt x="351530" y="320963"/>
                  <a:pt x="324784" y="305679"/>
                </a:cubicBezTo>
                <a:lnTo>
                  <a:pt x="324784" y="401203"/>
                </a:lnTo>
                <a:cubicBezTo>
                  <a:pt x="324784" y="412666"/>
                  <a:pt x="317142" y="420308"/>
                  <a:pt x="305679" y="420308"/>
                </a:cubicBezTo>
                <a:close/>
                <a:moveTo>
                  <a:pt x="19105" y="305679"/>
                </a:moveTo>
                <a:lnTo>
                  <a:pt x="19105" y="401203"/>
                </a:lnTo>
                <a:lnTo>
                  <a:pt x="305679" y="401203"/>
                </a:lnTo>
                <a:lnTo>
                  <a:pt x="305679" y="305679"/>
                </a:lnTo>
                <a:cubicBezTo>
                  <a:pt x="305679" y="298037"/>
                  <a:pt x="309500" y="292305"/>
                  <a:pt x="315231" y="288484"/>
                </a:cubicBezTo>
                <a:cubicBezTo>
                  <a:pt x="320963" y="284663"/>
                  <a:pt x="328605" y="284663"/>
                  <a:pt x="334336" y="288484"/>
                </a:cubicBezTo>
                <a:cubicBezTo>
                  <a:pt x="353441" y="299947"/>
                  <a:pt x="376367" y="296126"/>
                  <a:pt x="389740" y="278932"/>
                </a:cubicBezTo>
                <a:cubicBezTo>
                  <a:pt x="399293" y="269379"/>
                  <a:pt x="403114" y="256006"/>
                  <a:pt x="401203" y="244543"/>
                </a:cubicBezTo>
                <a:cubicBezTo>
                  <a:pt x="397382" y="225438"/>
                  <a:pt x="382098" y="212065"/>
                  <a:pt x="364904" y="210154"/>
                </a:cubicBezTo>
                <a:lnTo>
                  <a:pt x="364904" y="210154"/>
                </a:lnTo>
                <a:cubicBezTo>
                  <a:pt x="355351" y="208244"/>
                  <a:pt x="343889" y="210154"/>
                  <a:pt x="336247" y="215886"/>
                </a:cubicBezTo>
                <a:cubicBezTo>
                  <a:pt x="330515" y="219707"/>
                  <a:pt x="322873" y="219707"/>
                  <a:pt x="317142" y="215886"/>
                </a:cubicBezTo>
                <a:cubicBezTo>
                  <a:pt x="311410" y="212065"/>
                  <a:pt x="307589" y="206333"/>
                  <a:pt x="307589" y="198691"/>
                </a:cubicBezTo>
                <a:lnTo>
                  <a:pt x="307589" y="114630"/>
                </a:lnTo>
                <a:lnTo>
                  <a:pt x="221617" y="114630"/>
                </a:lnTo>
                <a:cubicBezTo>
                  <a:pt x="213975" y="114630"/>
                  <a:pt x="208244" y="110809"/>
                  <a:pt x="204423" y="105077"/>
                </a:cubicBezTo>
                <a:cubicBezTo>
                  <a:pt x="200602" y="99346"/>
                  <a:pt x="200602" y="91704"/>
                  <a:pt x="204423" y="85972"/>
                </a:cubicBezTo>
                <a:cubicBezTo>
                  <a:pt x="217796" y="66867"/>
                  <a:pt x="213975" y="40120"/>
                  <a:pt x="192960" y="26747"/>
                </a:cubicBezTo>
                <a:cubicBezTo>
                  <a:pt x="187228" y="22926"/>
                  <a:pt x="181497" y="21015"/>
                  <a:pt x="175765" y="19105"/>
                </a:cubicBezTo>
                <a:cubicBezTo>
                  <a:pt x="150929" y="15284"/>
                  <a:pt x="129913" y="30568"/>
                  <a:pt x="124182" y="53494"/>
                </a:cubicBezTo>
                <a:cubicBezTo>
                  <a:pt x="124182" y="55404"/>
                  <a:pt x="124182" y="59225"/>
                  <a:pt x="124182" y="61136"/>
                </a:cubicBezTo>
                <a:cubicBezTo>
                  <a:pt x="124182" y="68778"/>
                  <a:pt x="126092" y="76420"/>
                  <a:pt x="129913" y="84062"/>
                </a:cubicBezTo>
                <a:cubicBezTo>
                  <a:pt x="133734" y="89793"/>
                  <a:pt x="133734" y="97435"/>
                  <a:pt x="129913" y="103167"/>
                </a:cubicBezTo>
                <a:cubicBezTo>
                  <a:pt x="128003" y="110809"/>
                  <a:pt x="122271" y="114630"/>
                  <a:pt x="114630" y="114630"/>
                </a:cubicBezTo>
                <a:lnTo>
                  <a:pt x="19105" y="114630"/>
                </a:lnTo>
                <a:lnTo>
                  <a:pt x="19105" y="200602"/>
                </a:lnTo>
                <a:cubicBezTo>
                  <a:pt x="30568" y="192960"/>
                  <a:pt x="45852" y="189139"/>
                  <a:pt x="61136" y="191049"/>
                </a:cubicBezTo>
                <a:cubicBezTo>
                  <a:pt x="95525" y="196781"/>
                  <a:pt x="118450" y="227349"/>
                  <a:pt x="112719" y="261737"/>
                </a:cubicBezTo>
                <a:cubicBezTo>
                  <a:pt x="110809" y="273200"/>
                  <a:pt x="106988" y="284663"/>
                  <a:pt x="99346" y="292305"/>
                </a:cubicBezTo>
                <a:cubicBezTo>
                  <a:pt x="80241" y="315231"/>
                  <a:pt x="45852" y="320963"/>
                  <a:pt x="19105" y="30567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06" descr="Footsteps icon.">
            <a:extLst>
              <a:ext uri="{FF2B5EF4-FFF2-40B4-BE49-F238E27FC236}">
                <a16:creationId xmlns:a16="http://schemas.microsoft.com/office/drawing/2014/main" id="{F28284D7-F1B4-4EC4-A5F5-57399D510224}"/>
              </a:ext>
            </a:extLst>
          </p:cNvPr>
          <p:cNvSpPr>
            <a:spLocks noChangeAspect="1"/>
          </p:cNvSpPr>
          <p:nvPr/>
        </p:nvSpPr>
        <p:spPr>
          <a:xfrm>
            <a:off x="3453063" y="5202363"/>
            <a:ext cx="341667" cy="422719"/>
          </a:xfrm>
          <a:custGeom>
            <a:avLst/>
            <a:gdLst>
              <a:gd name="connsiteX0" fmla="*/ 54436 w 341667"/>
              <a:gd name="connsiteY0" fmla="*/ 218297 h 422719"/>
              <a:gd name="connsiteX1" fmla="*/ 37242 w 341667"/>
              <a:gd name="connsiteY1" fmla="*/ 206834 h 422719"/>
              <a:gd name="connsiteX2" fmla="*/ 6674 w 341667"/>
              <a:gd name="connsiteY2" fmla="*/ 132325 h 422719"/>
              <a:gd name="connsiteX3" fmla="*/ 44884 w 341667"/>
              <a:gd name="connsiteY3" fmla="*/ 2412 h 422719"/>
              <a:gd name="connsiteX4" fmla="*/ 134677 w 341667"/>
              <a:gd name="connsiteY4" fmla="*/ 69279 h 422719"/>
              <a:gd name="connsiteX5" fmla="*/ 136587 w 341667"/>
              <a:gd name="connsiteY5" fmla="*/ 128504 h 422719"/>
              <a:gd name="connsiteX6" fmla="*/ 136587 w 341667"/>
              <a:gd name="connsiteY6" fmla="*/ 178177 h 422719"/>
              <a:gd name="connsiteX7" fmla="*/ 123214 w 341667"/>
              <a:gd name="connsiteY7" fmla="*/ 199192 h 422719"/>
              <a:gd name="connsiteX8" fmla="*/ 60168 w 341667"/>
              <a:gd name="connsiteY8" fmla="*/ 216387 h 422719"/>
              <a:gd name="connsiteX9" fmla="*/ 54436 w 341667"/>
              <a:gd name="connsiteY9" fmla="*/ 218297 h 422719"/>
              <a:gd name="connsiteX10" fmla="*/ 60168 w 341667"/>
              <a:gd name="connsiteY10" fmla="*/ 21517 h 422719"/>
              <a:gd name="connsiteX11" fmla="*/ 48705 w 341667"/>
              <a:gd name="connsiteY11" fmla="*/ 23427 h 422719"/>
              <a:gd name="connsiteX12" fmla="*/ 23868 w 341667"/>
              <a:gd name="connsiteY12" fmla="*/ 128504 h 422719"/>
              <a:gd name="connsiteX13" fmla="*/ 54436 w 341667"/>
              <a:gd name="connsiteY13" fmla="*/ 199192 h 422719"/>
              <a:gd name="connsiteX14" fmla="*/ 54436 w 341667"/>
              <a:gd name="connsiteY14" fmla="*/ 199192 h 422719"/>
              <a:gd name="connsiteX15" fmla="*/ 117482 w 341667"/>
              <a:gd name="connsiteY15" fmla="*/ 181998 h 422719"/>
              <a:gd name="connsiteX16" fmla="*/ 117482 w 341667"/>
              <a:gd name="connsiteY16" fmla="*/ 128504 h 422719"/>
              <a:gd name="connsiteX17" fmla="*/ 117482 w 341667"/>
              <a:gd name="connsiteY17" fmla="*/ 76921 h 422719"/>
              <a:gd name="connsiteX18" fmla="*/ 60168 w 341667"/>
              <a:gd name="connsiteY18" fmla="*/ 21517 h 422719"/>
              <a:gd name="connsiteX19" fmla="*/ 109840 w 341667"/>
              <a:gd name="connsiteY19" fmla="*/ 327195 h 422719"/>
              <a:gd name="connsiteX20" fmla="*/ 60168 w 341667"/>
              <a:gd name="connsiteY20" fmla="*/ 287075 h 422719"/>
              <a:gd name="connsiteX21" fmla="*/ 52526 w 341667"/>
              <a:gd name="connsiteY21" fmla="*/ 260328 h 422719"/>
              <a:gd name="connsiteX22" fmla="*/ 65899 w 341667"/>
              <a:gd name="connsiteY22" fmla="*/ 237402 h 422719"/>
              <a:gd name="connsiteX23" fmla="*/ 65899 w 341667"/>
              <a:gd name="connsiteY23" fmla="*/ 237402 h 422719"/>
              <a:gd name="connsiteX24" fmla="*/ 65899 w 341667"/>
              <a:gd name="connsiteY24" fmla="*/ 237402 h 422719"/>
              <a:gd name="connsiteX25" fmla="*/ 128945 w 341667"/>
              <a:gd name="connsiteY25" fmla="*/ 220208 h 422719"/>
              <a:gd name="connsiteX26" fmla="*/ 151871 w 341667"/>
              <a:gd name="connsiteY26" fmla="*/ 233581 h 422719"/>
              <a:gd name="connsiteX27" fmla="*/ 159513 w 341667"/>
              <a:gd name="connsiteY27" fmla="*/ 262239 h 422719"/>
              <a:gd name="connsiteX28" fmla="*/ 155692 w 341667"/>
              <a:gd name="connsiteY28" fmla="*/ 304270 h 422719"/>
              <a:gd name="connsiteX29" fmla="*/ 125124 w 341667"/>
              <a:gd name="connsiteY29" fmla="*/ 327195 h 422719"/>
              <a:gd name="connsiteX30" fmla="*/ 109840 w 341667"/>
              <a:gd name="connsiteY30" fmla="*/ 327195 h 422719"/>
              <a:gd name="connsiteX31" fmla="*/ 69720 w 341667"/>
              <a:gd name="connsiteY31" fmla="*/ 254597 h 422719"/>
              <a:gd name="connsiteX32" fmla="*/ 69720 w 341667"/>
              <a:gd name="connsiteY32" fmla="*/ 254597 h 422719"/>
              <a:gd name="connsiteX33" fmla="*/ 77362 w 341667"/>
              <a:gd name="connsiteY33" fmla="*/ 281344 h 422719"/>
              <a:gd name="connsiteX34" fmla="*/ 115572 w 341667"/>
              <a:gd name="connsiteY34" fmla="*/ 306180 h 422719"/>
              <a:gd name="connsiteX35" fmla="*/ 119393 w 341667"/>
              <a:gd name="connsiteY35" fmla="*/ 306180 h 422719"/>
              <a:gd name="connsiteX36" fmla="*/ 138498 w 341667"/>
              <a:gd name="connsiteY36" fmla="*/ 292807 h 422719"/>
              <a:gd name="connsiteX37" fmla="*/ 140408 w 341667"/>
              <a:gd name="connsiteY37" fmla="*/ 266060 h 422719"/>
              <a:gd name="connsiteX38" fmla="*/ 132766 w 341667"/>
              <a:gd name="connsiteY38" fmla="*/ 239313 h 422719"/>
              <a:gd name="connsiteX39" fmla="*/ 69720 w 341667"/>
              <a:gd name="connsiteY39" fmla="*/ 254597 h 422719"/>
              <a:gd name="connsiteX40" fmla="*/ 287516 w 341667"/>
              <a:gd name="connsiteY40" fmla="*/ 313822 h 422719"/>
              <a:gd name="connsiteX41" fmla="*/ 281785 w 341667"/>
              <a:gd name="connsiteY41" fmla="*/ 313822 h 422719"/>
              <a:gd name="connsiteX42" fmla="*/ 218738 w 341667"/>
              <a:gd name="connsiteY42" fmla="*/ 296628 h 422719"/>
              <a:gd name="connsiteX43" fmla="*/ 205365 w 341667"/>
              <a:gd name="connsiteY43" fmla="*/ 275612 h 422719"/>
              <a:gd name="connsiteX44" fmla="*/ 205365 w 341667"/>
              <a:gd name="connsiteY44" fmla="*/ 225939 h 422719"/>
              <a:gd name="connsiteX45" fmla="*/ 207275 w 341667"/>
              <a:gd name="connsiteY45" fmla="*/ 166714 h 422719"/>
              <a:gd name="connsiteX46" fmla="*/ 297069 w 341667"/>
              <a:gd name="connsiteY46" fmla="*/ 99847 h 422719"/>
              <a:gd name="connsiteX47" fmla="*/ 335278 w 341667"/>
              <a:gd name="connsiteY47" fmla="*/ 229760 h 422719"/>
              <a:gd name="connsiteX48" fmla="*/ 302800 w 341667"/>
              <a:gd name="connsiteY48" fmla="*/ 304270 h 422719"/>
              <a:gd name="connsiteX49" fmla="*/ 287516 w 341667"/>
              <a:gd name="connsiteY49" fmla="*/ 313822 h 422719"/>
              <a:gd name="connsiteX50" fmla="*/ 281785 w 341667"/>
              <a:gd name="connsiteY50" fmla="*/ 117041 h 422719"/>
              <a:gd name="connsiteX51" fmla="*/ 224470 w 341667"/>
              <a:gd name="connsiteY51" fmla="*/ 172446 h 422719"/>
              <a:gd name="connsiteX52" fmla="*/ 222559 w 341667"/>
              <a:gd name="connsiteY52" fmla="*/ 224029 h 422719"/>
              <a:gd name="connsiteX53" fmla="*/ 222559 w 341667"/>
              <a:gd name="connsiteY53" fmla="*/ 277523 h 422719"/>
              <a:gd name="connsiteX54" fmla="*/ 222559 w 341667"/>
              <a:gd name="connsiteY54" fmla="*/ 277523 h 422719"/>
              <a:gd name="connsiteX55" fmla="*/ 285606 w 341667"/>
              <a:gd name="connsiteY55" fmla="*/ 294717 h 422719"/>
              <a:gd name="connsiteX56" fmla="*/ 316173 w 341667"/>
              <a:gd name="connsiteY56" fmla="*/ 224029 h 422719"/>
              <a:gd name="connsiteX57" fmla="*/ 291337 w 341667"/>
              <a:gd name="connsiteY57" fmla="*/ 117041 h 422719"/>
              <a:gd name="connsiteX58" fmla="*/ 281785 w 341667"/>
              <a:gd name="connsiteY58" fmla="*/ 117041 h 422719"/>
              <a:gd name="connsiteX59" fmla="*/ 232112 w 341667"/>
              <a:gd name="connsiteY59" fmla="*/ 422720 h 422719"/>
              <a:gd name="connsiteX60" fmla="*/ 216828 w 341667"/>
              <a:gd name="connsiteY60" fmla="*/ 420809 h 422719"/>
              <a:gd name="connsiteX61" fmla="*/ 186260 w 341667"/>
              <a:gd name="connsiteY61" fmla="*/ 397884 h 422719"/>
              <a:gd name="connsiteX62" fmla="*/ 182439 w 341667"/>
              <a:gd name="connsiteY62" fmla="*/ 357763 h 422719"/>
              <a:gd name="connsiteX63" fmla="*/ 190081 w 341667"/>
              <a:gd name="connsiteY63" fmla="*/ 329106 h 422719"/>
              <a:gd name="connsiteX64" fmla="*/ 213007 w 341667"/>
              <a:gd name="connsiteY64" fmla="*/ 315732 h 422719"/>
              <a:gd name="connsiteX65" fmla="*/ 213007 w 341667"/>
              <a:gd name="connsiteY65" fmla="*/ 315732 h 422719"/>
              <a:gd name="connsiteX66" fmla="*/ 276053 w 341667"/>
              <a:gd name="connsiteY66" fmla="*/ 332927 h 422719"/>
              <a:gd name="connsiteX67" fmla="*/ 289427 w 341667"/>
              <a:gd name="connsiteY67" fmla="*/ 355853 h 422719"/>
              <a:gd name="connsiteX68" fmla="*/ 289427 w 341667"/>
              <a:gd name="connsiteY68" fmla="*/ 355853 h 422719"/>
              <a:gd name="connsiteX69" fmla="*/ 281785 w 341667"/>
              <a:gd name="connsiteY69" fmla="*/ 384510 h 422719"/>
              <a:gd name="connsiteX70" fmla="*/ 232112 w 341667"/>
              <a:gd name="connsiteY70" fmla="*/ 422720 h 422719"/>
              <a:gd name="connsiteX71" fmla="*/ 209186 w 341667"/>
              <a:gd name="connsiteY71" fmla="*/ 334837 h 422719"/>
              <a:gd name="connsiteX72" fmla="*/ 201544 w 341667"/>
              <a:gd name="connsiteY72" fmla="*/ 363495 h 422719"/>
              <a:gd name="connsiteX73" fmla="*/ 203454 w 341667"/>
              <a:gd name="connsiteY73" fmla="*/ 390242 h 422719"/>
              <a:gd name="connsiteX74" fmla="*/ 222559 w 341667"/>
              <a:gd name="connsiteY74" fmla="*/ 403615 h 422719"/>
              <a:gd name="connsiteX75" fmla="*/ 262680 w 341667"/>
              <a:gd name="connsiteY75" fmla="*/ 382600 h 422719"/>
              <a:gd name="connsiteX76" fmla="*/ 262680 w 341667"/>
              <a:gd name="connsiteY76" fmla="*/ 378779 h 422719"/>
              <a:gd name="connsiteX77" fmla="*/ 270322 w 341667"/>
              <a:gd name="connsiteY77" fmla="*/ 352032 h 422719"/>
              <a:gd name="connsiteX78" fmla="*/ 209186 w 341667"/>
              <a:gd name="connsiteY78" fmla="*/ 334837 h 42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41667" h="422719">
                <a:moveTo>
                  <a:pt x="54436" y="218297"/>
                </a:moveTo>
                <a:cubicBezTo>
                  <a:pt x="46794" y="218297"/>
                  <a:pt x="41063" y="214476"/>
                  <a:pt x="37242" y="206834"/>
                </a:cubicBezTo>
                <a:cubicBezTo>
                  <a:pt x="23868" y="183909"/>
                  <a:pt x="14316" y="157162"/>
                  <a:pt x="6674" y="132325"/>
                </a:cubicBezTo>
                <a:cubicBezTo>
                  <a:pt x="-10521" y="69279"/>
                  <a:pt x="6674" y="13875"/>
                  <a:pt x="44884" y="2412"/>
                </a:cubicBezTo>
                <a:cubicBezTo>
                  <a:pt x="83093" y="-9051"/>
                  <a:pt x="123214" y="21517"/>
                  <a:pt x="134677" y="69279"/>
                </a:cubicBezTo>
                <a:cubicBezTo>
                  <a:pt x="138498" y="88384"/>
                  <a:pt x="138498" y="109399"/>
                  <a:pt x="136587" y="128504"/>
                </a:cubicBezTo>
                <a:cubicBezTo>
                  <a:pt x="134677" y="145699"/>
                  <a:pt x="134677" y="160983"/>
                  <a:pt x="136587" y="178177"/>
                </a:cubicBezTo>
                <a:cubicBezTo>
                  <a:pt x="138498" y="187730"/>
                  <a:pt x="132766" y="197282"/>
                  <a:pt x="123214" y="199192"/>
                </a:cubicBezTo>
                <a:lnTo>
                  <a:pt x="60168" y="216387"/>
                </a:lnTo>
                <a:cubicBezTo>
                  <a:pt x="56347" y="218297"/>
                  <a:pt x="54436" y="218297"/>
                  <a:pt x="54436" y="218297"/>
                </a:cubicBezTo>
                <a:close/>
                <a:moveTo>
                  <a:pt x="60168" y="21517"/>
                </a:moveTo>
                <a:cubicBezTo>
                  <a:pt x="56347" y="21517"/>
                  <a:pt x="52526" y="21517"/>
                  <a:pt x="48705" y="23427"/>
                </a:cubicBezTo>
                <a:cubicBezTo>
                  <a:pt x="21958" y="31069"/>
                  <a:pt x="10495" y="78831"/>
                  <a:pt x="23868" y="128504"/>
                </a:cubicBezTo>
                <a:cubicBezTo>
                  <a:pt x="31510" y="153341"/>
                  <a:pt x="41063" y="176267"/>
                  <a:pt x="54436" y="199192"/>
                </a:cubicBezTo>
                <a:lnTo>
                  <a:pt x="54436" y="199192"/>
                </a:lnTo>
                <a:lnTo>
                  <a:pt x="117482" y="181998"/>
                </a:lnTo>
                <a:cubicBezTo>
                  <a:pt x="115572" y="164804"/>
                  <a:pt x="115572" y="145699"/>
                  <a:pt x="117482" y="128504"/>
                </a:cubicBezTo>
                <a:cubicBezTo>
                  <a:pt x="119393" y="111310"/>
                  <a:pt x="119393" y="94115"/>
                  <a:pt x="117482" y="76921"/>
                </a:cubicBezTo>
                <a:cubicBezTo>
                  <a:pt x="107930" y="44443"/>
                  <a:pt x="83093" y="21517"/>
                  <a:pt x="60168" y="21517"/>
                </a:cubicBezTo>
                <a:close/>
                <a:moveTo>
                  <a:pt x="109840" y="327195"/>
                </a:moveTo>
                <a:cubicBezTo>
                  <a:pt x="86914" y="327195"/>
                  <a:pt x="65899" y="310001"/>
                  <a:pt x="60168" y="287075"/>
                </a:cubicBezTo>
                <a:lnTo>
                  <a:pt x="52526" y="260328"/>
                </a:lnTo>
                <a:cubicBezTo>
                  <a:pt x="48705" y="250776"/>
                  <a:pt x="54436" y="239313"/>
                  <a:pt x="65899" y="237402"/>
                </a:cubicBezTo>
                <a:cubicBezTo>
                  <a:pt x="65899" y="237402"/>
                  <a:pt x="65899" y="237402"/>
                  <a:pt x="65899" y="237402"/>
                </a:cubicBezTo>
                <a:lnTo>
                  <a:pt x="65899" y="237402"/>
                </a:lnTo>
                <a:lnTo>
                  <a:pt x="128945" y="220208"/>
                </a:lnTo>
                <a:cubicBezTo>
                  <a:pt x="138498" y="218297"/>
                  <a:pt x="149961" y="224029"/>
                  <a:pt x="151871" y="233581"/>
                </a:cubicBezTo>
                <a:lnTo>
                  <a:pt x="159513" y="262239"/>
                </a:lnTo>
                <a:cubicBezTo>
                  <a:pt x="163334" y="275612"/>
                  <a:pt x="161424" y="290896"/>
                  <a:pt x="155692" y="304270"/>
                </a:cubicBezTo>
                <a:cubicBezTo>
                  <a:pt x="148050" y="315732"/>
                  <a:pt x="138498" y="323374"/>
                  <a:pt x="125124" y="327195"/>
                </a:cubicBezTo>
                <a:cubicBezTo>
                  <a:pt x="119393" y="327195"/>
                  <a:pt x="113661" y="327195"/>
                  <a:pt x="109840" y="327195"/>
                </a:cubicBezTo>
                <a:close/>
                <a:moveTo>
                  <a:pt x="69720" y="254597"/>
                </a:moveTo>
                <a:lnTo>
                  <a:pt x="69720" y="254597"/>
                </a:lnTo>
                <a:lnTo>
                  <a:pt x="77362" y="281344"/>
                </a:lnTo>
                <a:cubicBezTo>
                  <a:pt x="81183" y="298538"/>
                  <a:pt x="98377" y="310001"/>
                  <a:pt x="115572" y="306180"/>
                </a:cubicBezTo>
                <a:cubicBezTo>
                  <a:pt x="117482" y="306180"/>
                  <a:pt x="117482" y="306180"/>
                  <a:pt x="119393" y="306180"/>
                </a:cubicBezTo>
                <a:cubicBezTo>
                  <a:pt x="127035" y="304270"/>
                  <a:pt x="134677" y="298538"/>
                  <a:pt x="138498" y="292807"/>
                </a:cubicBezTo>
                <a:cubicBezTo>
                  <a:pt x="142319" y="285165"/>
                  <a:pt x="144229" y="275612"/>
                  <a:pt x="140408" y="266060"/>
                </a:cubicBezTo>
                <a:lnTo>
                  <a:pt x="132766" y="239313"/>
                </a:lnTo>
                <a:lnTo>
                  <a:pt x="69720" y="254597"/>
                </a:lnTo>
                <a:close/>
                <a:moveTo>
                  <a:pt x="287516" y="313822"/>
                </a:moveTo>
                <a:cubicBezTo>
                  <a:pt x="285606" y="313822"/>
                  <a:pt x="283695" y="313822"/>
                  <a:pt x="281785" y="313822"/>
                </a:cubicBezTo>
                <a:lnTo>
                  <a:pt x="218738" y="296628"/>
                </a:lnTo>
                <a:cubicBezTo>
                  <a:pt x="209186" y="294717"/>
                  <a:pt x="203454" y="285165"/>
                  <a:pt x="205365" y="275612"/>
                </a:cubicBezTo>
                <a:cubicBezTo>
                  <a:pt x="207275" y="258418"/>
                  <a:pt x="207275" y="243134"/>
                  <a:pt x="205365" y="225939"/>
                </a:cubicBezTo>
                <a:cubicBezTo>
                  <a:pt x="203454" y="206834"/>
                  <a:pt x="203454" y="185819"/>
                  <a:pt x="207275" y="166714"/>
                </a:cubicBezTo>
                <a:cubicBezTo>
                  <a:pt x="220649" y="118952"/>
                  <a:pt x="260769" y="88384"/>
                  <a:pt x="297069" y="99847"/>
                </a:cubicBezTo>
                <a:cubicBezTo>
                  <a:pt x="333368" y="111310"/>
                  <a:pt x="352473" y="166714"/>
                  <a:pt x="335278" y="229760"/>
                </a:cubicBezTo>
                <a:cubicBezTo>
                  <a:pt x="327636" y="254597"/>
                  <a:pt x="316173" y="279433"/>
                  <a:pt x="302800" y="304270"/>
                </a:cubicBezTo>
                <a:cubicBezTo>
                  <a:pt x="300889" y="310001"/>
                  <a:pt x="295158" y="313822"/>
                  <a:pt x="287516" y="313822"/>
                </a:cubicBezTo>
                <a:close/>
                <a:moveTo>
                  <a:pt x="281785" y="117041"/>
                </a:moveTo>
                <a:cubicBezTo>
                  <a:pt x="256948" y="117041"/>
                  <a:pt x="234022" y="139967"/>
                  <a:pt x="224470" y="172446"/>
                </a:cubicBezTo>
                <a:cubicBezTo>
                  <a:pt x="220649" y="189640"/>
                  <a:pt x="220649" y="206834"/>
                  <a:pt x="222559" y="224029"/>
                </a:cubicBezTo>
                <a:cubicBezTo>
                  <a:pt x="224470" y="241223"/>
                  <a:pt x="224470" y="260328"/>
                  <a:pt x="222559" y="277523"/>
                </a:cubicBezTo>
                <a:lnTo>
                  <a:pt x="222559" y="277523"/>
                </a:lnTo>
                <a:lnTo>
                  <a:pt x="285606" y="294717"/>
                </a:lnTo>
                <a:cubicBezTo>
                  <a:pt x="297069" y="271791"/>
                  <a:pt x="308531" y="248865"/>
                  <a:pt x="316173" y="224029"/>
                </a:cubicBezTo>
                <a:cubicBezTo>
                  <a:pt x="329547" y="174356"/>
                  <a:pt x="318084" y="124683"/>
                  <a:pt x="291337" y="117041"/>
                </a:cubicBezTo>
                <a:cubicBezTo>
                  <a:pt x="289427" y="117041"/>
                  <a:pt x="285606" y="117041"/>
                  <a:pt x="281785" y="117041"/>
                </a:cubicBezTo>
                <a:close/>
                <a:moveTo>
                  <a:pt x="232112" y="422720"/>
                </a:moveTo>
                <a:cubicBezTo>
                  <a:pt x="226380" y="422720"/>
                  <a:pt x="222559" y="422720"/>
                  <a:pt x="216828" y="420809"/>
                </a:cubicBezTo>
                <a:cubicBezTo>
                  <a:pt x="203454" y="416989"/>
                  <a:pt x="191991" y="409347"/>
                  <a:pt x="186260" y="397884"/>
                </a:cubicBezTo>
                <a:cubicBezTo>
                  <a:pt x="178618" y="384510"/>
                  <a:pt x="178618" y="371137"/>
                  <a:pt x="182439" y="357763"/>
                </a:cubicBezTo>
                <a:lnTo>
                  <a:pt x="190081" y="329106"/>
                </a:lnTo>
                <a:cubicBezTo>
                  <a:pt x="193902" y="319553"/>
                  <a:pt x="203454" y="313822"/>
                  <a:pt x="213007" y="315732"/>
                </a:cubicBezTo>
                <a:lnTo>
                  <a:pt x="213007" y="315732"/>
                </a:lnTo>
                <a:lnTo>
                  <a:pt x="276053" y="332927"/>
                </a:lnTo>
                <a:cubicBezTo>
                  <a:pt x="285606" y="334837"/>
                  <a:pt x="293248" y="346300"/>
                  <a:pt x="289427" y="355853"/>
                </a:cubicBezTo>
                <a:cubicBezTo>
                  <a:pt x="289427" y="355853"/>
                  <a:pt x="289427" y="355853"/>
                  <a:pt x="289427" y="355853"/>
                </a:cubicBezTo>
                <a:lnTo>
                  <a:pt x="281785" y="384510"/>
                </a:lnTo>
                <a:cubicBezTo>
                  <a:pt x="276053" y="407436"/>
                  <a:pt x="256948" y="422720"/>
                  <a:pt x="232112" y="422720"/>
                </a:cubicBezTo>
                <a:close/>
                <a:moveTo>
                  <a:pt x="209186" y="334837"/>
                </a:moveTo>
                <a:lnTo>
                  <a:pt x="201544" y="363495"/>
                </a:lnTo>
                <a:cubicBezTo>
                  <a:pt x="199633" y="373047"/>
                  <a:pt x="199633" y="380689"/>
                  <a:pt x="203454" y="390242"/>
                </a:cubicBezTo>
                <a:cubicBezTo>
                  <a:pt x="207275" y="397884"/>
                  <a:pt x="214917" y="401705"/>
                  <a:pt x="222559" y="403615"/>
                </a:cubicBezTo>
                <a:cubicBezTo>
                  <a:pt x="239754" y="409347"/>
                  <a:pt x="256948" y="399794"/>
                  <a:pt x="262680" y="382600"/>
                </a:cubicBezTo>
                <a:cubicBezTo>
                  <a:pt x="262680" y="380689"/>
                  <a:pt x="262680" y="380689"/>
                  <a:pt x="262680" y="378779"/>
                </a:cubicBezTo>
                <a:lnTo>
                  <a:pt x="270322" y="352032"/>
                </a:lnTo>
                <a:lnTo>
                  <a:pt x="209186" y="33483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" name="Graphic 102" descr="Euro icon.">
            <a:extLst>
              <a:ext uri="{FF2B5EF4-FFF2-40B4-BE49-F238E27FC236}">
                <a16:creationId xmlns:a16="http://schemas.microsoft.com/office/drawing/2014/main" id="{169BF846-572B-42C7-B5F1-C8793E7D1091}"/>
              </a:ext>
            </a:extLst>
          </p:cNvPr>
          <p:cNvSpPr>
            <a:spLocks noChangeAspect="1"/>
          </p:cNvSpPr>
          <p:nvPr/>
        </p:nvSpPr>
        <p:spPr>
          <a:xfrm>
            <a:off x="4661141" y="5186724"/>
            <a:ext cx="376366" cy="420308"/>
          </a:xfrm>
          <a:custGeom>
            <a:avLst/>
            <a:gdLst>
              <a:gd name="connsiteX0" fmla="*/ 252185 w 376366"/>
              <a:gd name="connsiteY0" fmla="*/ 401203 h 420308"/>
              <a:gd name="connsiteX1" fmla="*/ 84062 w 376366"/>
              <a:gd name="connsiteY1" fmla="*/ 248364 h 420308"/>
              <a:gd name="connsiteX2" fmla="*/ 286574 w 376366"/>
              <a:gd name="connsiteY2" fmla="*/ 248364 h 420308"/>
              <a:gd name="connsiteX3" fmla="*/ 286574 w 376366"/>
              <a:gd name="connsiteY3" fmla="*/ 229259 h 420308"/>
              <a:gd name="connsiteX4" fmla="*/ 80241 w 376366"/>
              <a:gd name="connsiteY4" fmla="*/ 229259 h 420308"/>
              <a:gd name="connsiteX5" fmla="*/ 80241 w 376366"/>
              <a:gd name="connsiteY5" fmla="*/ 210154 h 420308"/>
              <a:gd name="connsiteX6" fmla="*/ 80241 w 376366"/>
              <a:gd name="connsiteY6" fmla="*/ 191049 h 420308"/>
              <a:gd name="connsiteX7" fmla="*/ 305679 w 376366"/>
              <a:gd name="connsiteY7" fmla="*/ 191049 h 420308"/>
              <a:gd name="connsiteX8" fmla="*/ 305679 w 376366"/>
              <a:gd name="connsiteY8" fmla="*/ 171944 h 420308"/>
              <a:gd name="connsiteX9" fmla="*/ 84062 w 376366"/>
              <a:gd name="connsiteY9" fmla="*/ 171944 h 420308"/>
              <a:gd name="connsiteX10" fmla="*/ 252185 w 376366"/>
              <a:gd name="connsiteY10" fmla="*/ 19105 h 420308"/>
              <a:gd name="connsiteX11" fmla="*/ 362993 w 376366"/>
              <a:gd name="connsiteY11" fmla="*/ 64957 h 420308"/>
              <a:gd name="connsiteX12" fmla="*/ 376367 w 376366"/>
              <a:gd name="connsiteY12" fmla="*/ 51583 h 420308"/>
              <a:gd name="connsiteX13" fmla="*/ 252185 w 376366"/>
              <a:gd name="connsiteY13" fmla="*/ 0 h 420308"/>
              <a:gd name="connsiteX14" fmla="*/ 64957 w 376366"/>
              <a:gd name="connsiteY14" fmla="*/ 171944 h 420308"/>
              <a:gd name="connsiteX15" fmla="*/ 0 w 376366"/>
              <a:gd name="connsiteY15" fmla="*/ 171944 h 420308"/>
              <a:gd name="connsiteX16" fmla="*/ 0 w 376366"/>
              <a:gd name="connsiteY16" fmla="*/ 191049 h 420308"/>
              <a:gd name="connsiteX17" fmla="*/ 61136 w 376366"/>
              <a:gd name="connsiteY17" fmla="*/ 191049 h 420308"/>
              <a:gd name="connsiteX18" fmla="*/ 61136 w 376366"/>
              <a:gd name="connsiteY18" fmla="*/ 210154 h 420308"/>
              <a:gd name="connsiteX19" fmla="*/ 61136 w 376366"/>
              <a:gd name="connsiteY19" fmla="*/ 229259 h 420308"/>
              <a:gd name="connsiteX20" fmla="*/ 0 w 376366"/>
              <a:gd name="connsiteY20" fmla="*/ 229259 h 420308"/>
              <a:gd name="connsiteX21" fmla="*/ 0 w 376366"/>
              <a:gd name="connsiteY21" fmla="*/ 248364 h 420308"/>
              <a:gd name="connsiteX22" fmla="*/ 64957 w 376366"/>
              <a:gd name="connsiteY22" fmla="*/ 248364 h 420308"/>
              <a:gd name="connsiteX23" fmla="*/ 252185 w 376366"/>
              <a:gd name="connsiteY23" fmla="*/ 420308 h 420308"/>
              <a:gd name="connsiteX24" fmla="*/ 376367 w 376366"/>
              <a:gd name="connsiteY24" fmla="*/ 370635 h 420308"/>
              <a:gd name="connsiteX25" fmla="*/ 362993 w 376366"/>
              <a:gd name="connsiteY25" fmla="*/ 355351 h 420308"/>
              <a:gd name="connsiteX26" fmla="*/ 252185 w 376366"/>
              <a:gd name="connsiteY26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76366" h="420308">
                <a:moveTo>
                  <a:pt x="252185" y="401203"/>
                </a:moveTo>
                <a:cubicBezTo>
                  <a:pt x="170034" y="401203"/>
                  <a:pt x="99346" y="336247"/>
                  <a:pt x="84062" y="248364"/>
                </a:cubicBezTo>
                <a:lnTo>
                  <a:pt x="286574" y="248364"/>
                </a:lnTo>
                <a:lnTo>
                  <a:pt x="286574" y="229259"/>
                </a:lnTo>
                <a:lnTo>
                  <a:pt x="80241" y="229259"/>
                </a:lnTo>
                <a:cubicBezTo>
                  <a:pt x="80241" y="223528"/>
                  <a:pt x="80241" y="215886"/>
                  <a:pt x="80241" y="210154"/>
                </a:cubicBezTo>
                <a:cubicBezTo>
                  <a:pt x="80241" y="204423"/>
                  <a:pt x="80241" y="196781"/>
                  <a:pt x="80241" y="191049"/>
                </a:cubicBezTo>
                <a:lnTo>
                  <a:pt x="305679" y="191049"/>
                </a:lnTo>
                <a:lnTo>
                  <a:pt x="305679" y="171944"/>
                </a:lnTo>
                <a:lnTo>
                  <a:pt x="84062" y="171944"/>
                </a:lnTo>
                <a:cubicBezTo>
                  <a:pt x="99346" y="84062"/>
                  <a:pt x="170034" y="19105"/>
                  <a:pt x="252185" y="19105"/>
                </a:cubicBezTo>
                <a:cubicBezTo>
                  <a:pt x="294216" y="19105"/>
                  <a:pt x="332426" y="36299"/>
                  <a:pt x="362993" y="64957"/>
                </a:cubicBezTo>
                <a:lnTo>
                  <a:pt x="376367" y="51583"/>
                </a:lnTo>
                <a:cubicBezTo>
                  <a:pt x="341978" y="19105"/>
                  <a:pt x="298037" y="0"/>
                  <a:pt x="252185" y="0"/>
                </a:cubicBezTo>
                <a:cubicBezTo>
                  <a:pt x="158571" y="0"/>
                  <a:pt x="80241" y="74509"/>
                  <a:pt x="64957" y="171944"/>
                </a:cubicBezTo>
                <a:lnTo>
                  <a:pt x="0" y="171944"/>
                </a:lnTo>
                <a:lnTo>
                  <a:pt x="0" y="191049"/>
                </a:lnTo>
                <a:lnTo>
                  <a:pt x="61136" y="191049"/>
                </a:lnTo>
                <a:cubicBezTo>
                  <a:pt x="61136" y="196781"/>
                  <a:pt x="61136" y="204423"/>
                  <a:pt x="61136" y="210154"/>
                </a:cubicBezTo>
                <a:cubicBezTo>
                  <a:pt x="61136" y="215886"/>
                  <a:pt x="61136" y="223528"/>
                  <a:pt x="61136" y="229259"/>
                </a:cubicBezTo>
                <a:lnTo>
                  <a:pt x="0" y="229259"/>
                </a:lnTo>
                <a:lnTo>
                  <a:pt x="0" y="248364"/>
                </a:lnTo>
                <a:lnTo>
                  <a:pt x="64957" y="248364"/>
                </a:lnTo>
                <a:cubicBezTo>
                  <a:pt x="82151" y="345799"/>
                  <a:pt x="158571" y="420308"/>
                  <a:pt x="252185" y="420308"/>
                </a:cubicBezTo>
                <a:cubicBezTo>
                  <a:pt x="298037" y="420308"/>
                  <a:pt x="341978" y="401203"/>
                  <a:pt x="376367" y="370635"/>
                </a:cubicBezTo>
                <a:lnTo>
                  <a:pt x="362993" y="355351"/>
                </a:lnTo>
                <a:cubicBezTo>
                  <a:pt x="332426" y="384009"/>
                  <a:pt x="294216" y="401203"/>
                  <a:pt x="252185" y="40120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5" name="Graphic 198" descr="Yen icon.">
            <a:extLst>
              <a:ext uri="{FF2B5EF4-FFF2-40B4-BE49-F238E27FC236}">
                <a16:creationId xmlns:a16="http://schemas.microsoft.com/office/drawing/2014/main" id="{1CFFBD8C-F90F-4E0A-8B47-50EBE78E5E73}"/>
              </a:ext>
            </a:extLst>
          </p:cNvPr>
          <p:cNvSpPr>
            <a:spLocks noChangeAspect="1"/>
          </p:cNvSpPr>
          <p:nvPr/>
        </p:nvSpPr>
        <p:spPr>
          <a:xfrm>
            <a:off x="5913290" y="5167619"/>
            <a:ext cx="322491" cy="458518"/>
          </a:xfrm>
          <a:custGeom>
            <a:avLst/>
            <a:gdLst>
              <a:gd name="connsiteX0" fmla="*/ 170798 w 322491"/>
              <a:gd name="connsiteY0" fmla="*/ 266896 h 458518"/>
              <a:gd name="connsiteX1" fmla="*/ 322491 w 322491"/>
              <a:gd name="connsiteY1" fmla="*/ 0 h 458518"/>
              <a:gd name="connsiteX2" fmla="*/ 300520 w 322491"/>
              <a:gd name="connsiteY2" fmla="*/ 0 h 458518"/>
              <a:gd name="connsiteX3" fmla="*/ 161246 w 322491"/>
              <a:gd name="connsiteY3" fmla="*/ 245116 h 458518"/>
              <a:gd name="connsiteX4" fmla="*/ 21971 w 322491"/>
              <a:gd name="connsiteY4" fmla="*/ 0 h 458518"/>
              <a:gd name="connsiteX5" fmla="*/ 0 w 322491"/>
              <a:gd name="connsiteY5" fmla="*/ 0 h 458518"/>
              <a:gd name="connsiteX6" fmla="*/ 151693 w 322491"/>
              <a:gd name="connsiteY6" fmla="*/ 266896 h 458518"/>
              <a:gd name="connsiteX7" fmla="*/ 151693 w 322491"/>
              <a:gd name="connsiteY7" fmla="*/ 267469 h 458518"/>
              <a:gd name="connsiteX8" fmla="*/ 84826 w 322491"/>
              <a:gd name="connsiteY8" fmla="*/ 267469 h 458518"/>
              <a:gd name="connsiteX9" fmla="*/ 84826 w 322491"/>
              <a:gd name="connsiteY9" fmla="*/ 286574 h 458518"/>
              <a:gd name="connsiteX10" fmla="*/ 151693 w 322491"/>
              <a:gd name="connsiteY10" fmla="*/ 286574 h 458518"/>
              <a:gd name="connsiteX11" fmla="*/ 151693 w 322491"/>
              <a:gd name="connsiteY11" fmla="*/ 324401 h 458518"/>
              <a:gd name="connsiteX12" fmla="*/ 84826 w 322491"/>
              <a:gd name="connsiteY12" fmla="*/ 324401 h 458518"/>
              <a:gd name="connsiteX13" fmla="*/ 84826 w 322491"/>
              <a:gd name="connsiteY13" fmla="*/ 343506 h 458518"/>
              <a:gd name="connsiteX14" fmla="*/ 151693 w 322491"/>
              <a:gd name="connsiteY14" fmla="*/ 343506 h 458518"/>
              <a:gd name="connsiteX15" fmla="*/ 151693 w 322491"/>
              <a:gd name="connsiteY15" fmla="*/ 458518 h 458518"/>
              <a:gd name="connsiteX16" fmla="*/ 170798 w 322491"/>
              <a:gd name="connsiteY16" fmla="*/ 458518 h 458518"/>
              <a:gd name="connsiteX17" fmla="*/ 170798 w 322491"/>
              <a:gd name="connsiteY17" fmla="*/ 343506 h 458518"/>
              <a:gd name="connsiteX18" fmla="*/ 237665 w 322491"/>
              <a:gd name="connsiteY18" fmla="*/ 343506 h 458518"/>
              <a:gd name="connsiteX19" fmla="*/ 237665 w 322491"/>
              <a:gd name="connsiteY19" fmla="*/ 324401 h 458518"/>
              <a:gd name="connsiteX20" fmla="*/ 170798 w 322491"/>
              <a:gd name="connsiteY20" fmla="*/ 324401 h 458518"/>
              <a:gd name="connsiteX21" fmla="*/ 170798 w 322491"/>
              <a:gd name="connsiteY21" fmla="*/ 286574 h 458518"/>
              <a:gd name="connsiteX22" fmla="*/ 237665 w 322491"/>
              <a:gd name="connsiteY22" fmla="*/ 286574 h 458518"/>
              <a:gd name="connsiteX23" fmla="*/ 237665 w 322491"/>
              <a:gd name="connsiteY23" fmla="*/ 267469 h 458518"/>
              <a:gd name="connsiteX24" fmla="*/ 170798 w 322491"/>
              <a:gd name="connsiteY24" fmla="*/ 267469 h 458518"/>
              <a:gd name="connsiteX25" fmla="*/ 170798 w 322491"/>
              <a:gd name="connsiteY25" fmla="*/ 266896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22491" h="458518">
                <a:moveTo>
                  <a:pt x="170798" y="266896"/>
                </a:moveTo>
                <a:lnTo>
                  <a:pt x="322491" y="0"/>
                </a:lnTo>
                <a:lnTo>
                  <a:pt x="300520" y="0"/>
                </a:lnTo>
                <a:lnTo>
                  <a:pt x="161246" y="245116"/>
                </a:lnTo>
                <a:lnTo>
                  <a:pt x="21971" y="0"/>
                </a:lnTo>
                <a:lnTo>
                  <a:pt x="0" y="0"/>
                </a:lnTo>
                <a:lnTo>
                  <a:pt x="151693" y="266896"/>
                </a:lnTo>
                <a:lnTo>
                  <a:pt x="151693" y="267469"/>
                </a:lnTo>
                <a:lnTo>
                  <a:pt x="84826" y="267469"/>
                </a:lnTo>
                <a:lnTo>
                  <a:pt x="84826" y="286574"/>
                </a:lnTo>
                <a:lnTo>
                  <a:pt x="151693" y="286574"/>
                </a:lnTo>
                <a:lnTo>
                  <a:pt x="151693" y="324401"/>
                </a:lnTo>
                <a:lnTo>
                  <a:pt x="84826" y="324401"/>
                </a:lnTo>
                <a:lnTo>
                  <a:pt x="84826" y="343506"/>
                </a:lnTo>
                <a:lnTo>
                  <a:pt x="151693" y="343506"/>
                </a:lnTo>
                <a:lnTo>
                  <a:pt x="151693" y="458518"/>
                </a:lnTo>
                <a:lnTo>
                  <a:pt x="170798" y="458518"/>
                </a:lnTo>
                <a:lnTo>
                  <a:pt x="170798" y="343506"/>
                </a:lnTo>
                <a:lnTo>
                  <a:pt x="237665" y="343506"/>
                </a:lnTo>
                <a:lnTo>
                  <a:pt x="237665" y="324401"/>
                </a:lnTo>
                <a:lnTo>
                  <a:pt x="170798" y="324401"/>
                </a:lnTo>
                <a:lnTo>
                  <a:pt x="170798" y="286574"/>
                </a:lnTo>
                <a:lnTo>
                  <a:pt x="237665" y="286574"/>
                </a:lnTo>
                <a:lnTo>
                  <a:pt x="237665" y="267469"/>
                </a:lnTo>
                <a:lnTo>
                  <a:pt x="170798" y="267469"/>
                </a:lnTo>
                <a:lnTo>
                  <a:pt x="170798" y="26689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6" name="Graphic 104" descr="Female symbol icon.">
            <a:extLst>
              <a:ext uri="{FF2B5EF4-FFF2-40B4-BE49-F238E27FC236}">
                <a16:creationId xmlns:a16="http://schemas.microsoft.com/office/drawing/2014/main" id="{ADBB269E-CEE1-4E92-8AA5-79F536CD0E17}"/>
              </a:ext>
            </a:extLst>
          </p:cNvPr>
          <p:cNvSpPr>
            <a:spLocks noChangeAspect="1"/>
          </p:cNvSpPr>
          <p:nvPr/>
        </p:nvSpPr>
        <p:spPr>
          <a:xfrm>
            <a:off x="7155371" y="5167619"/>
            <a:ext cx="305678" cy="458518"/>
          </a:xfrm>
          <a:custGeom>
            <a:avLst/>
            <a:gdLst>
              <a:gd name="connsiteX0" fmla="*/ 305679 w 305678"/>
              <a:gd name="connsiteY0" fmla="*/ 152839 h 458518"/>
              <a:gd name="connsiteX1" fmla="*/ 152839 w 305678"/>
              <a:gd name="connsiteY1" fmla="*/ 0 h 458518"/>
              <a:gd name="connsiteX2" fmla="*/ 0 w 305678"/>
              <a:gd name="connsiteY2" fmla="*/ 152839 h 458518"/>
              <a:gd name="connsiteX3" fmla="*/ 143287 w 305678"/>
              <a:gd name="connsiteY3" fmla="*/ 305679 h 458518"/>
              <a:gd name="connsiteX4" fmla="*/ 143287 w 305678"/>
              <a:gd name="connsiteY4" fmla="*/ 372546 h 458518"/>
              <a:gd name="connsiteX5" fmla="*/ 76420 w 305678"/>
              <a:gd name="connsiteY5" fmla="*/ 372546 h 458518"/>
              <a:gd name="connsiteX6" fmla="*/ 76420 w 305678"/>
              <a:gd name="connsiteY6" fmla="*/ 391651 h 458518"/>
              <a:gd name="connsiteX7" fmla="*/ 143287 w 305678"/>
              <a:gd name="connsiteY7" fmla="*/ 391651 h 458518"/>
              <a:gd name="connsiteX8" fmla="*/ 143287 w 305678"/>
              <a:gd name="connsiteY8" fmla="*/ 458518 h 458518"/>
              <a:gd name="connsiteX9" fmla="*/ 162392 w 305678"/>
              <a:gd name="connsiteY9" fmla="*/ 458518 h 458518"/>
              <a:gd name="connsiteX10" fmla="*/ 162392 w 305678"/>
              <a:gd name="connsiteY10" fmla="*/ 391651 h 458518"/>
              <a:gd name="connsiteX11" fmla="*/ 229259 w 305678"/>
              <a:gd name="connsiteY11" fmla="*/ 391651 h 458518"/>
              <a:gd name="connsiteX12" fmla="*/ 229259 w 305678"/>
              <a:gd name="connsiteY12" fmla="*/ 372546 h 458518"/>
              <a:gd name="connsiteX13" fmla="*/ 162392 w 305678"/>
              <a:gd name="connsiteY13" fmla="*/ 372546 h 458518"/>
              <a:gd name="connsiteX14" fmla="*/ 162392 w 305678"/>
              <a:gd name="connsiteY14" fmla="*/ 305679 h 458518"/>
              <a:gd name="connsiteX15" fmla="*/ 305679 w 305678"/>
              <a:gd name="connsiteY15" fmla="*/ 152839 h 458518"/>
              <a:gd name="connsiteX16" fmla="*/ 19105 w 305678"/>
              <a:gd name="connsiteY16" fmla="*/ 152839 h 458518"/>
              <a:gd name="connsiteX17" fmla="*/ 152839 w 305678"/>
              <a:gd name="connsiteY17" fmla="*/ 19105 h 458518"/>
              <a:gd name="connsiteX18" fmla="*/ 286574 w 305678"/>
              <a:gd name="connsiteY18" fmla="*/ 152839 h 458518"/>
              <a:gd name="connsiteX19" fmla="*/ 152839 w 305678"/>
              <a:gd name="connsiteY19" fmla="*/ 286574 h 458518"/>
              <a:gd name="connsiteX20" fmla="*/ 19105 w 305678"/>
              <a:gd name="connsiteY20" fmla="*/ 15283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05678" h="458518">
                <a:moveTo>
                  <a:pt x="305679" y="152839"/>
                </a:moveTo>
                <a:cubicBezTo>
                  <a:pt x="305679" y="68778"/>
                  <a:pt x="236901" y="0"/>
                  <a:pt x="152839" y="0"/>
                </a:cubicBezTo>
                <a:cubicBezTo>
                  <a:pt x="68778" y="0"/>
                  <a:pt x="0" y="68778"/>
                  <a:pt x="0" y="152839"/>
                </a:cubicBezTo>
                <a:cubicBezTo>
                  <a:pt x="0" y="233080"/>
                  <a:pt x="63046" y="299947"/>
                  <a:pt x="143287" y="305679"/>
                </a:cubicBezTo>
                <a:lnTo>
                  <a:pt x="143287" y="372546"/>
                </a:lnTo>
                <a:lnTo>
                  <a:pt x="76420" y="372546"/>
                </a:lnTo>
                <a:lnTo>
                  <a:pt x="76420" y="391651"/>
                </a:lnTo>
                <a:lnTo>
                  <a:pt x="143287" y="391651"/>
                </a:lnTo>
                <a:lnTo>
                  <a:pt x="143287" y="458518"/>
                </a:lnTo>
                <a:lnTo>
                  <a:pt x="162392" y="458518"/>
                </a:lnTo>
                <a:lnTo>
                  <a:pt x="162392" y="391651"/>
                </a:lnTo>
                <a:lnTo>
                  <a:pt x="229259" y="391651"/>
                </a:lnTo>
                <a:lnTo>
                  <a:pt x="229259" y="372546"/>
                </a:lnTo>
                <a:lnTo>
                  <a:pt x="162392" y="372546"/>
                </a:lnTo>
                <a:lnTo>
                  <a:pt x="162392" y="305679"/>
                </a:lnTo>
                <a:cubicBezTo>
                  <a:pt x="242632" y="299947"/>
                  <a:pt x="305679" y="233080"/>
                  <a:pt x="305679" y="152839"/>
                </a:cubicBezTo>
                <a:close/>
                <a:moveTo>
                  <a:pt x="19105" y="152839"/>
                </a:moveTo>
                <a:cubicBezTo>
                  <a:pt x="19105" y="78330"/>
                  <a:pt x="78330" y="19105"/>
                  <a:pt x="152839" y="19105"/>
                </a:cubicBezTo>
                <a:cubicBezTo>
                  <a:pt x="227349" y="19105"/>
                  <a:pt x="286574" y="78330"/>
                  <a:pt x="286574" y="152839"/>
                </a:cubicBezTo>
                <a:cubicBezTo>
                  <a:pt x="286574" y="227349"/>
                  <a:pt x="227349" y="286574"/>
                  <a:pt x="152839" y="286574"/>
                </a:cubicBezTo>
                <a:cubicBezTo>
                  <a:pt x="78330" y="286574"/>
                  <a:pt x="19105" y="227349"/>
                  <a:pt x="19105" y="15283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37" descr="Male symbol icon.">
            <a:extLst>
              <a:ext uri="{FF2B5EF4-FFF2-40B4-BE49-F238E27FC236}">
                <a16:creationId xmlns:a16="http://schemas.microsoft.com/office/drawing/2014/main" id="{1C51122D-2C3F-472A-9B05-816B1116E8A7}"/>
              </a:ext>
            </a:extLst>
          </p:cNvPr>
          <p:cNvSpPr>
            <a:spLocks noChangeAspect="1"/>
          </p:cNvSpPr>
          <p:nvPr/>
        </p:nvSpPr>
        <p:spPr>
          <a:xfrm>
            <a:off x="8333951" y="5196277"/>
            <a:ext cx="399552" cy="401203"/>
          </a:xfrm>
          <a:custGeom>
            <a:avLst/>
            <a:gdLst>
              <a:gd name="connsiteX0" fmla="*/ 380448 w 399552"/>
              <a:gd name="connsiteY0" fmla="*/ 0 h 401203"/>
              <a:gd name="connsiteX1" fmla="*/ 304028 w 399552"/>
              <a:gd name="connsiteY1" fmla="*/ 0 h 401203"/>
              <a:gd name="connsiteX2" fmla="*/ 304028 w 399552"/>
              <a:gd name="connsiteY2" fmla="*/ 19105 h 401203"/>
              <a:gd name="connsiteX3" fmla="*/ 367074 w 399552"/>
              <a:gd name="connsiteY3" fmla="*/ 19105 h 401203"/>
              <a:gd name="connsiteX4" fmla="*/ 252445 w 399552"/>
              <a:gd name="connsiteY4" fmla="*/ 126092 h 401203"/>
              <a:gd name="connsiteX5" fmla="*/ 34649 w 399552"/>
              <a:gd name="connsiteY5" fmla="*/ 149018 h 401203"/>
              <a:gd name="connsiteX6" fmla="*/ 55664 w 399552"/>
              <a:gd name="connsiteY6" fmla="*/ 366814 h 401203"/>
              <a:gd name="connsiteX7" fmla="*/ 151189 w 399552"/>
              <a:gd name="connsiteY7" fmla="*/ 401203 h 401203"/>
              <a:gd name="connsiteX8" fmla="*/ 155010 w 399552"/>
              <a:gd name="connsiteY8" fmla="*/ 401203 h 401203"/>
              <a:gd name="connsiteX9" fmla="*/ 309760 w 399552"/>
              <a:gd name="connsiteY9" fmla="*/ 246453 h 401203"/>
              <a:gd name="connsiteX10" fmla="*/ 265818 w 399552"/>
              <a:gd name="connsiteY10" fmla="*/ 139466 h 401203"/>
              <a:gd name="connsiteX11" fmla="*/ 380448 w 399552"/>
              <a:gd name="connsiteY11" fmla="*/ 32478 h 401203"/>
              <a:gd name="connsiteX12" fmla="*/ 380448 w 399552"/>
              <a:gd name="connsiteY12" fmla="*/ 95525 h 401203"/>
              <a:gd name="connsiteX13" fmla="*/ 399553 w 399552"/>
              <a:gd name="connsiteY13" fmla="*/ 95525 h 401203"/>
              <a:gd name="connsiteX14" fmla="*/ 399553 w 399552"/>
              <a:gd name="connsiteY14" fmla="*/ 19105 h 401203"/>
              <a:gd name="connsiteX15" fmla="*/ 380448 w 399552"/>
              <a:gd name="connsiteY15" fmla="*/ 0 h 401203"/>
              <a:gd name="connsiteX16" fmla="*/ 155010 w 399552"/>
              <a:gd name="connsiteY16" fmla="*/ 382098 h 401203"/>
              <a:gd name="connsiteX17" fmla="*/ 149278 w 399552"/>
              <a:gd name="connsiteY17" fmla="*/ 382098 h 401203"/>
              <a:gd name="connsiteX18" fmla="*/ 17454 w 399552"/>
              <a:gd name="connsiteY18" fmla="*/ 248364 h 401203"/>
              <a:gd name="connsiteX19" fmla="*/ 155010 w 399552"/>
              <a:gd name="connsiteY19" fmla="*/ 106988 h 401203"/>
              <a:gd name="connsiteX20" fmla="*/ 290655 w 399552"/>
              <a:gd name="connsiteY20" fmla="*/ 246453 h 401203"/>
              <a:gd name="connsiteX21" fmla="*/ 160741 w 399552"/>
              <a:gd name="connsiteY21" fmla="*/ 382098 h 401203"/>
              <a:gd name="connsiteX22" fmla="*/ 155010 w 399552"/>
              <a:gd name="connsiteY22" fmla="*/ 382098 h 40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9552" h="401203">
                <a:moveTo>
                  <a:pt x="380448" y="0"/>
                </a:moveTo>
                <a:lnTo>
                  <a:pt x="304028" y="0"/>
                </a:lnTo>
                <a:lnTo>
                  <a:pt x="304028" y="19105"/>
                </a:lnTo>
                <a:lnTo>
                  <a:pt x="367074" y="19105"/>
                </a:lnTo>
                <a:lnTo>
                  <a:pt x="252445" y="126092"/>
                </a:lnTo>
                <a:cubicBezTo>
                  <a:pt x="185578" y="72599"/>
                  <a:pt x="88142" y="82151"/>
                  <a:pt x="34649" y="149018"/>
                </a:cubicBezTo>
                <a:cubicBezTo>
                  <a:pt x="-18845" y="215886"/>
                  <a:pt x="-9293" y="311410"/>
                  <a:pt x="55664" y="366814"/>
                </a:cubicBezTo>
                <a:cubicBezTo>
                  <a:pt x="82411" y="387830"/>
                  <a:pt x="116800" y="401203"/>
                  <a:pt x="151189" y="401203"/>
                </a:cubicBezTo>
                <a:lnTo>
                  <a:pt x="155010" y="401203"/>
                </a:lnTo>
                <a:cubicBezTo>
                  <a:pt x="240982" y="401203"/>
                  <a:pt x="309760" y="330515"/>
                  <a:pt x="309760" y="246453"/>
                </a:cubicBezTo>
                <a:cubicBezTo>
                  <a:pt x="309760" y="206333"/>
                  <a:pt x="294476" y="168123"/>
                  <a:pt x="265818" y="139466"/>
                </a:cubicBezTo>
                <a:lnTo>
                  <a:pt x="380448" y="32478"/>
                </a:lnTo>
                <a:lnTo>
                  <a:pt x="380448" y="95525"/>
                </a:lnTo>
                <a:lnTo>
                  <a:pt x="399553" y="95525"/>
                </a:lnTo>
                <a:lnTo>
                  <a:pt x="399553" y="19105"/>
                </a:lnTo>
                <a:cubicBezTo>
                  <a:pt x="399553" y="7642"/>
                  <a:pt x="391911" y="0"/>
                  <a:pt x="380448" y="0"/>
                </a:cubicBezTo>
                <a:close/>
                <a:moveTo>
                  <a:pt x="155010" y="382098"/>
                </a:moveTo>
                <a:lnTo>
                  <a:pt x="149278" y="382098"/>
                </a:lnTo>
                <a:cubicBezTo>
                  <a:pt x="82411" y="382098"/>
                  <a:pt x="15544" y="324784"/>
                  <a:pt x="17454" y="248364"/>
                </a:cubicBezTo>
                <a:cubicBezTo>
                  <a:pt x="19365" y="171944"/>
                  <a:pt x="78590" y="105077"/>
                  <a:pt x="155010" y="106988"/>
                </a:cubicBezTo>
                <a:cubicBezTo>
                  <a:pt x="231429" y="108898"/>
                  <a:pt x="292565" y="170034"/>
                  <a:pt x="290655" y="246453"/>
                </a:cubicBezTo>
                <a:cubicBezTo>
                  <a:pt x="288744" y="320963"/>
                  <a:pt x="235250" y="382098"/>
                  <a:pt x="160741" y="382098"/>
                </a:cubicBezTo>
                <a:lnTo>
                  <a:pt x="155010" y="38209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38" descr="Non-binary symbol icon.">
            <a:extLst>
              <a:ext uri="{FF2B5EF4-FFF2-40B4-BE49-F238E27FC236}">
                <a16:creationId xmlns:a16="http://schemas.microsoft.com/office/drawing/2014/main" id="{2ECA0231-D84B-479F-A973-4225BDF144DD}"/>
              </a:ext>
            </a:extLst>
          </p:cNvPr>
          <p:cNvSpPr>
            <a:spLocks noChangeAspect="1"/>
          </p:cNvSpPr>
          <p:nvPr/>
        </p:nvSpPr>
        <p:spPr>
          <a:xfrm>
            <a:off x="9583796" y="5187242"/>
            <a:ext cx="371921" cy="419272"/>
          </a:xfrm>
          <a:custGeom>
            <a:avLst/>
            <a:gdLst>
              <a:gd name="connsiteX0" fmla="*/ 354476 w 371921"/>
              <a:gd name="connsiteY0" fmla="*/ 0 h 419272"/>
              <a:gd name="connsiteX1" fmla="*/ 297302 w 371921"/>
              <a:gd name="connsiteY1" fmla="*/ 0 h 419272"/>
              <a:gd name="connsiteX2" fmla="*/ 297302 w 371921"/>
              <a:gd name="connsiteY2" fmla="*/ 19058 h 419272"/>
              <a:gd name="connsiteX3" fmla="*/ 337324 w 371921"/>
              <a:gd name="connsiteY3" fmla="*/ 19058 h 419272"/>
              <a:gd name="connsiteX4" fmla="*/ 257281 w 371921"/>
              <a:gd name="connsiteY4" fmla="*/ 95289 h 419272"/>
              <a:gd name="connsiteX5" fmla="*/ 186767 w 371921"/>
              <a:gd name="connsiteY5" fmla="*/ 70514 h 419272"/>
              <a:gd name="connsiteX6" fmla="*/ 108630 w 371921"/>
              <a:gd name="connsiteY6" fmla="*/ 97195 h 419272"/>
              <a:gd name="connsiteX7" fmla="*/ 78137 w 371921"/>
              <a:gd name="connsiteY7" fmla="*/ 64797 h 419272"/>
              <a:gd name="connsiteX8" fmla="*/ 112441 w 371921"/>
              <a:gd name="connsiteY8" fmla="*/ 30493 h 419272"/>
              <a:gd name="connsiteX9" fmla="*/ 97195 w 371921"/>
              <a:gd name="connsiteY9" fmla="*/ 17152 h 419272"/>
              <a:gd name="connsiteX10" fmla="*/ 64797 w 371921"/>
              <a:gd name="connsiteY10" fmla="*/ 51456 h 419272"/>
              <a:gd name="connsiteX11" fmla="*/ 32398 w 371921"/>
              <a:gd name="connsiteY11" fmla="*/ 19058 h 419272"/>
              <a:gd name="connsiteX12" fmla="*/ 74326 w 371921"/>
              <a:gd name="connsiteY12" fmla="*/ 19058 h 419272"/>
              <a:gd name="connsiteX13" fmla="*/ 74326 w 371921"/>
              <a:gd name="connsiteY13" fmla="*/ 0 h 419272"/>
              <a:gd name="connsiteX14" fmla="*/ 17152 w 371921"/>
              <a:gd name="connsiteY14" fmla="*/ 0 h 419272"/>
              <a:gd name="connsiteX15" fmla="*/ 0 w 371921"/>
              <a:gd name="connsiteY15" fmla="*/ 17152 h 419272"/>
              <a:gd name="connsiteX16" fmla="*/ 0 w 371921"/>
              <a:gd name="connsiteY16" fmla="*/ 17152 h 419272"/>
              <a:gd name="connsiteX17" fmla="*/ 0 w 371921"/>
              <a:gd name="connsiteY17" fmla="*/ 74326 h 419272"/>
              <a:gd name="connsiteX18" fmla="*/ 19058 w 371921"/>
              <a:gd name="connsiteY18" fmla="*/ 74326 h 419272"/>
              <a:gd name="connsiteX19" fmla="*/ 19058 w 371921"/>
              <a:gd name="connsiteY19" fmla="*/ 32398 h 419272"/>
              <a:gd name="connsiteX20" fmla="*/ 51456 w 371921"/>
              <a:gd name="connsiteY20" fmla="*/ 64797 h 419272"/>
              <a:gd name="connsiteX21" fmla="*/ 17152 w 371921"/>
              <a:gd name="connsiteY21" fmla="*/ 99101 h 419272"/>
              <a:gd name="connsiteX22" fmla="*/ 30493 w 371921"/>
              <a:gd name="connsiteY22" fmla="*/ 112441 h 419272"/>
              <a:gd name="connsiteX23" fmla="*/ 64797 w 371921"/>
              <a:gd name="connsiteY23" fmla="*/ 78137 h 419272"/>
              <a:gd name="connsiteX24" fmla="*/ 97195 w 371921"/>
              <a:gd name="connsiteY24" fmla="*/ 108630 h 419272"/>
              <a:gd name="connsiteX25" fmla="*/ 68608 w 371921"/>
              <a:gd name="connsiteY25" fmla="*/ 182955 h 419272"/>
              <a:gd name="connsiteX26" fmla="*/ 74326 w 371921"/>
              <a:gd name="connsiteY26" fmla="*/ 221071 h 419272"/>
              <a:gd name="connsiteX27" fmla="*/ 85760 w 371921"/>
              <a:gd name="connsiteY27" fmla="*/ 245846 h 419272"/>
              <a:gd name="connsiteX28" fmla="*/ 181049 w 371921"/>
              <a:gd name="connsiteY28" fmla="*/ 304925 h 419272"/>
              <a:gd name="connsiteX29" fmla="*/ 181049 w 371921"/>
              <a:gd name="connsiteY29" fmla="*/ 350664 h 419272"/>
              <a:gd name="connsiteX30" fmla="*/ 127687 w 371921"/>
              <a:gd name="connsiteY30" fmla="*/ 350664 h 419272"/>
              <a:gd name="connsiteX31" fmla="*/ 127687 w 371921"/>
              <a:gd name="connsiteY31" fmla="*/ 369722 h 419272"/>
              <a:gd name="connsiteX32" fmla="*/ 175332 w 371921"/>
              <a:gd name="connsiteY32" fmla="*/ 369722 h 419272"/>
              <a:gd name="connsiteX33" fmla="*/ 175332 w 371921"/>
              <a:gd name="connsiteY33" fmla="*/ 419272 h 419272"/>
              <a:gd name="connsiteX34" fmla="*/ 194390 w 371921"/>
              <a:gd name="connsiteY34" fmla="*/ 419272 h 419272"/>
              <a:gd name="connsiteX35" fmla="*/ 194390 w 371921"/>
              <a:gd name="connsiteY35" fmla="*/ 371628 h 419272"/>
              <a:gd name="connsiteX36" fmla="*/ 242034 w 371921"/>
              <a:gd name="connsiteY36" fmla="*/ 371628 h 419272"/>
              <a:gd name="connsiteX37" fmla="*/ 242034 w 371921"/>
              <a:gd name="connsiteY37" fmla="*/ 352570 h 419272"/>
              <a:gd name="connsiteX38" fmla="*/ 194390 w 371921"/>
              <a:gd name="connsiteY38" fmla="*/ 352570 h 419272"/>
              <a:gd name="connsiteX39" fmla="*/ 194390 w 371921"/>
              <a:gd name="connsiteY39" fmla="*/ 304925 h 419272"/>
              <a:gd name="connsiteX40" fmla="*/ 303020 w 371921"/>
              <a:gd name="connsiteY40" fmla="*/ 186767 h 419272"/>
              <a:gd name="connsiteX41" fmla="*/ 301114 w 371921"/>
              <a:gd name="connsiteY41" fmla="*/ 161992 h 419272"/>
              <a:gd name="connsiteX42" fmla="*/ 272527 w 371921"/>
              <a:gd name="connsiteY42" fmla="*/ 108630 h 419272"/>
              <a:gd name="connsiteX43" fmla="*/ 352570 w 371921"/>
              <a:gd name="connsiteY43" fmla="*/ 34304 h 419272"/>
              <a:gd name="connsiteX44" fmla="*/ 352570 w 371921"/>
              <a:gd name="connsiteY44" fmla="*/ 76231 h 419272"/>
              <a:gd name="connsiteX45" fmla="*/ 371628 w 371921"/>
              <a:gd name="connsiteY45" fmla="*/ 76231 h 419272"/>
              <a:gd name="connsiteX46" fmla="*/ 371628 w 371921"/>
              <a:gd name="connsiteY46" fmla="*/ 19058 h 419272"/>
              <a:gd name="connsiteX47" fmla="*/ 356381 w 371921"/>
              <a:gd name="connsiteY47" fmla="*/ 0 h 419272"/>
              <a:gd name="connsiteX48" fmla="*/ 354476 w 371921"/>
              <a:gd name="connsiteY48" fmla="*/ 0 h 419272"/>
              <a:gd name="connsiteX49" fmla="*/ 283962 w 371921"/>
              <a:gd name="connsiteY49" fmla="*/ 188673 h 419272"/>
              <a:gd name="connsiteX50" fmla="*/ 182955 w 371921"/>
              <a:gd name="connsiteY50" fmla="*/ 285868 h 419272"/>
              <a:gd name="connsiteX51" fmla="*/ 108630 w 371921"/>
              <a:gd name="connsiteY51" fmla="*/ 245846 h 419272"/>
              <a:gd name="connsiteX52" fmla="*/ 95289 w 371921"/>
              <a:gd name="connsiteY52" fmla="*/ 219165 h 419272"/>
              <a:gd name="connsiteX53" fmla="*/ 89572 w 371921"/>
              <a:gd name="connsiteY53" fmla="*/ 198201 h 419272"/>
              <a:gd name="connsiteX54" fmla="*/ 89572 w 371921"/>
              <a:gd name="connsiteY54" fmla="*/ 186767 h 419272"/>
              <a:gd name="connsiteX55" fmla="*/ 186767 w 371921"/>
              <a:gd name="connsiteY55" fmla="*/ 87666 h 419272"/>
              <a:gd name="connsiteX56" fmla="*/ 282056 w 371921"/>
              <a:gd name="connsiteY56" fmla="*/ 160086 h 419272"/>
              <a:gd name="connsiteX57" fmla="*/ 283962 w 371921"/>
              <a:gd name="connsiteY57" fmla="*/ 188673 h 419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71921" h="419272">
                <a:moveTo>
                  <a:pt x="354476" y="0"/>
                </a:moveTo>
                <a:lnTo>
                  <a:pt x="297302" y="0"/>
                </a:lnTo>
                <a:lnTo>
                  <a:pt x="297302" y="19058"/>
                </a:lnTo>
                <a:lnTo>
                  <a:pt x="337324" y="19058"/>
                </a:lnTo>
                <a:lnTo>
                  <a:pt x="257281" y="95289"/>
                </a:lnTo>
                <a:cubicBezTo>
                  <a:pt x="238223" y="80043"/>
                  <a:pt x="213448" y="70514"/>
                  <a:pt x="186767" y="70514"/>
                </a:cubicBezTo>
                <a:cubicBezTo>
                  <a:pt x="158180" y="70514"/>
                  <a:pt x="131499" y="80043"/>
                  <a:pt x="108630" y="97195"/>
                </a:cubicBezTo>
                <a:lnTo>
                  <a:pt x="78137" y="64797"/>
                </a:lnTo>
                <a:lnTo>
                  <a:pt x="112441" y="30493"/>
                </a:lnTo>
                <a:lnTo>
                  <a:pt x="97195" y="17152"/>
                </a:lnTo>
                <a:lnTo>
                  <a:pt x="64797" y="51456"/>
                </a:lnTo>
                <a:lnTo>
                  <a:pt x="32398" y="19058"/>
                </a:lnTo>
                <a:lnTo>
                  <a:pt x="74326" y="19058"/>
                </a:lnTo>
                <a:lnTo>
                  <a:pt x="74326" y="0"/>
                </a:lnTo>
                <a:lnTo>
                  <a:pt x="17152" y="0"/>
                </a:lnTo>
                <a:cubicBezTo>
                  <a:pt x="7623" y="0"/>
                  <a:pt x="0" y="7623"/>
                  <a:pt x="0" y="17152"/>
                </a:cubicBezTo>
                <a:lnTo>
                  <a:pt x="0" y="17152"/>
                </a:lnTo>
                <a:lnTo>
                  <a:pt x="0" y="74326"/>
                </a:lnTo>
                <a:lnTo>
                  <a:pt x="19058" y="74326"/>
                </a:lnTo>
                <a:lnTo>
                  <a:pt x="19058" y="32398"/>
                </a:lnTo>
                <a:lnTo>
                  <a:pt x="51456" y="64797"/>
                </a:lnTo>
                <a:lnTo>
                  <a:pt x="17152" y="99101"/>
                </a:lnTo>
                <a:lnTo>
                  <a:pt x="30493" y="112441"/>
                </a:lnTo>
                <a:lnTo>
                  <a:pt x="64797" y="78137"/>
                </a:lnTo>
                <a:lnTo>
                  <a:pt x="97195" y="108630"/>
                </a:lnTo>
                <a:cubicBezTo>
                  <a:pt x="80043" y="129593"/>
                  <a:pt x="68608" y="156274"/>
                  <a:pt x="68608" y="182955"/>
                </a:cubicBezTo>
                <a:cubicBezTo>
                  <a:pt x="68608" y="196296"/>
                  <a:pt x="68608" y="205825"/>
                  <a:pt x="74326" y="221071"/>
                </a:cubicBezTo>
                <a:cubicBezTo>
                  <a:pt x="74326" y="221071"/>
                  <a:pt x="78137" y="232506"/>
                  <a:pt x="85760" y="245846"/>
                </a:cubicBezTo>
                <a:cubicBezTo>
                  <a:pt x="104818" y="282056"/>
                  <a:pt x="141028" y="301114"/>
                  <a:pt x="181049" y="304925"/>
                </a:cubicBezTo>
                <a:lnTo>
                  <a:pt x="181049" y="350664"/>
                </a:lnTo>
                <a:lnTo>
                  <a:pt x="127687" y="350664"/>
                </a:lnTo>
                <a:lnTo>
                  <a:pt x="127687" y="369722"/>
                </a:lnTo>
                <a:lnTo>
                  <a:pt x="175332" y="369722"/>
                </a:lnTo>
                <a:lnTo>
                  <a:pt x="175332" y="419272"/>
                </a:lnTo>
                <a:lnTo>
                  <a:pt x="194390" y="419272"/>
                </a:lnTo>
                <a:lnTo>
                  <a:pt x="194390" y="371628"/>
                </a:lnTo>
                <a:lnTo>
                  <a:pt x="242034" y="371628"/>
                </a:lnTo>
                <a:lnTo>
                  <a:pt x="242034" y="352570"/>
                </a:lnTo>
                <a:lnTo>
                  <a:pt x="194390" y="352570"/>
                </a:lnTo>
                <a:lnTo>
                  <a:pt x="194390" y="304925"/>
                </a:lnTo>
                <a:cubicBezTo>
                  <a:pt x="255375" y="299208"/>
                  <a:pt x="303020" y="249658"/>
                  <a:pt x="303020" y="186767"/>
                </a:cubicBezTo>
                <a:cubicBezTo>
                  <a:pt x="303020" y="181049"/>
                  <a:pt x="301114" y="161992"/>
                  <a:pt x="301114" y="161992"/>
                </a:cubicBezTo>
                <a:cubicBezTo>
                  <a:pt x="297302" y="142934"/>
                  <a:pt x="287773" y="123876"/>
                  <a:pt x="272527" y="108630"/>
                </a:cubicBezTo>
                <a:lnTo>
                  <a:pt x="352570" y="34304"/>
                </a:lnTo>
                <a:lnTo>
                  <a:pt x="352570" y="76231"/>
                </a:lnTo>
                <a:lnTo>
                  <a:pt x="371628" y="76231"/>
                </a:lnTo>
                <a:lnTo>
                  <a:pt x="371628" y="19058"/>
                </a:lnTo>
                <a:cubicBezTo>
                  <a:pt x="373534" y="9529"/>
                  <a:pt x="365910" y="0"/>
                  <a:pt x="356381" y="0"/>
                </a:cubicBezTo>
                <a:lnTo>
                  <a:pt x="354476" y="0"/>
                </a:lnTo>
                <a:close/>
                <a:moveTo>
                  <a:pt x="283962" y="188673"/>
                </a:moveTo>
                <a:cubicBezTo>
                  <a:pt x="282056" y="242034"/>
                  <a:pt x="238223" y="285868"/>
                  <a:pt x="182955" y="285868"/>
                </a:cubicBezTo>
                <a:cubicBezTo>
                  <a:pt x="156274" y="285868"/>
                  <a:pt x="123876" y="266810"/>
                  <a:pt x="108630" y="245846"/>
                </a:cubicBezTo>
                <a:cubicBezTo>
                  <a:pt x="101007" y="236317"/>
                  <a:pt x="99101" y="228694"/>
                  <a:pt x="95289" y="219165"/>
                </a:cubicBezTo>
                <a:cubicBezTo>
                  <a:pt x="93383" y="215354"/>
                  <a:pt x="91478" y="207730"/>
                  <a:pt x="89572" y="198201"/>
                </a:cubicBezTo>
                <a:cubicBezTo>
                  <a:pt x="89572" y="198201"/>
                  <a:pt x="89572" y="192484"/>
                  <a:pt x="89572" y="186767"/>
                </a:cubicBezTo>
                <a:cubicBezTo>
                  <a:pt x="89572" y="133405"/>
                  <a:pt x="133405" y="89572"/>
                  <a:pt x="186767" y="87666"/>
                </a:cubicBezTo>
                <a:cubicBezTo>
                  <a:pt x="230600" y="87666"/>
                  <a:pt x="270621" y="116253"/>
                  <a:pt x="282056" y="160086"/>
                </a:cubicBezTo>
                <a:cubicBezTo>
                  <a:pt x="283962" y="173426"/>
                  <a:pt x="283962" y="182955"/>
                  <a:pt x="283962" y="18867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8425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Entertainment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36A5A6-FC9A-4EB4-BBC0-3E40697FABB8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Microphone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Music note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Music note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28" name="Graphic 64" descr="Microphone icon.">
            <a:extLst>
              <a:ext uri="{FF2B5EF4-FFF2-40B4-BE49-F238E27FC236}">
                <a16:creationId xmlns:a16="http://schemas.microsoft.com/office/drawing/2014/main" id="{914919B7-39F1-413E-820B-A19C19AF4E32}"/>
              </a:ext>
            </a:extLst>
          </p:cNvPr>
          <p:cNvSpPr>
            <a:spLocks noChangeAspect="1"/>
          </p:cNvSpPr>
          <p:nvPr/>
        </p:nvSpPr>
        <p:spPr>
          <a:xfrm>
            <a:off x="948546" y="1392004"/>
            <a:ext cx="454697" cy="454697"/>
          </a:xfrm>
          <a:custGeom>
            <a:avLst/>
            <a:gdLst>
              <a:gd name="connsiteX0" fmla="*/ 420308 w 454697"/>
              <a:gd name="connsiteY0" fmla="*/ 34389 h 454697"/>
              <a:gd name="connsiteX1" fmla="*/ 256006 w 454697"/>
              <a:gd name="connsiteY1" fmla="*/ 34389 h 454697"/>
              <a:gd name="connsiteX2" fmla="*/ 223528 w 454697"/>
              <a:gd name="connsiteY2" fmla="*/ 131824 h 454697"/>
              <a:gd name="connsiteX3" fmla="*/ 22926 w 454697"/>
              <a:gd name="connsiteY3" fmla="*/ 364904 h 454697"/>
              <a:gd name="connsiteX4" fmla="*/ 22926 w 454697"/>
              <a:gd name="connsiteY4" fmla="*/ 391651 h 454697"/>
              <a:gd name="connsiteX5" fmla="*/ 36299 w 454697"/>
              <a:gd name="connsiteY5" fmla="*/ 405024 h 454697"/>
              <a:gd name="connsiteX6" fmla="*/ 0 w 454697"/>
              <a:gd name="connsiteY6" fmla="*/ 441324 h 454697"/>
              <a:gd name="connsiteX7" fmla="*/ 13373 w 454697"/>
              <a:gd name="connsiteY7" fmla="*/ 454697 h 454697"/>
              <a:gd name="connsiteX8" fmla="*/ 49673 w 454697"/>
              <a:gd name="connsiteY8" fmla="*/ 418398 h 454697"/>
              <a:gd name="connsiteX9" fmla="*/ 63046 w 454697"/>
              <a:gd name="connsiteY9" fmla="*/ 431771 h 454697"/>
              <a:gd name="connsiteX10" fmla="*/ 76420 w 454697"/>
              <a:gd name="connsiteY10" fmla="*/ 437503 h 454697"/>
              <a:gd name="connsiteX11" fmla="*/ 89793 w 454697"/>
              <a:gd name="connsiteY11" fmla="*/ 433682 h 454697"/>
              <a:gd name="connsiteX12" fmla="*/ 322873 w 454697"/>
              <a:gd name="connsiteY12" fmla="*/ 233080 h 454697"/>
              <a:gd name="connsiteX13" fmla="*/ 338157 w 454697"/>
              <a:gd name="connsiteY13" fmla="*/ 234990 h 454697"/>
              <a:gd name="connsiteX14" fmla="*/ 454697 w 454697"/>
              <a:gd name="connsiteY14" fmla="*/ 118450 h 454697"/>
              <a:gd name="connsiteX15" fmla="*/ 420308 w 454697"/>
              <a:gd name="connsiteY15" fmla="*/ 34389 h 454697"/>
              <a:gd name="connsiteX16" fmla="*/ 68778 w 454697"/>
              <a:gd name="connsiteY16" fmla="*/ 424129 h 454697"/>
              <a:gd name="connsiteX17" fmla="*/ 76420 w 454697"/>
              <a:gd name="connsiteY17" fmla="*/ 416487 h 454697"/>
              <a:gd name="connsiteX18" fmla="*/ 76420 w 454697"/>
              <a:gd name="connsiteY18" fmla="*/ 416487 h 454697"/>
              <a:gd name="connsiteX19" fmla="*/ 68778 w 454697"/>
              <a:gd name="connsiteY19" fmla="*/ 424129 h 454697"/>
              <a:gd name="connsiteX20" fmla="*/ 76420 w 454697"/>
              <a:gd name="connsiteY20" fmla="*/ 418398 h 454697"/>
              <a:gd name="connsiteX21" fmla="*/ 36299 w 454697"/>
              <a:gd name="connsiteY21" fmla="*/ 378277 h 454697"/>
              <a:gd name="connsiteX22" fmla="*/ 233080 w 454697"/>
              <a:gd name="connsiteY22" fmla="*/ 150929 h 454697"/>
              <a:gd name="connsiteX23" fmla="*/ 305679 w 454697"/>
              <a:gd name="connsiteY23" fmla="*/ 223528 h 454697"/>
              <a:gd name="connsiteX24" fmla="*/ 76420 w 454697"/>
              <a:gd name="connsiteY24" fmla="*/ 418398 h 454697"/>
              <a:gd name="connsiteX25" fmla="*/ 320963 w 454697"/>
              <a:gd name="connsiteY25" fmla="*/ 212065 h 454697"/>
              <a:gd name="connsiteX26" fmla="*/ 242632 w 454697"/>
              <a:gd name="connsiteY26" fmla="*/ 133734 h 454697"/>
              <a:gd name="connsiteX27" fmla="*/ 254095 w 454697"/>
              <a:gd name="connsiteY27" fmla="*/ 68778 h 454697"/>
              <a:gd name="connsiteX28" fmla="*/ 387830 w 454697"/>
              <a:gd name="connsiteY28" fmla="*/ 202512 h 454697"/>
              <a:gd name="connsiteX29" fmla="*/ 320963 w 454697"/>
              <a:gd name="connsiteY29" fmla="*/ 212065 h 454697"/>
              <a:gd name="connsiteX30" fmla="*/ 406935 w 454697"/>
              <a:gd name="connsiteY30" fmla="*/ 185318 h 454697"/>
              <a:gd name="connsiteX31" fmla="*/ 401203 w 454697"/>
              <a:gd name="connsiteY31" fmla="*/ 189139 h 454697"/>
              <a:gd name="connsiteX32" fmla="*/ 263648 w 454697"/>
              <a:gd name="connsiteY32" fmla="*/ 51583 h 454697"/>
              <a:gd name="connsiteX33" fmla="*/ 267469 w 454697"/>
              <a:gd name="connsiteY33" fmla="*/ 45852 h 454697"/>
              <a:gd name="connsiteX34" fmla="*/ 405024 w 454697"/>
              <a:gd name="connsiteY34" fmla="*/ 51583 h 454697"/>
              <a:gd name="connsiteX35" fmla="*/ 406935 w 454697"/>
              <a:gd name="connsiteY35" fmla="*/ 185318 h 454697"/>
              <a:gd name="connsiteX36" fmla="*/ 191049 w 454697"/>
              <a:gd name="connsiteY36" fmla="*/ 250274 h 454697"/>
              <a:gd name="connsiteX37" fmla="*/ 225438 w 454697"/>
              <a:gd name="connsiteY37" fmla="*/ 215886 h 454697"/>
              <a:gd name="connsiteX38" fmla="*/ 238811 w 454697"/>
              <a:gd name="connsiteY38" fmla="*/ 229259 h 454697"/>
              <a:gd name="connsiteX39" fmla="*/ 204423 w 454697"/>
              <a:gd name="connsiteY39" fmla="*/ 263648 h 454697"/>
              <a:gd name="connsiteX40" fmla="*/ 191049 w 454697"/>
              <a:gd name="connsiteY40" fmla="*/ 250274 h 45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54697" h="454697">
                <a:moveTo>
                  <a:pt x="420308" y="34389"/>
                </a:moveTo>
                <a:cubicBezTo>
                  <a:pt x="374456" y="-11463"/>
                  <a:pt x="301858" y="-11463"/>
                  <a:pt x="256006" y="34389"/>
                </a:cubicBezTo>
                <a:cubicBezTo>
                  <a:pt x="229259" y="59225"/>
                  <a:pt x="217796" y="95525"/>
                  <a:pt x="223528" y="131824"/>
                </a:cubicBezTo>
                <a:lnTo>
                  <a:pt x="22926" y="364904"/>
                </a:lnTo>
                <a:cubicBezTo>
                  <a:pt x="17194" y="372546"/>
                  <a:pt x="17194" y="384009"/>
                  <a:pt x="22926" y="391651"/>
                </a:cubicBezTo>
                <a:lnTo>
                  <a:pt x="36299" y="405024"/>
                </a:lnTo>
                <a:lnTo>
                  <a:pt x="0" y="441324"/>
                </a:lnTo>
                <a:lnTo>
                  <a:pt x="13373" y="454697"/>
                </a:lnTo>
                <a:lnTo>
                  <a:pt x="49673" y="418398"/>
                </a:lnTo>
                <a:lnTo>
                  <a:pt x="63046" y="431771"/>
                </a:lnTo>
                <a:cubicBezTo>
                  <a:pt x="66867" y="435592"/>
                  <a:pt x="70688" y="437503"/>
                  <a:pt x="76420" y="437503"/>
                </a:cubicBezTo>
                <a:cubicBezTo>
                  <a:pt x="80241" y="437503"/>
                  <a:pt x="85972" y="435592"/>
                  <a:pt x="89793" y="433682"/>
                </a:cubicBezTo>
                <a:lnTo>
                  <a:pt x="322873" y="233080"/>
                </a:lnTo>
                <a:cubicBezTo>
                  <a:pt x="328605" y="233080"/>
                  <a:pt x="334336" y="234990"/>
                  <a:pt x="338157" y="234990"/>
                </a:cubicBezTo>
                <a:cubicBezTo>
                  <a:pt x="403114" y="234990"/>
                  <a:pt x="454697" y="183407"/>
                  <a:pt x="454697" y="118450"/>
                </a:cubicBezTo>
                <a:cubicBezTo>
                  <a:pt x="454697" y="85972"/>
                  <a:pt x="441324" y="55404"/>
                  <a:pt x="420308" y="34389"/>
                </a:cubicBezTo>
                <a:close/>
                <a:moveTo>
                  <a:pt x="68778" y="424129"/>
                </a:moveTo>
                <a:lnTo>
                  <a:pt x="76420" y="416487"/>
                </a:lnTo>
                <a:lnTo>
                  <a:pt x="76420" y="416487"/>
                </a:lnTo>
                <a:lnTo>
                  <a:pt x="68778" y="424129"/>
                </a:lnTo>
                <a:close/>
                <a:moveTo>
                  <a:pt x="76420" y="418398"/>
                </a:moveTo>
                <a:lnTo>
                  <a:pt x="36299" y="378277"/>
                </a:lnTo>
                <a:lnTo>
                  <a:pt x="233080" y="150929"/>
                </a:lnTo>
                <a:lnTo>
                  <a:pt x="305679" y="223528"/>
                </a:lnTo>
                <a:lnTo>
                  <a:pt x="76420" y="418398"/>
                </a:lnTo>
                <a:close/>
                <a:moveTo>
                  <a:pt x="320963" y="212065"/>
                </a:moveTo>
                <a:lnTo>
                  <a:pt x="242632" y="133734"/>
                </a:lnTo>
                <a:cubicBezTo>
                  <a:pt x="238811" y="110809"/>
                  <a:pt x="242632" y="87883"/>
                  <a:pt x="254095" y="68778"/>
                </a:cubicBezTo>
                <a:lnTo>
                  <a:pt x="387830" y="202512"/>
                </a:lnTo>
                <a:cubicBezTo>
                  <a:pt x="366814" y="213975"/>
                  <a:pt x="343889" y="217796"/>
                  <a:pt x="320963" y="212065"/>
                </a:cubicBezTo>
                <a:close/>
                <a:moveTo>
                  <a:pt x="406935" y="185318"/>
                </a:moveTo>
                <a:lnTo>
                  <a:pt x="401203" y="189139"/>
                </a:lnTo>
                <a:lnTo>
                  <a:pt x="263648" y="51583"/>
                </a:lnTo>
                <a:cubicBezTo>
                  <a:pt x="265558" y="49673"/>
                  <a:pt x="265558" y="47762"/>
                  <a:pt x="267469" y="45852"/>
                </a:cubicBezTo>
                <a:cubicBezTo>
                  <a:pt x="307589" y="9552"/>
                  <a:pt x="368725" y="11463"/>
                  <a:pt x="405024" y="51583"/>
                </a:cubicBezTo>
                <a:cubicBezTo>
                  <a:pt x="441324" y="91704"/>
                  <a:pt x="441324" y="149018"/>
                  <a:pt x="406935" y="185318"/>
                </a:cubicBezTo>
                <a:close/>
                <a:moveTo>
                  <a:pt x="191049" y="250274"/>
                </a:moveTo>
                <a:lnTo>
                  <a:pt x="225438" y="215886"/>
                </a:lnTo>
                <a:lnTo>
                  <a:pt x="238811" y="229259"/>
                </a:lnTo>
                <a:lnTo>
                  <a:pt x="204423" y="263648"/>
                </a:lnTo>
                <a:lnTo>
                  <a:pt x="191049" y="2502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61" descr="Music note 1 icon.">
            <a:extLst>
              <a:ext uri="{FF2B5EF4-FFF2-40B4-BE49-F238E27FC236}">
                <a16:creationId xmlns:a16="http://schemas.microsoft.com/office/drawing/2014/main" id="{8FC49E5E-D066-4053-BA59-11BD18C98801}"/>
              </a:ext>
            </a:extLst>
          </p:cNvPr>
          <p:cNvSpPr>
            <a:spLocks noChangeAspect="1"/>
          </p:cNvSpPr>
          <p:nvPr/>
        </p:nvSpPr>
        <p:spPr>
          <a:xfrm>
            <a:off x="2283494" y="1420217"/>
            <a:ext cx="304771" cy="419368"/>
          </a:xfrm>
          <a:custGeom>
            <a:avLst/>
            <a:gdLst>
              <a:gd name="connsiteX0" fmla="*/ 293308 w 304771"/>
              <a:gd name="connsiteY0" fmla="*/ 51137 h 419368"/>
              <a:gd name="connsiteX1" fmla="*/ 178679 w 304771"/>
              <a:gd name="connsiteY1" fmla="*/ 1464 h 419368"/>
              <a:gd name="connsiteX2" fmla="*/ 153842 w 304771"/>
              <a:gd name="connsiteY2" fmla="*/ 11017 h 419368"/>
              <a:gd name="connsiteX3" fmla="*/ 151932 w 304771"/>
              <a:gd name="connsiteY3" fmla="*/ 18659 h 419368"/>
              <a:gd name="connsiteX4" fmla="*/ 151932 w 304771"/>
              <a:gd name="connsiteY4" fmla="*/ 280396 h 419368"/>
              <a:gd name="connsiteX5" fmla="*/ 31571 w 304771"/>
              <a:gd name="connsiteY5" fmla="*/ 267023 h 419368"/>
              <a:gd name="connsiteX6" fmla="*/ 18197 w 304771"/>
              <a:gd name="connsiteY6" fmla="*/ 387384 h 419368"/>
              <a:gd name="connsiteX7" fmla="*/ 109901 w 304771"/>
              <a:gd name="connsiteY7" fmla="*/ 416041 h 419368"/>
              <a:gd name="connsiteX8" fmla="*/ 132827 w 304771"/>
              <a:gd name="connsiteY8" fmla="*/ 406488 h 419368"/>
              <a:gd name="connsiteX9" fmla="*/ 150021 w 304771"/>
              <a:gd name="connsiteY9" fmla="*/ 389294 h 419368"/>
              <a:gd name="connsiteX10" fmla="*/ 169126 w 304771"/>
              <a:gd name="connsiteY10" fmla="*/ 345353 h 419368"/>
              <a:gd name="connsiteX11" fmla="*/ 169126 w 304771"/>
              <a:gd name="connsiteY11" fmla="*/ 333890 h 419368"/>
              <a:gd name="connsiteX12" fmla="*/ 169126 w 304771"/>
              <a:gd name="connsiteY12" fmla="*/ 104631 h 419368"/>
              <a:gd name="connsiteX13" fmla="*/ 276114 w 304771"/>
              <a:gd name="connsiteY13" fmla="*/ 150483 h 419368"/>
              <a:gd name="connsiteX14" fmla="*/ 285666 w 304771"/>
              <a:gd name="connsiteY14" fmla="*/ 152393 h 419368"/>
              <a:gd name="connsiteX15" fmla="*/ 304771 w 304771"/>
              <a:gd name="connsiteY15" fmla="*/ 133288 h 419368"/>
              <a:gd name="connsiteX16" fmla="*/ 304771 w 304771"/>
              <a:gd name="connsiteY16" fmla="*/ 68331 h 419368"/>
              <a:gd name="connsiteX17" fmla="*/ 293308 w 304771"/>
              <a:gd name="connsiteY17" fmla="*/ 51137 h 419368"/>
              <a:gd name="connsiteX18" fmla="*/ 151932 w 304771"/>
              <a:gd name="connsiteY18" fmla="*/ 333890 h 419368"/>
              <a:gd name="connsiteX19" fmla="*/ 85065 w 304771"/>
              <a:gd name="connsiteY19" fmla="*/ 400757 h 419368"/>
              <a:gd name="connsiteX20" fmla="*/ 18197 w 304771"/>
              <a:gd name="connsiteY20" fmla="*/ 333890 h 419368"/>
              <a:gd name="connsiteX21" fmla="*/ 85065 w 304771"/>
              <a:gd name="connsiteY21" fmla="*/ 267023 h 419368"/>
              <a:gd name="connsiteX22" fmla="*/ 151932 w 304771"/>
              <a:gd name="connsiteY22" fmla="*/ 333890 h 419368"/>
              <a:gd name="connsiteX23" fmla="*/ 151932 w 304771"/>
              <a:gd name="connsiteY23" fmla="*/ 333890 h 419368"/>
              <a:gd name="connsiteX24" fmla="*/ 285666 w 304771"/>
              <a:gd name="connsiteY24" fmla="*/ 133288 h 419368"/>
              <a:gd name="connsiteX25" fmla="*/ 171037 w 304771"/>
              <a:gd name="connsiteY25" fmla="*/ 83615 h 419368"/>
              <a:gd name="connsiteX26" fmla="*/ 171037 w 304771"/>
              <a:gd name="connsiteY26" fmla="*/ 18659 h 419368"/>
              <a:gd name="connsiteX27" fmla="*/ 285666 w 304771"/>
              <a:gd name="connsiteY27" fmla="*/ 68331 h 419368"/>
              <a:gd name="connsiteX28" fmla="*/ 285666 w 304771"/>
              <a:gd name="connsiteY28" fmla="*/ 133288 h 41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04771" h="419368">
                <a:moveTo>
                  <a:pt x="293308" y="51137"/>
                </a:moveTo>
                <a:lnTo>
                  <a:pt x="178679" y="1464"/>
                </a:lnTo>
                <a:cubicBezTo>
                  <a:pt x="169126" y="-2357"/>
                  <a:pt x="157663" y="1464"/>
                  <a:pt x="153842" y="11017"/>
                </a:cubicBezTo>
                <a:cubicBezTo>
                  <a:pt x="151932" y="12927"/>
                  <a:pt x="151932" y="16748"/>
                  <a:pt x="151932" y="18659"/>
                </a:cubicBezTo>
                <a:lnTo>
                  <a:pt x="151932" y="280396"/>
                </a:lnTo>
                <a:cubicBezTo>
                  <a:pt x="121364" y="244097"/>
                  <a:pt x="67870" y="238365"/>
                  <a:pt x="31571" y="267023"/>
                </a:cubicBezTo>
                <a:cubicBezTo>
                  <a:pt x="-4729" y="295680"/>
                  <a:pt x="-10460" y="351084"/>
                  <a:pt x="18197" y="387384"/>
                </a:cubicBezTo>
                <a:cubicBezTo>
                  <a:pt x="39213" y="414130"/>
                  <a:pt x="75512" y="425593"/>
                  <a:pt x="109901" y="416041"/>
                </a:cubicBezTo>
                <a:cubicBezTo>
                  <a:pt x="117543" y="414130"/>
                  <a:pt x="125185" y="410309"/>
                  <a:pt x="132827" y="406488"/>
                </a:cubicBezTo>
                <a:cubicBezTo>
                  <a:pt x="140469" y="402667"/>
                  <a:pt x="146200" y="396936"/>
                  <a:pt x="150021" y="389294"/>
                </a:cubicBezTo>
                <a:cubicBezTo>
                  <a:pt x="161484" y="375921"/>
                  <a:pt x="167216" y="360637"/>
                  <a:pt x="169126" y="345353"/>
                </a:cubicBezTo>
                <a:cubicBezTo>
                  <a:pt x="169126" y="341532"/>
                  <a:pt x="169126" y="337711"/>
                  <a:pt x="169126" y="333890"/>
                </a:cubicBezTo>
                <a:lnTo>
                  <a:pt x="169126" y="104631"/>
                </a:lnTo>
                <a:lnTo>
                  <a:pt x="276114" y="150483"/>
                </a:lnTo>
                <a:cubicBezTo>
                  <a:pt x="279935" y="152393"/>
                  <a:pt x="281845" y="152393"/>
                  <a:pt x="285666" y="152393"/>
                </a:cubicBezTo>
                <a:cubicBezTo>
                  <a:pt x="297129" y="152393"/>
                  <a:pt x="304771" y="144751"/>
                  <a:pt x="304771" y="133288"/>
                </a:cubicBezTo>
                <a:lnTo>
                  <a:pt x="304771" y="68331"/>
                </a:lnTo>
                <a:cubicBezTo>
                  <a:pt x="304771" y="60689"/>
                  <a:pt x="300950" y="53047"/>
                  <a:pt x="293308" y="51137"/>
                </a:cubicBezTo>
                <a:close/>
                <a:moveTo>
                  <a:pt x="151932" y="333890"/>
                </a:moveTo>
                <a:cubicBezTo>
                  <a:pt x="151932" y="370189"/>
                  <a:pt x="121364" y="400757"/>
                  <a:pt x="85065" y="400757"/>
                </a:cubicBezTo>
                <a:cubicBezTo>
                  <a:pt x="48765" y="400757"/>
                  <a:pt x="18197" y="370189"/>
                  <a:pt x="18197" y="333890"/>
                </a:cubicBezTo>
                <a:cubicBezTo>
                  <a:pt x="18197" y="297590"/>
                  <a:pt x="48765" y="267023"/>
                  <a:pt x="85065" y="267023"/>
                </a:cubicBezTo>
                <a:cubicBezTo>
                  <a:pt x="121364" y="267023"/>
                  <a:pt x="151932" y="297590"/>
                  <a:pt x="151932" y="333890"/>
                </a:cubicBezTo>
                <a:cubicBezTo>
                  <a:pt x="151932" y="333890"/>
                  <a:pt x="151932" y="333890"/>
                  <a:pt x="151932" y="333890"/>
                </a:cubicBezTo>
                <a:close/>
                <a:moveTo>
                  <a:pt x="285666" y="133288"/>
                </a:moveTo>
                <a:lnTo>
                  <a:pt x="171037" y="83615"/>
                </a:lnTo>
                <a:lnTo>
                  <a:pt x="171037" y="18659"/>
                </a:lnTo>
                <a:lnTo>
                  <a:pt x="285666" y="68331"/>
                </a:lnTo>
                <a:lnTo>
                  <a:pt x="285666" y="13328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63" descr="Music note 2 icon.">
            <a:extLst>
              <a:ext uri="{FF2B5EF4-FFF2-40B4-BE49-F238E27FC236}">
                <a16:creationId xmlns:a16="http://schemas.microsoft.com/office/drawing/2014/main" id="{0DA9D9B6-383A-4B9F-8C8B-520CC8890175}"/>
              </a:ext>
            </a:extLst>
          </p:cNvPr>
          <p:cNvSpPr>
            <a:spLocks noChangeAspect="1"/>
          </p:cNvSpPr>
          <p:nvPr/>
        </p:nvSpPr>
        <p:spPr>
          <a:xfrm>
            <a:off x="3445283" y="1414552"/>
            <a:ext cx="343231" cy="424168"/>
          </a:xfrm>
          <a:custGeom>
            <a:avLst/>
            <a:gdLst>
              <a:gd name="connsiteX0" fmla="*/ 335590 w 343231"/>
              <a:gd name="connsiteY0" fmla="*/ 4570 h 424168"/>
              <a:gd name="connsiteX1" fmla="*/ 318395 w 343231"/>
              <a:gd name="connsiteY1" fmla="*/ 749 h 424168"/>
              <a:gd name="connsiteX2" fmla="*/ 127346 w 343231"/>
              <a:gd name="connsiteY2" fmla="*/ 61885 h 424168"/>
              <a:gd name="connsiteX3" fmla="*/ 113973 w 343231"/>
              <a:gd name="connsiteY3" fmla="*/ 80990 h 424168"/>
              <a:gd name="connsiteX4" fmla="*/ 113973 w 343231"/>
              <a:gd name="connsiteY4" fmla="*/ 310249 h 424168"/>
              <a:gd name="connsiteX5" fmla="*/ 20358 w 343231"/>
              <a:gd name="connsiteY5" fmla="*/ 308339 h 424168"/>
              <a:gd name="connsiteX6" fmla="*/ 18448 w 343231"/>
              <a:gd name="connsiteY6" fmla="*/ 403863 h 424168"/>
              <a:gd name="connsiteX7" fmla="*/ 112062 w 343231"/>
              <a:gd name="connsiteY7" fmla="*/ 405774 h 424168"/>
              <a:gd name="connsiteX8" fmla="*/ 133077 w 343231"/>
              <a:gd name="connsiteY8" fmla="*/ 358011 h 424168"/>
              <a:gd name="connsiteX9" fmla="*/ 133077 w 343231"/>
              <a:gd name="connsiteY9" fmla="*/ 358011 h 424168"/>
              <a:gd name="connsiteX10" fmla="*/ 133077 w 343231"/>
              <a:gd name="connsiteY10" fmla="*/ 166962 h 424168"/>
              <a:gd name="connsiteX11" fmla="*/ 324127 w 343231"/>
              <a:gd name="connsiteY11" fmla="*/ 105827 h 424168"/>
              <a:gd name="connsiteX12" fmla="*/ 324127 w 343231"/>
              <a:gd name="connsiteY12" fmla="*/ 231919 h 424168"/>
              <a:gd name="connsiteX13" fmla="*/ 230513 w 343231"/>
              <a:gd name="connsiteY13" fmla="*/ 230009 h 424168"/>
              <a:gd name="connsiteX14" fmla="*/ 228602 w 343231"/>
              <a:gd name="connsiteY14" fmla="*/ 325533 h 424168"/>
              <a:gd name="connsiteX15" fmla="*/ 322216 w 343231"/>
              <a:gd name="connsiteY15" fmla="*/ 327444 h 424168"/>
              <a:gd name="connsiteX16" fmla="*/ 343232 w 343231"/>
              <a:gd name="connsiteY16" fmla="*/ 279681 h 424168"/>
              <a:gd name="connsiteX17" fmla="*/ 343232 w 343231"/>
              <a:gd name="connsiteY17" fmla="*/ 19854 h 424168"/>
              <a:gd name="connsiteX18" fmla="*/ 335590 w 343231"/>
              <a:gd name="connsiteY18" fmla="*/ 4570 h 424168"/>
              <a:gd name="connsiteX19" fmla="*/ 66210 w 343231"/>
              <a:gd name="connsiteY19" fmla="*/ 401953 h 424168"/>
              <a:gd name="connsiteX20" fmla="*/ 18448 w 343231"/>
              <a:gd name="connsiteY20" fmla="*/ 354190 h 424168"/>
              <a:gd name="connsiteX21" fmla="*/ 66210 w 343231"/>
              <a:gd name="connsiteY21" fmla="*/ 306428 h 424168"/>
              <a:gd name="connsiteX22" fmla="*/ 113973 w 343231"/>
              <a:gd name="connsiteY22" fmla="*/ 354190 h 424168"/>
              <a:gd name="connsiteX23" fmla="*/ 113973 w 343231"/>
              <a:gd name="connsiteY23" fmla="*/ 354190 h 424168"/>
              <a:gd name="connsiteX24" fmla="*/ 66210 w 343231"/>
              <a:gd name="connsiteY24" fmla="*/ 401953 h 424168"/>
              <a:gd name="connsiteX25" fmla="*/ 276364 w 343231"/>
              <a:gd name="connsiteY25" fmla="*/ 325533 h 424168"/>
              <a:gd name="connsiteX26" fmla="*/ 228602 w 343231"/>
              <a:gd name="connsiteY26" fmla="*/ 277771 h 424168"/>
              <a:gd name="connsiteX27" fmla="*/ 276364 w 343231"/>
              <a:gd name="connsiteY27" fmla="*/ 230009 h 424168"/>
              <a:gd name="connsiteX28" fmla="*/ 324127 w 343231"/>
              <a:gd name="connsiteY28" fmla="*/ 277771 h 424168"/>
              <a:gd name="connsiteX29" fmla="*/ 276364 w 343231"/>
              <a:gd name="connsiteY29" fmla="*/ 325533 h 424168"/>
              <a:gd name="connsiteX30" fmla="*/ 324127 w 343231"/>
              <a:gd name="connsiteY30" fmla="*/ 84811 h 424168"/>
              <a:gd name="connsiteX31" fmla="*/ 133077 w 343231"/>
              <a:gd name="connsiteY31" fmla="*/ 145947 h 424168"/>
              <a:gd name="connsiteX32" fmla="*/ 133077 w 343231"/>
              <a:gd name="connsiteY32" fmla="*/ 79080 h 424168"/>
              <a:gd name="connsiteX33" fmla="*/ 324127 w 343231"/>
              <a:gd name="connsiteY33" fmla="*/ 19854 h 424168"/>
              <a:gd name="connsiteX34" fmla="*/ 324127 w 343231"/>
              <a:gd name="connsiteY34" fmla="*/ 84811 h 4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43231" h="424168">
                <a:moveTo>
                  <a:pt x="335590" y="4570"/>
                </a:moveTo>
                <a:cubicBezTo>
                  <a:pt x="329858" y="749"/>
                  <a:pt x="324127" y="-1161"/>
                  <a:pt x="318395" y="749"/>
                </a:cubicBezTo>
                <a:lnTo>
                  <a:pt x="127346" y="61885"/>
                </a:lnTo>
                <a:cubicBezTo>
                  <a:pt x="119704" y="63796"/>
                  <a:pt x="113973" y="71438"/>
                  <a:pt x="113973" y="80990"/>
                </a:cubicBezTo>
                <a:lnTo>
                  <a:pt x="113973" y="310249"/>
                </a:lnTo>
                <a:cubicBezTo>
                  <a:pt x="87226" y="283502"/>
                  <a:pt x="45195" y="283502"/>
                  <a:pt x="20358" y="308339"/>
                </a:cubicBezTo>
                <a:cubicBezTo>
                  <a:pt x="-4478" y="333175"/>
                  <a:pt x="-8299" y="377116"/>
                  <a:pt x="18448" y="403863"/>
                </a:cubicBezTo>
                <a:cubicBezTo>
                  <a:pt x="45195" y="430610"/>
                  <a:pt x="87226" y="430610"/>
                  <a:pt x="112062" y="405774"/>
                </a:cubicBezTo>
                <a:cubicBezTo>
                  <a:pt x="125436" y="392400"/>
                  <a:pt x="133077" y="375206"/>
                  <a:pt x="133077" y="358011"/>
                </a:cubicBezTo>
                <a:lnTo>
                  <a:pt x="133077" y="358011"/>
                </a:lnTo>
                <a:lnTo>
                  <a:pt x="133077" y="166962"/>
                </a:lnTo>
                <a:lnTo>
                  <a:pt x="324127" y="105827"/>
                </a:lnTo>
                <a:lnTo>
                  <a:pt x="324127" y="231919"/>
                </a:lnTo>
                <a:cubicBezTo>
                  <a:pt x="297380" y="205172"/>
                  <a:pt x="255349" y="205172"/>
                  <a:pt x="230513" y="230009"/>
                </a:cubicBezTo>
                <a:cubicBezTo>
                  <a:pt x="205676" y="254845"/>
                  <a:pt x="201855" y="298786"/>
                  <a:pt x="228602" y="325533"/>
                </a:cubicBezTo>
                <a:cubicBezTo>
                  <a:pt x="255349" y="352280"/>
                  <a:pt x="297380" y="352280"/>
                  <a:pt x="322216" y="327444"/>
                </a:cubicBezTo>
                <a:cubicBezTo>
                  <a:pt x="335590" y="314070"/>
                  <a:pt x="343232" y="296876"/>
                  <a:pt x="343232" y="279681"/>
                </a:cubicBezTo>
                <a:lnTo>
                  <a:pt x="343232" y="19854"/>
                </a:lnTo>
                <a:cubicBezTo>
                  <a:pt x="343232" y="14123"/>
                  <a:pt x="341321" y="8391"/>
                  <a:pt x="335590" y="4570"/>
                </a:cubicBezTo>
                <a:close/>
                <a:moveTo>
                  <a:pt x="66210" y="401953"/>
                </a:moveTo>
                <a:cubicBezTo>
                  <a:pt x="39463" y="401953"/>
                  <a:pt x="18448" y="380937"/>
                  <a:pt x="18448" y="354190"/>
                </a:cubicBezTo>
                <a:cubicBezTo>
                  <a:pt x="18448" y="327444"/>
                  <a:pt x="39463" y="306428"/>
                  <a:pt x="66210" y="306428"/>
                </a:cubicBezTo>
                <a:cubicBezTo>
                  <a:pt x="92957" y="306428"/>
                  <a:pt x="113973" y="327444"/>
                  <a:pt x="113973" y="354190"/>
                </a:cubicBezTo>
                <a:cubicBezTo>
                  <a:pt x="113973" y="354190"/>
                  <a:pt x="113973" y="354190"/>
                  <a:pt x="113973" y="354190"/>
                </a:cubicBezTo>
                <a:cubicBezTo>
                  <a:pt x="113973" y="380937"/>
                  <a:pt x="92957" y="401953"/>
                  <a:pt x="66210" y="401953"/>
                </a:cubicBezTo>
                <a:close/>
                <a:moveTo>
                  <a:pt x="276364" y="325533"/>
                </a:moveTo>
                <a:cubicBezTo>
                  <a:pt x="249617" y="325533"/>
                  <a:pt x="228602" y="304518"/>
                  <a:pt x="228602" y="277771"/>
                </a:cubicBezTo>
                <a:cubicBezTo>
                  <a:pt x="228602" y="251024"/>
                  <a:pt x="249617" y="230009"/>
                  <a:pt x="276364" y="230009"/>
                </a:cubicBezTo>
                <a:cubicBezTo>
                  <a:pt x="303111" y="230009"/>
                  <a:pt x="324127" y="251024"/>
                  <a:pt x="324127" y="277771"/>
                </a:cubicBezTo>
                <a:cubicBezTo>
                  <a:pt x="324127" y="304518"/>
                  <a:pt x="303111" y="325533"/>
                  <a:pt x="276364" y="325533"/>
                </a:cubicBezTo>
                <a:close/>
                <a:moveTo>
                  <a:pt x="324127" y="84811"/>
                </a:moveTo>
                <a:lnTo>
                  <a:pt x="133077" y="145947"/>
                </a:lnTo>
                <a:lnTo>
                  <a:pt x="133077" y="79080"/>
                </a:lnTo>
                <a:lnTo>
                  <a:pt x="324127" y="19854"/>
                </a:lnTo>
                <a:lnTo>
                  <a:pt x="324127" y="8481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746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Health care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(1 of 3)</a:t>
            </a:r>
            <a:endParaRPr lang="en-US" dirty="0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16F3F0D-2D88-4D80-96A9-D7B0BAC8711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Ambulance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Hospital building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Urgent care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Doctor’s office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Clinic care area door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Stethoscope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Caduceus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Medical shield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Adhesive bandage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 with heart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Holistic care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Holistic network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Bundled plan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Dental, vision and hearing benefit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Over-the-counter (OTC) benefit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Member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Non-CVS Health member 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Atom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Molecule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Group of beakers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Forceps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Scalpel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Lab coat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Medical file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Inhaler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Blood pressure gauge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Glucose monitor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Infusion bag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IV bag without stand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Injection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Sharps container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Crutch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Wheelchair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Screen with pulse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X-ray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Sonogram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Defibrillator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COVID virus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COVID test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Mask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effectLst/>
                          <a:ea typeface="CVS Health Sans" panose="020F0502020204030204" pitchFamily="34" charset="0"/>
                        </a:rPr>
                        <a:t>COVID-19 locker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Gurney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84" name="Graphic 242" descr="Ambulance icon.">
            <a:extLst>
              <a:ext uri="{FF2B5EF4-FFF2-40B4-BE49-F238E27FC236}">
                <a16:creationId xmlns:a16="http://schemas.microsoft.com/office/drawing/2014/main" id="{568B17EF-7E05-4EE4-A791-B276E10EF788}"/>
              </a:ext>
            </a:extLst>
          </p:cNvPr>
          <p:cNvSpPr>
            <a:spLocks noChangeAspect="1"/>
          </p:cNvSpPr>
          <p:nvPr/>
        </p:nvSpPr>
        <p:spPr>
          <a:xfrm>
            <a:off x="938810" y="1485890"/>
            <a:ext cx="458518" cy="343888"/>
          </a:xfrm>
          <a:custGeom>
            <a:avLst/>
            <a:gdLst>
              <a:gd name="connsiteX0" fmla="*/ 458518 w 458518"/>
              <a:gd name="connsiteY0" fmla="*/ 179586 h 343888"/>
              <a:gd name="connsiteX1" fmla="*/ 458518 w 458518"/>
              <a:gd name="connsiteY1" fmla="*/ 171944 h 343888"/>
              <a:gd name="connsiteX2" fmla="*/ 458518 w 458518"/>
              <a:gd name="connsiteY2" fmla="*/ 171944 h 343888"/>
              <a:gd name="connsiteX3" fmla="*/ 458518 w 458518"/>
              <a:gd name="connsiteY3" fmla="*/ 168123 h 343888"/>
              <a:gd name="connsiteX4" fmla="*/ 384009 w 458518"/>
              <a:gd name="connsiteY4" fmla="*/ 11463 h 343888"/>
              <a:gd name="connsiteX5" fmla="*/ 364904 w 458518"/>
              <a:gd name="connsiteY5" fmla="*/ 0 h 343888"/>
              <a:gd name="connsiteX6" fmla="*/ 19105 w 458518"/>
              <a:gd name="connsiteY6" fmla="*/ 0 h 343888"/>
              <a:gd name="connsiteX7" fmla="*/ 0 w 458518"/>
              <a:gd name="connsiteY7" fmla="*/ 19105 h 343888"/>
              <a:gd name="connsiteX8" fmla="*/ 0 w 458518"/>
              <a:gd name="connsiteY8" fmla="*/ 267469 h 343888"/>
              <a:gd name="connsiteX9" fmla="*/ 19105 w 458518"/>
              <a:gd name="connsiteY9" fmla="*/ 286574 h 343888"/>
              <a:gd name="connsiteX10" fmla="*/ 57315 w 458518"/>
              <a:gd name="connsiteY10" fmla="*/ 286574 h 343888"/>
              <a:gd name="connsiteX11" fmla="*/ 114630 w 458518"/>
              <a:gd name="connsiteY11" fmla="*/ 343889 h 343888"/>
              <a:gd name="connsiteX12" fmla="*/ 171944 w 458518"/>
              <a:gd name="connsiteY12" fmla="*/ 286574 h 343888"/>
              <a:gd name="connsiteX13" fmla="*/ 286574 w 458518"/>
              <a:gd name="connsiteY13" fmla="*/ 286574 h 343888"/>
              <a:gd name="connsiteX14" fmla="*/ 343889 w 458518"/>
              <a:gd name="connsiteY14" fmla="*/ 343889 h 343888"/>
              <a:gd name="connsiteX15" fmla="*/ 401203 w 458518"/>
              <a:gd name="connsiteY15" fmla="*/ 286574 h 343888"/>
              <a:gd name="connsiteX16" fmla="*/ 439413 w 458518"/>
              <a:gd name="connsiteY16" fmla="*/ 286574 h 343888"/>
              <a:gd name="connsiteX17" fmla="*/ 458518 w 458518"/>
              <a:gd name="connsiteY17" fmla="*/ 267469 h 343888"/>
              <a:gd name="connsiteX18" fmla="*/ 458518 w 458518"/>
              <a:gd name="connsiteY18" fmla="*/ 257916 h 343888"/>
              <a:gd name="connsiteX19" fmla="*/ 458518 w 458518"/>
              <a:gd name="connsiteY19" fmla="*/ 257916 h 343888"/>
              <a:gd name="connsiteX20" fmla="*/ 458518 w 458518"/>
              <a:gd name="connsiteY20" fmla="*/ 250274 h 343888"/>
              <a:gd name="connsiteX21" fmla="*/ 458518 w 458518"/>
              <a:gd name="connsiteY21" fmla="*/ 179586 h 343888"/>
              <a:gd name="connsiteX22" fmla="*/ 437503 w 458518"/>
              <a:gd name="connsiteY22" fmla="*/ 171944 h 343888"/>
              <a:gd name="connsiteX23" fmla="*/ 343889 w 458518"/>
              <a:gd name="connsiteY23" fmla="*/ 171944 h 343888"/>
              <a:gd name="connsiteX24" fmla="*/ 343889 w 458518"/>
              <a:gd name="connsiteY24" fmla="*/ 76420 h 343888"/>
              <a:gd name="connsiteX25" fmla="*/ 391651 w 458518"/>
              <a:gd name="connsiteY25" fmla="*/ 76420 h 343888"/>
              <a:gd name="connsiteX26" fmla="*/ 437503 w 458518"/>
              <a:gd name="connsiteY26" fmla="*/ 171944 h 343888"/>
              <a:gd name="connsiteX27" fmla="*/ 114630 w 458518"/>
              <a:gd name="connsiteY27" fmla="*/ 324784 h 343888"/>
              <a:gd name="connsiteX28" fmla="*/ 76420 w 458518"/>
              <a:gd name="connsiteY28" fmla="*/ 286574 h 343888"/>
              <a:gd name="connsiteX29" fmla="*/ 76420 w 458518"/>
              <a:gd name="connsiteY29" fmla="*/ 286574 h 343888"/>
              <a:gd name="connsiteX30" fmla="*/ 114630 w 458518"/>
              <a:gd name="connsiteY30" fmla="*/ 248364 h 343888"/>
              <a:gd name="connsiteX31" fmla="*/ 152839 w 458518"/>
              <a:gd name="connsiteY31" fmla="*/ 286574 h 343888"/>
              <a:gd name="connsiteX32" fmla="*/ 114630 w 458518"/>
              <a:gd name="connsiteY32" fmla="*/ 324784 h 343888"/>
              <a:gd name="connsiteX33" fmla="*/ 343889 w 458518"/>
              <a:gd name="connsiteY33" fmla="*/ 324784 h 343888"/>
              <a:gd name="connsiteX34" fmla="*/ 305679 w 458518"/>
              <a:gd name="connsiteY34" fmla="*/ 286574 h 343888"/>
              <a:gd name="connsiteX35" fmla="*/ 343889 w 458518"/>
              <a:gd name="connsiteY35" fmla="*/ 248364 h 343888"/>
              <a:gd name="connsiteX36" fmla="*/ 382098 w 458518"/>
              <a:gd name="connsiteY36" fmla="*/ 286574 h 343888"/>
              <a:gd name="connsiteX37" fmla="*/ 343889 w 458518"/>
              <a:gd name="connsiteY37" fmla="*/ 324784 h 343888"/>
              <a:gd name="connsiteX38" fmla="*/ 397382 w 458518"/>
              <a:gd name="connsiteY38" fmla="*/ 267469 h 343888"/>
              <a:gd name="connsiteX39" fmla="*/ 324784 w 458518"/>
              <a:gd name="connsiteY39" fmla="*/ 233080 h 343888"/>
              <a:gd name="connsiteX40" fmla="*/ 290395 w 458518"/>
              <a:gd name="connsiteY40" fmla="*/ 267469 h 343888"/>
              <a:gd name="connsiteX41" fmla="*/ 168123 w 458518"/>
              <a:gd name="connsiteY41" fmla="*/ 267469 h 343888"/>
              <a:gd name="connsiteX42" fmla="*/ 95525 w 458518"/>
              <a:gd name="connsiteY42" fmla="*/ 233080 h 343888"/>
              <a:gd name="connsiteX43" fmla="*/ 61136 w 458518"/>
              <a:gd name="connsiteY43" fmla="*/ 267469 h 343888"/>
              <a:gd name="connsiteX44" fmla="*/ 19105 w 458518"/>
              <a:gd name="connsiteY44" fmla="*/ 267469 h 343888"/>
              <a:gd name="connsiteX45" fmla="*/ 19105 w 458518"/>
              <a:gd name="connsiteY45" fmla="*/ 19105 h 343888"/>
              <a:gd name="connsiteX46" fmla="*/ 364904 w 458518"/>
              <a:gd name="connsiteY46" fmla="*/ 19105 h 343888"/>
              <a:gd name="connsiteX47" fmla="*/ 382098 w 458518"/>
              <a:gd name="connsiteY47" fmla="*/ 57315 h 343888"/>
              <a:gd name="connsiteX48" fmla="*/ 343889 w 458518"/>
              <a:gd name="connsiteY48" fmla="*/ 57315 h 343888"/>
              <a:gd name="connsiteX49" fmla="*/ 324784 w 458518"/>
              <a:gd name="connsiteY49" fmla="*/ 76420 h 343888"/>
              <a:gd name="connsiteX50" fmla="*/ 324784 w 458518"/>
              <a:gd name="connsiteY50" fmla="*/ 171944 h 343888"/>
              <a:gd name="connsiteX51" fmla="*/ 343889 w 458518"/>
              <a:gd name="connsiteY51" fmla="*/ 191049 h 343888"/>
              <a:gd name="connsiteX52" fmla="*/ 439413 w 458518"/>
              <a:gd name="connsiteY52" fmla="*/ 191049 h 343888"/>
              <a:gd name="connsiteX53" fmla="*/ 439413 w 458518"/>
              <a:gd name="connsiteY53" fmla="*/ 250274 h 343888"/>
              <a:gd name="connsiteX54" fmla="*/ 439413 w 458518"/>
              <a:gd name="connsiteY54" fmla="*/ 267469 h 343888"/>
              <a:gd name="connsiteX55" fmla="*/ 397382 w 458518"/>
              <a:gd name="connsiteY55" fmla="*/ 267469 h 343888"/>
              <a:gd name="connsiteX56" fmla="*/ 210154 w 458518"/>
              <a:gd name="connsiteY56" fmla="*/ 57315 h 343888"/>
              <a:gd name="connsiteX57" fmla="*/ 191049 w 458518"/>
              <a:gd name="connsiteY57" fmla="*/ 57315 h 343888"/>
              <a:gd name="connsiteX58" fmla="*/ 191049 w 458518"/>
              <a:gd name="connsiteY58" fmla="*/ 114630 h 343888"/>
              <a:gd name="connsiteX59" fmla="*/ 133734 w 458518"/>
              <a:gd name="connsiteY59" fmla="*/ 114630 h 343888"/>
              <a:gd name="connsiteX60" fmla="*/ 133734 w 458518"/>
              <a:gd name="connsiteY60" fmla="*/ 133734 h 343888"/>
              <a:gd name="connsiteX61" fmla="*/ 191049 w 458518"/>
              <a:gd name="connsiteY61" fmla="*/ 133734 h 343888"/>
              <a:gd name="connsiteX62" fmla="*/ 191049 w 458518"/>
              <a:gd name="connsiteY62" fmla="*/ 191049 h 343888"/>
              <a:gd name="connsiteX63" fmla="*/ 210154 w 458518"/>
              <a:gd name="connsiteY63" fmla="*/ 191049 h 343888"/>
              <a:gd name="connsiteX64" fmla="*/ 210154 w 458518"/>
              <a:gd name="connsiteY64" fmla="*/ 133734 h 343888"/>
              <a:gd name="connsiteX65" fmla="*/ 267469 w 458518"/>
              <a:gd name="connsiteY65" fmla="*/ 133734 h 343888"/>
              <a:gd name="connsiteX66" fmla="*/ 267469 w 458518"/>
              <a:gd name="connsiteY66" fmla="*/ 114630 h 343888"/>
              <a:gd name="connsiteX67" fmla="*/ 210154 w 458518"/>
              <a:gd name="connsiteY67" fmla="*/ 114630 h 343888"/>
              <a:gd name="connsiteX68" fmla="*/ 210154 w 458518"/>
              <a:gd name="connsiteY68" fmla="*/ 5731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58518" h="343888">
                <a:moveTo>
                  <a:pt x="458518" y="179586"/>
                </a:moveTo>
                <a:lnTo>
                  <a:pt x="458518" y="171944"/>
                </a:lnTo>
                <a:lnTo>
                  <a:pt x="458518" y="171944"/>
                </a:lnTo>
                <a:cubicBezTo>
                  <a:pt x="458518" y="170034"/>
                  <a:pt x="458518" y="170034"/>
                  <a:pt x="458518" y="168123"/>
                </a:cubicBezTo>
                <a:lnTo>
                  <a:pt x="384009" y="11463"/>
                </a:lnTo>
                <a:cubicBezTo>
                  <a:pt x="380188" y="3821"/>
                  <a:pt x="372546" y="0"/>
                  <a:pt x="36490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57315" y="286574"/>
                </a:lnTo>
                <a:cubicBezTo>
                  <a:pt x="57315" y="319052"/>
                  <a:pt x="82151" y="343889"/>
                  <a:pt x="114630" y="343889"/>
                </a:cubicBezTo>
                <a:cubicBezTo>
                  <a:pt x="147108" y="343889"/>
                  <a:pt x="171944" y="319052"/>
                  <a:pt x="171944" y="286574"/>
                </a:cubicBezTo>
                <a:lnTo>
                  <a:pt x="286574" y="286574"/>
                </a:lnTo>
                <a:cubicBezTo>
                  <a:pt x="286574" y="319052"/>
                  <a:pt x="311410" y="343889"/>
                  <a:pt x="343889" y="343889"/>
                </a:cubicBezTo>
                <a:cubicBezTo>
                  <a:pt x="376367" y="343889"/>
                  <a:pt x="401203" y="319052"/>
                  <a:pt x="401203" y="286574"/>
                </a:cubicBez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57916"/>
                </a:lnTo>
                <a:lnTo>
                  <a:pt x="458518" y="257916"/>
                </a:lnTo>
                <a:lnTo>
                  <a:pt x="458518" y="250274"/>
                </a:lnTo>
                <a:cubicBezTo>
                  <a:pt x="458518" y="231170"/>
                  <a:pt x="458518" y="196781"/>
                  <a:pt x="458518" y="179586"/>
                </a:cubicBezTo>
                <a:close/>
                <a:moveTo>
                  <a:pt x="437503" y="171944"/>
                </a:moveTo>
                <a:lnTo>
                  <a:pt x="343889" y="171944"/>
                </a:lnTo>
                <a:lnTo>
                  <a:pt x="343889" y="76420"/>
                </a:lnTo>
                <a:lnTo>
                  <a:pt x="391651" y="76420"/>
                </a:lnTo>
                <a:lnTo>
                  <a:pt x="437503" y="171944"/>
                </a:lnTo>
                <a:close/>
                <a:moveTo>
                  <a:pt x="114630" y="324784"/>
                </a:moveTo>
                <a:cubicBezTo>
                  <a:pt x="93614" y="324784"/>
                  <a:pt x="76420" y="307589"/>
                  <a:pt x="76420" y="286574"/>
                </a:cubicBezTo>
                <a:lnTo>
                  <a:pt x="76420" y="286574"/>
                </a:lnTo>
                <a:cubicBezTo>
                  <a:pt x="76420" y="265558"/>
                  <a:pt x="93614" y="248364"/>
                  <a:pt x="114630" y="248364"/>
                </a:cubicBezTo>
                <a:cubicBezTo>
                  <a:pt x="135645" y="248364"/>
                  <a:pt x="152839" y="265558"/>
                  <a:pt x="152839" y="286574"/>
                </a:cubicBezTo>
                <a:cubicBezTo>
                  <a:pt x="152839" y="307589"/>
                  <a:pt x="135645" y="324784"/>
                  <a:pt x="114630" y="324784"/>
                </a:cubicBezTo>
                <a:close/>
                <a:moveTo>
                  <a:pt x="343889" y="324784"/>
                </a:moveTo>
                <a:cubicBezTo>
                  <a:pt x="322873" y="324784"/>
                  <a:pt x="305679" y="307589"/>
                  <a:pt x="305679" y="286574"/>
                </a:cubicBezTo>
                <a:cubicBezTo>
                  <a:pt x="305679" y="265558"/>
                  <a:pt x="322873" y="248364"/>
                  <a:pt x="343889" y="248364"/>
                </a:cubicBezTo>
                <a:cubicBezTo>
                  <a:pt x="364904" y="248364"/>
                  <a:pt x="382098" y="265558"/>
                  <a:pt x="382098" y="286574"/>
                </a:cubicBezTo>
                <a:cubicBezTo>
                  <a:pt x="382098" y="307589"/>
                  <a:pt x="364904" y="324784"/>
                  <a:pt x="343889" y="324784"/>
                </a:cubicBezTo>
                <a:close/>
                <a:moveTo>
                  <a:pt x="397382" y="267469"/>
                </a:moveTo>
                <a:cubicBezTo>
                  <a:pt x="385919" y="236901"/>
                  <a:pt x="353441" y="221617"/>
                  <a:pt x="324784" y="233080"/>
                </a:cubicBezTo>
                <a:cubicBezTo>
                  <a:pt x="309500" y="238811"/>
                  <a:pt x="296126" y="252185"/>
                  <a:pt x="290395" y="267469"/>
                </a:cubicBezTo>
                <a:lnTo>
                  <a:pt x="168123" y="267469"/>
                </a:lnTo>
                <a:cubicBezTo>
                  <a:pt x="156660" y="236901"/>
                  <a:pt x="124182" y="221617"/>
                  <a:pt x="95525" y="233080"/>
                </a:cubicBezTo>
                <a:cubicBezTo>
                  <a:pt x="80241" y="238811"/>
                  <a:pt x="66867" y="252185"/>
                  <a:pt x="61136" y="267469"/>
                </a:cubicBezTo>
                <a:lnTo>
                  <a:pt x="19105" y="267469"/>
                </a:lnTo>
                <a:lnTo>
                  <a:pt x="19105" y="19105"/>
                </a:lnTo>
                <a:lnTo>
                  <a:pt x="364904" y="19105"/>
                </a:lnTo>
                <a:lnTo>
                  <a:pt x="382098" y="57315"/>
                </a:lnTo>
                <a:lnTo>
                  <a:pt x="343889" y="57315"/>
                </a:lnTo>
                <a:cubicBezTo>
                  <a:pt x="332426" y="57315"/>
                  <a:pt x="324784" y="64957"/>
                  <a:pt x="324784" y="76420"/>
                </a:cubicBezTo>
                <a:lnTo>
                  <a:pt x="324784" y="171944"/>
                </a:lnTo>
                <a:cubicBezTo>
                  <a:pt x="324784" y="183407"/>
                  <a:pt x="332426" y="191049"/>
                  <a:pt x="343889" y="191049"/>
                </a:cubicBezTo>
                <a:lnTo>
                  <a:pt x="439413" y="191049"/>
                </a:lnTo>
                <a:cubicBezTo>
                  <a:pt x="439413" y="210154"/>
                  <a:pt x="439413" y="234990"/>
                  <a:pt x="439413" y="250274"/>
                </a:cubicBezTo>
                <a:cubicBezTo>
                  <a:pt x="439413" y="257916"/>
                  <a:pt x="439413" y="263648"/>
                  <a:pt x="439413" y="267469"/>
                </a:cubicBezTo>
                <a:lnTo>
                  <a:pt x="397382" y="267469"/>
                </a:lnTo>
                <a:close/>
                <a:moveTo>
                  <a:pt x="210154" y="57315"/>
                </a:moveTo>
                <a:lnTo>
                  <a:pt x="191049" y="57315"/>
                </a:lnTo>
                <a:lnTo>
                  <a:pt x="191049" y="114630"/>
                </a:lnTo>
                <a:lnTo>
                  <a:pt x="133734" y="114630"/>
                </a:lnTo>
                <a:lnTo>
                  <a:pt x="133734" y="133734"/>
                </a:lnTo>
                <a:lnTo>
                  <a:pt x="191049" y="133734"/>
                </a:lnTo>
                <a:lnTo>
                  <a:pt x="191049" y="191049"/>
                </a:lnTo>
                <a:lnTo>
                  <a:pt x="210154" y="191049"/>
                </a:lnTo>
                <a:lnTo>
                  <a:pt x="210154" y="133734"/>
                </a:lnTo>
                <a:lnTo>
                  <a:pt x="267469" y="133734"/>
                </a:lnTo>
                <a:lnTo>
                  <a:pt x="267469" y="114630"/>
                </a:lnTo>
                <a:lnTo>
                  <a:pt x="210154" y="114630"/>
                </a:lnTo>
                <a:lnTo>
                  <a:pt x="210154" y="573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7" name="Graphic 300" descr="Hospital building icon.">
            <a:extLst>
              <a:ext uri="{FF2B5EF4-FFF2-40B4-BE49-F238E27FC236}">
                <a16:creationId xmlns:a16="http://schemas.microsoft.com/office/drawing/2014/main" id="{C055175D-8475-4C74-8543-1C62A470242E}"/>
              </a:ext>
            </a:extLst>
          </p:cNvPr>
          <p:cNvSpPr>
            <a:spLocks noChangeAspect="1"/>
          </p:cNvSpPr>
          <p:nvPr/>
        </p:nvSpPr>
        <p:spPr>
          <a:xfrm>
            <a:off x="2231002" y="1371260"/>
            <a:ext cx="343888" cy="458518"/>
          </a:xfrm>
          <a:custGeom>
            <a:avLst/>
            <a:gdLst>
              <a:gd name="connsiteX0" fmla="*/ 181497 w 343888"/>
              <a:gd name="connsiteY0" fmla="*/ 38210 h 458518"/>
              <a:gd name="connsiteX1" fmla="*/ 162392 w 343888"/>
              <a:gd name="connsiteY1" fmla="*/ 38210 h 458518"/>
              <a:gd name="connsiteX2" fmla="*/ 162392 w 343888"/>
              <a:gd name="connsiteY2" fmla="*/ 66867 h 458518"/>
              <a:gd name="connsiteX3" fmla="*/ 133734 w 343888"/>
              <a:gd name="connsiteY3" fmla="*/ 66867 h 458518"/>
              <a:gd name="connsiteX4" fmla="*/ 133734 w 343888"/>
              <a:gd name="connsiteY4" fmla="*/ 85972 h 458518"/>
              <a:gd name="connsiteX5" fmla="*/ 162392 w 343888"/>
              <a:gd name="connsiteY5" fmla="*/ 85972 h 458518"/>
              <a:gd name="connsiteX6" fmla="*/ 162392 w 343888"/>
              <a:gd name="connsiteY6" fmla="*/ 114630 h 458518"/>
              <a:gd name="connsiteX7" fmla="*/ 181497 w 343888"/>
              <a:gd name="connsiteY7" fmla="*/ 114630 h 458518"/>
              <a:gd name="connsiteX8" fmla="*/ 181497 w 343888"/>
              <a:gd name="connsiteY8" fmla="*/ 85972 h 458518"/>
              <a:gd name="connsiteX9" fmla="*/ 210154 w 343888"/>
              <a:gd name="connsiteY9" fmla="*/ 85972 h 458518"/>
              <a:gd name="connsiteX10" fmla="*/ 210154 w 343888"/>
              <a:gd name="connsiteY10" fmla="*/ 66867 h 458518"/>
              <a:gd name="connsiteX11" fmla="*/ 181497 w 343888"/>
              <a:gd name="connsiteY11" fmla="*/ 66867 h 458518"/>
              <a:gd name="connsiteX12" fmla="*/ 181497 w 343888"/>
              <a:gd name="connsiteY12" fmla="*/ 38210 h 458518"/>
              <a:gd name="connsiteX13" fmla="*/ 57315 w 343888"/>
              <a:gd name="connsiteY13" fmla="*/ 210154 h 458518"/>
              <a:gd name="connsiteX14" fmla="*/ 76420 w 343888"/>
              <a:gd name="connsiteY14" fmla="*/ 210154 h 458518"/>
              <a:gd name="connsiteX15" fmla="*/ 76420 w 343888"/>
              <a:gd name="connsiteY15" fmla="*/ 267469 h 458518"/>
              <a:gd name="connsiteX16" fmla="*/ 57315 w 343888"/>
              <a:gd name="connsiteY16" fmla="*/ 267469 h 458518"/>
              <a:gd name="connsiteX17" fmla="*/ 57315 w 343888"/>
              <a:gd name="connsiteY17" fmla="*/ 210154 h 458518"/>
              <a:gd name="connsiteX18" fmla="*/ 57315 w 343888"/>
              <a:gd name="connsiteY18" fmla="*/ 324784 h 458518"/>
              <a:gd name="connsiteX19" fmla="*/ 76420 w 343888"/>
              <a:gd name="connsiteY19" fmla="*/ 324784 h 458518"/>
              <a:gd name="connsiteX20" fmla="*/ 76420 w 343888"/>
              <a:gd name="connsiteY20" fmla="*/ 382098 h 458518"/>
              <a:gd name="connsiteX21" fmla="*/ 57315 w 343888"/>
              <a:gd name="connsiteY21" fmla="*/ 382098 h 458518"/>
              <a:gd name="connsiteX22" fmla="*/ 57315 w 343888"/>
              <a:gd name="connsiteY22" fmla="*/ 324784 h 458518"/>
              <a:gd name="connsiteX23" fmla="*/ 196781 w 343888"/>
              <a:gd name="connsiteY23" fmla="*/ 452787 h 458518"/>
              <a:gd name="connsiteX24" fmla="*/ 210154 w 343888"/>
              <a:gd name="connsiteY24" fmla="*/ 458518 h 458518"/>
              <a:gd name="connsiteX25" fmla="*/ 324784 w 343888"/>
              <a:gd name="connsiteY25" fmla="*/ 458518 h 458518"/>
              <a:gd name="connsiteX26" fmla="*/ 343889 w 343888"/>
              <a:gd name="connsiteY26" fmla="*/ 439413 h 458518"/>
              <a:gd name="connsiteX27" fmla="*/ 343889 w 343888"/>
              <a:gd name="connsiteY27" fmla="*/ 19105 h 458518"/>
              <a:gd name="connsiteX28" fmla="*/ 324784 w 343888"/>
              <a:gd name="connsiteY28" fmla="*/ 0 h 458518"/>
              <a:gd name="connsiteX29" fmla="*/ 19105 w 343888"/>
              <a:gd name="connsiteY29" fmla="*/ 0 h 458518"/>
              <a:gd name="connsiteX30" fmla="*/ 0 w 343888"/>
              <a:gd name="connsiteY30" fmla="*/ 19105 h 458518"/>
              <a:gd name="connsiteX31" fmla="*/ 0 w 343888"/>
              <a:gd name="connsiteY31" fmla="*/ 439413 h 458518"/>
              <a:gd name="connsiteX32" fmla="*/ 19105 w 343888"/>
              <a:gd name="connsiteY32" fmla="*/ 458518 h 458518"/>
              <a:gd name="connsiteX33" fmla="*/ 133734 w 343888"/>
              <a:gd name="connsiteY33" fmla="*/ 458518 h 458518"/>
              <a:gd name="connsiteX34" fmla="*/ 152839 w 343888"/>
              <a:gd name="connsiteY34" fmla="*/ 439413 h 458518"/>
              <a:gd name="connsiteX35" fmla="*/ 152839 w 343888"/>
              <a:gd name="connsiteY35" fmla="*/ 343889 h 458518"/>
              <a:gd name="connsiteX36" fmla="*/ 191049 w 343888"/>
              <a:gd name="connsiteY36" fmla="*/ 343889 h 458518"/>
              <a:gd name="connsiteX37" fmla="*/ 191049 w 343888"/>
              <a:gd name="connsiteY37" fmla="*/ 439413 h 458518"/>
              <a:gd name="connsiteX38" fmla="*/ 196781 w 343888"/>
              <a:gd name="connsiteY38" fmla="*/ 452787 h 458518"/>
              <a:gd name="connsiteX39" fmla="*/ 210154 w 343888"/>
              <a:gd name="connsiteY39" fmla="*/ 439413 h 458518"/>
              <a:gd name="connsiteX40" fmla="*/ 210154 w 343888"/>
              <a:gd name="connsiteY40" fmla="*/ 439413 h 458518"/>
              <a:gd name="connsiteX41" fmla="*/ 19105 w 343888"/>
              <a:gd name="connsiteY41" fmla="*/ 19105 h 458518"/>
              <a:gd name="connsiteX42" fmla="*/ 324784 w 343888"/>
              <a:gd name="connsiteY42" fmla="*/ 19105 h 458518"/>
              <a:gd name="connsiteX43" fmla="*/ 324784 w 343888"/>
              <a:gd name="connsiteY43" fmla="*/ 133734 h 458518"/>
              <a:gd name="connsiteX44" fmla="*/ 19105 w 343888"/>
              <a:gd name="connsiteY44" fmla="*/ 133734 h 458518"/>
              <a:gd name="connsiteX45" fmla="*/ 19105 w 343888"/>
              <a:gd name="connsiteY45" fmla="*/ 19105 h 458518"/>
              <a:gd name="connsiteX46" fmla="*/ 152839 w 343888"/>
              <a:gd name="connsiteY46" fmla="*/ 324784 h 458518"/>
              <a:gd name="connsiteX47" fmla="*/ 133734 w 343888"/>
              <a:gd name="connsiteY47" fmla="*/ 343889 h 458518"/>
              <a:gd name="connsiteX48" fmla="*/ 133734 w 343888"/>
              <a:gd name="connsiteY48" fmla="*/ 439413 h 458518"/>
              <a:gd name="connsiteX49" fmla="*/ 19105 w 343888"/>
              <a:gd name="connsiteY49" fmla="*/ 439413 h 458518"/>
              <a:gd name="connsiteX50" fmla="*/ 19105 w 343888"/>
              <a:gd name="connsiteY50" fmla="*/ 152839 h 458518"/>
              <a:gd name="connsiteX51" fmla="*/ 324784 w 343888"/>
              <a:gd name="connsiteY51" fmla="*/ 152839 h 458518"/>
              <a:gd name="connsiteX52" fmla="*/ 324784 w 343888"/>
              <a:gd name="connsiteY52" fmla="*/ 439413 h 458518"/>
              <a:gd name="connsiteX53" fmla="*/ 210154 w 343888"/>
              <a:gd name="connsiteY53" fmla="*/ 439413 h 458518"/>
              <a:gd name="connsiteX54" fmla="*/ 210154 w 343888"/>
              <a:gd name="connsiteY54" fmla="*/ 343889 h 458518"/>
              <a:gd name="connsiteX55" fmla="*/ 204423 w 343888"/>
              <a:gd name="connsiteY55" fmla="*/ 330515 h 458518"/>
              <a:gd name="connsiteX56" fmla="*/ 191049 w 343888"/>
              <a:gd name="connsiteY56" fmla="*/ 324784 h 458518"/>
              <a:gd name="connsiteX57" fmla="*/ 152839 w 343888"/>
              <a:gd name="connsiteY57" fmla="*/ 324784 h 458518"/>
              <a:gd name="connsiteX58" fmla="*/ 267469 w 343888"/>
              <a:gd name="connsiteY58" fmla="*/ 210154 h 458518"/>
              <a:gd name="connsiteX59" fmla="*/ 286574 w 343888"/>
              <a:gd name="connsiteY59" fmla="*/ 210154 h 458518"/>
              <a:gd name="connsiteX60" fmla="*/ 286574 w 343888"/>
              <a:gd name="connsiteY60" fmla="*/ 267469 h 458518"/>
              <a:gd name="connsiteX61" fmla="*/ 267469 w 343888"/>
              <a:gd name="connsiteY61" fmla="*/ 267469 h 458518"/>
              <a:gd name="connsiteX62" fmla="*/ 267469 w 343888"/>
              <a:gd name="connsiteY62" fmla="*/ 210154 h 458518"/>
              <a:gd name="connsiteX63" fmla="*/ 267469 w 343888"/>
              <a:gd name="connsiteY63" fmla="*/ 324784 h 458518"/>
              <a:gd name="connsiteX64" fmla="*/ 286574 w 343888"/>
              <a:gd name="connsiteY64" fmla="*/ 324784 h 458518"/>
              <a:gd name="connsiteX65" fmla="*/ 286574 w 343888"/>
              <a:gd name="connsiteY65" fmla="*/ 382098 h 458518"/>
              <a:gd name="connsiteX66" fmla="*/ 267469 w 343888"/>
              <a:gd name="connsiteY66" fmla="*/ 382098 h 458518"/>
              <a:gd name="connsiteX67" fmla="*/ 267469 w 343888"/>
              <a:gd name="connsiteY67" fmla="*/ 324784 h 458518"/>
              <a:gd name="connsiteX68" fmla="*/ 162392 w 343888"/>
              <a:gd name="connsiteY68" fmla="*/ 210154 h 458518"/>
              <a:gd name="connsiteX69" fmla="*/ 181497 w 343888"/>
              <a:gd name="connsiteY69" fmla="*/ 210154 h 458518"/>
              <a:gd name="connsiteX70" fmla="*/ 181497 w 343888"/>
              <a:gd name="connsiteY70" fmla="*/ 267469 h 458518"/>
              <a:gd name="connsiteX71" fmla="*/ 162392 w 343888"/>
              <a:gd name="connsiteY71" fmla="*/ 267469 h 458518"/>
              <a:gd name="connsiteX72" fmla="*/ 162392 w 343888"/>
              <a:gd name="connsiteY72" fmla="*/ 21015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343888" h="458518">
                <a:moveTo>
                  <a:pt x="181497" y="38210"/>
                </a:moveTo>
                <a:lnTo>
                  <a:pt x="162392" y="38210"/>
                </a:lnTo>
                <a:lnTo>
                  <a:pt x="162392" y="66867"/>
                </a:lnTo>
                <a:lnTo>
                  <a:pt x="133734" y="66867"/>
                </a:lnTo>
                <a:lnTo>
                  <a:pt x="133734" y="85972"/>
                </a:lnTo>
                <a:lnTo>
                  <a:pt x="162392" y="85972"/>
                </a:lnTo>
                <a:lnTo>
                  <a:pt x="162392" y="114630"/>
                </a:lnTo>
                <a:lnTo>
                  <a:pt x="181497" y="114630"/>
                </a:lnTo>
                <a:lnTo>
                  <a:pt x="181497" y="85972"/>
                </a:lnTo>
                <a:lnTo>
                  <a:pt x="210154" y="85972"/>
                </a:lnTo>
                <a:lnTo>
                  <a:pt x="210154" y="66867"/>
                </a:lnTo>
                <a:lnTo>
                  <a:pt x="181497" y="66867"/>
                </a:lnTo>
                <a:lnTo>
                  <a:pt x="181497" y="38210"/>
                </a:lnTo>
                <a:close/>
                <a:moveTo>
                  <a:pt x="57315" y="210154"/>
                </a:moveTo>
                <a:lnTo>
                  <a:pt x="76420" y="210154"/>
                </a:lnTo>
                <a:lnTo>
                  <a:pt x="76420" y="267469"/>
                </a:lnTo>
                <a:lnTo>
                  <a:pt x="57315" y="267469"/>
                </a:lnTo>
                <a:lnTo>
                  <a:pt x="57315" y="210154"/>
                </a:lnTo>
                <a:close/>
                <a:moveTo>
                  <a:pt x="57315" y="324784"/>
                </a:moveTo>
                <a:lnTo>
                  <a:pt x="76420" y="324784"/>
                </a:lnTo>
                <a:lnTo>
                  <a:pt x="76420" y="382098"/>
                </a:lnTo>
                <a:lnTo>
                  <a:pt x="57315" y="382098"/>
                </a:lnTo>
                <a:lnTo>
                  <a:pt x="57315" y="324784"/>
                </a:lnTo>
                <a:close/>
                <a:moveTo>
                  <a:pt x="196781" y="452787"/>
                </a:moveTo>
                <a:cubicBezTo>
                  <a:pt x="200602" y="456608"/>
                  <a:pt x="204423" y="458518"/>
                  <a:pt x="210154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133734" y="458518"/>
                </a:lnTo>
                <a:cubicBezTo>
                  <a:pt x="145197" y="458518"/>
                  <a:pt x="152839" y="450876"/>
                  <a:pt x="152839" y="439413"/>
                </a:cubicBezTo>
                <a:lnTo>
                  <a:pt x="152839" y="343889"/>
                </a:lnTo>
                <a:lnTo>
                  <a:pt x="191049" y="343889"/>
                </a:lnTo>
                <a:lnTo>
                  <a:pt x="191049" y="439413"/>
                </a:lnTo>
                <a:cubicBezTo>
                  <a:pt x="191049" y="445145"/>
                  <a:pt x="192960" y="448966"/>
                  <a:pt x="196781" y="452787"/>
                </a:cubicBezTo>
                <a:close/>
                <a:moveTo>
                  <a:pt x="210154" y="439413"/>
                </a:moveTo>
                <a:lnTo>
                  <a:pt x="210154" y="439413"/>
                </a:lnTo>
                <a:close/>
                <a:moveTo>
                  <a:pt x="19105" y="19105"/>
                </a:moveTo>
                <a:lnTo>
                  <a:pt x="324784" y="19105"/>
                </a:lnTo>
                <a:lnTo>
                  <a:pt x="324784" y="133734"/>
                </a:lnTo>
                <a:lnTo>
                  <a:pt x="19105" y="133734"/>
                </a:lnTo>
                <a:lnTo>
                  <a:pt x="19105" y="19105"/>
                </a:lnTo>
                <a:close/>
                <a:moveTo>
                  <a:pt x="152839" y="324784"/>
                </a:moveTo>
                <a:cubicBezTo>
                  <a:pt x="141376" y="324784"/>
                  <a:pt x="133734" y="332426"/>
                  <a:pt x="133734" y="343889"/>
                </a:cubicBezTo>
                <a:lnTo>
                  <a:pt x="133734" y="439413"/>
                </a:lnTo>
                <a:lnTo>
                  <a:pt x="19105" y="439413"/>
                </a:lnTo>
                <a:lnTo>
                  <a:pt x="19105" y="152839"/>
                </a:lnTo>
                <a:lnTo>
                  <a:pt x="324784" y="152839"/>
                </a:lnTo>
                <a:lnTo>
                  <a:pt x="324784" y="439413"/>
                </a:lnTo>
                <a:lnTo>
                  <a:pt x="210154" y="439413"/>
                </a:lnTo>
                <a:lnTo>
                  <a:pt x="210154" y="343889"/>
                </a:lnTo>
                <a:cubicBezTo>
                  <a:pt x="210154" y="338157"/>
                  <a:pt x="208244" y="334336"/>
                  <a:pt x="204423" y="330515"/>
                </a:cubicBezTo>
                <a:cubicBezTo>
                  <a:pt x="200602" y="326694"/>
                  <a:pt x="196781" y="324784"/>
                  <a:pt x="191049" y="324784"/>
                </a:cubicBezTo>
                <a:lnTo>
                  <a:pt x="152839" y="324784"/>
                </a:lnTo>
                <a:close/>
                <a:moveTo>
                  <a:pt x="267469" y="210154"/>
                </a:moveTo>
                <a:lnTo>
                  <a:pt x="286574" y="210154"/>
                </a:lnTo>
                <a:lnTo>
                  <a:pt x="286574" y="267469"/>
                </a:lnTo>
                <a:lnTo>
                  <a:pt x="267469" y="267469"/>
                </a:lnTo>
                <a:lnTo>
                  <a:pt x="267469" y="210154"/>
                </a:lnTo>
                <a:close/>
                <a:moveTo>
                  <a:pt x="267469" y="324784"/>
                </a:moveTo>
                <a:lnTo>
                  <a:pt x="286574" y="324784"/>
                </a:lnTo>
                <a:lnTo>
                  <a:pt x="286574" y="382098"/>
                </a:lnTo>
                <a:lnTo>
                  <a:pt x="267469" y="382098"/>
                </a:lnTo>
                <a:lnTo>
                  <a:pt x="267469" y="324784"/>
                </a:lnTo>
                <a:close/>
                <a:moveTo>
                  <a:pt x="162392" y="210154"/>
                </a:moveTo>
                <a:lnTo>
                  <a:pt x="181497" y="210154"/>
                </a:lnTo>
                <a:lnTo>
                  <a:pt x="181497" y="267469"/>
                </a:lnTo>
                <a:lnTo>
                  <a:pt x="162392" y="267469"/>
                </a:lnTo>
                <a:lnTo>
                  <a:pt x="162392" y="21015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2" name="Graphic 148" descr="Urgent care icon.">
            <a:extLst>
              <a:ext uri="{FF2B5EF4-FFF2-40B4-BE49-F238E27FC236}">
                <a16:creationId xmlns:a16="http://schemas.microsoft.com/office/drawing/2014/main" id="{A62E9478-8B84-463C-8B4F-938721971A88}"/>
              </a:ext>
            </a:extLst>
          </p:cNvPr>
          <p:cNvSpPr>
            <a:spLocks noChangeAspect="1"/>
          </p:cNvSpPr>
          <p:nvPr/>
        </p:nvSpPr>
        <p:spPr>
          <a:xfrm>
            <a:off x="3396109" y="1485890"/>
            <a:ext cx="458518" cy="343888"/>
          </a:xfrm>
          <a:custGeom>
            <a:avLst/>
            <a:gdLst>
              <a:gd name="connsiteX0" fmla="*/ 439413 w 458518"/>
              <a:gd name="connsiteY0" fmla="*/ 57315 h 343888"/>
              <a:gd name="connsiteX1" fmla="*/ 296126 w 458518"/>
              <a:gd name="connsiteY1" fmla="*/ 57315 h 343888"/>
              <a:gd name="connsiteX2" fmla="*/ 296126 w 458518"/>
              <a:gd name="connsiteY2" fmla="*/ 19105 h 343888"/>
              <a:gd name="connsiteX3" fmla="*/ 277021 w 458518"/>
              <a:gd name="connsiteY3" fmla="*/ 0 h 343888"/>
              <a:gd name="connsiteX4" fmla="*/ 181497 w 458518"/>
              <a:gd name="connsiteY4" fmla="*/ 0 h 343888"/>
              <a:gd name="connsiteX5" fmla="*/ 162392 w 458518"/>
              <a:gd name="connsiteY5" fmla="*/ 19105 h 343888"/>
              <a:gd name="connsiteX6" fmla="*/ 162392 w 458518"/>
              <a:gd name="connsiteY6" fmla="*/ 57315 h 343888"/>
              <a:gd name="connsiteX7" fmla="*/ 19105 w 458518"/>
              <a:gd name="connsiteY7" fmla="*/ 57315 h 343888"/>
              <a:gd name="connsiteX8" fmla="*/ 0 w 458518"/>
              <a:gd name="connsiteY8" fmla="*/ 76420 h 343888"/>
              <a:gd name="connsiteX9" fmla="*/ 0 w 458518"/>
              <a:gd name="connsiteY9" fmla="*/ 324784 h 343888"/>
              <a:gd name="connsiteX10" fmla="*/ 19105 w 458518"/>
              <a:gd name="connsiteY10" fmla="*/ 343889 h 343888"/>
              <a:gd name="connsiteX11" fmla="*/ 181497 w 458518"/>
              <a:gd name="connsiteY11" fmla="*/ 343889 h 343888"/>
              <a:gd name="connsiteX12" fmla="*/ 200602 w 458518"/>
              <a:gd name="connsiteY12" fmla="*/ 324784 h 343888"/>
              <a:gd name="connsiteX13" fmla="*/ 200602 w 458518"/>
              <a:gd name="connsiteY13" fmla="*/ 210154 h 343888"/>
              <a:gd name="connsiteX14" fmla="*/ 257916 w 458518"/>
              <a:gd name="connsiteY14" fmla="*/ 210154 h 343888"/>
              <a:gd name="connsiteX15" fmla="*/ 257916 w 458518"/>
              <a:gd name="connsiteY15" fmla="*/ 324784 h 343888"/>
              <a:gd name="connsiteX16" fmla="*/ 277021 w 458518"/>
              <a:gd name="connsiteY16" fmla="*/ 343889 h 343888"/>
              <a:gd name="connsiteX17" fmla="*/ 439413 w 458518"/>
              <a:gd name="connsiteY17" fmla="*/ 343889 h 343888"/>
              <a:gd name="connsiteX18" fmla="*/ 458518 w 458518"/>
              <a:gd name="connsiteY18" fmla="*/ 324784 h 343888"/>
              <a:gd name="connsiteX19" fmla="*/ 458518 w 458518"/>
              <a:gd name="connsiteY19" fmla="*/ 76420 h 343888"/>
              <a:gd name="connsiteX20" fmla="*/ 439413 w 458518"/>
              <a:gd name="connsiteY20" fmla="*/ 57315 h 343888"/>
              <a:gd name="connsiteX21" fmla="*/ 181497 w 458518"/>
              <a:gd name="connsiteY21" fmla="*/ 19105 h 343888"/>
              <a:gd name="connsiteX22" fmla="*/ 277021 w 458518"/>
              <a:gd name="connsiteY22" fmla="*/ 19105 h 343888"/>
              <a:gd name="connsiteX23" fmla="*/ 277021 w 458518"/>
              <a:gd name="connsiteY23" fmla="*/ 114630 h 343888"/>
              <a:gd name="connsiteX24" fmla="*/ 181497 w 458518"/>
              <a:gd name="connsiteY24" fmla="*/ 114630 h 343888"/>
              <a:gd name="connsiteX25" fmla="*/ 181497 w 458518"/>
              <a:gd name="connsiteY25" fmla="*/ 19105 h 343888"/>
              <a:gd name="connsiteX26" fmla="*/ 439413 w 458518"/>
              <a:gd name="connsiteY26" fmla="*/ 324784 h 343888"/>
              <a:gd name="connsiteX27" fmla="*/ 277021 w 458518"/>
              <a:gd name="connsiteY27" fmla="*/ 324784 h 343888"/>
              <a:gd name="connsiteX28" fmla="*/ 277021 w 458518"/>
              <a:gd name="connsiteY28" fmla="*/ 210154 h 343888"/>
              <a:gd name="connsiteX29" fmla="*/ 257916 w 458518"/>
              <a:gd name="connsiteY29" fmla="*/ 191049 h 343888"/>
              <a:gd name="connsiteX30" fmla="*/ 200602 w 458518"/>
              <a:gd name="connsiteY30" fmla="*/ 191049 h 343888"/>
              <a:gd name="connsiteX31" fmla="*/ 181497 w 458518"/>
              <a:gd name="connsiteY31" fmla="*/ 210154 h 343888"/>
              <a:gd name="connsiteX32" fmla="*/ 181497 w 458518"/>
              <a:gd name="connsiteY32" fmla="*/ 324784 h 343888"/>
              <a:gd name="connsiteX33" fmla="*/ 19105 w 458518"/>
              <a:gd name="connsiteY33" fmla="*/ 324784 h 343888"/>
              <a:gd name="connsiteX34" fmla="*/ 19105 w 458518"/>
              <a:gd name="connsiteY34" fmla="*/ 76420 h 343888"/>
              <a:gd name="connsiteX35" fmla="*/ 162392 w 458518"/>
              <a:gd name="connsiteY35" fmla="*/ 76420 h 343888"/>
              <a:gd name="connsiteX36" fmla="*/ 162392 w 458518"/>
              <a:gd name="connsiteY36" fmla="*/ 114630 h 343888"/>
              <a:gd name="connsiteX37" fmla="*/ 181497 w 458518"/>
              <a:gd name="connsiteY37" fmla="*/ 133734 h 343888"/>
              <a:gd name="connsiteX38" fmla="*/ 277021 w 458518"/>
              <a:gd name="connsiteY38" fmla="*/ 133734 h 343888"/>
              <a:gd name="connsiteX39" fmla="*/ 296126 w 458518"/>
              <a:gd name="connsiteY39" fmla="*/ 114630 h 343888"/>
              <a:gd name="connsiteX40" fmla="*/ 296126 w 458518"/>
              <a:gd name="connsiteY40" fmla="*/ 76420 h 343888"/>
              <a:gd name="connsiteX41" fmla="*/ 439413 w 458518"/>
              <a:gd name="connsiteY41" fmla="*/ 76420 h 343888"/>
              <a:gd name="connsiteX42" fmla="*/ 439413 w 458518"/>
              <a:gd name="connsiteY42" fmla="*/ 324784 h 343888"/>
              <a:gd name="connsiteX43" fmla="*/ 238811 w 458518"/>
              <a:gd name="connsiteY43" fmla="*/ 38210 h 343888"/>
              <a:gd name="connsiteX44" fmla="*/ 219707 w 458518"/>
              <a:gd name="connsiteY44" fmla="*/ 38210 h 343888"/>
              <a:gd name="connsiteX45" fmla="*/ 219707 w 458518"/>
              <a:gd name="connsiteY45" fmla="*/ 57315 h 343888"/>
              <a:gd name="connsiteX46" fmla="*/ 200602 w 458518"/>
              <a:gd name="connsiteY46" fmla="*/ 57315 h 343888"/>
              <a:gd name="connsiteX47" fmla="*/ 200602 w 458518"/>
              <a:gd name="connsiteY47" fmla="*/ 76420 h 343888"/>
              <a:gd name="connsiteX48" fmla="*/ 219707 w 458518"/>
              <a:gd name="connsiteY48" fmla="*/ 76420 h 343888"/>
              <a:gd name="connsiteX49" fmla="*/ 219707 w 458518"/>
              <a:gd name="connsiteY49" fmla="*/ 95525 h 343888"/>
              <a:gd name="connsiteX50" fmla="*/ 238811 w 458518"/>
              <a:gd name="connsiteY50" fmla="*/ 95525 h 343888"/>
              <a:gd name="connsiteX51" fmla="*/ 238811 w 458518"/>
              <a:gd name="connsiteY51" fmla="*/ 76420 h 343888"/>
              <a:gd name="connsiteX52" fmla="*/ 257916 w 458518"/>
              <a:gd name="connsiteY52" fmla="*/ 76420 h 343888"/>
              <a:gd name="connsiteX53" fmla="*/ 257916 w 458518"/>
              <a:gd name="connsiteY53" fmla="*/ 57315 h 343888"/>
              <a:gd name="connsiteX54" fmla="*/ 238811 w 458518"/>
              <a:gd name="connsiteY54" fmla="*/ 57315 h 343888"/>
              <a:gd name="connsiteX55" fmla="*/ 238811 w 458518"/>
              <a:gd name="connsiteY55" fmla="*/ 38210 h 343888"/>
              <a:gd name="connsiteX56" fmla="*/ 57315 w 458518"/>
              <a:gd name="connsiteY56" fmla="*/ 124182 h 343888"/>
              <a:gd name="connsiteX57" fmla="*/ 74509 w 458518"/>
              <a:gd name="connsiteY57" fmla="*/ 124182 h 343888"/>
              <a:gd name="connsiteX58" fmla="*/ 74509 w 458518"/>
              <a:gd name="connsiteY58" fmla="*/ 171944 h 343888"/>
              <a:gd name="connsiteX59" fmla="*/ 57315 w 458518"/>
              <a:gd name="connsiteY59" fmla="*/ 171944 h 343888"/>
              <a:gd name="connsiteX60" fmla="*/ 57315 w 458518"/>
              <a:gd name="connsiteY60" fmla="*/ 124182 h 343888"/>
              <a:gd name="connsiteX61" fmla="*/ 57315 w 458518"/>
              <a:gd name="connsiteY61" fmla="*/ 219707 h 343888"/>
              <a:gd name="connsiteX62" fmla="*/ 74509 w 458518"/>
              <a:gd name="connsiteY62" fmla="*/ 219707 h 343888"/>
              <a:gd name="connsiteX63" fmla="*/ 74509 w 458518"/>
              <a:gd name="connsiteY63" fmla="*/ 267469 h 343888"/>
              <a:gd name="connsiteX64" fmla="*/ 57315 w 458518"/>
              <a:gd name="connsiteY64" fmla="*/ 267469 h 343888"/>
              <a:gd name="connsiteX65" fmla="*/ 57315 w 458518"/>
              <a:gd name="connsiteY65" fmla="*/ 219707 h 343888"/>
              <a:gd name="connsiteX66" fmla="*/ 114630 w 458518"/>
              <a:gd name="connsiteY66" fmla="*/ 219707 h 343888"/>
              <a:gd name="connsiteX67" fmla="*/ 131824 w 458518"/>
              <a:gd name="connsiteY67" fmla="*/ 219707 h 343888"/>
              <a:gd name="connsiteX68" fmla="*/ 131824 w 458518"/>
              <a:gd name="connsiteY68" fmla="*/ 267469 h 343888"/>
              <a:gd name="connsiteX69" fmla="*/ 114630 w 458518"/>
              <a:gd name="connsiteY69" fmla="*/ 267469 h 343888"/>
              <a:gd name="connsiteX70" fmla="*/ 114630 w 458518"/>
              <a:gd name="connsiteY70" fmla="*/ 219707 h 343888"/>
              <a:gd name="connsiteX71" fmla="*/ 114630 w 458518"/>
              <a:gd name="connsiteY71" fmla="*/ 124182 h 343888"/>
              <a:gd name="connsiteX72" fmla="*/ 131824 w 458518"/>
              <a:gd name="connsiteY72" fmla="*/ 124182 h 343888"/>
              <a:gd name="connsiteX73" fmla="*/ 131824 w 458518"/>
              <a:gd name="connsiteY73" fmla="*/ 171944 h 343888"/>
              <a:gd name="connsiteX74" fmla="*/ 114630 w 458518"/>
              <a:gd name="connsiteY74" fmla="*/ 171944 h 343888"/>
              <a:gd name="connsiteX75" fmla="*/ 114630 w 458518"/>
              <a:gd name="connsiteY75" fmla="*/ 124182 h 343888"/>
              <a:gd name="connsiteX76" fmla="*/ 324784 w 458518"/>
              <a:gd name="connsiteY76" fmla="*/ 124182 h 343888"/>
              <a:gd name="connsiteX77" fmla="*/ 341978 w 458518"/>
              <a:gd name="connsiteY77" fmla="*/ 124182 h 343888"/>
              <a:gd name="connsiteX78" fmla="*/ 341978 w 458518"/>
              <a:gd name="connsiteY78" fmla="*/ 171944 h 343888"/>
              <a:gd name="connsiteX79" fmla="*/ 324784 w 458518"/>
              <a:gd name="connsiteY79" fmla="*/ 171944 h 343888"/>
              <a:gd name="connsiteX80" fmla="*/ 324784 w 458518"/>
              <a:gd name="connsiteY80" fmla="*/ 124182 h 343888"/>
              <a:gd name="connsiteX81" fmla="*/ 324784 w 458518"/>
              <a:gd name="connsiteY81" fmla="*/ 219707 h 343888"/>
              <a:gd name="connsiteX82" fmla="*/ 341978 w 458518"/>
              <a:gd name="connsiteY82" fmla="*/ 219707 h 343888"/>
              <a:gd name="connsiteX83" fmla="*/ 341978 w 458518"/>
              <a:gd name="connsiteY83" fmla="*/ 267469 h 343888"/>
              <a:gd name="connsiteX84" fmla="*/ 324784 w 458518"/>
              <a:gd name="connsiteY84" fmla="*/ 267469 h 343888"/>
              <a:gd name="connsiteX85" fmla="*/ 324784 w 458518"/>
              <a:gd name="connsiteY85" fmla="*/ 219707 h 343888"/>
              <a:gd name="connsiteX86" fmla="*/ 382098 w 458518"/>
              <a:gd name="connsiteY86" fmla="*/ 219707 h 343888"/>
              <a:gd name="connsiteX87" fmla="*/ 399293 w 458518"/>
              <a:gd name="connsiteY87" fmla="*/ 219707 h 343888"/>
              <a:gd name="connsiteX88" fmla="*/ 399293 w 458518"/>
              <a:gd name="connsiteY88" fmla="*/ 267469 h 343888"/>
              <a:gd name="connsiteX89" fmla="*/ 382098 w 458518"/>
              <a:gd name="connsiteY89" fmla="*/ 267469 h 343888"/>
              <a:gd name="connsiteX90" fmla="*/ 382098 w 458518"/>
              <a:gd name="connsiteY90" fmla="*/ 219707 h 343888"/>
              <a:gd name="connsiteX91" fmla="*/ 382098 w 458518"/>
              <a:gd name="connsiteY91" fmla="*/ 124182 h 343888"/>
              <a:gd name="connsiteX92" fmla="*/ 399293 w 458518"/>
              <a:gd name="connsiteY92" fmla="*/ 124182 h 343888"/>
              <a:gd name="connsiteX93" fmla="*/ 399293 w 458518"/>
              <a:gd name="connsiteY93" fmla="*/ 171944 h 343888"/>
              <a:gd name="connsiteX94" fmla="*/ 382098 w 458518"/>
              <a:gd name="connsiteY94" fmla="*/ 171944 h 343888"/>
              <a:gd name="connsiteX95" fmla="*/ 382098 w 458518"/>
              <a:gd name="connsiteY95" fmla="*/ 124182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58518" h="343888">
                <a:moveTo>
                  <a:pt x="439413" y="57315"/>
                </a:moveTo>
                <a:lnTo>
                  <a:pt x="296126" y="57315"/>
                </a:lnTo>
                <a:lnTo>
                  <a:pt x="296126" y="19105"/>
                </a:lnTo>
                <a:cubicBezTo>
                  <a:pt x="296126" y="7642"/>
                  <a:pt x="288484" y="0"/>
                  <a:pt x="277021" y="0"/>
                </a:cubicBezTo>
                <a:lnTo>
                  <a:pt x="181497" y="0"/>
                </a:lnTo>
                <a:cubicBezTo>
                  <a:pt x="170034" y="0"/>
                  <a:pt x="162392" y="7642"/>
                  <a:pt x="162392" y="19105"/>
                </a:cubicBezTo>
                <a:lnTo>
                  <a:pt x="162392" y="57315"/>
                </a:lnTo>
                <a:lnTo>
                  <a:pt x="19105" y="57315"/>
                </a:lnTo>
                <a:cubicBezTo>
                  <a:pt x="7642" y="57315"/>
                  <a:pt x="0" y="64957"/>
                  <a:pt x="0" y="76420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181497" y="343889"/>
                </a:lnTo>
                <a:cubicBezTo>
                  <a:pt x="192960" y="343889"/>
                  <a:pt x="200602" y="336247"/>
                  <a:pt x="200602" y="324784"/>
                </a:cubicBezTo>
                <a:lnTo>
                  <a:pt x="200602" y="210154"/>
                </a:lnTo>
                <a:lnTo>
                  <a:pt x="257916" y="210154"/>
                </a:lnTo>
                <a:lnTo>
                  <a:pt x="257916" y="324784"/>
                </a:lnTo>
                <a:cubicBezTo>
                  <a:pt x="257916" y="336247"/>
                  <a:pt x="265558" y="343889"/>
                  <a:pt x="277021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76420"/>
                </a:lnTo>
                <a:cubicBezTo>
                  <a:pt x="458518" y="64957"/>
                  <a:pt x="450876" y="57315"/>
                  <a:pt x="439413" y="57315"/>
                </a:cubicBezTo>
                <a:close/>
                <a:moveTo>
                  <a:pt x="181497" y="19105"/>
                </a:moveTo>
                <a:lnTo>
                  <a:pt x="277021" y="19105"/>
                </a:lnTo>
                <a:lnTo>
                  <a:pt x="277021" y="114630"/>
                </a:lnTo>
                <a:lnTo>
                  <a:pt x="181497" y="114630"/>
                </a:lnTo>
                <a:lnTo>
                  <a:pt x="181497" y="19105"/>
                </a:lnTo>
                <a:close/>
                <a:moveTo>
                  <a:pt x="439413" y="324784"/>
                </a:moveTo>
                <a:lnTo>
                  <a:pt x="277021" y="324784"/>
                </a:lnTo>
                <a:lnTo>
                  <a:pt x="277021" y="210154"/>
                </a:lnTo>
                <a:cubicBezTo>
                  <a:pt x="277021" y="198691"/>
                  <a:pt x="269379" y="191049"/>
                  <a:pt x="257916" y="191049"/>
                </a:cubicBezTo>
                <a:lnTo>
                  <a:pt x="200602" y="191049"/>
                </a:lnTo>
                <a:cubicBezTo>
                  <a:pt x="189139" y="191049"/>
                  <a:pt x="181497" y="198691"/>
                  <a:pt x="181497" y="210154"/>
                </a:cubicBezTo>
                <a:lnTo>
                  <a:pt x="181497" y="324784"/>
                </a:lnTo>
                <a:lnTo>
                  <a:pt x="19105" y="324784"/>
                </a:lnTo>
                <a:lnTo>
                  <a:pt x="19105" y="76420"/>
                </a:lnTo>
                <a:lnTo>
                  <a:pt x="162392" y="76420"/>
                </a:lnTo>
                <a:lnTo>
                  <a:pt x="162392" y="114630"/>
                </a:lnTo>
                <a:cubicBezTo>
                  <a:pt x="162392" y="126092"/>
                  <a:pt x="170034" y="133734"/>
                  <a:pt x="181497" y="133734"/>
                </a:cubicBezTo>
                <a:lnTo>
                  <a:pt x="277021" y="133734"/>
                </a:lnTo>
                <a:cubicBezTo>
                  <a:pt x="288484" y="133734"/>
                  <a:pt x="296126" y="126092"/>
                  <a:pt x="296126" y="114630"/>
                </a:cubicBezTo>
                <a:lnTo>
                  <a:pt x="296126" y="76420"/>
                </a:lnTo>
                <a:lnTo>
                  <a:pt x="439413" y="76420"/>
                </a:lnTo>
                <a:lnTo>
                  <a:pt x="439413" y="324784"/>
                </a:lnTo>
                <a:close/>
                <a:moveTo>
                  <a:pt x="238811" y="38210"/>
                </a:moveTo>
                <a:lnTo>
                  <a:pt x="219707" y="38210"/>
                </a:lnTo>
                <a:lnTo>
                  <a:pt x="219707" y="57315"/>
                </a:lnTo>
                <a:lnTo>
                  <a:pt x="200602" y="57315"/>
                </a:lnTo>
                <a:lnTo>
                  <a:pt x="200602" y="76420"/>
                </a:lnTo>
                <a:lnTo>
                  <a:pt x="219707" y="76420"/>
                </a:lnTo>
                <a:lnTo>
                  <a:pt x="219707" y="95525"/>
                </a:lnTo>
                <a:lnTo>
                  <a:pt x="238811" y="95525"/>
                </a:lnTo>
                <a:lnTo>
                  <a:pt x="238811" y="76420"/>
                </a:lnTo>
                <a:lnTo>
                  <a:pt x="257916" y="76420"/>
                </a:lnTo>
                <a:lnTo>
                  <a:pt x="257916" y="57315"/>
                </a:lnTo>
                <a:lnTo>
                  <a:pt x="238811" y="57315"/>
                </a:lnTo>
                <a:lnTo>
                  <a:pt x="238811" y="38210"/>
                </a:lnTo>
                <a:close/>
                <a:moveTo>
                  <a:pt x="57315" y="124182"/>
                </a:moveTo>
                <a:lnTo>
                  <a:pt x="74509" y="124182"/>
                </a:lnTo>
                <a:lnTo>
                  <a:pt x="74509" y="171944"/>
                </a:lnTo>
                <a:lnTo>
                  <a:pt x="57315" y="171944"/>
                </a:lnTo>
                <a:lnTo>
                  <a:pt x="57315" y="124182"/>
                </a:lnTo>
                <a:close/>
                <a:moveTo>
                  <a:pt x="57315" y="219707"/>
                </a:moveTo>
                <a:lnTo>
                  <a:pt x="74509" y="219707"/>
                </a:lnTo>
                <a:lnTo>
                  <a:pt x="74509" y="267469"/>
                </a:lnTo>
                <a:lnTo>
                  <a:pt x="57315" y="267469"/>
                </a:lnTo>
                <a:lnTo>
                  <a:pt x="57315" y="219707"/>
                </a:lnTo>
                <a:close/>
                <a:moveTo>
                  <a:pt x="114630" y="219707"/>
                </a:moveTo>
                <a:lnTo>
                  <a:pt x="131824" y="219707"/>
                </a:lnTo>
                <a:lnTo>
                  <a:pt x="131824" y="267469"/>
                </a:lnTo>
                <a:lnTo>
                  <a:pt x="114630" y="267469"/>
                </a:lnTo>
                <a:lnTo>
                  <a:pt x="114630" y="219707"/>
                </a:lnTo>
                <a:close/>
                <a:moveTo>
                  <a:pt x="114630" y="124182"/>
                </a:moveTo>
                <a:lnTo>
                  <a:pt x="131824" y="124182"/>
                </a:lnTo>
                <a:lnTo>
                  <a:pt x="131824" y="171944"/>
                </a:lnTo>
                <a:lnTo>
                  <a:pt x="114630" y="171944"/>
                </a:lnTo>
                <a:lnTo>
                  <a:pt x="114630" y="124182"/>
                </a:lnTo>
                <a:close/>
                <a:moveTo>
                  <a:pt x="324784" y="124182"/>
                </a:moveTo>
                <a:lnTo>
                  <a:pt x="341978" y="124182"/>
                </a:lnTo>
                <a:lnTo>
                  <a:pt x="341978" y="171944"/>
                </a:lnTo>
                <a:lnTo>
                  <a:pt x="324784" y="171944"/>
                </a:lnTo>
                <a:lnTo>
                  <a:pt x="324784" y="124182"/>
                </a:lnTo>
                <a:close/>
                <a:moveTo>
                  <a:pt x="324784" y="219707"/>
                </a:moveTo>
                <a:lnTo>
                  <a:pt x="341978" y="219707"/>
                </a:lnTo>
                <a:lnTo>
                  <a:pt x="341978" y="267469"/>
                </a:lnTo>
                <a:lnTo>
                  <a:pt x="324784" y="267469"/>
                </a:lnTo>
                <a:lnTo>
                  <a:pt x="324784" y="219707"/>
                </a:lnTo>
                <a:close/>
                <a:moveTo>
                  <a:pt x="382098" y="219707"/>
                </a:moveTo>
                <a:lnTo>
                  <a:pt x="399293" y="219707"/>
                </a:lnTo>
                <a:lnTo>
                  <a:pt x="399293" y="267469"/>
                </a:lnTo>
                <a:lnTo>
                  <a:pt x="382098" y="267469"/>
                </a:lnTo>
                <a:lnTo>
                  <a:pt x="382098" y="219707"/>
                </a:lnTo>
                <a:close/>
                <a:moveTo>
                  <a:pt x="382098" y="124182"/>
                </a:moveTo>
                <a:lnTo>
                  <a:pt x="399293" y="124182"/>
                </a:lnTo>
                <a:lnTo>
                  <a:pt x="399293" y="171944"/>
                </a:lnTo>
                <a:lnTo>
                  <a:pt x="382098" y="171944"/>
                </a:lnTo>
                <a:lnTo>
                  <a:pt x="382098" y="12418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2" name="Graphic 275" descr="Doctor’s office icon.">
            <a:extLst>
              <a:ext uri="{FF2B5EF4-FFF2-40B4-BE49-F238E27FC236}">
                <a16:creationId xmlns:a16="http://schemas.microsoft.com/office/drawing/2014/main" id="{E1EFC382-3652-4568-BBF7-011CF1BE19A0}"/>
              </a:ext>
            </a:extLst>
          </p:cNvPr>
          <p:cNvSpPr>
            <a:spLocks noChangeAspect="1"/>
          </p:cNvSpPr>
          <p:nvPr/>
        </p:nvSpPr>
        <p:spPr>
          <a:xfrm>
            <a:off x="4713284" y="1371260"/>
            <a:ext cx="305678" cy="458518"/>
          </a:xfrm>
          <a:custGeom>
            <a:avLst/>
            <a:gdLst>
              <a:gd name="connsiteX0" fmla="*/ 162392 w 305678"/>
              <a:gd name="connsiteY0" fmla="*/ 38210 h 458518"/>
              <a:gd name="connsiteX1" fmla="*/ 143287 w 305678"/>
              <a:gd name="connsiteY1" fmla="*/ 38210 h 458518"/>
              <a:gd name="connsiteX2" fmla="*/ 143287 w 305678"/>
              <a:gd name="connsiteY2" fmla="*/ 57315 h 458518"/>
              <a:gd name="connsiteX3" fmla="*/ 124182 w 305678"/>
              <a:gd name="connsiteY3" fmla="*/ 57315 h 458518"/>
              <a:gd name="connsiteX4" fmla="*/ 124182 w 305678"/>
              <a:gd name="connsiteY4" fmla="*/ 78330 h 458518"/>
              <a:gd name="connsiteX5" fmla="*/ 143287 w 305678"/>
              <a:gd name="connsiteY5" fmla="*/ 78330 h 458518"/>
              <a:gd name="connsiteX6" fmla="*/ 143287 w 305678"/>
              <a:gd name="connsiteY6" fmla="*/ 97435 h 458518"/>
              <a:gd name="connsiteX7" fmla="*/ 162392 w 305678"/>
              <a:gd name="connsiteY7" fmla="*/ 97435 h 458518"/>
              <a:gd name="connsiteX8" fmla="*/ 162392 w 305678"/>
              <a:gd name="connsiteY8" fmla="*/ 78330 h 458518"/>
              <a:gd name="connsiteX9" fmla="*/ 181497 w 305678"/>
              <a:gd name="connsiteY9" fmla="*/ 78330 h 458518"/>
              <a:gd name="connsiteX10" fmla="*/ 181497 w 305678"/>
              <a:gd name="connsiteY10" fmla="*/ 57315 h 458518"/>
              <a:gd name="connsiteX11" fmla="*/ 162392 w 305678"/>
              <a:gd name="connsiteY11" fmla="*/ 57315 h 458518"/>
              <a:gd name="connsiteX12" fmla="*/ 162392 w 305678"/>
              <a:gd name="connsiteY12" fmla="*/ 38210 h 458518"/>
              <a:gd name="connsiteX13" fmla="*/ 286574 w 305678"/>
              <a:gd name="connsiteY13" fmla="*/ 38210 h 458518"/>
              <a:gd name="connsiteX14" fmla="*/ 219707 w 305678"/>
              <a:gd name="connsiteY14" fmla="*/ 38210 h 458518"/>
              <a:gd name="connsiteX15" fmla="*/ 219707 w 305678"/>
              <a:gd name="connsiteY15" fmla="*/ 19105 h 458518"/>
              <a:gd name="connsiteX16" fmla="*/ 200602 w 305678"/>
              <a:gd name="connsiteY16" fmla="*/ 0 h 458518"/>
              <a:gd name="connsiteX17" fmla="*/ 105077 w 305678"/>
              <a:gd name="connsiteY17" fmla="*/ 0 h 458518"/>
              <a:gd name="connsiteX18" fmla="*/ 85972 w 305678"/>
              <a:gd name="connsiteY18" fmla="*/ 19105 h 458518"/>
              <a:gd name="connsiteX19" fmla="*/ 85972 w 305678"/>
              <a:gd name="connsiteY19" fmla="*/ 38210 h 458518"/>
              <a:gd name="connsiteX20" fmla="*/ 19105 w 305678"/>
              <a:gd name="connsiteY20" fmla="*/ 38210 h 458518"/>
              <a:gd name="connsiteX21" fmla="*/ 0 w 305678"/>
              <a:gd name="connsiteY21" fmla="*/ 57315 h 458518"/>
              <a:gd name="connsiteX22" fmla="*/ 0 w 305678"/>
              <a:gd name="connsiteY22" fmla="*/ 439413 h 458518"/>
              <a:gd name="connsiteX23" fmla="*/ 19105 w 305678"/>
              <a:gd name="connsiteY23" fmla="*/ 458518 h 458518"/>
              <a:gd name="connsiteX24" fmla="*/ 114630 w 305678"/>
              <a:gd name="connsiteY24" fmla="*/ 458518 h 458518"/>
              <a:gd name="connsiteX25" fmla="*/ 133734 w 305678"/>
              <a:gd name="connsiteY25" fmla="*/ 439413 h 458518"/>
              <a:gd name="connsiteX26" fmla="*/ 133734 w 305678"/>
              <a:gd name="connsiteY26" fmla="*/ 343889 h 458518"/>
              <a:gd name="connsiteX27" fmla="*/ 171944 w 305678"/>
              <a:gd name="connsiteY27" fmla="*/ 343889 h 458518"/>
              <a:gd name="connsiteX28" fmla="*/ 171944 w 305678"/>
              <a:gd name="connsiteY28" fmla="*/ 439413 h 458518"/>
              <a:gd name="connsiteX29" fmla="*/ 191049 w 305678"/>
              <a:gd name="connsiteY29" fmla="*/ 458518 h 458518"/>
              <a:gd name="connsiteX30" fmla="*/ 286574 w 305678"/>
              <a:gd name="connsiteY30" fmla="*/ 458518 h 458518"/>
              <a:gd name="connsiteX31" fmla="*/ 305679 w 305678"/>
              <a:gd name="connsiteY31" fmla="*/ 439413 h 458518"/>
              <a:gd name="connsiteX32" fmla="*/ 305679 w 305678"/>
              <a:gd name="connsiteY32" fmla="*/ 57315 h 458518"/>
              <a:gd name="connsiteX33" fmla="*/ 286574 w 305678"/>
              <a:gd name="connsiteY33" fmla="*/ 38210 h 458518"/>
              <a:gd name="connsiteX34" fmla="*/ 105077 w 305678"/>
              <a:gd name="connsiteY34" fmla="*/ 19105 h 458518"/>
              <a:gd name="connsiteX35" fmla="*/ 200602 w 305678"/>
              <a:gd name="connsiteY35" fmla="*/ 19105 h 458518"/>
              <a:gd name="connsiteX36" fmla="*/ 200602 w 305678"/>
              <a:gd name="connsiteY36" fmla="*/ 114630 h 458518"/>
              <a:gd name="connsiteX37" fmla="*/ 105077 w 305678"/>
              <a:gd name="connsiteY37" fmla="*/ 114630 h 458518"/>
              <a:gd name="connsiteX38" fmla="*/ 105077 w 305678"/>
              <a:gd name="connsiteY38" fmla="*/ 19105 h 458518"/>
              <a:gd name="connsiteX39" fmla="*/ 286574 w 305678"/>
              <a:gd name="connsiteY39" fmla="*/ 439413 h 458518"/>
              <a:gd name="connsiteX40" fmla="*/ 191049 w 305678"/>
              <a:gd name="connsiteY40" fmla="*/ 439413 h 458518"/>
              <a:gd name="connsiteX41" fmla="*/ 191049 w 305678"/>
              <a:gd name="connsiteY41" fmla="*/ 343889 h 458518"/>
              <a:gd name="connsiteX42" fmla="*/ 171944 w 305678"/>
              <a:gd name="connsiteY42" fmla="*/ 324784 h 458518"/>
              <a:gd name="connsiteX43" fmla="*/ 133734 w 305678"/>
              <a:gd name="connsiteY43" fmla="*/ 324784 h 458518"/>
              <a:gd name="connsiteX44" fmla="*/ 114630 w 305678"/>
              <a:gd name="connsiteY44" fmla="*/ 343889 h 458518"/>
              <a:gd name="connsiteX45" fmla="*/ 114630 w 305678"/>
              <a:gd name="connsiteY45" fmla="*/ 439413 h 458518"/>
              <a:gd name="connsiteX46" fmla="*/ 19105 w 305678"/>
              <a:gd name="connsiteY46" fmla="*/ 439413 h 458518"/>
              <a:gd name="connsiteX47" fmla="*/ 19105 w 305678"/>
              <a:gd name="connsiteY47" fmla="*/ 57315 h 458518"/>
              <a:gd name="connsiteX48" fmla="*/ 85972 w 305678"/>
              <a:gd name="connsiteY48" fmla="*/ 57315 h 458518"/>
              <a:gd name="connsiteX49" fmla="*/ 85972 w 305678"/>
              <a:gd name="connsiteY49" fmla="*/ 114630 h 458518"/>
              <a:gd name="connsiteX50" fmla="*/ 105077 w 305678"/>
              <a:gd name="connsiteY50" fmla="*/ 133734 h 458518"/>
              <a:gd name="connsiteX51" fmla="*/ 200602 w 305678"/>
              <a:gd name="connsiteY51" fmla="*/ 133734 h 458518"/>
              <a:gd name="connsiteX52" fmla="*/ 219707 w 305678"/>
              <a:gd name="connsiteY52" fmla="*/ 114630 h 458518"/>
              <a:gd name="connsiteX53" fmla="*/ 219707 w 305678"/>
              <a:gd name="connsiteY53" fmla="*/ 57315 h 458518"/>
              <a:gd name="connsiteX54" fmla="*/ 286574 w 305678"/>
              <a:gd name="connsiteY54" fmla="*/ 57315 h 458518"/>
              <a:gd name="connsiteX55" fmla="*/ 286574 w 305678"/>
              <a:gd name="connsiteY55" fmla="*/ 439413 h 458518"/>
              <a:gd name="connsiteX56" fmla="*/ 57315 w 305678"/>
              <a:gd name="connsiteY56" fmla="*/ 154750 h 458518"/>
              <a:gd name="connsiteX57" fmla="*/ 76420 w 305678"/>
              <a:gd name="connsiteY57" fmla="*/ 154750 h 458518"/>
              <a:gd name="connsiteX58" fmla="*/ 76420 w 305678"/>
              <a:gd name="connsiteY58" fmla="*/ 212065 h 458518"/>
              <a:gd name="connsiteX59" fmla="*/ 57315 w 305678"/>
              <a:gd name="connsiteY59" fmla="*/ 212065 h 458518"/>
              <a:gd name="connsiteX60" fmla="*/ 57315 w 305678"/>
              <a:gd name="connsiteY60" fmla="*/ 154750 h 458518"/>
              <a:gd name="connsiteX61" fmla="*/ 229259 w 305678"/>
              <a:gd name="connsiteY61" fmla="*/ 154750 h 458518"/>
              <a:gd name="connsiteX62" fmla="*/ 248364 w 305678"/>
              <a:gd name="connsiteY62" fmla="*/ 154750 h 458518"/>
              <a:gd name="connsiteX63" fmla="*/ 248364 w 305678"/>
              <a:gd name="connsiteY63" fmla="*/ 212065 h 458518"/>
              <a:gd name="connsiteX64" fmla="*/ 229259 w 305678"/>
              <a:gd name="connsiteY64" fmla="*/ 212065 h 458518"/>
              <a:gd name="connsiteX65" fmla="*/ 229259 w 305678"/>
              <a:gd name="connsiteY65" fmla="*/ 154750 h 458518"/>
              <a:gd name="connsiteX66" fmla="*/ 143287 w 305678"/>
              <a:gd name="connsiteY66" fmla="*/ 154750 h 458518"/>
              <a:gd name="connsiteX67" fmla="*/ 162392 w 305678"/>
              <a:gd name="connsiteY67" fmla="*/ 154750 h 458518"/>
              <a:gd name="connsiteX68" fmla="*/ 162392 w 305678"/>
              <a:gd name="connsiteY68" fmla="*/ 212065 h 458518"/>
              <a:gd name="connsiteX69" fmla="*/ 143287 w 305678"/>
              <a:gd name="connsiteY69" fmla="*/ 212065 h 458518"/>
              <a:gd name="connsiteX70" fmla="*/ 143287 w 305678"/>
              <a:gd name="connsiteY70" fmla="*/ 154750 h 458518"/>
              <a:gd name="connsiteX71" fmla="*/ 57315 w 305678"/>
              <a:gd name="connsiteY71" fmla="*/ 250274 h 458518"/>
              <a:gd name="connsiteX72" fmla="*/ 76420 w 305678"/>
              <a:gd name="connsiteY72" fmla="*/ 250274 h 458518"/>
              <a:gd name="connsiteX73" fmla="*/ 76420 w 305678"/>
              <a:gd name="connsiteY73" fmla="*/ 307589 h 458518"/>
              <a:gd name="connsiteX74" fmla="*/ 57315 w 305678"/>
              <a:gd name="connsiteY74" fmla="*/ 307589 h 458518"/>
              <a:gd name="connsiteX75" fmla="*/ 57315 w 305678"/>
              <a:gd name="connsiteY75" fmla="*/ 250274 h 458518"/>
              <a:gd name="connsiteX76" fmla="*/ 229259 w 305678"/>
              <a:gd name="connsiteY76" fmla="*/ 250274 h 458518"/>
              <a:gd name="connsiteX77" fmla="*/ 248364 w 305678"/>
              <a:gd name="connsiteY77" fmla="*/ 250274 h 458518"/>
              <a:gd name="connsiteX78" fmla="*/ 248364 w 305678"/>
              <a:gd name="connsiteY78" fmla="*/ 307589 h 458518"/>
              <a:gd name="connsiteX79" fmla="*/ 229259 w 305678"/>
              <a:gd name="connsiteY79" fmla="*/ 307589 h 458518"/>
              <a:gd name="connsiteX80" fmla="*/ 229259 w 305678"/>
              <a:gd name="connsiteY80" fmla="*/ 250274 h 458518"/>
              <a:gd name="connsiteX81" fmla="*/ 143287 w 305678"/>
              <a:gd name="connsiteY81" fmla="*/ 250274 h 458518"/>
              <a:gd name="connsiteX82" fmla="*/ 162392 w 305678"/>
              <a:gd name="connsiteY82" fmla="*/ 250274 h 458518"/>
              <a:gd name="connsiteX83" fmla="*/ 162392 w 305678"/>
              <a:gd name="connsiteY83" fmla="*/ 307589 h 458518"/>
              <a:gd name="connsiteX84" fmla="*/ 143287 w 305678"/>
              <a:gd name="connsiteY84" fmla="*/ 307589 h 458518"/>
              <a:gd name="connsiteX85" fmla="*/ 143287 w 305678"/>
              <a:gd name="connsiteY85" fmla="*/ 25027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05678" h="458518">
                <a:moveTo>
                  <a:pt x="162392" y="38210"/>
                </a:moveTo>
                <a:lnTo>
                  <a:pt x="143287" y="38210"/>
                </a:lnTo>
                <a:lnTo>
                  <a:pt x="143287" y="57315"/>
                </a:lnTo>
                <a:lnTo>
                  <a:pt x="124182" y="57315"/>
                </a:lnTo>
                <a:lnTo>
                  <a:pt x="124182" y="78330"/>
                </a:lnTo>
                <a:lnTo>
                  <a:pt x="143287" y="78330"/>
                </a:lnTo>
                <a:lnTo>
                  <a:pt x="143287" y="97435"/>
                </a:lnTo>
                <a:lnTo>
                  <a:pt x="162392" y="97435"/>
                </a:lnTo>
                <a:lnTo>
                  <a:pt x="162392" y="78330"/>
                </a:lnTo>
                <a:lnTo>
                  <a:pt x="181497" y="78330"/>
                </a:lnTo>
                <a:lnTo>
                  <a:pt x="181497" y="57315"/>
                </a:lnTo>
                <a:lnTo>
                  <a:pt x="162392" y="57315"/>
                </a:lnTo>
                <a:lnTo>
                  <a:pt x="162392" y="38210"/>
                </a:lnTo>
                <a:close/>
                <a:moveTo>
                  <a:pt x="286574" y="38210"/>
                </a:moveTo>
                <a:lnTo>
                  <a:pt x="219707" y="38210"/>
                </a:lnTo>
                <a:lnTo>
                  <a:pt x="219707" y="19105"/>
                </a:lnTo>
                <a:cubicBezTo>
                  <a:pt x="219707" y="7642"/>
                  <a:pt x="212065" y="0"/>
                  <a:pt x="200602" y="0"/>
                </a:cubicBezTo>
                <a:lnTo>
                  <a:pt x="105077" y="0"/>
                </a:lnTo>
                <a:cubicBezTo>
                  <a:pt x="93614" y="0"/>
                  <a:pt x="85972" y="7642"/>
                  <a:pt x="85972" y="19105"/>
                </a:cubicBezTo>
                <a:lnTo>
                  <a:pt x="85972" y="38210"/>
                </a:lnTo>
                <a:lnTo>
                  <a:pt x="19105" y="38210"/>
                </a:lnTo>
                <a:cubicBezTo>
                  <a:pt x="7642" y="38210"/>
                  <a:pt x="0" y="47762"/>
                  <a:pt x="0" y="5731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114630" y="458518"/>
                </a:lnTo>
                <a:cubicBezTo>
                  <a:pt x="126092" y="458518"/>
                  <a:pt x="133734" y="450876"/>
                  <a:pt x="133734" y="439413"/>
                </a:cubicBezTo>
                <a:lnTo>
                  <a:pt x="133734" y="343889"/>
                </a:lnTo>
                <a:lnTo>
                  <a:pt x="171944" y="343889"/>
                </a:lnTo>
                <a:lnTo>
                  <a:pt x="171944" y="439413"/>
                </a:lnTo>
                <a:cubicBezTo>
                  <a:pt x="171944" y="450876"/>
                  <a:pt x="179586" y="458518"/>
                  <a:pt x="191049" y="458518"/>
                </a:cubicBezTo>
                <a:lnTo>
                  <a:pt x="286574" y="458518"/>
                </a:lnTo>
                <a:cubicBezTo>
                  <a:pt x="298037" y="458518"/>
                  <a:pt x="305679" y="450876"/>
                  <a:pt x="305679" y="439413"/>
                </a:cubicBezTo>
                <a:lnTo>
                  <a:pt x="305679" y="57315"/>
                </a:lnTo>
                <a:cubicBezTo>
                  <a:pt x="305679" y="47762"/>
                  <a:pt x="298037" y="38210"/>
                  <a:pt x="286574" y="38210"/>
                </a:cubicBezTo>
                <a:close/>
                <a:moveTo>
                  <a:pt x="105077" y="19105"/>
                </a:moveTo>
                <a:lnTo>
                  <a:pt x="200602" y="19105"/>
                </a:lnTo>
                <a:lnTo>
                  <a:pt x="200602" y="114630"/>
                </a:lnTo>
                <a:lnTo>
                  <a:pt x="105077" y="114630"/>
                </a:lnTo>
                <a:lnTo>
                  <a:pt x="105077" y="19105"/>
                </a:lnTo>
                <a:close/>
                <a:moveTo>
                  <a:pt x="286574" y="439413"/>
                </a:moveTo>
                <a:lnTo>
                  <a:pt x="191049" y="439413"/>
                </a:lnTo>
                <a:lnTo>
                  <a:pt x="191049" y="343889"/>
                </a:lnTo>
                <a:cubicBezTo>
                  <a:pt x="191049" y="332426"/>
                  <a:pt x="183407" y="324784"/>
                  <a:pt x="171944" y="324784"/>
                </a:cubicBezTo>
                <a:lnTo>
                  <a:pt x="133734" y="324784"/>
                </a:lnTo>
                <a:cubicBezTo>
                  <a:pt x="122271" y="324784"/>
                  <a:pt x="114630" y="332426"/>
                  <a:pt x="114630" y="343889"/>
                </a:cubicBezTo>
                <a:lnTo>
                  <a:pt x="114630" y="439413"/>
                </a:lnTo>
                <a:lnTo>
                  <a:pt x="19105" y="439413"/>
                </a:lnTo>
                <a:lnTo>
                  <a:pt x="19105" y="57315"/>
                </a:lnTo>
                <a:lnTo>
                  <a:pt x="85972" y="57315"/>
                </a:lnTo>
                <a:lnTo>
                  <a:pt x="85972" y="114630"/>
                </a:lnTo>
                <a:cubicBezTo>
                  <a:pt x="85972" y="126092"/>
                  <a:pt x="93614" y="133734"/>
                  <a:pt x="105077" y="133734"/>
                </a:cubicBezTo>
                <a:lnTo>
                  <a:pt x="200602" y="133734"/>
                </a:lnTo>
                <a:cubicBezTo>
                  <a:pt x="212065" y="133734"/>
                  <a:pt x="219707" y="126092"/>
                  <a:pt x="219707" y="114630"/>
                </a:cubicBezTo>
                <a:lnTo>
                  <a:pt x="219707" y="57315"/>
                </a:lnTo>
                <a:lnTo>
                  <a:pt x="286574" y="57315"/>
                </a:lnTo>
                <a:lnTo>
                  <a:pt x="286574" y="439413"/>
                </a:lnTo>
                <a:close/>
                <a:moveTo>
                  <a:pt x="57315" y="154750"/>
                </a:moveTo>
                <a:lnTo>
                  <a:pt x="76420" y="154750"/>
                </a:lnTo>
                <a:lnTo>
                  <a:pt x="76420" y="212065"/>
                </a:lnTo>
                <a:lnTo>
                  <a:pt x="57315" y="212065"/>
                </a:lnTo>
                <a:lnTo>
                  <a:pt x="57315" y="154750"/>
                </a:lnTo>
                <a:close/>
                <a:moveTo>
                  <a:pt x="229259" y="154750"/>
                </a:moveTo>
                <a:lnTo>
                  <a:pt x="248364" y="154750"/>
                </a:lnTo>
                <a:lnTo>
                  <a:pt x="248364" y="212065"/>
                </a:lnTo>
                <a:lnTo>
                  <a:pt x="229259" y="212065"/>
                </a:lnTo>
                <a:lnTo>
                  <a:pt x="229259" y="154750"/>
                </a:lnTo>
                <a:close/>
                <a:moveTo>
                  <a:pt x="143287" y="154750"/>
                </a:moveTo>
                <a:lnTo>
                  <a:pt x="162392" y="154750"/>
                </a:lnTo>
                <a:lnTo>
                  <a:pt x="162392" y="212065"/>
                </a:lnTo>
                <a:lnTo>
                  <a:pt x="143287" y="212065"/>
                </a:lnTo>
                <a:lnTo>
                  <a:pt x="143287" y="154750"/>
                </a:lnTo>
                <a:close/>
                <a:moveTo>
                  <a:pt x="57315" y="250274"/>
                </a:moveTo>
                <a:lnTo>
                  <a:pt x="76420" y="250274"/>
                </a:lnTo>
                <a:lnTo>
                  <a:pt x="76420" y="307589"/>
                </a:lnTo>
                <a:lnTo>
                  <a:pt x="57315" y="307589"/>
                </a:lnTo>
                <a:lnTo>
                  <a:pt x="57315" y="250274"/>
                </a:lnTo>
                <a:close/>
                <a:moveTo>
                  <a:pt x="229259" y="250274"/>
                </a:moveTo>
                <a:lnTo>
                  <a:pt x="248364" y="250274"/>
                </a:lnTo>
                <a:lnTo>
                  <a:pt x="248364" y="307589"/>
                </a:lnTo>
                <a:lnTo>
                  <a:pt x="229259" y="307589"/>
                </a:lnTo>
                <a:lnTo>
                  <a:pt x="229259" y="250274"/>
                </a:lnTo>
                <a:close/>
                <a:moveTo>
                  <a:pt x="143287" y="250274"/>
                </a:moveTo>
                <a:lnTo>
                  <a:pt x="162392" y="250274"/>
                </a:lnTo>
                <a:lnTo>
                  <a:pt x="162392" y="307589"/>
                </a:lnTo>
                <a:lnTo>
                  <a:pt x="143287" y="307589"/>
                </a:lnTo>
                <a:lnTo>
                  <a:pt x="143287" y="2502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6" name="Graphic 70" descr="Clinic care area door icon.">
            <a:extLst>
              <a:ext uri="{FF2B5EF4-FFF2-40B4-BE49-F238E27FC236}">
                <a16:creationId xmlns:a16="http://schemas.microsoft.com/office/drawing/2014/main" id="{BBBC217F-6E08-4C4F-B32E-C29250F3256B}"/>
              </a:ext>
            </a:extLst>
          </p:cNvPr>
          <p:cNvSpPr/>
          <p:nvPr/>
        </p:nvSpPr>
        <p:spPr>
          <a:xfrm>
            <a:off x="5957535" y="1379030"/>
            <a:ext cx="268217" cy="459801"/>
          </a:xfrm>
          <a:custGeom>
            <a:avLst/>
            <a:gdLst>
              <a:gd name="connsiteX0" fmla="*/ 210742 w 268217"/>
              <a:gd name="connsiteY0" fmla="*/ 191584 h 459801"/>
              <a:gd name="connsiteX1" fmla="*/ 229901 w 268217"/>
              <a:gd name="connsiteY1" fmla="*/ 191584 h 459801"/>
              <a:gd name="connsiteX2" fmla="*/ 229901 w 268217"/>
              <a:gd name="connsiteY2" fmla="*/ 266301 h 459801"/>
              <a:gd name="connsiteX3" fmla="*/ 210742 w 268217"/>
              <a:gd name="connsiteY3" fmla="*/ 266301 h 459801"/>
              <a:gd name="connsiteX4" fmla="*/ 210742 w 268217"/>
              <a:gd name="connsiteY4" fmla="*/ 191584 h 459801"/>
              <a:gd name="connsiteX5" fmla="*/ 249059 w 268217"/>
              <a:gd name="connsiteY5" fmla="*/ 0 h 459801"/>
              <a:gd name="connsiteX6" fmla="*/ 19158 w 268217"/>
              <a:gd name="connsiteY6" fmla="*/ 0 h 459801"/>
              <a:gd name="connsiteX7" fmla="*/ 0 w 268217"/>
              <a:gd name="connsiteY7" fmla="*/ 19158 h 459801"/>
              <a:gd name="connsiteX8" fmla="*/ 0 w 268217"/>
              <a:gd name="connsiteY8" fmla="*/ 440643 h 459801"/>
              <a:gd name="connsiteX9" fmla="*/ 19158 w 268217"/>
              <a:gd name="connsiteY9" fmla="*/ 459801 h 459801"/>
              <a:gd name="connsiteX10" fmla="*/ 249059 w 268217"/>
              <a:gd name="connsiteY10" fmla="*/ 459801 h 459801"/>
              <a:gd name="connsiteX11" fmla="*/ 268217 w 268217"/>
              <a:gd name="connsiteY11" fmla="*/ 440643 h 459801"/>
              <a:gd name="connsiteX12" fmla="*/ 268217 w 268217"/>
              <a:gd name="connsiteY12" fmla="*/ 19158 h 459801"/>
              <a:gd name="connsiteX13" fmla="*/ 249059 w 268217"/>
              <a:gd name="connsiteY13" fmla="*/ 0 h 459801"/>
              <a:gd name="connsiteX14" fmla="*/ 249059 w 268217"/>
              <a:gd name="connsiteY14" fmla="*/ 440643 h 459801"/>
              <a:gd name="connsiteX15" fmla="*/ 19158 w 268217"/>
              <a:gd name="connsiteY15" fmla="*/ 440643 h 459801"/>
              <a:gd name="connsiteX16" fmla="*/ 19158 w 268217"/>
              <a:gd name="connsiteY16" fmla="*/ 19158 h 459801"/>
              <a:gd name="connsiteX17" fmla="*/ 249059 w 268217"/>
              <a:gd name="connsiteY17" fmla="*/ 19158 h 459801"/>
              <a:gd name="connsiteX18" fmla="*/ 249059 w 268217"/>
              <a:gd name="connsiteY18" fmla="*/ 440643 h 459801"/>
              <a:gd name="connsiteX19" fmla="*/ 86213 w 268217"/>
              <a:gd name="connsiteY19" fmla="*/ 114950 h 459801"/>
              <a:gd name="connsiteX20" fmla="*/ 124529 w 268217"/>
              <a:gd name="connsiteY20" fmla="*/ 114950 h 459801"/>
              <a:gd name="connsiteX21" fmla="*/ 124529 w 268217"/>
              <a:gd name="connsiteY21" fmla="*/ 153267 h 459801"/>
              <a:gd name="connsiteX22" fmla="*/ 143688 w 268217"/>
              <a:gd name="connsiteY22" fmla="*/ 153267 h 459801"/>
              <a:gd name="connsiteX23" fmla="*/ 143688 w 268217"/>
              <a:gd name="connsiteY23" fmla="*/ 114950 h 459801"/>
              <a:gd name="connsiteX24" fmla="*/ 182005 w 268217"/>
              <a:gd name="connsiteY24" fmla="*/ 114950 h 459801"/>
              <a:gd name="connsiteX25" fmla="*/ 182005 w 268217"/>
              <a:gd name="connsiteY25" fmla="*/ 95792 h 459801"/>
              <a:gd name="connsiteX26" fmla="*/ 143688 w 268217"/>
              <a:gd name="connsiteY26" fmla="*/ 95792 h 459801"/>
              <a:gd name="connsiteX27" fmla="*/ 143688 w 268217"/>
              <a:gd name="connsiteY27" fmla="*/ 57475 h 459801"/>
              <a:gd name="connsiteX28" fmla="*/ 124529 w 268217"/>
              <a:gd name="connsiteY28" fmla="*/ 57475 h 459801"/>
              <a:gd name="connsiteX29" fmla="*/ 124529 w 268217"/>
              <a:gd name="connsiteY29" fmla="*/ 95792 h 459801"/>
              <a:gd name="connsiteX30" fmla="*/ 86213 w 268217"/>
              <a:gd name="connsiteY30" fmla="*/ 95792 h 459801"/>
              <a:gd name="connsiteX31" fmla="*/ 86213 w 268217"/>
              <a:gd name="connsiteY31" fmla="*/ 114950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68217" h="459801">
                <a:moveTo>
                  <a:pt x="210742" y="191584"/>
                </a:moveTo>
                <a:lnTo>
                  <a:pt x="229901" y="191584"/>
                </a:lnTo>
                <a:lnTo>
                  <a:pt x="229901" y="266301"/>
                </a:lnTo>
                <a:lnTo>
                  <a:pt x="210742" y="266301"/>
                </a:lnTo>
                <a:lnTo>
                  <a:pt x="210742" y="191584"/>
                </a:lnTo>
                <a:close/>
                <a:moveTo>
                  <a:pt x="249059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40643"/>
                </a:lnTo>
                <a:cubicBezTo>
                  <a:pt x="0" y="452138"/>
                  <a:pt x="7663" y="459801"/>
                  <a:pt x="19158" y="459801"/>
                </a:cubicBezTo>
                <a:lnTo>
                  <a:pt x="249059" y="459801"/>
                </a:lnTo>
                <a:cubicBezTo>
                  <a:pt x="260554" y="459801"/>
                  <a:pt x="268217" y="452138"/>
                  <a:pt x="268217" y="440643"/>
                </a:cubicBezTo>
                <a:lnTo>
                  <a:pt x="268217" y="19158"/>
                </a:lnTo>
                <a:cubicBezTo>
                  <a:pt x="268217" y="7663"/>
                  <a:pt x="260554" y="0"/>
                  <a:pt x="249059" y="0"/>
                </a:cubicBezTo>
                <a:close/>
                <a:moveTo>
                  <a:pt x="249059" y="440643"/>
                </a:moveTo>
                <a:lnTo>
                  <a:pt x="19158" y="440643"/>
                </a:lnTo>
                <a:lnTo>
                  <a:pt x="19158" y="19158"/>
                </a:lnTo>
                <a:lnTo>
                  <a:pt x="249059" y="19158"/>
                </a:lnTo>
                <a:lnTo>
                  <a:pt x="249059" y="440643"/>
                </a:lnTo>
                <a:close/>
                <a:moveTo>
                  <a:pt x="86213" y="114950"/>
                </a:moveTo>
                <a:lnTo>
                  <a:pt x="124529" y="114950"/>
                </a:lnTo>
                <a:lnTo>
                  <a:pt x="124529" y="153267"/>
                </a:lnTo>
                <a:lnTo>
                  <a:pt x="143688" y="153267"/>
                </a:lnTo>
                <a:lnTo>
                  <a:pt x="143688" y="114950"/>
                </a:lnTo>
                <a:lnTo>
                  <a:pt x="182005" y="114950"/>
                </a:lnTo>
                <a:lnTo>
                  <a:pt x="182005" y="95792"/>
                </a:lnTo>
                <a:lnTo>
                  <a:pt x="143688" y="95792"/>
                </a:lnTo>
                <a:lnTo>
                  <a:pt x="143688" y="57475"/>
                </a:lnTo>
                <a:lnTo>
                  <a:pt x="124529" y="57475"/>
                </a:lnTo>
                <a:lnTo>
                  <a:pt x="124529" y="95792"/>
                </a:lnTo>
                <a:lnTo>
                  <a:pt x="86213" y="95792"/>
                </a:lnTo>
                <a:lnTo>
                  <a:pt x="86213" y="11495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44" descr="Stethoscope icon.">
            <a:extLst>
              <a:ext uri="{FF2B5EF4-FFF2-40B4-BE49-F238E27FC236}">
                <a16:creationId xmlns:a16="http://schemas.microsoft.com/office/drawing/2014/main" id="{C0643CE2-B63D-44FD-80A8-387A30EB73CE}"/>
              </a:ext>
            </a:extLst>
          </p:cNvPr>
          <p:cNvSpPr>
            <a:spLocks noChangeAspect="1"/>
          </p:cNvSpPr>
          <p:nvPr/>
        </p:nvSpPr>
        <p:spPr>
          <a:xfrm>
            <a:off x="7093505" y="1390365"/>
            <a:ext cx="439405" cy="439413"/>
          </a:xfrm>
          <a:custGeom>
            <a:avLst/>
            <a:gdLst>
              <a:gd name="connsiteX0" fmla="*/ 420308 w 439405"/>
              <a:gd name="connsiteY0" fmla="*/ 189139 h 439413"/>
              <a:gd name="connsiteX1" fmla="*/ 437503 w 439405"/>
              <a:gd name="connsiteY1" fmla="*/ 152839 h 439413"/>
              <a:gd name="connsiteX2" fmla="*/ 401203 w 439405"/>
              <a:gd name="connsiteY2" fmla="*/ 135645 h 439413"/>
              <a:gd name="connsiteX3" fmla="*/ 384009 w 439405"/>
              <a:gd name="connsiteY3" fmla="*/ 171944 h 439413"/>
              <a:gd name="connsiteX4" fmla="*/ 401203 w 439405"/>
              <a:gd name="connsiteY4" fmla="*/ 189139 h 439413"/>
              <a:gd name="connsiteX5" fmla="*/ 401203 w 439405"/>
              <a:gd name="connsiteY5" fmla="*/ 315231 h 439413"/>
              <a:gd name="connsiteX6" fmla="*/ 296126 w 439405"/>
              <a:gd name="connsiteY6" fmla="*/ 420308 h 439413"/>
              <a:gd name="connsiteX7" fmla="*/ 257916 w 439405"/>
              <a:gd name="connsiteY7" fmla="*/ 420308 h 439413"/>
              <a:gd name="connsiteX8" fmla="*/ 183407 w 439405"/>
              <a:gd name="connsiteY8" fmla="*/ 391651 h 439413"/>
              <a:gd name="connsiteX9" fmla="*/ 152839 w 439405"/>
              <a:gd name="connsiteY9" fmla="*/ 324784 h 439413"/>
              <a:gd name="connsiteX10" fmla="*/ 286574 w 439405"/>
              <a:gd name="connsiteY10" fmla="*/ 181497 h 439413"/>
              <a:gd name="connsiteX11" fmla="*/ 286574 w 439405"/>
              <a:gd name="connsiteY11" fmla="*/ 38210 h 439413"/>
              <a:gd name="connsiteX12" fmla="*/ 267469 w 439405"/>
              <a:gd name="connsiteY12" fmla="*/ 19105 h 439413"/>
              <a:gd name="connsiteX13" fmla="*/ 229259 w 439405"/>
              <a:gd name="connsiteY13" fmla="*/ 19105 h 439413"/>
              <a:gd name="connsiteX14" fmla="*/ 229259 w 439405"/>
              <a:gd name="connsiteY14" fmla="*/ 0 h 439413"/>
              <a:gd name="connsiteX15" fmla="*/ 210154 w 439405"/>
              <a:gd name="connsiteY15" fmla="*/ 0 h 439413"/>
              <a:gd name="connsiteX16" fmla="*/ 210154 w 439405"/>
              <a:gd name="connsiteY16" fmla="*/ 57315 h 439413"/>
              <a:gd name="connsiteX17" fmla="*/ 229259 w 439405"/>
              <a:gd name="connsiteY17" fmla="*/ 57315 h 439413"/>
              <a:gd name="connsiteX18" fmla="*/ 229259 w 439405"/>
              <a:gd name="connsiteY18" fmla="*/ 38210 h 439413"/>
              <a:gd name="connsiteX19" fmla="*/ 267469 w 439405"/>
              <a:gd name="connsiteY19" fmla="*/ 38210 h 439413"/>
              <a:gd name="connsiteX20" fmla="*/ 267469 w 439405"/>
              <a:gd name="connsiteY20" fmla="*/ 181497 h 439413"/>
              <a:gd name="connsiteX21" fmla="*/ 143287 w 439405"/>
              <a:gd name="connsiteY21" fmla="*/ 305679 h 439413"/>
              <a:gd name="connsiteX22" fmla="*/ 19105 w 439405"/>
              <a:gd name="connsiteY22" fmla="*/ 181497 h 439413"/>
              <a:gd name="connsiteX23" fmla="*/ 19105 w 439405"/>
              <a:gd name="connsiteY23" fmla="*/ 38210 h 439413"/>
              <a:gd name="connsiteX24" fmla="*/ 57315 w 439405"/>
              <a:gd name="connsiteY24" fmla="*/ 38210 h 439413"/>
              <a:gd name="connsiteX25" fmla="*/ 57315 w 439405"/>
              <a:gd name="connsiteY25" fmla="*/ 57315 h 439413"/>
              <a:gd name="connsiteX26" fmla="*/ 76420 w 439405"/>
              <a:gd name="connsiteY26" fmla="*/ 57315 h 439413"/>
              <a:gd name="connsiteX27" fmla="*/ 76420 w 439405"/>
              <a:gd name="connsiteY27" fmla="*/ 0 h 439413"/>
              <a:gd name="connsiteX28" fmla="*/ 57315 w 439405"/>
              <a:gd name="connsiteY28" fmla="*/ 0 h 439413"/>
              <a:gd name="connsiteX29" fmla="*/ 57315 w 439405"/>
              <a:gd name="connsiteY29" fmla="*/ 19105 h 439413"/>
              <a:gd name="connsiteX30" fmla="*/ 19105 w 439405"/>
              <a:gd name="connsiteY30" fmla="*/ 19105 h 439413"/>
              <a:gd name="connsiteX31" fmla="*/ 0 w 439405"/>
              <a:gd name="connsiteY31" fmla="*/ 38210 h 439413"/>
              <a:gd name="connsiteX32" fmla="*/ 0 w 439405"/>
              <a:gd name="connsiteY32" fmla="*/ 181497 h 439413"/>
              <a:gd name="connsiteX33" fmla="*/ 133734 w 439405"/>
              <a:gd name="connsiteY33" fmla="*/ 324784 h 439413"/>
              <a:gd name="connsiteX34" fmla="*/ 170034 w 439405"/>
              <a:gd name="connsiteY34" fmla="*/ 405024 h 439413"/>
              <a:gd name="connsiteX35" fmla="*/ 257916 w 439405"/>
              <a:gd name="connsiteY35" fmla="*/ 439413 h 439413"/>
              <a:gd name="connsiteX36" fmla="*/ 296126 w 439405"/>
              <a:gd name="connsiteY36" fmla="*/ 439413 h 439413"/>
              <a:gd name="connsiteX37" fmla="*/ 420308 w 439405"/>
              <a:gd name="connsiteY37" fmla="*/ 315231 h 439413"/>
              <a:gd name="connsiteX38" fmla="*/ 420308 w 439405"/>
              <a:gd name="connsiteY38" fmla="*/ 189139 h 439413"/>
              <a:gd name="connsiteX39" fmla="*/ 410756 w 439405"/>
              <a:gd name="connsiteY39" fmla="*/ 171944 h 439413"/>
              <a:gd name="connsiteX40" fmla="*/ 401203 w 439405"/>
              <a:gd name="connsiteY40" fmla="*/ 162392 h 439413"/>
              <a:gd name="connsiteX41" fmla="*/ 410756 w 439405"/>
              <a:gd name="connsiteY41" fmla="*/ 152839 h 439413"/>
              <a:gd name="connsiteX42" fmla="*/ 420308 w 439405"/>
              <a:gd name="connsiteY42" fmla="*/ 162392 h 439413"/>
              <a:gd name="connsiteX43" fmla="*/ 410756 w 439405"/>
              <a:gd name="connsiteY43" fmla="*/ 171944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39405" h="439413">
                <a:moveTo>
                  <a:pt x="420308" y="189139"/>
                </a:moveTo>
                <a:cubicBezTo>
                  <a:pt x="435592" y="183407"/>
                  <a:pt x="443234" y="168123"/>
                  <a:pt x="437503" y="152839"/>
                </a:cubicBezTo>
                <a:cubicBezTo>
                  <a:pt x="431771" y="137555"/>
                  <a:pt x="416487" y="129913"/>
                  <a:pt x="401203" y="135645"/>
                </a:cubicBezTo>
                <a:cubicBezTo>
                  <a:pt x="385919" y="141376"/>
                  <a:pt x="378277" y="156660"/>
                  <a:pt x="384009" y="171944"/>
                </a:cubicBezTo>
                <a:cubicBezTo>
                  <a:pt x="387830" y="179586"/>
                  <a:pt x="393561" y="187228"/>
                  <a:pt x="401203" y="189139"/>
                </a:cubicBezTo>
                <a:lnTo>
                  <a:pt x="401203" y="315231"/>
                </a:lnTo>
                <a:cubicBezTo>
                  <a:pt x="401203" y="372546"/>
                  <a:pt x="353441" y="420308"/>
                  <a:pt x="296126" y="420308"/>
                </a:cubicBezTo>
                <a:lnTo>
                  <a:pt x="257916" y="420308"/>
                </a:lnTo>
                <a:cubicBezTo>
                  <a:pt x="231170" y="420308"/>
                  <a:pt x="204423" y="410756"/>
                  <a:pt x="183407" y="391651"/>
                </a:cubicBezTo>
                <a:cubicBezTo>
                  <a:pt x="166213" y="374456"/>
                  <a:pt x="154750" y="349620"/>
                  <a:pt x="152839" y="324784"/>
                </a:cubicBezTo>
                <a:cubicBezTo>
                  <a:pt x="227349" y="319052"/>
                  <a:pt x="286574" y="257916"/>
                  <a:pt x="286574" y="181497"/>
                </a:cubicBezTo>
                <a:lnTo>
                  <a:pt x="286574" y="38210"/>
                </a:lnTo>
                <a:cubicBezTo>
                  <a:pt x="286574" y="26747"/>
                  <a:pt x="278932" y="19105"/>
                  <a:pt x="267469" y="19105"/>
                </a:cubicBezTo>
                <a:lnTo>
                  <a:pt x="229259" y="19105"/>
                </a:lnTo>
                <a:lnTo>
                  <a:pt x="229259" y="0"/>
                </a:lnTo>
                <a:lnTo>
                  <a:pt x="210154" y="0"/>
                </a:lnTo>
                <a:lnTo>
                  <a:pt x="210154" y="57315"/>
                </a:lnTo>
                <a:lnTo>
                  <a:pt x="229259" y="57315"/>
                </a:lnTo>
                <a:lnTo>
                  <a:pt x="229259" y="38210"/>
                </a:lnTo>
                <a:lnTo>
                  <a:pt x="267469" y="38210"/>
                </a:lnTo>
                <a:lnTo>
                  <a:pt x="267469" y="181497"/>
                </a:lnTo>
                <a:cubicBezTo>
                  <a:pt x="267469" y="250274"/>
                  <a:pt x="212065" y="305679"/>
                  <a:pt x="143287" y="305679"/>
                </a:cubicBezTo>
                <a:cubicBezTo>
                  <a:pt x="74509" y="305679"/>
                  <a:pt x="19105" y="250274"/>
                  <a:pt x="19105" y="181497"/>
                </a:cubicBezTo>
                <a:lnTo>
                  <a:pt x="19105" y="38210"/>
                </a:lnTo>
                <a:lnTo>
                  <a:pt x="57315" y="38210"/>
                </a:lnTo>
                <a:lnTo>
                  <a:pt x="57315" y="57315"/>
                </a:lnTo>
                <a:lnTo>
                  <a:pt x="76420" y="57315"/>
                </a:lnTo>
                <a:lnTo>
                  <a:pt x="76420" y="0"/>
                </a:lnTo>
                <a:lnTo>
                  <a:pt x="57315" y="0"/>
                </a:lnTo>
                <a:lnTo>
                  <a:pt x="57315" y="19105"/>
                </a:lnTo>
                <a:lnTo>
                  <a:pt x="19105" y="19105"/>
                </a:lnTo>
                <a:cubicBezTo>
                  <a:pt x="7642" y="19105"/>
                  <a:pt x="0" y="26747"/>
                  <a:pt x="0" y="38210"/>
                </a:cubicBezTo>
                <a:lnTo>
                  <a:pt x="0" y="181497"/>
                </a:lnTo>
                <a:cubicBezTo>
                  <a:pt x="0" y="257916"/>
                  <a:pt x="59225" y="319052"/>
                  <a:pt x="133734" y="324784"/>
                </a:cubicBezTo>
                <a:cubicBezTo>
                  <a:pt x="135645" y="355351"/>
                  <a:pt x="149018" y="384009"/>
                  <a:pt x="170034" y="405024"/>
                </a:cubicBezTo>
                <a:cubicBezTo>
                  <a:pt x="192960" y="427950"/>
                  <a:pt x="225438" y="439413"/>
                  <a:pt x="257916" y="439413"/>
                </a:cubicBezTo>
                <a:lnTo>
                  <a:pt x="296126" y="439413"/>
                </a:lnTo>
                <a:cubicBezTo>
                  <a:pt x="364904" y="439413"/>
                  <a:pt x="420308" y="384009"/>
                  <a:pt x="420308" y="315231"/>
                </a:cubicBezTo>
                <a:lnTo>
                  <a:pt x="420308" y="189139"/>
                </a:lnTo>
                <a:close/>
                <a:moveTo>
                  <a:pt x="410756" y="171944"/>
                </a:moveTo>
                <a:cubicBezTo>
                  <a:pt x="405024" y="171944"/>
                  <a:pt x="401203" y="168123"/>
                  <a:pt x="401203" y="162392"/>
                </a:cubicBezTo>
                <a:cubicBezTo>
                  <a:pt x="401203" y="156660"/>
                  <a:pt x="405024" y="152839"/>
                  <a:pt x="410756" y="152839"/>
                </a:cubicBezTo>
                <a:cubicBezTo>
                  <a:pt x="416487" y="152839"/>
                  <a:pt x="420308" y="156660"/>
                  <a:pt x="420308" y="162392"/>
                </a:cubicBezTo>
                <a:cubicBezTo>
                  <a:pt x="420308" y="168123"/>
                  <a:pt x="416487" y="171944"/>
                  <a:pt x="410756" y="17194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53" descr="Caduceus icon.">
            <a:extLst>
              <a:ext uri="{FF2B5EF4-FFF2-40B4-BE49-F238E27FC236}">
                <a16:creationId xmlns:a16="http://schemas.microsoft.com/office/drawing/2014/main" id="{23E01759-4831-415A-A332-699775C2BDA9}"/>
              </a:ext>
            </a:extLst>
          </p:cNvPr>
          <p:cNvSpPr>
            <a:spLocks noChangeAspect="1"/>
          </p:cNvSpPr>
          <p:nvPr/>
        </p:nvSpPr>
        <p:spPr>
          <a:xfrm>
            <a:off x="8278975" y="1316836"/>
            <a:ext cx="508704" cy="512942"/>
          </a:xfrm>
          <a:custGeom>
            <a:avLst/>
            <a:gdLst>
              <a:gd name="connsiteX0" fmla="*/ 229259 w 458518"/>
              <a:gd name="connsiteY0" fmla="*/ 95525 h 462338"/>
              <a:gd name="connsiteX1" fmla="*/ 181497 w 458518"/>
              <a:gd name="connsiteY1" fmla="*/ 49673 h 462338"/>
              <a:gd name="connsiteX2" fmla="*/ 229259 w 458518"/>
              <a:gd name="connsiteY2" fmla="*/ 0 h 462338"/>
              <a:gd name="connsiteX3" fmla="*/ 277021 w 458518"/>
              <a:gd name="connsiteY3" fmla="*/ 49673 h 462338"/>
              <a:gd name="connsiteX4" fmla="*/ 229259 w 458518"/>
              <a:gd name="connsiteY4" fmla="*/ 95525 h 462338"/>
              <a:gd name="connsiteX5" fmla="*/ 231170 w 458518"/>
              <a:gd name="connsiteY5" fmla="*/ 19105 h 462338"/>
              <a:gd name="connsiteX6" fmla="*/ 202512 w 458518"/>
              <a:gd name="connsiteY6" fmla="*/ 49673 h 462338"/>
              <a:gd name="connsiteX7" fmla="*/ 229259 w 458518"/>
              <a:gd name="connsiteY7" fmla="*/ 76420 h 462338"/>
              <a:gd name="connsiteX8" fmla="*/ 257916 w 458518"/>
              <a:gd name="connsiteY8" fmla="*/ 49673 h 462338"/>
              <a:gd name="connsiteX9" fmla="*/ 231170 w 458518"/>
              <a:gd name="connsiteY9" fmla="*/ 19105 h 462338"/>
              <a:gd name="connsiteX10" fmla="*/ 171944 w 458518"/>
              <a:gd name="connsiteY10" fmla="*/ 206333 h 462338"/>
              <a:gd name="connsiteX11" fmla="*/ 162392 w 458518"/>
              <a:gd name="connsiteY11" fmla="*/ 154750 h 462338"/>
              <a:gd name="connsiteX12" fmla="*/ 162392 w 458518"/>
              <a:gd name="connsiteY12" fmla="*/ 152839 h 462338"/>
              <a:gd name="connsiteX13" fmla="*/ 143287 w 458518"/>
              <a:gd name="connsiteY13" fmla="*/ 154750 h 462338"/>
              <a:gd name="connsiteX14" fmla="*/ 156660 w 458518"/>
              <a:gd name="connsiteY14" fmla="*/ 217796 h 462338"/>
              <a:gd name="connsiteX15" fmla="*/ 177676 w 458518"/>
              <a:gd name="connsiteY15" fmla="*/ 236901 h 462338"/>
              <a:gd name="connsiteX16" fmla="*/ 198691 w 458518"/>
              <a:gd name="connsiteY16" fmla="*/ 227349 h 462338"/>
              <a:gd name="connsiteX17" fmla="*/ 171944 w 458518"/>
              <a:gd name="connsiteY17" fmla="*/ 206333 h 462338"/>
              <a:gd name="connsiteX18" fmla="*/ 292305 w 458518"/>
              <a:gd name="connsiteY18" fmla="*/ 416487 h 462338"/>
              <a:gd name="connsiteX19" fmla="*/ 273200 w 458518"/>
              <a:gd name="connsiteY19" fmla="*/ 385919 h 462338"/>
              <a:gd name="connsiteX20" fmla="*/ 254095 w 458518"/>
              <a:gd name="connsiteY20" fmla="*/ 395472 h 462338"/>
              <a:gd name="connsiteX21" fmla="*/ 256006 w 458518"/>
              <a:gd name="connsiteY21" fmla="*/ 397382 h 462338"/>
              <a:gd name="connsiteX22" fmla="*/ 257916 w 458518"/>
              <a:gd name="connsiteY22" fmla="*/ 399293 h 462338"/>
              <a:gd name="connsiteX23" fmla="*/ 261737 w 458518"/>
              <a:gd name="connsiteY23" fmla="*/ 403114 h 462338"/>
              <a:gd name="connsiteX24" fmla="*/ 267469 w 458518"/>
              <a:gd name="connsiteY24" fmla="*/ 410756 h 462338"/>
              <a:gd name="connsiteX25" fmla="*/ 275111 w 458518"/>
              <a:gd name="connsiteY25" fmla="*/ 429861 h 462338"/>
              <a:gd name="connsiteX26" fmla="*/ 277021 w 458518"/>
              <a:gd name="connsiteY26" fmla="*/ 462339 h 462338"/>
              <a:gd name="connsiteX27" fmla="*/ 296126 w 458518"/>
              <a:gd name="connsiteY27" fmla="*/ 462339 h 462338"/>
              <a:gd name="connsiteX28" fmla="*/ 292305 w 458518"/>
              <a:gd name="connsiteY28" fmla="*/ 416487 h 462338"/>
              <a:gd name="connsiteX29" fmla="*/ 259827 w 458518"/>
              <a:gd name="connsiteY29" fmla="*/ 372546 h 462338"/>
              <a:gd name="connsiteX30" fmla="*/ 263648 w 458518"/>
              <a:gd name="connsiteY30" fmla="*/ 370635 h 462338"/>
              <a:gd name="connsiteX31" fmla="*/ 265558 w 458518"/>
              <a:gd name="connsiteY31" fmla="*/ 370635 h 462338"/>
              <a:gd name="connsiteX32" fmla="*/ 290395 w 458518"/>
              <a:gd name="connsiteY32" fmla="*/ 349620 h 462338"/>
              <a:gd name="connsiteX33" fmla="*/ 303768 w 458518"/>
              <a:gd name="connsiteY33" fmla="*/ 286574 h 462338"/>
              <a:gd name="connsiteX34" fmla="*/ 282753 w 458518"/>
              <a:gd name="connsiteY34" fmla="*/ 256006 h 462338"/>
              <a:gd name="connsiteX35" fmla="*/ 263648 w 458518"/>
              <a:gd name="connsiteY35" fmla="*/ 263648 h 462338"/>
              <a:gd name="connsiteX36" fmla="*/ 284663 w 458518"/>
              <a:gd name="connsiteY36" fmla="*/ 290395 h 462338"/>
              <a:gd name="connsiteX37" fmla="*/ 284663 w 458518"/>
              <a:gd name="connsiteY37" fmla="*/ 292305 h 462338"/>
              <a:gd name="connsiteX38" fmla="*/ 286574 w 458518"/>
              <a:gd name="connsiteY38" fmla="*/ 298037 h 462338"/>
              <a:gd name="connsiteX39" fmla="*/ 286574 w 458518"/>
              <a:gd name="connsiteY39" fmla="*/ 301858 h 462338"/>
              <a:gd name="connsiteX40" fmla="*/ 286574 w 458518"/>
              <a:gd name="connsiteY40" fmla="*/ 311410 h 462338"/>
              <a:gd name="connsiteX41" fmla="*/ 282753 w 458518"/>
              <a:gd name="connsiteY41" fmla="*/ 320963 h 462338"/>
              <a:gd name="connsiteX42" fmla="*/ 280842 w 458518"/>
              <a:gd name="connsiteY42" fmla="*/ 324784 h 462338"/>
              <a:gd name="connsiteX43" fmla="*/ 259827 w 458518"/>
              <a:gd name="connsiteY43" fmla="*/ 347710 h 462338"/>
              <a:gd name="connsiteX44" fmla="*/ 250274 w 458518"/>
              <a:gd name="connsiteY44" fmla="*/ 353441 h 462338"/>
              <a:gd name="connsiteX45" fmla="*/ 240722 w 458518"/>
              <a:gd name="connsiteY45" fmla="*/ 357262 h 462338"/>
              <a:gd name="connsiteX46" fmla="*/ 240722 w 458518"/>
              <a:gd name="connsiteY46" fmla="*/ 271290 h 462338"/>
              <a:gd name="connsiteX47" fmla="*/ 240722 w 458518"/>
              <a:gd name="connsiteY47" fmla="*/ 254095 h 462338"/>
              <a:gd name="connsiteX48" fmla="*/ 240722 w 458518"/>
              <a:gd name="connsiteY48" fmla="*/ 254095 h 462338"/>
              <a:gd name="connsiteX49" fmla="*/ 240722 w 458518"/>
              <a:gd name="connsiteY49" fmla="*/ 250274 h 462338"/>
              <a:gd name="connsiteX50" fmla="*/ 242632 w 458518"/>
              <a:gd name="connsiteY50" fmla="*/ 250274 h 462338"/>
              <a:gd name="connsiteX51" fmla="*/ 252185 w 458518"/>
              <a:gd name="connsiteY51" fmla="*/ 248364 h 462338"/>
              <a:gd name="connsiteX52" fmla="*/ 256006 w 458518"/>
              <a:gd name="connsiteY52" fmla="*/ 246453 h 462338"/>
              <a:gd name="connsiteX53" fmla="*/ 265558 w 458518"/>
              <a:gd name="connsiteY53" fmla="*/ 242632 h 462338"/>
              <a:gd name="connsiteX54" fmla="*/ 307589 w 458518"/>
              <a:gd name="connsiteY54" fmla="*/ 210154 h 462338"/>
              <a:gd name="connsiteX55" fmla="*/ 317142 w 458518"/>
              <a:gd name="connsiteY55" fmla="*/ 154750 h 462338"/>
              <a:gd name="connsiteX56" fmla="*/ 317142 w 458518"/>
              <a:gd name="connsiteY56" fmla="*/ 150929 h 462338"/>
              <a:gd name="connsiteX57" fmla="*/ 298037 w 458518"/>
              <a:gd name="connsiteY57" fmla="*/ 150929 h 462338"/>
              <a:gd name="connsiteX58" fmla="*/ 298037 w 458518"/>
              <a:gd name="connsiteY58" fmla="*/ 154750 h 462338"/>
              <a:gd name="connsiteX59" fmla="*/ 290395 w 458518"/>
              <a:gd name="connsiteY59" fmla="*/ 200602 h 462338"/>
              <a:gd name="connsiteX60" fmla="*/ 250274 w 458518"/>
              <a:gd name="connsiteY60" fmla="*/ 229259 h 462338"/>
              <a:gd name="connsiteX61" fmla="*/ 240722 w 458518"/>
              <a:gd name="connsiteY61" fmla="*/ 231170 h 462338"/>
              <a:gd name="connsiteX62" fmla="*/ 240722 w 458518"/>
              <a:gd name="connsiteY62" fmla="*/ 133734 h 462338"/>
              <a:gd name="connsiteX63" fmla="*/ 317142 w 458518"/>
              <a:gd name="connsiteY63" fmla="*/ 57315 h 462338"/>
              <a:gd name="connsiteX64" fmla="*/ 439413 w 458518"/>
              <a:gd name="connsiteY64" fmla="*/ 57315 h 462338"/>
              <a:gd name="connsiteX65" fmla="*/ 439413 w 458518"/>
              <a:gd name="connsiteY65" fmla="*/ 76420 h 462338"/>
              <a:gd name="connsiteX66" fmla="*/ 410756 w 458518"/>
              <a:gd name="connsiteY66" fmla="*/ 105077 h 462338"/>
              <a:gd name="connsiteX67" fmla="*/ 382098 w 458518"/>
              <a:gd name="connsiteY67" fmla="*/ 105077 h 462338"/>
              <a:gd name="connsiteX68" fmla="*/ 362993 w 458518"/>
              <a:gd name="connsiteY68" fmla="*/ 105077 h 462338"/>
              <a:gd name="connsiteX69" fmla="*/ 362993 w 458518"/>
              <a:gd name="connsiteY69" fmla="*/ 124182 h 462338"/>
              <a:gd name="connsiteX70" fmla="*/ 382098 w 458518"/>
              <a:gd name="connsiteY70" fmla="*/ 124182 h 462338"/>
              <a:gd name="connsiteX71" fmla="*/ 382098 w 458518"/>
              <a:gd name="connsiteY71" fmla="*/ 133734 h 462338"/>
              <a:gd name="connsiteX72" fmla="*/ 353441 w 458518"/>
              <a:gd name="connsiteY72" fmla="*/ 162392 h 462338"/>
              <a:gd name="connsiteX73" fmla="*/ 334336 w 458518"/>
              <a:gd name="connsiteY73" fmla="*/ 162392 h 462338"/>
              <a:gd name="connsiteX74" fmla="*/ 334336 w 458518"/>
              <a:gd name="connsiteY74" fmla="*/ 181497 h 462338"/>
              <a:gd name="connsiteX75" fmla="*/ 353441 w 458518"/>
              <a:gd name="connsiteY75" fmla="*/ 181497 h 462338"/>
              <a:gd name="connsiteX76" fmla="*/ 401203 w 458518"/>
              <a:gd name="connsiteY76" fmla="*/ 133734 h 462338"/>
              <a:gd name="connsiteX77" fmla="*/ 401203 w 458518"/>
              <a:gd name="connsiteY77" fmla="*/ 124182 h 462338"/>
              <a:gd name="connsiteX78" fmla="*/ 410756 w 458518"/>
              <a:gd name="connsiteY78" fmla="*/ 124182 h 462338"/>
              <a:gd name="connsiteX79" fmla="*/ 458518 w 458518"/>
              <a:gd name="connsiteY79" fmla="*/ 76420 h 462338"/>
              <a:gd name="connsiteX80" fmla="*/ 458518 w 458518"/>
              <a:gd name="connsiteY80" fmla="*/ 57315 h 462338"/>
              <a:gd name="connsiteX81" fmla="*/ 439413 w 458518"/>
              <a:gd name="connsiteY81" fmla="*/ 38210 h 462338"/>
              <a:gd name="connsiteX82" fmla="*/ 315231 w 458518"/>
              <a:gd name="connsiteY82" fmla="*/ 38210 h 462338"/>
              <a:gd name="connsiteX83" fmla="*/ 296126 w 458518"/>
              <a:gd name="connsiteY83" fmla="*/ 55404 h 462338"/>
              <a:gd name="connsiteX84" fmla="*/ 229259 w 458518"/>
              <a:gd name="connsiteY84" fmla="*/ 114630 h 462338"/>
              <a:gd name="connsiteX85" fmla="*/ 162392 w 458518"/>
              <a:gd name="connsiteY85" fmla="*/ 55404 h 462338"/>
              <a:gd name="connsiteX86" fmla="*/ 143287 w 458518"/>
              <a:gd name="connsiteY86" fmla="*/ 38210 h 462338"/>
              <a:gd name="connsiteX87" fmla="*/ 19105 w 458518"/>
              <a:gd name="connsiteY87" fmla="*/ 38210 h 462338"/>
              <a:gd name="connsiteX88" fmla="*/ 0 w 458518"/>
              <a:gd name="connsiteY88" fmla="*/ 57315 h 462338"/>
              <a:gd name="connsiteX89" fmla="*/ 0 w 458518"/>
              <a:gd name="connsiteY89" fmla="*/ 76420 h 462338"/>
              <a:gd name="connsiteX90" fmla="*/ 47762 w 458518"/>
              <a:gd name="connsiteY90" fmla="*/ 124182 h 462338"/>
              <a:gd name="connsiteX91" fmla="*/ 57315 w 458518"/>
              <a:gd name="connsiteY91" fmla="*/ 124182 h 462338"/>
              <a:gd name="connsiteX92" fmla="*/ 57315 w 458518"/>
              <a:gd name="connsiteY92" fmla="*/ 133734 h 462338"/>
              <a:gd name="connsiteX93" fmla="*/ 105077 w 458518"/>
              <a:gd name="connsiteY93" fmla="*/ 181497 h 462338"/>
              <a:gd name="connsiteX94" fmla="*/ 124182 w 458518"/>
              <a:gd name="connsiteY94" fmla="*/ 181497 h 462338"/>
              <a:gd name="connsiteX95" fmla="*/ 124182 w 458518"/>
              <a:gd name="connsiteY95" fmla="*/ 162392 h 462338"/>
              <a:gd name="connsiteX96" fmla="*/ 105077 w 458518"/>
              <a:gd name="connsiteY96" fmla="*/ 162392 h 462338"/>
              <a:gd name="connsiteX97" fmla="*/ 76420 w 458518"/>
              <a:gd name="connsiteY97" fmla="*/ 133734 h 462338"/>
              <a:gd name="connsiteX98" fmla="*/ 76420 w 458518"/>
              <a:gd name="connsiteY98" fmla="*/ 124182 h 462338"/>
              <a:gd name="connsiteX99" fmla="*/ 95525 w 458518"/>
              <a:gd name="connsiteY99" fmla="*/ 124182 h 462338"/>
              <a:gd name="connsiteX100" fmla="*/ 95525 w 458518"/>
              <a:gd name="connsiteY100" fmla="*/ 105077 h 462338"/>
              <a:gd name="connsiteX101" fmla="*/ 76420 w 458518"/>
              <a:gd name="connsiteY101" fmla="*/ 105077 h 462338"/>
              <a:gd name="connsiteX102" fmla="*/ 47762 w 458518"/>
              <a:gd name="connsiteY102" fmla="*/ 105077 h 462338"/>
              <a:gd name="connsiteX103" fmla="*/ 19105 w 458518"/>
              <a:gd name="connsiteY103" fmla="*/ 76420 h 462338"/>
              <a:gd name="connsiteX104" fmla="*/ 19105 w 458518"/>
              <a:gd name="connsiteY104" fmla="*/ 57315 h 462338"/>
              <a:gd name="connsiteX105" fmla="*/ 143287 w 458518"/>
              <a:gd name="connsiteY105" fmla="*/ 57315 h 462338"/>
              <a:gd name="connsiteX106" fmla="*/ 219707 w 458518"/>
              <a:gd name="connsiteY106" fmla="*/ 133734 h 462338"/>
              <a:gd name="connsiteX107" fmla="*/ 219707 w 458518"/>
              <a:gd name="connsiteY107" fmla="*/ 233080 h 462338"/>
              <a:gd name="connsiteX108" fmla="*/ 219707 w 458518"/>
              <a:gd name="connsiteY108" fmla="*/ 236901 h 462338"/>
              <a:gd name="connsiteX109" fmla="*/ 215886 w 458518"/>
              <a:gd name="connsiteY109" fmla="*/ 236901 h 462338"/>
              <a:gd name="connsiteX110" fmla="*/ 212065 w 458518"/>
              <a:gd name="connsiteY110" fmla="*/ 236901 h 462338"/>
              <a:gd name="connsiteX111" fmla="*/ 204423 w 458518"/>
              <a:gd name="connsiteY111" fmla="*/ 238811 h 462338"/>
              <a:gd name="connsiteX112" fmla="*/ 196781 w 458518"/>
              <a:gd name="connsiteY112" fmla="*/ 242632 h 462338"/>
              <a:gd name="connsiteX113" fmla="*/ 194870 w 458518"/>
              <a:gd name="connsiteY113" fmla="*/ 244543 h 462338"/>
              <a:gd name="connsiteX114" fmla="*/ 156660 w 458518"/>
              <a:gd name="connsiteY114" fmla="*/ 286574 h 462338"/>
              <a:gd name="connsiteX115" fmla="*/ 170034 w 458518"/>
              <a:gd name="connsiteY115" fmla="*/ 349620 h 462338"/>
              <a:gd name="connsiteX116" fmla="*/ 187228 w 458518"/>
              <a:gd name="connsiteY116" fmla="*/ 364904 h 462338"/>
              <a:gd name="connsiteX117" fmla="*/ 204423 w 458518"/>
              <a:gd name="connsiteY117" fmla="*/ 357262 h 462338"/>
              <a:gd name="connsiteX118" fmla="*/ 208244 w 458518"/>
              <a:gd name="connsiteY118" fmla="*/ 355351 h 462338"/>
              <a:gd name="connsiteX119" fmla="*/ 187228 w 458518"/>
              <a:gd name="connsiteY119" fmla="*/ 338157 h 462338"/>
              <a:gd name="connsiteX120" fmla="*/ 177676 w 458518"/>
              <a:gd name="connsiteY120" fmla="*/ 317142 h 462338"/>
              <a:gd name="connsiteX121" fmla="*/ 177676 w 458518"/>
              <a:gd name="connsiteY121" fmla="*/ 313321 h 462338"/>
              <a:gd name="connsiteX122" fmla="*/ 177676 w 458518"/>
              <a:gd name="connsiteY122" fmla="*/ 307589 h 462338"/>
              <a:gd name="connsiteX123" fmla="*/ 177676 w 458518"/>
              <a:gd name="connsiteY123" fmla="*/ 299947 h 462338"/>
              <a:gd name="connsiteX124" fmla="*/ 177676 w 458518"/>
              <a:gd name="connsiteY124" fmla="*/ 298037 h 462338"/>
              <a:gd name="connsiteX125" fmla="*/ 179586 w 458518"/>
              <a:gd name="connsiteY125" fmla="*/ 292305 h 462338"/>
              <a:gd name="connsiteX126" fmla="*/ 223528 w 458518"/>
              <a:gd name="connsiteY126" fmla="*/ 257916 h 462338"/>
              <a:gd name="connsiteX127" fmla="*/ 223528 w 458518"/>
              <a:gd name="connsiteY127" fmla="*/ 307589 h 462338"/>
              <a:gd name="connsiteX128" fmla="*/ 223528 w 458518"/>
              <a:gd name="connsiteY128" fmla="*/ 353441 h 462338"/>
              <a:gd name="connsiteX129" fmla="*/ 223528 w 458518"/>
              <a:gd name="connsiteY129" fmla="*/ 362993 h 462338"/>
              <a:gd name="connsiteX130" fmla="*/ 223528 w 458518"/>
              <a:gd name="connsiteY130" fmla="*/ 368725 h 462338"/>
              <a:gd name="connsiteX131" fmla="*/ 204423 w 458518"/>
              <a:gd name="connsiteY131" fmla="*/ 376367 h 462338"/>
              <a:gd name="connsiteX132" fmla="*/ 191049 w 458518"/>
              <a:gd name="connsiteY132" fmla="*/ 384009 h 462338"/>
              <a:gd name="connsiteX133" fmla="*/ 170034 w 458518"/>
              <a:gd name="connsiteY133" fmla="*/ 418398 h 462338"/>
              <a:gd name="connsiteX134" fmla="*/ 166213 w 458518"/>
              <a:gd name="connsiteY134" fmla="*/ 460429 h 462338"/>
              <a:gd name="connsiteX135" fmla="*/ 185318 w 458518"/>
              <a:gd name="connsiteY135" fmla="*/ 460429 h 462338"/>
              <a:gd name="connsiteX136" fmla="*/ 185318 w 458518"/>
              <a:gd name="connsiteY136" fmla="*/ 452787 h 462338"/>
              <a:gd name="connsiteX137" fmla="*/ 185318 w 458518"/>
              <a:gd name="connsiteY137" fmla="*/ 437503 h 462338"/>
              <a:gd name="connsiteX138" fmla="*/ 185318 w 458518"/>
              <a:gd name="connsiteY138" fmla="*/ 429861 h 462338"/>
              <a:gd name="connsiteX139" fmla="*/ 187228 w 458518"/>
              <a:gd name="connsiteY139" fmla="*/ 424129 h 462338"/>
              <a:gd name="connsiteX140" fmla="*/ 187228 w 458518"/>
              <a:gd name="connsiteY140" fmla="*/ 422219 h 462338"/>
              <a:gd name="connsiteX141" fmla="*/ 191049 w 458518"/>
              <a:gd name="connsiteY141" fmla="*/ 412666 h 462338"/>
              <a:gd name="connsiteX142" fmla="*/ 212065 w 458518"/>
              <a:gd name="connsiteY142" fmla="*/ 393561 h 462338"/>
              <a:gd name="connsiteX143" fmla="*/ 217796 w 458518"/>
              <a:gd name="connsiteY143" fmla="*/ 391651 h 462338"/>
              <a:gd name="connsiteX144" fmla="*/ 221617 w 458518"/>
              <a:gd name="connsiteY144" fmla="*/ 389740 h 462338"/>
              <a:gd name="connsiteX145" fmla="*/ 221617 w 458518"/>
              <a:gd name="connsiteY145" fmla="*/ 458518 h 462338"/>
              <a:gd name="connsiteX146" fmla="*/ 240722 w 458518"/>
              <a:gd name="connsiteY146" fmla="*/ 458518 h 462338"/>
              <a:gd name="connsiteX147" fmla="*/ 240722 w 458518"/>
              <a:gd name="connsiteY147" fmla="*/ 401203 h 462338"/>
              <a:gd name="connsiteX148" fmla="*/ 240722 w 458518"/>
              <a:gd name="connsiteY148" fmla="*/ 387830 h 462338"/>
              <a:gd name="connsiteX149" fmla="*/ 240722 w 458518"/>
              <a:gd name="connsiteY149" fmla="*/ 382098 h 462338"/>
              <a:gd name="connsiteX150" fmla="*/ 242632 w 458518"/>
              <a:gd name="connsiteY150" fmla="*/ 382098 h 462338"/>
              <a:gd name="connsiteX151" fmla="*/ 244543 w 458518"/>
              <a:gd name="connsiteY151" fmla="*/ 380188 h 462338"/>
              <a:gd name="connsiteX152" fmla="*/ 252185 w 458518"/>
              <a:gd name="connsiteY152" fmla="*/ 376367 h 462338"/>
              <a:gd name="connsiteX153" fmla="*/ 259827 w 458518"/>
              <a:gd name="connsiteY153" fmla="*/ 372546 h 46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</a:cxnLst>
            <a:rect l="l" t="t" r="r" b="b"/>
            <a:pathLst>
              <a:path w="458518" h="462338">
                <a:moveTo>
                  <a:pt x="229259" y="95525"/>
                </a:moveTo>
                <a:cubicBezTo>
                  <a:pt x="202512" y="95525"/>
                  <a:pt x="181497" y="76420"/>
                  <a:pt x="181497" y="49673"/>
                </a:cubicBezTo>
                <a:cubicBezTo>
                  <a:pt x="181497" y="22926"/>
                  <a:pt x="202512" y="0"/>
                  <a:pt x="229259" y="0"/>
                </a:cubicBezTo>
                <a:cubicBezTo>
                  <a:pt x="256006" y="0"/>
                  <a:pt x="277021" y="22926"/>
                  <a:pt x="277021" y="49673"/>
                </a:cubicBezTo>
                <a:cubicBezTo>
                  <a:pt x="278932" y="76420"/>
                  <a:pt x="257916" y="95525"/>
                  <a:pt x="229259" y="95525"/>
                </a:cubicBezTo>
                <a:close/>
                <a:moveTo>
                  <a:pt x="231170" y="19105"/>
                </a:moveTo>
                <a:cubicBezTo>
                  <a:pt x="215886" y="19105"/>
                  <a:pt x="202512" y="32478"/>
                  <a:pt x="202512" y="49673"/>
                </a:cubicBezTo>
                <a:cubicBezTo>
                  <a:pt x="202512" y="64957"/>
                  <a:pt x="212065" y="76420"/>
                  <a:pt x="229259" y="76420"/>
                </a:cubicBezTo>
                <a:cubicBezTo>
                  <a:pt x="242632" y="76420"/>
                  <a:pt x="257916" y="68778"/>
                  <a:pt x="257916" y="49673"/>
                </a:cubicBezTo>
                <a:cubicBezTo>
                  <a:pt x="259827" y="32478"/>
                  <a:pt x="246453" y="19105"/>
                  <a:pt x="231170" y="19105"/>
                </a:cubicBezTo>
                <a:close/>
                <a:moveTo>
                  <a:pt x="171944" y="206333"/>
                </a:moveTo>
                <a:cubicBezTo>
                  <a:pt x="162392" y="192960"/>
                  <a:pt x="162392" y="171944"/>
                  <a:pt x="162392" y="154750"/>
                </a:cubicBezTo>
                <a:lnTo>
                  <a:pt x="162392" y="152839"/>
                </a:lnTo>
                <a:lnTo>
                  <a:pt x="143287" y="154750"/>
                </a:lnTo>
                <a:cubicBezTo>
                  <a:pt x="143287" y="175765"/>
                  <a:pt x="143287" y="198691"/>
                  <a:pt x="156660" y="217796"/>
                </a:cubicBezTo>
                <a:cubicBezTo>
                  <a:pt x="162392" y="225438"/>
                  <a:pt x="168123" y="231170"/>
                  <a:pt x="177676" y="236901"/>
                </a:cubicBezTo>
                <a:lnTo>
                  <a:pt x="198691" y="227349"/>
                </a:lnTo>
                <a:cubicBezTo>
                  <a:pt x="187228" y="221617"/>
                  <a:pt x="177676" y="213975"/>
                  <a:pt x="171944" y="206333"/>
                </a:cubicBezTo>
                <a:close/>
                <a:moveTo>
                  <a:pt x="292305" y="416487"/>
                </a:moveTo>
                <a:cubicBezTo>
                  <a:pt x="288484" y="405024"/>
                  <a:pt x="282753" y="393561"/>
                  <a:pt x="273200" y="385919"/>
                </a:cubicBezTo>
                <a:cubicBezTo>
                  <a:pt x="267469" y="387830"/>
                  <a:pt x="261737" y="391651"/>
                  <a:pt x="254095" y="395472"/>
                </a:cubicBezTo>
                <a:lnTo>
                  <a:pt x="256006" y="397382"/>
                </a:lnTo>
                <a:cubicBezTo>
                  <a:pt x="256006" y="397382"/>
                  <a:pt x="257916" y="397382"/>
                  <a:pt x="257916" y="399293"/>
                </a:cubicBezTo>
                <a:cubicBezTo>
                  <a:pt x="259827" y="401203"/>
                  <a:pt x="259827" y="401203"/>
                  <a:pt x="261737" y="403114"/>
                </a:cubicBezTo>
                <a:cubicBezTo>
                  <a:pt x="263648" y="405024"/>
                  <a:pt x="265558" y="406935"/>
                  <a:pt x="267469" y="410756"/>
                </a:cubicBezTo>
                <a:cubicBezTo>
                  <a:pt x="271290" y="416487"/>
                  <a:pt x="273200" y="424129"/>
                  <a:pt x="275111" y="429861"/>
                </a:cubicBezTo>
                <a:cubicBezTo>
                  <a:pt x="277021" y="441324"/>
                  <a:pt x="277021" y="452787"/>
                  <a:pt x="277021" y="462339"/>
                </a:cubicBezTo>
                <a:lnTo>
                  <a:pt x="296126" y="462339"/>
                </a:lnTo>
                <a:cubicBezTo>
                  <a:pt x="296126" y="445145"/>
                  <a:pt x="296126" y="429861"/>
                  <a:pt x="292305" y="416487"/>
                </a:cubicBezTo>
                <a:close/>
                <a:moveTo>
                  <a:pt x="259827" y="372546"/>
                </a:moveTo>
                <a:cubicBezTo>
                  <a:pt x="261737" y="372546"/>
                  <a:pt x="263648" y="370635"/>
                  <a:pt x="263648" y="370635"/>
                </a:cubicBezTo>
                <a:lnTo>
                  <a:pt x="265558" y="370635"/>
                </a:lnTo>
                <a:cubicBezTo>
                  <a:pt x="275111" y="364904"/>
                  <a:pt x="282753" y="359172"/>
                  <a:pt x="290395" y="349620"/>
                </a:cubicBezTo>
                <a:cubicBezTo>
                  <a:pt x="305679" y="330515"/>
                  <a:pt x="309500" y="307589"/>
                  <a:pt x="303768" y="286574"/>
                </a:cubicBezTo>
                <a:cubicBezTo>
                  <a:pt x="299947" y="275111"/>
                  <a:pt x="292305" y="265558"/>
                  <a:pt x="282753" y="256006"/>
                </a:cubicBezTo>
                <a:cubicBezTo>
                  <a:pt x="278932" y="257916"/>
                  <a:pt x="271290" y="259827"/>
                  <a:pt x="263648" y="263648"/>
                </a:cubicBezTo>
                <a:cubicBezTo>
                  <a:pt x="273200" y="269379"/>
                  <a:pt x="280842" y="280842"/>
                  <a:pt x="284663" y="290395"/>
                </a:cubicBezTo>
                <a:lnTo>
                  <a:pt x="284663" y="292305"/>
                </a:lnTo>
                <a:cubicBezTo>
                  <a:pt x="284663" y="294216"/>
                  <a:pt x="286574" y="296126"/>
                  <a:pt x="286574" y="298037"/>
                </a:cubicBezTo>
                <a:cubicBezTo>
                  <a:pt x="286574" y="299947"/>
                  <a:pt x="286574" y="301858"/>
                  <a:pt x="286574" y="301858"/>
                </a:cubicBezTo>
                <a:cubicBezTo>
                  <a:pt x="286574" y="305679"/>
                  <a:pt x="286574" y="307589"/>
                  <a:pt x="286574" y="311410"/>
                </a:cubicBezTo>
                <a:cubicBezTo>
                  <a:pt x="286574" y="315231"/>
                  <a:pt x="284663" y="319052"/>
                  <a:pt x="282753" y="320963"/>
                </a:cubicBezTo>
                <a:cubicBezTo>
                  <a:pt x="282753" y="322873"/>
                  <a:pt x="280842" y="322873"/>
                  <a:pt x="280842" y="324784"/>
                </a:cubicBezTo>
                <a:cubicBezTo>
                  <a:pt x="275111" y="334336"/>
                  <a:pt x="267469" y="341978"/>
                  <a:pt x="259827" y="347710"/>
                </a:cubicBezTo>
                <a:cubicBezTo>
                  <a:pt x="256006" y="349620"/>
                  <a:pt x="252185" y="351530"/>
                  <a:pt x="250274" y="353441"/>
                </a:cubicBezTo>
                <a:cubicBezTo>
                  <a:pt x="246453" y="355351"/>
                  <a:pt x="244543" y="355351"/>
                  <a:pt x="240722" y="357262"/>
                </a:cubicBezTo>
                <a:lnTo>
                  <a:pt x="240722" y="271290"/>
                </a:lnTo>
                <a:lnTo>
                  <a:pt x="240722" y="254095"/>
                </a:lnTo>
                <a:lnTo>
                  <a:pt x="240722" y="254095"/>
                </a:lnTo>
                <a:lnTo>
                  <a:pt x="240722" y="250274"/>
                </a:lnTo>
                <a:lnTo>
                  <a:pt x="242632" y="250274"/>
                </a:lnTo>
                <a:cubicBezTo>
                  <a:pt x="244543" y="250274"/>
                  <a:pt x="248364" y="248364"/>
                  <a:pt x="252185" y="248364"/>
                </a:cubicBezTo>
                <a:cubicBezTo>
                  <a:pt x="254095" y="248364"/>
                  <a:pt x="254095" y="248364"/>
                  <a:pt x="256006" y="246453"/>
                </a:cubicBezTo>
                <a:cubicBezTo>
                  <a:pt x="259827" y="246453"/>
                  <a:pt x="261737" y="244543"/>
                  <a:pt x="265558" y="242632"/>
                </a:cubicBezTo>
                <a:cubicBezTo>
                  <a:pt x="284663" y="234990"/>
                  <a:pt x="298037" y="223528"/>
                  <a:pt x="307589" y="210154"/>
                </a:cubicBezTo>
                <a:cubicBezTo>
                  <a:pt x="317142" y="192960"/>
                  <a:pt x="317142" y="173855"/>
                  <a:pt x="317142" y="154750"/>
                </a:cubicBezTo>
                <a:lnTo>
                  <a:pt x="317142" y="150929"/>
                </a:lnTo>
                <a:lnTo>
                  <a:pt x="298037" y="150929"/>
                </a:lnTo>
                <a:lnTo>
                  <a:pt x="298037" y="154750"/>
                </a:lnTo>
                <a:cubicBezTo>
                  <a:pt x="298037" y="171944"/>
                  <a:pt x="298037" y="187228"/>
                  <a:pt x="290395" y="200602"/>
                </a:cubicBezTo>
                <a:cubicBezTo>
                  <a:pt x="280842" y="217796"/>
                  <a:pt x="261737" y="225438"/>
                  <a:pt x="250274" y="229259"/>
                </a:cubicBezTo>
                <a:cubicBezTo>
                  <a:pt x="246453" y="229259"/>
                  <a:pt x="244543" y="231170"/>
                  <a:pt x="240722" y="231170"/>
                </a:cubicBezTo>
                <a:lnTo>
                  <a:pt x="240722" y="133734"/>
                </a:lnTo>
                <a:cubicBezTo>
                  <a:pt x="280842" y="129913"/>
                  <a:pt x="311410" y="99346"/>
                  <a:pt x="317142" y="57315"/>
                </a:cubicBezTo>
                <a:lnTo>
                  <a:pt x="439413" y="57315"/>
                </a:lnTo>
                <a:lnTo>
                  <a:pt x="439413" y="76420"/>
                </a:lnTo>
                <a:cubicBezTo>
                  <a:pt x="439413" y="91704"/>
                  <a:pt x="426040" y="105077"/>
                  <a:pt x="410756" y="105077"/>
                </a:cubicBezTo>
                <a:lnTo>
                  <a:pt x="382098" y="105077"/>
                </a:lnTo>
                <a:lnTo>
                  <a:pt x="362993" y="105077"/>
                </a:lnTo>
                <a:lnTo>
                  <a:pt x="362993" y="124182"/>
                </a:lnTo>
                <a:lnTo>
                  <a:pt x="382098" y="124182"/>
                </a:lnTo>
                <a:lnTo>
                  <a:pt x="382098" y="133734"/>
                </a:lnTo>
                <a:cubicBezTo>
                  <a:pt x="382098" y="149018"/>
                  <a:pt x="368725" y="162392"/>
                  <a:pt x="353441" y="162392"/>
                </a:cubicBezTo>
                <a:lnTo>
                  <a:pt x="334336" y="162392"/>
                </a:lnTo>
                <a:lnTo>
                  <a:pt x="334336" y="181497"/>
                </a:lnTo>
                <a:lnTo>
                  <a:pt x="353441" y="181497"/>
                </a:lnTo>
                <a:cubicBezTo>
                  <a:pt x="380188" y="181497"/>
                  <a:pt x="401203" y="160481"/>
                  <a:pt x="401203" y="133734"/>
                </a:cubicBezTo>
                <a:lnTo>
                  <a:pt x="401203" y="124182"/>
                </a:lnTo>
                <a:lnTo>
                  <a:pt x="410756" y="124182"/>
                </a:lnTo>
                <a:cubicBezTo>
                  <a:pt x="437503" y="124182"/>
                  <a:pt x="458518" y="103167"/>
                  <a:pt x="458518" y="76420"/>
                </a:cubicBezTo>
                <a:lnTo>
                  <a:pt x="458518" y="57315"/>
                </a:lnTo>
                <a:cubicBezTo>
                  <a:pt x="458518" y="45852"/>
                  <a:pt x="450876" y="38210"/>
                  <a:pt x="439413" y="38210"/>
                </a:cubicBezTo>
                <a:lnTo>
                  <a:pt x="315231" y="38210"/>
                </a:lnTo>
                <a:cubicBezTo>
                  <a:pt x="305679" y="38210"/>
                  <a:pt x="298037" y="45852"/>
                  <a:pt x="296126" y="55404"/>
                </a:cubicBezTo>
                <a:cubicBezTo>
                  <a:pt x="292305" y="89793"/>
                  <a:pt x="263648" y="114630"/>
                  <a:pt x="229259" y="114630"/>
                </a:cubicBezTo>
                <a:cubicBezTo>
                  <a:pt x="194870" y="114630"/>
                  <a:pt x="166213" y="89793"/>
                  <a:pt x="162392" y="55404"/>
                </a:cubicBezTo>
                <a:cubicBezTo>
                  <a:pt x="162392" y="45852"/>
                  <a:pt x="152839" y="38210"/>
                  <a:pt x="143287" y="38210"/>
                </a:cubicBezTo>
                <a:lnTo>
                  <a:pt x="19105" y="38210"/>
                </a:lnTo>
                <a:cubicBezTo>
                  <a:pt x="7642" y="38210"/>
                  <a:pt x="0" y="45852"/>
                  <a:pt x="0" y="57315"/>
                </a:cubicBezTo>
                <a:lnTo>
                  <a:pt x="0" y="76420"/>
                </a:lnTo>
                <a:cubicBezTo>
                  <a:pt x="0" y="103167"/>
                  <a:pt x="21015" y="124182"/>
                  <a:pt x="47762" y="124182"/>
                </a:cubicBezTo>
                <a:lnTo>
                  <a:pt x="57315" y="124182"/>
                </a:lnTo>
                <a:lnTo>
                  <a:pt x="57315" y="133734"/>
                </a:lnTo>
                <a:cubicBezTo>
                  <a:pt x="57315" y="160481"/>
                  <a:pt x="78330" y="181497"/>
                  <a:pt x="105077" y="181497"/>
                </a:cubicBezTo>
                <a:lnTo>
                  <a:pt x="124182" y="181497"/>
                </a:lnTo>
                <a:lnTo>
                  <a:pt x="124182" y="162392"/>
                </a:lnTo>
                <a:lnTo>
                  <a:pt x="105077" y="162392"/>
                </a:lnTo>
                <a:cubicBezTo>
                  <a:pt x="89793" y="162392"/>
                  <a:pt x="76420" y="149018"/>
                  <a:pt x="76420" y="133734"/>
                </a:cubicBezTo>
                <a:lnTo>
                  <a:pt x="76420" y="124182"/>
                </a:lnTo>
                <a:lnTo>
                  <a:pt x="95525" y="124182"/>
                </a:lnTo>
                <a:lnTo>
                  <a:pt x="95525" y="105077"/>
                </a:lnTo>
                <a:lnTo>
                  <a:pt x="76420" y="105077"/>
                </a:lnTo>
                <a:lnTo>
                  <a:pt x="47762" y="105077"/>
                </a:lnTo>
                <a:cubicBezTo>
                  <a:pt x="32478" y="105077"/>
                  <a:pt x="19105" y="91704"/>
                  <a:pt x="19105" y="76420"/>
                </a:cubicBezTo>
                <a:lnTo>
                  <a:pt x="19105" y="57315"/>
                </a:lnTo>
                <a:lnTo>
                  <a:pt x="143287" y="57315"/>
                </a:lnTo>
                <a:cubicBezTo>
                  <a:pt x="147108" y="97435"/>
                  <a:pt x="179586" y="128003"/>
                  <a:pt x="219707" y="133734"/>
                </a:cubicBezTo>
                <a:lnTo>
                  <a:pt x="219707" y="233080"/>
                </a:lnTo>
                <a:lnTo>
                  <a:pt x="219707" y="236901"/>
                </a:lnTo>
                <a:cubicBezTo>
                  <a:pt x="217796" y="236901"/>
                  <a:pt x="217796" y="236901"/>
                  <a:pt x="215886" y="236901"/>
                </a:cubicBezTo>
                <a:cubicBezTo>
                  <a:pt x="213975" y="236901"/>
                  <a:pt x="213975" y="236901"/>
                  <a:pt x="212065" y="236901"/>
                </a:cubicBezTo>
                <a:cubicBezTo>
                  <a:pt x="210154" y="236901"/>
                  <a:pt x="206333" y="238811"/>
                  <a:pt x="204423" y="238811"/>
                </a:cubicBezTo>
                <a:cubicBezTo>
                  <a:pt x="202512" y="240722"/>
                  <a:pt x="198691" y="240722"/>
                  <a:pt x="196781" y="242632"/>
                </a:cubicBezTo>
                <a:cubicBezTo>
                  <a:pt x="196781" y="242632"/>
                  <a:pt x="194870" y="242632"/>
                  <a:pt x="194870" y="244543"/>
                </a:cubicBezTo>
                <a:cubicBezTo>
                  <a:pt x="175765" y="254095"/>
                  <a:pt x="162392" y="269379"/>
                  <a:pt x="156660" y="286574"/>
                </a:cubicBezTo>
                <a:cubicBezTo>
                  <a:pt x="149018" y="307589"/>
                  <a:pt x="154750" y="330515"/>
                  <a:pt x="170034" y="349620"/>
                </a:cubicBezTo>
                <a:cubicBezTo>
                  <a:pt x="175765" y="355351"/>
                  <a:pt x="179586" y="361083"/>
                  <a:pt x="187228" y="364904"/>
                </a:cubicBezTo>
                <a:lnTo>
                  <a:pt x="204423" y="357262"/>
                </a:lnTo>
                <a:lnTo>
                  <a:pt x="208244" y="355351"/>
                </a:lnTo>
                <a:cubicBezTo>
                  <a:pt x="200602" y="351530"/>
                  <a:pt x="192960" y="345799"/>
                  <a:pt x="187228" y="338157"/>
                </a:cubicBezTo>
                <a:cubicBezTo>
                  <a:pt x="181497" y="332426"/>
                  <a:pt x="177676" y="324784"/>
                  <a:pt x="177676" y="317142"/>
                </a:cubicBezTo>
                <a:cubicBezTo>
                  <a:pt x="177676" y="315231"/>
                  <a:pt x="177676" y="315231"/>
                  <a:pt x="177676" y="313321"/>
                </a:cubicBezTo>
                <a:cubicBezTo>
                  <a:pt x="177676" y="311410"/>
                  <a:pt x="177676" y="309500"/>
                  <a:pt x="177676" y="307589"/>
                </a:cubicBezTo>
                <a:cubicBezTo>
                  <a:pt x="177676" y="305679"/>
                  <a:pt x="177676" y="301858"/>
                  <a:pt x="177676" y="299947"/>
                </a:cubicBezTo>
                <a:lnTo>
                  <a:pt x="177676" y="298037"/>
                </a:lnTo>
                <a:cubicBezTo>
                  <a:pt x="177676" y="296126"/>
                  <a:pt x="179586" y="294216"/>
                  <a:pt x="179586" y="292305"/>
                </a:cubicBezTo>
                <a:cubicBezTo>
                  <a:pt x="187228" y="273200"/>
                  <a:pt x="202512" y="259827"/>
                  <a:pt x="223528" y="257916"/>
                </a:cubicBezTo>
                <a:lnTo>
                  <a:pt x="223528" y="307589"/>
                </a:lnTo>
                <a:lnTo>
                  <a:pt x="223528" y="353441"/>
                </a:lnTo>
                <a:lnTo>
                  <a:pt x="223528" y="362993"/>
                </a:lnTo>
                <a:lnTo>
                  <a:pt x="223528" y="368725"/>
                </a:lnTo>
                <a:cubicBezTo>
                  <a:pt x="217796" y="370635"/>
                  <a:pt x="212065" y="372546"/>
                  <a:pt x="204423" y="376367"/>
                </a:cubicBezTo>
                <a:cubicBezTo>
                  <a:pt x="200602" y="378277"/>
                  <a:pt x="194870" y="380188"/>
                  <a:pt x="191049" y="384009"/>
                </a:cubicBezTo>
                <a:cubicBezTo>
                  <a:pt x="181497" y="391651"/>
                  <a:pt x="173855" y="405024"/>
                  <a:pt x="170034" y="418398"/>
                </a:cubicBezTo>
                <a:cubicBezTo>
                  <a:pt x="166213" y="433682"/>
                  <a:pt x="166213" y="448966"/>
                  <a:pt x="166213" y="460429"/>
                </a:cubicBezTo>
                <a:lnTo>
                  <a:pt x="185318" y="460429"/>
                </a:lnTo>
                <a:cubicBezTo>
                  <a:pt x="185318" y="458518"/>
                  <a:pt x="185318" y="454697"/>
                  <a:pt x="185318" y="452787"/>
                </a:cubicBezTo>
                <a:lnTo>
                  <a:pt x="185318" y="437503"/>
                </a:lnTo>
                <a:cubicBezTo>
                  <a:pt x="185318" y="435592"/>
                  <a:pt x="185318" y="431771"/>
                  <a:pt x="185318" y="429861"/>
                </a:cubicBezTo>
                <a:cubicBezTo>
                  <a:pt x="185318" y="427950"/>
                  <a:pt x="185318" y="426040"/>
                  <a:pt x="187228" y="424129"/>
                </a:cubicBezTo>
                <a:lnTo>
                  <a:pt x="187228" y="422219"/>
                </a:lnTo>
                <a:cubicBezTo>
                  <a:pt x="189139" y="418398"/>
                  <a:pt x="189139" y="416487"/>
                  <a:pt x="191049" y="412666"/>
                </a:cubicBezTo>
                <a:cubicBezTo>
                  <a:pt x="194870" y="405024"/>
                  <a:pt x="202512" y="397382"/>
                  <a:pt x="212065" y="393561"/>
                </a:cubicBezTo>
                <a:cubicBezTo>
                  <a:pt x="213975" y="393561"/>
                  <a:pt x="215886" y="391651"/>
                  <a:pt x="217796" y="391651"/>
                </a:cubicBezTo>
                <a:cubicBezTo>
                  <a:pt x="217796" y="391651"/>
                  <a:pt x="219707" y="391651"/>
                  <a:pt x="221617" y="389740"/>
                </a:cubicBezTo>
                <a:lnTo>
                  <a:pt x="221617" y="458518"/>
                </a:lnTo>
                <a:lnTo>
                  <a:pt x="240722" y="458518"/>
                </a:lnTo>
                <a:lnTo>
                  <a:pt x="240722" y="401203"/>
                </a:lnTo>
                <a:lnTo>
                  <a:pt x="240722" y="387830"/>
                </a:lnTo>
                <a:lnTo>
                  <a:pt x="240722" y="382098"/>
                </a:lnTo>
                <a:lnTo>
                  <a:pt x="242632" y="382098"/>
                </a:lnTo>
                <a:cubicBezTo>
                  <a:pt x="242632" y="382098"/>
                  <a:pt x="244543" y="382098"/>
                  <a:pt x="244543" y="380188"/>
                </a:cubicBezTo>
                <a:cubicBezTo>
                  <a:pt x="246453" y="380188"/>
                  <a:pt x="248364" y="378277"/>
                  <a:pt x="252185" y="376367"/>
                </a:cubicBezTo>
                <a:cubicBezTo>
                  <a:pt x="252185" y="376367"/>
                  <a:pt x="256006" y="374456"/>
                  <a:pt x="259827" y="37254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1" descr="Medical shield icon.">
            <a:extLst>
              <a:ext uri="{FF2B5EF4-FFF2-40B4-BE49-F238E27FC236}">
                <a16:creationId xmlns:a16="http://schemas.microsoft.com/office/drawing/2014/main" id="{7F3EB8B0-7BBE-4C8A-B5ED-BFC6E027EA1E}"/>
              </a:ext>
            </a:extLst>
          </p:cNvPr>
          <p:cNvSpPr>
            <a:spLocks noChangeAspect="1"/>
          </p:cNvSpPr>
          <p:nvPr/>
        </p:nvSpPr>
        <p:spPr>
          <a:xfrm>
            <a:off x="9583421" y="1371260"/>
            <a:ext cx="382098" cy="458518"/>
          </a:xfrm>
          <a:custGeom>
            <a:avLst/>
            <a:gdLst>
              <a:gd name="connsiteX0" fmla="*/ 362993 w 382098"/>
              <a:gd name="connsiteY0" fmla="*/ 0 h 458518"/>
              <a:gd name="connsiteX1" fmla="*/ 19105 w 382098"/>
              <a:gd name="connsiteY1" fmla="*/ 0 h 458518"/>
              <a:gd name="connsiteX2" fmla="*/ 0 w 382098"/>
              <a:gd name="connsiteY2" fmla="*/ 19105 h 458518"/>
              <a:gd name="connsiteX3" fmla="*/ 0 w 382098"/>
              <a:gd name="connsiteY3" fmla="*/ 200602 h 458518"/>
              <a:gd name="connsiteX4" fmla="*/ 179586 w 382098"/>
              <a:gd name="connsiteY4" fmla="*/ 454697 h 458518"/>
              <a:gd name="connsiteX5" fmla="*/ 191049 w 382098"/>
              <a:gd name="connsiteY5" fmla="*/ 458518 h 458518"/>
              <a:gd name="connsiteX6" fmla="*/ 202512 w 382098"/>
              <a:gd name="connsiteY6" fmla="*/ 454697 h 458518"/>
              <a:gd name="connsiteX7" fmla="*/ 382098 w 382098"/>
              <a:gd name="connsiteY7" fmla="*/ 200602 h 458518"/>
              <a:gd name="connsiteX8" fmla="*/ 382098 w 382098"/>
              <a:gd name="connsiteY8" fmla="*/ 19105 h 458518"/>
              <a:gd name="connsiteX9" fmla="*/ 362993 w 382098"/>
              <a:gd name="connsiteY9" fmla="*/ 0 h 458518"/>
              <a:gd name="connsiteX10" fmla="*/ 362993 w 382098"/>
              <a:gd name="connsiteY10" fmla="*/ 200602 h 458518"/>
              <a:gd name="connsiteX11" fmla="*/ 191049 w 382098"/>
              <a:gd name="connsiteY11" fmla="*/ 439413 h 458518"/>
              <a:gd name="connsiteX12" fmla="*/ 19105 w 382098"/>
              <a:gd name="connsiteY12" fmla="*/ 200602 h 458518"/>
              <a:gd name="connsiteX13" fmla="*/ 19105 w 382098"/>
              <a:gd name="connsiteY13" fmla="*/ 19105 h 458518"/>
              <a:gd name="connsiteX14" fmla="*/ 362993 w 382098"/>
              <a:gd name="connsiteY14" fmla="*/ 19105 h 458518"/>
              <a:gd name="connsiteX15" fmla="*/ 362993 w 382098"/>
              <a:gd name="connsiteY15" fmla="*/ 200602 h 458518"/>
              <a:gd name="connsiteX16" fmla="*/ 181497 w 382098"/>
              <a:gd name="connsiteY16" fmla="*/ 277021 h 458518"/>
              <a:gd name="connsiteX17" fmla="*/ 200602 w 382098"/>
              <a:gd name="connsiteY17" fmla="*/ 277021 h 458518"/>
              <a:gd name="connsiteX18" fmla="*/ 200602 w 382098"/>
              <a:gd name="connsiteY18" fmla="*/ 210154 h 458518"/>
              <a:gd name="connsiteX19" fmla="*/ 267469 w 382098"/>
              <a:gd name="connsiteY19" fmla="*/ 210154 h 458518"/>
              <a:gd name="connsiteX20" fmla="*/ 267469 w 382098"/>
              <a:gd name="connsiteY20" fmla="*/ 191049 h 458518"/>
              <a:gd name="connsiteX21" fmla="*/ 200602 w 382098"/>
              <a:gd name="connsiteY21" fmla="*/ 191049 h 458518"/>
              <a:gd name="connsiteX22" fmla="*/ 200602 w 382098"/>
              <a:gd name="connsiteY22" fmla="*/ 124182 h 458518"/>
              <a:gd name="connsiteX23" fmla="*/ 181497 w 382098"/>
              <a:gd name="connsiteY23" fmla="*/ 124182 h 458518"/>
              <a:gd name="connsiteX24" fmla="*/ 181497 w 382098"/>
              <a:gd name="connsiteY24" fmla="*/ 191049 h 458518"/>
              <a:gd name="connsiteX25" fmla="*/ 114630 w 382098"/>
              <a:gd name="connsiteY25" fmla="*/ 191049 h 458518"/>
              <a:gd name="connsiteX26" fmla="*/ 114630 w 382098"/>
              <a:gd name="connsiteY26" fmla="*/ 210154 h 458518"/>
              <a:gd name="connsiteX27" fmla="*/ 181497 w 382098"/>
              <a:gd name="connsiteY27" fmla="*/ 210154 h 458518"/>
              <a:gd name="connsiteX28" fmla="*/ 181497 w 382098"/>
              <a:gd name="connsiteY28" fmla="*/ 27702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2098" h="458518">
                <a:moveTo>
                  <a:pt x="36299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00602"/>
                </a:lnTo>
                <a:cubicBezTo>
                  <a:pt x="0" y="320963"/>
                  <a:pt x="137555" y="426040"/>
                  <a:pt x="179586" y="454697"/>
                </a:cubicBezTo>
                <a:cubicBezTo>
                  <a:pt x="183407" y="456608"/>
                  <a:pt x="185318" y="458518"/>
                  <a:pt x="191049" y="458518"/>
                </a:cubicBezTo>
                <a:cubicBezTo>
                  <a:pt x="194870" y="458518"/>
                  <a:pt x="198691" y="456608"/>
                  <a:pt x="202512" y="454697"/>
                </a:cubicBezTo>
                <a:cubicBezTo>
                  <a:pt x="244543" y="426040"/>
                  <a:pt x="382098" y="320963"/>
                  <a:pt x="382098" y="200602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close/>
                <a:moveTo>
                  <a:pt x="362993" y="200602"/>
                </a:moveTo>
                <a:cubicBezTo>
                  <a:pt x="362993" y="315231"/>
                  <a:pt x="219707" y="418398"/>
                  <a:pt x="191049" y="439413"/>
                </a:cubicBezTo>
                <a:cubicBezTo>
                  <a:pt x="162392" y="420308"/>
                  <a:pt x="19105" y="315231"/>
                  <a:pt x="19105" y="200602"/>
                </a:cubicBezTo>
                <a:lnTo>
                  <a:pt x="19105" y="19105"/>
                </a:lnTo>
                <a:lnTo>
                  <a:pt x="362993" y="19105"/>
                </a:lnTo>
                <a:lnTo>
                  <a:pt x="362993" y="200602"/>
                </a:lnTo>
                <a:close/>
                <a:moveTo>
                  <a:pt x="181497" y="277021"/>
                </a:moveTo>
                <a:lnTo>
                  <a:pt x="200602" y="277021"/>
                </a:lnTo>
                <a:lnTo>
                  <a:pt x="200602" y="210154"/>
                </a:lnTo>
                <a:lnTo>
                  <a:pt x="267469" y="210154"/>
                </a:lnTo>
                <a:lnTo>
                  <a:pt x="267469" y="191049"/>
                </a:lnTo>
                <a:lnTo>
                  <a:pt x="200602" y="191049"/>
                </a:lnTo>
                <a:lnTo>
                  <a:pt x="200602" y="124182"/>
                </a:lnTo>
                <a:lnTo>
                  <a:pt x="181497" y="124182"/>
                </a:lnTo>
                <a:lnTo>
                  <a:pt x="181497" y="191049"/>
                </a:lnTo>
                <a:lnTo>
                  <a:pt x="114630" y="191049"/>
                </a:lnTo>
                <a:lnTo>
                  <a:pt x="114630" y="210154"/>
                </a:lnTo>
                <a:lnTo>
                  <a:pt x="181497" y="210154"/>
                </a:lnTo>
                <a:lnTo>
                  <a:pt x="181497" y="27702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3" name="Graphic 241" descr="Adhesive bandage icon.">
            <a:extLst>
              <a:ext uri="{FF2B5EF4-FFF2-40B4-BE49-F238E27FC236}">
                <a16:creationId xmlns:a16="http://schemas.microsoft.com/office/drawing/2014/main" id="{5B450FB5-841A-41DD-8B3F-F10C3FD7E57D}"/>
              </a:ext>
            </a:extLst>
          </p:cNvPr>
          <p:cNvSpPr>
            <a:spLocks noChangeAspect="1"/>
          </p:cNvSpPr>
          <p:nvPr/>
        </p:nvSpPr>
        <p:spPr>
          <a:xfrm>
            <a:off x="10738908" y="1371260"/>
            <a:ext cx="461383" cy="458518"/>
          </a:xfrm>
          <a:custGeom>
            <a:avLst/>
            <a:gdLst>
              <a:gd name="connsiteX0" fmla="*/ 339590 w 461383"/>
              <a:gd name="connsiteY0" fmla="*/ 458518 h 458518"/>
              <a:gd name="connsiteX1" fmla="*/ 255528 w 461383"/>
              <a:gd name="connsiteY1" fmla="*/ 424129 h 458518"/>
              <a:gd name="connsiteX2" fmla="*/ 35822 w 461383"/>
              <a:gd name="connsiteY2" fmla="*/ 204423 h 458518"/>
              <a:gd name="connsiteX3" fmla="*/ 35822 w 461383"/>
              <a:gd name="connsiteY3" fmla="*/ 34389 h 458518"/>
              <a:gd name="connsiteX4" fmla="*/ 205855 w 461383"/>
              <a:gd name="connsiteY4" fmla="*/ 34389 h 458518"/>
              <a:gd name="connsiteX5" fmla="*/ 425562 w 461383"/>
              <a:gd name="connsiteY5" fmla="*/ 252185 h 458518"/>
              <a:gd name="connsiteX6" fmla="*/ 425562 w 461383"/>
              <a:gd name="connsiteY6" fmla="*/ 422219 h 458518"/>
              <a:gd name="connsiteX7" fmla="*/ 425562 w 461383"/>
              <a:gd name="connsiteY7" fmla="*/ 422219 h 458518"/>
              <a:gd name="connsiteX8" fmla="*/ 339590 w 461383"/>
              <a:gd name="connsiteY8" fmla="*/ 458518 h 458518"/>
              <a:gd name="connsiteX9" fmla="*/ 121794 w 461383"/>
              <a:gd name="connsiteY9" fmla="*/ 19105 h 458518"/>
              <a:gd name="connsiteX10" fmla="*/ 49195 w 461383"/>
              <a:gd name="connsiteY10" fmla="*/ 47762 h 458518"/>
              <a:gd name="connsiteX11" fmla="*/ 49195 w 461383"/>
              <a:gd name="connsiteY11" fmla="*/ 189139 h 458518"/>
              <a:gd name="connsiteX12" fmla="*/ 49195 w 461383"/>
              <a:gd name="connsiteY12" fmla="*/ 189139 h 458518"/>
              <a:gd name="connsiteX13" fmla="*/ 268902 w 461383"/>
              <a:gd name="connsiteY13" fmla="*/ 410756 h 458518"/>
              <a:gd name="connsiteX14" fmla="*/ 412189 w 461383"/>
              <a:gd name="connsiteY14" fmla="*/ 410756 h 458518"/>
              <a:gd name="connsiteX15" fmla="*/ 412189 w 461383"/>
              <a:gd name="connsiteY15" fmla="*/ 269379 h 458518"/>
              <a:gd name="connsiteX16" fmla="*/ 412189 w 461383"/>
              <a:gd name="connsiteY16" fmla="*/ 269379 h 458518"/>
              <a:gd name="connsiteX17" fmla="*/ 192482 w 461383"/>
              <a:gd name="connsiteY17" fmla="*/ 47762 h 458518"/>
              <a:gd name="connsiteX18" fmla="*/ 121794 w 461383"/>
              <a:gd name="connsiteY18" fmla="*/ 19105 h 458518"/>
              <a:gd name="connsiteX19" fmla="*/ 245976 w 461383"/>
              <a:gd name="connsiteY19" fmla="*/ 168123 h 458518"/>
              <a:gd name="connsiteX20" fmla="*/ 251707 w 461383"/>
              <a:gd name="connsiteY20" fmla="*/ 181497 h 458518"/>
              <a:gd name="connsiteX21" fmla="*/ 251707 w 461383"/>
              <a:gd name="connsiteY21" fmla="*/ 208244 h 458518"/>
              <a:gd name="connsiteX22" fmla="*/ 278454 w 461383"/>
              <a:gd name="connsiteY22" fmla="*/ 208244 h 458518"/>
              <a:gd name="connsiteX23" fmla="*/ 289917 w 461383"/>
              <a:gd name="connsiteY23" fmla="*/ 213975 h 458518"/>
              <a:gd name="connsiteX24" fmla="*/ 295649 w 461383"/>
              <a:gd name="connsiteY24" fmla="*/ 225438 h 458518"/>
              <a:gd name="connsiteX25" fmla="*/ 295649 w 461383"/>
              <a:gd name="connsiteY25" fmla="*/ 259827 h 458518"/>
              <a:gd name="connsiteX26" fmla="*/ 280365 w 461383"/>
              <a:gd name="connsiteY26" fmla="*/ 277021 h 458518"/>
              <a:gd name="connsiteX27" fmla="*/ 280365 w 461383"/>
              <a:gd name="connsiteY27" fmla="*/ 277021 h 458518"/>
              <a:gd name="connsiteX28" fmla="*/ 184840 w 461383"/>
              <a:gd name="connsiteY28" fmla="*/ 277021 h 458518"/>
              <a:gd name="connsiteX29" fmla="*/ 184840 w 461383"/>
              <a:gd name="connsiteY29" fmla="*/ 181497 h 458518"/>
              <a:gd name="connsiteX30" fmla="*/ 200124 w 461383"/>
              <a:gd name="connsiteY30" fmla="*/ 164302 h 458518"/>
              <a:gd name="connsiteX31" fmla="*/ 200124 w 461383"/>
              <a:gd name="connsiteY31" fmla="*/ 164302 h 458518"/>
              <a:gd name="connsiteX32" fmla="*/ 234513 w 461383"/>
              <a:gd name="connsiteY32" fmla="*/ 164302 h 458518"/>
              <a:gd name="connsiteX33" fmla="*/ 245976 w 461383"/>
              <a:gd name="connsiteY33" fmla="*/ 168123 h 458518"/>
              <a:gd name="connsiteX34" fmla="*/ 87405 w 461383"/>
              <a:gd name="connsiteY34" fmla="*/ 114630 h 458518"/>
              <a:gd name="connsiteX35" fmla="*/ 96957 w 461383"/>
              <a:gd name="connsiteY35" fmla="*/ 124182 h 458518"/>
              <a:gd name="connsiteX36" fmla="*/ 87405 w 461383"/>
              <a:gd name="connsiteY36" fmla="*/ 133734 h 458518"/>
              <a:gd name="connsiteX37" fmla="*/ 77853 w 461383"/>
              <a:gd name="connsiteY37" fmla="*/ 124182 h 458518"/>
              <a:gd name="connsiteX38" fmla="*/ 87405 w 461383"/>
              <a:gd name="connsiteY38" fmla="*/ 114630 h 458518"/>
              <a:gd name="connsiteX39" fmla="*/ 125615 w 461383"/>
              <a:gd name="connsiteY39" fmla="*/ 76420 h 458518"/>
              <a:gd name="connsiteX40" fmla="*/ 135167 w 461383"/>
              <a:gd name="connsiteY40" fmla="*/ 85972 h 458518"/>
              <a:gd name="connsiteX41" fmla="*/ 125615 w 461383"/>
              <a:gd name="connsiteY41" fmla="*/ 95525 h 458518"/>
              <a:gd name="connsiteX42" fmla="*/ 116062 w 461383"/>
              <a:gd name="connsiteY42" fmla="*/ 85972 h 458518"/>
              <a:gd name="connsiteX43" fmla="*/ 125615 w 461383"/>
              <a:gd name="connsiteY43" fmla="*/ 76420 h 458518"/>
              <a:gd name="connsiteX44" fmla="*/ 125615 w 461383"/>
              <a:gd name="connsiteY44" fmla="*/ 152839 h 458518"/>
              <a:gd name="connsiteX45" fmla="*/ 135167 w 461383"/>
              <a:gd name="connsiteY45" fmla="*/ 162392 h 458518"/>
              <a:gd name="connsiteX46" fmla="*/ 125615 w 461383"/>
              <a:gd name="connsiteY46" fmla="*/ 171944 h 458518"/>
              <a:gd name="connsiteX47" fmla="*/ 116062 w 461383"/>
              <a:gd name="connsiteY47" fmla="*/ 162392 h 458518"/>
              <a:gd name="connsiteX48" fmla="*/ 125615 w 461383"/>
              <a:gd name="connsiteY48" fmla="*/ 152839 h 458518"/>
              <a:gd name="connsiteX49" fmla="*/ 163825 w 461383"/>
              <a:gd name="connsiteY49" fmla="*/ 114630 h 458518"/>
              <a:gd name="connsiteX50" fmla="*/ 173377 w 461383"/>
              <a:gd name="connsiteY50" fmla="*/ 124182 h 458518"/>
              <a:gd name="connsiteX51" fmla="*/ 163825 w 461383"/>
              <a:gd name="connsiteY51" fmla="*/ 133734 h 458518"/>
              <a:gd name="connsiteX52" fmla="*/ 154272 w 461383"/>
              <a:gd name="connsiteY52" fmla="*/ 124182 h 458518"/>
              <a:gd name="connsiteX53" fmla="*/ 163825 w 461383"/>
              <a:gd name="connsiteY53" fmla="*/ 114630 h 458518"/>
              <a:gd name="connsiteX54" fmla="*/ 297559 w 461383"/>
              <a:gd name="connsiteY54" fmla="*/ 324784 h 458518"/>
              <a:gd name="connsiteX55" fmla="*/ 307112 w 461383"/>
              <a:gd name="connsiteY55" fmla="*/ 334336 h 458518"/>
              <a:gd name="connsiteX56" fmla="*/ 297559 w 461383"/>
              <a:gd name="connsiteY56" fmla="*/ 343889 h 458518"/>
              <a:gd name="connsiteX57" fmla="*/ 288007 w 461383"/>
              <a:gd name="connsiteY57" fmla="*/ 334336 h 458518"/>
              <a:gd name="connsiteX58" fmla="*/ 297559 w 461383"/>
              <a:gd name="connsiteY58" fmla="*/ 324784 h 458518"/>
              <a:gd name="connsiteX59" fmla="*/ 335769 w 461383"/>
              <a:gd name="connsiteY59" fmla="*/ 286574 h 458518"/>
              <a:gd name="connsiteX60" fmla="*/ 345321 w 461383"/>
              <a:gd name="connsiteY60" fmla="*/ 296126 h 458518"/>
              <a:gd name="connsiteX61" fmla="*/ 335769 w 461383"/>
              <a:gd name="connsiteY61" fmla="*/ 305679 h 458518"/>
              <a:gd name="connsiteX62" fmla="*/ 326216 w 461383"/>
              <a:gd name="connsiteY62" fmla="*/ 296126 h 458518"/>
              <a:gd name="connsiteX63" fmla="*/ 335769 w 461383"/>
              <a:gd name="connsiteY63" fmla="*/ 286574 h 458518"/>
              <a:gd name="connsiteX64" fmla="*/ 335769 w 461383"/>
              <a:gd name="connsiteY64" fmla="*/ 362993 h 458518"/>
              <a:gd name="connsiteX65" fmla="*/ 345321 w 461383"/>
              <a:gd name="connsiteY65" fmla="*/ 372546 h 458518"/>
              <a:gd name="connsiteX66" fmla="*/ 335769 w 461383"/>
              <a:gd name="connsiteY66" fmla="*/ 382098 h 458518"/>
              <a:gd name="connsiteX67" fmla="*/ 326216 w 461383"/>
              <a:gd name="connsiteY67" fmla="*/ 372546 h 458518"/>
              <a:gd name="connsiteX68" fmla="*/ 335769 w 461383"/>
              <a:gd name="connsiteY68" fmla="*/ 362993 h 458518"/>
              <a:gd name="connsiteX69" fmla="*/ 373979 w 461383"/>
              <a:gd name="connsiteY69" fmla="*/ 324784 h 458518"/>
              <a:gd name="connsiteX70" fmla="*/ 383531 w 461383"/>
              <a:gd name="connsiteY70" fmla="*/ 334336 h 458518"/>
              <a:gd name="connsiteX71" fmla="*/ 373979 w 461383"/>
              <a:gd name="connsiteY71" fmla="*/ 343889 h 458518"/>
              <a:gd name="connsiteX72" fmla="*/ 364426 w 461383"/>
              <a:gd name="connsiteY72" fmla="*/ 334336 h 458518"/>
              <a:gd name="connsiteX73" fmla="*/ 373979 w 461383"/>
              <a:gd name="connsiteY73" fmla="*/ 32478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61383" h="458518">
                <a:moveTo>
                  <a:pt x="339590" y="458518"/>
                </a:moveTo>
                <a:cubicBezTo>
                  <a:pt x="307112" y="458518"/>
                  <a:pt x="276544" y="445145"/>
                  <a:pt x="255528" y="424129"/>
                </a:cubicBezTo>
                <a:lnTo>
                  <a:pt x="35822" y="204423"/>
                </a:lnTo>
                <a:cubicBezTo>
                  <a:pt x="-11941" y="156660"/>
                  <a:pt x="-11941" y="82151"/>
                  <a:pt x="35822" y="34389"/>
                </a:cubicBezTo>
                <a:cubicBezTo>
                  <a:pt x="83584" y="-11463"/>
                  <a:pt x="158093" y="-11463"/>
                  <a:pt x="205855" y="34389"/>
                </a:cubicBezTo>
                <a:lnTo>
                  <a:pt x="425562" y="252185"/>
                </a:lnTo>
                <a:cubicBezTo>
                  <a:pt x="473324" y="299947"/>
                  <a:pt x="473324" y="374456"/>
                  <a:pt x="425562" y="422219"/>
                </a:cubicBezTo>
                <a:lnTo>
                  <a:pt x="425562" y="422219"/>
                </a:lnTo>
                <a:cubicBezTo>
                  <a:pt x="402636" y="445145"/>
                  <a:pt x="372068" y="458518"/>
                  <a:pt x="339590" y="458518"/>
                </a:cubicBezTo>
                <a:close/>
                <a:moveTo>
                  <a:pt x="121794" y="19105"/>
                </a:moveTo>
                <a:cubicBezTo>
                  <a:pt x="95047" y="19105"/>
                  <a:pt x="68300" y="30568"/>
                  <a:pt x="49195" y="47762"/>
                </a:cubicBezTo>
                <a:cubicBezTo>
                  <a:pt x="9075" y="85972"/>
                  <a:pt x="9075" y="150929"/>
                  <a:pt x="49195" y="189139"/>
                </a:cubicBezTo>
                <a:cubicBezTo>
                  <a:pt x="49195" y="189139"/>
                  <a:pt x="49195" y="189139"/>
                  <a:pt x="49195" y="189139"/>
                </a:cubicBezTo>
                <a:lnTo>
                  <a:pt x="268902" y="410756"/>
                </a:lnTo>
                <a:cubicBezTo>
                  <a:pt x="309022" y="450876"/>
                  <a:pt x="372068" y="450876"/>
                  <a:pt x="412189" y="410756"/>
                </a:cubicBezTo>
                <a:cubicBezTo>
                  <a:pt x="452309" y="372546"/>
                  <a:pt x="452309" y="307589"/>
                  <a:pt x="412189" y="269379"/>
                </a:cubicBezTo>
                <a:cubicBezTo>
                  <a:pt x="412189" y="269379"/>
                  <a:pt x="412189" y="269379"/>
                  <a:pt x="412189" y="269379"/>
                </a:cubicBezTo>
                <a:lnTo>
                  <a:pt x="192482" y="47762"/>
                </a:lnTo>
                <a:cubicBezTo>
                  <a:pt x="173377" y="30568"/>
                  <a:pt x="148541" y="19105"/>
                  <a:pt x="121794" y="19105"/>
                </a:cubicBezTo>
                <a:close/>
                <a:moveTo>
                  <a:pt x="245976" y="168123"/>
                </a:moveTo>
                <a:cubicBezTo>
                  <a:pt x="249797" y="171944"/>
                  <a:pt x="251707" y="175765"/>
                  <a:pt x="251707" y="181497"/>
                </a:cubicBezTo>
                <a:lnTo>
                  <a:pt x="251707" y="208244"/>
                </a:lnTo>
                <a:lnTo>
                  <a:pt x="278454" y="208244"/>
                </a:lnTo>
                <a:cubicBezTo>
                  <a:pt x="282275" y="208244"/>
                  <a:pt x="288007" y="210154"/>
                  <a:pt x="289917" y="213975"/>
                </a:cubicBezTo>
                <a:cubicBezTo>
                  <a:pt x="293738" y="217796"/>
                  <a:pt x="295649" y="221617"/>
                  <a:pt x="295649" y="225438"/>
                </a:cubicBezTo>
                <a:lnTo>
                  <a:pt x="295649" y="259827"/>
                </a:lnTo>
                <a:cubicBezTo>
                  <a:pt x="295649" y="269379"/>
                  <a:pt x="288007" y="277021"/>
                  <a:pt x="280365" y="277021"/>
                </a:cubicBezTo>
                <a:cubicBezTo>
                  <a:pt x="280365" y="277021"/>
                  <a:pt x="280365" y="277021"/>
                  <a:pt x="280365" y="277021"/>
                </a:cubicBezTo>
                <a:lnTo>
                  <a:pt x="184840" y="277021"/>
                </a:lnTo>
                <a:lnTo>
                  <a:pt x="184840" y="181497"/>
                </a:lnTo>
                <a:cubicBezTo>
                  <a:pt x="184840" y="171944"/>
                  <a:pt x="192482" y="164302"/>
                  <a:pt x="200124" y="164302"/>
                </a:cubicBezTo>
                <a:cubicBezTo>
                  <a:pt x="200124" y="164302"/>
                  <a:pt x="200124" y="164302"/>
                  <a:pt x="200124" y="164302"/>
                </a:cubicBezTo>
                <a:lnTo>
                  <a:pt x="234513" y="164302"/>
                </a:lnTo>
                <a:cubicBezTo>
                  <a:pt x="240244" y="162392"/>
                  <a:pt x="244065" y="164302"/>
                  <a:pt x="245976" y="168123"/>
                </a:cubicBezTo>
                <a:moveTo>
                  <a:pt x="87405" y="114630"/>
                </a:moveTo>
                <a:cubicBezTo>
                  <a:pt x="93136" y="114630"/>
                  <a:pt x="96957" y="118450"/>
                  <a:pt x="96957" y="124182"/>
                </a:cubicBezTo>
                <a:cubicBezTo>
                  <a:pt x="96957" y="129913"/>
                  <a:pt x="93136" y="133734"/>
                  <a:pt x="87405" y="133734"/>
                </a:cubicBezTo>
                <a:cubicBezTo>
                  <a:pt x="81674" y="133734"/>
                  <a:pt x="77853" y="129913"/>
                  <a:pt x="77853" y="124182"/>
                </a:cubicBezTo>
                <a:cubicBezTo>
                  <a:pt x="77853" y="118450"/>
                  <a:pt x="81674" y="114630"/>
                  <a:pt x="87405" y="114630"/>
                </a:cubicBezTo>
                <a:close/>
                <a:moveTo>
                  <a:pt x="125615" y="76420"/>
                </a:moveTo>
                <a:cubicBezTo>
                  <a:pt x="131346" y="76420"/>
                  <a:pt x="135167" y="80241"/>
                  <a:pt x="135167" y="85972"/>
                </a:cubicBezTo>
                <a:cubicBezTo>
                  <a:pt x="135167" y="91704"/>
                  <a:pt x="131346" y="95525"/>
                  <a:pt x="125615" y="95525"/>
                </a:cubicBezTo>
                <a:cubicBezTo>
                  <a:pt x="119883" y="95525"/>
                  <a:pt x="116062" y="91704"/>
                  <a:pt x="116062" y="85972"/>
                </a:cubicBezTo>
                <a:cubicBezTo>
                  <a:pt x="116062" y="80241"/>
                  <a:pt x="119883" y="76420"/>
                  <a:pt x="125615" y="76420"/>
                </a:cubicBezTo>
                <a:close/>
                <a:moveTo>
                  <a:pt x="125615" y="152839"/>
                </a:moveTo>
                <a:cubicBezTo>
                  <a:pt x="131346" y="152839"/>
                  <a:pt x="135167" y="156660"/>
                  <a:pt x="135167" y="162392"/>
                </a:cubicBezTo>
                <a:cubicBezTo>
                  <a:pt x="135167" y="168123"/>
                  <a:pt x="131346" y="171944"/>
                  <a:pt x="125615" y="171944"/>
                </a:cubicBezTo>
                <a:cubicBezTo>
                  <a:pt x="119883" y="171944"/>
                  <a:pt x="116062" y="168123"/>
                  <a:pt x="116062" y="162392"/>
                </a:cubicBezTo>
                <a:cubicBezTo>
                  <a:pt x="116062" y="156660"/>
                  <a:pt x="119883" y="152839"/>
                  <a:pt x="125615" y="152839"/>
                </a:cubicBezTo>
                <a:close/>
                <a:moveTo>
                  <a:pt x="163825" y="114630"/>
                </a:moveTo>
                <a:cubicBezTo>
                  <a:pt x="169556" y="114630"/>
                  <a:pt x="173377" y="118450"/>
                  <a:pt x="173377" y="124182"/>
                </a:cubicBezTo>
                <a:cubicBezTo>
                  <a:pt x="173377" y="129913"/>
                  <a:pt x="169556" y="133734"/>
                  <a:pt x="163825" y="133734"/>
                </a:cubicBezTo>
                <a:cubicBezTo>
                  <a:pt x="158093" y="133734"/>
                  <a:pt x="154272" y="129913"/>
                  <a:pt x="154272" y="124182"/>
                </a:cubicBezTo>
                <a:cubicBezTo>
                  <a:pt x="154272" y="118450"/>
                  <a:pt x="158093" y="114630"/>
                  <a:pt x="163825" y="114630"/>
                </a:cubicBezTo>
                <a:close/>
                <a:moveTo>
                  <a:pt x="297559" y="324784"/>
                </a:moveTo>
                <a:cubicBezTo>
                  <a:pt x="303291" y="324784"/>
                  <a:pt x="307112" y="328605"/>
                  <a:pt x="307112" y="334336"/>
                </a:cubicBezTo>
                <a:cubicBezTo>
                  <a:pt x="307112" y="340068"/>
                  <a:pt x="303291" y="343889"/>
                  <a:pt x="297559" y="343889"/>
                </a:cubicBezTo>
                <a:cubicBezTo>
                  <a:pt x="291828" y="343889"/>
                  <a:pt x="288007" y="340068"/>
                  <a:pt x="288007" y="334336"/>
                </a:cubicBezTo>
                <a:cubicBezTo>
                  <a:pt x="288007" y="328605"/>
                  <a:pt x="291828" y="324784"/>
                  <a:pt x="297559" y="324784"/>
                </a:cubicBezTo>
                <a:close/>
                <a:moveTo>
                  <a:pt x="335769" y="286574"/>
                </a:moveTo>
                <a:cubicBezTo>
                  <a:pt x="341500" y="286574"/>
                  <a:pt x="345321" y="290395"/>
                  <a:pt x="345321" y="296126"/>
                </a:cubicBezTo>
                <a:cubicBezTo>
                  <a:pt x="345321" y="301858"/>
                  <a:pt x="341500" y="305679"/>
                  <a:pt x="335769" y="305679"/>
                </a:cubicBezTo>
                <a:cubicBezTo>
                  <a:pt x="330037" y="305679"/>
                  <a:pt x="326216" y="301858"/>
                  <a:pt x="326216" y="296126"/>
                </a:cubicBezTo>
                <a:cubicBezTo>
                  <a:pt x="326216" y="290395"/>
                  <a:pt x="330037" y="286574"/>
                  <a:pt x="335769" y="286574"/>
                </a:cubicBezTo>
                <a:close/>
                <a:moveTo>
                  <a:pt x="335769" y="362993"/>
                </a:moveTo>
                <a:cubicBezTo>
                  <a:pt x="341500" y="362993"/>
                  <a:pt x="345321" y="366814"/>
                  <a:pt x="345321" y="372546"/>
                </a:cubicBezTo>
                <a:cubicBezTo>
                  <a:pt x="345321" y="378277"/>
                  <a:pt x="341500" y="382098"/>
                  <a:pt x="335769" y="382098"/>
                </a:cubicBezTo>
                <a:cubicBezTo>
                  <a:pt x="330037" y="382098"/>
                  <a:pt x="326216" y="378277"/>
                  <a:pt x="326216" y="372546"/>
                </a:cubicBezTo>
                <a:cubicBezTo>
                  <a:pt x="326216" y="366814"/>
                  <a:pt x="330037" y="362993"/>
                  <a:pt x="335769" y="362993"/>
                </a:cubicBezTo>
                <a:close/>
                <a:moveTo>
                  <a:pt x="373979" y="324784"/>
                </a:moveTo>
                <a:cubicBezTo>
                  <a:pt x="379710" y="324784"/>
                  <a:pt x="383531" y="328605"/>
                  <a:pt x="383531" y="334336"/>
                </a:cubicBezTo>
                <a:cubicBezTo>
                  <a:pt x="383531" y="340068"/>
                  <a:pt x="379710" y="343889"/>
                  <a:pt x="373979" y="343889"/>
                </a:cubicBezTo>
                <a:cubicBezTo>
                  <a:pt x="368247" y="343889"/>
                  <a:pt x="364426" y="340068"/>
                  <a:pt x="364426" y="334336"/>
                </a:cubicBezTo>
                <a:cubicBezTo>
                  <a:pt x="364426" y="328605"/>
                  <a:pt x="368247" y="324784"/>
                  <a:pt x="373979" y="32478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8" name="Graphic 178" descr="Care icon.">
            <a:extLst>
              <a:ext uri="{FF2B5EF4-FFF2-40B4-BE49-F238E27FC236}">
                <a16:creationId xmlns:a16="http://schemas.microsoft.com/office/drawing/2014/main" id="{8C757D20-A40E-4B94-97EC-2A8DCA2D99FC}"/>
              </a:ext>
            </a:extLst>
          </p:cNvPr>
          <p:cNvSpPr>
            <a:spLocks noChangeAspect="1"/>
          </p:cNvSpPr>
          <p:nvPr/>
        </p:nvSpPr>
        <p:spPr>
          <a:xfrm>
            <a:off x="938810" y="2357891"/>
            <a:ext cx="458518" cy="420308"/>
          </a:xfrm>
          <a:custGeom>
            <a:avLst/>
            <a:gdLst>
              <a:gd name="connsiteX0" fmla="*/ 158571 w 458518"/>
              <a:gd name="connsiteY0" fmla="*/ 145197 h 420308"/>
              <a:gd name="connsiteX1" fmla="*/ 183407 w 458518"/>
              <a:gd name="connsiteY1" fmla="*/ 133734 h 420308"/>
              <a:gd name="connsiteX2" fmla="*/ 238811 w 458518"/>
              <a:gd name="connsiteY2" fmla="*/ 133734 h 420308"/>
              <a:gd name="connsiteX3" fmla="*/ 267469 w 458518"/>
              <a:gd name="connsiteY3" fmla="*/ 108898 h 420308"/>
              <a:gd name="connsiteX4" fmla="*/ 334336 w 458518"/>
              <a:gd name="connsiteY4" fmla="*/ 143287 h 420308"/>
              <a:gd name="connsiteX5" fmla="*/ 351530 w 458518"/>
              <a:gd name="connsiteY5" fmla="*/ 147108 h 420308"/>
              <a:gd name="connsiteX6" fmla="*/ 359172 w 458518"/>
              <a:gd name="connsiteY6" fmla="*/ 147108 h 420308"/>
              <a:gd name="connsiteX7" fmla="*/ 382098 w 458518"/>
              <a:gd name="connsiteY7" fmla="*/ 110809 h 420308"/>
              <a:gd name="connsiteX8" fmla="*/ 366814 w 458518"/>
              <a:gd name="connsiteY8" fmla="*/ 89793 h 420308"/>
              <a:gd name="connsiteX9" fmla="*/ 215886 w 458518"/>
              <a:gd name="connsiteY9" fmla="*/ 1910 h 420308"/>
              <a:gd name="connsiteX10" fmla="*/ 206333 w 458518"/>
              <a:gd name="connsiteY10" fmla="*/ 0 h 420308"/>
              <a:gd name="connsiteX11" fmla="*/ 66867 w 458518"/>
              <a:gd name="connsiteY11" fmla="*/ 19105 h 420308"/>
              <a:gd name="connsiteX12" fmla="*/ 0 w 458518"/>
              <a:gd name="connsiteY12" fmla="*/ 19105 h 420308"/>
              <a:gd name="connsiteX13" fmla="*/ 0 w 458518"/>
              <a:gd name="connsiteY13" fmla="*/ 38210 h 420308"/>
              <a:gd name="connsiteX14" fmla="*/ 68778 w 458518"/>
              <a:gd name="connsiteY14" fmla="*/ 38210 h 420308"/>
              <a:gd name="connsiteX15" fmla="*/ 208244 w 458518"/>
              <a:gd name="connsiteY15" fmla="*/ 19105 h 420308"/>
              <a:gd name="connsiteX16" fmla="*/ 357262 w 458518"/>
              <a:gd name="connsiteY16" fmla="*/ 106988 h 420308"/>
              <a:gd name="connsiteX17" fmla="*/ 362993 w 458518"/>
              <a:gd name="connsiteY17" fmla="*/ 116540 h 420308"/>
              <a:gd name="connsiteX18" fmla="*/ 361083 w 458518"/>
              <a:gd name="connsiteY18" fmla="*/ 122271 h 420308"/>
              <a:gd name="connsiteX19" fmla="*/ 353441 w 458518"/>
              <a:gd name="connsiteY19" fmla="*/ 128003 h 420308"/>
              <a:gd name="connsiteX20" fmla="*/ 343889 w 458518"/>
              <a:gd name="connsiteY20" fmla="*/ 126092 h 420308"/>
              <a:gd name="connsiteX21" fmla="*/ 250274 w 458518"/>
              <a:gd name="connsiteY21" fmla="*/ 78330 h 420308"/>
              <a:gd name="connsiteX22" fmla="*/ 250274 w 458518"/>
              <a:gd name="connsiteY22" fmla="*/ 78330 h 420308"/>
              <a:gd name="connsiteX23" fmla="*/ 238811 w 458518"/>
              <a:gd name="connsiteY23" fmla="*/ 76420 h 420308"/>
              <a:gd name="connsiteX24" fmla="*/ 143287 w 458518"/>
              <a:gd name="connsiteY24" fmla="*/ 76420 h 420308"/>
              <a:gd name="connsiteX25" fmla="*/ 143287 w 458518"/>
              <a:gd name="connsiteY25" fmla="*/ 95525 h 420308"/>
              <a:gd name="connsiteX26" fmla="*/ 238811 w 458518"/>
              <a:gd name="connsiteY26" fmla="*/ 95525 h 420308"/>
              <a:gd name="connsiteX27" fmla="*/ 242632 w 458518"/>
              <a:gd name="connsiteY27" fmla="*/ 95525 h 420308"/>
              <a:gd name="connsiteX28" fmla="*/ 242632 w 458518"/>
              <a:gd name="connsiteY28" fmla="*/ 95525 h 420308"/>
              <a:gd name="connsiteX29" fmla="*/ 250274 w 458518"/>
              <a:gd name="connsiteY29" fmla="*/ 106988 h 420308"/>
              <a:gd name="connsiteX30" fmla="*/ 238811 w 458518"/>
              <a:gd name="connsiteY30" fmla="*/ 114630 h 420308"/>
              <a:gd name="connsiteX31" fmla="*/ 183407 w 458518"/>
              <a:gd name="connsiteY31" fmla="*/ 114630 h 420308"/>
              <a:gd name="connsiteX32" fmla="*/ 175765 w 458518"/>
              <a:gd name="connsiteY32" fmla="*/ 116540 h 420308"/>
              <a:gd name="connsiteX33" fmla="*/ 150929 w 458518"/>
              <a:gd name="connsiteY33" fmla="*/ 128003 h 420308"/>
              <a:gd name="connsiteX34" fmla="*/ 84062 w 458518"/>
              <a:gd name="connsiteY34" fmla="*/ 122271 h 420308"/>
              <a:gd name="connsiteX35" fmla="*/ 74509 w 458518"/>
              <a:gd name="connsiteY35" fmla="*/ 116540 h 420308"/>
              <a:gd name="connsiteX36" fmla="*/ 64957 w 458518"/>
              <a:gd name="connsiteY36" fmla="*/ 114630 h 420308"/>
              <a:gd name="connsiteX37" fmla="*/ 0 w 458518"/>
              <a:gd name="connsiteY37" fmla="*/ 114630 h 420308"/>
              <a:gd name="connsiteX38" fmla="*/ 0 w 458518"/>
              <a:gd name="connsiteY38" fmla="*/ 133734 h 420308"/>
              <a:gd name="connsiteX39" fmla="*/ 64957 w 458518"/>
              <a:gd name="connsiteY39" fmla="*/ 133734 h 420308"/>
              <a:gd name="connsiteX40" fmla="*/ 74509 w 458518"/>
              <a:gd name="connsiteY40" fmla="*/ 139466 h 420308"/>
              <a:gd name="connsiteX41" fmla="*/ 122271 w 458518"/>
              <a:gd name="connsiteY41" fmla="*/ 152839 h 420308"/>
              <a:gd name="connsiteX42" fmla="*/ 158571 w 458518"/>
              <a:gd name="connsiteY42" fmla="*/ 145197 h 420308"/>
              <a:gd name="connsiteX43" fmla="*/ 259827 w 458518"/>
              <a:gd name="connsiteY43" fmla="*/ 152839 h 420308"/>
              <a:gd name="connsiteX44" fmla="*/ 248364 w 458518"/>
              <a:gd name="connsiteY44" fmla="*/ 158571 h 420308"/>
              <a:gd name="connsiteX45" fmla="*/ 229259 w 458518"/>
              <a:gd name="connsiteY45" fmla="*/ 177676 h 420308"/>
              <a:gd name="connsiteX46" fmla="*/ 210154 w 458518"/>
              <a:gd name="connsiteY46" fmla="*/ 158571 h 420308"/>
              <a:gd name="connsiteX47" fmla="*/ 198691 w 458518"/>
              <a:gd name="connsiteY47" fmla="*/ 152839 h 420308"/>
              <a:gd name="connsiteX48" fmla="*/ 187228 w 458518"/>
              <a:gd name="connsiteY48" fmla="*/ 156660 h 420308"/>
              <a:gd name="connsiteX49" fmla="*/ 164302 w 458518"/>
              <a:gd name="connsiteY49" fmla="*/ 179586 h 420308"/>
              <a:gd name="connsiteX50" fmla="*/ 164302 w 458518"/>
              <a:gd name="connsiteY50" fmla="*/ 202512 h 420308"/>
              <a:gd name="connsiteX51" fmla="*/ 164302 w 458518"/>
              <a:gd name="connsiteY51" fmla="*/ 202512 h 420308"/>
              <a:gd name="connsiteX52" fmla="*/ 231170 w 458518"/>
              <a:gd name="connsiteY52" fmla="*/ 269379 h 420308"/>
              <a:gd name="connsiteX53" fmla="*/ 298037 w 458518"/>
              <a:gd name="connsiteY53" fmla="*/ 202512 h 420308"/>
              <a:gd name="connsiteX54" fmla="*/ 298037 w 458518"/>
              <a:gd name="connsiteY54" fmla="*/ 179586 h 420308"/>
              <a:gd name="connsiteX55" fmla="*/ 298037 w 458518"/>
              <a:gd name="connsiteY55" fmla="*/ 179586 h 420308"/>
              <a:gd name="connsiteX56" fmla="*/ 275111 w 458518"/>
              <a:gd name="connsiteY56" fmla="*/ 156660 h 420308"/>
              <a:gd name="connsiteX57" fmla="*/ 259827 w 458518"/>
              <a:gd name="connsiteY57" fmla="*/ 152839 h 420308"/>
              <a:gd name="connsiteX58" fmla="*/ 219707 w 458518"/>
              <a:gd name="connsiteY58" fmla="*/ 305679 h 420308"/>
              <a:gd name="connsiteX59" fmla="*/ 275111 w 458518"/>
              <a:gd name="connsiteY59" fmla="*/ 305679 h 420308"/>
              <a:gd name="connsiteX60" fmla="*/ 282753 w 458518"/>
              <a:gd name="connsiteY60" fmla="*/ 303768 h 420308"/>
              <a:gd name="connsiteX61" fmla="*/ 307589 w 458518"/>
              <a:gd name="connsiteY61" fmla="*/ 292305 h 420308"/>
              <a:gd name="connsiteX62" fmla="*/ 374456 w 458518"/>
              <a:gd name="connsiteY62" fmla="*/ 298037 h 420308"/>
              <a:gd name="connsiteX63" fmla="*/ 384009 w 458518"/>
              <a:gd name="connsiteY63" fmla="*/ 303768 h 420308"/>
              <a:gd name="connsiteX64" fmla="*/ 393561 w 458518"/>
              <a:gd name="connsiteY64" fmla="*/ 305679 h 420308"/>
              <a:gd name="connsiteX65" fmla="*/ 458518 w 458518"/>
              <a:gd name="connsiteY65" fmla="*/ 305679 h 420308"/>
              <a:gd name="connsiteX66" fmla="*/ 458518 w 458518"/>
              <a:gd name="connsiteY66" fmla="*/ 286574 h 420308"/>
              <a:gd name="connsiteX67" fmla="*/ 393561 w 458518"/>
              <a:gd name="connsiteY67" fmla="*/ 286574 h 420308"/>
              <a:gd name="connsiteX68" fmla="*/ 384009 w 458518"/>
              <a:gd name="connsiteY68" fmla="*/ 280842 h 420308"/>
              <a:gd name="connsiteX69" fmla="*/ 299947 w 458518"/>
              <a:gd name="connsiteY69" fmla="*/ 273200 h 420308"/>
              <a:gd name="connsiteX70" fmla="*/ 275111 w 458518"/>
              <a:gd name="connsiteY70" fmla="*/ 286574 h 420308"/>
              <a:gd name="connsiteX71" fmla="*/ 219707 w 458518"/>
              <a:gd name="connsiteY71" fmla="*/ 286574 h 420308"/>
              <a:gd name="connsiteX72" fmla="*/ 191049 w 458518"/>
              <a:gd name="connsiteY72" fmla="*/ 311410 h 420308"/>
              <a:gd name="connsiteX73" fmla="*/ 124182 w 458518"/>
              <a:gd name="connsiteY73" fmla="*/ 277021 h 420308"/>
              <a:gd name="connsiteX74" fmla="*/ 101256 w 458518"/>
              <a:gd name="connsiteY74" fmla="*/ 273200 h 420308"/>
              <a:gd name="connsiteX75" fmla="*/ 82151 w 458518"/>
              <a:gd name="connsiteY75" fmla="*/ 286574 h 420308"/>
              <a:gd name="connsiteX76" fmla="*/ 76420 w 458518"/>
              <a:gd name="connsiteY76" fmla="*/ 303768 h 420308"/>
              <a:gd name="connsiteX77" fmla="*/ 91704 w 458518"/>
              <a:gd name="connsiteY77" fmla="*/ 330515 h 420308"/>
              <a:gd name="connsiteX78" fmla="*/ 240722 w 458518"/>
              <a:gd name="connsiteY78" fmla="*/ 418398 h 420308"/>
              <a:gd name="connsiteX79" fmla="*/ 250274 w 458518"/>
              <a:gd name="connsiteY79" fmla="*/ 420308 h 420308"/>
              <a:gd name="connsiteX80" fmla="*/ 252185 w 458518"/>
              <a:gd name="connsiteY80" fmla="*/ 420308 h 420308"/>
              <a:gd name="connsiteX81" fmla="*/ 391651 w 458518"/>
              <a:gd name="connsiteY81" fmla="*/ 401203 h 420308"/>
              <a:gd name="connsiteX82" fmla="*/ 458518 w 458518"/>
              <a:gd name="connsiteY82" fmla="*/ 401203 h 420308"/>
              <a:gd name="connsiteX83" fmla="*/ 458518 w 458518"/>
              <a:gd name="connsiteY83" fmla="*/ 382098 h 420308"/>
              <a:gd name="connsiteX84" fmla="*/ 389740 w 458518"/>
              <a:gd name="connsiteY84" fmla="*/ 382098 h 420308"/>
              <a:gd name="connsiteX85" fmla="*/ 250274 w 458518"/>
              <a:gd name="connsiteY85" fmla="*/ 401203 h 420308"/>
              <a:gd name="connsiteX86" fmla="*/ 101256 w 458518"/>
              <a:gd name="connsiteY86" fmla="*/ 313321 h 420308"/>
              <a:gd name="connsiteX87" fmla="*/ 95525 w 458518"/>
              <a:gd name="connsiteY87" fmla="*/ 303768 h 420308"/>
              <a:gd name="connsiteX88" fmla="*/ 97435 w 458518"/>
              <a:gd name="connsiteY88" fmla="*/ 298037 h 420308"/>
              <a:gd name="connsiteX89" fmla="*/ 105077 w 458518"/>
              <a:gd name="connsiteY89" fmla="*/ 292305 h 420308"/>
              <a:gd name="connsiteX90" fmla="*/ 114630 w 458518"/>
              <a:gd name="connsiteY90" fmla="*/ 294216 h 420308"/>
              <a:gd name="connsiteX91" fmla="*/ 208244 w 458518"/>
              <a:gd name="connsiteY91" fmla="*/ 341978 h 420308"/>
              <a:gd name="connsiteX92" fmla="*/ 219707 w 458518"/>
              <a:gd name="connsiteY92" fmla="*/ 343889 h 420308"/>
              <a:gd name="connsiteX93" fmla="*/ 315231 w 458518"/>
              <a:gd name="connsiteY93" fmla="*/ 343889 h 420308"/>
              <a:gd name="connsiteX94" fmla="*/ 315231 w 458518"/>
              <a:gd name="connsiteY94" fmla="*/ 324784 h 420308"/>
              <a:gd name="connsiteX95" fmla="*/ 219707 w 458518"/>
              <a:gd name="connsiteY95" fmla="*/ 324784 h 420308"/>
              <a:gd name="connsiteX96" fmla="*/ 215886 w 458518"/>
              <a:gd name="connsiteY96" fmla="*/ 324784 h 420308"/>
              <a:gd name="connsiteX97" fmla="*/ 215886 w 458518"/>
              <a:gd name="connsiteY97" fmla="*/ 324784 h 420308"/>
              <a:gd name="connsiteX98" fmla="*/ 208244 w 458518"/>
              <a:gd name="connsiteY98" fmla="*/ 313321 h 420308"/>
              <a:gd name="connsiteX99" fmla="*/ 219707 w 458518"/>
              <a:gd name="connsiteY99" fmla="*/ 30567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8518" h="420308">
                <a:moveTo>
                  <a:pt x="158571" y="145197"/>
                </a:moveTo>
                <a:lnTo>
                  <a:pt x="183407" y="133734"/>
                </a:lnTo>
                <a:lnTo>
                  <a:pt x="238811" y="133734"/>
                </a:lnTo>
                <a:cubicBezTo>
                  <a:pt x="254095" y="133734"/>
                  <a:pt x="265558" y="122271"/>
                  <a:pt x="267469" y="108898"/>
                </a:cubicBezTo>
                <a:lnTo>
                  <a:pt x="334336" y="143287"/>
                </a:lnTo>
                <a:cubicBezTo>
                  <a:pt x="340068" y="147108"/>
                  <a:pt x="345799" y="147108"/>
                  <a:pt x="351530" y="147108"/>
                </a:cubicBezTo>
                <a:cubicBezTo>
                  <a:pt x="353441" y="147108"/>
                  <a:pt x="355351" y="147108"/>
                  <a:pt x="359172" y="147108"/>
                </a:cubicBezTo>
                <a:cubicBezTo>
                  <a:pt x="376367" y="143287"/>
                  <a:pt x="385919" y="126092"/>
                  <a:pt x="382098" y="110809"/>
                </a:cubicBezTo>
                <a:cubicBezTo>
                  <a:pt x="380188" y="103167"/>
                  <a:pt x="374456" y="95525"/>
                  <a:pt x="366814" y="89793"/>
                </a:cubicBezTo>
                <a:lnTo>
                  <a:pt x="215886" y="1910"/>
                </a:lnTo>
                <a:cubicBezTo>
                  <a:pt x="213975" y="0"/>
                  <a:pt x="210154" y="0"/>
                  <a:pt x="206333" y="0"/>
                </a:cubicBezTo>
                <a:lnTo>
                  <a:pt x="66867" y="19105"/>
                </a:lnTo>
                <a:lnTo>
                  <a:pt x="0" y="19105"/>
                </a:lnTo>
                <a:lnTo>
                  <a:pt x="0" y="38210"/>
                </a:lnTo>
                <a:lnTo>
                  <a:pt x="68778" y="38210"/>
                </a:lnTo>
                <a:lnTo>
                  <a:pt x="208244" y="19105"/>
                </a:lnTo>
                <a:lnTo>
                  <a:pt x="357262" y="106988"/>
                </a:lnTo>
                <a:cubicBezTo>
                  <a:pt x="361083" y="108898"/>
                  <a:pt x="362993" y="112719"/>
                  <a:pt x="362993" y="116540"/>
                </a:cubicBezTo>
                <a:cubicBezTo>
                  <a:pt x="362993" y="118450"/>
                  <a:pt x="362993" y="120361"/>
                  <a:pt x="361083" y="122271"/>
                </a:cubicBezTo>
                <a:cubicBezTo>
                  <a:pt x="359172" y="124182"/>
                  <a:pt x="357262" y="126092"/>
                  <a:pt x="353441" y="128003"/>
                </a:cubicBezTo>
                <a:cubicBezTo>
                  <a:pt x="349620" y="128003"/>
                  <a:pt x="345799" y="128003"/>
                  <a:pt x="343889" y="126092"/>
                </a:cubicBezTo>
                <a:lnTo>
                  <a:pt x="250274" y="78330"/>
                </a:lnTo>
                <a:lnTo>
                  <a:pt x="250274" y="78330"/>
                </a:lnTo>
                <a:cubicBezTo>
                  <a:pt x="246453" y="76420"/>
                  <a:pt x="242632" y="76420"/>
                  <a:pt x="238811" y="76420"/>
                </a:cubicBezTo>
                <a:lnTo>
                  <a:pt x="143287" y="76420"/>
                </a:lnTo>
                <a:lnTo>
                  <a:pt x="143287" y="95525"/>
                </a:lnTo>
                <a:lnTo>
                  <a:pt x="238811" y="95525"/>
                </a:lnTo>
                <a:cubicBezTo>
                  <a:pt x="240722" y="95525"/>
                  <a:pt x="240722" y="95525"/>
                  <a:pt x="242632" y="95525"/>
                </a:cubicBezTo>
                <a:lnTo>
                  <a:pt x="242632" y="95525"/>
                </a:lnTo>
                <a:cubicBezTo>
                  <a:pt x="248364" y="95525"/>
                  <a:pt x="252185" y="101256"/>
                  <a:pt x="250274" y="106988"/>
                </a:cubicBezTo>
                <a:cubicBezTo>
                  <a:pt x="248364" y="112719"/>
                  <a:pt x="244543" y="114630"/>
                  <a:pt x="238811" y="114630"/>
                </a:cubicBezTo>
                <a:lnTo>
                  <a:pt x="183407" y="114630"/>
                </a:lnTo>
                <a:cubicBezTo>
                  <a:pt x="181497" y="114630"/>
                  <a:pt x="177676" y="114630"/>
                  <a:pt x="175765" y="116540"/>
                </a:cubicBezTo>
                <a:lnTo>
                  <a:pt x="150929" y="128003"/>
                </a:lnTo>
                <a:cubicBezTo>
                  <a:pt x="128003" y="137555"/>
                  <a:pt x="103167" y="135645"/>
                  <a:pt x="84062" y="122271"/>
                </a:cubicBezTo>
                <a:lnTo>
                  <a:pt x="74509" y="116540"/>
                </a:lnTo>
                <a:cubicBezTo>
                  <a:pt x="70688" y="114630"/>
                  <a:pt x="66867" y="114630"/>
                  <a:pt x="64957" y="114630"/>
                </a:cubicBezTo>
                <a:lnTo>
                  <a:pt x="0" y="114630"/>
                </a:lnTo>
                <a:lnTo>
                  <a:pt x="0" y="133734"/>
                </a:lnTo>
                <a:lnTo>
                  <a:pt x="64957" y="133734"/>
                </a:lnTo>
                <a:lnTo>
                  <a:pt x="74509" y="139466"/>
                </a:lnTo>
                <a:cubicBezTo>
                  <a:pt x="87883" y="149018"/>
                  <a:pt x="105077" y="152839"/>
                  <a:pt x="122271" y="152839"/>
                </a:cubicBezTo>
                <a:cubicBezTo>
                  <a:pt x="133734" y="152839"/>
                  <a:pt x="147108" y="150929"/>
                  <a:pt x="158571" y="145197"/>
                </a:cubicBezTo>
                <a:close/>
                <a:moveTo>
                  <a:pt x="259827" y="152839"/>
                </a:moveTo>
                <a:cubicBezTo>
                  <a:pt x="256006" y="152839"/>
                  <a:pt x="250274" y="154750"/>
                  <a:pt x="248364" y="158571"/>
                </a:cubicBezTo>
                <a:lnTo>
                  <a:pt x="229259" y="177676"/>
                </a:lnTo>
                <a:lnTo>
                  <a:pt x="210154" y="158571"/>
                </a:lnTo>
                <a:cubicBezTo>
                  <a:pt x="206333" y="154750"/>
                  <a:pt x="202512" y="152839"/>
                  <a:pt x="198691" y="152839"/>
                </a:cubicBezTo>
                <a:cubicBezTo>
                  <a:pt x="194870" y="152839"/>
                  <a:pt x="189139" y="154750"/>
                  <a:pt x="187228" y="156660"/>
                </a:cubicBezTo>
                <a:lnTo>
                  <a:pt x="164302" y="179586"/>
                </a:lnTo>
                <a:cubicBezTo>
                  <a:pt x="158571" y="185318"/>
                  <a:pt x="158571" y="196781"/>
                  <a:pt x="164302" y="202512"/>
                </a:cubicBezTo>
                <a:lnTo>
                  <a:pt x="164302" y="202512"/>
                </a:lnTo>
                <a:lnTo>
                  <a:pt x="231170" y="269379"/>
                </a:lnTo>
                <a:lnTo>
                  <a:pt x="298037" y="202512"/>
                </a:lnTo>
                <a:cubicBezTo>
                  <a:pt x="303768" y="196781"/>
                  <a:pt x="303768" y="185318"/>
                  <a:pt x="298037" y="179586"/>
                </a:cubicBezTo>
                <a:lnTo>
                  <a:pt x="298037" y="179586"/>
                </a:lnTo>
                <a:lnTo>
                  <a:pt x="275111" y="156660"/>
                </a:lnTo>
                <a:cubicBezTo>
                  <a:pt x="269379" y="154750"/>
                  <a:pt x="265558" y="152839"/>
                  <a:pt x="259827" y="152839"/>
                </a:cubicBezTo>
                <a:close/>
                <a:moveTo>
                  <a:pt x="219707" y="305679"/>
                </a:moveTo>
                <a:lnTo>
                  <a:pt x="275111" y="305679"/>
                </a:lnTo>
                <a:cubicBezTo>
                  <a:pt x="278932" y="305679"/>
                  <a:pt x="280842" y="305679"/>
                  <a:pt x="282753" y="303768"/>
                </a:cubicBezTo>
                <a:lnTo>
                  <a:pt x="307589" y="292305"/>
                </a:lnTo>
                <a:cubicBezTo>
                  <a:pt x="330515" y="284663"/>
                  <a:pt x="353441" y="286574"/>
                  <a:pt x="374456" y="298037"/>
                </a:cubicBezTo>
                <a:lnTo>
                  <a:pt x="384009" y="303768"/>
                </a:lnTo>
                <a:cubicBezTo>
                  <a:pt x="387830" y="305679"/>
                  <a:pt x="389740" y="305679"/>
                  <a:pt x="393561" y="305679"/>
                </a:cubicBezTo>
                <a:lnTo>
                  <a:pt x="458518" y="305679"/>
                </a:lnTo>
                <a:lnTo>
                  <a:pt x="458518" y="286574"/>
                </a:lnTo>
                <a:lnTo>
                  <a:pt x="393561" y="286574"/>
                </a:lnTo>
                <a:lnTo>
                  <a:pt x="384009" y="280842"/>
                </a:lnTo>
                <a:cubicBezTo>
                  <a:pt x="359172" y="265558"/>
                  <a:pt x="326694" y="263648"/>
                  <a:pt x="299947" y="273200"/>
                </a:cubicBezTo>
                <a:lnTo>
                  <a:pt x="275111" y="286574"/>
                </a:lnTo>
                <a:lnTo>
                  <a:pt x="219707" y="286574"/>
                </a:lnTo>
                <a:cubicBezTo>
                  <a:pt x="204423" y="286574"/>
                  <a:pt x="192960" y="298037"/>
                  <a:pt x="191049" y="311410"/>
                </a:cubicBezTo>
                <a:lnTo>
                  <a:pt x="124182" y="277021"/>
                </a:lnTo>
                <a:cubicBezTo>
                  <a:pt x="116540" y="273200"/>
                  <a:pt x="108898" y="271290"/>
                  <a:pt x="101256" y="273200"/>
                </a:cubicBezTo>
                <a:cubicBezTo>
                  <a:pt x="93614" y="275111"/>
                  <a:pt x="85972" y="280842"/>
                  <a:pt x="82151" y="286574"/>
                </a:cubicBezTo>
                <a:cubicBezTo>
                  <a:pt x="78330" y="292305"/>
                  <a:pt x="76420" y="298037"/>
                  <a:pt x="76420" y="303768"/>
                </a:cubicBezTo>
                <a:cubicBezTo>
                  <a:pt x="76420" y="315231"/>
                  <a:pt x="82151" y="324784"/>
                  <a:pt x="91704" y="330515"/>
                </a:cubicBezTo>
                <a:lnTo>
                  <a:pt x="240722" y="418398"/>
                </a:lnTo>
                <a:cubicBezTo>
                  <a:pt x="244543" y="420308"/>
                  <a:pt x="246453" y="420308"/>
                  <a:pt x="250274" y="420308"/>
                </a:cubicBezTo>
                <a:lnTo>
                  <a:pt x="252185" y="420308"/>
                </a:lnTo>
                <a:lnTo>
                  <a:pt x="391651" y="401203"/>
                </a:lnTo>
                <a:lnTo>
                  <a:pt x="458518" y="401203"/>
                </a:lnTo>
                <a:lnTo>
                  <a:pt x="458518" y="382098"/>
                </a:lnTo>
                <a:lnTo>
                  <a:pt x="389740" y="382098"/>
                </a:lnTo>
                <a:lnTo>
                  <a:pt x="250274" y="401203"/>
                </a:lnTo>
                <a:lnTo>
                  <a:pt x="101256" y="313321"/>
                </a:lnTo>
                <a:cubicBezTo>
                  <a:pt x="97435" y="311410"/>
                  <a:pt x="95525" y="307589"/>
                  <a:pt x="95525" y="303768"/>
                </a:cubicBezTo>
                <a:cubicBezTo>
                  <a:pt x="95525" y="301858"/>
                  <a:pt x="95525" y="299947"/>
                  <a:pt x="97435" y="298037"/>
                </a:cubicBezTo>
                <a:cubicBezTo>
                  <a:pt x="99346" y="296126"/>
                  <a:pt x="101256" y="294216"/>
                  <a:pt x="105077" y="292305"/>
                </a:cubicBezTo>
                <a:cubicBezTo>
                  <a:pt x="108898" y="292305"/>
                  <a:pt x="112719" y="292305"/>
                  <a:pt x="114630" y="294216"/>
                </a:cubicBezTo>
                <a:lnTo>
                  <a:pt x="208244" y="341978"/>
                </a:lnTo>
                <a:cubicBezTo>
                  <a:pt x="212065" y="343889"/>
                  <a:pt x="215886" y="343889"/>
                  <a:pt x="219707" y="343889"/>
                </a:cubicBezTo>
                <a:lnTo>
                  <a:pt x="315231" y="343889"/>
                </a:lnTo>
                <a:lnTo>
                  <a:pt x="315231" y="324784"/>
                </a:lnTo>
                <a:lnTo>
                  <a:pt x="219707" y="324784"/>
                </a:lnTo>
                <a:cubicBezTo>
                  <a:pt x="217796" y="324784"/>
                  <a:pt x="217796" y="324784"/>
                  <a:pt x="215886" y="324784"/>
                </a:cubicBezTo>
                <a:lnTo>
                  <a:pt x="215886" y="324784"/>
                </a:lnTo>
                <a:cubicBezTo>
                  <a:pt x="210154" y="324784"/>
                  <a:pt x="206333" y="319052"/>
                  <a:pt x="208244" y="313321"/>
                </a:cubicBezTo>
                <a:cubicBezTo>
                  <a:pt x="210154" y="307589"/>
                  <a:pt x="213975" y="305679"/>
                  <a:pt x="219707" y="30567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9" name="Graphic 192" descr="Hand with heart icon.">
            <a:extLst>
              <a:ext uri="{FF2B5EF4-FFF2-40B4-BE49-F238E27FC236}">
                <a16:creationId xmlns:a16="http://schemas.microsoft.com/office/drawing/2014/main" id="{CD352EBC-B7C8-40BA-810C-7591A3990404}"/>
              </a:ext>
            </a:extLst>
          </p:cNvPr>
          <p:cNvSpPr>
            <a:spLocks noChangeAspect="1"/>
          </p:cNvSpPr>
          <p:nvPr/>
        </p:nvSpPr>
        <p:spPr>
          <a:xfrm>
            <a:off x="2183240" y="2434311"/>
            <a:ext cx="439413" cy="343888"/>
          </a:xfrm>
          <a:custGeom>
            <a:avLst/>
            <a:gdLst>
              <a:gd name="connsiteX0" fmla="*/ 420308 w 439413"/>
              <a:gd name="connsiteY0" fmla="*/ 286574 h 343888"/>
              <a:gd name="connsiteX1" fmla="*/ 221617 w 439413"/>
              <a:gd name="connsiteY1" fmla="*/ 324784 h 343888"/>
              <a:gd name="connsiteX2" fmla="*/ 158571 w 439413"/>
              <a:gd name="connsiteY2" fmla="*/ 288484 h 343888"/>
              <a:gd name="connsiteX3" fmla="*/ 28657 w 439413"/>
              <a:gd name="connsiteY3" fmla="*/ 206333 h 343888"/>
              <a:gd name="connsiteX4" fmla="*/ 19105 w 439413"/>
              <a:gd name="connsiteY4" fmla="*/ 191049 h 343888"/>
              <a:gd name="connsiteX5" fmla="*/ 22926 w 439413"/>
              <a:gd name="connsiteY5" fmla="*/ 181497 h 343888"/>
              <a:gd name="connsiteX6" fmla="*/ 34389 w 439413"/>
              <a:gd name="connsiteY6" fmla="*/ 171944 h 343888"/>
              <a:gd name="connsiteX7" fmla="*/ 49673 w 439413"/>
              <a:gd name="connsiteY7" fmla="*/ 173855 h 343888"/>
              <a:gd name="connsiteX8" fmla="*/ 171944 w 439413"/>
              <a:gd name="connsiteY8" fmla="*/ 242632 h 343888"/>
              <a:gd name="connsiteX9" fmla="*/ 171944 w 439413"/>
              <a:gd name="connsiteY9" fmla="*/ 242632 h 343888"/>
              <a:gd name="connsiteX10" fmla="*/ 173855 w 439413"/>
              <a:gd name="connsiteY10" fmla="*/ 244543 h 343888"/>
              <a:gd name="connsiteX11" fmla="*/ 173855 w 439413"/>
              <a:gd name="connsiteY11" fmla="*/ 244543 h 343888"/>
              <a:gd name="connsiteX12" fmla="*/ 191049 w 439413"/>
              <a:gd name="connsiteY12" fmla="*/ 248364 h 343888"/>
              <a:gd name="connsiteX13" fmla="*/ 315231 w 439413"/>
              <a:gd name="connsiteY13" fmla="*/ 248364 h 343888"/>
              <a:gd name="connsiteX14" fmla="*/ 315231 w 439413"/>
              <a:gd name="connsiteY14" fmla="*/ 229259 h 343888"/>
              <a:gd name="connsiteX15" fmla="*/ 191049 w 439413"/>
              <a:gd name="connsiteY15" fmla="*/ 229259 h 343888"/>
              <a:gd name="connsiteX16" fmla="*/ 181497 w 439413"/>
              <a:gd name="connsiteY16" fmla="*/ 227349 h 343888"/>
              <a:gd name="connsiteX17" fmla="*/ 181497 w 439413"/>
              <a:gd name="connsiteY17" fmla="*/ 227349 h 343888"/>
              <a:gd name="connsiteX18" fmla="*/ 173855 w 439413"/>
              <a:gd name="connsiteY18" fmla="*/ 219707 h 343888"/>
              <a:gd name="connsiteX19" fmla="*/ 173855 w 439413"/>
              <a:gd name="connsiteY19" fmla="*/ 206333 h 343888"/>
              <a:gd name="connsiteX20" fmla="*/ 194870 w 439413"/>
              <a:gd name="connsiteY20" fmla="*/ 191049 h 343888"/>
              <a:gd name="connsiteX21" fmla="*/ 256006 w 439413"/>
              <a:gd name="connsiteY21" fmla="*/ 191049 h 343888"/>
              <a:gd name="connsiteX22" fmla="*/ 267469 w 439413"/>
              <a:gd name="connsiteY22" fmla="*/ 187228 h 343888"/>
              <a:gd name="connsiteX23" fmla="*/ 286574 w 439413"/>
              <a:gd name="connsiteY23" fmla="*/ 173855 h 343888"/>
              <a:gd name="connsiteX24" fmla="*/ 362993 w 439413"/>
              <a:gd name="connsiteY24" fmla="*/ 150929 h 343888"/>
              <a:gd name="connsiteX25" fmla="*/ 416487 w 439413"/>
              <a:gd name="connsiteY25" fmla="*/ 166213 h 343888"/>
              <a:gd name="connsiteX26" fmla="*/ 426040 w 439413"/>
              <a:gd name="connsiteY26" fmla="*/ 170034 h 343888"/>
              <a:gd name="connsiteX27" fmla="*/ 439413 w 439413"/>
              <a:gd name="connsiteY27" fmla="*/ 170034 h 343888"/>
              <a:gd name="connsiteX28" fmla="*/ 439413 w 439413"/>
              <a:gd name="connsiteY28" fmla="*/ 150929 h 343888"/>
              <a:gd name="connsiteX29" fmla="*/ 424129 w 439413"/>
              <a:gd name="connsiteY29" fmla="*/ 150929 h 343888"/>
              <a:gd name="connsiteX30" fmla="*/ 359172 w 439413"/>
              <a:gd name="connsiteY30" fmla="*/ 131824 h 343888"/>
              <a:gd name="connsiteX31" fmla="*/ 275111 w 439413"/>
              <a:gd name="connsiteY31" fmla="*/ 158571 h 343888"/>
              <a:gd name="connsiteX32" fmla="*/ 256006 w 439413"/>
              <a:gd name="connsiteY32" fmla="*/ 170034 h 343888"/>
              <a:gd name="connsiteX33" fmla="*/ 194870 w 439413"/>
              <a:gd name="connsiteY33" fmla="*/ 170034 h 343888"/>
              <a:gd name="connsiteX34" fmla="*/ 154750 w 439413"/>
              <a:gd name="connsiteY34" fmla="*/ 198691 h 343888"/>
              <a:gd name="connsiteX35" fmla="*/ 152839 w 439413"/>
              <a:gd name="connsiteY35" fmla="*/ 210154 h 343888"/>
              <a:gd name="connsiteX36" fmla="*/ 57315 w 439413"/>
              <a:gd name="connsiteY36" fmla="*/ 156660 h 343888"/>
              <a:gd name="connsiteX37" fmla="*/ 3821 w 439413"/>
              <a:gd name="connsiteY37" fmla="*/ 168123 h 343888"/>
              <a:gd name="connsiteX38" fmla="*/ 3821 w 439413"/>
              <a:gd name="connsiteY38" fmla="*/ 168123 h 343888"/>
              <a:gd name="connsiteX39" fmla="*/ 0 w 439413"/>
              <a:gd name="connsiteY39" fmla="*/ 191049 h 343888"/>
              <a:gd name="connsiteX40" fmla="*/ 19105 w 439413"/>
              <a:gd name="connsiteY40" fmla="*/ 223528 h 343888"/>
              <a:gd name="connsiteX41" fmla="*/ 149018 w 439413"/>
              <a:gd name="connsiteY41" fmla="*/ 305679 h 343888"/>
              <a:gd name="connsiteX42" fmla="*/ 212065 w 439413"/>
              <a:gd name="connsiteY42" fmla="*/ 341978 h 343888"/>
              <a:gd name="connsiteX43" fmla="*/ 221617 w 439413"/>
              <a:gd name="connsiteY43" fmla="*/ 343889 h 343888"/>
              <a:gd name="connsiteX44" fmla="*/ 225438 w 439413"/>
              <a:gd name="connsiteY44" fmla="*/ 343889 h 343888"/>
              <a:gd name="connsiteX45" fmla="*/ 422219 w 439413"/>
              <a:gd name="connsiteY45" fmla="*/ 305679 h 343888"/>
              <a:gd name="connsiteX46" fmla="*/ 439413 w 439413"/>
              <a:gd name="connsiteY46" fmla="*/ 305679 h 343888"/>
              <a:gd name="connsiteX47" fmla="*/ 439413 w 439413"/>
              <a:gd name="connsiteY47" fmla="*/ 286574 h 343888"/>
              <a:gd name="connsiteX48" fmla="*/ 420308 w 439413"/>
              <a:gd name="connsiteY48" fmla="*/ 286574 h 343888"/>
              <a:gd name="connsiteX49" fmla="*/ 210154 w 439413"/>
              <a:gd name="connsiteY49" fmla="*/ 118450 h 343888"/>
              <a:gd name="connsiteX50" fmla="*/ 277021 w 439413"/>
              <a:gd name="connsiteY50" fmla="*/ 51583 h 343888"/>
              <a:gd name="connsiteX51" fmla="*/ 277021 w 439413"/>
              <a:gd name="connsiteY51" fmla="*/ 28657 h 343888"/>
              <a:gd name="connsiteX52" fmla="*/ 277021 w 439413"/>
              <a:gd name="connsiteY52" fmla="*/ 28657 h 343888"/>
              <a:gd name="connsiteX53" fmla="*/ 254095 w 439413"/>
              <a:gd name="connsiteY53" fmla="*/ 5731 h 343888"/>
              <a:gd name="connsiteX54" fmla="*/ 240722 w 439413"/>
              <a:gd name="connsiteY54" fmla="*/ 0 h 343888"/>
              <a:gd name="connsiteX55" fmla="*/ 229259 w 439413"/>
              <a:gd name="connsiteY55" fmla="*/ 3821 h 343888"/>
              <a:gd name="connsiteX56" fmla="*/ 210154 w 439413"/>
              <a:gd name="connsiteY56" fmla="*/ 22926 h 343888"/>
              <a:gd name="connsiteX57" fmla="*/ 191049 w 439413"/>
              <a:gd name="connsiteY57" fmla="*/ 3821 h 343888"/>
              <a:gd name="connsiteX58" fmla="*/ 179586 w 439413"/>
              <a:gd name="connsiteY58" fmla="*/ 0 h 343888"/>
              <a:gd name="connsiteX59" fmla="*/ 168123 w 439413"/>
              <a:gd name="connsiteY59" fmla="*/ 3821 h 343888"/>
              <a:gd name="connsiteX60" fmla="*/ 143287 w 439413"/>
              <a:gd name="connsiteY60" fmla="*/ 26747 h 343888"/>
              <a:gd name="connsiteX61" fmla="*/ 143287 w 439413"/>
              <a:gd name="connsiteY61" fmla="*/ 49673 h 343888"/>
              <a:gd name="connsiteX62" fmla="*/ 143287 w 439413"/>
              <a:gd name="connsiteY62" fmla="*/ 49673 h 343888"/>
              <a:gd name="connsiteX63" fmla="*/ 210154 w 439413"/>
              <a:gd name="connsiteY63" fmla="*/ 118450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39413" h="343888">
                <a:moveTo>
                  <a:pt x="420308" y="286574"/>
                </a:moveTo>
                <a:lnTo>
                  <a:pt x="221617" y="324784"/>
                </a:lnTo>
                <a:lnTo>
                  <a:pt x="158571" y="288484"/>
                </a:lnTo>
                <a:lnTo>
                  <a:pt x="28657" y="206333"/>
                </a:lnTo>
                <a:cubicBezTo>
                  <a:pt x="22926" y="202512"/>
                  <a:pt x="19105" y="196781"/>
                  <a:pt x="19105" y="191049"/>
                </a:cubicBezTo>
                <a:cubicBezTo>
                  <a:pt x="19105" y="187228"/>
                  <a:pt x="21015" y="183407"/>
                  <a:pt x="22926" y="181497"/>
                </a:cubicBezTo>
                <a:cubicBezTo>
                  <a:pt x="24836" y="177676"/>
                  <a:pt x="30568" y="173855"/>
                  <a:pt x="34389" y="171944"/>
                </a:cubicBezTo>
                <a:cubicBezTo>
                  <a:pt x="40120" y="170034"/>
                  <a:pt x="45852" y="171944"/>
                  <a:pt x="49673" y="173855"/>
                </a:cubicBezTo>
                <a:lnTo>
                  <a:pt x="171944" y="242632"/>
                </a:lnTo>
                <a:lnTo>
                  <a:pt x="171944" y="242632"/>
                </a:lnTo>
                <a:lnTo>
                  <a:pt x="173855" y="244543"/>
                </a:lnTo>
                <a:lnTo>
                  <a:pt x="173855" y="244543"/>
                </a:lnTo>
                <a:cubicBezTo>
                  <a:pt x="179586" y="246453"/>
                  <a:pt x="185318" y="248364"/>
                  <a:pt x="191049" y="248364"/>
                </a:cubicBezTo>
                <a:lnTo>
                  <a:pt x="315231" y="248364"/>
                </a:lnTo>
                <a:lnTo>
                  <a:pt x="315231" y="229259"/>
                </a:lnTo>
                <a:lnTo>
                  <a:pt x="191049" y="229259"/>
                </a:lnTo>
                <a:cubicBezTo>
                  <a:pt x="187228" y="229259"/>
                  <a:pt x="185318" y="229259"/>
                  <a:pt x="181497" y="227349"/>
                </a:cubicBezTo>
                <a:lnTo>
                  <a:pt x="181497" y="227349"/>
                </a:lnTo>
                <a:cubicBezTo>
                  <a:pt x="177676" y="225438"/>
                  <a:pt x="175765" y="223528"/>
                  <a:pt x="173855" y="219707"/>
                </a:cubicBezTo>
                <a:cubicBezTo>
                  <a:pt x="171944" y="215886"/>
                  <a:pt x="171944" y="210154"/>
                  <a:pt x="173855" y="206333"/>
                </a:cubicBezTo>
                <a:cubicBezTo>
                  <a:pt x="175765" y="196781"/>
                  <a:pt x="185318" y="191049"/>
                  <a:pt x="194870" y="191049"/>
                </a:cubicBezTo>
                <a:lnTo>
                  <a:pt x="256006" y="191049"/>
                </a:lnTo>
                <a:cubicBezTo>
                  <a:pt x="259827" y="191049"/>
                  <a:pt x="263648" y="189139"/>
                  <a:pt x="267469" y="187228"/>
                </a:cubicBezTo>
                <a:lnTo>
                  <a:pt x="286574" y="173855"/>
                </a:lnTo>
                <a:cubicBezTo>
                  <a:pt x="309500" y="158571"/>
                  <a:pt x="336247" y="150929"/>
                  <a:pt x="362993" y="150929"/>
                </a:cubicBezTo>
                <a:cubicBezTo>
                  <a:pt x="382098" y="150929"/>
                  <a:pt x="399293" y="156660"/>
                  <a:pt x="416487" y="166213"/>
                </a:cubicBezTo>
                <a:cubicBezTo>
                  <a:pt x="420308" y="168123"/>
                  <a:pt x="424129" y="170034"/>
                  <a:pt x="426040" y="170034"/>
                </a:cubicBezTo>
                <a:lnTo>
                  <a:pt x="439413" y="170034"/>
                </a:lnTo>
                <a:lnTo>
                  <a:pt x="439413" y="150929"/>
                </a:lnTo>
                <a:lnTo>
                  <a:pt x="424129" y="150929"/>
                </a:lnTo>
                <a:cubicBezTo>
                  <a:pt x="405024" y="137555"/>
                  <a:pt x="382098" y="131824"/>
                  <a:pt x="359172" y="131824"/>
                </a:cubicBezTo>
                <a:cubicBezTo>
                  <a:pt x="328605" y="131824"/>
                  <a:pt x="299947" y="141376"/>
                  <a:pt x="275111" y="158571"/>
                </a:cubicBezTo>
                <a:lnTo>
                  <a:pt x="256006" y="170034"/>
                </a:lnTo>
                <a:lnTo>
                  <a:pt x="194870" y="170034"/>
                </a:lnTo>
                <a:cubicBezTo>
                  <a:pt x="175765" y="170034"/>
                  <a:pt x="160481" y="181497"/>
                  <a:pt x="154750" y="198691"/>
                </a:cubicBezTo>
                <a:cubicBezTo>
                  <a:pt x="152839" y="204423"/>
                  <a:pt x="152839" y="206333"/>
                  <a:pt x="152839" y="210154"/>
                </a:cubicBezTo>
                <a:lnTo>
                  <a:pt x="57315" y="156660"/>
                </a:lnTo>
                <a:cubicBezTo>
                  <a:pt x="40120" y="145197"/>
                  <a:pt x="15284" y="150929"/>
                  <a:pt x="3821" y="168123"/>
                </a:cubicBezTo>
                <a:lnTo>
                  <a:pt x="3821" y="168123"/>
                </a:lnTo>
                <a:cubicBezTo>
                  <a:pt x="1910" y="175765"/>
                  <a:pt x="0" y="183407"/>
                  <a:pt x="0" y="191049"/>
                </a:cubicBezTo>
                <a:cubicBezTo>
                  <a:pt x="0" y="204423"/>
                  <a:pt x="7642" y="217796"/>
                  <a:pt x="19105" y="223528"/>
                </a:cubicBezTo>
                <a:lnTo>
                  <a:pt x="149018" y="305679"/>
                </a:lnTo>
                <a:lnTo>
                  <a:pt x="212065" y="341978"/>
                </a:lnTo>
                <a:cubicBezTo>
                  <a:pt x="215886" y="343889"/>
                  <a:pt x="217796" y="343889"/>
                  <a:pt x="221617" y="343889"/>
                </a:cubicBezTo>
                <a:lnTo>
                  <a:pt x="225438" y="343889"/>
                </a:lnTo>
                <a:lnTo>
                  <a:pt x="422219" y="305679"/>
                </a:lnTo>
                <a:lnTo>
                  <a:pt x="439413" y="305679"/>
                </a:lnTo>
                <a:lnTo>
                  <a:pt x="439413" y="286574"/>
                </a:lnTo>
                <a:lnTo>
                  <a:pt x="420308" y="286574"/>
                </a:lnTo>
                <a:close/>
                <a:moveTo>
                  <a:pt x="210154" y="118450"/>
                </a:moveTo>
                <a:lnTo>
                  <a:pt x="277021" y="51583"/>
                </a:lnTo>
                <a:cubicBezTo>
                  <a:pt x="282753" y="45852"/>
                  <a:pt x="282753" y="34389"/>
                  <a:pt x="277021" y="28657"/>
                </a:cubicBezTo>
                <a:lnTo>
                  <a:pt x="277021" y="28657"/>
                </a:lnTo>
                <a:lnTo>
                  <a:pt x="254095" y="5731"/>
                </a:lnTo>
                <a:cubicBezTo>
                  <a:pt x="250274" y="1910"/>
                  <a:pt x="246453" y="0"/>
                  <a:pt x="240722" y="0"/>
                </a:cubicBezTo>
                <a:cubicBezTo>
                  <a:pt x="236901" y="0"/>
                  <a:pt x="231170" y="1910"/>
                  <a:pt x="229259" y="3821"/>
                </a:cubicBezTo>
                <a:lnTo>
                  <a:pt x="210154" y="22926"/>
                </a:lnTo>
                <a:lnTo>
                  <a:pt x="191049" y="3821"/>
                </a:lnTo>
                <a:cubicBezTo>
                  <a:pt x="187228" y="1910"/>
                  <a:pt x="183407" y="0"/>
                  <a:pt x="179586" y="0"/>
                </a:cubicBezTo>
                <a:cubicBezTo>
                  <a:pt x="175765" y="0"/>
                  <a:pt x="170034" y="1910"/>
                  <a:pt x="168123" y="3821"/>
                </a:cubicBezTo>
                <a:lnTo>
                  <a:pt x="143287" y="26747"/>
                </a:lnTo>
                <a:cubicBezTo>
                  <a:pt x="137555" y="32478"/>
                  <a:pt x="137555" y="43941"/>
                  <a:pt x="143287" y="49673"/>
                </a:cubicBezTo>
                <a:lnTo>
                  <a:pt x="143287" y="49673"/>
                </a:lnTo>
                <a:lnTo>
                  <a:pt x="210154" y="11845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0" name="Graphic 194" descr="Holistic care icon.">
            <a:extLst>
              <a:ext uri="{FF2B5EF4-FFF2-40B4-BE49-F238E27FC236}">
                <a16:creationId xmlns:a16="http://schemas.microsoft.com/office/drawing/2014/main" id="{EEC2EFFC-15F3-41CC-9EAE-33183AA8967B}"/>
              </a:ext>
            </a:extLst>
          </p:cNvPr>
          <p:cNvSpPr>
            <a:spLocks noChangeAspect="1"/>
          </p:cNvSpPr>
          <p:nvPr/>
        </p:nvSpPr>
        <p:spPr>
          <a:xfrm>
            <a:off x="3396109" y="2319682"/>
            <a:ext cx="458518" cy="458517"/>
          </a:xfrm>
          <a:custGeom>
            <a:avLst/>
            <a:gdLst>
              <a:gd name="connsiteX0" fmla="*/ 231170 w 458518"/>
              <a:gd name="connsiteY0" fmla="*/ 91704 h 458517"/>
              <a:gd name="connsiteX1" fmla="*/ 277021 w 458518"/>
              <a:gd name="connsiteY1" fmla="*/ 45852 h 458517"/>
              <a:gd name="connsiteX2" fmla="*/ 231170 w 458518"/>
              <a:gd name="connsiteY2" fmla="*/ 0 h 458517"/>
              <a:gd name="connsiteX3" fmla="*/ 185318 w 458518"/>
              <a:gd name="connsiteY3" fmla="*/ 47762 h 458517"/>
              <a:gd name="connsiteX4" fmla="*/ 231170 w 458518"/>
              <a:gd name="connsiteY4" fmla="*/ 91704 h 458517"/>
              <a:gd name="connsiteX5" fmla="*/ 231170 w 458518"/>
              <a:gd name="connsiteY5" fmla="*/ 91704 h 458517"/>
              <a:gd name="connsiteX6" fmla="*/ 231170 w 458518"/>
              <a:gd name="connsiteY6" fmla="*/ 21015 h 458517"/>
              <a:gd name="connsiteX7" fmla="*/ 257916 w 458518"/>
              <a:gd name="connsiteY7" fmla="*/ 47762 h 458517"/>
              <a:gd name="connsiteX8" fmla="*/ 231170 w 458518"/>
              <a:gd name="connsiteY8" fmla="*/ 74509 h 458517"/>
              <a:gd name="connsiteX9" fmla="*/ 204423 w 458518"/>
              <a:gd name="connsiteY9" fmla="*/ 47762 h 458517"/>
              <a:gd name="connsiteX10" fmla="*/ 231170 w 458518"/>
              <a:gd name="connsiteY10" fmla="*/ 21015 h 458517"/>
              <a:gd name="connsiteX11" fmla="*/ 231170 w 458518"/>
              <a:gd name="connsiteY11" fmla="*/ 21015 h 458517"/>
              <a:gd name="connsiteX12" fmla="*/ 305679 w 458518"/>
              <a:gd name="connsiteY12" fmla="*/ 177676 h 458517"/>
              <a:gd name="connsiteX13" fmla="*/ 305679 w 458518"/>
              <a:gd name="connsiteY13" fmla="*/ 150929 h 458517"/>
              <a:gd name="connsiteX14" fmla="*/ 305679 w 458518"/>
              <a:gd name="connsiteY14" fmla="*/ 143287 h 458517"/>
              <a:gd name="connsiteX15" fmla="*/ 305679 w 458518"/>
              <a:gd name="connsiteY15" fmla="*/ 139466 h 458517"/>
              <a:gd name="connsiteX16" fmla="*/ 353441 w 458518"/>
              <a:gd name="connsiteY16" fmla="*/ 192960 h 458517"/>
              <a:gd name="connsiteX17" fmla="*/ 357262 w 458518"/>
              <a:gd name="connsiteY17" fmla="*/ 202512 h 458517"/>
              <a:gd name="connsiteX18" fmla="*/ 336247 w 458518"/>
              <a:gd name="connsiteY18" fmla="*/ 238811 h 458517"/>
              <a:gd name="connsiteX19" fmla="*/ 382098 w 458518"/>
              <a:gd name="connsiteY19" fmla="*/ 284663 h 458517"/>
              <a:gd name="connsiteX20" fmla="*/ 427950 w 458518"/>
              <a:gd name="connsiteY20" fmla="*/ 238811 h 458517"/>
              <a:gd name="connsiteX21" fmla="*/ 384009 w 458518"/>
              <a:gd name="connsiteY21" fmla="*/ 192960 h 458517"/>
              <a:gd name="connsiteX22" fmla="*/ 384009 w 458518"/>
              <a:gd name="connsiteY22" fmla="*/ 192960 h 458517"/>
              <a:gd name="connsiteX23" fmla="*/ 376367 w 458518"/>
              <a:gd name="connsiteY23" fmla="*/ 192960 h 458517"/>
              <a:gd name="connsiteX24" fmla="*/ 370635 w 458518"/>
              <a:gd name="connsiteY24" fmla="*/ 181497 h 458517"/>
              <a:gd name="connsiteX25" fmla="*/ 280842 w 458518"/>
              <a:gd name="connsiteY25" fmla="*/ 105077 h 458517"/>
              <a:gd name="connsiteX26" fmla="*/ 280842 w 458518"/>
              <a:gd name="connsiteY26" fmla="*/ 105077 h 458517"/>
              <a:gd name="connsiteX27" fmla="*/ 267469 w 458518"/>
              <a:gd name="connsiteY27" fmla="*/ 99346 h 458517"/>
              <a:gd name="connsiteX28" fmla="*/ 250274 w 458518"/>
              <a:gd name="connsiteY28" fmla="*/ 97435 h 458517"/>
              <a:gd name="connsiteX29" fmla="*/ 208244 w 458518"/>
              <a:gd name="connsiteY29" fmla="*/ 97435 h 458517"/>
              <a:gd name="connsiteX30" fmla="*/ 200602 w 458518"/>
              <a:gd name="connsiteY30" fmla="*/ 97435 h 458517"/>
              <a:gd name="connsiteX31" fmla="*/ 185318 w 458518"/>
              <a:gd name="connsiteY31" fmla="*/ 101256 h 458517"/>
              <a:gd name="connsiteX32" fmla="*/ 183407 w 458518"/>
              <a:gd name="connsiteY32" fmla="*/ 103167 h 458517"/>
              <a:gd name="connsiteX33" fmla="*/ 150929 w 458518"/>
              <a:gd name="connsiteY33" fmla="*/ 116540 h 458517"/>
              <a:gd name="connsiteX34" fmla="*/ 87883 w 458518"/>
              <a:gd name="connsiteY34" fmla="*/ 175765 h 458517"/>
              <a:gd name="connsiteX35" fmla="*/ 78330 w 458518"/>
              <a:gd name="connsiteY35" fmla="*/ 192960 h 458517"/>
              <a:gd name="connsiteX36" fmla="*/ 78330 w 458518"/>
              <a:gd name="connsiteY36" fmla="*/ 192960 h 458517"/>
              <a:gd name="connsiteX37" fmla="*/ 32478 w 458518"/>
              <a:gd name="connsiteY37" fmla="*/ 238811 h 458517"/>
              <a:gd name="connsiteX38" fmla="*/ 78330 w 458518"/>
              <a:gd name="connsiteY38" fmla="*/ 284663 h 458517"/>
              <a:gd name="connsiteX39" fmla="*/ 124182 w 458518"/>
              <a:gd name="connsiteY39" fmla="*/ 238811 h 458517"/>
              <a:gd name="connsiteX40" fmla="*/ 99346 w 458518"/>
              <a:gd name="connsiteY40" fmla="*/ 196781 h 458517"/>
              <a:gd name="connsiteX41" fmla="*/ 105077 w 458518"/>
              <a:gd name="connsiteY41" fmla="*/ 185318 h 458517"/>
              <a:gd name="connsiteX42" fmla="*/ 154750 w 458518"/>
              <a:gd name="connsiteY42" fmla="*/ 135645 h 458517"/>
              <a:gd name="connsiteX43" fmla="*/ 152839 w 458518"/>
              <a:gd name="connsiteY43" fmla="*/ 154750 h 458517"/>
              <a:gd name="connsiteX44" fmla="*/ 152839 w 458518"/>
              <a:gd name="connsiteY44" fmla="*/ 179586 h 458517"/>
              <a:gd name="connsiteX45" fmla="*/ 166213 w 458518"/>
              <a:gd name="connsiteY45" fmla="*/ 192960 h 458517"/>
              <a:gd name="connsiteX46" fmla="*/ 292305 w 458518"/>
              <a:gd name="connsiteY46" fmla="*/ 192960 h 458517"/>
              <a:gd name="connsiteX47" fmla="*/ 305679 w 458518"/>
              <a:gd name="connsiteY47" fmla="*/ 177676 h 458517"/>
              <a:gd name="connsiteX48" fmla="*/ 305679 w 458518"/>
              <a:gd name="connsiteY48" fmla="*/ 177676 h 458517"/>
              <a:gd name="connsiteX49" fmla="*/ 408845 w 458518"/>
              <a:gd name="connsiteY49" fmla="*/ 238811 h 458517"/>
              <a:gd name="connsiteX50" fmla="*/ 382098 w 458518"/>
              <a:gd name="connsiteY50" fmla="*/ 265558 h 458517"/>
              <a:gd name="connsiteX51" fmla="*/ 355351 w 458518"/>
              <a:gd name="connsiteY51" fmla="*/ 238811 h 458517"/>
              <a:gd name="connsiteX52" fmla="*/ 370635 w 458518"/>
              <a:gd name="connsiteY52" fmla="*/ 213975 h 458517"/>
              <a:gd name="connsiteX53" fmla="*/ 380188 w 458518"/>
              <a:gd name="connsiteY53" fmla="*/ 212065 h 458517"/>
              <a:gd name="connsiteX54" fmla="*/ 408845 w 458518"/>
              <a:gd name="connsiteY54" fmla="*/ 238811 h 458517"/>
              <a:gd name="connsiteX55" fmla="*/ 408845 w 458518"/>
              <a:gd name="connsiteY55" fmla="*/ 238811 h 458517"/>
              <a:gd name="connsiteX56" fmla="*/ 78330 w 458518"/>
              <a:gd name="connsiteY56" fmla="*/ 263648 h 458517"/>
              <a:gd name="connsiteX57" fmla="*/ 53494 w 458518"/>
              <a:gd name="connsiteY57" fmla="*/ 236901 h 458517"/>
              <a:gd name="connsiteX58" fmla="*/ 80241 w 458518"/>
              <a:gd name="connsiteY58" fmla="*/ 212065 h 458517"/>
              <a:gd name="connsiteX59" fmla="*/ 106988 w 458518"/>
              <a:gd name="connsiteY59" fmla="*/ 238811 h 458517"/>
              <a:gd name="connsiteX60" fmla="*/ 78330 w 458518"/>
              <a:gd name="connsiteY60" fmla="*/ 263648 h 458517"/>
              <a:gd name="connsiteX61" fmla="*/ 78330 w 458518"/>
              <a:gd name="connsiteY61" fmla="*/ 263648 h 458517"/>
              <a:gd name="connsiteX62" fmla="*/ 286574 w 458518"/>
              <a:gd name="connsiteY62" fmla="*/ 171944 h 458517"/>
              <a:gd name="connsiteX63" fmla="*/ 286574 w 458518"/>
              <a:gd name="connsiteY63" fmla="*/ 171944 h 458517"/>
              <a:gd name="connsiteX64" fmla="*/ 171944 w 458518"/>
              <a:gd name="connsiteY64" fmla="*/ 173855 h 458517"/>
              <a:gd name="connsiteX65" fmla="*/ 171944 w 458518"/>
              <a:gd name="connsiteY65" fmla="*/ 154750 h 458517"/>
              <a:gd name="connsiteX66" fmla="*/ 173855 w 458518"/>
              <a:gd name="connsiteY66" fmla="*/ 141376 h 458517"/>
              <a:gd name="connsiteX67" fmla="*/ 177676 w 458518"/>
              <a:gd name="connsiteY67" fmla="*/ 131824 h 458517"/>
              <a:gd name="connsiteX68" fmla="*/ 183407 w 458518"/>
              <a:gd name="connsiteY68" fmla="*/ 124182 h 458517"/>
              <a:gd name="connsiteX69" fmla="*/ 191049 w 458518"/>
              <a:gd name="connsiteY69" fmla="*/ 118450 h 458517"/>
              <a:gd name="connsiteX70" fmla="*/ 202512 w 458518"/>
              <a:gd name="connsiteY70" fmla="*/ 116540 h 458517"/>
              <a:gd name="connsiteX71" fmla="*/ 208244 w 458518"/>
              <a:gd name="connsiteY71" fmla="*/ 116540 h 458517"/>
              <a:gd name="connsiteX72" fmla="*/ 250274 w 458518"/>
              <a:gd name="connsiteY72" fmla="*/ 116540 h 458517"/>
              <a:gd name="connsiteX73" fmla="*/ 261737 w 458518"/>
              <a:gd name="connsiteY73" fmla="*/ 118450 h 458517"/>
              <a:gd name="connsiteX74" fmla="*/ 271290 w 458518"/>
              <a:gd name="connsiteY74" fmla="*/ 122271 h 458517"/>
              <a:gd name="connsiteX75" fmla="*/ 278932 w 458518"/>
              <a:gd name="connsiteY75" fmla="*/ 128003 h 458517"/>
              <a:gd name="connsiteX76" fmla="*/ 284663 w 458518"/>
              <a:gd name="connsiteY76" fmla="*/ 135645 h 458517"/>
              <a:gd name="connsiteX77" fmla="*/ 288484 w 458518"/>
              <a:gd name="connsiteY77" fmla="*/ 145197 h 458517"/>
              <a:gd name="connsiteX78" fmla="*/ 288484 w 458518"/>
              <a:gd name="connsiteY78" fmla="*/ 150929 h 458517"/>
              <a:gd name="connsiteX79" fmla="*/ 288484 w 458518"/>
              <a:gd name="connsiteY79" fmla="*/ 150929 h 458517"/>
              <a:gd name="connsiteX80" fmla="*/ 286574 w 458518"/>
              <a:gd name="connsiteY80" fmla="*/ 171944 h 458517"/>
              <a:gd name="connsiteX81" fmla="*/ 248364 w 458518"/>
              <a:gd name="connsiteY81" fmla="*/ 135645 h 458517"/>
              <a:gd name="connsiteX82" fmla="*/ 267469 w 458518"/>
              <a:gd name="connsiteY82" fmla="*/ 135645 h 458517"/>
              <a:gd name="connsiteX83" fmla="*/ 267469 w 458518"/>
              <a:gd name="connsiteY83" fmla="*/ 154750 h 458517"/>
              <a:gd name="connsiteX84" fmla="*/ 248364 w 458518"/>
              <a:gd name="connsiteY84" fmla="*/ 154750 h 458517"/>
              <a:gd name="connsiteX85" fmla="*/ 248364 w 458518"/>
              <a:gd name="connsiteY85" fmla="*/ 135645 h 458517"/>
              <a:gd name="connsiteX86" fmla="*/ 152839 w 458518"/>
              <a:gd name="connsiteY86" fmla="*/ 334336 h 458517"/>
              <a:gd name="connsiteX87" fmla="*/ 149018 w 458518"/>
              <a:gd name="connsiteY87" fmla="*/ 319052 h 458517"/>
              <a:gd name="connsiteX88" fmla="*/ 141376 w 458518"/>
              <a:gd name="connsiteY88" fmla="*/ 307589 h 458517"/>
              <a:gd name="connsiteX89" fmla="*/ 129913 w 458518"/>
              <a:gd name="connsiteY89" fmla="*/ 298037 h 458517"/>
              <a:gd name="connsiteX90" fmla="*/ 116540 w 458518"/>
              <a:gd name="connsiteY90" fmla="*/ 292305 h 458517"/>
              <a:gd name="connsiteX91" fmla="*/ 97435 w 458518"/>
              <a:gd name="connsiteY91" fmla="*/ 288484 h 458517"/>
              <a:gd name="connsiteX92" fmla="*/ 55404 w 458518"/>
              <a:gd name="connsiteY92" fmla="*/ 288484 h 458517"/>
              <a:gd name="connsiteX93" fmla="*/ 47762 w 458518"/>
              <a:gd name="connsiteY93" fmla="*/ 288484 h 458517"/>
              <a:gd name="connsiteX94" fmla="*/ 32478 w 458518"/>
              <a:gd name="connsiteY94" fmla="*/ 292305 h 458517"/>
              <a:gd name="connsiteX95" fmla="*/ 19105 w 458518"/>
              <a:gd name="connsiteY95" fmla="*/ 299947 h 458517"/>
              <a:gd name="connsiteX96" fmla="*/ 9552 w 458518"/>
              <a:gd name="connsiteY96" fmla="*/ 311410 h 458517"/>
              <a:gd name="connsiteX97" fmla="*/ 1910 w 458518"/>
              <a:gd name="connsiteY97" fmla="*/ 326694 h 458517"/>
              <a:gd name="connsiteX98" fmla="*/ 0 w 458518"/>
              <a:gd name="connsiteY98" fmla="*/ 345799 h 458517"/>
              <a:gd name="connsiteX99" fmla="*/ 0 w 458518"/>
              <a:gd name="connsiteY99" fmla="*/ 372546 h 458517"/>
              <a:gd name="connsiteX100" fmla="*/ 11463 w 458518"/>
              <a:gd name="connsiteY100" fmla="*/ 384009 h 458517"/>
              <a:gd name="connsiteX101" fmla="*/ 137555 w 458518"/>
              <a:gd name="connsiteY101" fmla="*/ 384009 h 458517"/>
              <a:gd name="connsiteX102" fmla="*/ 152839 w 458518"/>
              <a:gd name="connsiteY102" fmla="*/ 370635 h 458517"/>
              <a:gd name="connsiteX103" fmla="*/ 152839 w 458518"/>
              <a:gd name="connsiteY103" fmla="*/ 370635 h 458517"/>
              <a:gd name="connsiteX104" fmla="*/ 152839 w 458518"/>
              <a:gd name="connsiteY104" fmla="*/ 341978 h 458517"/>
              <a:gd name="connsiteX105" fmla="*/ 152839 w 458518"/>
              <a:gd name="connsiteY105" fmla="*/ 334336 h 458517"/>
              <a:gd name="connsiteX106" fmla="*/ 133734 w 458518"/>
              <a:gd name="connsiteY106" fmla="*/ 364904 h 458517"/>
              <a:gd name="connsiteX107" fmla="*/ 19105 w 458518"/>
              <a:gd name="connsiteY107" fmla="*/ 364904 h 458517"/>
              <a:gd name="connsiteX108" fmla="*/ 19105 w 458518"/>
              <a:gd name="connsiteY108" fmla="*/ 345799 h 458517"/>
              <a:gd name="connsiteX109" fmla="*/ 21015 w 458518"/>
              <a:gd name="connsiteY109" fmla="*/ 332426 h 458517"/>
              <a:gd name="connsiteX110" fmla="*/ 24836 w 458518"/>
              <a:gd name="connsiteY110" fmla="*/ 322873 h 458517"/>
              <a:gd name="connsiteX111" fmla="*/ 32478 w 458518"/>
              <a:gd name="connsiteY111" fmla="*/ 315231 h 458517"/>
              <a:gd name="connsiteX112" fmla="*/ 40120 w 458518"/>
              <a:gd name="connsiteY112" fmla="*/ 309500 h 458517"/>
              <a:gd name="connsiteX113" fmla="*/ 49673 w 458518"/>
              <a:gd name="connsiteY113" fmla="*/ 307589 h 458517"/>
              <a:gd name="connsiteX114" fmla="*/ 55404 w 458518"/>
              <a:gd name="connsiteY114" fmla="*/ 307589 h 458517"/>
              <a:gd name="connsiteX115" fmla="*/ 97435 w 458518"/>
              <a:gd name="connsiteY115" fmla="*/ 307589 h 458517"/>
              <a:gd name="connsiteX116" fmla="*/ 108898 w 458518"/>
              <a:gd name="connsiteY116" fmla="*/ 309500 h 458517"/>
              <a:gd name="connsiteX117" fmla="*/ 118450 w 458518"/>
              <a:gd name="connsiteY117" fmla="*/ 313321 h 458517"/>
              <a:gd name="connsiteX118" fmla="*/ 126092 w 458518"/>
              <a:gd name="connsiteY118" fmla="*/ 319052 h 458517"/>
              <a:gd name="connsiteX119" fmla="*/ 131824 w 458518"/>
              <a:gd name="connsiteY119" fmla="*/ 326694 h 458517"/>
              <a:gd name="connsiteX120" fmla="*/ 135645 w 458518"/>
              <a:gd name="connsiteY120" fmla="*/ 336247 h 458517"/>
              <a:gd name="connsiteX121" fmla="*/ 135645 w 458518"/>
              <a:gd name="connsiteY121" fmla="*/ 341978 h 458517"/>
              <a:gd name="connsiteX122" fmla="*/ 133734 w 458518"/>
              <a:gd name="connsiteY122" fmla="*/ 364904 h 458517"/>
              <a:gd name="connsiteX123" fmla="*/ 95525 w 458518"/>
              <a:gd name="connsiteY123" fmla="*/ 326694 h 458517"/>
              <a:gd name="connsiteX124" fmla="*/ 114630 w 458518"/>
              <a:gd name="connsiteY124" fmla="*/ 326694 h 458517"/>
              <a:gd name="connsiteX125" fmla="*/ 114630 w 458518"/>
              <a:gd name="connsiteY125" fmla="*/ 345799 h 458517"/>
              <a:gd name="connsiteX126" fmla="*/ 95525 w 458518"/>
              <a:gd name="connsiteY126" fmla="*/ 345799 h 458517"/>
              <a:gd name="connsiteX127" fmla="*/ 95525 w 458518"/>
              <a:gd name="connsiteY127" fmla="*/ 326694 h 458517"/>
              <a:gd name="connsiteX128" fmla="*/ 458518 w 458518"/>
              <a:gd name="connsiteY128" fmla="*/ 341978 h 458517"/>
              <a:gd name="connsiteX129" fmla="*/ 458518 w 458518"/>
              <a:gd name="connsiteY129" fmla="*/ 334336 h 458517"/>
              <a:gd name="connsiteX130" fmla="*/ 454697 w 458518"/>
              <a:gd name="connsiteY130" fmla="*/ 319052 h 458517"/>
              <a:gd name="connsiteX131" fmla="*/ 445145 w 458518"/>
              <a:gd name="connsiteY131" fmla="*/ 307589 h 458517"/>
              <a:gd name="connsiteX132" fmla="*/ 433682 w 458518"/>
              <a:gd name="connsiteY132" fmla="*/ 298037 h 458517"/>
              <a:gd name="connsiteX133" fmla="*/ 420308 w 458518"/>
              <a:gd name="connsiteY133" fmla="*/ 292305 h 458517"/>
              <a:gd name="connsiteX134" fmla="*/ 403114 w 458518"/>
              <a:gd name="connsiteY134" fmla="*/ 288484 h 458517"/>
              <a:gd name="connsiteX135" fmla="*/ 361083 w 458518"/>
              <a:gd name="connsiteY135" fmla="*/ 288484 h 458517"/>
              <a:gd name="connsiteX136" fmla="*/ 338157 w 458518"/>
              <a:gd name="connsiteY136" fmla="*/ 294216 h 458517"/>
              <a:gd name="connsiteX137" fmla="*/ 315231 w 458518"/>
              <a:gd name="connsiteY137" fmla="*/ 313321 h 458517"/>
              <a:gd name="connsiteX138" fmla="*/ 307589 w 458518"/>
              <a:gd name="connsiteY138" fmla="*/ 326694 h 458517"/>
              <a:gd name="connsiteX139" fmla="*/ 305679 w 458518"/>
              <a:gd name="connsiteY139" fmla="*/ 345799 h 458517"/>
              <a:gd name="connsiteX140" fmla="*/ 305679 w 458518"/>
              <a:gd name="connsiteY140" fmla="*/ 372546 h 458517"/>
              <a:gd name="connsiteX141" fmla="*/ 307589 w 458518"/>
              <a:gd name="connsiteY141" fmla="*/ 380188 h 458517"/>
              <a:gd name="connsiteX142" fmla="*/ 296126 w 458518"/>
              <a:gd name="connsiteY142" fmla="*/ 387830 h 458517"/>
              <a:gd name="connsiteX143" fmla="*/ 200602 w 458518"/>
              <a:gd name="connsiteY143" fmla="*/ 403114 h 458517"/>
              <a:gd name="connsiteX144" fmla="*/ 229259 w 458518"/>
              <a:gd name="connsiteY144" fmla="*/ 389740 h 458517"/>
              <a:gd name="connsiteX145" fmla="*/ 221617 w 458518"/>
              <a:gd name="connsiteY145" fmla="*/ 372546 h 458517"/>
              <a:gd name="connsiteX146" fmla="*/ 175765 w 458518"/>
              <a:gd name="connsiteY146" fmla="*/ 393561 h 458517"/>
              <a:gd name="connsiteX147" fmla="*/ 170034 w 458518"/>
              <a:gd name="connsiteY147" fmla="*/ 412666 h 458517"/>
              <a:gd name="connsiteX148" fmla="*/ 192960 w 458518"/>
              <a:gd name="connsiteY148" fmla="*/ 458518 h 458517"/>
              <a:gd name="connsiteX149" fmla="*/ 210154 w 458518"/>
              <a:gd name="connsiteY149" fmla="*/ 448966 h 458517"/>
              <a:gd name="connsiteX150" fmla="*/ 194870 w 458518"/>
              <a:gd name="connsiteY150" fmla="*/ 422219 h 458517"/>
              <a:gd name="connsiteX151" fmla="*/ 227349 w 458518"/>
              <a:gd name="connsiteY151" fmla="*/ 426040 h 458517"/>
              <a:gd name="connsiteX152" fmla="*/ 227349 w 458518"/>
              <a:gd name="connsiteY152" fmla="*/ 426040 h 458517"/>
              <a:gd name="connsiteX153" fmla="*/ 305679 w 458518"/>
              <a:gd name="connsiteY153" fmla="*/ 406935 h 458517"/>
              <a:gd name="connsiteX154" fmla="*/ 332426 w 458518"/>
              <a:gd name="connsiteY154" fmla="*/ 387830 h 458517"/>
              <a:gd name="connsiteX155" fmla="*/ 443234 w 458518"/>
              <a:gd name="connsiteY155" fmla="*/ 387830 h 458517"/>
              <a:gd name="connsiteX156" fmla="*/ 458518 w 458518"/>
              <a:gd name="connsiteY156" fmla="*/ 374456 h 458517"/>
              <a:gd name="connsiteX157" fmla="*/ 458518 w 458518"/>
              <a:gd name="connsiteY157" fmla="*/ 341978 h 458517"/>
              <a:gd name="connsiteX158" fmla="*/ 439413 w 458518"/>
              <a:gd name="connsiteY158" fmla="*/ 364904 h 458517"/>
              <a:gd name="connsiteX159" fmla="*/ 324784 w 458518"/>
              <a:gd name="connsiteY159" fmla="*/ 364904 h 458517"/>
              <a:gd name="connsiteX160" fmla="*/ 324784 w 458518"/>
              <a:gd name="connsiteY160" fmla="*/ 345799 h 458517"/>
              <a:gd name="connsiteX161" fmla="*/ 326694 w 458518"/>
              <a:gd name="connsiteY161" fmla="*/ 332426 h 458517"/>
              <a:gd name="connsiteX162" fmla="*/ 330515 w 458518"/>
              <a:gd name="connsiteY162" fmla="*/ 322873 h 458517"/>
              <a:gd name="connsiteX163" fmla="*/ 345799 w 458518"/>
              <a:gd name="connsiteY163" fmla="*/ 309500 h 458517"/>
              <a:gd name="connsiteX164" fmla="*/ 355351 w 458518"/>
              <a:gd name="connsiteY164" fmla="*/ 307589 h 458517"/>
              <a:gd name="connsiteX165" fmla="*/ 361083 w 458518"/>
              <a:gd name="connsiteY165" fmla="*/ 307589 h 458517"/>
              <a:gd name="connsiteX166" fmla="*/ 403114 w 458518"/>
              <a:gd name="connsiteY166" fmla="*/ 307589 h 458517"/>
              <a:gd name="connsiteX167" fmla="*/ 412666 w 458518"/>
              <a:gd name="connsiteY167" fmla="*/ 309500 h 458517"/>
              <a:gd name="connsiteX168" fmla="*/ 422219 w 458518"/>
              <a:gd name="connsiteY168" fmla="*/ 313321 h 458517"/>
              <a:gd name="connsiteX169" fmla="*/ 429861 w 458518"/>
              <a:gd name="connsiteY169" fmla="*/ 319052 h 458517"/>
              <a:gd name="connsiteX170" fmla="*/ 435592 w 458518"/>
              <a:gd name="connsiteY170" fmla="*/ 326694 h 458517"/>
              <a:gd name="connsiteX171" fmla="*/ 437503 w 458518"/>
              <a:gd name="connsiteY171" fmla="*/ 336247 h 458517"/>
              <a:gd name="connsiteX172" fmla="*/ 437503 w 458518"/>
              <a:gd name="connsiteY172" fmla="*/ 341978 h 458517"/>
              <a:gd name="connsiteX173" fmla="*/ 437503 w 458518"/>
              <a:gd name="connsiteY173" fmla="*/ 341978 h 458517"/>
              <a:gd name="connsiteX174" fmla="*/ 439413 w 458518"/>
              <a:gd name="connsiteY174" fmla="*/ 364904 h 458517"/>
              <a:gd name="connsiteX175" fmla="*/ 401203 w 458518"/>
              <a:gd name="connsiteY175" fmla="*/ 326694 h 458517"/>
              <a:gd name="connsiteX176" fmla="*/ 420308 w 458518"/>
              <a:gd name="connsiteY176" fmla="*/ 326694 h 458517"/>
              <a:gd name="connsiteX177" fmla="*/ 420308 w 458518"/>
              <a:gd name="connsiteY177" fmla="*/ 345799 h 458517"/>
              <a:gd name="connsiteX178" fmla="*/ 401203 w 458518"/>
              <a:gd name="connsiteY178" fmla="*/ 345799 h 458517"/>
              <a:gd name="connsiteX179" fmla="*/ 401203 w 458518"/>
              <a:gd name="connsiteY179" fmla="*/ 326694 h 45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</a:cxnLst>
            <a:rect l="l" t="t" r="r" b="b"/>
            <a:pathLst>
              <a:path w="458518" h="458517">
                <a:moveTo>
                  <a:pt x="231170" y="91704"/>
                </a:moveTo>
                <a:cubicBezTo>
                  <a:pt x="256006" y="91704"/>
                  <a:pt x="277021" y="70688"/>
                  <a:pt x="277021" y="45852"/>
                </a:cubicBezTo>
                <a:cubicBezTo>
                  <a:pt x="277021" y="21015"/>
                  <a:pt x="256006" y="0"/>
                  <a:pt x="231170" y="0"/>
                </a:cubicBezTo>
                <a:cubicBezTo>
                  <a:pt x="206333" y="0"/>
                  <a:pt x="185318" y="22926"/>
                  <a:pt x="185318" y="47762"/>
                </a:cubicBezTo>
                <a:cubicBezTo>
                  <a:pt x="185318" y="72599"/>
                  <a:pt x="206333" y="91704"/>
                  <a:pt x="231170" y="91704"/>
                </a:cubicBezTo>
                <a:lnTo>
                  <a:pt x="231170" y="91704"/>
                </a:lnTo>
                <a:close/>
                <a:moveTo>
                  <a:pt x="231170" y="21015"/>
                </a:moveTo>
                <a:cubicBezTo>
                  <a:pt x="246453" y="21015"/>
                  <a:pt x="257916" y="32478"/>
                  <a:pt x="257916" y="47762"/>
                </a:cubicBezTo>
                <a:cubicBezTo>
                  <a:pt x="257916" y="63046"/>
                  <a:pt x="246453" y="74509"/>
                  <a:pt x="231170" y="74509"/>
                </a:cubicBezTo>
                <a:cubicBezTo>
                  <a:pt x="215886" y="74509"/>
                  <a:pt x="204423" y="63046"/>
                  <a:pt x="204423" y="47762"/>
                </a:cubicBezTo>
                <a:cubicBezTo>
                  <a:pt x="204423" y="32478"/>
                  <a:pt x="215886" y="21015"/>
                  <a:pt x="231170" y="21015"/>
                </a:cubicBezTo>
                <a:lnTo>
                  <a:pt x="231170" y="21015"/>
                </a:lnTo>
                <a:close/>
                <a:moveTo>
                  <a:pt x="305679" y="177676"/>
                </a:moveTo>
                <a:lnTo>
                  <a:pt x="305679" y="150929"/>
                </a:lnTo>
                <a:cubicBezTo>
                  <a:pt x="305679" y="149018"/>
                  <a:pt x="305679" y="145197"/>
                  <a:pt x="305679" y="143287"/>
                </a:cubicBezTo>
                <a:cubicBezTo>
                  <a:pt x="305679" y="141376"/>
                  <a:pt x="305679" y="141376"/>
                  <a:pt x="305679" y="139466"/>
                </a:cubicBezTo>
                <a:cubicBezTo>
                  <a:pt x="326694" y="152839"/>
                  <a:pt x="341978" y="171944"/>
                  <a:pt x="353441" y="192960"/>
                </a:cubicBezTo>
                <a:cubicBezTo>
                  <a:pt x="355351" y="196781"/>
                  <a:pt x="357262" y="198691"/>
                  <a:pt x="357262" y="202512"/>
                </a:cubicBezTo>
                <a:cubicBezTo>
                  <a:pt x="343889" y="210154"/>
                  <a:pt x="336247" y="225438"/>
                  <a:pt x="336247" y="238811"/>
                </a:cubicBezTo>
                <a:cubicBezTo>
                  <a:pt x="336247" y="263648"/>
                  <a:pt x="357262" y="284663"/>
                  <a:pt x="382098" y="284663"/>
                </a:cubicBezTo>
                <a:cubicBezTo>
                  <a:pt x="406935" y="284663"/>
                  <a:pt x="427950" y="263648"/>
                  <a:pt x="427950" y="238811"/>
                </a:cubicBezTo>
                <a:cubicBezTo>
                  <a:pt x="427950" y="213975"/>
                  <a:pt x="408845" y="192960"/>
                  <a:pt x="384009" y="192960"/>
                </a:cubicBezTo>
                <a:lnTo>
                  <a:pt x="384009" y="192960"/>
                </a:lnTo>
                <a:lnTo>
                  <a:pt x="376367" y="192960"/>
                </a:lnTo>
                <a:cubicBezTo>
                  <a:pt x="374456" y="189139"/>
                  <a:pt x="372546" y="185318"/>
                  <a:pt x="370635" y="181497"/>
                </a:cubicBezTo>
                <a:cubicBezTo>
                  <a:pt x="351530" y="145197"/>
                  <a:pt x="319052" y="118450"/>
                  <a:pt x="280842" y="105077"/>
                </a:cubicBezTo>
                <a:lnTo>
                  <a:pt x="280842" y="105077"/>
                </a:lnTo>
                <a:cubicBezTo>
                  <a:pt x="277021" y="103167"/>
                  <a:pt x="271290" y="99346"/>
                  <a:pt x="267469" y="99346"/>
                </a:cubicBezTo>
                <a:cubicBezTo>
                  <a:pt x="261737" y="97435"/>
                  <a:pt x="256006" y="97435"/>
                  <a:pt x="250274" y="97435"/>
                </a:cubicBezTo>
                <a:lnTo>
                  <a:pt x="208244" y="97435"/>
                </a:lnTo>
                <a:cubicBezTo>
                  <a:pt x="206333" y="97435"/>
                  <a:pt x="202512" y="97435"/>
                  <a:pt x="200602" y="97435"/>
                </a:cubicBezTo>
                <a:cubicBezTo>
                  <a:pt x="194870" y="97435"/>
                  <a:pt x="191049" y="99346"/>
                  <a:pt x="185318" y="101256"/>
                </a:cubicBezTo>
                <a:lnTo>
                  <a:pt x="183407" y="103167"/>
                </a:lnTo>
                <a:cubicBezTo>
                  <a:pt x="171944" y="106988"/>
                  <a:pt x="160481" y="110809"/>
                  <a:pt x="150929" y="116540"/>
                </a:cubicBezTo>
                <a:cubicBezTo>
                  <a:pt x="124182" y="129913"/>
                  <a:pt x="103167" y="150929"/>
                  <a:pt x="87883" y="175765"/>
                </a:cubicBezTo>
                <a:cubicBezTo>
                  <a:pt x="84062" y="181497"/>
                  <a:pt x="82151" y="187228"/>
                  <a:pt x="78330" y="192960"/>
                </a:cubicBezTo>
                <a:lnTo>
                  <a:pt x="78330" y="192960"/>
                </a:lnTo>
                <a:cubicBezTo>
                  <a:pt x="53494" y="192960"/>
                  <a:pt x="32478" y="212065"/>
                  <a:pt x="32478" y="238811"/>
                </a:cubicBezTo>
                <a:cubicBezTo>
                  <a:pt x="32478" y="265558"/>
                  <a:pt x="51583" y="284663"/>
                  <a:pt x="78330" y="284663"/>
                </a:cubicBezTo>
                <a:cubicBezTo>
                  <a:pt x="105077" y="284663"/>
                  <a:pt x="124182" y="265558"/>
                  <a:pt x="124182" y="238811"/>
                </a:cubicBezTo>
                <a:cubicBezTo>
                  <a:pt x="124182" y="221617"/>
                  <a:pt x="114630" y="204423"/>
                  <a:pt x="99346" y="196781"/>
                </a:cubicBezTo>
                <a:cubicBezTo>
                  <a:pt x="101256" y="192960"/>
                  <a:pt x="103167" y="189139"/>
                  <a:pt x="105077" y="185318"/>
                </a:cubicBezTo>
                <a:cubicBezTo>
                  <a:pt x="116540" y="166213"/>
                  <a:pt x="133734" y="147108"/>
                  <a:pt x="154750" y="135645"/>
                </a:cubicBezTo>
                <a:cubicBezTo>
                  <a:pt x="152839" y="141376"/>
                  <a:pt x="152839" y="149018"/>
                  <a:pt x="152839" y="154750"/>
                </a:cubicBezTo>
                <a:lnTo>
                  <a:pt x="152839" y="179586"/>
                </a:lnTo>
                <a:cubicBezTo>
                  <a:pt x="152839" y="187228"/>
                  <a:pt x="158571" y="192960"/>
                  <a:pt x="166213" y="192960"/>
                </a:cubicBezTo>
                <a:lnTo>
                  <a:pt x="292305" y="192960"/>
                </a:lnTo>
                <a:cubicBezTo>
                  <a:pt x="299947" y="192960"/>
                  <a:pt x="305679" y="185318"/>
                  <a:pt x="305679" y="177676"/>
                </a:cubicBezTo>
                <a:lnTo>
                  <a:pt x="305679" y="177676"/>
                </a:lnTo>
                <a:close/>
                <a:moveTo>
                  <a:pt x="408845" y="238811"/>
                </a:moveTo>
                <a:cubicBezTo>
                  <a:pt x="408845" y="254095"/>
                  <a:pt x="397382" y="265558"/>
                  <a:pt x="382098" y="265558"/>
                </a:cubicBezTo>
                <a:cubicBezTo>
                  <a:pt x="366814" y="265558"/>
                  <a:pt x="355351" y="254095"/>
                  <a:pt x="355351" y="238811"/>
                </a:cubicBezTo>
                <a:cubicBezTo>
                  <a:pt x="355351" y="227349"/>
                  <a:pt x="361083" y="217796"/>
                  <a:pt x="370635" y="213975"/>
                </a:cubicBezTo>
                <a:cubicBezTo>
                  <a:pt x="374456" y="212065"/>
                  <a:pt x="376367" y="212065"/>
                  <a:pt x="380188" y="212065"/>
                </a:cubicBezTo>
                <a:cubicBezTo>
                  <a:pt x="397382" y="212065"/>
                  <a:pt x="408845" y="223528"/>
                  <a:pt x="408845" y="238811"/>
                </a:cubicBezTo>
                <a:lnTo>
                  <a:pt x="408845" y="238811"/>
                </a:lnTo>
                <a:close/>
                <a:moveTo>
                  <a:pt x="78330" y="263648"/>
                </a:moveTo>
                <a:cubicBezTo>
                  <a:pt x="63046" y="263648"/>
                  <a:pt x="51583" y="252185"/>
                  <a:pt x="53494" y="236901"/>
                </a:cubicBezTo>
                <a:cubicBezTo>
                  <a:pt x="53494" y="221617"/>
                  <a:pt x="64957" y="210154"/>
                  <a:pt x="80241" y="212065"/>
                </a:cubicBezTo>
                <a:cubicBezTo>
                  <a:pt x="93614" y="212065"/>
                  <a:pt x="105077" y="223528"/>
                  <a:pt x="106988" y="238811"/>
                </a:cubicBezTo>
                <a:cubicBezTo>
                  <a:pt x="103167" y="252185"/>
                  <a:pt x="91704" y="263648"/>
                  <a:pt x="78330" y="263648"/>
                </a:cubicBezTo>
                <a:lnTo>
                  <a:pt x="78330" y="263648"/>
                </a:lnTo>
                <a:close/>
                <a:moveTo>
                  <a:pt x="286574" y="171944"/>
                </a:moveTo>
                <a:lnTo>
                  <a:pt x="286574" y="171944"/>
                </a:lnTo>
                <a:lnTo>
                  <a:pt x="171944" y="173855"/>
                </a:lnTo>
                <a:lnTo>
                  <a:pt x="171944" y="154750"/>
                </a:lnTo>
                <a:cubicBezTo>
                  <a:pt x="171944" y="150929"/>
                  <a:pt x="171944" y="145197"/>
                  <a:pt x="173855" y="141376"/>
                </a:cubicBezTo>
                <a:cubicBezTo>
                  <a:pt x="175765" y="137555"/>
                  <a:pt x="175765" y="135645"/>
                  <a:pt x="177676" y="131824"/>
                </a:cubicBezTo>
                <a:cubicBezTo>
                  <a:pt x="179586" y="129913"/>
                  <a:pt x="181497" y="126092"/>
                  <a:pt x="183407" y="124182"/>
                </a:cubicBezTo>
                <a:cubicBezTo>
                  <a:pt x="185318" y="122271"/>
                  <a:pt x="189139" y="120361"/>
                  <a:pt x="191049" y="118450"/>
                </a:cubicBezTo>
                <a:cubicBezTo>
                  <a:pt x="196781" y="118450"/>
                  <a:pt x="198691" y="116540"/>
                  <a:pt x="202512" y="116540"/>
                </a:cubicBezTo>
                <a:lnTo>
                  <a:pt x="208244" y="116540"/>
                </a:lnTo>
                <a:lnTo>
                  <a:pt x="250274" y="116540"/>
                </a:lnTo>
                <a:cubicBezTo>
                  <a:pt x="254095" y="116540"/>
                  <a:pt x="257916" y="116540"/>
                  <a:pt x="261737" y="118450"/>
                </a:cubicBezTo>
                <a:cubicBezTo>
                  <a:pt x="265558" y="118450"/>
                  <a:pt x="267469" y="120361"/>
                  <a:pt x="271290" y="122271"/>
                </a:cubicBezTo>
                <a:cubicBezTo>
                  <a:pt x="273200" y="124182"/>
                  <a:pt x="277021" y="126092"/>
                  <a:pt x="278932" y="128003"/>
                </a:cubicBezTo>
                <a:cubicBezTo>
                  <a:pt x="280842" y="129913"/>
                  <a:pt x="282753" y="133734"/>
                  <a:pt x="284663" y="135645"/>
                </a:cubicBezTo>
                <a:cubicBezTo>
                  <a:pt x="286574" y="139466"/>
                  <a:pt x="286574" y="141376"/>
                  <a:pt x="288484" y="145197"/>
                </a:cubicBezTo>
                <a:cubicBezTo>
                  <a:pt x="288484" y="147108"/>
                  <a:pt x="288484" y="149018"/>
                  <a:pt x="288484" y="150929"/>
                </a:cubicBezTo>
                <a:lnTo>
                  <a:pt x="288484" y="150929"/>
                </a:lnTo>
                <a:lnTo>
                  <a:pt x="286574" y="171944"/>
                </a:lnTo>
                <a:close/>
                <a:moveTo>
                  <a:pt x="248364" y="135645"/>
                </a:moveTo>
                <a:lnTo>
                  <a:pt x="267469" y="135645"/>
                </a:lnTo>
                <a:lnTo>
                  <a:pt x="267469" y="154750"/>
                </a:lnTo>
                <a:lnTo>
                  <a:pt x="248364" y="154750"/>
                </a:lnTo>
                <a:lnTo>
                  <a:pt x="248364" y="135645"/>
                </a:lnTo>
                <a:close/>
                <a:moveTo>
                  <a:pt x="152839" y="334336"/>
                </a:moveTo>
                <a:cubicBezTo>
                  <a:pt x="152839" y="328605"/>
                  <a:pt x="150929" y="324784"/>
                  <a:pt x="149018" y="319052"/>
                </a:cubicBezTo>
                <a:cubicBezTo>
                  <a:pt x="147108" y="315231"/>
                  <a:pt x="143287" y="309500"/>
                  <a:pt x="141376" y="307589"/>
                </a:cubicBezTo>
                <a:cubicBezTo>
                  <a:pt x="137555" y="303768"/>
                  <a:pt x="133734" y="299947"/>
                  <a:pt x="129913" y="298037"/>
                </a:cubicBezTo>
                <a:cubicBezTo>
                  <a:pt x="126092" y="296126"/>
                  <a:pt x="120361" y="292305"/>
                  <a:pt x="116540" y="292305"/>
                </a:cubicBezTo>
                <a:cubicBezTo>
                  <a:pt x="108898" y="288484"/>
                  <a:pt x="103167" y="288484"/>
                  <a:pt x="97435" y="288484"/>
                </a:cubicBezTo>
                <a:lnTo>
                  <a:pt x="55404" y="288484"/>
                </a:lnTo>
                <a:cubicBezTo>
                  <a:pt x="53494" y="288484"/>
                  <a:pt x="49673" y="288484"/>
                  <a:pt x="47762" y="288484"/>
                </a:cubicBezTo>
                <a:cubicBezTo>
                  <a:pt x="42031" y="288484"/>
                  <a:pt x="38210" y="290395"/>
                  <a:pt x="32478" y="292305"/>
                </a:cubicBezTo>
                <a:cubicBezTo>
                  <a:pt x="28657" y="294216"/>
                  <a:pt x="22926" y="298037"/>
                  <a:pt x="19105" y="299947"/>
                </a:cubicBezTo>
                <a:cubicBezTo>
                  <a:pt x="15284" y="303768"/>
                  <a:pt x="11463" y="307589"/>
                  <a:pt x="9552" y="311410"/>
                </a:cubicBezTo>
                <a:cubicBezTo>
                  <a:pt x="5731" y="315231"/>
                  <a:pt x="3821" y="320963"/>
                  <a:pt x="1910" y="326694"/>
                </a:cubicBezTo>
                <a:cubicBezTo>
                  <a:pt x="0" y="332426"/>
                  <a:pt x="0" y="340068"/>
                  <a:pt x="0" y="345799"/>
                </a:cubicBezTo>
                <a:lnTo>
                  <a:pt x="0" y="372546"/>
                </a:lnTo>
                <a:cubicBezTo>
                  <a:pt x="0" y="378277"/>
                  <a:pt x="5731" y="384009"/>
                  <a:pt x="11463" y="384009"/>
                </a:cubicBezTo>
                <a:lnTo>
                  <a:pt x="137555" y="384009"/>
                </a:lnTo>
                <a:cubicBezTo>
                  <a:pt x="147108" y="384009"/>
                  <a:pt x="152839" y="378277"/>
                  <a:pt x="152839" y="370635"/>
                </a:cubicBezTo>
                <a:lnTo>
                  <a:pt x="152839" y="370635"/>
                </a:lnTo>
                <a:cubicBezTo>
                  <a:pt x="152839" y="362993"/>
                  <a:pt x="152839" y="345799"/>
                  <a:pt x="152839" y="341978"/>
                </a:cubicBezTo>
                <a:cubicBezTo>
                  <a:pt x="152839" y="338157"/>
                  <a:pt x="152839" y="336247"/>
                  <a:pt x="152839" y="334336"/>
                </a:cubicBezTo>
                <a:close/>
                <a:moveTo>
                  <a:pt x="133734" y="364904"/>
                </a:moveTo>
                <a:lnTo>
                  <a:pt x="19105" y="364904"/>
                </a:lnTo>
                <a:lnTo>
                  <a:pt x="19105" y="345799"/>
                </a:lnTo>
                <a:cubicBezTo>
                  <a:pt x="19105" y="341978"/>
                  <a:pt x="19105" y="336247"/>
                  <a:pt x="21015" y="332426"/>
                </a:cubicBezTo>
                <a:cubicBezTo>
                  <a:pt x="22926" y="328605"/>
                  <a:pt x="22926" y="326694"/>
                  <a:pt x="24836" y="322873"/>
                </a:cubicBezTo>
                <a:cubicBezTo>
                  <a:pt x="26747" y="320963"/>
                  <a:pt x="28657" y="317142"/>
                  <a:pt x="32478" y="315231"/>
                </a:cubicBezTo>
                <a:cubicBezTo>
                  <a:pt x="34389" y="313321"/>
                  <a:pt x="38210" y="311410"/>
                  <a:pt x="40120" y="309500"/>
                </a:cubicBezTo>
                <a:cubicBezTo>
                  <a:pt x="43941" y="309500"/>
                  <a:pt x="45852" y="307589"/>
                  <a:pt x="49673" y="307589"/>
                </a:cubicBezTo>
                <a:lnTo>
                  <a:pt x="55404" y="307589"/>
                </a:lnTo>
                <a:lnTo>
                  <a:pt x="97435" y="307589"/>
                </a:lnTo>
                <a:cubicBezTo>
                  <a:pt x="101256" y="307589"/>
                  <a:pt x="105077" y="307589"/>
                  <a:pt x="108898" y="309500"/>
                </a:cubicBezTo>
                <a:cubicBezTo>
                  <a:pt x="112719" y="309500"/>
                  <a:pt x="114630" y="311410"/>
                  <a:pt x="118450" y="313321"/>
                </a:cubicBezTo>
                <a:cubicBezTo>
                  <a:pt x="120361" y="315231"/>
                  <a:pt x="124182" y="317142"/>
                  <a:pt x="126092" y="319052"/>
                </a:cubicBezTo>
                <a:cubicBezTo>
                  <a:pt x="128003" y="320963"/>
                  <a:pt x="129913" y="322873"/>
                  <a:pt x="131824" y="326694"/>
                </a:cubicBezTo>
                <a:cubicBezTo>
                  <a:pt x="133734" y="330515"/>
                  <a:pt x="133734" y="332426"/>
                  <a:pt x="135645" y="336247"/>
                </a:cubicBezTo>
                <a:cubicBezTo>
                  <a:pt x="135645" y="338157"/>
                  <a:pt x="135645" y="340068"/>
                  <a:pt x="135645" y="341978"/>
                </a:cubicBezTo>
                <a:cubicBezTo>
                  <a:pt x="133734" y="343889"/>
                  <a:pt x="133734" y="355351"/>
                  <a:pt x="133734" y="364904"/>
                </a:cubicBezTo>
                <a:close/>
                <a:moveTo>
                  <a:pt x="95525" y="326694"/>
                </a:moveTo>
                <a:lnTo>
                  <a:pt x="114630" y="326694"/>
                </a:lnTo>
                <a:lnTo>
                  <a:pt x="114630" y="345799"/>
                </a:lnTo>
                <a:lnTo>
                  <a:pt x="95525" y="345799"/>
                </a:lnTo>
                <a:lnTo>
                  <a:pt x="95525" y="326694"/>
                </a:lnTo>
                <a:close/>
                <a:moveTo>
                  <a:pt x="458518" y="341978"/>
                </a:moveTo>
                <a:cubicBezTo>
                  <a:pt x="458518" y="340068"/>
                  <a:pt x="458518" y="336247"/>
                  <a:pt x="458518" y="334336"/>
                </a:cubicBezTo>
                <a:cubicBezTo>
                  <a:pt x="458518" y="328605"/>
                  <a:pt x="456608" y="324784"/>
                  <a:pt x="454697" y="319052"/>
                </a:cubicBezTo>
                <a:cubicBezTo>
                  <a:pt x="452787" y="315231"/>
                  <a:pt x="448966" y="309500"/>
                  <a:pt x="445145" y="307589"/>
                </a:cubicBezTo>
                <a:cubicBezTo>
                  <a:pt x="441324" y="303768"/>
                  <a:pt x="437503" y="299947"/>
                  <a:pt x="433682" y="298037"/>
                </a:cubicBezTo>
                <a:cubicBezTo>
                  <a:pt x="429861" y="296126"/>
                  <a:pt x="424129" y="292305"/>
                  <a:pt x="420308" y="292305"/>
                </a:cubicBezTo>
                <a:cubicBezTo>
                  <a:pt x="414577" y="288484"/>
                  <a:pt x="408845" y="288484"/>
                  <a:pt x="403114" y="288484"/>
                </a:cubicBezTo>
                <a:lnTo>
                  <a:pt x="361083" y="288484"/>
                </a:lnTo>
                <a:cubicBezTo>
                  <a:pt x="353441" y="288484"/>
                  <a:pt x="345799" y="290395"/>
                  <a:pt x="338157" y="294216"/>
                </a:cubicBezTo>
                <a:cubicBezTo>
                  <a:pt x="328605" y="298037"/>
                  <a:pt x="320963" y="305679"/>
                  <a:pt x="315231" y="313321"/>
                </a:cubicBezTo>
                <a:cubicBezTo>
                  <a:pt x="313321" y="317142"/>
                  <a:pt x="309500" y="322873"/>
                  <a:pt x="307589" y="326694"/>
                </a:cubicBezTo>
                <a:cubicBezTo>
                  <a:pt x="305679" y="332426"/>
                  <a:pt x="305679" y="340068"/>
                  <a:pt x="305679" y="345799"/>
                </a:cubicBezTo>
                <a:lnTo>
                  <a:pt x="305679" y="372546"/>
                </a:lnTo>
                <a:cubicBezTo>
                  <a:pt x="305679" y="374456"/>
                  <a:pt x="305679" y="378277"/>
                  <a:pt x="307589" y="380188"/>
                </a:cubicBezTo>
                <a:cubicBezTo>
                  <a:pt x="303768" y="382098"/>
                  <a:pt x="299947" y="385919"/>
                  <a:pt x="296126" y="387830"/>
                </a:cubicBezTo>
                <a:cubicBezTo>
                  <a:pt x="267469" y="403114"/>
                  <a:pt x="233080" y="408845"/>
                  <a:pt x="200602" y="403114"/>
                </a:cubicBezTo>
                <a:lnTo>
                  <a:pt x="229259" y="389740"/>
                </a:lnTo>
                <a:lnTo>
                  <a:pt x="221617" y="372546"/>
                </a:lnTo>
                <a:lnTo>
                  <a:pt x="175765" y="393561"/>
                </a:lnTo>
                <a:cubicBezTo>
                  <a:pt x="170034" y="397382"/>
                  <a:pt x="166213" y="405024"/>
                  <a:pt x="170034" y="412666"/>
                </a:cubicBezTo>
                <a:lnTo>
                  <a:pt x="192960" y="458518"/>
                </a:lnTo>
                <a:lnTo>
                  <a:pt x="210154" y="448966"/>
                </a:lnTo>
                <a:lnTo>
                  <a:pt x="194870" y="422219"/>
                </a:lnTo>
                <a:cubicBezTo>
                  <a:pt x="204423" y="424129"/>
                  <a:pt x="215886" y="426040"/>
                  <a:pt x="227349" y="426040"/>
                </a:cubicBezTo>
                <a:lnTo>
                  <a:pt x="227349" y="426040"/>
                </a:lnTo>
                <a:cubicBezTo>
                  <a:pt x="254095" y="426040"/>
                  <a:pt x="280842" y="420308"/>
                  <a:pt x="305679" y="406935"/>
                </a:cubicBezTo>
                <a:cubicBezTo>
                  <a:pt x="315231" y="401203"/>
                  <a:pt x="324784" y="395472"/>
                  <a:pt x="332426" y="387830"/>
                </a:cubicBezTo>
                <a:lnTo>
                  <a:pt x="443234" y="387830"/>
                </a:lnTo>
                <a:cubicBezTo>
                  <a:pt x="450876" y="387830"/>
                  <a:pt x="456608" y="382098"/>
                  <a:pt x="458518" y="374456"/>
                </a:cubicBezTo>
                <a:lnTo>
                  <a:pt x="458518" y="341978"/>
                </a:lnTo>
                <a:close/>
                <a:moveTo>
                  <a:pt x="439413" y="364904"/>
                </a:moveTo>
                <a:lnTo>
                  <a:pt x="324784" y="364904"/>
                </a:lnTo>
                <a:lnTo>
                  <a:pt x="324784" y="345799"/>
                </a:lnTo>
                <a:cubicBezTo>
                  <a:pt x="324784" y="341978"/>
                  <a:pt x="324784" y="336247"/>
                  <a:pt x="326694" y="332426"/>
                </a:cubicBezTo>
                <a:cubicBezTo>
                  <a:pt x="328605" y="328605"/>
                  <a:pt x="328605" y="326694"/>
                  <a:pt x="330515" y="322873"/>
                </a:cubicBezTo>
                <a:cubicBezTo>
                  <a:pt x="334336" y="317142"/>
                  <a:pt x="340068" y="313321"/>
                  <a:pt x="345799" y="309500"/>
                </a:cubicBezTo>
                <a:cubicBezTo>
                  <a:pt x="349620" y="307589"/>
                  <a:pt x="351530" y="307589"/>
                  <a:pt x="355351" y="307589"/>
                </a:cubicBezTo>
                <a:lnTo>
                  <a:pt x="361083" y="307589"/>
                </a:lnTo>
                <a:lnTo>
                  <a:pt x="403114" y="307589"/>
                </a:lnTo>
                <a:cubicBezTo>
                  <a:pt x="406935" y="307589"/>
                  <a:pt x="410756" y="307589"/>
                  <a:pt x="412666" y="309500"/>
                </a:cubicBezTo>
                <a:cubicBezTo>
                  <a:pt x="416487" y="309500"/>
                  <a:pt x="418398" y="311410"/>
                  <a:pt x="422219" y="313321"/>
                </a:cubicBezTo>
                <a:cubicBezTo>
                  <a:pt x="424129" y="315231"/>
                  <a:pt x="427950" y="317142"/>
                  <a:pt x="429861" y="319052"/>
                </a:cubicBezTo>
                <a:cubicBezTo>
                  <a:pt x="431771" y="320963"/>
                  <a:pt x="433682" y="324784"/>
                  <a:pt x="435592" y="326694"/>
                </a:cubicBezTo>
                <a:cubicBezTo>
                  <a:pt x="437503" y="330515"/>
                  <a:pt x="437503" y="332426"/>
                  <a:pt x="437503" y="336247"/>
                </a:cubicBezTo>
                <a:cubicBezTo>
                  <a:pt x="437503" y="338157"/>
                  <a:pt x="437503" y="340068"/>
                  <a:pt x="437503" y="341978"/>
                </a:cubicBezTo>
                <a:lnTo>
                  <a:pt x="437503" y="341978"/>
                </a:lnTo>
                <a:lnTo>
                  <a:pt x="439413" y="364904"/>
                </a:lnTo>
                <a:close/>
                <a:moveTo>
                  <a:pt x="401203" y="326694"/>
                </a:moveTo>
                <a:lnTo>
                  <a:pt x="420308" y="326694"/>
                </a:lnTo>
                <a:lnTo>
                  <a:pt x="420308" y="345799"/>
                </a:lnTo>
                <a:lnTo>
                  <a:pt x="401203" y="345799"/>
                </a:lnTo>
                <a:lnTo>
                  <a:pt x="401203" y="32669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1" name="Graphic 195" descr="Holistic network icon.">
            <a:extLst>
              <a:ext uri="{FF2B5EF4-FFF2-40B4-BE49-F238E27FC236}">
                <a16:creationId xmlns:a16="http://schemas.microsoft.com/office/drawing/2014/main" id="{008C903B-D9F1-4F81-8E60-F9BC266A1593}"/>
              </a:ext>
            </a:extLst>
          </p:cNvPr>
          <p:cNvSpPr>
            <a:spLocks noChangeAspect="1"/>
          </p:cNvSpPr>
          <p:nvPr/>
        </p:nvSpPr>
        <p:spPr>
          <a:xfrm>
            <a:off x="4636864" y="2435654"/>
            <a:ext cx="458518" cy="342545"/>
          </a:xfrm>
          <a:custGeom>
            <a:avLst/>
            <a:gdLst>
              <a:gd name="connsiteX0" fmla="*/ 458518 w 458518"/>
              <a:gd name="connsiteY0" fmla="*/ 245110 h 342545"/>
              <a:gd name="connsiteX1" fmla="*/ 439413 w 458518"/>
              <a:gd name="connsiteY1" fmla="*/ 195438 h 342545"/>
              <a:gd name="connsiteX2" fmla="*/ 422219 w 458518"/>
              <a:gd name="connsiteY2" fmla="*/ 182064 h 342545"/>
              <a:gd name="connsiteX3" fmla="*/ 406935 w 458518"/>
              <a:gd name="connsiteY3" fmla="*/ 174422 h 342545"/>
              <a:gd name="connsiteX4" fmla="*/ 406935 w 458518"/>
              <a:gd name="connsiteY4" fmla="*/ 101824 h 342545"/>
              <a:gd name="connsiteX5" fmla="*/ 406935 w 458518"/>
              <a:gd name="connsiteY5" fmla="*/ 101824 h 342545"/>
              <a:gd name="connsiteX6" fmla="*/ 343889 w 458518"/>
              <a:gd name="connsiteY6" fmla="*/ 36867 h 342545"/>
              <a:gd name="connsiteX7" fmla="*/ 305679 w 458518"/>
              <a:gd name="connsiteY7" fmla="*/ 50240 h 342545"/>
              <a:gd name="connsiteX8" fmla="*/ 198691 w 458518"/>
              <a:gd name="connsiteY8" fmla="*/ 6299 h 342545"/>
              <a:gd name="connsiteX9" fmla="*/ 154750 w 458518"/>
              <a:gd name="connsiteY9" fmla="*/ 50240 h 342545"/>
              <a:gd name="connsiteX10" fmla="*/ 114630 w 458518"/>
              <a:gd name="connsiteY10" fmla="*/ 36867 h 342545"/>
              <a:gd name="connsiteX11" fmla="*/ 49673 w 458518"/>
              <a:gd name="connsiteY11" fmla="*/ 101824 h 342545"/>
              <a:gd name="connsiteX12" fmla="*/ 114630 w 458518"/>
              <a:gd name="connsiteY12" fmla="*/ 166780 h 342545"/>
              <a:gd name="connsiteX13" fmla="*/ 168123 w 458518"/>
              <a:gd name="connsiteY13" fmla="*/ 136212 h 342545"/>
              <a:gd name="connsiteX14" fmla="*/ 275111 w 458518"/>
              <a:gd name="connsiteY14" fmla="*/ 147675 h 342545"/>
              <a:gd name="connsiteX15" fmla="*/ 275111 w 458518"/>
              <a:gd name="connsiteY15" fmla="*/ 170601 h 342545"/>
              <a:gd name="connsiteX16" fmla="*/ 78330 w 458518"/>
              <a:gd name="connsiteY16" fmla="*/ 170601 h 342545"/>
              <a:gd name="connsiteX17" fmla="*/ 55404 w 458518"/>
              <a:gd name="connsiteY17" fmla="*/ 174422 h 342545"/>
              <a:gd name="connsiteX18" fmla="*/ 19105 w 458518"/>
              <a:gd name="connsiteY18" fmla="*/ 197348 h 342545"/>
              <a:gd name="connsiteX19" fmla="*/ 7642 w 458518"/>
              <a:gd name="connsiteY19" fmla="*/ 214543 h 342545"/>
              <a:gd name="connsiteX20" fmla="*/ 1910 w 458518"/>
              <a:gd name="connsiteY20" fmla="*/ 235558 h 342545"/>
              <a:gd name="connsiteX21" fmla="*/ 0 w 458518"/>
              <a:gd name="connsiteY21" fmla="*/ 247021 h 342545"/>
              <a:gd name="connsiteX22" fmla="*/ 0 w 458518"/>
              <a:gd name="connsiteY22" fmla="*/ 289052 h 342545"/>
              <a:gd name="connsiteX23" fmla="*/ 15284 w 458518"/>
              <a:gd name="connsiteY23" fmla="*/ 304336 h 342545"/>
              <a:gd name="connsiteX24" fmla="*/ 15284 w 458518"/>
              <a:gd name="connsiteY24" fmla="*/ 304336 h 342545"/>
              <a:gd name="connsiteX25" fmla="*/ 84062 w 458518"/>
              <a:gd name="connsiteY25" fmla="*/ 304336 h 342545"/>
              <a:gd name="connsiteX26" fmla="*/ 84062 w 458518"/>
              <a:gd name="connsiteY26" fmla="*/ 327262 h 342545"/>
              <a:gd name="connsiteX27" fmla="*/ 99346 w 458518"/>
              <a:gd name="connsiteY27" fmla="*/ 342546 h 342545"/>
              <a:gd name="connsiteX28" fmla="*/ 351530 w 458518"/>
              <a:gd name="connsiteY28" fmla="*/ 342546 h 342545"/>
              <a:gd name="connsiteX29" fmla="*/ 370635 w 458518"/>
              <a:gd name="connsiteY29" fmla="*/ 323441 h 342545"/>
              <a:gd name="connsiteX30" fmla="*/ 370635 w 458518"/>
              <a:gd name="connsiteY30" fmla="*/ 304336 h 342545"/>
              <a:gd name="connsiteX31" fmla="*/ 439413 w 458518"/>
              <a:gd name="connsiteY31" fmla="*/ 304336 h 342545"/>
              <a:gd name="connsiteX32" fmla="*/ 456608 w 458518"/>
              <a:gd name="connsiteY32" fmla="*/ 287141 h 342545"/>
              <a:gd name="connsiteX33" fmla="*/ 456608 w 458518"/>
              <a:gd name="connsiteY33" fmla="*/ 287141 h 342545"/>
              <a:gd name="connsiteX34" fmla="*/ 458518 w 458518"/>
              <a:gd name="connsiteY34" fmla="*/ 245110 h 342545"/>
              <a:gd name="connsiteX35" fmla="*/ 307589 w 458518"/>
              <a:gd name="connsiteY35" fmla="*/ 101824 h 342545"/>
              <a:gd name="connsiteX36" fmla="*/ 311410 w 458518"/>
              <a:gd name="connsiteY36" fmla="*/ 101824 h 342545"/>
              <a:gd name="connsiteX37" fmla="*/ 320963 w 458518"/>
              <a:gd name="connsiteY37" fmla="*/ 101824 h 342545"/>
              <a:gd name="connsiteX38" fmla="*/ 351530 w 458518"/>
              <a:gd name="connsiteY38" fmla="*/ 90361 h 342545"/>
              <a:gd name="connsiteX39" fmla="*/ 359172 w 458518"/>
              <a:gd name="connsiteY39" fmla="*/ 101824 h 342545"/>
              <a:gd name="connsiteX40" fmla="*/ 362993 w 458518"/>
              <a:gd name="connsiteY40" fmla="*/ 105645 h 342545"/>
              <a:gd name="connsiteX41" fmla="*/ 384009 w 458518"/>
              <a:gd name="connsiteY41" fmla="*/ 115197 h 342545"/>
              <a:gd name="connsiteX42" fmla="*/ 326694 w 458518"/>
              <a:gd name="connsiteY42" fmla="*/ 141944 h 342545"/>
              <a:gd name="connsiteX43" fmla="*/ 299947 w 458518"/>
              <a:gd name="connsiteY43" fmla="*/ 117107 h 342545"/>
              <a:gd name="connsiteX44" fmla="*/ 307589 w 458518"/>
              <a:gd name="connsiteY44" fmla="*/ 101824 h 342545"/>
              <a:gd name="connsiteX45" fmla="*/ 387830 w 458518"/>
              <a:gd name="connsiteY45" fmla="*/ 98003 h 342545"/>
              <a:gd name="connsiteX46" fmla="*/ 376367 w 458518"/>
              <a:gd name="connsiteY46" fmla="*/ 94182 h 342545"/>
              <a:gd name="connsiteX47" fmla="*/ 374456 w 458518"/>
              <a:gd name="connsiteY47" fmla="*/ 92271 h 342545"/>
              <a:gd name="connsiteX48" fmla="*/ 366814 w 458518"/>
              <a:gd name="connsiteY48" fmla="*/ 73166 h 342545"/>
              <a:gd name="connsiteX49" fmla="*/ 366814 w 458518"/>
              <a:gd name="connsiteY49" fmla="*/ 61703 h 342545"/>
              <a:gd name="connsiteX50" fmla="*/ 387830 w 458518"/>
              <a:gd name="connsiteY50" fmla="*/ 98003 h 342545"/>
              <a:gd name="connsiteX51" fmla="*/ 343889 w 458518"/>
              <a:gd name="connsiteY51" fmla="*/ 55972 h 342545"/>
              <a:gd name="connsiteX52" fmla="*/ 347710 w 458518"/>
              <a:gd name="connsiteY52" fmla="*/ 55972 h 342545"/>
              <a:gd name="connsiteX53" fmla="*/ 347710 w 458518"/>
              <a:gd name="connsiteY53" fmla="*/ 57882 h 342545"/>
              <a:gd name="connsiteX54" fmla="*/ 340068 w 458518"/>
              <a:gd name="connsiteY54" fmla="*/ 75077 h 342545"/>
              <a:gd name="connsiteX55" fmla="*/ 320963 w 458518"/>
              <a:gd name="connsiteY55" fmla="*/ 82719 h 342545"/>
              <a:gd name="connsiteX56" fmla="*/ 311410 w 458518"/>
              <a:gd name="connsiteY56" fmla="*/ 82719 h 342545"/>
              <a:gd name="connsiteX57" fmla="*/ 311410 w 458518"/>
              <a:gd name="connsiteY57" fmla="*/ 80808 h 342545"/>
              <a:gd name="connsiteX58" fmla="*/ 311410 w 458518"/>
              <a:gd name="connsiteY58" fmla="*/ 69345 h 342545"/>
              <a:gd name="connsiteX59" fmla="*/ 343889 w 458518"/>
              <a:gd name="connsiteY59" fmla="*/ 55972 h 342545"/>
              <a:gd name="connsiteX60" fmla="*/ 229259 w 458518"/>
              <a:gd name="connsiteY60" fmla="*/ 17762 h 342545"/>
              <a:gd name="connsiteX61" fmla="*/ 282753 w 458518"/>
              <a:gd name="connsiteY61" fmla="*/ 48330 h 342545"/>
              <a:gd name="connsiteX62" fmla="*/ 256006 w 458518"/>
              <a:gd name="connsiteY62" fmla="*/ 48330 h 342545"/>
              <a:gd name="connsiteX63" fmla="*/ 229259 w 458518"/>
              <a:gd name="connsiteY63" fmla="*/ 29225 h 342545"/>
              <a:gd name="connsiteX64" fmla="*/ 202512 w 458518"/>
              <a:gd name="connsiteY64" fmla="*/ 48330 h 342545"/>
              <a:gd name="connsiteX65" fmla="*/ 175765 w 458518"/>
              <a:gd name="connsiteY65" fmla="*/ 48330 h 342545"/>
              <a:gd name="connsiteX66" fmla="*/ 229259 w 458518"/>
              <a:gd name="connsiteY66" fmla="*/ 17762 h 342545"/>
              <a:gd name="connsiteX67" fmla="*/ 238811 w 458518"/>
              <a:gd name="connsiteY67" fmla="*/ 57882 h 342545"/>
              <a:gd name="connsiteX68" fmla="*/ 231170 w 458518"/>
              <a:gd name="connsiteY68" fmla="*/ 65524 h 342545"/>
              <a:gd name="connsiteX69" fmla="*/ 221617 w 458518"/>
              <a:gd name="connsiteY69" fmla="*/ 57882 h 342545"/>
              <a:gd name="connsiteX70" fmla="*/ 229259 w 458518"/>
              <a:gd name="connsiteY70" fmla="*/ 48330 h 342545"/>
              <a:gd name="connsiteX71" fmla="*/ 231170 w 458518"/>
              <a:gd name="connsiteY71" fmla="*/ 48330 h 342545"/>
              <a:gd name="connsiteX72" fmla="*/ 238811 w 458518"/>
              <a:gd name="connsiteY72" fmla="*/ 57882 h 342545"/>
              <a:gd name="connsiteX73" fmla="*/ 238811 w 458518"/>
              <a:gd name="connsiteY73" fmla="*/ 57882 h 342545"/>
              <a:gd name="connsiteX74" fmla="*/ 238811 w 458518"/>
              <a:gd name="connsiteY74" fmla="*/ 57882 h 342545"/>
              <a:gd name="connsiteX75" fmla="*/ 114630 w 458518"/>
              <a:gd name="connsiteY75" fmla="*/ 145765 h 342545"/>
              <a:gd name="connsiteX76" fmla="*/ 68778 w 458518"/>
              <a:gd name="connsiteY76" fmla="*/ 99913 h 342545"/>
              <a:gd name="connsiteX77" fmla="*/ 114630 w 458518"/>
              <a:gd name="connsiteY77" fmla="*/ 55972 h 342545"/>
              <a:gd name="connsiteX78" fmla="*/ 149018 w 458518"/>
              <a:gd name="connsiteY78" fmla="*/ 71256 h 342545"/>
              <a:gd name="connsiteX79" fmla="*/ 149018 w 458518"/>
              <a:gd name="connsiteY79" fmla="*/ 80808 h 342545"/>
              <a:gd name="connsiteX80" fmla="*/ 158571 w 458518"/>
              <a:gd name="connsiteY80" fmla="*/ 117107 h 342545"/>
              <a:gd name="connsiteX81" fmla="*/ 114630 w 458518"/>
              <a:gd name="connsiteY81" fmla="*/ 145765 h 342545"/>
              <a:gd name="connsiteX82" fmla="*/ 229259 w 458518"/>
              <a:gd name="connsiteY82" fmla="*/ 143854 h 342545"/>
              <a:gd name="connsiteX83" fmla="*/ 168123 w 458518"/>
              <a:gd name="connsiteY83" fmla="*/ 80808 h 342545"/>
              <a:gd name="connsiteX84" fmla="*/ 170034 w 458518"/>
              <a:gd name="connsiteY84" fmla="*/ 69345 h 342545"/>
              <a:gd name="connsiteX85" fmla="*/ 206333 w 458518"/>
              <a:gd name="connsiteY85" fmla="*/ 69345 h 342545"/>
              <a:gd name="connsiteX86" fmla="*/ 242632 w 458518"/>
              <a:gd name="connsiteY86" fmla="*/ 86540 h 342545"/>
              <a:gd name="connsiteX87" fmla="*/ 259827 w 458518"/>
              <a:gd name="connsiteY87" fmla="*/ 69345 h 342545"/>
              <a:gd name="connsiteX88" fmla="*/ 294216 w 458518"/>
              <a:gd name="connsiteY88" fmla="*/ 69345 h 342545"/>
              <a:gd name="connsiteX89" fmla="*/ 296126 w 458518"/>
              <a:gd name="connsiteY89" fmla="*/ 80808 h 342545"/>
              <a:gd name="connsiteX90" fmla="*/ 229259 w 458518"/>
              <a:gd name="connsiteY90" fmla="*/ 143854 h 342545"/>
              <a:gd name="connsiteX91" fmla="*/ 229259 w 458518"/>
              <a:gd name="connsiteY91" fmla="*/ 143854 h 342545"/>
              <a:gd name="connsiteX92" fmla="*/ 296126 w 458518"/>
              <a:gd name="connsiteY92" fmla="*/ 145765 h 342545"/>
              <a:gd name="connsiteX93" fmla="*/ 385919 w 458518"/>
              <a:gd name="connsiteY93" fmla="*/ 147675 h 342545"/>
              <a:gd name="connsiteX94" fmla="*/ 387830 w 458518"/>
              <a:gd name="connsiteY94" fmla="*/ 145765 h 342545"/>
              <a:gd name="connsiteX95" fmla="*/ 387830 w 458518"/>
              <a:gd name="connsiteY95" fmla="*/ 170601 h 342545"/>
              <a:gd name="connsiteX96" fmla="*/ 380188 w 458518"/>
              <a:gd name="connsiteY96" fmla="*/ 170601 h 342545"/>
              <a:gd name="connsiteX97" fmla="*/ 296126 w 458518"/>
              <a:gd name="connsiteY97" fmla="*/ 170601 h 342545"/>
              <a:gd name="connsiteX98" fmla="*/ 296126 w 458518"/>
              <a:gd name="connsiteY98" fmla="*/ 145765 h 342545"/>
              <a:gd name="connsiteX99" fmla="*/ 91704 w 458518"/>
              <a:gd name="connsiteY99" fmla="*/ 239379 h 342545"/>
              <a:gd name="connsiteX100" fmla="*/ 85972 w 458518"/>
              <a:gd name="connsiteY100" fmla="*/ 275678 h 342545"/>
              <a:gd name="connsiteX101" fmla="*/ 85972 w 458518"/>
              <a:gd name="connsiteY101" fmla="*/ 285231 h 342545"/>
              <a:gd name="connsiteX102" fmla="*/ 66867 w 458518"/>
              <a:gd name="connsiteY102" fmla="*/ 285231 h 342545"/>
              <a:gd name="connsiteX103" fmla="*/ 66867 w 458518"/>
              <a:gd name="connsiteY103" fmla="*/ 256573 h 342545"/>
              <a:gd name="connsiteX104" fmla="*/ 47762 w 458518"/>
              <a:gd name="connsiteY104" fmla="*/ 256573 h 342545"/>
              <a:gd name="connsiteX105" fmla="*/ 47762 w 458518"/>
              <a:gd name="connsiteY105" fmla="*/ 285231 h 342545"/>
              <a:gd name="connsiteX106" fmla="*/ 19105 w 458518"/>
              <a:gd name="connsiteY106" fmla="*/ 285231 h 342545"/>
              <a:gd name="connsiteX107" fmla="*/ 19105 w 458518"/>
              <a:gd name="connsiteY107" fmla="*/ 245110 h 342545"/>
              <a:gd name="connsiteX108" fmla="*/ 19105 w 458518"/>
              <a:gd name="connsiteY108" fmla="*/ 235558 h 342545"/>
              <a:gd name="connsiteX109" fmla="*/ 24836 w 458518"/>
              <a:gd name="connsiteY109" fmla="*/ 220274 h 342545"/>
              <a:gd name="connsiteX110" fmla="*/ 34389 w 458518"/>
              <a:gd name="connsiteY110" fmla="*/ 206901 h 342545"/>
              <a:gd name="connsiteX111" fmla="*/ 47762 w 458518"/>
              <a:gd name="connsiteY111" fmla="*/ 197348 h 342545"/>
              <a:gd name="connsiteX112" fmla="*/ 63046 w 458518"/>
              <a:gd name="connsiteY112" fmla="*/ 189706 h 342545"/>
              <a:gd name="connsiteX113" fmla="*/ 78330 w 458518"/>
              <a:gd name="connsiteY113" fmla="*/ 189706 h 342545"/>
              <a:gd name="connsiteX114" fmla="*/ 128003 w 458518"/>
              <a:gd name="connsiteY114" fmla="*/ 189706 h 342545"/>
              <a:gd name="connsiteX115" fmla="*/ 122271 w 458518"/>
              <a:gd name="connsiteY115" fmla="*/ 193527 h 342545"/>
              <a:gd name="connsiteX116" fmla="*/ 103167 w 458518"/>
              <a:gd name="connsiteY116" fmla="*/ 214543 h 342545"/>
              <a:gd name="connsiteX117" fmla="*/ 91704 w 458518"/>
              <a:gd name="connsiteY117" fmla="*/ 239379 h 342545"/>
              <a:gd name="connsiteX118" fmla="*/ 315231 w 458518"/>
              <a:gd name="connsiteY118" fmla="*/ 323441 h 342545"/>
              <a:gd name="connsiteX119" fmla="*/ 315231 w 458518"/>
              <a:gd name="connsiteY119" fmla="*/ 285231 h 342545"/>
              <a:gd name="connsiteX120" fmla="*/ 296126 w 458518"/>
              <a:gd name="connsiteY120" fmla="*/ 285231 h 342545"/>
              <a:gd name="connsiteX121" fmla="*/ 296126 w 458518"/>
              <a:gd name="connsiteY121" fmla="*/ 323441 h 342545"/>
              <a:gd name="connsiteX122" fmla="*/ 162392 w 458518"/>
              <a:gd name="connsiteY122" fmla="*/ 323441 h 342545"/>
              <a:gd name="connsiteX123" fmla="*/ 162392 w 458518"/>
              <a:gd name="connsiteY123" fmla="*/ 285231 h 342545"/>
              <a:gd name="connsiteX124" fmla="*/ 143287 w 458518"/>
              <a:gd name="connsiteY124" fmla="*/ 285231 h 342545"/>
              <a:gd name="connsiteX125" fmla="*/ 143287 w 458518"/>
              <a:gd name="connsiteY125" fmla="*/ 323441 h 342545"/>
              <a:gd name="connsiteX126" fmla="*/ 105077 w 458518"/>
              <a:gd name="connsiteY126" fmla="*/ 323441 h 342545"/>
              <a:gd name="connsiteX127" fmla="*/ 105077 w 458518"/>
              <a:gd name="connsiteY127" fmla="*/ 275678 h 342545"/>
              <a:gd name="connsiteX128" fmla="*/ 108898 w 458518"/>
              <a:gd name="connsiteY128" fmla="*/ 245110 h 342545"/>
              <a:gd name="connsiteX129" fmla="*/ 118450 w 458518"/>
              <a:gd name="connsiteY129" fmla="*/ 226006 h 342545"/>
              <a:gd name="connsiteX130" fmla="*/ 133734 w 458518"/>
              <a:gd name="connsiteY130" fmla="*/ 208811 h 342545"/>
              <a:gd name="connsiteX131" fmla="*/ 152839 w 458518"/>
              <a:gd name="connsiteY131" fmla="*/ 197348 h 342545"/>
              <a:gd name="connsiteX132" fmla="*/ 175765 w 458518"/>
              <a:gd name="connsiteY132" fmla="*/ 189706 h 342545"/>
              <a:gd name="connsiteX133" fmla="*/ 187228 w 458518"/>
              <a:gd name="connsiteY133" fmla="*/ 189706 h 342545"/>
              <a:gd name="connsiteX134" fmla="*/ 271290 w 458518"/>
              <a:gd name="connsiteY134" fmla="*/ 189706 h 342545"/>
              <a:gd name="connsiteX135" fmla="*/ 294216 w 458518"/>
              <a:gd name="connsiteY135" fmla="*/ 193527 h 342545"/>
              <a:gd name="connsiteX136" fmla="*/ 315231 w 458518"/>
              <a:gd name="connsiteY136" fmla="*/ 203080 h 342545"/>
              <a:gd name="connsiteX137" fmla="*/ 332426 w 458518"/>
              <a:gd name="connsiteY137" fmla="*/ 216453 h 342545"/>
              <a:gd name="connsiteX138" fmla="*/ 343889 w 458518"/>
              <a:gd name="connsiteY138" fmla="*/ 233647 h 342545"/>
              <a:gd name="connsiteX139" fmla="*/ 351530 w 458518"/>
              <a:gd name="connsiteY139" fmla="*/ 254663 h 342545"/>
              <a:gd name="connsiteX140" fmla="*/ 353441 w 458518"/>
              <a:gd name="connsiteY140" fmla="*/ 266126 h 342545"/>
              <a:gd name="connsiteX141" fmla="*/ 353441 w 458518"/>
              <a:gd name="connsiteY141" fmla="*/ 323441 h 342545"/>
              <a:gd name="connsiteX142" fmla="*/ 315231 w 458518"/>
              <a:gd name="connsiteY142" fmla="*/ 323441 h 342545"/>
              <a:gd name="connsiteX143" fmla="*/ 439413 w 458518"/>
              <a:gd name="connsiteY143" fmla="*/ 285231 h 342545"/>
              <a:gd name="connsiteX144" fmla="*/ 410756 w 458518"/>
              <a:gd name="connsiteY144" fmla="*/ 285231 h 342545"/>
              <a:gd name="connsiteX145" fmla="*/ 410756 w 458518"/>
              <a:gd name="connsiteY145" fmla="*/ 256573 h 342545"/>
              <a:gd name="connsiteX146" fmla="*/ 391651 w 458518"/>
              <a:gd name="connsiteY146" fmla="*/ 256573 h 342545"/>
              <a:gd name="connsiteX147" fmla="*/ 391651 w 458518"/>
              <a:gd name="connsiteY147" fmla="*/ 285231 h 342545"/>
              <a:gd name="connsiteX148" fmla="*/ 372546 w 458518"/>
              <a:gd name="connsiteY148" fmla="*/ 285231 h 342545"/>
              <a:gd name="connsiteX149" fmla="*/ 372546 w 458518"/>
              <a:gd name="connsiteY149" fmla="*/ 266126 h 342545"/>
              <a:gd name="connsiteX150" fmla="*/ 370635 w 458518"/>
              <a:gd name="connsiteY150" fmla="*/ 250842 h 342545"/>
              <a:gd name="connsiteX151" fmla="*/ 362993 w 458518"/>
              <a:gd name="connsiteY151" fmla="*/ 226006 h 342545"/>
              <a:gd name="connsiteX152" fmla="*/ 347710 w 458518"/>
              <a:gd name="connsiteY152" fmla="*/ 203080 h 342545"/>
              <a:gd name="connsiteX153" fmla="*/ 332426 w 458518"/>
              <a:gd name="connsiteY153" fmla="*/ 189706 h 342545"/>
              <a:gd name="connsiteX154" fmla="*/ 380188 w 458518"/>
              <a:gd name="connsiteY154" fmla="*/ 189706 h 342545"/>
              <a:gd name="connsiteX155" fmla="*/ 397382 w 458518"/>
              <a:gd name="connsiteY155" fmla="*/ 191617 h 342545"/>
              <a:gd name="connsiteX156" fmla="*/ 412666 w 458518"/>
              <a:gd name="connsiteY156" fmla="*/ 199259 h 342545"/>
              <a:gd name="connsiteX157" fmla="*/ 433682 w 458518"/>
              <a:gd name="connsiteY157" fmla="*/ 222185 h 342545"/>
              <a:gd name="connsiteX158" fmla="*/ 439413 w 458518"/>
              <a:gd name="connsiteY158" fmla="*/ 237468 h 342545"/>
              <a:gd name="connsiteX159" fmla="*/ 439413 w 458518"/>
              <a:gd name="connsiteY159" fmla="*/ 247021 h 342545"/>
              <a:gd name="connsiteX160" fmla="*/ 439413 w 458518"/>
              <a:gd name="connsiteY160" fmla="*/ 285231 h 342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458518" h="342545">
                <a:moveTo>
                  <a:pt x="458518" y="245110"/>
                </a:moveTo>
                <a:cubicBezTo>
                  <a:pt x="458518" y="226006"/>
                  <a:pt x="450876" y="208811"/>
                  <a:pt x="439413" y="195438"/>
                </a:cubicBezTo>
                <a:cubicBezTo>
                  <a:pt x="433682" y="189706"/>
                  <a:pt x="429861" y="185885"/>
                  <a:pt x="422219" y="182064"/>
                </a:cubicBezTo>
                <a:cubicBezTo>
                  <a:pt x="416487" y="178243"/>
                  <a:pt x="412666" y="176333"/>
                  <a:pt x="406935" y="174422"/>
                </a:cubicBezTo>
                <a:lnTo>
                  <a:pt x="406935" y="101824"/>
                </a:lnTo>
                <a:lnTo>
                  <a:pt x="406935" y="101824"/>
                </a:lnTo>
                <a:cubicBezTo>
                  <a:pt x="406935" y="65524"/>
                  <a:pt x="378277" y="36867"/>
                  <a:pt x="343889" y="36867"/>
                </a:cubicBezTo>
                <a:cubicBezTo>
                  <a:pt x="330515" y="36867"/>
                  <a:pt x="317142" y="40688"/>
                  <a:pt x="305679" y="50240"/>
                </a:cubicBezTo>
                <a:cubicBezTo>
                  <a:pt x="288484" y="8209"/>
                  <a:pt x="240722" y="-10895"/>
                  <a:pt x="198691" y="6299"/>
                </a:cubicBezTo>
                <a:cubicBezTo>
                  <a:pt x="179586" y="13941"/>
                  <a:pt x="164302" y="29225"/>
                  <a:pt x="154750" y="50240"/>
                </a:cubicBezTo>
                <a:cubicBezTo>
                  <a:pt x="143287" y="40688"/>
                  <a:pt x="129913" y="36867"/>
                  <a:pt x="114630" y="36867"/>
                </a:cubicBezTo>
                <a:cubicBezTo>
                  <a:pt x="78330" y="36867"/>
                  <a:pt x="49673" y="65524"/>
                  <a:pt x="49673" y="101824"/>
                </a:cubicBezTo>
                <a:cubicBezTo>
                  <a:pt x="49673" y="138123"/>
                  <a:pt x="78330" y="166780"/>
                  <a:pt x="114630" y="166780"/>
                </a:cubicBezTo>
                <a:cubicBezTo>
                  <a:pt x="137555" y="166780"/>
                  <a:pt x="156660" y="155317"/>
                  <a:pt x="168123" y="136212"/>
                </a:cubicBezTo>
                <a:cubicBezTo>
                  <a:pt x="194870" y="166780"/>
                  <a:pt x="242632" y="172512"/>
                  <a:pt x="275111" y="147675"/>
                </a:cubicBezTo>
                <a:lnTo>
                  <a:pt x="275111" y="170601"/>
                </a:lnTo>
                <a:lnTo>
                  <a:pt x="78330" y="170601"/>
                </a:lnTo>
                <a:cubicBezTo>
                  <a:pt x="70688" y="170601"/>
                  <a:pt x="63046" y="172512"/>
                  <a:pt x="55404" y="174422"/>
                </a:cubicBezTo>
                <a:cubicBezTo>
                  <a:pt x="42031" y="178243"/>
                  <a:pt x="28657" y="185885"/>
                  <a:pt x="19105" y="197348"/>
                </a:cubicBezTo>
                <a:cubicBezTo>
                  <a:pt x="13373" y="203080"/>
                  <a:pt x="9552" y="208811"/>
                  <a:pt x="7642" y="214543"/>
                </a:cubicBezTo>
                <a:cubicBezTo>
                  <a:pt x="3821" y="220274"/>
                  <a:pt x="1910" y="227916"/>
                  <a:pt x="1910" y="235558"/>
                </a:cubicBezTo>
                <a:cubicBezTo>
                  <a:pt x="1910" y="239379"/>
                  <a:pt x="1910" y="243200"/>
                  <a:pt x="0" y="247021"/>
                </a:cubicBezTo>
                <a:lnTo>
                  <a:pt x="0" y="289052"/>
                </a:lnTo>
                <a:cubicBezTo>
                  <a:pt x="0" y="296694"/>
                  <a:pt x="7642" y="304336"/>
                  <a:pt x="15284" y="304336"/>
                </a:cubicBezTo>
                <a:lnTo>
                  <a:pt x="15284" y="304336"/>
                </a:lnTo>
                <a:lnTo>
                  <a:pt x="84062" y="304336"/>
                </a:lnTo>
                <a:lnTo>
                  <a:pt x="84062" y="327262"/>
                </a:lnTo>
                <a:cubicBezTo>
                  <a:pt x="84062" y="334904"/>
                  <a:pt x="91704" y="342546"/>
                  <a:pt x="99346" y="342546"/>
                </a:cubicBezTo>
                <a:lnTo>
                  <a:pt x="351530" y="342546"/>
                </a:lnTo>
                <a:cubicBezTo>
                  <a:pt x="362993" y="342546"/>
                  <a:pt x="370635" y="334904"/>
                  <a:pt x="370635" y="323441"/>
                </a:cubicBezTo>
                <a:lnTo>
                  <a:pt x="370635" y="304336"/>
                </a:lnTo>
                <a:lnTo>
                  <a:pt x="439413" y="304336"/>
                </a:lnTo>
                <a:cubicBezTo>
                  <a:pt x="448966" y="304336"/>
                  <a:pt x="456608" y="296694"/>
                  <a:pt x="456608" y="287141"/>
                </a:cubicBezTo>
                <a:lnTo>
                  <a:pt x="456608" y="287141"/>
                </a:lnTo>
                <a:lnTo>
                  <a:pt x="458518" y="245110"/>
                </a:lnTo>
                <a:close/>
                <a:moveTo>
                  <a:pt x="307589" y="101824"/>
                </a:moveTo>
                <a:cubicBezTo>
                  <a:pt x="309500" y="101824"/>
                  <a:pt x="309500" y="101824"/>
                  <a:pt x="311410" y="101824"/>
                </a:cubicBezTo>
                <a:lnTo>
                  <a:pt x="320963" y="101824"/>
                </a:lnTo>
                <a:cubicBezTo>
                  <a:pt x="332426" y="101824"/>
                  <a:pt x="341978" y="98003"/>
                  <a:pt x="351530" y="90361"/>
                </a:cubicBezTo>
                <a:cubicBezTo>
                  <a:pt x="353441" y="94182"/>
                  <a:pt x="357262" y="99913"/>
                  <a:pt x="359172" y="101824"/>
                </a:cubicBezTo>
                <a:lnTo>
                  <a:pt x="362993" y="105645"/>
                </a:lnTo>
                <a:cubicBezTo>
                  <a:pt x="368725" y="109466"/>
                  <a:pt x="376367" y="113287"/>
                  <a:pt x="384009" y="115197"/>
                </a:cubicBezTo>
                <a:cubicBezTo>
                  <a:pt x="376367" y="138123"/>
                  <a:pt x="349620" y="149586"/>
                  <a:pt x="326694" y="141944"/>
                </a:cubicBezTo>
                <a:cubicBezTo>
                  <a:pt x="315231" y="138123"/>
                  <a:pt x="305679" y="128570"/>
                  <a:pt x="299947" y="117107"/>
                </a:cubicBezTo>
                <a:cubicBezTo>
                  <a:pt x="303768" y="113287"/>
                  <a:pt x="305679" y="107555"/>
                  <a:pt x="307589" y="101824"/>
                </a:cubicBezTo>
                <a:close/>
                <a:moveTo>
                  <a:pt x="387830" y="98003"/>
                </a:moveTo>
                <a:cubicBezTo>
                  <a:pt x="384009" y="98003"/>
                  <a:pt x="380188" y="96092"/>
                  <a:pt x="376367" y="94182"/>
                </a:cubicBezTo>
                <a:lnTo>
                  <a:pt x="374456" y="92271"/>
                </a:lnTo>
                <a:cubicBezTo>
                  <a:pt x="368725" y="86540"/>
                  <a:pt x="366814" y="80808"/>
                  <a:pt x="366814" y="73166"/>
                </a:cubicBezTo>
                <a:lnTo>
                  <a:pt x="366814" y="61703"/>
                </a:lnTo>
                <a:cubicBezTo>
                  <a:pt x="378277" y="69345"/>
                  <a:pt x="385919" y="82719"/>
                  <a:pt x="387830" y="98003"/>
                </a:cubicBezTo>
                <a:close/>
                <a:moveTo>
                  <a:pt x="343889" y="55972"/>
                </a:moveTo>
                <a:lnTo>
                  <a:pt x="347710" y="55972"/>
                </a:lnTo>
                <a:lnTo>
                  <a:pt x="347710" y="57882"/>
                </a:lnTo>
                <a:cubicBezTo>
                  <a:pt x="347710" y="63614"/>
                  <a:pt x="345799" y="71256"/>
                  <a:pt x="340068" y="75077"/>
                </a:cubicBezTo>
                <a:cubicBezTo>
                  <a:pt x="334336" y="78898"/>
                  <a:pt x="328605" y="82719"/>
                  <a:pt x="320963" y="82719"/>
                </a:cubicBezTo>
                <a:lnTo>
                  <a:pt x="311410" y="82719"/>
                </a:lnTo>
                <a:lnTo>
                  <a:pt x="311410" y="80808"/>
                </a:lnTo>
                <a:cubicBezTo>
                  <a:pt x="311410" y="76987"/>
                  <a:pt x="311410" y="73166"/>
                  <a:pt x="311410" y="69345"/>
                </a:cubicBezTo>
                <a:cubicBezTo>
                  <a:pt x="319052" y="59793"/>
                  <a:pt x="330515" y="55972"/>
                  <a:pt x="343889" y="55972"/>
                </a:cubicBezTo>
                <a:close/>
                <a:moveTo>
                  <a:pt x="229259" y="17762"/>
                </a:moveTo>
                <a:cubicBezTo>
                  <a:pt x="252185" y="17762"/>
                  <a:pt x="271290" y="29225"/>
                  <a:pt x="282753" y="48330"/>
                </a:cubicBezTo>
                <a:lnTo>
                  <a:pt x="256006" y="48330"/>
                </a:lnTo>
                <a:cubicBezTo>
                  <a:pt x="252185" y="36867"/>
                  <a:pt x="242632" y="29225"/>
                  <a:pt x="229259" y="29225"/>
                </a:cubicBezTo>
                <a:cubicBezTo>
                  <a:pt x="217796" y="29225"/>
                  <a:pt x="206333" y="36867"/>
                  <a:pt x="202512" y="48330"/>
                </a:cubicBezTo>
                <a:lnTo>
                  <a:pt x="175765" y="48330"/>
                </a:lnTo>
                <a:cubicBezTo>
                  <a:pt x="187228" y="29225"/>
                  <a:pt x="206333" y="17762"/>
                  <a:pt x="229259" y="17762"/>
                </a:cubicBezTo>
                <a:close/>
                <a:moveTo>
                  <a:pt x="238811" y="57882"/>
                </a:moveTo>
                <a:cubicBezTo>
                  <a:pt x="238811" y="61703"/>
                  <a:pt x="234990" y="65524"/>
                  <a:pt x="231170" y="65524"/>
                </a:cubicBezTo>
                <a:cubicBezTo>
                  <a:pt x="225438" y="65524"/>
                  <a:pt x="221617" y="63614"/>
                  <a:pt x="221617" y="57882"/>
                </a:cubicBezTo>
                <a:cubicBezTo>
                  <a:pt x="221617" y="52151"/>
                  <a:pt x="223528" y="48330"/>
                  <a:pt x="229259" y="48330"/>
                </a:cubicBezTo>
                <a:lnTo>
                  <a:pt x="231170" y="48330"/>
                </a:lnTo>
                <a:cubicBezTo>
                  <a:pt x="234990" y="50240"/>
                  <a:pt x="238811" y="52151"/>
                  <a:pt x="238811" y="57882"/>
                </a:cubicBezTo>
                <a:cubicBezTo>
                  <a:pt x="238811" y="57882"/>
                  <a:pt x="238811" y="59793"/>
                  <a:pt x="238811" y="57882"/>
                </a:cubicBezTo>
                <a:lnTo>
                  <a:pt x="238811" y="57882"/>
                </a:lnTo>
                <a:close/>
                <a:moveTo>
                  <a:pt x="114630" y="145765"/>
                </a:moveTo>
                <a:cubicBezTo>
                  <a:pt x="89793" y="145765"/>
                  <a:pt x="68778" y="124749"/>
                  <a:pt x="68778" y="99913"/>
                </a:cubicBezTo>
                <a:cubicBezTo>
                  <a:pt x="68778" y="75077"/>
                  <a:pt x="89793" y="55972"/>
                  <a:pt x="114630" y="55972"/>
                </a:cubicBezTo>
                <a:cubicBezTo>
                  <a:pt x="128003" y="55972"/>
                  <a:pt x="139466" y="61703"/>
                  <a:pt x="149018" y="71256"/>
                </a:cubicBezTo>
                <a:cubicBezTo>
                  <a:pt x="149018" y="75077"/>
                  <a:pt x="149018" y="76987"/>
                  <a:pt x="149018" y="80808"/>
                </a:cubicBezTo>
                <a:cubicBezTo>
                  <a:pt x="149018" y="94182"/>
                  <a:pt x="152839" y="105645"/>
                  <a:pt x="158571" y="117107"/>
                </a:cubicBezTo>
                <a:cubicBezTo>
                  <a:pt x="150929" y="134302"/>
                  <a:pt x="133734" y="145765"/>
                  <a:pt x="114630" y="145765"/>
                </a:cubicBezTo>
                <a:close/>
                <a:moveTo>
                  <a:pt x="229259" y="143854"/>
                </a:moveTo>
                <a:cubicBezTo>
                  <a:pt x="194870" y="143854"/>
                  <a:pt x="168123" y="115197"/>
                  <a:pt x="168123" y="80808"/>
                </a:cubicBezTo>
                <a:cubicBezTo>
                  <a:pt x="168123" y="76987"/>
                  <a:pt x="168123" y="73166"/>
                  <a:pt x="170034" y="69345"/>
                </a:cubicBezTo>
                <a:lnTo>
                  <a:pt x="206333" y="69345"/>
                </a:lnTo>
                <a:cubicBezTo>
                  <a:pt x="212065" y="84629"/>
                  <a:pt x="227349" y="90361"/>
                  <a:pt x="242632" y="86540"/>
                </a:cubicBezTo>
                <a:cubicBezTo>
                  <a:pt x="250274" y="84629"/>
                  <a:pt x="256006" y="76987"/>
                  <a:pt x="259827" y="69345"/>
                </a:cubicBezTo>
                <a:lnTo>
                  <a:pt x="294216" y="69345"/>
                </a:lnTo>
                <a:cubicBezTo>
                  <a:pt x="294216" y="73166"/>
                  <a:pt x="296126" y="76987"/>
                  <a:pt x="296126" y="80808"/>
                </a:cubicBezTo>
                <a:cubicBezTo>
                  <a:pt x="292305" y="115197"/>
                  <a:pt x="263648" y="143854"/>
                  <a:pt x="229259" y="143854"/>
                </a:cubicBezTo>
                <a:lnTo>
                  <a:pt x="229259" y="143854"/>
                </a:lnTo>
                <a:close/>
                <a:moveTo>
                  <a:pt x="296126" y="145765"/>
                </a:moveTo>
                <a:cubicBezTo>
                  <a:pt x="320963" y="170601"/>
                  <a:pt x="361083" y="172512"/>
                  <a:pt x="385919" y="147675"/>
                </a:cubicBezTo>
                <a:cubicBezTo>
                  <a:pt x="385919" y="147675"/>
                  <a:pt x="385919" y="147675"/>
                  <a:pt x="387830" y="145765"/>
                </a:cubicBezTo>
                <a:lnTo>
                  <a:pt x="387830" y="170601"/>
                </a:lnTo>
                <a:cubicBezTo>
                  <a:pt x="385919" y="170601"/>
                  <a:pt x="384009" y="170601"/>
                  <a:pt x="380188" y="170601"/>
                </a:cubicBezTo>
                <a:lnTo>
                  <a:pt x="296126" y="170601"/>
                </a:lnTo>
                <a:lnTo>
                  <a:pt x="296126" y="145765"/>
                </a:lnTo>
                <a:close/>
                <a:moveTo>
                  <a:pt x="91704" y="239379"/>
                </a:moveTo>
                <a:cubicBezTo>
                  <a:pt x="87883" y="250842"/>
                  <a:pt x="85972" y="262305"/>
                  <a:pt x="85972" y="275678"/>
                </a:cubicBezTo>
                <a:lnTo>
                  <a:pt x="85972" y="285231"/>
                </a:lnTo>
                <a:lnTo>
                  <a:pt x="66867" y="285231"/>
                </a:lnTo>
                <a:lnTo>
                  <a:pt x="66867" y="256573"/>
                </a:lnTo>
                <a:lnTo>
                  <a:pt x="47762" y="256573"/>
                </a:lnTo>
                <a:lnTo>
                  <a:pt x="47762" y="285231"/>
                </a:lnTo>
                <a:lnTo>
                  <a:pt x="19105" y="285231"/>
                </a:lnTo>
                <a:lnTo>
                  <a:pt x="19105" y="245110"/>
                </a:lnTo>
                <a:cubicBezTo>
                  <a:pt x="19105" y="243200"/>
                  <a:pt x="19105" y="239379"/>
                  <a:pt x="19105" y="235558"/>
                </a:cubicBezTo>
                <a:cubicBezTo>
                  <a:pt x="21015" y="229827"/>
                  <a:pt x="21015" y="226006"/>
                  <a:pt x="24836" y="220274"/>
                </a:cubicBezTo>
                <a:cubicBezTo>
                  <a:pt x="26747" y="216453"/>
                  <a:pt x="30568" y="210722"/>
                  <a:pt x="34389" y="206901"/>
                </a:cubicBezTo>
                <a:cubicBezTo>
                  <a:pt x="38210" y="203080"/>
                  <a:pt x="42031" y="199259"/>
                  <a:pt x="47762" y="197348"/>
                </a:cubicBezTo>
                <a:cubicBezTo>
                  <a:pt x="51583" y="193527"/>
                  <a:pt x="57315" y="191617"/>
                  <a:pt x="63046" y="189706"/>
                </a:cubicBezTo>
                <a:cubicBezTo>
                  <a:pt x="66867" y="189706"/>
                  <a:pt x="72599" y="189706"/>
                  <a:pt x="78330" y="189706"/>
                </a:cubicBezTo>
                <a:lnTo>
                  <a:pt x="128003" y="189706"/>
                </a:lnTo>
                <a:lnTo>
                  <a:pt x="122271" y="193527"/>
                </a:lnTo>
                <a:cubicBezTo>
                  <a:pt x="114630" y="199259"/>
                  <a:pt x="108898" y="206901"/>
                  <a:pt x="103167" y="214543"/>
                </a:cubicBezTo>
                <a:cubicBezTo>
                  <a:pt x="97435" y="222185"/>
                  <a:pt x="93614" y="229827"/>
                  <a:pt x="91704" y="239379"/>
                </a:cubicBezTo>
                <a:close/>
                <a:moveTo>
                  <a:pt x="315231" y="323441"/>
                </a:moveTo>
                <a:lnTo>
                  <a:pt x="315231" y="285231"/>
                </a:lnTo>
                <a:lnTo>
                  <a:pt x="296126" y="285231"/>
                </a:lnTo>
                <a:lnTo>
                  <a:pt x="296126" y="323441"/>
                </a:lnTo>
                <a:lnTo>
                  <a:pt x="162392" y="323441"/>
                </a:lnTo>
                <a:lnTo>
                  <a:pt x="162392" y="285231"/>
                </a:lnTo>
                <a:lnTo>
                  <a:pt x="143287" y="285231"/>
                </a:lnTo>
                <a:lnTo>
                  <a:pt x="143287" y="323441"/>
                </a:lnTo>
                <a:lnTo>
                  <a:pt x="105077" y="323441"/>
                </a:lnTo>
                <a:lnTo>
                  <a:pt x="105077" y="275678"/>
                </a:lnTo>
                <a:cubicBezTo>
                  <a:pt x="105077" y="266126"/>
                  <a:pt x="106988" y="254663"/>
                  <a:pt x="108898" y="245110"/>
                </a:cubicBezTo>
                <a:cubicBezTo>
                  <a:pt x="110809" y="237468"/>
                  <a:pt x="114630" y="231737"/>
                  <a:pt x="118450" y="226006"/>
                </a:cubicBezTo>
                <a:cubicBezTo>
                  <a:pt x="122271" y="220274"/>
                  <a:pt x="128003" y="214543"/>
                  <a:pt x="133734" y="208811"/>
                </a:cubicBezTo>
                <a:cubicBezTo>
                  <a:pt x="139466" y="204990"/>
                  <a:pt x="145197" y="199259"/>
                  <a:pt x="152839" y="197348"/>
                </a:cubicBezTo>
                <a:cubicBezTo>
                  <a:pt x="160481" y="193527"/>
                  <a:pt x="168123" y="191617"/>
                  <a:pt x="175765" y="189706"/>
                </a:cubicBezTo>
                <a:cubicBezTo>
                  <a:pt x="179586" y="189706"/>
                  <a:pt x="183407" y="189706"/>
                  <a:pt x="187228" y="189706"/>
                </a:cubicBezTo>
                <a:lnTo>
                  <a:pt x="271290" y="189706"/>
                </a:lnTo>
                <a:cubicBezTo>
                  <a:pt x="278932" y="189706"/>
                  <a:pt x="286574" y="191617"/>
                  <a:pt x="294216" y="193527"/>
                </a:cubicBezTo>
                <a:cubicBezTo>
                  <a:pt x="301858" y="195438"/>
                  <a:pt x="309500" y="199259"/>
                  <a:pt x="315231" y="203080"/>
                </a:cubicBezTo>
                <a:cubicBezTo>
                  <a:pt x="320963" y="206901"/>
                  <a:pt x="326694" y="212632"/>
                  <a:pt x="332426" y="216453"/>
                </a:cubicBezTo>
                <a:cubicBezTo>
                  <a:pt x="338157" y="222185"/>
                  <a:pt x="341978" y="227916"/>
                  <a:pt x="343889" y="233647"/>
                </a:cubicBezTo>
                <a:cubicBezTo>
                  <a:pt x="347710" y="239379"/>
                  <a:pt x="349620" y="247021"/>
                  <a:pt x="351530" y="254663"/>
                </a:cubicBezTo>
                <a:cubicBezTo>
                  <a:pt x="351530" y="258484"/>
                  <a:pt x="351530" y="262305"/>
                  <a:pt x="353441" y="266126"/>
                </a:cubicBezTo>
                <a:lnTo>
                  <a:pt x="353441" y="323441"/>
                </a:lnTo>
                <a:lnTo>
                  <a:pt x="315231" y="323441"/>
                </a:lnTo>
                <a:close/>
                <a:moveTo>
                  <a:pt x="439413" y="285231"/>
                </a:moveTo>
                <a:lnTo>
                  <a:pt x="410756" y="285231"/>
                </a:lnTo>
                <a:lnTo>
                  <a:pt x="410756" y="256573"/>
                </a:lnTo>
                <a:lnTo>
                  <a:pt x="391651" y="256573"/>
                </a:lnTo>
                <a:lnTo>
                  <a:pt x="391651" y="285231"/>
                </a:lnTo>
                <a:lnTo>
                  <a:pt x="372546" y="285231"/>
                </a:lnTo>
                <a:lnTo>
                  <a:pt x="372546" y="266126"/>
                </a:lnTo>
                <a:cubicBezTo>
                  <a:pt x="372546" y="260394"/>
                  <a:pt x="372546" y="256573"/>
                  <a:pt x="370635" y="250842"/>
                </a:cubicBezTo>
                <a:cubicBezTo>
                  <a:pt x="368725" y="241289"/>
                  <a:pt x="366814" y="233647"/>
                  <a:pt x="362993" y="226006"/>
                </a:cubicBezTo>
                <a:cubicBezTo>
                  <a:pt x="359172" y="218364"/>
                  <a:pt x="353441" y="210722"/>
                  <a:pt x="347710" y="203080"/>
                </a:cubicBezTo>
                <a:cubicBezTo>
                  <a:pt x="341978" y="197348"/>
                  <a:pt x="338157" y="193527"/>
                  <a:pt x="332426" y="189706"/>
                </a:cubicBezTo>
                <a:lnTo>
                  <a:pt x="380188" y="189706"/>
                </a:lnTo>
                <a:cubicBezTo>
                  <a:pt x="385919" y="189706"/>
                  <a:pt x="391651" y="189706"/>
                  <a:pt x="397382" y="191617"/>
                </a:cubicBezTo>
                <a:cubicBezTo>
                  <a:pt x="403114" y="193527"/>
                  <a:pt x="406935" y="195438"/>
                  <a:pt x="412666" y="199259"/>
                </a:cubicBezTo>
                <a:cubicBezTo>
                  <a:pt x="422219" y="204990"/>
                  <a:pt x="429861" y="212632"/>
                  <a:pt x="433682" y="222185"/>
                </a:cubicBezTo>
                <a:cubicBezTo>
                  <a:pt x="435592" y="227916"/>
                  <a:pt x="437503" y="231737"/>
                  <a:pt x="439413" y="237468"/>
                </a:cubicBezTo>
                <a:cubicBezTo>
                  <a:pt x="439413" y="239379"/>
                  <a:pt x="439413" y="243200"/>
                  <a:pt x="439413" y="247021"/>
                </a:cubicBezTo>
                <a:lnTo>
                  <a:pt x="439413" y="28523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2" name="Graphic 86" descr="Bundled plan icon.">
            <a:extLst>
              <a:ext uri="{FF2B5EF4-FFF2-40B4-BE49-F238E27FC236}">
                <a16:creationId xmlns:a16="http://schemas.microsoft.com/office/drawing/2014/main" id="{A829FC29-288A-4F78-A610-2810BAA5C125}"/>
              </a:ext>
            </a:extLst>
          </p:cNvPr>
          <p:cNvSpPr/>
          <p:nvPr/>
        </p:nvSpPr>
        <p:spPr>
          <a:xfrm>
            <a:off x="5871281" y="2339382"/>
            <a:ext cx="440724" cy="438817"/>
          </a:xfrm>
          <a:custGeom>
            <a:avLst/>
            <a:gdLst>
              <a:gd name="connsiteX0" fmla="*/ 348014 w 373912"/>
              <a:gd name="connsiteY0" fmla="*/ 113307 h 372294"/>
              <a:gd name="connsiteX1" fmla="*/ 323734 w 373912"/>
              <a:gd name="connsiteY1" fmla="*/ 137587 h 372294"/>
              <a:gd name="connsiteX2" fmla="*/ 339921 w 373912"/>
              <a:gd name="connsiteY2" fmla="*/ 160248 h 372294"/>
              <a:gd name="connsiteX3" fmla="*/ 339921 w 373912"/>
              <a:gd name="connsiteY3" fmla="*/ 267081 h 372294"/>
              <a:gd name="connsiteX4" fmla="*/ 250894 w 373912"/>
              <a:gd name="connsiteY4" fmla="*/ 356108 h 372294"/>
              <a:gd name="connsiteX5" fmla="*/ 218521 w 373912"/>
              <a:gd name="connsiteY5" fmla="*/ 356108 h 372294"/>
              <a:gd name="connsiteX6" fmla="*/ 155392 w 373912"/>
              <a:gd name="connsiteY6" fmla="*/ 331828 h 372294"/>
              <a:gd name="connsiteX7" fmla="*/ 129494 w 373912"/>
              <a:gd name="connsiteY7" fmla="*/ 275174 h 372294"/>
              <a:gd name="connsiteX8" fmla="*/ 144062 w 373912"/>
              <a:gd name="connsiteY8" fmla="*/ 273555 h 372294"/>
              <a:gd name="connsiteX9" fmla="*/ 144062 w 373912"/>
              <a:gd name="connsiteY9" fmla="*/ 291361 h 372294"/>
              <a:gd name="connsiteX10" fmla="*/ 160248 w 373912"/>
              <a:gd name="connsiteY10" fmla="*/ 307547 h 372294"/>
              <a:gd name="connsiteX11" fmla="*/ 273555 w 373912"/>
              <a:gd name="connsiteY11" fmla="*/ 307547 h 372294"/>
              <a:gd name="connsiteX12" fmla="*/ 289742 w 373912"/>
              <a:gd name="connsiteY12" fmla="*/ 291361 h 372294"/>
              <a:gd name="connsiteX13" fmla="*/ 289742 w 373912"/>
              <a:gd name="connsiteY13" fmla="*/ 169960 h 372294"/>
              <a:gd name="connsiteX14" fmla="*/ 289742 w 373912"/>
              <a:gd name="connsiteY14" fmla="*/ 169960 h 372294"/>
              <a:gd name="connsiteX15" fmla="*/ 305929 w 373912"/>
              <a:gd name="connsiteY15" fmla="*/ 153774 h 372294"/>
              <a:gd name="connsiteX16" fmla="*/ 305929 w 373912"/>
              <a:gd name="connsiteY16" fmla="*/ 129494 h 372294"/>
              <a:gd name="connsiteX17" fmla="*/ 289742 w 373912"/>
              <a:gd name="connsiteY17" fmla="*/ 113307 h 372294"/>
              <a:gd name="connsiteX18" fmla="*/ 241182 w 373912"/>
              <a:gd name="connsiteY18" fmla="*/ 113307 h 372294"/>
              <a:gd name="connsiteX19" fmla="*/ 241182 w 373912"/>
              <a:gd name="connsiteY19" fmla="*/ 32373 h 372294"/>
              <a:gd name="connsiteX20" fmla="*/ 224995 w 373912"/>
              <a:gd name="connsiteY20" fmla="*/ 16187 h 372294"/>
              <a:gd name="connsiteX21" fmla="*/ 192622 w 373912"/>
              <a:gd name="connsiteY21" fmla="*/ 16187 h 372294"/>
              <a:gd name="connsiteX22" fmla="*/ 192622 w 373912"/>
              <a:gd name="connsiteY22" fmla="*/ 0 h 372294"/>
              <a:gd name="connsiteX23" fmla="*/ 176435 w 373912"/>
              <a:gd name="connsiteY23" fmla="*/ 0 h 372294"/>
              <a:gd name="connsiteX24" fmla="*/ 176435 w 373912"/>
              <a:gd name="connsiteY24" fmla="*/ 48560 h 372294"/>
              <a:gd name="connsiteX25" fmla="*/ 192622 w 373912"/>
              <a:gd name="connsiteY25" fmla="*/ 48560 h 372294"/>
              <a:gd name="connsiteX26" fmla="*/ 192622 w 373912"/>
              <a:gd name="connsiteY26" fmla="*/ 32373 h 372294"/>
              <a:gd name="connsiteX27" fmla="*/ 224995 w 373912"/>
              <a:gd name="connsiteY27" fmla="*/ 32373 h 372294"/>
              <a:gd name="connsiteX28" fmla="*/ 224995 w 373912"/>
              <a:gd name="connsiteY28" fmla="*/ 113307 h 372294"/>
              <a:gd name="connsiteX29" fmla="*/ 144062 w 373912"/>
              <a:gd name="connsiteY29" fmla="*/ 113307 h 372294"/>
              <a:gd name="connsiteX30" fmla="*/ 129494 w 373912"/>
              <a:gd name="connsiteY30" fmla="*/ 129494 h 372294"/>
              <a:gd name="connsiteX31" fmla="*/ 129494 w 373912"/>
              <a:gd name="connsiteY31" fmla="*/ 153774 h 372294"/>
              <a:gd name="connsiteX32" fmla="*/ 145680 w 373912"/>
              <a:gd name="connsiteY32" fmla="*/ 169960 h 372294"/>
              <a:gd name="connsiteX33" fmla="*/ 145680 w 373912"/>
              <a:gd name="connsiteY33" fmla="*/ 169960 h 372294"/>
              <a:gd name="connsiteX34" fmla="*/ 145680 w 373912"/>
              <a:gd name="connsiteY34" fmla="*/ 255750 h 372294"/>
              <a:gd name="connsiteX35" fmla="*/ 121400 w 373912"/>
              <a:gd name="connsiteY35" fmla="*/ 258987 h 372294"/>
              <a:gd name="connsiteX36" fmla="*/ 119782 w 373912"/>
              <a:gd name="connsiteY36" fmla="*/ 258987 h 372294"/>
              <a:gd name="connsiteX37" fmla="*/ 16187 w 373912"/>
              <a:gd name="connsiteY37" fmla="*/ 153774 h 372294"/>
              <a:gd name="connsiteX38" fmla="*/ 16187 w 373912"/>
              <a:gd name="connsiteY38" fmla="*/ 32373 h 372294"/>
              <a:gd name="connsiteX39" fmla="*/ 48560 w 373912"/>
              <a:gd name="connsiteY39" fmla="*/ 32373 h 372294"/>
              <a:gd name="connsiteX40" fmla="*/ 48560 w 373912"/>
              <a:gd name="connsiteY40" fmla="*/ 48560 h 372294"/>
              <a:gd name="connsiteX41" fmla="*/ 64747 w 373912"/>
              <a:gd name="connsiteY41" fmla="*/ 48560 h 372294"/>
              <a:gd name="connsiteX42" fmla="*/ 64747 w 373912"/>
              <a:gd name="connsiteY42" fmla="*/ 0 h 372294"/>
              <a:gd name="connsiteX43" fmla="*/ 48560 w 373912"/>
              <a:gd name="connsiteY43" fmla="*/ 0 h 372294"/>
              <a:gd name="connsiteX44" fmla="*/ 48560 w 373912"/>
              <a:gd name="connsiteY44" fmla="*/ 16187 h 372294"/>
              <a:gd name="connsiteX45" fmla="*/ 16187 w 373912"/>
              <a:gd name="connsiteY45" fmla="*/ 16187 h 372294"/>
              <a:gd name="connsiteX46" fmla="*/ 0 w 373912"/>
              <a:gd name="connsiteY46" fmla="*/ 32373 h 372294"/>
              <a:gd name="connsiteX47" fmla="*/ 0 w 373912"/>
              <a:gd name="connsiteY47" fmla="*/ 153774 h 372294"/>
              <a:gd name="connsiteX48" fmla="*/ 114926 w 373912"/>
              <a:gd name="connsiteY48" fmla="*/ 275174 h 372294"/>
              <a:gd name="connsiteX49" fmla="*/ 145680 w 373912"/>
              <a:gd name="connsiteY49" fmla="*/ 343158 h 372294"/>
              <a:gd name="connsiteX50" fmla="*/ 220139 w 373912"/>
              <a:gd name="connsiteY50" fmla="*/ 372294 h 372294"/>
              <a:gd name="connsiteX51" fmla="*/ 252513 w 373912"/>
              <a:gd name="connsiteY51" fmla="*/ 372294 h 372294"/>
              <a:gd name="connsiteX52" fmla="*/ 357726 w 373912"/>
              <a:gd name="connsiteY52" fmla="*/ 267081 h 372294"/>
              <a:gd name="connsiteX53" fmla="*/ 357726 w 373912"/>
              <a:gd name="connsiteY53" fmla="*/ 160248 h 372294"/>
              <a:gd name="connsiteX54" fmla="*/ 373913 w 373912"/>
              <a:gd name="connsiteY54" fmla="*/ 137587 h 372294"/>
              <a:gd name="connsiteX55" fmla="*/ 348014 w 373912"/>
              <a:gd name="connsiteY55" fmla="*/ 113307 h 372294"/>
              <a:gd name="connsiteX56" fmla="*/ 348014 w 373912"/>
              <a:gd name="connsiteY56" fmla="*/ 113307 h 372294"/>
              <a:gd name="connsiteX57" fmla="*/ 275174 w 373912"/>
              <a:gd name="connsiteY57" fmla="*/ 291361 h 372294"/>
              <a:gd name="connsiteX58" fmla="*/ 161867 w 373912"/>
              <a:gd name="connsiteY58" fmla="*/ 291361 h 372294"/>
              <a:gd name="connsiteX59" fmla="*/ 161867 w 373912"/>
              <a:gd name="connsiteY59" fmla="*/ 169960 h 372294"/>
              <a:gd name="connsiteX60" fmla="*/ 275174 w 373912"/>
              <a:gd name="connsiteY60" fmla="*/ 169960 h 372294"/>
              <a:gd name="connsiteX61" fmla="*/ 275174 w 373912"/>
              <a:gd name="connsiteY61" fmla="*/ 291361 h 372294"/>
              <a:gd name="connsiteX62" fmla="*/ 145680 w 373912"/>
              <a:gd name="connsiteY62" fmla="*/ 153774 h 372294"/>
              <a:gd name="connsiteX63" fmla="*/ 145680 w 373912"/>
              <a:gd name="connsiteY63" fmla="*/ 129494 h 372294"/>
              <a:gd name="connsiteX64" fmla="*/ 178054 w 373912"/>
              <a:gd name="connsiteY64" fmla="*/ 129494 h 372294"/>
              <a:gd name="connsiteX65" fmla="*/ 178054 w 373912"/>
              <a:gd name="connsiteY65" fmla="*/ 145680 h 372294"/>
              <a:gd name="connsiteX66" fmla="*/ 194241 w 373912"/>
              <a:gd name="connsiteY66" fmla="*/ 145680 h 372294"/>
              <a:gd name="connsiteX67" fmla="*/ 194241 w 373912"/>
              <a:gd name="connsiteY67" fmla="*/ 129494 h 372294"/>
              <a:gd name="connsiteX68" fmla="*/ 242801 w 373912"/>
              <a:gd name="connsiteY68" fmla="*/ 129494 h 372294"/>
              <a:gd name="connsiteX69" fmla="*/ 242801 w 373912"/>
              <a:gd name="connsiteY69" fmla="*/ 145680 h 372294"/>
              <a:gd name="connsiteX70" fmla="*/ 258987 w 373912"/>
              <a:gd name="connsiteY70" fmla="*/ 145680 h 372294"/>
              <a:gd name="connsiteX71" fmla="*/ 258987 w 373912"/>
              <a:gd name="connsiteY71" fmla="*/ 129494 h 372294"/>
              <a:gd name="connsiteX72" fmla="*/ 291361 w 373912"/>
              <a:gd name="connsiteY72" fmla="*/ 129494 h 372294"/>
              <a:gd name="connsiteX73" fmla="*/ 291361 w 373912"/>
              <a:gd name="connsiteY73" fmla="*/ 153774 h 372294"/>
              <a:gd name="connsiteX74" fmla="*/ 145680 w 373912"/>
              <a:gd name="connsiteY74" fmla="*/ 153774 h 372294"/>
              <a:gd name="connsiteX75" fmla="*/ 348014 w 373912"/>
              <a:gd name="connsiteY75" fmla="*/ 145680 h 372294"/>
              <a:gd name="connsiteX76" fmla="*/ 339921 w 373912"/>
              <a:gd name="connsiteY76" fmla="*/ 137587 h 372294"/>
              <a:gd name="connsiteX77" fmla="*/ 348014 w 373912"/>
              <a:gd name="connsiteY77" fmla="*/ 129494 h 372294"/>
              <a:gd name="connsiteX78" fmla="*/ 356108 w 373912"/>
              <a:gd name="connsiteY78" fmla="*/ 137587 h 372294"/>
              <a:gd name="connsiteX79" fmla="*/ 348014 w 373912"/>
              <a:gd name="connsiteY79" fmla="*/ 145680 h 372294"/>
              <a:gd name="connsiteX80" fmla="*/ 239563 w 373912"/>
              <a:gd name="connsiteY80" fmla="*/ 224995 h 372294"/>
              <a:gd name="connsiteX81" fmla="*/ 233089 w 373912"/>
              <a:gd name="connsiteY81" fmla="*/ 233089 h 372294"/>
              <a:gd name="connsiteX82" fmla="*/ 226614 w 373912"/>
              <a:gd name="connsiteY82" fmla="*/ 224995 h 372294"/>
              <a:gd name="connsiteX83" fmla="*/ 233089 w 373912"/>
              <a:gd name="connsiteY83" fmla="*/ 212046 h 372294"/>
              <a:gd name="connsiteX84" fmla="*/ 233089 w 373912"/>
              <a:gd name="connsiteY84" fmla="*/ 202334 h 372294"/>
              <a:gd name="connsiteX85" fmla="*/ 216902 w 373912"/>
              <a:gd name="connsiteY85" fmla="*/ 186147 h 372294"/>
              <a:gd name="connsiteX86" fmla="*/ 187766 w 373912"/>
              <a:gd name="connsiteY86" fmla="*/ 186147 h 372294"/>
              <a:gd name="connsiteX87" fmla="*/ 187766 w 373912"/>
              <a:gd name="connsiteY87" fmla="*/ 244419 h 372294"/>
              <a:gd name="connsiteX88" fmla="*/ 203953 w 373912"/>
              <a:gd name="connsiteY88" fmla="*/ 244419 h 372294"/>
              <a:gd name="connsiteX89" fmla="*/ 203953 w 373912"/>
              <a:gd name="connsiteY89" fmla="*/ 226614 h 372294"/>
              <a:gd name="connsiteX90" fmla="*/ 207190 w 373912"/>
              <a:gd name="connsiteY90" fmla="*/ 226614 h 372294"/>
              <a:gd name="connsiteX91" fmla="*/ 221758 w 373912"/>
              <a:gd name="connsiteY91" fmla="*/ 246038 h 372294"/>
              <a:gd name="connsiteX92" fmla="*/ 205571 w 373912"/>
              <a:gd name="connsiteY92" fmla="*/ 267081 h 372294"/>
              <a:gd name="connsiteX93" fmla="*/ 226614 w 373912"/>
              <a:gd name="connsiteY93" fmla="*/ 267081 h 372294"/>
              <a:gd name="connsiteX94" fmla="*/ 234707 w 373912"/>
              <a:gd name="connsiteY94" fmla="*/ 258987 h 372294"/>
              <a:gd name="connsiteX95" fmla="*/ 241182 w 373912"/>
              <a:gd name="connsiteY95" fmla="*/ 267081 h 372294"/>
              <a:gd name="connsiteX96" fmla="*/ 262225 w 373912"/>
              <a:gd name="connsiteY96" fmla="*/ 267081 h 372294"/>
              <a:gd name="connsiteX97" fmla="*/ 244419 w 373912"/>
              <a:gd name="connsiteY97" fmla="*/ 244419 h 372294"/>
              <a:gd name="connsiteX98" fmla="*/ 260606 w 373912"/>
              <a:gd name="connsiteY98" fmla="*/ 223377 h 372294"/>
              <a:gd name="connsiteX99" fmla="*/ 239563 w 373912"/>
              <a:gd name="connsiteY99" fmla="*/ 224995 h 372294"/>
              <a:gd name="connsiteX100" fmla="*/ 239563 w 373912"/>
              <a:gd name="connsiteY100" fmla="*/ 224995 h 372294"/>
              <a:gd name="connsiteX101" fmla="*/ 216902 w 373912"/>
              <a:gd name="connsiteY101" fmla="*/ 210427 h 372294"/>
              <a:gd name="connsiteX102" fmla="*/ 202334 w 373912"/>
              <a:gd name="connsiteY102" fmla="*/ 210427 h 372294"/>
              <a:gd name="connsiteX103" fmla="*/ 202334 w 373912"/>
              <a:gd name="connsiteY103" fmla="*/ 202334 h 372294"/>
              <a:gd name="connsiteX104" fmla="*/ 216902 w 373912"/>
              <a:gd name="connsiteY104" fmla="*/ 202334 h 372294"/>
              <a:gd name="connsiteX105" fmla="*/ 216902 w 373912"/>
              <a:gd name="connsiteY105" fmla="*/ 210427 h 37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73912" h="372294">
                <a:moveTo>
                  <a:pt x="348014" y="113307"/>
                </a:moveTo>
                <a:cubicBezTo>
                  <a:pt x="335065" y="113307"/>
                  <a:pt x="323734" y="124638"/>
                  <a:pt x="323734" y="137587"/>
                </a:cubicBezTo>
                <a:cubicBezTo>
                  <a:pt x="323734" y="147299"/>
                  <a:pt x="330209" y="157011"/>
                  <a:pt x="339921" y="160248"/>
                </a:cubicBezTo>
                <a:lnTo>
                  <a:pt x="339921" y="267081"/>
                </a:lnTo>
                <a:cubicBezTo>
                  <a:pt x="339921" y="315641"/>
                  <a:pt x="299454" y="356108"/>
                  <a:pt x="250894" y="356108"/>
                </a:cubicBezTo>
                <a:lnTo>
                  <a:pt x="218521" y="356108"/>
                </a:lnTo>
                <a:cubicBezTo>
                  <a:pt x="194241" y="356108"/>
                  <a:pt x="173198" y="348014"/>
                  <a:pt x="155392" y="331828"/>
                </a:cubicBezTo>
                <a:cubicBezTo>
                  <a:pt x="140824" y="317260"/>
                  <a:pt x="131112" y="297835"/>
                  <a:pt x="129494" y="275174"/>
                </a:cubicBezTo>
                <a:cubicBezTo>
                  <a:pt x="134350" y="275174"/>
                  <a:pt x="139206" y="273555"/>
                  <a:pt x="144062" y="273555"/>
                </a:cubicBezTo>
                <a:lnTo>
                  <a:pt x="144062" y="291361"/>
                </a:lnTo>
                <a:cubicBezTo>
                  <a:pt x="144062" y="299454"/>
                  <a:pt x="150536" y="307547"/>
                  <a:pt x="160248" y="307547"/>
                </a:cubicBezTo>
                <a:lnTo>
                  <a:pt x="273555" y="307547"/>
                </a:lnTo>
                <a:cubicBezTo>
                  <a:pt x="281649" y="307547"/>
                  <a:pt x="289742" y="299454"/>
                  <a:pt x="289742" y="291361"/>
                </a:cubicBezTo>
                <a:lnTo>
                  <a:pt x="289742" y="169960"/>
                </a:lnTo>
                <a:lnTo>
                  <a:pt x="289742" y="169960"/>
                </a:lnTo>
                <a:cubicBezTo>
                  <a:pt x="297835" y="169960"/>
                  <a:pt x="305929" y="163486"/>
                  <a:pt x="305929" y="153774"/>
                </a:cubicBezTo>
                <a:lnTo>
                  <a:pt x="305929" y="129494"/>
                </a:lnTo>
                <a:cubicBezTo>
                  <a:pt x="305929" y="119782"/>
                  <a:pt x="297835" y="113307"/>
                  <a:pt x="289742" y="113307"/>
                </a:cubicBezTo>
                <a:lnTo>
                  <a:pt x="241182" y="113307"/>
                </a:lnTo>
                <a:lnTo>
                  <a:pt x="241182" y="32373"/>
                </a:lnTo>
                <a:cubicBezTo>
                  <a:pt x="241182" y="24280"/>
                  <a:pt x="234707" y="16187"/>
                  <a:pt x="224995" y="16187"/>
                </a:cubicBezTo>
                <a:lnTo>
                  <a:pt x="192622" y="16187"/>
                </a:lnTo>
                <a:lnTo>
                  <a:pt x="192622" y="0"/>
                </a:lnTo>
                <a:lnTo>
                  <a:pt x="176435" y="0"/>
                </a:lnTo>
                <a:lnTo>
                  <a:pt x="176435" y="48560"/>
                </a:lnTo>
                <a:lnTo>
                  <a:pt x="192622" y="48560"/>
                </a:lnTo>
                <a:lnTo>
                  <a:pt x="192622" y="32373"/>
                </a:lnTo>
                <a:lnTo>
                  <a:pt x="224995" y="32373"/>
                </a:lnTo>
                <a:lnTo>
                  <a:pt x="224995" y="113307"/>
                </a:lnTo>
                <a:lnTo>
                  <a:pt x="144062" y="113307"/>
                </a:lnTo>
                <a:cubicBezTo>
                  <a:pt x="137587" y="113307"/>
                  <a:pt x="129494" y="119782"/>
                  <a:pt x="129494" y="129494"/>
                </a:cubicBezTo>
                <a:lnTo>
                  <a:pt x="129494" y="153774"/>
                </a:lnTo>
                <a:cubicBezTo>
                  <a:pt x="129494" y="163486"/>
                  <a:pt x="135968" y="169960"/>
                  <a:pt x="145680" y="169960"/>
                </a:cubicBezTo>
                <a:lnTo>
                  <a:pt x="145680" y="169960"/>
                </a:lnTo>
                <a:lnTo>
                  <a:pt x="145680" y="255750"/>
                </a:lnTo>
                <a:cubicBezTo>
                  <a:pt x="137587" y="257369"/>
                  <a:pt x="129494" y="258987"/>
                  <a:pt x="121400" y="258987"/>
                </a:cubicBezTo>
                <a:lnTo>
                  <a:pt x="119782" y="258987"/>
                </a:lnTo>
                <a:cubicBezTo>
                  <a:pt x="63128" y="257369"/>
                  <a:pt x="16187" y="210427"/>
                  <a:pt x="16187" y="153774"/>
                </a:cubicBezTo>
                <a:lnTo>
                  <a:pt x="16187" y="32373"/>
                </a:lnTo>
                <a:lnTo>
                  <a:pt x="48560" y="32373"/>
                </a:lnTo>
                <a:lnTo>
                  <a:pt x="48560" y="48560"/>
                </a:lnTo>
                <a:lnTo>
                  <a:pt x="64747" y="48560"/>
                </a:lnTo>
                <a:lnTo>
                  <a:pt x="64747" y="0"/>
                </a:lnTo>
                <a:lnTo>
                  <a:pt x="48560" y="0"/>
                </a:lnTo>
                <a:lnTo>
                  <a:pt x="48560" y="16187"/>
                </a:lnTo>
                <a:lnTo>
                  <a:pt x="16187" y="16187"/>
                </a:lnTo>
                <a:cubicBezTo>
                  <a:pt x="8093" y="16187"/>
                  <a:pt x="0" y="24280"/>
                  <a:pt x="0" y="32373"/>
                </a:cubicBezTo>
                <a:lnTo>
                  <a:pt x="0" y="153774"/>
                </a:lnTo>
                <a:cubicBezTo>
                  <a:pt x="0" y="218521"/>
                  <a:pt x="50179" y="270318"/>
                  <a:pt x="114926" y="275174"/>
                </a:cubicBezTo>
                <a:cubicBezTo>
                  <a:pt x="116544" y="301073"/>
                  <a:pt x="127875" y="325353"/>
                  <a:pt x="145680" y="343158"/>
                </a:cubicBezTo>
                <a:cubicBezTo>
                  <a:pt x="165104" y="362582"/>
                  <a:pt x="191003" y="372294"/>
                  <a:pt x="220139" y="372294"/>
                </a:cubicBezTo>
                <a:lnTo>
                  <a:pt x="252513" y="372294"/>
                </a:lnTo>
                <a:cubicBezTo>
                  <a:pt x="310785" y="372294"/>
                  <a:pt x="357726" y="325353"/>
                  <a:pt x="357726" y="267081"/>
                </a:cubicBezTo>
                <a:lnTo>
                  <a:pt x="357726" y="160248"/>
                </a:lnTo>
                <a:cubicBezTo>
                  <a:pt x="367438" y="157011"/>
                  <a:pt x="373913" y="147299"/>
                  <a:pt x="373913" y="137587"/>
                </a:cubicBezTo>
                <a:cubicBezTo>
                  <a:pt x="372294" y="124638"/>
                  <a:pt x="360964" y="113307"/>
                  <a:pt x="348014" y="113307"/>
                </a:cubicBezTo>
                <a:lnTo>
                  <a:pt x="348014" y="113307"/>
                </a:lnTo>
                <a:close/>
                <a:moveTo>
                  <a:pt x="275174" y="291361"/>
                </a:moveTo>
                <a:lnTo>
                  <a:pt x="161867" y="291361"/>
                </a:lnTo>
                <a:lnTo>
                  <a:pt x="161867" y="169960"/>
                </a:lnTo>
                <a:lnTo>
                  <a:pt x="275174" y="169960"/>
                </a:lnTo>
                <a:lnTo>
                  <a:pt x="275174" y="291361"/>
                </a:lnTo>
                <a:close/>
                <a:moveTo>
                  <a:pt x="145680" y="153774"/>
                </a:moveTo>
                <a:lnTo>
                  <a:pt x="145680" y="129494"/>
                </a:lnTo>
                <a:lnTo>
                  <a:pt x="178054" y="129494"/>
                </a:lnTo>
                <a:lnTo>
                  <a:pt x="178054" y="145680"/>
                </a:lnTo>
                <a:lnTo>
                  <a:pt x="194241" y="145680"/>
                </a:lnTo>
                <a:lnTo>
                  <a:pt x="194241" y="129494"/>
                </a:lnTo>
                <a:lnTo>
                  <a:pt x="242801" y="129494"/>
                </a:lnTo>
                <a:lnTo>
                  <a:pt x="242801" y="145680"/>
                </a:lnTo>
                <a:lnTo>
                  <a:pt x="258987" y="145680"/>
                </a:lnTo>
                <a:lnTo>
                  <a:pt x="258987" y="129494"/>
                </a:lnTo>
                <a:lnTo>
                  <a:pt x="291361" y="129494"/>
                </a:lnTo>
                <a:lnTo>
                  <a:pt x="291361" y="153774"/>
                </a:lnTo>
                <a:lnTo>
                  <a:pt x="145680" y="153774"/>
                </a:lnTo>
                <a:close/>
                <a:moveTo>
                  <a:pt x="348014" y="145680"/>
                </a:moveTo>
                <a:cubicBezTo>
                  <a:pt x="344777" y="145680"/>
                  <a:pt x="339921" y="142443"/>
                  <a:pt x="339921" y="137587"/>
                </a:cubicBezTo>
                <a:cubicBezTo>
                  <a:pt x="339921" y="132731"/>
                  <a:pt x="343158" y="129494"/>
                  <a:pt x="348014" y="129494"/>
                </a:cubicBezTo>
                <a:cubicBezTo>
                  <a:pt x="352870" y="129494"/>
                  <a:pt x="356108" y="132731"/>
                  <a:pt x="356108" y="137587"/>
                </a:cubicBezTo>
                <a:cubicBezTo>
                  <a:pt x="356108" y="142443"/>
                  <a:pt x="352870" y="145680"/>
                  <a:pt x="348014" y="145680"/>
                </a:cubicBezTo>
                <a:close/>
                <a:moveTo>
                  <a:pt x="239563" y="224995"/>
                </a:moveTo>
                <a:lnTo>
                  <a:pt x="233089" y="233089"/>
                </a:lnTo>
                <a:lnTo>
                  <a:pt x="226614" y="224995"/>
                </a:lnTo>
                <a:cubicBezTo>
                  <a:pt x="229851" y="223377"/>
                  <a:pt x="233089" y="218521"/>
                  <a:pt x="233089" y="212046"/>
                </a:cubicBezTo>
                <a:lnTo>
                  <a:pt x="233089" y="202334"/>
                </a:lnTo>
                <a:cubicBezTo>
                  <a:pt x="233089" y="192622"/>
                  <a:pt x="226614" y="186147"/>
                  <a:pt x="216902" y="186147"/>
                </a:cubicBezTo>
                <a:lnTo>
                  <a:pt x="187766" y="186147"/>
                </a:lnTo>
                <a:lnTo>
                  <a:pt x="187766" y="244419"/>
                </a:lnTo>
                <a:lnTo>
                  <a:pt x="203953" y="244419"/>
                </a:lnTo>
                <a:lnTo>
                  <a:pt x="203953" y="226614"/>
                </a:lnTo>
                <a:lnTo>
                  <a:pt x="207190" y="226614"/>
                </a:lnTo>
                <a:lnTo>
                  <a:pt x="221758" y="246038"/>
                </a:lnTo>
                <a:lnTo>
                  <a:pt x="205571" y="267081"/>
                </a:lnTo>
                <a:lnTo>
                  <a:pt x="226614" y="267081"/>
                </a:lnTo>
                <a:lnTo>
                  <a:pt x="234707" y="258987"/>
                </a:lnTo>
                <a:lnTo>
                  <a:pt x="241182" y="267081"/>
                </a:lnTo>
                <a:lnTo>
                  <a:pt x="262225" y="267081"/>
                </a:lnTo>
                <a:lnTo>
                  <a:pt x="244419" y="244419"/>
                </a:lnTo>
                <a:lnTo>
                  <a:pt x="260606" y="223377"/>
                </a:lnTo>
                <a:lnTo>
                  <a:pt x="239563" y="224995"/>
                </a:lnTo>
                <a:lnTo>
                  <a:pt x="239563" y="224995"/>
                </a:lnTo>
                <a:close/>
                <a:moveTo>
                  <a:pt x="216902" y="210427"/>
                </a:moveTo>
                <a:lnTo>
                  <a:pt x="202334" y="210427"/>
                </a:lnTo>
                <a:lnTo>
                  <a:pt x="202334" y="202334"/>
                </a:lnTo>
                <a:lnTo>
                  <a:pt x="216902" y="202334"/>
                </a:lnTo>
                <a:lnTo>
                  <a:pt x="216902" y="210427"/>
                </a:lnTo>
                <a:close/>
              </a:path>
            </a:pathLst>
          </a:custGeom>
          <a:solidFill>
            <a:srgbClr val="0B315E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3" name="Graphic 14" descr="Dental, vision and hearing benefit&#10;icon.">
            <a:extLst>
              <a:ext uri="{FF2B5EF4-FFF2-40B4-BE49-F238E27FC236}">
                <a16:creationId xmlns:a16="http://schemas.microsoft.com/office/drawing/2014/main" id="{FCF7ECE6-6788-465F-8CBD-A65D5B8C772B}"/>
              </a:ext>
            </a:extLst>
          </p:cNvPr>
          <p:cNvSpPr/>
          <p:nvPr/>
        </p:nvSpPr>
        <p:spPr>
          <a:xfrm>
            <a:off x="7116957" y="2297584"/>
            <a:ext cx="392500" cy="383670"/>
          </a:xfrm>
          <a:custGeom>
            <a:avLst/>
            <a:gdLst>
              <a:gd name="connsiteX0" fmla="*/ 539985 w 553600"/>
              <a:gd name="connsiteY0" fmla="*/ 15243 h 541145"/>
              <a:gd name="connsiteX1" fmla="*/ 503212 w 553600"/>
              <a:gd name="connsiteY1" fmla="*/ 2805 h 541145"/>
              <a:gd name="connsiteX2" fmla="*/ 426152 w 553600"/>
              <a:gd name="connsiteY2" fmla="*/ 1183 h 541145"/>
              <a:gd name="connsiteX3" fmla="*/ 324757 w 553600"/>
              <a:gd name="connsiteY3" fmla="*/ 27681 h 541145"/>
              <a:gd name="connsiteX4" fmla="*/ 244722 w 553600"/>
              <a:gd name="connsiteY4" fmla="*/ 29033 h 541145"/>
              <a:gd name="connsiteX5" fmla="*/ 141164 w 553600"/>
              <a:gd name="connsiteY5" fmla="*/ 913 h 541145"/>
              <a:gd name="connsiteX6" fmla="*/ 64104 w 553600"/>
              <a:gd name="connsiteY6" fmla="*/ 2535 h 541145"/>
              <a:gd name="connsiteX7" fmla="*/ 27331 w 553600"/>
              <a:gd name="connsiteY7" fmla="*/ 14973 h 541145"/>
              <a:gd name="connsiteX8" fmla="*/ 16786 w 553600"/>
              <a:gd name="connsiteY8" fmla="*/ 72024 h 541145"/>
              <a:gd name="connsiteX9" fmla="*/ 44095 w 553600"/>
              <a:gd name="connsiteY9" fmla="*/ 120694 h 541145"/>
              <a:gd name="connsiteX10" fmla="*/ 82220 w 553600"/>
              <a:gd name="connsiteY10" fmla="*/ 146921 h 541145"/>
              <a:gd name="connsiteX11" fmla="*/ 133053 w 553600"/>
              <a:gd name="connsiteY11" fmla="*/ 155844 h 541145"/>
              <a:gd name="connsiteX12" fmla="*/ 223362 w 553600"/>
              <a:gd name="connsiteY12" fmla="*/ 130428 h 541145"/>
              <a:gd name="connsiteX13" fmla="*/ 263379 w 553600"/>
              <a:gd name="connsiteY13" fmla="*/ 70132 h 541145"/>
              <a:gd name="connsiteX14" fmla="*/ 262027 w 553600"/>
              <a:gd name="connsiteY14" fmla="*/ 55801 h 541145"/>
              <a:gd name="connsiteX15" fmla="*/ 262027 w 553600"/>
              <a:gd name="connsiteY15" fmla="*/ 55801 h 541145"/>
              <a:gd name="connsiteX16" fmla="*/ 260134 w 553600"/>
              <a:gd name="connsiteY16" fmla="*/ 51475 h 541145"/>
              <a:gd name="connsiteX17" fmla="*/ 307182 w 553600"/>
              <a:gd name="connsiteY17" fmla="*/ 49853 h 541145"/>
              <a:gd name="connsiteX18" fmla="*/ 304478 w 553600"/>
              <a:gd name="connsiteY18" fmla="*/ 55801 h 541145"/>
              <a:gd name="connsiteX19" fmla="*/ 303126 w 553600"/>
              <a:gd name="connsiteY19" fmla="*/ 70132 h 541145"/>
              <a:gd name="connsiteX20" fmla="*/ 343143 w 553600"/>
              <a:gd name="connsiteY20" fmla="*/ 130428 h 541145"/>
              <a:gd name="connsiteX21" fmla="*/ 433452 w 553600"/>
              <a:gd name="connsiteY21" fmla="*/ 155844 h 541145"/>
              <a:gd name="connsiteX22" fmla="*/ 484285 w 553600"/>
              <a:gd name="connsiteY22" fmla="*/ 146921 h 541145"/>
              <a:gd name="connsiteX23" fmla="*/ 522409 w 553600"/>
              <a:gd name="connsiteY23" fmla="*/ 120694 h 541145"/>
              <a:gd name="connsiteX24" fmla="*/ 549719 w 553600"/>
              <a:gd name="connsiteY24" fmla="*/ 72024 h 541145"/>
              <a:gd name="connsiteX25" fmla="*/ 539174 w 553600"/>
              <a:gd name="connsiteY25" fmla="*/ 14973 h 541145"/>
              <a:gd name="connsiteX26" fmla="*/ 209302 w 553600"/>
              <a:gd name="connsiteY26" fmla="*/ 107715 h 541145"/>
              <a:gd name="connsiteX27" fmla="*/ 92765 w 553600"/>
              <a:gd name="connsiteY27" fmla="*/ 121775 h 541145"/>
              <a:gd name="connsiteX28" fmla="*/ 64104 w 553600"/>
              <a:gd name="connsiteY28" fmla="*/ 102037 h 541145"/>
              <a:gd name="connsiteX29" fmla="*/ 43284 w 553600"/>
              <a:gd name="connsiteY29" fmla="*/ 64724 h 541145"/>
              <a:gd name="connsiteX30" fmla="*/ 45718 w 553600"/>
              <a:gd name="connsiteY30" fmla="*/ 35252 h 541145"/>
              <a:gd name="connsiteX31" fmla="*/ 66808 w 553600"/>
              <a:gd name="connsiteY31" fmla="*/ 29574 h 541145"/>
              <a:gd name="connsiteX32" fmla="*/ 116018 w 553600"/>
              <a:gd name="connsiteY32" fmla="*/ 27410 h 541145"/>
              <a:gd name="connsiteX33" fmla="*/ 139542 w 553600"/>
              <a:gd name="connsiteY33" fmla="*/ 28222 h 541145"/>
              <a:gd name="connsiteX34" fmla="*/ 236340 w 553600"/>
              <a:gd name="connsiteY34" fmla="*/ 62561 h 541145"/>
              <a:gd name="connsiteX35" fmla="*/ 236881 w 553600"/>
              <a:gd name="connsiteY35" fmla="*/ 69050 h 541145"/>
              <a:gd name="connsiteX36" fmla="*/ 209031 w 553600"/>
              <a:gd name="connsiteY36" fmla="*/ 107715 h 541145"/>
              <a:gd name="connsiteX37" fmla="*/ 524573 w 553600"/>
              <a:gd name="connsiteY37" fmla="*/ 64724 h 541145"/>
              <a:gd name="connsiteX38" fmla="*/ 503753 w 553600"/>
              <a:gd name="connsiteY38" fmla="*/ 102037 h 541145"/>
              <a:gd name="connsiteX39" fmla="*/ 475092 w 553600"/>
              <a:gd name="connsiteY39" fmla="*/ 121775 h 541145"/>
              <a:gd name="connsiteX40" fmla="*/ 358555 w 553600"/>
              <a:gd name="connsiteY40" fmla="*/ 107715 h 541145"/>
              <a:gd name="connsiteX41" fmla="*/ 330705 w 553600"/>
              <a:gd name="connsiteY41" fmla="*/ 69050 h 541145"/>
              <a:gd name="connsiteX42" fmla="*/ 331246 w 553600"/>
              <a:gd name="connsiteY42" fmla="*/ 62561 h 541145"/>
              <a:gd name="connsiteX43" fmla="*/ 331246 w 553600"/>
              <a:gd name="connsiteY43" fmla="*/ 62561 h 541145"/>
              <a:gd name="connsiteX44" fmla="*/ 428045 w 553600"/>
              <a:gd name="connsiteY44" fmla="*/ 28222 h 541145"/>
              <a:gd name="connsiteX45" fmla="*/ 451839 w 553600"/>
              <a:gd name="connsiteY45" fmla="*/ 27410 h 541145"/>
              <a:gd name="connsiteX46" fmla="*/ 500779 w 553600"/>
              <a:gd name="connsiteY46" fmla="*/ 29574 h 541145"/>
              <a:gd name="connsiteX47" fmla="*/ 521869 w 553600"/>
              <a:gd name="connsiteY47" fmla="*/ 35252 h 541145"/>
              <a:gd name="connsiteX48" fmla="*/ 524302 w 553600"/>
              <a:gd name="connsiteY48" fmla="*/ 64453 h 541145"/>
              <a:gd name="connsiteX49" fmla="*/ 194160 w 553600"/>
              <a:gd name="connsiteY49" fmla="*/ 259132 h 541145"/>
              <a:gd name="connsiteX50" fmla="*/ 213358 w 553600"/>
              <a:gd name="connsiteY50" fmla="*/ 278059 h 541145"/>
              <a:gd name="connsiteX51" fmla="*/ 142516 w 553600"/>
              <a:gd name="connsiteY51" fmla="*/ 308072 h 541145"/>
              <a:gd name="connsiteX52" fmla="*/ 71675 w 553600"/>
              <a:gd name="connsiteY52" fmla="*/ 278059 h 541145"/>
              <a:gd name="connsiteX53" fmla="*/ 90872 w 553600"/>
              <a:gd name="connsiteY53" fmla="*/ 259132 h 541145"/>
              <a:gd name="connsiteX54" fmla="*/ 194160 w 553600"/>
              <a:gd name="connsiteY54" fmla="*/ 259132 h 541145"/>
              <a:gd name="connsiteX55" fmla="*/ 219036 w 553600"/>
              <a:gd name="connsiteY55" fmla="*/ 216681 h 541145"/>
              <a:gd name="connsiteX56" fmla="*/ 174151 w 553600"/>
              <a:gd name="connsiteY56" fmla="*/ 223711 h 541145"/>
              <a:gd name="connsiteX57" fmla="*/ 142787 w 553600"/>
              <a:gd name="connsiteY57" fmla="*/ 229119 h 541145"/>
              <a:gd name="connsiteX58" fmla="*/ 110611 w 553600"/>
              <a:gd name="connsiteY58" fmla="*/ 223711 h 541145"/>
              <a:gd name="connsiteX59" fmla="*/ 65726 w 553600"/>
              <a:gd name="connsiteY59" fmla="*/ 216681 h 541145"/>
              <a:gd name="connsiteX60" fmla="*/ 13271 w 553600"/>
              <a:gd name="connsiteY60" fmla="*/ 250479 h 541145"/>
              <a:gd name="connsiteX61" fmla="*/ 22 w 553600"/>
              <a:gd name="connsiteY61" fmla="*/ 297256 h 541145"/>
              <a:gd name="connsiteX62" fmla="*/ 7052 w 553600"/>
              <a:gd name="connsiteY62" fmla="*/ 344844 h 541145"/>
              <a:gd name="connsiteX63" fmla="*/ 31117 w 553600"/>
              <a:gd name="connsiteY63" fmla="*/ 392162 h 541145"/>
              <a:gd name="connsiteX64" fmla="*/ 37606 w 553600"/>
              <a:gd name="connsiteY64" fmla="*/ 412171 h 541145"/>
              <a:gd name="connsiteX65" fmla="*/ 50314 w 553600"/>
              <a:gd name="connsiteY65" fmla="*/ 513566 h 541145"/>
              <a:gd name="connsiteX66" fmla="*/ 81138 w 553600"/>
              <a:gd name="connsiteY66" fmla="*/ 541145 h 541145"/>
              <a:gd name="connsiteX67" fmla="*/ 112774 w 553600"/>
              <a:gd name="connsiteY67" fmla="*/ 510862 h 541145"/>
              <a:gd name="connsiteX68" fmla="*/ 116559 w 553600"/>
              <a:gd name="connsiteY68" fmla="*/ 490312 h 541145"/>
              <a:gd name="connsiteX69" fmla="*/ 142516 w 553600"/>
              <a:gd name="connsiteY69" fmla="*/ 424608 h 541145"/>
              <a:gd name="connsiteX70" fmla="*/ 168473 w 553600"/>
              <a:gd name="connsiteY70" fmla="*/ 490312 h 541145"/>
              <a:gd name="connsiteX71" fmla="*/ 172259 w 553600"/>
              <a:gd name="connsiteY71" fmla="*/ 510862 h 541145"/>
              <a:gd name="connsiteX72" fmla="*/ 203894 w 553600"/>
              <a:gd name="connsiteY72" fmla="*/ 541145 h 541145"/>
              <a:gd name="connsiteX73" fmla="*/ 234988 w 553600"/>
              <a:gd name="connsiteY73" fmla="*/ 513025 h 541145"/>
              <a:gd name="connsiteX74" fmla="*/ 247426 w 553600"/>
              <a:gd name="connsiteY74" fmla="*/ 412171 h 541145"/>
              <a:gd name="connsiteX75" fmla="*/ 253916 w 553600"/>
              <a:gd name="connsiteY75" fmla="*/ 392162 h 541145"/>
              <a:gd name="connsiteX76" fmla="*/ 277980 w 553600"/>
              <a:gd name="connsiteY76" fmla="*/ 344844 h 541145"/>
              <a:gd name="connsiteX77" fmla="*/ 285010 w 553600"/>
              <a:gd name="connsiteY77" fmla="*/ 297256 h 541145"/>
              <a:gd name="connsiteX78" fmla="*/ 271761 w 553600"/>
              <a:gd name="connsiteY78" fmla="*/ 250479 h 541145"/>
              <a:gd name="connsiteX79" fmla="*/ 219306 w 553600"/>
              <a:gd name="connsiteY79" fmla="*/ 216681 h 541145"/>
              <a:gd name="connsiteX80" fmla="*/ 251752 w 553600"/>
              <a:gd name="connsiteY80" fmla="*/ 337274 h 541145"/>
              <a:gd name="connsiteX81" fmla="*/ 230933 w 553600"/>
              <a:gd name="connsiteY81" fmla="*/ 377020 h 541145"/>
              <a:gd name="connsiteX82" fmla="*/ 220117 w 553600"/>
              <a:gd name="connsiteY82" fmla="*/ 410819 h 541145"/>
              <a:gd name="connsiteX83" fmla="*/ 209302 w 553600"/>
              <a:gd name="connsiteY83" fmla="*/ 503561 h 541145"/>
              <a:gd name="connsiteX84" fmla="*/ 203624 w 553600"/>
              <a:gd name="connsiteY84" fmla="*/ 513836 h 541145"/>
              <a:gd name="connsiteX85" fmla="*/ 198486 w 553600"/>
              <a:gd name="connsiteY85" fmla="*/ 505454 h 541145"/>
              <a:gd name="connsiteX86" fmla="*/ 194701 w 553600"/>
              <a:gd name="connsiteY86" fmla="*/ 485445 h 541145"/>
              <a:gd name="connsiteX87" fmla="*/ 142246 w 553600"/>
              <a:gd name="connsiteY87" fmla="*/ 397570 h 541145"/>
              <a:gd name="connsiteX88" fmla="*/ 89791 w 553600"/>
              <a:gd name="connsiteY88" fmla="*/ 485445 h 541145"/>
              <a:gd name="connsiteX89" fmla="*/ 86005 w 553600"/>
              <a:gd name="connsiteY89" fmla="*/ 505454 h 541145"/>
              <a:gd name="connsiteX90" fmla="*/ 80598 w 553600"/>
              <a:gd name="connsiteY90" fmla="*/ 513836 h 541145"/>
              <a:gd name="connsiteX91" fmla="*/ 75190 w 553600"/>
              <a:gd name="connsiteY91" fmla="*/ 503021 h 541145"/>
              <a:gd name="connsiteX92" fmla="*/ 64645 w 553600"/>
              <a:gd name="connsiteY92" fmla="*/ 410819 h 541145"/>
              <a:gd name="connsiteX93" fmla="*/ 53829 w 553600"/>
              <a:gd name="connsiteY93" fmla="*/ 377020 h 541145"/>
              <a:gd name="connsiteX94" fmla="*/ 33010 w 553600"/>
              <a:gd name="connsiteY94" fmla="*/ 337274 h 541145"/>
              <a:gd name="connsiteX95" fmla="*/ 27061 w 553600"/>
              <a:gd name="connsiteY95" fmla="*/ 297797 h 541145"/>
              <a:gd name="connsiteX96" fmla="*/ 35984 w 553600"/>
              <a:gd name="connsiteY96" fmla="*/ 265080 h 541145"/>
              <a:gd name="connsiteX97" fmla="*/ 67619 w 553600"/>
              <a:gd name="connsiteY97" fmla="*/ 243720 h 541145"/>
              <a:gd name="connsiteX98" fmla="*/ 100606 w 553600"/>
              <a:gd name="connsiteY98" fmla="*/ 248857 h 541145"/>
              <a:gd name="connsiteX99" fmla="*/ 142787 w 553600"/>
              <a:gd name="connsiteY99" fmla="*/ 256428 h 541145"/>
              <a:gd name="connsiteX100" fmla="*/ 184156 w 553600"/>
              <a:gd name="connsiteY100" fmla="*/ 248857 h 541145"/>
              <a:gd name="connsiteX101" fmla="*/ 217143 w 553600"/>
              <a:gd name="connsiteY101" fmla="*/ 243720 h 541145"/>
              <a:gd name="connsiteX102" fmla="*/ 248778 w 553600"/>
              <a:gd name="connsiteY102" fmla="*/ 265080 h 541145"/>
              <a:gd name="connsiteX103" fmla="*/ 257701 w 553600"/>
              <a:gd name="connsiteY103" fmla="*/ 297797 h 541145"/>
              <a:gd name="connsiteX104" fmla="*/ 251752 w 553600"/>
              <a:gd name="connsiteY104" fmla="*/ 337274 h 541145"/>
              <a:gd name="connsiteX105" fmla="*/ 532955 w 553600"/>
              <a:gd name="connsiteY105" fmla="*/ 315913 h 541145"/>
              <a:gd name="connsiteX106" fmla="*/ 464817 w 553600"/>
              <a:gd name="connsiteY106" fmla="*/ 485716 h 541145"/>
              <a:gd name="connsiteX107" fmla="*/ 395057 w 553600"/>
              <a:gd name="connsiteY107" fmla="*/ 536549 h 541145"/>
              <a:gd name="connsiteX108" fmla="*/ 339087 w 553600"/>
              <a:gd name="connsiteY108" fmla="*/ 477875 h 541145"/>
              <a:gd name="connsiteX109" fmla="*/ 366126 w 553600"/>
              <a:gd name="connsiteY109" fmla="*/ 477875 h 541145"/>
              <a:gd name="connsiteX110" fmla="*/ 395057 w 553600"/>
              <a:gd name="connsiteY110" fmla="*/ 509510 h 541145"/>
              <a:gd name="connsiteX111" fmla="*/ 443186 w 553600"/>
              <a:gd name="connsiteY111" fmla="*/ 469763 h 541145"/>
              <a:gd name="connsiteX112" fmla="*/ 506186 w 553600"/>
              <a:gd name="connsiteY112" fmla="*/ 316183 h 541145"/>
              <a:gd name="connsiteX113" fmla="*/ 436156 w 553600"/>
              <a:gd name="connsiteY113" fmla="*/ 239123 h 541145"/>
              <a:gd name="connsiteX114" fmla="*/ 366126 w 553600"/>
              <a:gd name="connsiteY114" fmla="*/ 316183 h 541145"/>
              <a:gd name="connsiteX115" fmla="*/ 339087 w 553600"/>
              <a:gd name="connsiteY115" fmla="*/ 316183 h 541145"/>
              <a:gd name="connsiteX116" fmla="*/ 436156 w 553600"/>
              <a:gd name="connsiteY116" fmla="*/ 212085 h 541145"/>
              <a:gd name="connsiteX117" fmla="*/ 533225 w 553600"/>
              <a:gd name="connsiteY117" fmla="*/ 316183 h 541145"/>
              <a:gd name="connsiteX118" fmla="*/ 401817 w 553600"/>
              <a:gd name="connsiteY118" fmla="*/ 315913 h 541145"/>
              <a:gd name="connsiteX119" fmla="*/ 401817 w 553600"/>
              <a:gd name="connsiteY119" fmla="*/ 369720 h 541145"/>
              <a:gd name="connsiteX120" fmla="*/ 425611 w 553600"/>
              <a:gd name="connsiteY120" fmla="*/ 406493 h 541145"/>
              <a:gd name="connsiteX121" fmla="*/ 388298 w 553600"/>
              <a:gd name="connsiteY121" fmla="*/ 445969 h 541145"/>
              <a:gd name="connsiteX122" fmla="*/ 388298 w 553600"/>
              <a:gd name="connsiteY122" fmla="*/ 418930 h 541145"/>
              <a:gd name="connsiteX123" fmla="*/ 398572 w 553600"/>
              <a:gd name="connsiteY123" fmla="*/ 406493 h 541145"/>
              <a:gd name="connsiteX124" fmla="*/ 389920 w 553600"/>
              <a:gd name="connsiteY124" fmla="*/ 394325 h 541145"/>
              <a:gd name="connsiteX125" fmla="*/ 374508 w 553600"/>
              <a:gd name="connsiteY125" fmla="*/ 374857 h 541145"/>
              <a:gd name="connsiteX126" fmla="*/ 374508 w 553600"/>
              <a:gd name="connsiteY126" fmla="*/ 315913 h 541145"/>
              <a:gd name="connsiteX127" fmla="*/ 435615 w 553600"/>
              <a:gd name="connsiteY127" fmla="*/ 250479 h 541145"/>
              <a:gd name="connsiteX128" fmla="*/ 478066 w 553600"/>
              <a:gd name="connsiteY128" fmla="*/ 266432 h 541145"/>
              <a:gd name="connsiteX129" fmla="*/ 496993 w 553600"/>
              <a:gd name="connsiteY129" fmla="*/ 322402 h 541145"/>
              <a:gd name="connsiteX130" fmla="*/ 469954 w 553600"/>
              <a:gd name="connsiteY130" fmla="*/ 322402 h 541145"/>
              <a:gd name="connsiteX131" fmla="*/ 459139 w 553600"/>
              <a:gd name="connsiteY131" fmla="*/ 285630 h 541145"/>
              <a:gd name="connsiteX132" fmla="*/ 435886 w 553600"/>
              <a:gd name="connsiteY132" fmla="*/ 277518 h 541145"/>
              <a:gd name="connsiteX133" fmla="*/ 401817 w 553600"/>
              <a:gd name="connsiteY133" fmla="*/ 315913 h 54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553600" h="541145">
                <a:moveTo>
                  <a:pt x="539985" y="15243"/>
                </a:moveTo>
                <a:cubicBezTo>
                  <a:pt x="529710" y="6320"/>
                  <a:pt x="515650" y="3887"/>
                  <a:pt x="503212" y="2805"/>
                </a:cubicBezTo>
                <a:cubicBezTo>
                  <a:pt x="472929" y="101"/>
                  <a:pt x="448053" y="-439"/>
                  <a:pt x="426152" y="1183"/>
                </a:cubicBezTo>
                <a:cubicBezTo>
                  <a:pt x="389650" y="3887"/>
                  <a:pt x="349092" y="9565"/>
                  <a:pt x="324757" y="27681"/>
                </a:cubicBezTo>
                <a:cubicBezTo>
                  <a:pt x="286632" y="11187"/>
                  <a:pt x="257701" y="22003"/>
                  <a:pt x="244722" y="29033"/>
                </a:cubicBezTo>
                <a:cubicBezTo>
                  <a:pt x="220928" y="9565"/>
                  <a:pt x="178748" y="3616"/>
                  <a:pt x="141164" y="913"/>
                </a:cubicBezTo>
                <a:cubicBezTo>
                  <a:pt x="119533" y="-710"/>
                  <a:pt x="94387" y="-169"/>
                  <a:pt x="64104" y="2535"/>
                </a:cubicBezTo>
                <a:cubicBezTo>
                  <a:pt x="51666" y="3616"/>
                  <a:pt x="37606" y="6050"/>
                  <a:pt x="27331" y="14973"/>
                </a:cubicBezTo>
                <a:cubicBezTo>
                  <a:pt x="5971" y="33900"/>
                  <a:pt x="13812" y="61479"/>
                  <a:pt x="16786" y="72024"/>
                </a:cubicBezTo>
                <a:cubicBezTo>
                  <a:pt x="21924" y="90681"/>
                  <a:pt x="31117" y="106904"/>
                  <a:pt x="44095" y="120694"/>
                </a:cubicBezTo>
                <a:cubicBezTo>
                  <a:pt x="54911" y="132320"/>
                  <a:pt x="67889" y="140973"/>
                  <a:pt x="82220" y="146921"/>
                </a:cubicBezTo>
                <a:cubicBezTo>
                  <a:pt x="97362" y="153140"/>
                  <a:pt x="114937" y="155844"/>
                  <a:pt x="133053" y="155844"/>
                </a:cubicBezTo>
                <a:cubicBezTo>
                  <a:pt x="164418" y="155844"/>
                  <a:pt x="197675" y="146921"/>
                  <a:pt x="223362" y="130428"/>
                </a:cubicBezTo>
                <a:cubicBezTo>
                  <a:pt x="248237" y="114475"/>
                  <a:pt x="262568" y="93114"/>
                  <a:pt x="263379" y="70132"/>
                </a:cubicBezTo>
                <a:cubicBezTo>
                  <a:pt x="263379" y="65265"/>
                  <a:pt x="263379" y="60398"/>
                  <a:pt x="262027" y="55801"/>
                </a:cubicBezTo>
                <a:lnTo>
                  <a:pt x="262027" y="55801"/>
                </a:lnTo>
                <a:cubicBezTo>
                  <a:pt x="261486" y="54179"/>
                  <a:pt x="260675" y="52827"/>
                  <a:pt x="260134" y="51475"/>
                </a:cubicBezTo>
                <a:cubicBezTo>
                  <a:pt x="268516" y="47419"/>
                  <a:pt x="284740" y="42552"/>
                  <a:pt x="307182" y="49853"/>
                </a:cubicBezTo>
                <a:cubicBezTo>
                  <a:pt x="306371" y="51745"/>
                  <a:pt x="305019" y="53638"/>
                  <a:pt x="304478" y="55801"/>
                </a:cubicBezTo>
                <a:cubicBezTo>
                  <a:pt x="303396" y="60398"/>
                  <a:pt x="302856" y="64994"/>
                  <a:pt x="303126" y="70132"/>
                </a:cubicBezTo>
                <a:cubicBezTo>
                  <a:pt x="304207" y="93114"/>
                  <a:pt x="318268" y="114475"/>
                  <a:pt x="343143" y="130428"/>
                </a:cubicBezTo>
                <a:cubicBezTo>
                  <a:pt x="368830" y="146921"/>
                  <a:pt x="402087" y="155844"/>
                  <a:pt x="433452" y="155844"/>
                </a:cubicBezTo>
                <a:cubicBezTo>
                  <a:pt x="451568" y="155844"/>
                  <a:pt x="469143" y="152870"/>
                  <a:pt x="484285" y="146921"/>
                </a:cubicBezTo>
                <a:cubicBezTo>
                  <a:pt x="498615" y="140973"/>
                  <a:pt x="511594" y="132320"/>
                  <a:pt x="522409" y="120694"/>
                </a:cubicBezTo>
                <a:cubicBezTo>
                  <a:pt x="535388" y="107175"/>
                  <a:pt x="544581" y="90681"/>
                  <a:pt x="549719" y="72024"/>
                </a:cubicBezTo>
                <a:cubicBezTo>
                  <a:pt x="552693" y="61479"/>
                  <a:pt x="560534" y="33900"/>
                  <a:pt x="539174" y="14973"/>
                </a:cubicBezTo>
                <a:close/>
                <a:moveTo>
                  <a:pt x="209302" y="107715"/>
                </a:moveTo>
                <a:cubicBezTo>
                  <a:pt x="176044" y="129076"/>
                  <a:pt x="126023" y="135024"/>
                  <a:pt x="92765" y="121775"/>
                </a:cubicBezTo>
                <a:cubicBezTo>
                  <a:pt x="81950" y="117449"/>
                  <a:pt x="72486" y="110960"/>
                  <a:pt x="64104" y="102037"/>
                </a:cubicBezTo>
                <a:cubicBezTo>
                  <a:pt x="54370" y="91492"/>
                  <a:pt x="47340" y="79054"/>
                  <a:pt x="43284" y="64724"/>
                </a:cubicBezTo>
                <a:cubicBezTo>
                  <a:pt x="38958" y="49312"/>
                  <a:pt x="39499" y="40659"/>
                  <a:pt x="45718" y="35252"/>
                </a:cubicBezTo>
                <a:cubicBezTo>
                  <a:pt x="50585" y="30925"/>
                  <a:pt x="62752" y="29844"/>
                  <a:pt x="66808" y="29574"/>
                </a:cubicBezTo>
                <a:cubicBezTo>
                  <a:pt x="84924" y="27951"/>
                  <a:pt x="101147" y="27410"/>
                  <a:pt x="116018" y="27410"/>
                </a:cubicBezTo>
                <a:cubicBezTo>
                  <a:pt x="124400" y="27410"/>
                  <a:pt x="132242" y="27410"/>
                  <a:pt x="139542" y="28222"/>
                </a:cubicBezTo>
                <a:cubicBezTo>
                  <a:pt x="161714" y="29844"/>
                  <a:pt x="229310" y="34711"/>
                  <a:pt x="236340" y="62561"/>
                </a:cubicBezTo>
                <a:cubicBezTo>
                  <a:pt x="236881" y="64724"/>
                  <a:pt x="237152" y="66887"/>
                  <a:pt x="236881" y="69050"/>
                </a:cubicBezTo>
                <a:cubicBezTo>
                  <a:pt x="236070" y="87707"/>
                  <a:pt x="219036" y="101226"/>
                  <a:pt x="209031" y="107715"/>
                </a:cubicBezTo>
                <a:close/>
                <a:moveTo>
                  <a:pt x="524573" y="64724"/>
                </a:moveTo>
                <a:cubicBezTo>
                  <a:pt x="520517" y="79054"/>
                  <a:pt x="513487" y="91762"/>
                  <a:pt x="503753" y="102037"/>
                </a:cubicBezTo>
                <a:cubicBezTo>
                  <a:pt x="495641" y="110690"/>
                  <a:pt x="485907" y="117449"/>
                  <a:pt x="475092" y="121775"/>
                </a:cubicBezTo>
                <a:cubicBezTo>
                  <a:pt x="441834" y="135295"/>
                  <a:pt x="391813" y="129076"/>
                  <a:pt x="358555" y="107715"/>
                </a:cubicBezTo>
                <a:cubicBezTo>
                  <a:pt x="348551" y="101226"/>
                  <a:pt x="331517" y="87707"/>
                  <a:pt x="330705" y="69050"/>
                </a:cubicBezTo>
                <a:cubicBezTo>
                  <a:pt x="330705" y="66617"/>
                  <a:pt x="330705" y="64453"/>
                  <a:pt x="331246" y="62561"/>
                </a:cubicBezTo>
                <a:lnTo>
                  <a:pt x="331246" y="62561"/>
                </a:lnTo>
                <a:cubicBezTo>
                  <a:pt x="335843" y="43904"/>
                  <a:pt x="368559" y="32277"/>
                  <a:pt x="428045" y="28222"/>
                </a:cubicBezTo>
                <a:cubicBezTo>
                  <a:pt x="435345" y="27681"/>
                  <a:pt x="443457" y="27410"/>
                  <a:pt x="451839" y="27410"/>
                </a:cubicBezTo>
                <a:cubicBezTo>
                  <a:pt x="466439" y="27410"/>
                  <a:pt x="482933" y="28222"/>
                  <a:pt x="500779" y="29574"/>
                </a:cubicBezTo>
                <a:cubicBezTo>
                  <a:pt x="504834" y="29844"/>
                  <a:pt x="517002" y="30925"/>
                  <a:pt x="521869" y="35252"/>
                </a:cubicBezTo>
                <a:cubicBezTo>
                  <a:pt x="527817" y="40659"/>
                  <a:pt x="528628" y="49312"/>
                  <a:pt x="524302" y="64453"/>
                </a:cubicBezTo>
                <a:close/>
                <a:moveTo>
                  <a:pt x="194160" y="259132"/>
                </a:moveTo>
                <a:lnTo>
                  <a:pt x="213358" y="278059"/>
                </a:lnTo>
                <a:cubicBezTo>
                  <a:pt x="194430" y="297256"/>
                  <a:pt x="169285" y="308072"/>
                  <a:pt x="142516" y="308072"/>
                </a:cubicBezTo>
                <a:cubicBezTo>
                  <a:pt x="115748" y="308072"/>
                  <a:pt x="90602" y="297527"/>
                  <a:pt x="71675" y="278059"/>
                </a:cubicBezTo>
                <a:lnTo>
                  <a:pt x="90872" y="259132"/>
                </a:lnTo>
                <a:cubicBezTo>
                  <a:pt x="118452" y="287252"/>
                  <a:pt x="166581" y="287252"/>
                  <a:pt x="194160" y="259132"/>
                </a:cubicBezTo>
                <a:close/>
                <a:moveTo>
                  <a:pt x="219036" y="216681"/>
                </a:moveTo>
                <a:cubicBezTo>
                  <a:pt x="204435" y="215870"/>
                  <a:pt x="187671" y="218303"/>
                  <a:pt x="174151" y="223711"/>
                </a:cubicBezTo>
                <a:cubicBezTo>
                  <a:pt x="166040" y="226956"/>
                  <a:pt x="155224" y="228849"/>
                  <a:pt x="142787" y="229119"/>
                </a:cubicBezTo>
                <a:cubicBezTo>
                  <a:pt x="129538" y="228849"/>
                  <a:pt x="118722" y="226956"/>
                  <a:pt x="110611" y="223711"/>
                </a:cubicBezTo>
                <a:cubicBezTo>
                  <a:pt x="97091" y="218303"/>
                  <a:pt x="80057" y="215600"/>
                  <a:pt x="65726" y="216681"/>
                </a:cubicBezTo>
                <a:cubicBezTo>
                  <a:pt x="46259" y="218033"/>
                  <a:pt x="25709" y="231282"/>
                  <a:pt x="13271" y="250479"/>
                </a:cubicBezTo>
                <a:cubicBezTo>
                  <a:pt x="4889" y="263188"/>
                  <a:pt x="563" y="279411"/>
                  <a:pt x="22" y="297256"/>
                </a:cubicBezTo>
                <a:cubicBezTo>
                  <a:pt x="-248" y="311857"/>
                  <a:pt x="1915" y="327540"/>
                  <a:pt x="7052" y="344844"/>
                </a:cubicBezTo>
                <a:cubicBezTo>
                  <a:pt x="11919" y="362149"/>
                  <a:pt x="20842" y="376480"/>
                  <a:pt x="31117" y="392162"/>
                </a:cubicBezTo>
                <a:cubicBezTo>
                  <a:pt x="35173" y="398111"/>
                  <a:pt x="37336" y="405141"/>
                  <a:pt x="37606" y="412171"/>
                </a:cubicBezTo>
                <a:cubicBezTo>
                  <a:pt x="39499" y="454892"/>
                  <a:pt x="44907" y="500317"/>
                  <a:pt x="50314" y="513566"/>
                </a:cubicBezTo>
                <a:cubicBezTo>
                  <a:pt x="54100" y="523300"/>
                  <a:pt x="61130" y="541145"/>
                  <a:pt x="81138" y="541145"/>
                </a:cubicBezTo>
                <a:cubicBezTo>
                  <a:pt x="97091" y="541145"/>
                  <a:pt x="108988" y="529519"/>
                  <a:pt x="112774" y="510862"/>
                </a:cubicBezTo>
                <a:cubicBezTo>
                  <a:pt x="114126" y="504102"/>
                  <a:pt x="115207" y="497342"/>
                  <a:pt x="116559" y="490312"/>
                </a:cubicBezTo>
                <a:cubicBezTo>
                  <a:pt x="121696" y="461111"/>
                  <a:pt x="128186" y="424608"/>
                  <a:pt x="142516" y="424608"/>
                </a:cubicBezTo>
                <a:cubicBezTo>
                  <a:pt x="156847" y="424608"/>
                  <a:pt x="163336" y="461111"/>
                  <a:pt x="168473" y="490312"/>
                </a:cubicBezTo>
                <a:cubicBezTo>
                  <a:pt x="169555" y="497072"/>
                  <a:pt x="170907" y="504102"/>
                  <a:pt x="172259" y="510862"/>
                </a:cubicBezTo>
                <a:cubicBezTo>
                  <a:pt x="176044" y="529519"/>
                  <a:pt x="188212" y="541145"/>
                  <a:pt x="203894" y="541145"/>
                </a:cubicBezTo>
                <a:cubicBezTo>
                  <a:pt x="223903" y="541145"/>
                  <a:pt x="230933" y="523300"/>
                  <a:pt x="234988" y="513025"/>
                </a:cubicBezTo>
                <a:cubicBezTo>
                  <a:pt x="240126" y="500046"/>
                  <a:pt x="245534" y="454892"/>
                  <a:pt x="247426" y="412171"/>
                </a:cubicBezTo>
                <a:cubicBezTo>
                  <a:pt x="247697" y="405141"/>
                  <a:pt x="249860" y="398111"/>
                  <a:pt x="253916" y="392162"/>
                </a:cubicBezTo>
                <a:cubicBezTo>
                  <a:pt x="264190" y="376480"/>
                  <a:pt x="273113" y="362149"/>
                  <a:pt x="277980" y="344844"/>
                </a:cubicBezTo>
                <a:cubicBezTo>
                  <a:pt x="282847" y="327540"/>
                  <a:pt x="285280" y="311857"/>
                  <a:pt x="285010" y="297256"/>
                </a:cubicBezTo>
                <a:cubicBezTo>
                  <a:pt x="284740" y="279411"/>
                  <a:pt x="280143" y="263458"/>
                  <a:pt x="271761" y="250479"/>
                </a:cubicBezTo>
                <a:cubicBezTo>
                  <a:pt x="262027" y="235338"/>
                  <a:pt x="241478" y="218303"/>
                  <a:pt x="219306" y="216681"/>
                </a:cubicBezTo>
                <a:close/>
                <a:moveTo>
                  <a:pt x="251752" y="337274"/>
                </a:moveTo>
                <a:cubicBezTo>
                  <a:pt x="247967" y="350793"/>
                  <a:pt x="240396" y="362960"/>
                  <a:pt x="230933" y="377020"/>
                </a:cubicBezTo>
                <a:cubicBezTo>
                  <a:pt x="224443" y="387025"/>
                  <a:pt x="220658" y="398651"/>
                  <a:pt x="220117" y="410819"/>
                </a:cubicBezTo>
                <a:cubicBezTo>
                  <a:pt x="217954" y="458677"/>
                  <a:pt x="212006" y="496261"/>
                  <a:pt x="209302" y="503561"/>
                </a:cubicBezTo>
                <a:cubicBezTo>
                  <a:pt x="207950" y="506806"/>
                  <a:pt x="205516" y="513025"/>
                  <a:pt x="203624" y="513836"/>
                </a:cubicBezTo>
                <a:cubicBezTo>
                  <a:pt x="200379" y="513836"/>
                  <a:pt x="198757" y="506265"/>
                  <a:pt x="198486" y="505454"/>
                </a:cubicBezTo>
                <a:cubicBezTo>
                  <a:pt x="197134" y="498965"/>
                  <a:pt x="196053" y="492205"/>
                  <a:pt x="194701" y="485445"/>
                </a:cubicBezTo>
                <a:cubicBezTo>
                  <a:pt x="187400" y="444076"/>
                  <a:pt x="179289" y="397570"/>
                  <a:pt x="142246" y="397570"/>
                </a:cubicBezTo>
                <a:cubicBezTo>
                  <a:pt x="105203" y="397570"/>
                  <a:pt x="96821" y="444347"/>
                  <a:pt x="89791" y="485445"/>
                </a:cubicBezTo>
                <a:cubicBezTo>
                  <a:pt x="88709" y="492205"/>
                  <a:pt x="87357" y="498965"/>
                  <a:pt x="86005" y="505454"/>
                </a:cubicBezTo>
                <a:cubicBezTo>
                  <a:pt x="86005" y="506265"/>
                  <a:pt x="84113" y="513836"/>
                  <a:pt x="80598" y="513836"/>
                </a:cubicBezTo>
                <a:cubicBezTo>
                  <a:pt x="78975" y="512755"/>
                  <a:pt x="76542" y="506806"/>
                  <a:pt x="75190" y="503021"/>
                </a:cubicBezTo>
                <a:cubicBezTo>
                  <a:pt x="72486" y="496261"/>
                  <a:pt x="66538" y="458677"/>
                  <a:pt x="64645" y="410819"/>
                </a:cubicBezTo>
                <a:cubicBezTo>
                  <a:pt x="64104" y="398922"/>
                  <a:pt x="60319" y="387025"/>
                  <a:pt x="53829" y="377020"/>
                </a:cubicBezTo>
                <a:cubicBezTo>
                  <a:pt x="44366" y="362690"/>
                  <a:pt x="37065" y="350793"/>
                  <a:pt x="33010" y="337274"/>
                </a:cubicBezTo>
                <a:cubicBezTo>
                  <a:pt x="28683" y="322673"/>
                  <a:pt x="26791" y="309694"/>
                  <a:pt x="27061" y="297797"/>
                </a:cubicBezTo>
                <a:cubicBezTo>
                  <a:pt x="27061" y="285089"/>
                  <a:pt x="30306" y="273733"/>
                  <a:pt x="35984" y="265080"/>
                </a:cubicBezTo>
                <a:cubicBezTo>
                  <a:pt x="43555" y="253183"/>
                  <a:pt x="56533" y="244261"/>
                  <a:pt x="67619" y="243720"/>
                </a:cubicBezTo>
                <a:cubicBezTo>
                  <a:pt x="78435" y="242909"/>
                  <a:pt x="90872" y="245072"/>
                  <a:pt x="100606" y="248857"/>
                </a:cubicBezTo>
                <a:cubicBezTo>
                  <a:pt x="111692" y="253454"/>
                  <a:pt x="125482" y="255887"/>
                  <a:pt x="142787" y="256428"/>
                </a:cubicBezTo>
                <a:cubicBezTo>
                  <a:pt x="159551" y="255887"/>
                  <a:pt x="173070" y="253454"/>
                  <a:pt x="184156" y="248857"/>
                </a:cubicBezTo>
                <a:cubicBezTo>
                  <a:pt x="193890" y="245072"/>
                  <a:pt x="206598" y="242909"/>
                  <a:pt x="217143" y="243720"/>
                </a:cubicBezTo>
                <a:cubicBezTo>
                  <a:pt x="227418" y="244531"/>
                  <a:pt x="241478" y="253994"/>
                  <a:pt x="248778" y="265080"/>
                </a:cubicBezTo>
                <a:cubicBezTo>
                  <a:pt x="254186" y="273733"/>
                  <a:pt x="257431" y="284819"/>
                  <a:pt x="257701" y="297797"/>
                </a:cubicBezTo>
                <a:cubicBezTo>
                  <a:pt x="257701" y="309694"/>
                  <a:pt x="256079" y="322673"/>
                  <a:pt x="251752" y="337274"/>
                </a:cubicBezTo>
                <a:close/>
                <a:moveTo>
                  <a:pt x="532955" y="315913"/>
                </a:moveTo>
                <a:cubicBezTo>
                  <a:pt x="532955" y="384321"/>
                  <a:pt x="496452" y="442454"/>
                  <a:pt x="464817" y="485716"/>
                </a:cubicBezTo>
                <a:cubicBezTo>
                  <a:pt x="450757" y="504643"/>
                  <a:pt x="427233" y="536549"/>
                  <a:pt x="395057" y="536549"/>
                </a:cubicBezTo>
                <a:cubicBezTo>
                  <a:pt x="362881" y="536549"/>
                  <a:pt x="339087" y="511403"/>
                  <a:pt x="339087" y="477875"/>
                </a:cubicBezTo>
                <a:lnTo>
                  <a:pt x="366126" y="477875"/>
                </a:lnTo>
                <a:cubicBezTo>
                  <a:pt x="366126" y="496531"/>
                  <a:pt x="378023" y="509510"/>
                  <a:pt x="395057" y="509510"/>
                </a:cubicBezTo>
                <a:cubicBezTo>
                  <a:pt x="412092" y="509510"/>
                  <a:pt x="428856" y="488960"/>
                  <a:pt x="443186" y="469763"/>
                </a:cubicBezTo>
                <a:cubicBezTo>
                  <a:pt x="462113" y="444076"/>
                  <a:pt x="506186" y="384321"/>
                  <a:pt x="506186" y="316183"/>
                </a:cubicBezTo>
                <a:cubicBezTo>
                  <a:pt x="506186" y="272381"/>
                  <a:pt x="476173" y="239123"/>
                  <a:pt x="436156" y="239123"/>
                </a:cubicBezTo>
                <a:cubicBezTo>
                  <a:pt x="396139" y="239123"/>
                  <a:pt x="366126" y="272110"/>
                  <a:pt x="366126" y="316183"/>
                </a:cubicBezTo>
                <a:lnTo>
                  <a:pt x="339087" y="316183"/>
                </a:lnTo>
                <a:cubicBezTo>
                  <a:pt x="339087" y="256969"/>
                  <a:pt x="380727" y="212085"/>
                  <a:pt x="436156" y="212085"/>
                </a:cubicBezTo>
                <a:cubicBezTo>
                  <a:pt x="491585" y="212085"/>
                  <a:pt x="533225" y="257780"/>
                  <a:pt x="533225" y="316183"/>
                </a:cubicBezTo>
                <a:close/>
                <a:moveTo>
                  <a:pt x="401817" y="315913"/>
                </a:moveTo>
                <a:lnTo>
                  <a:pt x="401817" y="369720"/>
                </a:lnTo>
                <a:cubicBezTo>
                  <a:pt x="415877" y="375668"/>
                  <a:pt x="425611" y="389999"/>
                  <a:pt x="425611" y="406493"/>
                </a:cubicBezTo>
                <a:cubicBezTo>
                  <a:pt x="425611" y="428123"/>
                  <a:pt x="408847" y="445969"/>
                  <a:pt x="388298" y="445969"/>
                </a:cubicBezTo>
                <a:lnTo>
                  <a:pt x="388298" y="418930"/>
                </a:lnTo>
                <a:cubicBezTo>
                  <a:pt x="393976" y="418930"/>
                  <a:pt x="398572" y="413252"/>
                  <a:pt x="398572" y="406493"/>
                </a:cubicBezTo>
                <a:cubicBezTo>
                  <a:pt x="398572" y="400544"/>
                  <a:pt x="394787" y="395407"/>
                  <a:pt x="389920" y="394325"/>
                </a:cubicBezTo>
                <a:cubicBezTo>
                  <a:pt x="380997" y="392432"/>
                  <a:pt x="374508" y="384321"/>
                  <a:pt x="374508" y="374857"/>
                </a:cubicBezTo>
                <a:lnTo>
                  <a:pt x="374508" y="315913"/>
                </a:lnTo>
                <a:cubicBezTo>
                  <a:pt x="374508" y="277518"/>
                  <a:pt x="399654" y="250479"/>
                  <a:pt x="435615" y="250479"/>
                </a:cubicBezTo>
                <a:cubicBezTo>
                  <a:pt x="452920" y="250479"/>
                  <a:pt x="467521" y="256158"/>
                  <a:pt x="478066" y="266432"/>
                </a:cubicBezTo>
                <a:cubicBezTo>
                  <a:pt x="490504" y="278870"/>
                  <a:pt x="496993" y="297797"/>
                  <a:pt x="496993" y="322402"/>
                </a:cubicBezTo>
                <a:lnTo>
                  <a:pt x="469954" y="322402"/>
                </a:lnTo>
                <a:cubicBezTo>
                  <a:pt x="469954" y="305638"/>
                  <a:pt x="466169" y="292930"/>
                  <a:pt x="459139" y="285630"/>
                </a:cubicBezTo>
                <a:cubicBezTo>
                  <a:pt x="453731" y="280222"/>
                  <a:pt x="445890" y="277518"/>
                  <a:pt x="435886" y="277518"/>
                </a:cubicBezTo>
                <a:cubicBezTo>
                  <a:pt x="415066" y="277518"/>
                  <a:pt x="401817" y="292660"/>
                  <a:pt x="401817" y="315913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Graphic 22" descr="Over-the-counter (OTC) benefit&#10;icon.">
            <a:extLst>
              <a:ext uri="{FF2B5EF4-FFF2-40B4-BE49-F238E27FC236}">
                <a16:creationId xmlns:a16="http://schemas.microsoft.com/office/drawing/2014/main" id="{E5EBFE49-F18A-4EE5-B5E4-99EAC9E46D87}"/>
              </a:ext>
            </a:extLst>
          </p:cNvPr>
          <p:cNvSpPr/>
          <p:nvPr/>
        </p:nvSpPr>
        <p:spPr>
          <a:xfrm>
            <a:off x="8351138" y="2278642"/>
            <a:ext cx="364379" cy="421555"/>
          </a:xfrm>
          <a:custGeom>
            <a:avLst/>
            <a:gdLst>
              <a:gd name="connsiteX0" fmla="*/ 486088 w 513937"/>
              <a:gd name="connsiteY0" fmla="*/ 161962 h 594580"/>
              <a:gd name="connsiteX1" fmla="*/ 459590 w 513937"/>
              <a:gd name="connsiteY1" fmla="*/ 161962 h 594580"/>
              <a:gd name="connsiteX2" fmla="*/ 459590 w 513937"/>
              <a:gd name="connsiteY2" fmla="*/ 121404 h 594580"/>
              <a:gd name="connsiteX3" fmla="*/ 488521 w 513937"/>
              <a:gd name="connsiteY3" fmla="*/ 121404 h 594580"/>
              <a:gd name="connsiteX4" fmla="*/ 506637 w 513937"/>
              <a:gd name="connsiteY4" fmla="*/ 114103 h 594580"/>
              <a:gd name="connsiteX5" fmla="*/ 513937 w 513937"/>
              <a:gd name="connsiteY5" fmla="*/ 96798 h 594580"/>
              <a:gd name="connsiteX6" fmla="*/ 513937 w 513937"/>
              <a:gd name="connsiteY6" fmla="*/ 51914 h 594580"/>
              <a:gd name="connsiteX7" fmla="*/ 488521 w 513937"/>
              <a:gd name="connsiteY7" fmla="*/ 27309 h 594580"/>
              <a:gd name="connsiteX8" fmla="*/ 439581 w 513937"/>
              <a:gd name="connsiteY8" fmla="*/ 27309 h 594580"/>
              <a:gd name="connsiteX9" fmla="*/ 426603 w 513937"/>
              <a:gd name="connsiteY9" fmla="*/ 0 h 594580"/>
              <a:gd name="connsiteX10" fmla="*/ 357113 w 513937"/>
              <a:gd name="connsiteY10" fmla="*/ 0 h 594580"/>
              <a:gd name="connsiteX11" fmla="*/ 340890 w 513937"/>
              <a:gd name="connsiteY11" fmla="*/ 28391 h 594580"/>
              <a:gd name="connsiteX12" fmla="*/ 337645 w 513937"/>
              <a:gd name="connsiteY12" fmla="*/ 38665 h 594580"/>
              <a:gd name="connsiteX13" fmla="*/ 337645 w 513937"/>
              <a:gd name="connsiteY13" fmla="*/ 70841 h 594580"/>
              <a:gd name="connsiteX14" fmla="*/ 332238 w 513937"/>
              <a:gd name="connsiteY14" fmla="*/ 74627 h 594580"/>
              <a:gd name="connsiteX15" fmla="*/ 324667 w 513937"/>
              <a:gd name="connsiteY15" fmla="*/ 93283 h 594580"/>
              <a:gd name="connsiteX16" fmla="*/ 324667 w 513937"/>
              <a:gd name="connsiteY16" fmla="*/ 162232 h 594580"/>
              <a:gd name="connsiteX17" fmla="*/ 301954 w 513937"/>
              <a:gd name="connsiteY17" fmla="*/ 162232 h 594580"/>
              <a:gd name="connsiteX18" fmla="*/ 309255 w 513937"/>
              <a:gd name="connsiteY18" fmla="*/ 100854 h 594580"/>
              <a:gd name="connsiteX19" fmla="*/ 310877 w 513937"/>
              <a:gd name="connsiteY19" fmla="*/ 87065 h 594580"/>
              <a:gd name="connsiteX20" fmla="*/ 310877 w 513937"/>
              <a:gd name="connsiteY20" fmla="*/ 52185 h 594580"/>
              <a:gd name="connsiteX21" fmla="*/ 286002 w 513937"/>
              <a:gd name="connsiteY21" fmla="*/ 26768 h 594580"/>
              <a:gd name="connsiteX22" fmla="*/ 24808 w 513937"/>
              <a:gd name="connsiteY22" fmla="*/ 26768 h 594580"/>
              <a:gd name="connsiteX23" fmla="*/ 203 w 513937"/>
              <a:gd name="connsiteY23" fmla="*/ 51914 h 594580"/>
              <a:gd name="connsiteX24" fmla="*/ 203 w 513937"/>
              <a:gd name="connsiteY24" fmla="*/ 82468 h 594580"/>
              <a:gd name="connsiteX25" fmla="*/ 38868 w 513937"/>
              <a:gd name="connsiteY25" fmla="*/ 410717 h 594580"/>
              <a:gd name="connsiteX26" fmla="*/ 54280 w 513937"/>
              <a:gd name="connsiteY26" fmla="*/ 443705 h 594580"/>
              <a:gd name="connsiteX27" fmla="*/ 54280 w 513937"/>
              <a:gd name="connsiteY27" fmla="*/ 540503 h 594580"/>
              <a:gd name="connsiteX28" fmla="*/ 81319 w 513937"/>
              <a:gd name="connsiteY28" fmla="*/ 567542 h 594580"/>
              <a:gd name="connsiteX29" fmla="*/ 189473 w 513937"/>
              <a:gd name="connsiteY29" fmla="*/ 567542 h 594580"/>
              <a:gd name="connsiteX30" fmla="*/ 216512 w 513937"/>
              <a:gd name="connsiteY30" fmla="*/ 594580 h 594580"/>
              <a:gd name="connsiteX31" fmla="*/ 338186 w 513937"/>
              <a:gd name="connsiteY31" fmla="*/ 594580 h 594580"/>
              <a:gd name="connsiteX32" fmla="*/ 365225 w 513937"/>
              <a:gd name="connsiteY32" fmla="*/ 567542 h 594580"/>
              <a:gd name="connsiteX33" fmla="*/ 486358 w 513937"/>
              <a:gd name="connsiteY33" fmla="*/ 567542 h 594580"/>
              <a:gd name="connsiteX34" fmla="*/ 513667 w 513937"/>
              <a:gd name="connsiteY34" fmla="*/ 540233 h 594580"/>
              <a:gd name="connsiteX35" fmla="*/ 513667 w 513937"/>
              <a:gd name="connsiteY35" fmla="*/ 189000 h 594580"/>
              <a:gd name="connsiteX36" fmla="*/ 486358 w 513937"/>
              <a:gd name="connsiteY36" fmla="*/ 161962 h 594580"/>
              <a:gd name="connsiteX37" fmla="*/ 486628 w 513937"/>
              <a:gd name="connsiteY37" fmla="*/ 54077 h 594580"/>
              <a:gd name="connsiteX38" fmla="*/ 486628 w 513937"/>
              <a:gd name="connsiteY38" fmla="*/ 94365 h 594580"/>
              <a:gd name="connsiteX39" fmla="*/ 459319 w 513937"/>
              <a:gd name="connsiteY39" fmla="*/ 94365 h 594580"/>
              <a:gd name="connsiteX40" fmla="*/ 459319 w 513937"/>
              <a:gd name="connsiteY40" fmla="*/ 93013 h 594580"/>
              <a:gd name="connsiteX41" fmla="*/ 445800 w 513937"/>
              <a:gd name="connsiteY41" fmla="*/ 70301 h 594580"/>
              <a:gd name="connsiteX42" fmla="*/ 445800 w 513937"/>
              <a:gd name="connsiteY42" fmla="*/ 53807 h 594580"/>
              <a:gd name="connsiteX43" fmla="*/ 486628 w 513937"/>
              <a:gd name="connsiteY43" fmla="*/ 53807 h 594580"/>
              <a:gd name="connsiteX44" fmla="*/ 372525 w 513937"/>
              <a:gd name="connsiteY44" fmla="*/ 27039 h 594580"/>
              <a:gd name="connsiteX45" fmla="*/ 410920 w 513937"/>
              <a:gd name="connsiteY45" fmla="*/ 27039 h 594580"/>
              <a:gd name="connsiteX46" fmla="*/ 417950 w 513937"/>
              <a:gd name="connsiteY46" fmla="*/ 38665 h 594580"/>
              <a:gd name="connsiteX47" fmla="*/ 418491 w 513937"/>
              <a:gd name="connsiteY47" fmla="*/ 67597 h 594580"/>
              <a:gd name="connsiteX48" fmla="*/ 364684 w 513937"/>
              <a:gd name="connsiteY48" fmla="*/ 67597 h 594580"/>
              <a:gd name="connsiteX49" fmla="*/ 364684 w 513937"/>
              <a:gd name="connsiteY49" fmla="*/ 42180 h 594580"/>
              <a:gd name="connsiteX50" fmla="*/ 372525 w 513937"/>
              <a:gd name="connsiteY50" fmla="*/ 27039 h 594580"/>
              <a:gd name="connsiteX51" fmla="*/ 351435 w 513937"/>
              <a:gd name="connsiteY51" fmla="*/ 94635 h 594580"/>
              <a:gd name="connsiteX52" fmla="*/ 432281 w 513937"/>
              <a:gd name="connsiteY52" fmla="*/ 94635 h 594580"/>
              <a:gd name="connsiteX53" fmla="*/ 432281 w 513937"/>
              <a:gd name="connsiteY53" fmla="*/ 162232 h 594580"/>
              <a:gd name="connsiteX54" fmla="*/ 351165 w 513937"/>
              <a:gd name="connsiteY54" fmla="*/ 162232 h 594580"/>
              <a:gd name="connsiteX55" fmla="*/ 351165 w 513937"/>
              <a:gd name="connsiteY55" fmla="*/ 94635 h 594580"/>
              <a:gd name="connsiteX56" fmla="*/ 286813 w 513937"/>
              <a:gd name="connsiteY56" fmla="*/ 229829 h 594580"/>
              <a:gd name="connsiteX57" fmla="*/ 291680 w 513937"/>
              <a:gd name="connsiteY57" fmla="*/ 249837 h 594580"/>
              <a:gd name="connsiteX58" fmla="*/ 324667 w 513937"/>
              <a:gd name="connsiteY58" fmla="*/ 289314 h 594580"/>
              <a:gd name="connsiteX59" fmla="*/ 324667 w 513937"/>
              <a:gd name="connsiteY59" fmla="*/ 324464 h 594580"/>
              <a:gd name="connsiteX60" fmla="*/ 230031 w 513937"/>
              <a:gd name="connsiteY60" fmla="*/ 324464 h 594580"/>
              <a:gd name="connsiteX61" fmla="*/ 230031 w 513937"/>
              <a:gd name="connsiteY61" fmla="*/ 289314 h 594580"/>
              <a:gd name="connsiteX62" fmla="*/ 265993 w 513937"/>
              <a:gd name="connsiteY62" fmla="*/ 237400 h 594580"/>
              <a:gd name="connsiteX63" fmla="*/ 267615 w 513937"/>
              <a:gd name="connsiteY63" fmla="*/ 230099 h 594580"/>
              <a:gd name="connsiteX64" fmla="*/ 286813 w 513937"/>
              <a:gd name="connsiteY64" fmla="*/ 230099 h 594580"/>
              <a:gd name="connsiteX65" fmla="*/ 311147 w 513937"/>
              <a:gd name="connsiteY65" fmla="*/ 351503 h 594580"/>
              <a:gd name="connsiteX66" fmla="*/ 310607 w 513937"/>
              <a:gd name="connsiteY66" fmla="*/ 365022 h 594580"/>
              <a:gd name="connsiteX67" fmla="*/ 243280 w 513937"/>
              <a:gd name="connsiteY67" fmla="*/ 365022 h 594580"/>
              <a:gd name="connsiteX68" fmla="*/ 243280 w 513937"/>
              <a:gd name="connsiteY68" fmla="*/ 351503 h 594580"/>
              <a:gd name="connsiteX69" fmla="*/ 311147 w 513937"/>
              <a:gd name="connsiteY69" fmla="*/ 351503 h 594580"/>
              <a:gd name="connsiteX70" fmla="*/ 26971 w 513937"/>
              <a:gd name="connsiteY70" fmla="*/ 80575 h 594580"/>
              <a:gd name="connsiteX71" fmla="*/ 26160 w 513937"/>
              <a:gd name="connsiteY71" fmla="*/ 53537 h 594580"/>
              <a:gd name="connsiteX72" fmla="*/ 283838 w 513937"/>
              <a:gd name="connsiteY72" fmla="*/ 53537 h 594580"/>
              <a:gd name="connsiteX73" fmla="*/ 283838 w 513937"/>
              <a:gd name="connsiteY73" fmla="*/ 83549 h 594580"/>
              <a:gd name="connsiteX74" fmla="*/ 282216 w 513937"/>
              <a:gd name="connsiteY74" fmla="*/ 97339 h 594580"/>
              <a:gd name="connsiteX75" fmla="*/ 280864 w 513937"/>
              <a:gd name="connsiteY75" fmla="*/ 107884 h 594580"/>
              <a:gd name="connsiteX76" fmla="*/ 30216 w 513937"/>
              <a:gd name="connsiteY76" fmla="*/ 107884 h 594580"/>
              <a:gd name="connsiteX77" fmla="*/ 26971 w 513937"/>
              <a:gd name="connsiteY77" fmla="*/ 80575 h 594580"/>
              <a:gd name="connsiteX78" fmla="*/ 189203 w 513937"/>
              <a:gd name="connsiteY78" fmla="*/ 540503 h 594580"/>
              <a:gd name="connsiteX79" fmla="*/ 81048 w 513937"/>
              <a:gd name="connsiteY79" fmla="*/ 540503 h 594580"/>
              <a:gd name="connsiteX80" fmla="*/ 81048 w 513937"/>
              <a:gd name="connsiteY80" fmla="*/ 513464 h 594580"/>
              <a:gd name="connsiteX81" fmla="*/ 189203 w 513937"/>
              <a:gd name="connsiteY81" fmla="*/ 513464 h 594580"/>
              <a:gd name="connsiteX82" fmla="*/ 189203 w 513937"/>
              <a:gd name="connsiteY82" fmla="*/ 540503 h 594580"/>
              <a:gd name="connsiteX83" fmla="*/ 189203 w 513937"/>
              <a:gd name="connsiteY83" fmla="*/ 486426 h 594580"/>
              <a:gd name="connsiteX84" fmla="*/ 81048 w 513937"/>
              <a:gd name="connsiteY84" fmla="*/ 486426 h 594580"/>
              <a:gd name="connsiteX85" fmla="*/ 81048 w 513937"/>
              <a:gd name="connsiteY85" fmla="*/ 456953 h 594580"/>
              <a:gd name="connsiteX86" fmla="*/ 103220 w 513937"/>
              <a:gd name="connsiteY86" fmla="*/ 459387 h 594580"/>
              <a:gd name="connsiteX87" fmla="*/ 189203 w 513937"/>
              <a:gd name="connsiteY87" fmla="*/ 459387 h 594580"/>
              <a:gd name="connsiteX88" fmla="*/ 189203 w 513937"/>
              <a:gd name="connsiteY88" fmla="*/ 486426 h 594580"/>
              <a:gd name="connsiteX89" fmla="*/ 216242 w 513937"/>
              <a:gd name="connsiteY89" fmla="*/ 364752 h 594580"/>
              <a:gd name="connsiteX90" fmla="*/ 189203 w 513937"/>
              <a:gd name="connsiteY90" fmla="*/ 391790 h 594580"/>
              <a:gd name="connsiteX91" fmla="*/ 189203 w 513937"/>
              <a:gd name="connsiteY91" fmla="*/ 432348 h 594580"/>
              <a:gd name="connsiteX92" fmla="*/ 103220 w 513937"/>
              <a:gd name="connsiteY92" fmla="*/ 432348 h 594580"/>
              <a:gd name="connsiteX93" fmla="*/ 65366 w 513937"/>
              <a:gd name="connsiteY93" fmla="*/ 408014 h 594580"/>
              <a:gd name="connsiteX94" fmla="*/ 33190 w 513937"/>
              <a:gd name="connsiteY94" fmla="*/ 134923 h 594580"/>
              <a:gd name="connsiteX95" fmla="*/ 277890 w 513937"/>
              <a:gd name="connsiteY95" fmla="*/ 134923 h 594580"/>
              <a:gd name="connsiteX96" fmla="*/ 269778 w 513937"/>
              <a:gd name="connsiteY96" fmla="*/ 202520 h 594580"/>
              <a:gd name="connsiteX97" fmla="*/ 263019 w 513937"/>
              <a:gd name="connsiteY97" fmla="*/ 202520 h 594580"/>
              <a:gd name="connsiteX98" fmla="*/ 240847 w 513937"/>
              <a:gd name="connsiteY98" fmla="*/ 223339 h 594580"/>
              <a:gd name="connsiteX99" fmla="*/ 213808 w 513937"/>
              <a:gd name="connsiteY99" fmla="*/ 266872 h 594580"/>
              <a:gd name="connsiteX100" fmla="*/ 202722 w 513937"/>
              <a:gd name="connsiteY100" fmla="*/ 284717 h 594580"/>
              <a:gd name="connsiteX101" fmla="*/ 202722 w 513937"/>
              <a:gd name="connsiteY101" fmla="*/ 330953 h 594580"/>
              <a:gd name="connsiteX102" fmla="*/ 216242 w 513937"/>
              <a:gd name="connsiteY102" fmla="*/ 349880 h 594580"/>
              <a:gd name="connsiteX103" fmla="*/ 216242 w 513937"/>
              <a:gd name="connsiteY103" fmla="*/ 364752 h 594580"/>
              <a:gd name="connsiteX104" fmla="*/ 337916 w 513937"/>
              <a:gd name="connsiteY104" fmla="*/ 541585 h 594580"/>
              <a:gd name="connsiteX105" fmla="*/ 337916 w 513937"/>
              <a:gd name="connsiteY105" fmla="*/ 567271 h 594580"/>
              <a:gd name="connsiteX106" fmla="*/ 216242 w 513937"/>
              <a:gd name="connsiteY106" fmla="*/ 567271 h 594580"/>
              <a:gd name="connsiteX107" fmla="*/ 216242 w 513937"/>
              <a:gd name="connsiteY107" fmla="*/ 540503 h 594580"/>
              <a:gd name="connsiteX108" fmla="*/ 337916 w 513937"/>
              <a:gd name="connsiteY108" fmla="*/ 540503 h 594580"/>
              <a:gd name="connsiteX109" fmla="*/ 337916 w 513937"/>
              <a:gd name="connsiteY109" fmla="*/ 541585 h 594580"/>
              <a:gd name="connsiteX110" fmla="*/ 337916 w 513937"/>
              <a:gd name="connsiteY110" fmla="*/ 513464 h 594580"/>
              <a:gd name="connsiteX111" fmla="*/ 216242 w 513937"/>
              <a:gd name="connsiteY111" fmla="*/ 513464 h 594580"/>
              <a:gd name="connsiteX112" fmla="*/ 216242 w 513937"/>
              <a:gd name="connsiteY112" fmla="*/ 445868 h 594580"/>
              <a:gd name="connsiteX113" fmla="*/ 337916 w 513937"/>
              <a:gd name="connsiteY113" fmla="*/ 445868 h 594580"/>
              <a:gd name="connsiteX114" fmla="*/ 337916 w 513937"/>
              <a:gd name="connsiteY114" fmla="*/ 513464 h 594580"/>
              <a:gd name="connsiteX115" fmla="*/ 337916 w 513937"/>
              <a:gd name="connsiteY115" fmla="*/ 418829 h 594580"/>
              <a:gd name="connsiteX116" fmla="*/ 216242 w 513937"/>
              <a:gd name="connsiteY116" fmla="*/ 418829 h 594580"/>
              <a:gd name="connsiteX117" fmla="*/ 216242 w 513937"/>
              <a:gd name="connsiteY117" fmla="*/ 391790 h 594580"/>
              <a:gd name="connsiteX118" fmla="*/ 337916 w 513937"/>
              <a:gd name="connsiteY118" fmla="*/ 391790 h 594580"/>
              <a:gd name="connsiteX119" fmla="*/ 337916 w 513937"/>
              <a:gd name="connsiteY119" fmla="*/ 418829 h 594580"/>
              <a:gd name="connsiteX120" fmla="*/ 486088 w 513937"/>
              <a:gd name="connsiteY120" fmla="*/ 540233 h 594580"/>
              <a:gd name="connsiteX121" fmla="*/ 364954 w 513937"/>
              <a:gd name="connsiteY121" fmla="*/ 541314 h 594580"/>
              <a:gd name="connsiteX122" fmla="*/ 364954 w 513937"/>
              <a:gd name="connsiteY122" fmla="*/ 417207 h 594580"/>
              <a:gd name="connsiteX123" fmla="*/ 371444 w 513937"/>
              <a:gd name="connsiteY123" fmla="*/ 422614 h 594580"/>
              <a:gd name="connsiteX124" fmla="*/ 383070 w 513937"/>
              <a:gd name="connsiteY124" fmla="*/ 428293 h 594580"/>
              <a:gd name="connsiteX125" fmla="*/ 399564 w 513937"/>
              <a:gd name="connsiteY125" fmla="*/ 430726 h 594580"/>
              <a:gd name="connsiteX126" fmla="*/ 427143 w 513937"/>
              <a:gd name="connsiteY126" fmla="*/ 422614 h 594580"/>
              <a:gd name="connsiteX127" fmla="*/ 438770 w 513937"/>
              <a:gd name="connsiteY127" fmla="*/ 356099 h 594580"/>
              <a:gd name="connsiteX128" fmla="*/ 439581 w 513937"/>
              <a:gd name="connsiteY128" fmla="*/ 357181 h 594580"/>
              <a:gd name="connsiteX129" fmla="*/ 413083 w 513937"/>
              <a:gd name="connsiteY129" fmla="*/ 309322 h 594580"/>
              <a:gd name="connsiteX130" fmla="*/ 399023 w 513937"/>
              <a:gd name="connsiteY130" fmla="*/ 298777 h 594580"/>
              <a:gd name="connsiteX131" fmla="*/ 384963 w 513937"/>
              <a:gd name="connsiteY131" fmla="*/ 309322 h 594580"/>
              <a:gd name="connsiteX132" fmla="*/ 358465 w 513937"/>
              <a:gd name="connsiteY132" fmla="*/ 357181 h 594580"/>
              <a:gd name="connsiteX133" fmla="*/ 353598 w 513937"/>
              <a:gd name="connsiteY133" fmla="*/ 369889 h 594580"/>
              <a:gd name="connsiteX134" fmla="*/ 347650 w 513937"/>
              <a:gd name="connsiteY134" fmla="*/ 366644 h 594580"/>
              <a:gd name="connsiteX135" fmla="*/ 338186 w 513937"/>
              <a:gd name="connsiteY135" fmla="*/ 364752 h 594580"/>
              <a:gd name="connsiteX136" fmla="*/ 337916 w 513937"/>
              <a:gd name="connsiteY136" fmla="*/ 364752 h 594580"/>
              <a:gd name="connsiteX137" fmla="*/ 338457 w 513937"/>
              <a:gd name="connsiteY137" fmla="*/ 349880 h 594580"/>
              <a:gd name="connsiteX138" fmla="*/ 351705 w 513937"/>
              <a:gd name="connsiteY138" fmla="*/ 330953 h 594580"/>
              <a:gd name="connsiteX139" fmla="*/ 351705 w 513937"/>
              <a:gd name="connsiteY139" fmla="*/ 284717 h 594580"/>
              <a:gd name="connsiteX140" fmla="*/ 340620 w 513937"/>
              <a:gd name="connsiteY140" fmla="*/ 266872 h 594580"/>
              <a:gd name="connsiteX141" fmla="*/ 313581 w 513937"/>
              <a:gd name="connsiteY141" fmla="*/ 223339 h 594580"/>
              <a:gd name="connsiteX142" fmla="*/ 297358 w 513937"/>
              <a:gd name="connsiteY142" fmla="*/ 203601 h 594580"/>
              <a:gd name="connsiteX143" fmla="*/ 298980 w 513937"/>
              <a:gd name="connsiteY143" fmla="*/ 189000 h 594580"/>
              <a:gd name="connsiteX144" fmla="*/ 486899 w 513937"/>
              <a:gd name="connsiteY144" fmla="*/ 189000 h 594580"/>
              <a:gd name="connsiteX145" fmla="*/ 486899 w 513937"/>
              <a:gd name="connsiteY145" fmla="*/ 540233 h 594580"/>
              <a:gd name="connsiteX146" fmla="*/ 382800 w 513937"/>
              <a:gd name="connsiteY146" fmla="*/ 366915 h 594580"/>
              <a:gd name="connsiteX147" fmla="*/ 398212 w 513937"/>
              <a:gd name="connsiteY147" fmla="*/ 339065 h 594580"/>
              <a:gd name="connsiteX148" fmla="*/ 413894 w 513937"/>
              <a:gd name="connsiteY148" fmla="*/ 367996 h 594580"/>
              <a:gd name="connsiteX149" fmla="*/ 412542 w 513937"/>
              <a:gd name="connsiteY149" fmla="*/ 399361 h 594580"/>
              <a:gd name="connsiteX150" fmla="*/ 387937 w 513937"/>
              <a:gd name="connsiteY150" fmla="*/ 401524 h 594580"/>
              <a:gd name="connsiteX151" fmla="*/ 386315 w 513937"/>
              <a:gd name="connsiteY151" fmla="*/ 400443 h 594580"/>
              <a:gd name="connsiteX152" fmla="*/ 382530 w 513937"/>
              <a:gd name="connsiteY152" fmla="*/ 366915 h 594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513937" h="594580">
                <a:moveTo>
                  <a:pt x="486088" y="161962"/>
                </a:moveTo>
                <a:lnTo>
                  <a:pt x="459590" y="161962"/>
                </a:lnTo>
                <a:lnTo>
                  <a:pt x="459590" y="121404"/>
                </a:lnTo>
                <a:lnTo>
                  <a:pt x="488521" y="121404"/>
                </a:lnTo>
                <a:cubicBezTo>
                  <a:pt x="495281" y="121404"/>
                  <a:pt x="501770" y="118700"/>
                  <a:pt x="506637" y="114103"/>
                </a:cubicBezTo>
                <a:cubicBezTo>
                  <a:pt x="511234" y="109507"/>
                  <a:pt x="513937" y="103288"/>
                  <a:pt x="513937" y="96798"/>
                </a:cubicBezTo>
                <a:lnTo>
                  <a:pt x="513937" y="51914"/>
                </a:lnTo>
                <a:cubicBezTo>
                  <a:pt x="513937" y="38395"/>
                  <a:pt x="502581" y="27309"/>
                  <a:pt x="488521" y="27309"/>
                </a:cubicBezTo>
                <a:lnTo>
                  <a:pt x="439581" y="27309"/>
                </a:lnTo>
                <a:lnTo>
                  <a:pt x="426603" y="0"/>
                </a:lnTo>
                <a:lnTo>
                  <a:pt x="357113" y="0"/>
                </a:lnTo>
                <a:lnTo>
                  <a:pt x="340890" y="28391"/>
                </a:lnTo>
                <a:lnTo>
                  <a:pt x="337645" y="38665"/>
                </a:lnTo>
                <a:lnTo>
                  <a:pt x="337645" y="70841"/>
                </a:lnTo>
                <a:cubicBezTo>
                  <a:pt x="335753" y="71923"/>
                  <a:pt x="333860" y="73004"/>
                  <a:pt x="332238" y="74627"/>
                </a:cubicBezTo>
                <a:cubicBezTo>
                  <a:pt x="327371" y="79494"/>
                  <a:pt x="324667" y="86253"/>
                  <a:pt x="324667" y="93283"/>
                </a:cubicBezTo>
                <a:lnTo>
                  <a:pt x="324667" y="162232"/>
                </a:lnTo>
                <a:lnTo>
                  <a:pt x="301954" y="162232"/>
                </a:lnTo>
                <a:cubicBezTo>
                  <a:pt x="304117" y="143035"/>
                  <a:pt x="306551" y="123026"/>
                  <a:pt x="309255" y="100854"/>
                </a:cubicBezTo>
                <a:lnTo>
                  <a:pt x="310877" y="87065"/>
                </a:lnTo>
                <a:lnTo>
                  <a:pt x="310877" y="52185"/>
                </a:lnTo>
                <a:cubicBezTo>
                  <a:pt x="310877" y="39206"/>
                  <a:pt x="300602" y="28120"/>
                  <a:pt x="286002" y="26768"/>
                </a:cubicBezTo>
                <a:lnTo>
                  <a:pt x="24808" y="26768"/>
                </a:lnTo>
                <a:cubicBezTo>
                  <a:pt x="10748" y="28120"/>
                  <a:pt x="203" y="38936"/>
                  <a:pt x="203" y="51914"/>
                </a:cubicBezTo>
                <a:cubicBezTo>
                  <a:pt x="-68" y="81386"/>
                  <a:pt x="-68" y="81386"/>
                  <a:pt x="203" y="82468"/>
                </a:cubicBezTo>
                <a:cubicBezTo>
                  <a:pt x="473" y="85442"/>
                  <a:pt x="35894" y="382597"/>
                  <a:pt x="38868" y="410717"/>
                </a:cubicBezTo>
                <a:cubicBezTo>
                  <a:pt x="40490" y="425048"/>
                  <a:pt x="45628" y="435863"/>
                  <a:pt x="54280" y="443705"/>
                </a:cubicBezTo>
                <a:lnTo>
                  <a:pt x="54280" y="540503"/>
                </a:lnTo>
                <a:cubicBezTo>
                  <a:pt x="54280" y="555374"/>
                  <a:pt x="66448" y="567542"/>
                  <a:pt x="81319" y="567542"/>
                </a:cubicBezTo>
                <a:lnTo>
                  <a:pt x="189473" y="567542"/>
                </a:lnTo>
                <a:cubicBezTo>
                  <a:pt x="189473" y="582413"/>
                  <a:pt x="201641" y="594580"/>
                  <a:pt x="216512" y="594580"/>
                </a:cubicBezTo>
                <a:lnTo>
                  <a:pt x="338186" y="594580"/>
                </a:lnTo>
                <a:cubicBezTo>
                  <a:pt x="353057" y="594580"/>
                  <a:pt x="365225" y="582413"/>
                  <a:pt x="365225" y="567542"/>
                </a:cubicBezTo>
                <a:lnTo>
                  <a:pt x="486358" y="567542"/>
                </a:lnTo>
                <a:cubicBezTo>
                  <a:pt x="501500" y="567542"/>
                  <a:pt x="513667" y="555374"/>
                  <a:pt x="513667" y="540233"/>
                </a:cubicBezTo>
                <a:lnTo>
                  <a:pt x="513667" y="189000"/>
                </a:lnTo>
                <a:cubicBezTo>
                  <a:pt x="513667" y="174129"/>
                  <a:pt x="501229" y="161962"/>
                  <a:pt x="486358" y="161962"/>
                </a:cubicBezTo>
                <a:close/>
                <a:moveTo>
                  <a:pt x="486628" y="54077"/>
                </a:moveTo>
                <a:lnTo>
                  <a:pt x="486628" y="94365"/>
                </a:lnTo>
                <a:lnTo>
                  <a:pt x="459319" y="94365"/>
                </a:lnTo>
                <a:lnTo>
                  <a:pt x="459319" y="93013"/>
                </a:lnTo>
                <a:cubicBezTo>
                  <a:pt x="459319" y="83009"/>
                  <a:pt x="453641" y="74627"/>
                  <a:pt x="445800" y="70301"/>
                </a:cubicBezTo>
                <a:lnTo>
                  <a:pt x="445800" y="53807"/>
                </a:lnTo>
                <a:lnTo>
                  <a:pt x="486628" y="53807"/>
                </a:lnTo>
                <a:close/>
                <a:moveTo>
                  <a:pt x="372525" y="27039"/>
                </a:moveTo>
                <a:lnTo>
                  <a:pt x="410920" y="27039"/>
                </a:lnTo>
                <a:lnTo>
                  <a:pt x="417950" y="38665"/>
                </a:lnTo>
                <a:lnTo>
                  <a:pt x="418491" y="67597"/>
                </a:lnTo>
                <a:lnTo>
                  <a:pt x="364684" y="67597"/>
                </a:lnTo>
                <a:lnTo>
                  <a:pt x="364684" y="42180"/>
                </a:lnTo>
                <a:lnTo>
                  <a:pt x="372525" y="27039"/>
                </a:lnTo>
                <a:close/>
                <a:moveTo>
                  <a:pt x="351435" y="94635"/>
                </a:moveTo>
                <a:lnTo>
                  <a:pt x="432281" y="94635"/>
                </a:lnTo>
                <a:lnTo>
                  <a:pt x="432281" y="162232"/>
                </a:lnTo>
                <a:lnTo>
                  <a:pt x="351165" y="162232"/>
                </a:lnTo>
                <a:lnTo>
                  <a:pt x="351165" y="94635"/>
                </a:lnTo>
                <a:close/>
                <a:moveTo>
                  <a:pt x="286813" y="229829"/>
                </a:moveTo>
                <a:cubicBezTo>
                  <a:pt x="287624" y="236859"/>
                  <a:pt x="289246" y="243618"/>
                  <a:pt x="291680" y="249837"/>
                </a:cubicBezTo>
                <a:cubicBezTo>
                  <a:pt x="297899" y="266601"/>
                  <a:pt x="308714" y="280121"/>
                  <a:pt x="324667" y="289314"/>
                </a:cubicBezTo>
                <a:lnTo>
                  <a:pt x="324667" y="324464"/>
                </a:lnTo>
                <a:lnTo>
                  <a:pt x="230031" y="324464"/>
                </a:lnTo>
                <a:lnTo>
                  <a:pt x="230031" y="289314"/>
                </a:lnTo>
                <a:cubicBezTo>
                  <a:pt x="249499" y="278228"/>
                  <a:pt x="261396" y="260112"/>
                  <a:pt x="265993" y="237400"/>
                </a:cubicBezTo>
                <a:cubicBezTo>
                  <a:pt x="266534" y="234966"/>
                  <a:pt x="267345" y="232533"/>
                  <a:pt x="267615" y="230099"/>
                </a:cubicBezTo>
                <a:lnTo>
                  <a:pt x="286813" y="230099"/>
                </a:lnTo>
                <a:close/>
                <a:moveTo>
                  <a:pt x="311147" y="351503"/>
                </a:moveTo>
                <a:lnTo>
                  <a:pt x="310607" y="365022"/>
                </a:lnTo>
                <a:lnTo>
                  <a:pt x="243280" y="365022"/>
                </a:lnTo>
                <a:lnTo>
                  <a:pt x="243280" y="351503"/>
                </a:lnTo>
                <a:lnTo>
                  <a:pt x="311147" y="351503"/>
                </a:lnTo>
                <a:close/>
                <a:moveTo>
                  <a:pt x="26971" y="80575"/>
                </a:moveTo>
                <a:cubicBezTo>
                  <a:pt x="26971" y="78412"/>
                  <a:pt x="26971" y="55159"/>
                  <a:pt x="26160" y="53537"/>
                </a:cubicBezTo>
                <a:lnTo>
                  <a:pt x="283838" y="53537"/>
                </a:lnTo>
                <a:lnTo>
                  <a:pt x="283838" y="83549"/>
                </a:lnTo>
                <a:lnTo>
                  <a:pt x="282216" y="97339"/>
                </a:lnTo>
                <a:lnTo>
                  <a:pt x="280864" y="107884"/>
                </a:lnTo>
                <a:lnTo>
                  <a:pt x="30216" y="107884"/>
                </a:lnTo>
                <a:cubicBezTo>
                  <a:pt x="28323" y="91120"/>
                  <a:pt x="26971" y="80846"/>
                  <a:pt x="26971" y="80575"/>
                </a:cubicBezTo>
                <a:close/>
                <a:moveTo>
                  <a:pt x="189203" y="540503"/>
                </a:moveTo>
                <a:lnTo>
                  <a:pt x="81048" y="540503"/>
                </a:lnTo>
                <a:lnTo>
                  <a:pt x="81048" y="513464"/>
                </a:lnTo>
                <a:lnTo>
                  <a:pt x="189203" y="513464"/>
                </a:lnTo>
                <a:lnTo>
                  <a:pt x="189203" y="540503"/>
                </a:lnTo>
                <a:close/>
                <a:moveTo>
                  <a:pt x="189203" y="486426"/>
                </a:moveTo>
                <a:lnTo>
                  <a:pt x="81048" y="486426"/>
                </a:lnTo>
                <a:lnTo>
                  <a:pt x="81048" y="456953"/>
                </a:lnTo>
                <a:cubicBezTo>
                  <a:pt x="87808" y="458305"/>
                  <a:pt x="95109" y="459387"/>
                  <a:pt x="103220" y="459387"/>
                </a:cubicBezTo>
                <a:lnTo>
                  <a:pt x="189203" y="459387"/>
                </a:lnTo>
                <a:lnTo>
                  <a:pt x="189203" y="486426"/>
                </a:lnTo>
                <a:close/>
                <a:moveTo>
                  <a:pt x="216242" y="364752"/>
                </a:moveTo>
                <a:cubicBezTo>
                  <a:pt x="201370" y="364752"/>
                  <a:pt x="189203" y="376919"/>
                  <a:pt x="189203" y="391790"/>
                </a:cubicBezTo>
                <a:lnTo>
                  <a:pt x="189203" y="432348"/>
                </a:lnTo>
                <a:lnTo>
                  <a:pt x="103220" y="432348"/>
                </a:lnTo>
                <a:cubicBezTo>
                  <a:pt x="73748" y="432348"/>
                  <a:pt x="66988" y="423426"/>
                  <a:pt x="65366" y="408014"/>
                </a:cubicBezTo>
                <a:cubicBezTo>
                  <a:pt x="63203" y="386923"/>
                  <a:pt x="43735" y="222528"/>
                  <a:pt x="33190" y="134923"/>
                </a:cubicBezTo>
                <a:lnTo>
                  <a:pt x="277890" y="134923"/>
                </a:lnTo>
                <a:cubicBezTo>
                  <a:pt x="274916" y="158987"/>
                  <a:pt x="272212" y="181429"/>
                  <a:pt x="269778" y="202520"/>
                </a:cubicBezTo>
                <a:lnTo>
                  <a:pt x="263019" y="202520"/>
                </a:lnTo>
                <a:cubicBezTo>
                  <a:pt x="251392" y="202520"/>
                  <a:pt x="241928" y="211442"/>
                  <a:pt x="240847" y="223339"/>
                </a:cubicBezTo>
                <a:cubicBezTo>
                  <a:pt x="239225" y="244159"/>
                  <a:pt x="230302" y="258490"/>
                  <a:pt x="213808" y="266872"/>
                </a:cubicBezTo>
                <a:cubicBezTo>
                  <a:pt x="207049" y="270387"/>
                  <a:pt x="202722" y="277146"/>
                  <a:pt x="202722" y="284717"/>
                </a:cubicBezTo>
                <a:lnTo>
                  <a:pt x="202722" y="330953"/>
                </a:lnTo>
                <a:cubicBezTo>
                  <a:pt x="202722" y="339876"/>
                  <a:pt x="208401" y="347177"/>
                  <a:pt x="216242" y="349880"/>
                </a:cubicBezTo>
                <a:lnTo>
                  <a:pt x="216242" y="364752"/>
                </a:lnTo>
                <a:close/>
                <a:moveTo>
                  <a:pt x="337916" y="541585"/>
                </a:moveTo>
                <a:lnTo>
                  <a:pt x="337916" y="567271"/>
                </a:lnTo>
                <a:lnTo>
                  <a:pt x="216242" y="567271"/>
                </a:lnTo>
                <a:lnTo>
                  <a:pt x="216242" y="540503"/>
                </a:lnTo>
                <a:lnTo>
                  <a:pt x="337916" y="540503"/>
                </a:lnTo>
                <a:lnTo>
                  <a:pt x="337916" y="541585"/>
                </a:lnTo>
                <a:close/>
                <a:moveTo>
                  <a:pt x="337916" y="513464"/>
                </a:moveTo>
                <a:lnTo>
                  <a:pt x="216242" y="513464"/>
                </a:lnTo>
                <a:lnTo>
                  <a:pt x="216242" y="445868"/>
                </a:lnTo>
                <a:lnTo>
                  <a:pt x="337916" y="445868"/>
                </a:lnTo>
                <a:lnTo>
                  <a:pt x="337916" y="513464"/>
                </a:lnTo>
                <a:close/>
                <a:moveTo>
                  <a:pt x="337916" y="418829"/>
                </a:moveTo>
                <a:lnTo>
                  <a:pt x="216242" y="418829"/>
                </a:lnTo>
                <a:lnTo>
                  <a:pt x="216242" y="391790"/>
                </a:lnTo>
                <a:lnTo>
                  <a:pt x="337916" y="391790"/>
                </a:lnTo>
                <a:lnTo>
                  <a:pt x="337916" y="418829"/>
                </a:lnTo>
                <a:close/>
                <a:moveTo>
                  <a:pt x="486088" y="540233"/>
                </a:moveTo>
                <a:lnTo>
                  <a:pt x="364954" y="541314"/>
                </a:lnTo>
                <a:lnTo>
                  <a:pt x="364954" y="417207"/>
                </a:lnTo>
                <a:cubicBezTo>
                  <a:pt x="367118" y="419370"/>
                  <a:pt x="369551" y="421262"/>
                  <a:pt x="371444" y="422614"/>
                </a:cubicBezTo>
                <a:cubicBezTo>
                  <a:pt x="373607" y="424507"/>
                  <a:pt x="377392" y="426400"/>
                  <a:pt x="383070" y="428293"/>
                </a:cubicBezTo>
                <a:cubicBezTo>
                  <a:pt x="387126" y="429644"/>
                  <a:pt x="392804" y="430726"/>
                  <a:pt x="399564" y="430726"/>
                </a:cubicBezTo>
                <a:cubicBezTo>
                  <a:pt x="407676" y="430726"/>
                  <a:pt x="417409" y="428833"/>
                  <a:pt x="427143" y="422614"/>
                </a:cubicBezTo>
                <a:cubicBezTo>
                  <a:pt x="439311" y="415855"/>
                  <a:pt x="457427" y="393413"/>
                  <a:pt x="438770" y="356099"/>
                </a:cubicBezTo>
                <a:lnTo>
                  <a:pt x="439581" y="357181"/>
                </a:lnTo>
                <a:cubicBezTo>
                  <a:pt x="438500" y="354747"/>
                  <a:pt x="436066" y="349880"/>
                  <a:pt x="413083" y="309322"/>
                </a:cubicBezTo>
                <a:cubicBezTo>
                  <a:pt x="409568" y="303374"/>
                  <a:pt x="404431" y="299048"/>
                  <a:pt x="399023" y="298777"/>
                </a:cubicBezTo>
                <a:cubicBezTo>
                  <a:pt x="393615" y="299048"/>
                  <a:pt x="388478" y="303374"/>
                  <a:pt x="384963" y="309322"/>
                </a:cubicBezTo>
                <a:cubicBezTo>
                  <a:pt x="361710" y="350151"/>
                  <a:pt x="359276" y="354747"/>
                  <a:pt x="358465" y="357181"/>
                </a:cubicBezTo>
                <a:cubicBezTo>
                  <a:pt x="356302" y="361777"/>
                  <a:pt x="354680" y="365833"/>
                  <a:pt x="353598" y="369889"/>
                </a:cubicBezTo>
                <a:cubicBezTo>
                  <a:pt x="351705" y="368537"/>
                  <a:pt x="349813" y="367456"/>
                  <a:pt x="347650" y="366644"/>
                </a:cubicBezTo>
                <a:cubicBezTo>
                  <a:pt x="344675" y="365563"/>
                  <a:pt x="341701" y="364752"/>
                  <a:pt x="338186" y="364752"/>
                </a:cubicBezTo>
                <a:lnTo>
                  <a:pt x="337916" y="364752"/>
                </a:lnTo>
                <a:lnTo>
                  <a:pt x="338457" y="349880"/>
                </a:lnTo>
                <a:cubicBezTo>
                  <a:pt x="346027" y="346906"/>
                  <a:pt x="351705" y="339606"/>
                  <a:pt x="351705" y="330953"/>
                </a:cubicBezTo>
                <a:lnTo>
                  <a:pt x="351705" y="284717"/>
                </a:lnTo>
                <a:cubicBezTo>
                  <a:pt x="351705" y="277146"/>
                  <a:pt x="347379" y="270387"/>
                  <a:pt x="340620" y="266872"/>
                </a:cubicBezTo>
                <a:cubicBezTo>
                  <a:pt x="324126" y="258490"/>
                  <a:pt x="315203" y="244159"/>
                  <a:pt x="313581" y="223339"/>
                </a:cubicBezTo>
                <a:cubicBezTo>
                  <a:pt x="312770" y="213605"/>
                  <a:pt x="306010" y="206035"/>
                  <a:pt x="297358" y="203601"/>
                </a:cubicBezTo>
                <a:lnTo>
                  <a:pt x="298980" y="189000"/>
                </a:lnTo>
                <a:lnTo>
                  <a:pt x="486899" y="189000"/>
                </a:lnTo>
                <a:lnTo>
                  <a:pt x="486899" y="540233"/>
                </a:lnTo>
                <a:close/>
                <a:moveTo>
                  <a:pt x="382800" y="366915"/>
                </a:moveTo>
                <a:cubicBezTo>
                  <a:pt x="383611" y="365563"/>
                  <a:pt x="386856" y="359344"/>
                  <a:pt x="398212" y="339065"/>
                </a:cubicBezTo>
                <a:lnTo>
                  <a:pt x="413894" y="367996"/>
                </a:lnTo>
                <a:cubicBezTo>
                  <a:pt x="425251" y="390168"/>
                  <a:pt x="415246" y="397739"/>
                  <a:pt x="412542" y="399361"/>
                </a:cubicBezTo>
                <a:cubicBezTo>
                  <a:pt x="401186" y="406662"/>
                  <a:pt x="391182" y="402876"/>
                  <a:pt x="387937" y="401524"/>
                </a:cubicBezTo>
                <a:lnTo>
                  <a:pt x="386315" y="400443"/>
                </a:lnTo>
                <a:cubicBezTo>
                  <a:pt x="378744" y="395576"/>
                  <a:pt x="372255" y="388005"/>
                  <a:pt x="382530" y="366915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" name="Freeform 5" descr="CVS member card icon.">
            <a:extLst>
              <a:ext uri="{FF2B5EF4-FFF2-40B4-BE49-F238E27FC236}">
                <a16:creationId xmlns:a16="http://schemas.microsoft.com/office/drawing/2014/main" id="{84480E27-FB32-4583-BB56-2F9065E9423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545870" y="2376459"/>
            <a:ext cx="457200" cy="305442"/>
          </a:xfrm>
          <a:custGeom>
            <a:avLst/>
            <a:gdLst>
              <a:gd name="T0" fmla="*/ 2201 w 2601"/>
              <a:gd name="T1" fmla="*/ 507 h 1737"/>
              <a:gd name="T2" fmla="*/ 2200 w 2601"/>
              <a:gd name="T3" fmla="*/ 375 h 1737"/>
              <a:gd name="T4" fmla="*/ 1991 w 2601"/>
              <a:gd name="T5" fmla="*/ 212 h 1737"/>
              <a:gd name="T6" fmla="*/ 1817 w 2601"/>
              <a:gd name="T7" fmla="*/ 345 h 1737"/>
              <a:gd name="T8" fmla="*/ 1642 w 2601"/>
              <a:gd name="T9" fmla="*/ 214 h 1737"/>
              <a:gd name="T10" fmla="*/ 1435 w 2601"/>
              <a:gd name="T11" fmla="*/ 369 h 1737"/>
              <a:gd name="T12" fmla="*/ 1436 w 2601"/>
              <a:gd name="T13" fmla="*/ 501 h 1737"/>
              <a:gd name="T14" fmla="*/ 1821 w 2601"/>
              <a:gd name="T15" fmla="*/ 893 h 1737"/>
              <a:gd name="T16" fmla="*/ 108 w 2601"/>
              <a:gd name="T17" fmla="*/ 0 h 1737"/>
              <a:gd name="T18" fmla="*/ 0 w 2601"/>
              <a:gd name="T19" fmla="*/ 1628 h 1737"/>
              <a:gd name="T20" fmla="*/ 2492 w 2601"/>
              <a:gd name="T21" fmla="*/ 1737 h 1737"/>
              <a:gd name="T22" fmla="*/ 2601 w 2601"/>
              <a:gd name="T23" fmla="*/ 109 h 1737"/>
              <a:gd name="T24" fmla="*/ 2492 w 2601"/>
              <a:gd name="T25" fmla="*/ 1628 h 1737"/>
              <a:gd name="T26" fmla="*/ 108 w 2601"/>
              <a:gd name="T27" fmla="*/ 109 h 1737"/>
              <a:gd name="T28" fmla="*/ 2492 w 2601"/>
              <a:gd name="T29" fmla="*/ 1628 h 1737"/>
              <a:gd name="T30" fmla="*/ 2059 w 2601"/>
              <a:gd name="T31" fmla="*/ 1303 h 1737"/>
              <a:gd name="T32" fmla="*/ 1409 w 2601"/>
              <a:gd name="T33" fmla="*/ 1412 h 1737"/>
              <a:gd name="T34" fmla="*/ 1409 w 2601"/>
              <a:gd name="T35" fmla="*/ 1303 h 1737"/>
              <a:gd name="T36" fmla="*/ 2167 w 2601"/>
              <a:gd name="T37" fmla="*/ 1085 h 1737"/>
              <a:gd name="T38" fmla="*/ 1409 w 2601"/>
              <a:gd name="T39" fmla="*/ 1194 h 1737"/>
              <a:gd name="T40" fmla="*/ 1409 w 2601"/>
              <a:gd name="T41" fmla="*/ 1085 h 1737"/>
              <a:gd name="T42" fmla="*/ 1301 w 2601"/>
              <a:gd name="T43" fmla="*/ 1101 h 1737"/>
              <a:gd name="T44" fmla="*/ 814 w 2601"/>
              <a:gd name="T45" fmla="*/ 836 h 1737"/>
              <a:gd name="T46" fmla="*/ 747 w 2601"/>
              <a:gd name="T47" fmla="*/ 219 h 1737"/>
              <a:gd name="T48" fmla="*/ 678 w 2601"/>
              <a:gd name="T49" fmla="*/ 835 h 1737"/>
              <a:gd name="T50" fmla="*/ 217 w 2601"/>
              <a:gd name="T51" fmla="*/ 1098 h 1737"/>
              <a:gd name="T52" fmla="*/ 214 w 2601"/>
              <a:gd name="T53" fmla="*/ 1418 h 1737"/>
              <a:gd name="T54" fmla="*/ 314 w 2601"/>
              <a:gd name="T55" fmla="*/ 1518 h 1737"/>
              <a:gd name="T56" fmla="*/ 1204 w 2601"/>
              <a:gd name="T57" fmla="*/ 1516 h 1737"/>
              <a:gd name="T58" fmla="*/ 1303 w 2601"/>
              <a:gd name="T59" fmla="*/ 1415 h 1737"/>
              <a:gd name="T60" fmla="*/ 1181 w 2601"/>
              <a:gd name="T61" fmla="*/ 1099 h 1737"/>
              <a:gd name="T62" fmla="*/ 1181 w 2601"/>
              <a:gd name="T63" fmla="*/ 1099 h 1737"/>
              <a:gd name="T64" fmla="*/ 747 w 2601"/>
              <a:gd name="T65" fmla="*/ 325 h 1737"/>
              <a:gd name="T66" fmla="*/ 747 w 2601"/>
              <a:gd name="T67" fmla="*/ 737 h 1737"/>
              <a:gd name="T68" fmla="*/ 1080 w 2601"/>
              <a:gd name="T69" fmla="*/ 1396 h 1737"/>
              <a:gd name="T70" fmla="*/ 972 w 2601"/>
              <a:gd name="T71" fmla="*/ 1248 h 1737"/>
              <a:gd name="T72" fmla="*/ 540 w 2601"/>
              <a:gd name="T73" fmla="*/ 1397 h 1737"/>
              <a:gd name="T74" fmla="*/ 432 w 2601"/>
              <a:gd name="T75" fmla="*/ 1248 h 1737"/>
              <a:gd name="T76" fmla="*/ 334 w 2601"/>
              <a:gd name="T77" fmla="*/ 1398 h 1737"/>
              <a:gd name="T78" fmla="*/ 337 w 2601"/>
              <a:gd name="T79" fmla="*/ 1102 h 1737"/>
              <a:gd name="T80" fmla="*/ 746 w 2601"/>
              <a:gd name="T81" fmla="*/ 954 h 1737"/>
              <a:gd name="T82" fmla="*/ 1181 w 2601"/>
              <a:gd name="T83" fmla="*/ 1181 h 1737"/>
              <a:gd name="T84" fmla="*/ 1080 w 2601"/>
              <a:gd name="T85" fmla="*/ 1396 h 1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01" h="1737">
                <a:moveTo>
                  <a:pt x="1821" y="893"/>
                </a:moveTo>
                <a:cubicBezTo>
                  <a:pt x="2201" y="507"/>
                  <a:pt x="2201" y="507"/>
                  <a:pt x="2201" y="507"/>
                </a:cubicBezTo>
                <a:cubicBezTo>
                  <a:pt x="2233" y="473"/>
                  <a:pt x="2233" y="408"/>
                  <a:pt x="2200" y="375"/>
                </a:cubicBezTo>
                <a:cubicBezTo>
                  <a:pt x="2200" y="375"/>
                  <a:pt x="2200" y="375"/>
                  <a:pt x="2200" y="375"/>
                </a:cubicBezTo>
                <a:cubicBezTo>
                  <a:pt x="2068" y="244"/>
                  <a:pt x="2068" y="244"/>
                  <a:pt x="2068" y="244"/>
                </a:cubicBezTo>
                <a:cubicBezTo>
                  <a:pt x="2046" y="223"/>
                  <a:pt x="2024" y="212"/>
                  <a:pt x="1991" y="212"/>
                </a:cubicBezTo>
                <a:cubicBezTo>
                  <a:pt x="1969" y="212"/>
                  <a:pt x="1937" y="223"/>
                  <a:pt x="1926" y="234"/>
                </a:cubicBezTo>
                <a:cubicBezTo>
                  <a:pt x="1817" y="345"/>
                  <a:pt x="1817" y="345"/>
                  <a:pt x="1817" y="345"/>
                </a:cubicBezTo>
                <a:cubicBezTo>
                  <a:pt x="1707" y="236"/>
                  <a:pt x="1707" y="236"/>
                  <a:pt x="1707" y="236"/>
                </a:cubicBezTo>
                <a:cubicBezTo>
                  <a:pt x="1685" y="225"/>
                  <a:pt x="1664" y="214"/>
                  <a:pt x="1642" y="214"/>
                </a:cubicBezTo>
                <a:cubicBezTo>
                  <a:pt x="1620" y="215"/>
                  <a:pt x="1587" y="226"/>
                  <a:pt x="1576" y="237"/>
                </a:cubicBezTo>
                <a:cubicBezTo>
                  <a:pt x="1435" y="369"/>
                  <a:pt x="1435" y="369"/>
                  <a:pt x="1435" y="369"/>
                </a:cubicBezTo>
                <a:cubicBezTo>
                  <a:pt x="1403" y="402"/>
                  <a:pt x="1403" y="468"/>
                  <a:pt x="1436" y="501"/>
                </a:cubicBezTo>
                <a:cubicBezTo>
                  <a:pt x="1436" y="501"/>
                  <a:pt x="1436" y="501"/>
                  <a:pt x="1436" y="501"/>
                </a:cubicBezTo>
                <a:cubicBezTo>
                  <a:pt x="1821" y="893"/>
                  <a:pt x="1821" y="893"/>
                  <a:pt x="1821" y="893"/>
                </a:cubicBezTo>
                <a:cubicBezTo>
                  <a:pt x="1821" y="893"/>
                  <a:pt x="1821" y="893"/>
                  <a:pt x="1821" y="893"/>
                </a:cubicBezTo>
                <a:close/>
                <a:moveTo>
                  <a:pt x="2492" y="0"/>
                </a:moveTo>
                <a:cubicBezTo>
                  <a:pt x="108" y="0"/>
                  <a:pt x="108" y="0"/>
                  <a:pt x="108" y="0"/>
                </a:cubicBezTo>
                <a:cubicBezTo>
                  <a:pt x="43" y="0"/>
                  <a:pt x="0" y="43"/>
                  <a:pt x="0" y="109"/>
                </a:cubicBezTo>
                <a:cubicBezTo>
                  <a:pt x="0" y="1628"/>
                  <a:pt x="0" y="1628"/>
                  <a:pt x="0" y="1628"/>
                </a:cubicBezTo>
                <a:cubicBezTo>
                  <a:pt x="0" y="1693"/>
                  <a:pt x="43" y="1737"/>
                  <a:pt x="108" y="1737"/>
                </a:cubicBezTo>
                <a:cubicBezTo>
                  <a:pt x="2492" y="1737"/>
                  <a:pt x="2492" y="1737"/>
                  <a:pt x="2492" y="1737"/>
                </a:cubicBezTo>
                <a:cubicBezTo>
                  <a:pt x="2557" y="1737"/>
                  <a:pt x="2601" y="1693"/>
                  <a:pt x="2601" y="1628"/>
                </a:cubicBezTo>
                <a:cubicBezTo>
                  <a:pt x="2601" y="109"/>
                  <a:pt x="2601" y="109"/>
                  <a:pt x="2601" y="109"/>
                </a:cubicBezTo>
                <a:cubicBezTo>
                  <a:pt x="2601" y="43"/>
                  <a:pt x="2557" y="0"/>
                  <a:pt x="2492" y="0"/>
                </a:cubicBezTo>
                <a:close/>
                <a:moveTo>
                  <a:pt x="2492" y="1628"/>
                </a:moveTo>
                <a:cubicBezTo>
                  <a:pt x="108" y="1628"/>
                  <a:pt x="108" y="1628"/>
                  <a:pt x="108" y="1628"/>
                </a:cubicBezTo>
                <a:cubicBezTo>
                  <a:pt x="108" y="109"/>
                  <a:pt x="108" y="109"/>
                  <a:pt x="108" y="109"/>
                </a:cubicBezTo>
                <a:cubicBezTo>
                  <a:pt x="2492" y="109"/>
                  <a:pt x="2492" y="109"/>
                  <a:pt x="2492" y="109"/>
                </a:cubicBezTo>
                <a:lnTo>
                  <a:pt x="2492" y="1628"/>
                </a:lnTo>
                <a:close/>
                <a:moveTo>
                  <a:pt x="1409" y="1303"/>
                </a:moveTo>
                <a:cubicBezTo>
                  <a:pt x="2059" y="1303"/>
                  <a:pt x="2059" y="1303"/>
                  <a:pt x="2059" y="1303"/>
                </a:cubicBezTo>
                <a:cubicBezTo>
                  <a:pt x="2059" y="1412"/>
                  <a:pt x="2059" y="1412"/>
                  <a:pt x="2059" y="1412"/>
                </a:cubicBezTo>
                <a:cubicBezTo>
                  <a:pt x="1409" y="1412"/>
                  <a:pt x="1409" y="1412"/>
                  <a:pt x="1409" y="1412"/>
                </a:cubicBezTo>
                <a:cubicBezTo>
                  <a:pt x="1409" y="1303"/>
                  <a:pt x="1409" y="1303"/>
                  <a:pt x="1409" y="1303"/>
                </a:cubicBezTo>
                <a:cubicBezTo>
                  <a:pt x="1409" y="1303"/>
                  <a:pt x="1409" y="1303"/>
                  <a:pt x="1409" y="1303"/>
                </a:cubicBezTo>
                <a:close/>
                <a:moveTo>
                  <a:pt x="1409" y="1085"/>
                </a:moveTo>
                <a:cubicBezTo>
                  <a:pt x="2167" y="1085"/>
                  <a:pt x="2167" y="1085"/>
                  <a:pt x="2167" y="1085"/>
                </a:cubicBezTo>
                <a:cubicBezTo>
                  <a:pt x="2167" y="1194"/>
                  <a:pt x="2167" y="1194"/>
                  <a:pt x="2167" y="1194"/>
                </a:cubicBezTo>
                <a:cubicBezTo>
                  <a:pt x="1409" y="1194"/>
                  <a:pt x="1409" y="1194"/>
                  <a:pt x="1409" y="1194"/>
                </a:cubicBezTo>
                <a:cubicBezTo>
                  <a:pt x="1409" y="1085"/>
                  <a:pt x="1409" y="1085"/>
                  <a:pt x="1409" y="1085"/>
                </a:cubicBezTo>
                <a:cubicBezTo>
                  <a:pt x="1409" y="1085"/>
                  <a:pt x="1409" y="1085"/>
                  <a:pt x="1409" y="1085"/>
                </a:cubicBezTo>
                <a:close/>
                <a:moveTo>
                  <a:pt x="1301" y="1179"/>
                </a:moveTo>
                <a:cubicBezTo>
                  <a:pt x="1300" y="1158"/>
                  <a:pt x="1300" y="1123"/>
                  <a:pt x="1301" y="1101"/>
                </a:cubicBezTo>
                <a:cubicBezTo>
                  <a:pt x="1301" y="1090"/>
                  <a:pt x="1299" y="1031"/>
                  <a:pt x="1239" y="971"/>
                </a:cubicBezTo>
                <a:cubicBezTo>
                  <a:pt x="1160" y="890"/>
                  <a:pt x="1017" y="844"/>
                  <a:pt x="814" y="836"/>
                </a:cubicBezTo>
                <a:cubicBezTo>
                  <a:pt x="954" y="805"/>
                  <a:pt x="1059" y="680"/>
                  <a:pt x="1059" y="531"/>
                </a:cubicBezTo>
                <a:cubicBezTo>
                  <a:pt x="1059" y="359"/>
                  <a:pt x="919" y="219"/>
                  <a:pt x="747" y="219"/>
                </a:cubicBezTo>
                <a:cubicBezTo>
                  <a:pt x="575" y="219"/>
                  <a:pt x="435" y="359"/>
                  <a:pt x="435" y="531"/>
                </a:cubicBezTo>
                <a:cubicBezTo>
                  <a:pt x="435" y="680"/>
                  <a:pt x="539" y="804"/>
                  <a:pt x="678" y="835"/>
                </a:cubicBezTo>
                <a:cubicBezTo>
                  <a:pt x="506" y="843"/>
                  <a:pt x="379" y="881"/>
                  <a:pt x="299" y="951"/>
                </a:cubicBezTo>
                <a:cubicBezTo>
                  <a:pt x="222" y="1018"/>
                  <a:pt x="218" y="1090"/>
                  <a:pt x="217" y="1098"/>
                </a:cubicBezTo>
                <a:cubicBezTo>
                  <a:pt x="217" y="1121"/>
                  <a:pt x="216" y="1157"/>
                  <a:pt x="216" y="1180"/>
                </a:cubicBezTo>
                <a:cubicBezTo>
                  <a:pt x="214" y="1418"/>
                  <a:pt x="214" y="1418"/>
                  <a:pt x="214" y="1418"/>
                </a:cubicBezTo>
                <a:cubicBezTo>
                  <a:pt x="214" y="1444"/>
                  <a:pt x="224" y="1470"/>
                  <a:pt x="243" y="1489"/>
                </a:cubicBezTo>
                <a:cubicBezTo>
                  <a:pt x="262" y="1507"/>
                  <a:pt x="287" y="1518"/>
                  <a:pt x="314" y="1518"/>
                </a:cubicBezTo>
                <a:cubicBezTo>
                  <a:pt x="314" y="1518"/>
                  <a:pt x="314" y="1518"/>
                  <a:pt x="314" y="1518"/>
                </a:cubicBezTo>
                <a:cubicBezTo>
                  <a:pt x="1204" y="1516"/>
                  <a:pt x="1204" y="1516"/>
                  <a:pt x="1204" y="1516"/>
                </a:cubicBezTo>
                <a:cubicBezTo>
                  <a:pt x="1231" y="1516"/>
                  <a:pt x="1256" y="1505"/>
                  <a:pt x="1275" y="1486"/>
                </a:cubicBezTo>
                <a:cubicBezTo>
                  <a:pt x="1294" y="1467"/>
                  <a:pt x="1304" y="1442"/>
                  <a:pt x="1303" y="1415"/>
                </a:cubicBezTo>
                <a:lnTo>
                  <a:pt x="1301" y="1179"/>
                </a:lnTo>
                <a:close/>
                <a:moveTo>
                  <a:pt x="1181" y="1099"/>
                </a:moveTo>
                <a:cubicBezTo>
                  <a:pt x="1181" y="1100"/>
                  <a:pt x="1181" y="1100"/>
                  <a:pt x="1181" y="1101"/>
                </a:cubicBezTo>
                <a:cubicBezTo>
                  <a:pt x="1181" y="1100"/>
                  <a:pt x="1181" y="1099"/>
                  <a:pt x="1181" y="1099"/>
                </a:cubicBezTo>
                <a:close/>
                <a:moveTo>
                  <a:pt x="541" y="531"/>
                </a:moveTo>
                <a:cubicBezTo>
                  <a:pt x="541" y="417"/>
                  <a:pt x="633" y="325"/>
                  <a:pt x="747" y="325"/>
                </a:cubicBezTo>
                <a:cubicBezTo>
                  <a:pt x="861" y="325"/>
                  <a:pt x="953" y="417"/>
                  <a:pt x="953" y="531"/>
                </a:cubicBezTo>
                <a:cubicBezTo>
                  <a:pt x="953" y="645"/>
                  <a:pt x="861" y="737"/>
                  <a:pt x="747" y="737"/>
                </a:cubicBezTo>
                <a:cubicBezTo>
                  <a:pt x="633" y="737"/>
                  <a:pt x="541" y="645"/>
                  <a:pt x="541" y="531"/>
                </a:cubicBezTo>
                <a:close/>
                <a:moveTo>
                  <a:pt x="1080" y="1396"/>
                </a:moveTo>
                <a:cubicBezTo>
                  <a:pt x="1080" y="1248"/>
                  <a:pt x="1080" y="1248"/>
                  <a:pt x="1080" y="1248"/>
                </a:cubicBezTo>
                <a:cubicBezTo>
                  <a:pt x="972" y="1248"/>
                  <a:pt x="972" y="1248"/>
                  <a:pt x="972" y="1248"/>
                </a:cubicBezTo>
                <a:cubicBezTo>
                  <a:pt x="972" y="1397"/>
                  <a:pt x="972" y="1397"/>
                  <a:pt x="972" y="1397"/>
                </a:cubicBezTo>
                <a:cubicBezTo>
                  <a:pt x="540" y="1397"/>
                  <a:pt x="540" y="1397"/>
                  <a:pt x="540" y="1397"/>
                </a:cubicBezTo>
                <a:cubicBezTo>
                  <a:pt x="540" y="1248"/>
                  <a:pt x="540" y="1248"/>
                  <a:pt x="540" y="1248"/>
                </a:cubicBezTo>
                <a:cubicBezTo>
                  <a:pt x="432" y="1248"/>
                  <a:pt x="432" y="1248"/>
                  <a:pt x="432" y="1248"/>
                </a:cubicBezTo>
                <a:cubicBezTo>
                  <a:pt x="432" y="1398"/>
                  <a:pt x="432" y="1398"/>
                  <a:pt x="432" y="1398"/>
                </a:cubicBezTo>
                <a:cubicBezTo>
                  <a:pt x="334" y="1398"/>
                  <a:pt x="334" y="1398"/>
                  <a:pt x="334" y="1398"/>
                </a:cubicBezTo>
                <a:cubicBezTo>
                  <a:pt x="336" y="1180"/>
                  <a:pt x="336" y="1180"/>
                  <a:pt x="336" y="1180"/>
                </a:cubicBezTo>
                <a:cubicBezTo>
                  <a:pt x="336" y="1159"/>
                  <a:pt x="337" y="1124"/>
                  <a:pt x="337" y="1102"/>
                </a:cubicBezTo>
                <a:cubicBezTo>
                  <a:pt x="337" y="1100"/>
                  <a:pt x="359" y="954"/>
                  <a:pt x="740" y="954"/>
                </a:cubicBezTo>
                <a:cubicBezTo>
                  <a:pt x="742" y="954"/>
                  <a:pt x="744" y="954"/>
                  <a:pt x="746" y="954"/>
                </a:cubicBezTo>
                <a:cubicBezTo>
                  <a:pt x="1151" y="956"/>
                  <a:pt x="1179" y="1091"/>
                  <a:pt x="1181" y="1101"/>
                </a:cubicBezTo>
                <a:cubicBezTo>
                  <a:pt x="1180" y="1124"/>
                  <a:pt x="1180" y="1159"/>
                  <a:pt x="1181" y="1181"/>
                </a:cubicBezTo>
                <a:cubicBezTo>
                  <a:pt x="1183" y="1396"/>
                  <a:pt x="1183" y="1396"/>
                  <a:pt x="1183" y="1396"/>
                </a:cubicBezTo>
                <a:lnTo>
                  <a:pt x="1080" y="1396"/>
                </a:lnTo>
                <a:close/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Graphic 57" descr="Non-CVS Health member card icon.">
            <a:extLst>
              <a:ext uri="{FF2B5EF4-FFF2-40B4-BE49-F238E27FC236}">
                <a16:creationId xmlns:a16="http://schemas.microsoft.com/office/drawing/2014/main" id="{7B96B131-F9CB-4479-9DAD-2C371DA01CDC}"/>
              </a:ext>
            </a:extLst>
          </p:cNvPr>
          <p:cNvSpPr/>
          <p:nvPr/>
        </p:nvSpPr>
        <p:spPr>
          <a:xfrm>
            <a:off x="10739699" y="2375367"/>
            <a:ext cx="459801" cy="306534"/>
          </a:xfrm>
          <a:custGeom>
            <a:avLst/>
            <a:gdLst>
              <a:gd name="connsiteX0" fmla="*/ 268217 w 459801"/>
              <a:gd name="connsiteY0" fmla="*/ 210742 h 306534"/>
              <a:gd name="connsiteX1" fmla="*/ 383168 w 459801"/>
              <a:gd name="connsiteY1" fmla="*/ 210742 h 306534"/>
              <a:gd name="connsiteX2" fmla="*/ 383168 w 459801"/>
              <a:gd name="connsiteY2" fmla="*/ 229901 h 306534"/>
              <a:gd name="connsiteX3" fmla="*/ 268217 w 459801"/>
              <a:gd name="connsiteY3" fmla="*/ 229901 h 306534"/>
              <a:gd name="connsiteX4" fmla="*/ 268217 w 459801"/>
              <a:gd name="connsiteY4" fmla="*/ 210742 h 306534"/>
              <a:gd name="connsiteX5" fmla="*/ 268217 w 459801"/>
              <a:gd name="connsiteY5" fmla="*/ 153267 h 306534"/>
              <a:gd name="connsiteX6" fmla="*/ 344851 w 459801"/>
              <a:gd name="connsiteY6" fmla="*/ 153267 h 306534"/>
              <a:gd name="connsiteX7" fmla="*/ 344851 w 459801"/>
              <a:gd name="connsiteY7" fmla="*/ 172425 h 306534"/>
              <a:gd name="connsiteX8" fmla="*/ 268217 w 459801"/>
              <a:gd name="connsiteY8" fmla="*/ 172425 h 306534"/>
              <a:gd name="connsiteX9" fmla="*/ 268217 w 459801"/>
              <a:gd name="connsiteY9" fmla="*/ 153267 h 306534"/>
              <a:gd name="connsiteX10" fmla="*/ 268217 w 459801"/>
              <a:gd name="connsiteY10" fmla="*/ 95792 h 306534"/>
              <a:gd name="connsiteX11" fmla="*/ 402326 w 459801"/>
              <a:gd name="connsiteY11" fmla="*/ 95792 h 306534"/>
              <a:gd name="connsiteX12" fmla="*/ 402326 w 459801"/>
              <a:gd name="connsiteY12" fmla="*/ 114950 h 306534"/>
              <a:gd name="connsiteX13" fmla="*/ 268217 w 459801"/>
              <a:gd name="connsiteY13" fmla="*/ 114950 h 306534"/>
              <a:gd name="connsiteX14" fmla="*/ 268217 w 459801"/>
              <a:gd name="connsiteY14" fmla="*/ 95792 h 306534"/>
              <a:gd name="connsiteX15" fmla="*/ 440643 w 459801"/>
              <a:gd name="connsiteY15" fmla="*/ 0 h 306534"/>
              <a:gd name="connsiteX16" fmla="*/ 19158 w 459801"/>
              <a:gd name="connsiteY16" fmla="*/ 0 h 306534"/>
              <a:gd name="connsiteX17" fmla="*/ 0 w 459801"/>
              <a:gd name="connsiteY17" fmla="*/ 19158 h 306534"/>
              <a:gd name="connsiteX18" fmla="*/ 0 w 459801"/>
              <a:gd name="connsiteY18" fmla="*/ 287376 h 306534"/>
              <a:gd name="connsiteX19" fmla="*/ 19158 w 459801"/>
              <a:gd name="connsiteY19" fmla="*/ 306534 h 306534"/>
              <a:gd name="connsiteX20" fmla="*/ 440643 w 459801"/>
              <a:gd name="connsiteY20" fmla="*/ 306534 h 306534"/>
              <a:gd name="connsiteX21" fmla="*/ 459801 w 459801"/>
              <a:gd name="connsiteY21" fmla="*/ 287376 h 306534"/>
              <a:gd name="connsiteX22" fmla="*/ 459801 w 459801"/>
              <a:gd name="connsiteY22" fmla="*/ 19158 h 306534"/>
              <a:gd name="connsiteX23" fmla="*/ 440643 w 459801"/>
              <a:gd name="connsiteY23" fmla="*/ 0 h 306534"/>
              <a:gd name="connsiteX24" fmla="*/ 440643 w 459801"/>
              <a:gd name="connsiteY24" fmla="*/ 287376 h 306534"/>
              <a:gd name="connsiteX25" fmla="*/ 19158 w 459801"/>
              <a:gd name="connsiteY25" fmla="*/ 287376 h 306534"/>
              <a:gd name="connsiteX26" fmla="*/ 19158 w 459801"/>
              <a:gd name="connsiteY26" fmla="*/ 19158 h 306534"/>
              <a:gd name="connsiteX27" fmla="*/ 440643 w 459801"/>
              <a:gd name="connsiteY27" fmla="*/ 19158 h 306534"/>
              <a:gd name="connsiteX28" fmla="*/ 440643 w 459801"/>
              <a:gd name="connsiteY28" fmla="*/ 287376 h 306534"/>
              <a:gd name="connsiteX29" fmla="*/ 440643 w 459801"/>
              <a:gd name="connsiteY29" fmla="*/ 287376 h 306534"/>
              <a:gd name="connsiteX30" fmla="*/ 229901 w 459801"/>
              <a:gd name="connsiteY30" fmla="*/ 204995 h 306534"/>
              <a:gd name="connsiteX31" fmla="*/ 224153 w 459801"/>
              <a:gd name="connsiteY31" fmla="*/ 185836 h 306534"/>
              <a:gd name="connsiteX32" fmla="*/ 212658 w 459801"/>
              <a:gd name="connsiteY32" fmla="*/ 170510 h 306534"/>
              <a:gd name="connsiteX33" fmla="*/ 160930 w 459801"/>
              <a:gd name="connsiteY33" fmla="*/ 147519 h 306534"/>
              <a:gd name="connsiteX34" fmla="*/ 139856 w 459801"/>
              <a:gd name="connsiteY34" fmla="*/ 147519 h 306534"/>
              <a:gd name="connsiteX35" fmla="*/ 189668 w 459801"/>
              <a:gd name="connsiteY35" fmla="*/ 86213 h 306534"/>
              <a:gd name="connsiteX36" fmla="*/ 130277 w 459801"/>
              <a:gd name="connsiteY36" fmla="*/ 38317 h 306534"/>
              <a:gd name="connsiteX37" fmla="*/ 78549 w 459801"/>
              <a:gd name="connsiteY37" fmla="*/ 97708 h 306534"/>
              <a:gd name="connsiteX38" fmla="*/ 128361 w 459801"/>
              <a:gd name="connsiteY38" fmla="*/ 147519 h 306534"/>
              <a:gd name="connsiteX39" fmla="*/ 107287 w 459801"/>
              <a:gd name="connsiteY39" fmla="*/ 147519 h 306534"/>
              <a:gd name="connsiteX40" fmla="*/ 97708 w 459801"/>
              <a:gd name="connsiteY40" fmla="*/ 147519 h 306534"/>
              <a:gd name="connsiteX41" fmla="*/ 78549 w 459801"/>
              <a:gd name="connsiteY41" fmla="*/ 153267 h 306534"/>
              <a:gd name="connsiteX42" fmla="*/ 63223 w 459801"/>
              <a:gd name="connsiteY42" fmla="*/ 162846 h 306534"/>
              <a:gd name="connsiteX43" fmla="*/ 49812 w 459801"/>
              <a:gd name="connsiteY43" fmla="*/ 178173 h 306534"/>
              <a:gd name="connsiteX44" fmla="*/ 42148 w 459801"/>
              <a:gd name="connsiteY44" fmla="*/ 195415 h 306534"/>
              <a:gd name="connsiteX45" fmla="*/ 38317 w 459801"/>
              <a:gd name="connsiteY45" fmla="*/ 222237 h 306534"/>
              <a:gd name="connsiteX46" fmla="*/ 38317 w 459801"/>
              <a:gd name="connsiteY46" fmla="*/ 254806 h 306534"/>
              <a:gd name="connsiteX47" fmla="*/ 51728 w 459801"/>
              <a:gd name="connsiteY47" fmla="*/ 268217 h 306534"/>
              <a:gd name="connsiteX48" fmla="*/ 51728 w 459801"/>
              <a:gd name="connsiteY48" fmla="*/ 268217 h 306534"/>
              <a:gd name="connsiteX49" fmla="*/ 214574 w 459801"/>
              <a:gd name="connsiteY49" fmla="*/ 268217 h 306534"/>
              <a:gd name="connsiteX50" fmla="*/ 229901 w 459801"/>
              <a:gd name="connsiteY50" fmla="*/ 252891 h 306534"/>
              <a:gd name="connsiteX51" fmla="*/ 229901 w 459801"/>
              <a:gd name="connsiteY51" fmla="*/ 216490 h 306534"/>
              <a:gd name="connsiteX52" fmla="*/ 229901 w 459801"/>
              <a:gd name="connsiteY52" fmla="*/ 204995 h 306534"/>
              <a:gd name="connsiteX53" fmla="*/ 97708 w 459801"/>
              <a:gd name="connsiteY53" fmla="*/ 93876 h 306534"/>
              <a:gd name="connsiteX54" fmla="*/ 134109 w 459801"/>
              <a:gd name="connsiteY54" fmla="*/ 57475 h 306534"/>
              <a:gd name="connsiteX55" fmla="*/ 170510 w 459801"/>
              <a:gd name="connsiteY55" fmla="*/ 95792 h 306534"/>
              <a:gd name="connsiteX56" fmla="*/ 134109 w 459801"/>
              <a:gd name="connsiteY56" fmla="*/ 132193 h 306534"/>
              <a:gd name="connsiteX57" fmla="*/ 97708 w 459801"/>
              <a:gd name="connsiteY57" fmla="*/ 93876 h 306534"/>
              <a:gd name="connsiteX58" fmla="*/ 210742 w 459801"/>
              <a:gd name="connsiteY58" fmla="*/ 249059 h 306534"/>
              <a:gd name="connsiteX59" fmla="*/ 191584 w 459801"/>
              <a:gd name="connsiteY59" fmla="*/ 249059 h 306534"/>
              <a:gd name="connsiteX60" fmla="*/ 191584 w 459801"/>
              <a:gd name="connsiteY60" fmla="*/ 220321 h 306534"/>
              <a:gd name="connsiteX61" fmla="*/ 172425 w 459801"/>
              <a:gd name="connsiteY61" fmla="*/ 220321 h 306534"/>
              <a:gd name="connsiteX62" fmla="*/ 172425 w 459801"/>
              <a:gd name="connsiteY62" fmla="*/ 249059 h 306534"/>
              <a:gd name="connsiteX63" fmla="*/ 95792 w 459801"/>
              <a:gd name="connsiteY63" fmla="*/ 249059 h 306534"/>
              <a:gd name="connsiteX64" fmla="*/ 95792 w 459801"/>
              <a:gd name="connsiteY64" fmla="*/ 220321 h 306534"/>
              <a:gd name="connsiteX65" fmla="*/ 76634 w 459801"/>
              <a:gd name="connsiteY65" fmla="*/ 220321 h 306534"/>
              <a:gd name="connsiteX66" fmla="*/ 76634 w 459801"/>
              <a:gd name="connsiteY66" fmla="*/ 249059 h 306534"/>
              <a:gd name="connsiteX67" fmla="*/ 57475 w 459801"/>
              <a:gd name="connsiteY67" fmla="*/ 249059 h 306534"/>
              <a:gd name="connsiteX68" fmla="*/ 57475 w 459801"/>
              <a:gd name="connsiteY68" fmla="*/ 222237 h 306534"/>
              <a:gd name="connsiteX69" fmla="*/ 59391 w 459801"/>
              <a:gd name="connsiteY69" fmla="*/ 203079 h 306534"/>
              <a:gd name="connsiteX70" fmla="*/ 65138 w 459801"/>
              <a:gd name="connsiteY70" fmla="*/ 191584 h 306534"/>
              <a:gd name="connsiteX71" fmla="*/ 74718 w 459801"/>
              <a:gd name="connsiteY71" fmla="*/ 182005 h 306534"/>
              <a:gd name="connsiteX72" fmla="*/ 86213 w 459801"/>
              <a:gd name="connsiteY72" fmla="*/ 174341 h 306534"/>
              <a:gd name="connsiteX73" fmla="*/ 99624 w 459801"/>
              <a:gd name="connsiteY73" fmla="*/ 170510 h 306534"/>
              <a:gd name="connsiteX74" fmla="*/ 107287 w 459801"/>
              <a:gd name="connsiteY74" fmla="*/ 170510 h 306534"/>
              <a:gd name="connsiteX75" fmla="*/ 160930 w 459801"/>
              <a:gd name="connsiteY75" fmla="*/ 170510 h 306534"/>
              <a:gd name="connsiteX76" fmla="*/ 174341 w 459801"/>
              <a:gd name="connsiteY76" fmla="*/ 172425 h 306534"/>
              <a:gd name="connsiteX77" fmla="*/ 187752 w 459801"/>
              <a:gd name="connsiteY77" fmla="*/ 178173 h 306534"/>
              <a:gd name="connsiteX78" fmla="*/ 197331 w 459801"/>
              <a:gd name="connsiteY78" fmla="*/ 185836 h 306534"/>
              <a:gd name="connsiteX79" fmla="*/ 204995 w 459801"/>
              <a:gd name="connsiteY79" fmla="*/ 197331 h 306534"/>
              <a:gd name="connsiteX80" fmla="*/ 208826 w 459801"/>
              <a:gd name="connsiteY80" fmla="*/ 210742 h 306534"/>
              <a:gd name="connsiteX81" fmla="*/ 208826 w 459801"/>
              <a:gd name="connsiteY81" fmla="*/ 218405 h 306534"/>
              <a:gd name="connsiteX82" fmla="*/ 208826 w 459801"/>
              <a:gd name="connsiteY82" fmla="*/ 218405 h 306534"/>
              <a:gd name="connsiteX83" fmla="*/ 210742 w 459801"/>
              <a:gd name="connsiteY83" fmla="*/ 249059 h 30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59801" h="306534">
                <a:moveTo>
                  <a:pt x="268217" y="210742"/>
                </a:moveTo>
                <a:lnTo>
                  <a:pt x="383168" y="210742"/>
                </a:lnTo>
                <a:lnTo>
                  <a:pt x="383168" y="229901"/>
                </a:lnTo>
                <a:lnTo>
                  <a:pt x="268217" y="229901"/>
                </a:lnTo>
                <a:lnTo>
                  <a:pt x="268217" y="210742"/>
                </a:lnTo>
                <a:close/>
                <a:moveTo>
                  <a:pt x="268217" y="153267"/>
                </a:moveTo>
                <a:lnTo>
                  <a:pt x="344851" y="153267"/>
                </a:lnTo>
                <a:lnTo>
                  <a:pt x="344851" y="172425"/>
                </a:lnTo>
                <a:lnTo>
                  <a:pt x="268217" y="172425"/>
                </a:lnTo>
                <a:lnTo>
                  <a:pt x="268217" y="153267"/>
                </a:lnTo>
                <a:close/>
                <a:moveTo>
                  <a:pt x="268217" y="95792"/>
                </a:moveTo>
                <a:lnTo>
                  <a:pt x="402326" y="95792"/>
                </a:lnTo>
                <a:lnTo>
                  <a:pt x="402326" y="114950"/>
                </a:lnTo>
                <a:lnTo>
                  <a:pt x="268217" y="114950"/>
                </a:lnTo>
                <a:lnTo>
                  <a:pt x="268217" y="95792"/>
                </a:lnTo>
                <a:close/>
                <a:moveTo>
                  <a:pt x="440643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287376"/>
                </a:lnTo>
                <a:cubicBezTo>
                  <a:pt x="0" y="298871"/>
                  <a:pt x="7663" y="306534"/>
                  <a:pt x="19158" y="306534"/>
                </a:cubicBezTo>
                <a:lnTo>
                  <a:pt x="440643" y="306534"/>
                </a:lnTo>
                <a:cubicBezTo>
                  <a:pt x="452138" y="306534"/>
                  <a:pt x="459801" y="298871"/>
                  <a:pt x="459801" y="287376"/>
                </a:cubicBezTo>
                <a:lnTo>
                  <a:pt x="459801" y="19158"/>
                </a:lnTo>
                <a:cubicBezTo>
                  <a:pt x="459801" y="7663"/>
                  <a:pt x="452138" y="0"/>
                  <a:pt x="440643" y="0"/>
                </a:cubicBezTo>
                <a:close/>
                <a:moveTo>
                  <a:pt x="440643" y="287376"/>
                </a:moveTo>
                <a:lnTo>
                  <a:pt x="19158" y="287376"/>
                </a:lnTo>
                <a:lnTo>
                  <a:pt x="19158" y="19158"/>
                </a:lnTo>
                <a:lnTo>
                  <a:pt x="440643" y="19158"/>
                </a:lnTo>
                <a:lnTo>
                  <a:pt x="440643" y="287376"/>
                </a:lnTo>
                <a:lnTo>
                  <a:pt x="440643" y="287376"/>
                </a:lnTo>
                <a:moveTo>
                  <a:pt x="229901" y="204995"/>
                </a:moveTo>
                <a:cubicBezTo>
                  <a:pt x="227985" y="199247"/>
                  <a:pt x="226069" y="191584"/>
                  <a:pt x="224153" y="185836"/>
                </a:cubicBezTo>
                <a:cubicBezTo>
                  <a:pt x="222237" y="180089"/>
                  <a:pt x="218405" y="174341"/>
                  <a:pt x="212658" y="170510"/>
                </a:cubicBezTo>
                <a:cubicBezTo>
                  <a:pt x="199247" y="157099"/>
                  <a:pt x="180089" y="147519"/>
                  <a:pt x="160930" y="147519"/>
                </a:cubicBezTo>
                <a:lnTo>
                  <a:pt x="139856" y="147519"/>
                </a:lnTo>
                <a:cubicBezTo>
                  <a:pt x="170510" y="145604"/>
                  <a:pt x="193500" y="116866"/>
                  <a:pt x="189668" y="86213"/>
                </a:cubicBezTo>
                <a:cubicBezTo>
                  <a:pt x="185836" y="55559"/>
                  <a:pt x="159015" y="34485"/>
                  <a:pt x="130277" y="38317"/>
                </a:cubicBezTo>
                <a:cubicBezTo>
                  <a:pt x="101539" y="42148"/>
                  <a:pt x="76634" y="67054"/>
                  <a:pt x="78549" y="97708"/>
                </a:cubicBezTo>
                <a:cubicBezTo>
                  <a:pt x="80465" y="124529"/>
                  <a:pt x="101539" y="145604"/>
                  <a:pt x="128361" y="147519"/>
                </a:cubicBezTo>
                <a:lnTo>
                  <a:pt x="107287" y="147519"/>
                </a:lnTo>
                <a:cubicBezTo>
                  <a:pt x="103455" y="147519"/>
                  <a:pt x="99624" y="147519"/>
                  <a:pt x="97708" y="147519"/>
                </a:cubicBezTo>
                <a:cubicBezTo>
                  <a:pt x="91960" y="147519"/>
                  <a:pt x="84297" y="149435"/>
                  <a:pt x="78549" y="153267"/>
                </a:cubicBezTo>
                <a:cubicBezTo>
                  <a:pt x="72802" y="155183"/>
                  <a:pt x="67054" y="159015"/>
                  <a:pt x="63223" y="162846"/>
                </a:cubicBezTo>
                <a:cubicBezTo>
                  <a:pt x="57475" y="168594"/>
                  <a:pt x="53643" y="172425"/>
                  <a:pt x="49812" y="178173"/>
                </a:cubicBezTo>
                <a:cubicBezTo>
                  <a:pt x="45980" y="183920"/>
                  <a:pt x="44064" y="189668"/>
                  <a:pt x="42148" y="195415"/>
                </a:cubicBezTo>
                <a:cubicBezTo>
                  <a:pt x="38317" y="203079"/>
                  <a:pt x="38317" y="212658"/>
                  <a:pt x="38317" y="222237"/>
                </a:cubicBezTo>
                <a:lnTo>
                  <a:pt x="38317" y="254806"/>
                </a:lnTo>
                <a:cubicBezTo>
                  <a:pt x="38317" y="262470"/>
                  <a:pt x="44064" y="268217"/>
                  <a:pt x="51728" y="268217"/>
                </a:cubicBezTo>
                <a:cubicBezTo>
                  <a:pt x="51728" y="268217"/>
                  <a:pt x="51728" y="268217"/>
                  <a:pt x="51728" y="268217"/>
                </a:cubicBezTo>
                <a:lnTo>
                  <a:pt x="214574" y="268217"/>
                </a:lnTo>
                <a:cubicBezTo>
                  <a:pt x="224153" y="268217"/>
                  <a:pt x="229901" y="260554"/>
                  <a:pt x="229901" y="252891"/>
                </a:cubicBezTo>
                <a:cubicBezTo>
                  <a:pt x="229901" y="241396"/>
                  <a:pt x="229901" y="220321"/>
                  <a:pt x="229901" y="216490"/>
                </a:cubicBezTo>
                <a:cubicBezTo>
                  <a:pt x="229901" y="212658"/>
                  <a:pt x="229901" y="208826"/>
                  <a:pt x="229901" y="204995"/>
                </a:cubicBezTo>
                <a:close/>
                <a:moveTo>
                  <a:pt x="97708" y="93876"/>
                </a:moveTo>
                <a:cubicBezTo>
                  <a:pt x="97708" y="74718"/>
                  <a:pt x="114950" y="57475"/>
                  <a:pt x="134109" y="57475"/>
                </a:cubicBezTo>
                <a:cubicBezTo>
                  <a:pt x="153267" y="57475"/>
                  <a:pt x="170510" y="74718"/>
                  <a:pt x="170510" y="95792"/>
                </a:cubicBezTo>
                <a:cubicBezTo>
                  <a:pt x="170510" y="114950"/>
                  <a:pt x="153267" y="132193"/>
                  <a:pt x="134109" y="132193"/>
                </a:cubicBezTo>
                <a:cubicBezTo>
                  <a:pt x="113034" y="130277"/>
                  <a:pt x="97708" y="114950"/>
                  <a:pt x="97708" y="93876"/>
                </a:cubicBezTo>
                <a:close/>
                <a:moveTo>
                  <a:pt x="210742" y="249059"/>
                </a:moveTo>
                <a:lnTo>
                  <a:pt x="191584" y="249059"/>
                </a:lnTo>
                <a:lnTo>
                  <a:pt x="191584" y="220321"/>
                </a:lnTo>
                <a:lnTo>
                  <a:pt x="172425" y="220321"/>
                </a:lnTo>
                <a:lnTo>
                  <a:pt x="172425" y="249059"/>
                </a:lnTo>
                <a:lnTo>
                  <a:pt x="95792" y="249059"/>
                </a:lnTo>
                <a:lnTo>
                  <a:pt x="95792" y="220321"/>
                </a:lnTo>
                <a:lnTo>
                  <a:pt x="76634" y="220321"/>
                </a:lnTo>
                <a:lnTo>
                  <a:pt x="76634" y="249059"/>
                </a:lnTo>
                <a:lnTo>
                  <a:pt x="57475" y="249059"/>
                </a:lnTo>
                <a:lnTo>
                  <a:pt x="57475" y="222237"/>
                </a:lnTo>
                <a:cubicBezTo>
                  <a:pt x="57475" y="216490"/>
                  <a:pt x="57475" y="208826"/>
                  <a:pt x="59391" y="203079"/>
                </a:cubicBezTo>
                <a:cubicBezTo>
                  <a:pt x="61307" y="199247"/>
                  <a:pt x="63223" y="195415"/>
                  <a:pt x="65138" y="191584"/>
                </a:cubicBezTo>
                <a:cubicBezTo>
                  <a:pt x="67054" y="187752"/>
                  <a:pt x="70886" y="183920"/>
                  <a:pt x="74718" y="182005"/>
                </a:cubicBezTo>
                <a:cubicBezTo>
                  <a:pt x="78549" y="178173"/>
                  <a:pt x="82381" y="176257"/>
                  <a:pt x="86213" y="174341"/>
                </a:cubicBezTo>
                <a:cubicBezTo>
                  <a:pt x="90044" y="172425"/>
                  <a:pt x="95792" y="170510"/>
                  <a:pt x="99624" y="170510"/>
                </a:cubicBezTo>
                <a:lnTo>
                  <a:pt x="107287" y="170510"/>
                </a:lnTo>
                <a:lnTo>
                  <a:pt x="160930" y="170510"/>
                </a:lnTo>
                <a:cubicBezTo>
                  <a:pt x="166678" y="170510"/>
                  <a:pt x="170510" y="170510"/>
                  <a:pt x="174341" y="172425"/>
                </a:cubicBezTo>
                <a:cubicBezTo>
                  <a:pt x="178173" y="174341"/>
                  <a:pt x="183920" y="176257"/>
                  <a:pt x="187752" y="178173"/>
                </a:cubicBezTo>
                <a:cubicBezTo>
                  <a:pt x="191584" y="180089"/>
                  <a:pt x="195415" y="183920"/>
                  <a:pt x="197331" y="185836"/>
                </a:cubicBezTo>
                <a:cubicBezTo>
                  <a:pt x="201163" y="189668"/>
                  <a:pt x="203079" y="193500"/>
                  <a:pt x="204995" y="197331"/>
                </a:cubicBezTo>
                <a:cubicBezTo>
                  <a:pt x="206910" y="201163"/>
                  <a:pt x="208826" y="204995"/>
                  <a:pt x="208826" y="210742"/>
                </a:cubicBezTo>
                <a:cubicBezTo>
                  <a:pt x="208826" y="212658"/>
                  <a:pt x="208826" y="216490"/>
                  <a:pt x="208826" y="218405"/>
                </a:cubicBezTo>
                <a:lnTo>
                  <a:pt x="208826" y="218405"/>
                </a:lnTo>
                <a:cubicBezTo>
                  <a:pt x="210742" y="220321"/>
                  <a:pt x="210742" y="237564"/>
                  <a:pt x="210742" y="24905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9" name="Graphic 247" descr="Atom icon.">
            <a:extLst>
              <a:ext uri="{FF2B5EF4-FFF2-40B4-BE49-F238E27FC236}">
                <a16:creationId xmlns:a16="http://schemas.microsoft.com/office/drawing/2014/main" id="{9BA31746-2E21-4F64-9547-E3687CEA6E84}"/>
              </a:ext>
            </a:extLst>
          </p:cNvPr>
          <p:cNvSpPr>
            <a:spLocks noChangeAspect="1"/>
          </p:cNvSpPr>
          <p:nvPr/>
        </p:nvSpPr>
        <p:spPr>
          <a:xfrm>
            <a:off x="967157" y="3271128"/>
            <a:ext cx="401824" cy="460428"/>
          </a:xfrm>
          <a:custGeom>
            <a:avLst/>
            <a:gdLst>
              <a:gd name="connsiteX0" fmla="*/ 395967 w 401824"/>
              <a:gd name="connsiteY0" fmla="*/ 114630 h 460428"/>
              <a:gd name="connsiteX1" fmla="*/ 357757 w 401824"/>
              <a:gd name="connsiteY1" fmla="*/ 87883 h 460428"/>
              <a:gd name="connsiteX2" fmla="*/ 281338 w 401824"/>
              <a:gd name="connsiteY2" fmla="*/ 87883 h 460428"/>
              <a:gd name="connsiteX3" fmla="*/ 201097 w 401824"/>
              <a:gd name="connsiteY3" fmla="*/ 0 h 460428"/>
              <a:gd name="connsiteX4" fmla="*/ 120856 w 401824"/>
              <a:gd name="connsiteY4" fmla="*/ 87883 h 460428"/>
              <a:gd name="connsiteX5" fmla="*/ 44437 w 401824"/>
              <a:gd name="connsiteY5" fmla="*/ 85972 h 460428"/>
              <a:gd name="connsiteX6" fmla="*/ 6227 w 401824"/>
              <a:gd name="connsiteY6" fmla="*/ 114630 h 460428"/>
              <a:gd name="connsiteX7" fmla="*/ 40616 w 401824"/>
              <a:gd name="connsiteY7" fmla="*/ 229259 h 460428"/>
              <a:gd name="connsiteX8" fmla="*/ 6227 w 401824"/>
              <a:gd name="connsiteY8" fmla="*/ 343889 h 460428"/>
              <a:gd name="connsiteX9" fmla="*/ 44437 w 401824"/>
              <a:gd name="connsiteY9" fmla="*/ 372546 h 460428"/>
              <a:gd name="connsiteX10" fmla="*/ 76915 w 401824"/>
              <a:gd name="connsiteY10" fmla="*/ 376367 h 460428"/>
              <a:gd name="connsiteX11" fmla="*/ 118946 w 401824"/>
              <a:gd name="connsiteY11" fmla="*/ 372546 h 460428"/>
              <a:gd name="connsiteX12" fmla="*/ 199187 w 401824"/>
              <a:gd name="connsiteY12" fmla="*/ 460429 h 460428"/>
              <a:gd name="connsiteX13" fmla="*/ 279427 w 401824"/>
              <a:gd name="connsiteY13" fmla="*/ 372546 h 460428"/>
              <a:gd name="connsiteX14" fmla="*/ 321458 w 401824"/>
              <a:gd name="connsiteY14" fmla="*/ 376367 h 460428"/>
              <a:gd name="connsiteX15" fmla="*/ 353936 w 401824"/>
              <a:gd name="connsiteY15" fmla="*/ 372546 h 460428"/>
              <a:gd name="connsiteX16" fmla="*/ 392146 w 401824"/>
              <a:gd name="connsiteY16" fmla="*/ 345799 h 460428"/>
              <a:gd name="connsiteX17" fmla="*/ 357757 w 401824"/>
              <a:gd name="connsiteY17" fmla="*/ 231170 h 460428"/>
              <a:gd name="connsiteX18" fmla="*/ 395967 w 401824"/>
              <a:gd name="connsiteY18" fmla="*/ 114630 h 460428"/>
              <a:gd name="connsiteX19" fmla="*/ 277517 w 401824"/>
              <a:gd name="connsiteY19" fmla="*/ 156660 h 460428"/>
              <a:gd name="connsiteX20" fmla="*/ 252680 w 401824"/>
              <a:gd name="connsiteY20" fmla="*/ 141376 h 460428"/>
              <a:gd name="connsiteX21" fmla="*/ 225933 w 401824"/>
              <a:gd name="connsiteY21" fmla="*/ 126092 h 460428"/>
              <a:gd name="connsiteX22" fmla="*/ 267964 w 401824"/>
              <a:gd name="connsiteY22" fmla="*/ 110809 h 460428"/>
              <a:gd name="connsiteX23" fmla="*/ 277517 w 401824"/>
              <a:gd name="connsiteY23" fmla="*/ 156660 h 460428"/>
              <a:gd name="connsiteX24" fmla="*/ 201097 w 401824"/>
              <a:gd name="connsiteY24" fmla="*/ 19105 h 460428"/>
              <a:gd name="connsiteX25" fmla="*/ 262233 w 401824"/>
              <a:gd name="connsiteY25" fmla="*/ 91704 h 460428"/>
              <a:gd name="connsiteX26" fmla="*/ 201097 w 401824"/>
              <a:gd name="connsiteY26" fmla="*/ 114630 h 460428"/>
              <a:gd name="connsiteX27" fmla="*/ 139961 w 401824"/>
              <a:gd name="connsiteY27" fmla="*/ 91704 h 460428"/>
              <a:gd name="connsiteX28" fmla="*/ 201097 w 401824"/>
              <a:gd name="connsiteY28" fmla="*/ 19105 h 460428"/>
              <a:gd name="connsiteX29" fmla="*/ 134230 w 401824"/>
              <a:gd name="connsiteY29" fmla="*/ 110809 h 460428"/>
              <a:gd name="connsiteX30" fmla="*/ 178171 w 401824"/>
              <a:gd name="connsiteY30" fmla="*/ 126092 h 460428"/>
              <a:gd name="connsiteX31" fmla="*/ 151424 w 401824"/>
              <a:gd name="connsiteY31" fmla="*/ 141376 h 460428"/>
              <a:gd name="connsiteX32" fmla="*/ 124677 w 401824"/>
              <a:gd name="connsiteY32" fmla="*/ 156660 h 460428"/>
              <a:gd name="connsiteX33" fmla="*/ 134230 w 401824"/>
              <a:gd name="connsiteY33" fmla="*/ 110809 h 460428"/>
              <a:gd name="connsiteX34" fmla="*/ 52079 w 401824"/>
              <a:gd name="connsiteY34" fmla="*/ 353441 h 460428"/>
              <a:gd name="connsiteX35" fmla="*/ 25332 w 401824"/>
              <a:gd name="connsiteY35" fmla="*/ 334336 h 460428"/>
              <a:gd name="connsiteX36" fmla="*/ 55900 w 401824"/>
              <a:gd name="connsiteY36" fmla="*/ 242632 h 460428"/>
              <a:gd name="connsiteX37" fmla="*/ 103662 w 401824"/>
              <a:gd name="connsiteY37" fmla="*/ 286574 h 460428"/>
              <a:gd name="connsiteX38" fmla="*/ 115125 w 401824"/>
              <a:gd name="connsiteY38" fmla="*/ 351530 h 460428"/>
              <a:gd name="connsiteX39" fmla="*/ 52079 w 401824"/>
              <a:gd name="connsiteY39" fmla="*/ 353441 h 460428"/>
              <a:gd name="connsiteX40" fmla="*/ 101751 w 401824"/>
              <a:gd name="connsiteY40" fmla="*/ 261737 h 460428"/>
              <a:gd name="connsiteX41" fmla="*/ 67363 w 401824"/>
              <a:gd name="connsiteY41" fmla="*/ 229259 h 460428"/>
              <a:gd name="connsiteX42" fmla="*/ 101751 w 401824"/>
              <a:gd name="connsiteY42" fmla="*/ 196781 h 460428"/>
              <a:gd name="connsiteX43" fmla="*/ 101751 w 401824"/>
              <a:gd name="connsiteY43" fmla="*/ 229259 h 460428"/>
              <a:gd name="connsiteX44" fmla="*/ 101751 w 401824"/>
              <a:gd name="connsiteY44" fmla="*/ 261737 h 460428"/>
              <a:gd name="connsiteX45" fmla="*/ 103662 w 401824"/>
              <a:gd name="connsiteY45" fmla="*/ 171944 h 460428"/>
              <a:gd name="connsiteX46" fmla="*/ 53989 w 401824"/>
              <a:gd name="connsiteY46" fmla="*/ 215886 h 460428"/>
              <a:gd name="connsiteX47" fmla="*/ 23421 w 401824"/>
              <a:gd name="connsiteY47" fmla="*/ 124182 h 460428"/>
              <a:gd name="connsiteX48" fmla="*/ 52079 w 401824"/>
              <a:gd name="connsiteY48" fmla="*/ 105077 h 460428"/>
              <a:gd name="connsiteX49" fmla="*/ 80736 w 401824"/>
              <a:gd name="connsiteY49" fmla="*/ 101256 h 460428"/>
              <a:gd name="connsiteX50" fmla="*/ 117035 w 401824"/>
              <a:gd name="connsiteY50" fmla="*/ 105077 h 460428"/>
              <a:gd name="connsiteX51" fmla="*/ 103662 w 401824"/>
              <a:gd name="connsiteY51" fmla="*/ 171944 h 460428"/>
              <a:gd name="connsiteX52" fmla="*/ 124677 w 401824"/>
              <a:gd name="connsiteY52" fmla="*/ 301858 h 460428"/>
              <a:gd name="connsiteX53" fmla="*/ 149514 w 401824"/>
              <a:gd name="connsiteY53" fmla="*/ 317142 h 460428"/>
              <a:gd name="connsiteX54" fmla="*/ 176261 w 401824"/>
              <a:gd name="connsiteY54" fmla="*/ 332426 h 460428"/>
              <a:gd name="connsiteX55" fmla="*/ 134230 w 401824"/>
              <a:gd name="connsiteY55" fmla="*/ 347710 h 460428"/>
              <a:gd name="connsiteX56" fmla="*/ 124677 w 401824"/>
              <a:gd name="connsiteY56" fmla="*/ 301858 h 460428"/>
              <a:gd name="connsiteX57" fmla="*/ 201097 w 401824"/>
              <a:gd name="connsiteY57" fmla="*/ 439413 h 460428"/>
              <a:gd name="connsiteX58" fmla="*/ 139961 w 401824"/>
              <a:gd name="connsiteY58" fmla="*/ 366814 h 460428"/>
              <a:gd name="connsiteX59" fmla="*/ 201097 w 401824"/>
              <a:gd name="connsiteY59" fmla="*/ 343889 h 460428"/>
              <a:gd name="connsiteX60" fmla="*/ 262233 w 401824"/>
              <a:gd name="connsiteY60" fmla="*/ 364904 h 460428"/>
              <a:gd name="connsiteX61" fmla="*/ 201097 w 401824"/>
              <a:gd name="connsiteY61" fmla="*/ 439413 h 460428"/>
              <a:gd name="connsiteX62" fmla="*/ 267964 w 401824"/>
              <a:gd name="connsiteY62" fmla="*/ 347710 h 460428"/>
              <a:gd name="connsiteX63" fmla="*/ 224023 w 401824"/>
              <a:gd name="connsiteY63" fmla="*/ 332426 h 460428"/>
              <a:gd name="connsiteX64" fmla="*/ 250770 w 401824"/>
              <a:gd name="connsiteY64" fmla="*/ 317142 h 460428"/>
              <a:gd name="connsiteX65" fmla="*/ 275606 w 401824"/>
              <a:gd name="connsiteY65" fmla="*/ 301858 h 460428"/>
              <a:gd name="connsiteX66" fmla="*/ 267964 w 401824"/>
              <a:gd name="connsiteY66" fmla="*/ 347710 h 460428"/>
              <a:gd name="connsiteX67" fmla="*/ 279427 w 401824"/>
              <a:gd name="connsiteY67" fmla="*/ 277021 h 460428"/>
              <a:gd name="connsiteX68" fmla="*/ 241217 w 401824"/>
              <a:gd name="connsiteY68" fmla="*/ 301858 h 460428"/>
              <a:gd name="connsiteX69" fmla="*/ 201097 w 401824"/>
              <a:gd name="connsiteY69" fmla="*/ 322873 h 460428"/>
              <a:gd name="connsiteX70" fmla="*/ 160977 w 401824"/>
              <a:gd name="connsiteY70" fmla="*/ 301858 h 460428"/>
              <a:gd name="connsiteX71" fmla="*/ 122767 w 401824"/>
              <a:gd name="connsiteY71" fmla="*/ 277021 h 460428"/>
              <a:gd name="connsiteX72" fmla="*/ 120856 w 401824"/>
              <a:gd name="connsiteY72" fmla="*/ 229259 h 460428"/>
              <a:gd name="connsiteX73" fmla="*/ 122767 w 401824"/>
              <a:gd name="connsiteY73" fmla="*/ 181497 h 460428"/>
              <a:gd name="connsiteX74" fmla="*/ 160977 w 401824"/>
              <a:gd name="connsiteY74" fmla="*/ 156660 h 460428"/>
              <a:gd name="connsiteX75" fmla="*/ 201097 w 401824"/>
              <a:gd name="connsiteY75" fmla="*/ 135645 h 460428"/>
              <a:gd name="connsiteX76" fmla="*/ 241217 w 401824"/>
              <a:gd name="connsiteY76" fmla="*/ 156660 h 460428"/>
              <a:gd name="connsiteX77" fmla="*/ 279427 w 401824"/>
              <a:gd name="connsiteY77" fmla="*/ 181497 h 460428"/>
              <a:gd name="connsiteX78" fmla="*/ 281338 w 401824"/>
              <a:gd name="connsiteY78" fmla="*/ 229259 h 460428"/>
              <a:gd name="connsiteX79" fmla="*/ 279427 w 401824"/>
              <a:gd name="connsiteY79" fmla="*/ 277021 h 460428"/>
              <a:gd name="connsiteX80" fmla="*/ 378773 w 401824"/>
              <a:gd name="connsiteY80" fmla="*/ 334336 h 460428"/>
              <a:gd name="connsiteX81" fmla="*/ 352026 w 401824"/>
              <a:gd name="connsiteY81" fmla="*/ 353441 h 460428"/>
              <a:gd name="connsiteX82" fmla="*/ 287069 w 401824"/>
              <a:gd name="connsiteY82" fmla="*/ 353441 h 460428"/>
              <a:gd name="connsiteX83" fmla="*/ 298532 w 401824"/>
              <a:gd name="connsiteY83" fmla="*/ 288484 h 460428"/>
              <a:gd name="connsiteX84" fmla="*/ 348205 w 401824"/>
              <a:gd name="connsiteY84" fmla="*/ 244543 h 460428"/>
              <a:gd name="connsiteX85" fmla="*/ 378773 w 401824"/>
              <a:gd name="connsiteY85" fmla="*/ 334336 h 460428"/>
              <a:gd name="connsiteX86" fmla="*/ 378773 w 401824"/>
              <a:gd name="connsiteY86" fmla="*/ 334336 h 460428"/>
              <a:gd name="connsiteX87" fmla="*/ 300443 w 401824"/>
              <a:gd name="connsiteY87" fmla="*/ 196781 h 460428"/>
              <a:gd name="connsiteX88" fmla="*/ 334831 w 401824"/>
              <a:gd name="connsiteY88" fmla="*/ 229259 h 460428"/>
              <a:gd name="connsiteX89" fmla="*/ 300443 w 401824"/>
              <a:gd name="connsiteY89" fmla="*/ 261737 h 460428"/>
              <a:gd name="connsiteX90" fmla="*/ 300443 w 401824"/>
              <a:gd name="connsiteY90" fmla="*/ 229259 h 460428"/>
              <a:gd name="connsiteX91" fmla="*/ 300443 w 401824"/>
              <a:gd name="connsiteY91" fmla="*/ 196781 h 460428"/>
              <a:gd name="connsiteX92" fmla="*/ 348205 w 401824"/>
              <a:gd name="connsiteY92" fmla="*/ 215886 h 460428"/>
              <a:gd name="connsiteX93" fmla="*/ 298532 w 401824"/>
              <a:gd name="connsiteY93" fmla="*/ 171944 h 460428"/>
              <a:gd name="connsiteX94" fmla="*/ 287069 w 401824"/>
              <a:gd name="connsiteY94" fmla="*/ 106988 h 460428"/>
              <a:gd name="connsiteX95" fmla="*/ 323368 w 401824"/>
              <a:gd name="connsiteY95" fmla="*/ 103167 h 460428"/>
              <a:gd name="connsiteX96" fmla="*/ 352026 w 401824"/>
              <a:gd name="connsiteY96" fmla="*/ 106988 h 460428"/>
              <a:gd name="connsiteX97" fmla="*/ 378773 w 401824"/>
              <a:gd name="connsiteY97" fmla="*/ 126092 h 460428"/>
              <a:gd name="connsiteX98" fmla="*/ 348205 w 401824"/>
              <a:gd name="connsiteY98" fmla="*/ 215886 h 460428"/>
              <a:gd name="connsiteX99" fmla="*/ 201097 w 401824"/>
              <a:gd name="connsiteY99" fmla="*/ 191049 h 460428"/>
              <a:gd name="connsiteX100" fmla="*/ 162887 w 401824"/>
              <a:gd name="connsiteY100" fmla="*/ 229259 h 460428"/>
              <a:gd name="connsiteX101" fmla="*/ 201097 w 401824"/>
              <a:gd name="connsiteY101" fmla="*/ 267469 h 460428"/>
              <a:gd name="connsiteX102" fmla="*/ 239307 w 401824"/>
              <a:gd name="connsiteY102" fmla="*/ 229259 h 460428"/>
              <a:gd name="connsiteX103" fmla="*/ 201097 w 401824"/>
              <a:gd name="connsiteY103" fmla="*/ 191049 h 460428"/>
              <a:gd name="connsiteX104" fmla="*/ 201097 w 401824"/>
              <a:gd name="connsiteY104" fmla="*/ 248364 h 460428"/>
              <a:gd name="connsiteX105" fmla="*/ 181992 w 401824"/>
              <a:gd name="connsiteY105" fmla="*/ 229259 h 460428"/>
              <a:gd name="connsiteX106" fmla="*/ 201097 w 401824"/>
              <a:gd name="connsiteY106" fmla="*/ 210154 h 460428"/>
              <a:gd name="connsiteX107" fmla="*/ 220202 w 401824"/>
              <a:gd name="connsiteY107" fmla="*/ 229259 h 460428"/>
              <a:gd name="connsiteX108" fmla="*/ 201097 w 401824"/>
              <a:gd name="connsiteY108" fmla="*/ 248364 h 46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401824" h="460428">
                <a:moveTo>
                  <a:pt x="395967" y="114630"/>
                </a:moveTo>
                <a:cubicBezTo>
                  <a:pt x="386415" y="101256"/>
                  <a:pt x="373041" y="89793"/>
                  <a:pt x="357757" y="87883"/>
                </a:cubicBezTo>
                <a:cubicBezTo>
                  <a:pt x="332921" y="82151"/>
                  <a:pt x="308085" y="82151"/>
                  <a:pt x="281338" y="87883"/>
                </a:cubicBezTo>
                <a:cubicBezTo>
                  <a:pt x="262233" y="34389"/>
                  <a:pt x="233575" y="0"/>
                  <a:pt x="201097" y="0"/>
                </a:cubicBezTo>
                <a:cubicBezTo>
                  <a:pt x="168619" y="0"/>
                  <a:pt x="139961" y="34389"/>
                  <a:pt x="120856" y="87883"/>
                </a:cubicBezTo>
                <a:cubicBezTo>
                  <a:pt x="96020" y="82151"/>
                  <a:pt x="71184" y="82151"/>
                  <a:pt x="44437" y="85972"/>
                </a:cubicBezTo>
                <a:cubicBezTo>
                  <a:pt x="29153" y="89793"/>
                  <a:pt x="15779" y="101256"/>
                  <a:pt x="6227" y="114630"/>
                </a:cubicBezTo>
                <a:cubicBezTo>
                  <a:pt x="-9057" y="143287"/>
                  <a:pt x="6227" y="187228"/>
                  <a:pt x="40616" y="229259"/>
                </a:cubicBezTo>
                <a:cubicBezTo>
                  <a:pt x="4316" y="271290"/>
                  <a:pt x="-9057" y="315231"/>
                  <a:pt x="6227" y="343889"/>
                </a:cubicBezTo>
                <a:cubicBezTo>
                  <a:pt x="15779" y="357262"/>
                  <a:pt x="29153" y="368725"/>
                  <a:pt x="44437" y="372546"/>
                </a:cubicBezTo>
                <a:cubicBezTo>
                  <a:pt x="55900" y="374456"/>
                  <a:pt x="65452" y="376367"/>
                  <a:pt x="76915" y="376367"/>
                </a:cubicBezTo>
                <a:cubicBezTo>
                  <a:pt x="92199" y="376367"/>
                  <a:pt x="105572" y="374456"/>
                  <a:pt x="118946" y="372546"/>
                </a:cubicBezTo>
                <a:cubicBezTo>
                  <a:pt x="138051" y="426040"/>
                  <a:pt x="164798" y="460429"/>
                  <a:pt x="199187" y="460429"/>
                </a:cubicBezTo>
                <a:cubicBezTo>
                  <a:pt x="233575" y="460429"/>
                  <a:pt x="260322" y="426040"/>
                  <a:pt x="279427" y="372546"/>
                </a:cubicBezTo>
                <a:cubicBezTo>
                  <a:pt x="292801" y="376367"/>
                  <a:pt x="308085" y="376367"/>
                  <a:pt x="321458" y="376367"/>
                </a:cubicBezTo>
                <a:cubicBezTo>
                  <a:pt x="332921" y="376367"/>
                  <a:pt x="342473" y="374456"/>
                  <a:pt x="353936" y="372546"/>
                </a:cubicBezTo>
                <a:cubicBezTo>
                  <a:pt x="371131" y="368725"/>
                  <a:pt x="384504" y="359172"/>
                  <a:pt x="392146" y="345799"/>
                </a:cubicBezTo>
                <a:cubicBezTo>
                  <a:pt x="409341" y="317142"/>
                  <a:pt x="394057" y="273200"/>
                  <a:pt x="357757" y="231170"/>
                </a:cubicBezTo>
                <a:cubicBezTo>
                  <a:pt x="395967" y="187228"/>
                  <a:pt x="411251" y="143287"/>
                  <a:pt x="395967" y="114630"/>
                </a:cubicBezTo>
                <a:close/>
                <a:moveTo>
                  <a:pt x="277517" y="156660"/>
                </a:moveTo>
                <a:cubicBezTo>
                  <a:pt x="269875" y="150929"/>
                  <a:pt x="260322" y="145197"/>
                  <a:pt x="252680" y="141376"/>
                </a:cubicBezTo>
                <a:cubicBezTo>
                  <a:pt x="245038" y="137555"/>
                  <a:pt x="233575" y="129913"/>
                  <a:pt x="225933" y="126092"/>
                </a:cubicBezTo>
                <a:cubicBezTo>
                  <a:pt x="239307" y="118450"/>
                  <a:pt x="252680" y="114630"/>
                  <a:pt x="267964" y="110809"/>
                </a:cubicBezTo>
                <a:cubicBezTo>
                  <a:pt x="271785" y="124182"/>
                  <a:pt x="275606" y="141376"/>
                  <a:pt x="277517" y="156660"/>
                </a:cubicBezTo>
                <a:close/>
                <a:moveTo>
                  <a:pt x="201097" y="19105"/>
                </a:moveTo>
                <a:cubicBezTo>
                  <a:pt x="224023" y="19105"/>
                  <a:pt x="246949" y="45852"/>
                  <a:pt x="262233" y="91704"/>
                </a:cubicBezTo>
                <a:cubicBezTo>
                  <a:pt x="241217" y="97435"/>
                  <a:pt x="220202" y="105077"/>
                  <a:pt x="201097" y="114630"/>
                </a:cubicBezTo>
                <a:cubicBezTo>
                  <a:pt x="181992" y="105077"/>
                  <a:pt x="160977" y="97435"/>
                  <a:pt x="139961" y="91704"/>
                </a:cubicBezTo>
                <a:cubicBezTo>
                  <a:pt x="155245" y="45852"/>
                  <a:pt x="178171" y="19105"/>
                  <a:pt x="201097" y="19105"/>
                </a:cubicBezTo>
                <a:close/>
                <a:moveTo>
                  <a:pt x="134230" y="110809"/>
                </a:moveTo>
                <a:cubicBezTo>
                  <a:pt x="149514" y="114630"/>
                  <a:pt x="162887" y="120361"/>
                  <a:pt x="178171" y="126092"/>
                </a:cubicBezTo>
                <a:cubicBezTo>
                  <a:pt x="168619" y="129913"/>
                  <a:pt x="159066" y="135645"/>
                  <a:pt x="151424" y="141376"/>
                </a:cubicBezTo>
                <a:cubicBezTo>
                  <a:pt x="143782" y="147108"/>
                  <a:pt x="134230" y="150929"/>
                  <a:pt x="124677" y="156660"/>
                </a:cubicBezTo>
                <a:cubicBezTo>
                  <a:pt x="126588" y="141376"/>
                  <a:pt x="130409" y="124182"/>
                  <a:pt x="134230" y="110809"/>
                </a:cubicBezTo>
                <a:close/>
                <a:moveTo>
                  <a:pt x="52079" y="353441"/>
                </a:moveTo>
                <a:cubicBezTo>
                  <a:pt x="40616" y="351530"/>
                  <a:pt x="31063" y="343889"/>
                  <a:pt x="25332" y="334336"/>
                </a:cubicBezTo>
                <a:cubicBezTo>
                  <a:pt x="13869" y="315231"/>
                  <a:pt x="25332" y="280842"/>
                  <a:pt x="55900" y="242632"/>
                </a:cubicBezTo>
                <a:cubicBezTo>
                  <a:pt x="69273" y="259827"/>
                  <a:pt x="86468" y="273200"/>
                  <a:pt x="103662" y="286574"/>
                </a:cubicBezTo>
                <a:cubicBezTo>
                  <a:pt x="105572" y="307589"/>
                  <a:pt x="109393" y="330515"/>
                  <a:pt x="115125" y="351530"/>
                </a:cubicBezTo>
                <a:cubicBezTo>
                  <a:pt x="94109" y="357262"/>
                  <a:pt x="73094" y="357262"/>
                  <a:pt x="52079" y="353441"/>
                </a:cubicBezTo>
                <a:close/>
                <a:moveTo>
                  <a:pt x="101751" y="261737"/>
                </a:moveTo>
                <a:cubicBezTo>
                  <a:pt x="90288" y="252185"/>
                  <a:pt x="78826" y="240722"/>
                  <a:pt x="67363" y="229259"/>
                </a:cubicBezTo>
                <a:cubicBezTo>
                  <a:pt x="78826" y="217796"/>
                  <a:pt x="90288" y="206333"/>
                  <a:pt x="101751" y="196781"/>
                </a:cubicBezTo>
                <a:cubicBezTo>
                  <a:pt x="101751" y="208244"/>
                  <a:pt x="101751" y="217796"/>
                  <a:pt x="101751" y="229259"/>
                </a:cubicBezTo>
                <a:cubicBezTo>
                  <a:pt x="101751" y="240722"/>
                  <a:pt x="101751" y="250274"/>
                  <a:pt x="101751" y="261737"/>
                </a:cubicBezTo>
                <a:close/>
                <a:moveTo>
                  <a:pt x="103662" y="171944"/>
                </a:moveTo>
                <a:cubicBezTo>
                  <a:pt x="86468" y="185318"/>
                  <a:pt x="69273" y="200602"/>
                  <a:pt x="53989" y="215886"/>
                </a:cubicBezTo>
                <a:cubicBezTo>
                  <a:pt x="23421" y="177676"/>
                  <a:pt x="11958" y="143287"/>
                  <a:pt x="23421" y="124182"/>
                </a:cubicBezTo>
                <a:cubicBezTo>
                  <a:pt x="29153" y="114630"/>
                  <a:pt x="40616" y="106988"/>
                  <a:pt x="52079" y="105077"/>
                </a:cubicBezTo>
                <a:cubicBezTo>
                  <a:pt x="61631" y="103167"/>
                  <a:pt x="71184" y="101256"/>
                  <a:pt x="80736" y="101256"/>
                </a:cubicBezTo>
                <a:cubicBezTo>
                  <a:pt x="92199" y="101256"/>
                  <a:pt x="105572" y="103167"/>
                  <a:pt x="117035" y="105077"/>
                </a:cubicBezTo>
                <a:cubicBezTo>
                  <a:pt x="109393" y="128003"/>
                  <a:pt x="105572" y="149018"/>
                  <a:pt x="103662" y="171944"/>
                </a:cubicBezTo>
                <a:close/>
                <a:moveTo>
                  <a:pt x="124677" y="301858"/>
                </a:moveTo>
                <a:cubicBezTo>
                  <a:pt x="132319" y="307589"/>
                  <a:pt x="141872" y="313321"/>
                  <a:pt x="149514" y="317142"/>
                </a:cubicBezTo>
                <a:cubicBezTo>
                  <a:pt x="157156" y="320963"/>
                  <a:pt x="168619" y="326694"/>
                  <a:pt x="176261" y="332426"/>
                </a:cubicBezTo>
                <a:cubicBezTo>
                  <a:pt x="162887" y="340068"/>
                  <a:pt x="149514" y="343889"/>
                  <a:pt x="134230" y="347710"/>
                </a:cubicBezTo>
                <a:cubicBezTo>
                  <a:pt x="130409" y="334336"/>
                  <a:pt x="126588" y="317142"/>
                  <a:pt x="124677" y="301858"/>
                </a:cubicBezTo>
                <a:close/>
                <a:moveTo>
                  <a:pt x="201097" y="439413"/>
                </a:moveTo>
                <a:cubicBezTo>
                  <a:pt x="178171" y="439413"/>
                  <a:pt x="155245" y="412666"/>
                  <a:pt x="139961" y="366814"/>
                </a:cubicBezTo>
                <a:cubicBezTo>
                  <a:pt x="160977" y="361083"/>
                  <a:pt x="181992" y="353441"/>
                  <a:pt x="201097" y="343889"/>
                </a:cubicBezTo>
                <a:cubicBezTo>
                  <a:pt x="220202" y="353441"/>
                  <a:pt x="241217" y="359172"/>
                  <a:pt x="262233" y="364904"/>
                </a:cubicBezTo>
                <a:cubicBezTo>
                  <a:pt x="246949" y="412666"/>
                  <a:pt x="224023" y="439413"/>
                  <a:pt x="201097" y="439413"/>
                </a:cubicBezTo>
                <a:close/>
                <a:moveTo>
                  <a:pt x="267964" y="347710"/>
                </a:moveTo>
                <a:cubicBezTo>
                  <a:pt x="252680" y="343889"/>
                  <a:pt x="239307" y="338157"/>
                  <a:pt x="224023" y="332426"/>
                </a:cubicBezTo>
                <a:cubicBezTo>
                  <a:pt x="233575" y="328605"/>
                  <a:pt x="243128" y="322873"/>
                  <a:pt x="250770" y="317142"/>
                </a:cubicBezTo>
                <a:cubicBezTo>
                  <a:pt x="258412" y="311410"/>
                  <a:pt x="267964" y="307589"/>
                  <a:pt x="275606" y="301858"/>
                </a:cubicBezTo>
                <a:cubicBezTo>
                  <a:pt x="275606" y="317142"/>
                  <a:pt x="271785" y="334336"/>
                  <a:pt x="267964" y="347710"/>
                </a:cubicBezTo>
                <a:close/>
                <a:moveTo>
                  <a:pt x="279427" y="277021"/>
                </a:moveTo>
                <a:cubicBezTo>
                  <a:pt x="267964" y="286574"/>
                  <a:pt x="254591" y="294216"/>
                  <a:pt x="241217" y="301858"/>
                </a:cubicBezTo>
                <a:cubicBezTo>
                  <a:pt x="227844" y="309500"/>
                  <a:pt x="214470" y="317142"/>
                  <a:pt x="201097" y="322873"/>
                </a:cubicBezTo>
                <a:cubicBezTo>
                  <a:pt x="187724" y="317142"/>
                  <a:pt x="174350" y="309500"/>
                  <a:pt x="160977" y="301858"/>
                </a:cubicBezTo>
                <a:cubicBezTo>
                  <a:pt x="147603" y="294216"/>
                  <a:pt x="134230" y="286574"/>
                  <a:pt x="122767" y="277021"/>
                </a:cubicBezTo>
                <a:cubicBezTo>
                  <a:pt x="120856" y="261737"/>
                  <a:pt x="120856" y="246453"/>
                  <a:pt x="120856" y="229259"/>
                </a:cubicBezTo>
                <a:cubicBezTo>
                  <a:pt x="120856" y="212065"/>
                  <a:pt x="120856" y="196781"/>
                  <a:pt x="122767" y="181497"/>
                </a:cubicBezTo>
                <a:cubicBezTo>
                  <a:pt x="134230" y="171944"/>
                  <a:pt x="147603" y="164302"/>
                  <a:pt x="160977" y="156660"/>
                </a:cubicBezTo>
                <a:cubicBezTo>
                  <a:pt x="174350" y="149018"/>
                  <a:pt x="187724" y="141376"/>
                  <a:pt x="201097" y="135645"/>
                </a:cubicBezTo>
                <a:cubicBezTo>
                  <a:pt x="214470" y="141376"/>
                  <a:pt x="227844" y="149018"/>
                  <a:pt x="241217" y="156660"/>
                </a:cubicBezTo>
                <a:cubicBezTo>
                  <a:pt x="254591" y="164302"/>
                  <a:pt x="267964" y="171944"/>
                  <a:pt x="279427" y="181497"/>
                </a:cubicBezTo>
                <a:cubicBezTo>
                  <a:pt x="281338" y="196781"/>
                  <a:pt x="281338" y="212065"/>
                  <a:pt x="281338" y="229259"/>
                </a:cubicBezTo>
                <a:cubicBezTo>
                  <a:pt x="281338" y="246453"/>
                  <a:pt x="281338" y="261737"/>
                  <a:pt x="279427" y="277021"/>
                </a:cubicBezTo>
                <a:close/>
                <a:moveTo>
                  <a:pt x="378773" y="334336"/>
                </a:moveTo>
                <a:cubicBezTo>
                  <a:pt x="373041" y="343889"/>
                  <a:pt x="363489" y="351530"/>
                  <a:pt x="352026" y="353441"/>
                </a:cubicBezTo>
                <a:cubicBezTo>
                  <a:pt x="331010" y="359172"/>
                  <a:pt x="308085" y="359172"/>
                  <a:pt x="287069" y="353441"/>
                </a:cubicBezTo>
                <a:cubicBezTo>
                  <a:pt x="292801" y="332426"/>
                  <a:pt x="296622" y="309500"/>
                  <a:pt x="298532" y="288484"/>
                </a:cubicBezTo>
                <a:cubicBezTo>
                  <a:pt x="315727" y="275111"/>
                  <a:pt x="332921" y="259827"/>
                  <a:pt x="348205" y="244543"/>
                </a:cubicBezTo>
                <a:cubicBezTo>
                  <a:pt x="378773" y="280842"/>
                  <a:pt x="390236" y="315231"/>
                  <a:pt x="378773" y="334336"/>
                </a:cubicBezTo>
                <a:lnTo>
                  <a:pt x="378773" y="334336"/>
                </a:lnTo>
                <a:close/>
                <a:moveTo>
                  <a:pt x="300443" y="196781"/>
                </a:moveTo>
                <a:cubicBezTo>
                  <a:pt x="311906" y="206333"/>
                  <a:pt x="323368" y="217796"/>
                  <a:pt x="334831" y="229259"/>
                </a:cubicBezTo>
                <a:cubicBezTo>
                  <a:pt x="323368" y="240722"/>
                  <a:pt x="311906" y="252185"/>
                  <a:pt x="300443" y="261737"/>
                </a:cubicBezTo>
                <a:cubicBezTo>
                  <a:pt x="300443" y="250274"/>
                  <a:pt x="300443" y="240722"/>
                  <a:pt x="300443" y="229259"/>
                </a:cubicBezTo>
                <a:cubicBezTo>
                  <a:pt x="300443" y="217796"/>
                  <a:pt x="300443" y="208244"/>
                  <a:pt x="300443" y="196781"/>
                </a:cubicBezTo>
                <a:close/>
                <a:moveTo>
                  <a:pt x="348205" y="215886"/>
                </a:moveTo>
                <a:cubicBezTo>
                  <a:pt x="332921" y="198691"/>
                  <a:pt x="315727" y="185318"/>
                  <a:pt x="298532" y="171944"/>
                </a:cubicBezTo>
                <a:cubicBezTo>
                  <a:pt x="296622" y="149018"/>
                  <a:pt x="292801" y="128003"/>
                  <a:pt x="287069" y="106988"/>
                </a:cubicBezTo>
                <a:cubicBezTo>
                  <a:pt x="298532" y="105077"/>
                  <a:pt x="311906" y="103167"/>
                  <a:pt x="323368" y="103167"/>
                </a:cubicBezTo>
                <a:cubicBezTo>
                  <a:pt x="332921" y="103167"/>
                  <a:pt x="342473" y="105077"/>
                  <a:pt x="352026" y="106988"/>
                </a:cubicBezTo>
                <a:cubicBezTo>
                  <a:pt x="363489" y="108898"/>
                  <a:pt x="373041" y="116540"/>
                  <a:pt x="378773" y="126092"/>
                </a:cubicBezTo>
                <a:cubicBezTo>
                  <a:pt x="390236" y="143287"/>
                  <a:pt x="378773" y="177676"/>
                  <a:pt x="348205" y="215886"/>
                </a:cubicBezTo>
                <a:close/>
                <a:moveTo>
                  <a:pt x="201097" y="191049"/>
                </a:moveTo>
                <a:cubicBezTo>
                  <a:pt x="180082" y="191049"/>
                  <a:pt x="162887" y="208244"/>
                  <a:pt x="162887" y="229259"/>
                </a:cubicBezTo>
                <a:cubicBezTo>
                  <a:pt x="162887" y="250274"/>
                  <a:pt x="180082" y="267469"/>
                  <a:pt x="201097" y="267469"/>
                </a:cubicBezTo>
                <a:cubicBezTo>
                  <a:pt x="222112" y="267469"/>
                  <a:pt x="239307" y="250274"/>
                  <a:pt x="239307" y="229259"/>
                </a:cubicBezTo>
                <a:cubicBezTo>
                  <a:pt x="239307" y="208244"/>
                  <a:pt x="222112" y="191049"/>
                  <a:pt x="201097" y="191049"/>
                </a:cubicBezTo>
                <a:close/>
                <a:moveTo>
                  <a:pt x="201097" y="248364"/>
                </a:moveTo>
                <a:cubicBezTo>
                  <a:pt x="189634" y="248364"/>
                  <a:pt x="181992" y="240722"/>
                  <a:pt x="181992" y="229259"/>
                </a:cubicBezTo>
                <a:cubicBezTo>
                  <a:pt x="181992" y="217796"/>
                  <a:pt x="189634" y="210154"/>
                  <a:pt x="201097" y="210154"/>
                </a:cubicBezTo>
                <a:cubicBezTo>
                  <a:pt x="212560" y="210154"/>
                  <a:pt x="220202" y="217796"/>
                  <a:pt x="220202" y="229259"/>
                </a:cubicBezTo>
                <a:cubicBezTo>
                  <a:pt x="220202" y="240722"/>
                  <a:pt x="212560" y="248364"/>
                  <a:pt x="201097" y="24836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0" name="Graphic 274" descr="DNA icon.">
            <a:extLst>
              <a:ext uri="{FF2B5EF4-FFF2-40B4-BE49-F238E27FC236}">
                <a16:creationId xmlns:a16="http://schemas.microsoft.com/office/drawing/2014/main" id="{4ABA09DD-D1CE-4612-9CD7-C0D66F8034F6}"/>
              </a:ext>
            </a:extLst>
          </p:cNvPr>
          <p:cNvSpPr>
            <a:spLocks noChangeAspect="1"/>
          </p:cNvSpPr>
          <p:nvPr/>
        </p:nvSpPr>
        <p:spPr>
          <a:xfrm>
            <a:off x="2269092" y="3273038"/>
            <a:ext cx="267708" cy="458518"/>
          </a:xfrm>
          <a:custGeom>
            <a:avLst/>
            <a:gdLst>
              <a:gd name="connsiteX0" fmla="*/ 267709 w 267708"/>
              <a:gd name="connsiteY0" fmla="*/ 19105 h 458518"/>
              <a:gd name="connsiteX1" fmla="*/ 267709 w 267708"/>
              <a:gd name="connsiteY1" fmla="*/ 0 h 458518"/>
              <a:gd name="connsiteX2" fmla="*/ 248604 w 267708"/>
              <a:gd name="connsiteY2" fmla="*/ 0 h 458518"/>
              <a:gd name="connsiteX3" fmla="*/ 248604 w 267708"/>
              <a:gd name="connsiteY3" fmla="*/ 19105 h 458518"/>
              <a:gd name="connsiteX4" fmla="*/ 244783 w 267708"/>
              <a:gd name="connsiteY4" fmla="*/ 38210 h 458518"/>
              <a:gd name="connsiteX5" fmla="*/ 23166 w 267708"/>
              <a:gd name="connsiteY5" fmla="*/ 38210 h 458518"/>
              <a:gd name="connsiteX6" fmla="*/ 19345 w 267708"/>
              <a:gd name="connsiteY6" fmla="*/ 19105 h 458518"/>
              <a:gd name="connsiteX7" fmla="*/ 19345 w 267708"/>
              <a:gd name="connsiteY7" fmla="*/ 0 h 458518"/>
              <a:gd name="connsiteX8" fmla="*/ 240 w 267708"/>
              <a:gd name="connsiteY8" fmla="*/ 0 h 458518"/>
              <a:gd name="connsiteX9" fmla="*/ 240 w 267708"/>
              <a:gd name="connsiteY9" fmla="*/ 19105 h 458518"/>
              <a:gd name="connsiteX10" fmla="*/ 49913 w 267708"/>
              <a:gd name="connsiteY10" fmla="*/ 101256 h 458518"/>
              <a:gd name="connsiteX11" fmla="*/ 103406 w 267708"/>
              <a:gd name="connsiteY11" fmla="*/ 133734 h 458518"/>
              <a:gd name="connsiteX12" fmla="*/ 76660 w 267708"/>
              <a:gd name="connsiteY12" fmla="*/ 143287 h 458518"/>
              <a:gd name="connsiteX13" fmla="*/ 26987 w 267708"/>
              <a:gd name="connsiteY13" fmla="*/ 171944 h 458518"/>
              <a:gd name="connsiteX14" fmla="*/ 240 w 267708"/>
              <a:gd name="connsiteY14" fmla="*/ 233080 h 458518"/>
              <a:gd name="connsiteX15" fmla="*/ 15524 w 267708"/>
              <a:gd name="connsiteY15" fmla="*/ 273200 h 458518"/>
              <a:gd name="connsiteX16" fmla="*/ 49913 w 267708"/>
              <a:gd name="connsiteY16" fmla="*/ 301858 h 458518"/>
              <a:gd name="connsiteX17" fmla="*/ 82391 w 267708"/>
              <a:gd name="connsiteY17" fmla="*/ 317142 h 458518"/>
              <a:gd name="connsiteX18" fmla="*/ 105317 w 267708"/>
              <a:gd name="connsiteY18" fmla="*/ 324784 h 458518"/>
              <a:gd name="connsiteX19" fmla="*/ 53734 w 267708"/>
              <a:gd name="connsiteY19" fmla="*/ 355351 h 458518"/>
              <a:gd name="connsiteX20" fmla="*/ 240 w 267708"/>
              <a:gd name="connsiteY20" fmla="*/ 439413 h 458518"/>
              <a:gd name="connsiteX21" fmla="*/ 240 w 267708"/>
              <a:gd name="connsiteY21" fmla="*/ 458518 h 458518"/>
              <a:gd name="connsiteX22" fmla="*/ 19345 w 267708"/>
              <a:gd name="connsiteY22" fmla="*/ 458518 h 458518"/>
              <a:gd name="connsiteX23" fmla="*/ 19345 w 267708"/>
              <a:gd name="connsiteY23" fmla="*/ 439413 h 458518"/>
              <a:gd name="connsiteX24" fmla="*/ 23166 w 267708"/>
              <a:gd name="connsiteY24" fmla="*/ 420308 h 458518"/>
              <a:gd name="connsiteX25" fmla="*/ 244783 w 267708"/>
              <a:gd name="connsiteY25" fmla="*/ 420308 h 458518"/>
              <a:gd name="connsiteX26" fmla="*/ 248604 w 267708"/>
              <a:gd name="connsiteY26" fmla="*/ 439413 h 458518"/>
              <a:gd name="connsiteX27" fmla="*/ 248604 w 267708"/>
              <a:gd name="connsiteY27" fmla="*/ 458518 h 458518"/>
              <a:gd name="connsiteX28" fmla="*/ 267709 w 267708"/>
              <a:gd name="connsiteY28" fmla="*/ 458518 h 458518"/>
              <a:gd name="connsiteX29" fmla="*/ 267709 w 267708"/>
              <a:gd name="connsiteY29" fmla="*/ 439413 h 458518"/>
              <a:gd name="connsiteX30" fmla="*/ 216125 w 267708"/>
              <a:gd name="connsiteY30" fmla="*/ 355351 h 458518"/>
              <a:gd name="connsiteX31" fmla="*/ 164542 w 267708"/>
              <a:gd name="connsiteY31" fmla="*/ 322873 h 458518"/>
              <a:gd name="connsiteX32" fmla="*/ 185558 w 267708"/>
              <a:gd name="connsiteY32" fmla="*/ 315231 h 458518"/>
              <a:gd name="connsiteX33" fmla="*/ 218036 w 267708"/>
              <a:gd name="connsiteY33" fmla="*/ 299947 h 458518"/>
              <a:gd name="connsiteX34" fmla="*/ 252425 w 267708"/>
              <a:gd name="connsiteY34" fmla="*/ 271290 h 458518"/>
              <a:gd name="connsiteX35" fmla="*/ 267709 w 267708"/>
              <a:gd name="connsiteY35" fmla="*/ 233080 h 458518"/>
              <a:gd name="connsiteX36" fmla="*/ 240962 w 267708"/>
              <a:gd name="connsiteY36" fmla="*/ 171944 h 458518"/>
              <a:gd name="connsiteX37" fmla="*/ 191289 w 267708"/>
              <a:gd name="connsiteY37" fmla="*/ 143287 h 458518"/>
              <a:gd name="connsiteX38" fmla="*/ 164542 w 267708"/>
              <a:gd name="connsiteY38" fmla="*/ 133734 h 458518"/>
              <a:gd name="connsiteX39" fmla="*/ 216125 w 267708"/>
              <a:gd name="connsiteY39" fmla="*/ 103167 h 458518"/>
              <a:gd name="connsiteX40" fmla="*/ 267709 w 267708"/>
              <a:gd name="connsiteY40" fmla="*/ 19105 h 458518"/>
              <a:gd name="connsiteX41" fmla="*/ 32718 w 267708"/>
              <a:gd name="connsiteY41" fmla="*/ 57315 h 458518"/>
              <a:gd name="connsiteX42" fmla="*/ 233320 w 267708"/>
              <a:gd name="connsiteY42" fmla="*/ 57315 h 458518"/>
              <a:gd name="connsiteX43" fmla="*/ 133974 w 267708"/>
              <a:gd name="connsiteY43" fmla="*/ 124182 h 458518"/>
              <a:gd name="connsiteX44" fmla="*/ 132064 w 267708"/>
              <a:gd name="connsiteY44" fmla="*/ 124182 h 458518"/>
              <a:gd name="connsiteX45" fmla="*/ 32718 w 267708"/>
              <a:gd name="connsiteY45" fmla="*/ 57315 h 458518"/>
              <a:gd name="connsiteX46" fmla="*/ 233320 w 267708"/>
              <a:gd name="connsiteY46" fmla="*/ 401203 h 458518"/>
              <a:gd name="connsiteX47" fmla="*/ 32718 w 267708"/>
              <a:gd name="connsiteY47" fmla="*/ 401203 h 458518"/>
              <a:gd name="connsiteX48" fmla="*/ 132064 w 267708"/>
              <a:gd name="connsiteY48" fmla="*/ 334336 h 458518"/>
              <a:gd name="connsiteX49" fmla="*/ 133974 w 267708"/>
              <a:gd name="connsiteY49" fmla="*/ 334336 h 458518"/>
              <a:gd name="connsiteX50" fmla="*/ 233320 w 267708"/>
              <a:gd name="connsiteY50" fmla="*/ 401203 h 458518"/>
              <a:gd name="connsiteX51" fmla="*/ 237141 w 267708"/>
              <a:gd name="connsiteY51" fmla="*/ 261737 h 458518"/>
              <a:gd name="connsiteX52" fmla="*/ 208484 w 267708"/>
              <a:gd name="connsiteY52" fmla="*/ 286574 h 458518"/>
              <a:gd name="connsiteX53" fmla="*/ 177916 w 267708"/>
              <a:gd name="connsiteY53" fmla="*/ 299947 h 458518"/>
              <a:gd name="connsiteX54" fmla="*/ 133974 w 267708"/>
              <a:gd name="connsiteY54" fmla="*/ 315231 h 458518"/>
              <a:gd name="connsiteX55" fmla="*/ 88123 w 267708"/>
              <a:gd name="connsiteY55" fmla="*/ 299947 h 458518"/>
              <a:gd name="connsiteX56" fmla="*/ 57555 w 267708"/>
              <a:gd name="connsiteY56" fmla="*/ 286574 h 458518"/>
              <a:gd name="connsiteX57" fmla="*/ 28897 w 267708"/>
              <a:gd name="connsiteY57" fmla="*/ 263648 h 458518"/>
              <a:gd name="connsiteX58" fmla="*/ 19345 w 267708"/>
              <a:gd name="connsiteY58" fmla="*/ 238811 h 458518"/>
              <a:gd name="connsiteX59" fmla="*/ 246693 w 267708"/>
              <a:gd name="connsiteY59" fmla="*/ 238811 h 458518"/>
              <a:gd name="connsiteX60" fmla="*/ 237141 w 267708"/>
              <a:gd name="connsiteY60" fmla="*/ 261737 h 458518"/>
              <a:gd name="connsiteX61" fmla="*/ 227588 w 267708"/>
              <a:gd name="connsiteY61" fmla="*/ 185318 h 458518"/>
              <a:gd name="connsiteX62" fmla="*/ 246693 w 267708"/>
              <a:gd name="connsiteY62" fmla="*/ 219707 h 458518"/>
              <a:gd name="connsiteX63" fmla="*/ 19345 w 267708"/>
              <a:gd name="connsiteY63" fmla="*/ 219707 h 458518"/>
              <a:gd name="connsiteX64" fmla="*/ 38450 w 267708"/>
              <a:gd name="connsiteY64" fmla="*/ 187228 h 458518"/>
              <a:gd name="connsiteX65" fmla="*/ 84302 w 267708"/>
              <a:gd name="connsiteY65" fmla="*/ 162392 h 458518"/>
              <a:gd name="connsiteX66" fmla="*/ 133974 w 267708"/>
              <a:gd name="connsiteY66" fmla="*/ 143287 h 458518"/>
              <a:gd name="connsiteX67" fmla="*/ 183647 w 267708"/>
              <a:gd name="connsiteY67" fmla="*/ 160481 h 458518"/>
              <a:gd name="connsiteX68" fmla="*/ 227588 w 267708"/>
              <a:gd name="connsiteY68" fmla="*/ 185318 h 458518"/>
              <a:gd name="connsiteX69" fmla="*/ 227588 w 267708"/>
              <a:gd name="connsiteY69" fmla="*/ 185318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7708" h="458518">
                <a:moveTo>
                  <a:pt x="267709" y="19105"/>
                </a:moveTo>
                <a:lnTo>
                  <a:pt x="267709" y="0"/>
                </a:lnTo>
                <a:lnTo>
                  <a:pt x="248604" y="0"/>
                </a:lnTo>
                <a:lnTo>
                  <a:pt x="248604" y="19105"/>
                </a:lnTo>
                <a:cubicBezTo>
                  <a:pt x="248604" y="24836"/>
                  <a:pt x="246693" y="32478"/>
                  <a:pt x="244783" y="38210"/>
                </a:cubicBezTo>
                <a:lnTo>
                  <a:pt x="23166" y="38210"/>
                </a:lnTo>
                <a:cubicBezTo>
                  <a:pt x="21255" y="32478"/>
                  <a:pt x="19345" y="24836"/>
                  <a:pt x="19345" y="19105"/>
                </a:cubicBezTo>
                <a:lnTo>
                  <a:pt x="19345" y="0"/>
                </a:lnTo>
                <a:lnTo>
                  <a:pt x="240" y="0"/>
                </a:lnTo>
                <a:lnTo>
                  <a:pt x="240" y="19105"/>
                </a:lnTo>
                <a:cubicBezTo>
                  <a:pt x="240" y="47762"/>
                  <a:pt x="17434" y="76420"/>
                  <a:pt x="49913" y="101256"/>
                </a:cubicBezTo>
                <a:cubicBezTo>
                  <a:pt x="67107" y="114630"/>
                  <a:pt x="84302" y="124182"/>
                  <a:pt x="103406" y="133734"/>
                </a:cubicBezTo>
                <a:cubicBezTo>
                  <a:pt x="91944" y="137555"/>
                  <a:pt x="80481" y="141376"/>
                  <a:pt x="76660" y="143287"/>
                </a:cubicBezTo>
                <a:cubicBezTo>
                  <a:pt x="57555" y="150929"/>
                  <a:pt x="40360" y="160481"/>
                  <a:pt x="26987" y="171944"/>
                </a:cubicBezTo>
                <a:cubicBezTo>
                  <a:pt x="7882" y="187228"/>
                  <a:pt x="-1671" y="210154"/>
                  <a:pt x="240" y="233080"/>
                </a:cubicBezTo>
                <a:cubicBezTo>
                  <a:pt x="240" y="248364"/>
                  <a:pt x="5971" y="261737"/>
                  <a:pt x="15524" y="273200"/>
                </a:cubicBezTo>
                <a:cubicBezTo>
                  <a:pt x="25076" y="284663"/>
                  <a:pt x="36539" y="294216"/>
                  <a:pt x="49913" y="301858"/>
                </a:cubicBezTo>
                <a:cubicBezTo>
                  <a:pt x="59465" y="307589"/>
                  <a:pt x="70928" y="313321"/>
                  <a:pt x="82391" y="317142"/>
                </a:cubicBezTo>
                <a:cubicBezTo>
                  <a:pt x="86212" y="319052"/>
                  <a:pt x="95765" y="322873"/>
                  <a:pt x="105317" y="324784"/>
                </a:cubicBezTo>
                <a:cubicBezTo>
                  <a:pt x="86212" y="332426"/>
                  <a:pt x="69018" y="343889"/>
                  <a:pt x="53734" y="355351"/>
                </a:cubicBezTo>
                <a:cubicBezTo>
                  <a:pt x="17434" y="382098"/>
                  <a:pt x="240" y="410756"/>
                  <a:pt x="240" y="439413"/>
                </a:cubicBezTo>
                <a:lnTo>
                  <a:pt x="240" y="458518"/>
                </a:lnTo>
                <a:lnTo>
                  <a:pt x="19345" y="458518"/>
                </a:lnTo>
                <a:lnTo>
                  <a:pt x="19345" y="439413"/>
                </a:lnTo>
                <a:cubicBezTo>
                  <a:pt x="19345" y="431771"/>
                  <a:pt x="19345" y="426040"/>
                  <a:pt x="23166" y="420308"/>
                </a:cubicBezTo>
                <a:lnTo>
                  <a:pt x="244783" y="420308"/>
                </a:lnTo>
                <a:cubicBezTo>
                  <a:pt x="246693" y="426040"/>
                  <a:pt x="248604" y="433682"/>
                  <a:pt x="248604" y="439413"/>
                </a:cubicBezTo>
                <a:lnTo>
                  <a:pt x="248604" y="458518"/>
                </a:lnTo>
                <a:lnTo>
                  <a:pt x="267709" y="458518"/>
                </a:lnTo>
                <a:lnTo>
                  <a:pt x="267709" y="439413"/>
                </a:lnTo>
                <a:cubicBezTo>
                  <a:pt x="267709" y="410756"/>
                  <a:pt x="248604" y="382098"/>
                  <a:pt x="216125" y="355351"/>
                </a:cubicBezTo>
                <a:cubicBezTo>
                  <a:pt x="198931" y="343889"/>
                  <a:pt x="181737" y="332426"/>
                  <a:pt x="164542" y="322873"/>
                </a:cubicBezTo>
                <a:cubicBezTo>
                  <a:pt x="174095" y="319052"/>
                  <a:pt x="181737" y="317142"/>
                  <a:pt x="185558" y="315231"/>
                </a:cubicBezTo>
                <a:cubicBezTo>
                  <a:pt x="197021" y="311410"/>
                  <a:pt x="208484" y="305679"/>
                  <a:pt x="218036" y="299947"/>
                </a:cubicBezTo>
                <a:cubicBezTo>
                  <a:pt x="231409" y="292305"/>
                  <a:pt x="242872" y="282753"/>
                  <a:pt x="252425" y="271290"/>
                </a:cubicBezTo>
                <a:cubicBezTo>
                  <a:pt x="261977" y="259827"/>
                  <a:pt x="265798" y="246453"/>
                  <a:pt x="267709" y="233080"/>
                </a:cubicBezTo>
                <a:cubicBezTo>
                  <a:pt x="267709" y="210154"/>
                  <a:pt x="258156" y="187228"/>
                  <a:pt x="240962" y="171944"/>
                </a:cubicBezTo>
                <a:cubicBezTo>
                  <a:pt x="225678" y="158571"/>
                  <a:pt x="210394" y="149018"/>
                  <a:pt x="191289" y="143287"/>
                </a:cubicBezTo>
                <a:cubicBezTo>
                  <a:pt x="185558" y="141376"/>
                  <a:pt x="176005" y="137555"/>
                  <a:pt x="164542" y="133734"/>
                </a:cubicBezTo>
                <a:cubicBezTo>
                  <a:pt x="181737" y="126092"/>
                  <a:pt x="198931" y="114630"/>
                  <a:pt x="216125" y="103167"/>
                </a:cubicBezTo>
                <a:cubicBezTo>
                  <a:pt x="248604" y="76420"/>
                  <a:pt x="267709" y="47762"/>
                  <a:pt x="267709" y="19105"/>
                </a:cubicBezTo>
                <a:close/>
                <a:moveTo>
                  <a:pt x="32718" y="57315"/>
                </a:moveTo>
                <a:lnTo>
                  <a:pt x="233320" y="57315"/>
                </a:lnTo>
                <a:cubicBezTo>
                  <a:pt x="206573" y="87883"/>
                  <a:pt x="172184" y="110809"/>
                  <a:pt x="133974" y="124182"/>
                </a:cubicBezTo>
                <a:lnTo>
                  <a:pt x="132064" y="124182"/>
                </a:lnTo>
                <a:cubicBezTo>
                  <a:pt x="93854" y="110809"/>
                  <a:pt x="59465" y="87883"/>
                  <a:pt x="32718" y="57315"/>
                </a:cubicBezTo>
                <a:close/>
                <a:moveTo>
                  <a:pt x="233320" y="401203"/>
                </a:moveTo>
                <a:lnTo>
                  <a:pt x="32718" y="401203"/>
                </a:lnTo>
                <a:cubicBezTo>
                  <a:pt x="59465" y="370635"/>
                  <a:pt x="93854" y="347710"/>
                  <a:pt x="132064" y="334336"/>
                </a:cubicBezTo>
                <a:lnTo>
                  <a:pt x="133974" y="334336"/>
                </a:lnTo>
                <a:cubicBezTo>
                  <a:pt x="172184" y="347710"/>
                  <a:pt x="206573" y="370635"/>
                  <a:pt x="233320" y="401203"/>
                </a:cubicBezTo>
                <a:close/>
                <a:moveTo>
                  <a:pt x="237141" y="261737"/>
                </a:moveTo>
                <a:cubicBezTo>
                  <a:pt x="229499" y="271290"/>
                  <a:pt x="219946" y="280842"/>
                  <a:pt x="208484" y="286574"/>
                </a:cubicBezTo>
                <a:cubicBezTo>
                  <a:pt x="198931" y="292305"/>
                  <a:pt x="189379" y="296126"/>
                  <a:pt x="177916" y="299947"/>
                </a:cubicBezTo>
                <a:cubicBezTo>
                  <a:pt x="168363" y="303768"/>
                  <a:pt x="139706" y="313321"/>
                  <a:pt x="133974" y="315231"/>
                </a:cubicBezTo>
                <a:cubicBezTo>
                  <a:pt x="126332" y="313321"/>
                  <a:pt x="97675" y="303768"/>
                  <a:pt x="88123" y="299947"/>
                </a:cubicBezTo>
                <a:cubicBezTo>
                  <a:pt x="78570" y="296126"/>
                  <a:pt x="67107" y="292305"/>
                  <a:pt x="57555" y="286574"/>
                </a:cubicBezTo>
                <a:cubicBezTo>
                  <a:pt x="46092" y="280842"/>
                  <a:pt x="36539" y="273200"/>
                  <a:pt x="28897" y="263648"/>
                </a:cubicBezTo>
                <a:cubicBezTo>
                  <a:pt x="25076" y="256006"/>
                  <a:pt x="21255" y="248364"/>
                  <a:pt x="19345" y="238811"/>
                </a:cubicBezTo>
                <a:lnTo>
                  <a:pt x="246693" y="238811"/>
                </a:lnTo>
                <a:cubicBezTo>
                  <a:pt x="244783" y="246453"/>
                  <a:pt x="242872" y="256006"/>
                  <a:pt x="237141" y="261737"/>
                </a:cubicBezTo>
                <a:close/>
                <a:moveTo>
                  <a:pt x="227588" y="185318"/>
                </a:moveTo>
                <a:cubicBezTo>
                  <a:pt x="237141" y="194870"/>
                  <a:pt x="244783" y="206333"/>
                  <a:pt x="246693" y="219707"/>
                </a:cubicBezTo>
                <a:lnTo>
                  <a:pt x="19345" y="219707"/>
                </a:lnTo>
                <a:cubicBezTo>
                  <a:pt x="21255" y="206333"/>
                  <a:pt x="28897" y="194870"/>
                  <a:pt x="38450" y="187228"/>
                </a:cubicBezTo>
                <a:cubicBezTo>
                  <a:pt x="51823" y="175765"/>
                  <a:pt x="67107" y="168123"/>
                  <a:pt x="84302" y="162392"/>
                </a:cubicBezTo>
                <a:cubicBezTo>
                  <a:pt x="99585" y="152839"/>
                  <a:pt x="116780" y="147108"/>
                  <a:pt x="133974" y="143287"/>
                </a:cubicBezTo>
                <a:cubicBezTo>
                  <a:pt x="151169" y="147108"/>
                  <a:pt x="168363" y="152839"/>
                  <a:pt x="183647" y="160481"/>
                </a:cubicBezTo>
                <a:cubicBezTo>
                  <a:pt x="198931" y="166213"/>
                  <a:pt x="214215" y="175765"/>
                  <a:pt x="227588" y="185318"/>
                </a:cubicBezTo>
                <a:lnTo>
                  <a:pt x="227588" y="18531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1" name="Graphic 135" descr="Molecule icon.">
            <a:extLst>
              <a:ext uri="{FF2B5EF4-FFF2-40B4-BE49-F238E27FC236}">
                <a16:creationId xmlns:a16="http://schemas.microsoft.com/office/drawing/2014/main" id="{57F5C4C9-9F73-4FAF-90E2-BA27F5DC20D5}"/>
              </a:ext>
            </a:extLst>
          </p:cNvPr>
          <p:cNvSpPr>
            <a:spLocks noChangeAspect="1"/>
          </p:cNvSpPr>
          <p:nvPr/>
        </p:nvSpPr>
        <p:spPr>
          <a:xfrm>
            <a:off x="3398514" y="3273388"/>
            <a:ext cx="453708" cy="458168"/>
          </a:xfrm>
          <a:custGeom>
            <a:avLst/>
            <a:gdLst>
              <a:gd name="connsiteX0" fmla="*/ 415498 w 453708"/>
              <a:gd name="connsiteY0" fmla="*/ 238811 h 458168"/>
              <a:gd name="connsiteX1" fmla="*/ 386841 w 453708"/>
              <a:gd name="connsiteY1" fmla="*/ 250274 h 458168"/>
              <a:gd name="connsiteX2" fmla="*/ 346721 w 453708"/>
              <a:gd name="connsiteY2" fmla="*/ 210154 h 458168"/>
              <a:gd name="connsiteX3" fmla="*/ 342900 w 453708"/>
              <a:gd name="connsiteY3" fmla="*/ 129913 h 458168"/>
              <a:gd name="connsiteX4" fmla="*/ 262659 w 453708"/>
              <a:gd name="connsiteY4" fmla="*/ 133734 h 458168"/>
              <a:gd name="connsiteX5" fmla="*/ 262659 w 453708"/>
              <a:gd name="connsiteY5" fmla="*/ 212065 h 458168"/>
              <a:gd name="connsiteX6" fmla="*/ 186239 w 453708"/>
              <a:gd name="connsiteY6" fmla="*/ 288484 h 458168"/>
              <a:gd name="connsiteX7" fmla="*/ 180508 w 453708"/>
              <a:gd name="connsiteY7" fmla="*/ 288484 h 458168"/>
              <a:gd name="connsiteX8" fmla="*/ 159493 w 453708"/>
              <a:gd name="connsiteY8" fmla="*/ 292305 h 458168"/>
              <a:gd name="connsiteX9" fmla="*/ 83073 w 453708"/>
              <a:gd name="connsiteY9" fmla="*/ 215886 h 458168"/>
              <a:gd name="connsiteX10" fmla="*/ 94536 w 453708"/>
              <a:gd name="connsiteY10" fmla="*/ 183407 h 458168"/>
              <a:gd name="connsiteX11" fmla="*/ 94536 w 453708"/>
              <a:gd name="connsiteY11" fmla="*/ 177676 h 458168"/>
              <a:gd name="connsiteX12" fmla="*/ 197702 w 453708"/>
              <a:gd name="connsiteY12" fmla="*/ 76420 h 458168"/>
              <a:gd name="connsiteX13" fmla="*/ 209165 w 453708"/>
              <a:gd name="connsiteY13" fmla="*/ 76420 h 458168"/>
              <a:gd name="connsiteX14" fmla="*/ 247375 w 453708"/>
              <a:gd name="connsiteY14" fmla="*/ 38210 h 458168"/>
              <a:gd name="connsiteX15" fmla="*/ 209165 w 453708"/>
              <a:gd name="connsiteY15" fmla="*/ 0 h 458168"/>
              <a:gd name="connsiteX16" fmla="*/ 170955 w 453708"/>
              <a:gd name="connsiteY16" fmla="*/ 38210 h 458168"/>
              <a:gd name="connsiteX17" fmla="*/ 180508 w 453708"/>
              <a:gd name="connsiteY17" fmla="*/ 63046 h 458168"/>
              <a:gd name="connsiteX18" fmla="*/ 86894 w 453708"/>
              <a:gd name="connsiteY18" fmla="*/ 156660 h 458168"/>
              <a:gd name="connsiteX19" fmla="*/ 21937 w 453708"/>
              <a:gd name="connsiteY19" fmla="*/ 141376 h 458168"/>
              <a:gd name="connsiteX20" fmla="*/ 6653 w 453708"/>
              <a:gd name="connsiteY20" fmla="*/ 206333 h 458168"/>
              <a:gd name="connsiteX21" fmla="*/ 46773 w 453708"/>
              <a:gd name="connsiteY21" fmla="*/ 229259 h 458168"/>
              <a:gd name="connsiteX22" fmla="*/ 65878 w 453708"/>
              <a:gd name="connsiteY22" fmla="*/ 225438 h 458168"/>
              <a:gd name="connsiteX23" fmla="*/ 138477 w 453708"/>
              <a:gd name="connsiteY23" fmla="*/ 298037 h 458168"/>
              <a:gd name="connsiteX24" fmla="*/ 105999 w 453708"/>
              <a:gd name="connsiteY24" fmla="*/ 414577 h 458168"/>
              <a:gd name="connsiteX25" fmla="*/ 222539 w 453708"/>
              <a:gd name="connsiteY25" fmla="*/ 447055 h 458168"/>
              <a:gd name="connsiteX26" fmla="*/ 255017 w 453708"/>
              <a:gd name="connsiteY26" fmla="*/ 330515 h 458168"/>
              <a:gd name="connsiteX27" fmla="*/ 209165 w 453708"/>
              <a:gd name="connsiteY27" fmla="*/ 292305 h 458168"/>
              <a:gd name="connsiteX28" fmla="*/ 277943 w 453708"/>
              <a:gd name="connsiteY28" fmla="*/ 223528 h 458168"/>
              <a:gd name="connsiteX29" fmla="*/ 331437 w 453708"/>
              <a:gd name="connsiteY29" fmla="*/ 223528 h 458168"/>
              <a:gd name="connsiteX30" fmla="*/ 373468 w 453708"/>
              <a:gd name="connsiteY30" fmla="*/ 265558 h 458168"/>
              <a:gd name="connsiteX31" fmla="*/ 369647 w 453708"/>
              <a:gd name="connsiteY31" fmla="*/ 282753 h 458168"/>
              <a:gd name="connsiteX32" fmla="*/ 411677 w 453708"/>
              <a:gd name="connsiteY32" fmla="*/ 324784 h 458168"/>
              <a:gd name="connsiteX33" fmla="*/ 453708 w 453708"/>
              <a:gd name="connsiteY33" fmla="*/ 282753 h 458168"/>
              <a:gd name="connsiteX34" fmla="*/ 415498 w 453708"/>
              <a:gd name="connsiteY34" fmla="*/ 238811 h 458168"/>
              <a:gd name="connsiteX35" fmla="*/ 415498 w 453708"/>
              <a:gd name="connsiteY35" fmla="*/ 238811 h 458168"/>
              <a:gd name="connsiteX36" fmla="*/ 209165 w 453708"/>
              <a:gd name="connsiteY36" fmla="*/ 19105 h 458168"/>
              <a:gd name="connsiteX37" fmla="*/ 228270 w 453708"/>
              <a:gd name="connsiteY37" fmla="*/ 38210 h 458168"/>
              <a:gd name="connsiteX38" fmla="*/ 209165 w 453708"/>
              <a:gd name="connsiteY38" fmla="*/ 57315 h 458168"/>
              <a:gd name="connsiteX39" fmla="*/ 190060 w 453708"/>
              <a:gd name="connsiteY39" fmla="*/ 38210 h 458168"/>
              <a:gd name="connsiteX40" fmla="*/ 209165 w 453708"/>
              <a:gd name="connsiteY40" fmla="*/ 19105 h 458168"/>
              <a:gd name="connsiteX41" fmla="*/ 18116 w 453708"/>
              <a:gd name="connsiteY41" fmla="*/ 181497 h 458168"/>
              <a:gd name="connsiteX42" fmla="*/ 46773 w 453708"/>
              <a:gd name="connsiteY42" fmla="*/ 152839 h 458168"/>
              <a:gd name="connsiteX43" fmla="*/ 75431 w 453708"/>
              <a:gd name="connsiteY43" fmla="*/ 181497 h 458168"/>
              <a:gd name="connsiteX44" fmla="*/ 46773 w 453708"/>
              <a:gd name="connsiteY44" fmla="*/ 210154 h 458168"/>
              <a:gd name="connsiteX45" fmla="*/ 18116 w 453708"/>
              <a:gd name="connsiteY45" fmla="*/ 181497 h 458168"/>
              <a:gd name="connsiteX46" fmla="*/ 247375 w 453708"/>
              <a:gd name="connsiteY46" fmla="*/ 372546 h 458168"/>
              <a:gd name="connsiteX47" fmla="*/ 180508 w 453708"/>
              <a:gd name="connsiteY47" fmla="*/ 439413 h 458168"/>
              <a:gd name="connsiteX48" fmla="*/ 113641 w 453708"/>
              <a:gd name="connsiteY48" fmla="*/ 372546 h 458168"/>
              <a:gd name="connsiteX49" fmla="*/ 180508 w 453708"/>
              <a:gd name="connsiteY49" fmla="*/ 305679 h 458168"/>
              <a:gd name="connsiteX50" fmla="*/ 247375 w 453708"/>
              <a:gd name="connsiteY50" fmla="*/ 372546 h 458168"/>
              <a:gd name="connsiteX51" fmla="*/ 266480 w 453708"/>
              <a:gd name="connsiteY51" fmla="*/ 171944 h 458168"/>
              <a:gd name="connsiteX52" fmla="*/ 304690 w 453708"/>
              <a:gd name="connsiteY52" fmla="*/ 133734 h 458168"/>
              <a:gd name="connsiteX53" fmla="*/ 342900 w 453708"/>
              <a:gd name="connsiteY53" fmla="*/ 171944 h 458168"/>
              <a:gd name="connsiteX54" fmla="*/ 304690 w 453708"/>
              <a:gd name="connsiteY54" fmla="*/ 210154 h 458168"/>
              <a:gd name="connsiteX55" fmla="*/ 266480 w 453708"/>
              <a:gd name="connsiteY55" fmla="*/ 171944 h 458168"/>
              <a:gd name="connsiteX56" fmla="*/ 415498 w 453708"/>
              <a:gd name="connsiteY56" fmla="*/ 305679 h 458168"/>
              <a:gd name="connsiteX57" fmla="*/ 392573 w 453708"/>
              <a:gd name="connsiteY57" fmla="*/ 282753 h 458168"/>
              <a:gd name="connsiteX58" fmla="*/ 415498 w 453708"/>
              <a:gd name="connsiteY58" fmla="*/ 259827 h 458168"/>
              <a:gd name="connsiteX59" fmla="*/ 438424 w 453708"/>
              <a:gd name="connsiteY59" fmla="*/ 282753 h 458168"/>
              <a:gd name="connsiteX60" fmla="*/ 415498 w 453708"/>
              <a:gd name="connsiteY60" fmla="*/ 305679 h 4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53708" h="458168">
                <a:moveTo>
                  <a:pt x="415498" y="238811"/>
                </a:moveTo>
                <a:cubicBezTo>
                  <a:pt x="405946" y="238811"/>
                  <a:pt x="394483" y="242632"/>
                  <a:pt x="386841" y="250274"/>
                </a:cubicBezTo>
                <a:lnTo>
                  <a:pt x="346721" y="210154"/>
                </a:lnTo>
                <a:cubicBezTo>
                  <a:pt x="367736" y="187228"/>
                  <a:pt x="365826" y="150929"/>
                  <a:pt x="342900" y="129913"/>
                </a:cubicBezTo>
                <a:cubicBezTo>
                  <a:pt x="319974" y="108898"/>
                  <a:pt x="283674" y="110809"/>
                  <a:pt x="262659" y="133734"/>
                </a:cubicBezTo>
                <a:cubicBezTo>
                  <a:pt x="241644" y="154750"/>
                  <a:pt x="241644" y="189139"/>
                  <a:pt x="262659" y="212065"/>
                </a:cubicBezTo>
                <a:lnTo>
                  <a:pt x="186239" y="288484"/>
                </a:lnTo>
                <a:lnTo>
                  <a:pt x="180508" y="288484"/>
                </a:lnTo>
                <a:cubicBezTo>
                  <a:pt x="172866" y="288484"/>
                  <a:pt x="165224" y="290395"/>
                  <a:pt x="159493" y="292305"/>
                </a:cubicBezTo>
                <a:lnTo>
                  <a:pt x="83073" y="215886"/>
                </a:lnTo>
                <a:cubicBezTo>
                  <a:pt x="90715" y="206333"/>
                  <a:pt x="94536" y="196781"/>
                  <a:pt x="94536" y="183407"/>
                </a:cubicBezTo>
                <a:cubicBezTo>
                  <a:pt x="94536" y="181497"/>
                  <a:pt x="94536" y="179586"/>
                  <a:pt x="94536" y="177676"/>
                </a:cubicBezTo>
                <a:lnTo>
                  <a:pt x="197702" y="76420"/>
                </a:lnTo>
                <a:cubicBezTo>
                  <a:pt x="201523" y="76420"/>
                  <a:pt x="205344" y="76420"/>
                  <a:pt x="209165" y="76420"/>
                </a:cubicBezTo>
                <a:cubicBezTo>
                  <a:pt x="230181" y="76420"/>
                  <a:pt x="247375" y="59225"/>
                  <a:pt x="247375" y="38210"/>
                </a:cubicBezTo>
                <a:cubicBezTo>
                  <a:pt x="247375" y="17194"/>
                  <a:pt x="230181" y="0"/>
                  <a:pt x="209165" y="0"/>
                </a:cubicBezTo>
                <a:cubicBezTo>
                  <a:pt x="188150" y="0"/>
                  <a:pt x="170955" y="17194"/>
                  <a:pt x="170955" y="38210"/>
                </a:cubicBezTo>
                <a:cubicBezTo>
                  <a:pt x="170955" y="47762"/>
                  <a:pt x="174776" y="55404"/>
                  <a:pt x="180508" y="63046"/>
                </a:cubicBezTo>
                <a:lnTo>
                  <a:pt x="86894" y="156660"/>
                </a:lnTo>
                <a:cubicBezTo>
                  <a:pt x="73520" y="133734"/>
                  <a:pt x="42953" y="126092"/>
                  <a:pt x="21937" y="141376"/>
                </a:cubicBezTo>
                <a:cubicBezTo>
                  <a:pt x="922" y="156660"/>
                  <a:pt x="-6720" y="185318"/>
                  <a:pt x="6653" y="206333"/>
                </a:cubicBezTo>
                <a:cubicBezTo>
                  <a:pt x="14295" y="221617"/>
                  <a:pt x="29579" y="229259"/>
                  <a:pt x="46773" y="229259"/>
                </a:cubicBezTo>
                <a:cubicBezTo>
                  <a:pt x="52505" y="229259"/>
                  <a:pt x="60147" y="227349"/>
                  <a:pt x="65878" y="225438"/>
                </a:cubicBezTo>
                <a:lnTo>
                  <a:pt x="138477" y="298037"/>
                </a:lnTo>
                <a:cubicBezTo>
                  <a:pt x="96446" y="320963"/>
                  <a:pt x="83073" y="372546"/>
                  <a:pt x="105999" y="414577"/>
                </a:cubicBezTo>
                <a:cubicBezTo>
                  <a:pt x="128925" y="456608"/>
                  <a:pt x="180508" y="469981"/>
                  <a:pt x="222539" y="447055"/>
                </a:cubicBezTo>
                <a:cubicBezTo>
                  <a:pt x="264570" y="424129"/>
                  <a:pt x="277943" y="372546"/>
                  <a:pt x="255017" y="330515"/>
                </a:cubicBezTo>
                <a:cubicBezTo>
                  <a:pt x="245465" y="311410"/>
                  <a:pt x="228270" y="298037"/>
                  <a:pt x="209165" y="292305"/>
                </a:cubicBezTo>
                <a:lnTo>
                  <a:pt x="277943" y="223528"/>
                </a:lnTo>
                <a:cubicBezTo>
                  <a:pt x="295137" y="233080"/>
                  <a:pt x="316153" y="233080"/>
                  <a:pt x="331437" y="223528"/>
                </a:cubicBezTo>
                <a:lnTo>
                  <a:pt x="373468" y="265558"/>
                </a:lnTo>
                <a:cubicBezTo>
                  <a:pt x="371557" y="271290"/>
                  <a:pt x="369647" y="277021"/>
                  <a:pt x="369647" y="282753"/>
                </a:cubicBezTo>
                <a:cubicBezTo>
                  <a:pt x="369647" y="305679"/>
                  <a:pt x="388752" y="324784"/>
                  <a:pt x="411677" y="324784"/>
                </a:cubicBezTo>
                <a:cubicBezTo>
                  <a:pt x="434603" y="324784"/>
                  <a:pt x="453708" y="305679"/>
                  <a:pt x="453708" y="282753"/>
                </a:cubicBezTo>
                <a:cubicBezTo>
                  <a:pt x="453708" y="259827"/>
                  <a:pt x="438424" y="238811"/>
                  <a:pt x="415498" y="238811"/>
                </a:cubicBezTo>
                <a:lnTo>
                  <a:pt x="415498" y="238811"/>
                </a:lnTo>
                <a:close/>
                <a:moveTo>
                  <a:pt x="209165" y="19105"/>
                </a:moveTo>
                <a:cubicBezTo>
                  <a:pt x="220628" y="19105"/>
                  <a:pt x="228270" y="26747"/>
                  <a:pt x="228270" y="38210"/>
                </a:cubicBezTo>
                <a:cubicBezTo>
                  <a:pt x="228270" y="49673"/>
                  <a:pt x="220628" y="57315"/>
                  <a:pt x="209165" y="57315"/>
                </a:cubicBezTo>
                <a:cubicBezTo>
                  <a:pt x="197702" y="57315"/>
                  <a:pt x="190060" y="49673"/>
                  <a:pt x="190060" y="38210"/>
                </a:cubicBezTo>
                <a:cubicBezTo>
                  <a:pt x="190060" y="26747"/>
                  <a:pt x="197702" y="19105"/>
                  <a:pt x="209165" y="19105"/>
                </a:cubicBezTo>
                <a:close/>
                <a:moveTo>
                  <a:pt x="18116" y="181497"/>
                </a:moveTo>
                <a:cubicBezTo>
                  <a:pt x="18116" y="166213"/>
                  <a:pt x="31490" y="152839"/>
                  <a:pt x="46773" y="152839"/>
                </a:cubicBezTo>
                <a:cubicBezTo>
                  <a:pt x="62057" y="152839"/>
                  <a:pt x="75431" y="166213"/>
                  <a:pt x="75431" y="181497"/>
                </a:cubicBezTo>
                <a:cubicBezTo>
                  <a:pt x="75431" y="196781"/>
                  <a:pt x="62057" y="210154"/>
                  <a:pt x="46773" y="210154"/>
                </a:cubicBezTo>
                <a:cubicBezTo>
                  <a:pt x="31490" y="210154"/>
                  <a:pt x="18116" y="196781"/>
                  <a:pt x="18116" y="181497"/>
                </a:cubicBezTo>
                <a:close/>
                <a:moveTo>
                  <a:pt x="247375" y="372546"/>
                </a:moveTo>
                <a:cubicBezTo>
                  <a:pt x="247375" y="408845"/>
                  <a:pt x="216807" y="439413"/>
                  <a:pt x="180508" y="439413"/>
                </a:cubicBezTo>
                <a:cubicBezTo>
                  <a:pt x="144209" y="439413"/>
                  <a:pt x="113641" y="408845"/>
                  <a:pt x="113641" y="372546"/>
                </a:cubicBezTo>
                <a:cubicBezTo>
                  <a:pt x="113641" y="336247"/>
                  <a:pt x="144209" y="305679"/>
                  <a:pt x="180508" y="305679"/>
                </a:cubicBezTo>
                <a:cubicBezTo>
                  <a:pt x="216807" y="305679"/>
                  <a:pt x="247375" y="336247"/>
                  <a:pt x="247375" y="372546"/>
                </a:cubicBezTo>
                <a:close/>
                <a:moveTo>
                  <a:pt x="266480" y="171944"/>
                </a:moveTo>
                <a:cubicBezTo>
                  <a:pt x="266480" y="150929"/>
                  <a:pt x="283674" y="133734"/>
                  <a:pt x="304690" y="133734"/>
                </a:cubicBezTo>
                <a:cubicBezTo>
                  <a:pt x="325705" y="133734"/>
                  <a:pt x="342900" y="150929"/>
                  <a:pt x="342900" y="171944"/>
                </a:cubicBezTo>
                <a:cubicBezTo>
                  <a:pt x="342900" y="192960"/>
                  <a:pt x="325705" y="210154"/>
                  <a:pt x="304690" y="210154"/>
                </a:cubicBezTo>
                <a:cubicBezTo>
                  <a:pt x="283674" y="210154"/>
                  <a:pt x="266480" y="192960"/>
                  <a:pt x="266480" y="171944"/>
                </a:cubicBezTo>
                <a:close/>
                <a:moveTo>
                  <a:pt x="415498" y="305679"/>
                </a:moveTo>
                <a:cubicBezTo>
                  <a:pt x="402125" y="305679"/>
                  <a:pt x="392573" y="294216"/>
                  <a:pt x="392573" y="282753"/>
                </a:cubicBezTo>
                <a:cubicBezTo>
                  <a:pt x="392573" y="271290"/>
                  <a:pt x="404035" y="259827"/>
                  <a:pt x="415498" y="259827"/>
                </a:cubicBezTo>
                <a:cubicBezTo>
                  <a:pt x="426961" y="259827"/>
                  <a:pt x="438424" y="271290"/>
                  <a:pt x="438424" y="282753"/>
                </a:cubicBezTo>
                <a:cubicBezTo>
                  <a:pt x="438424" y="294216"/>
                  <a:pt x="426961" y="305679"/>
                  <a:pt x="415498" y="30567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2" name="Graphic 283" descr="Group of beakers icon.">
            <a:extLst>
              <a:ext uri="{FF2B5EF4-FFF2-40B4-BE49-F238E27FC236}">
                <a16:creationId xmlns:a16="http://schemas.microsoft.com/office/drawing/2014/main" id="{1CB8050A-D5EC-4921-AA2A-F37BF27A2317}"/>
              </a:ext>
            </a:extLst>
          </p:cNvPr>
          <p:cNvSpPr>
            <a:spLocks noChangeAspect="1"/>
          </p:cNvSpPr>
          <p:nvPr/>
        </p:nvSpPr>
        <p:spPr>
          <a:xfrm>
            <a:off x="4656319" y="3309097"/>
            <a:ext cx="419608" cy="422459"/>
          </a:xfrm>
          <a:custGeom>
            <a:avLst/>
            <a:gdLst>
              <a:gd name="connsiteX0" fmla="*/ 400503 w 419608"/>
              <a:gd name="connsiteY0" fmla="*/ 0 h 422459"/>
              <a:gd name="connsiteX1" fmla="*/ 285874 w 419608"/>
              <a:gd name="connsiteY1" fmla="*/ 0 h 422459"/>
              <a:gd name="connsiteX2" fmla="*/ 266769 w 419608"/>
              <a:gd name="connsiteY2" fmla="*/ 19105 h 422459"/>
              <a:gd name="connsiteX3" fmla="*/ 266769 w 419608"/>
              <a:gd name="connsiteY3" fmla="*/ 38210 h 422459"/>
              <a:gd name="connsiteX4" fmla="*/ 285874 w 419608"/>
              <a:gd name="connsiteY4" fmla="*/ 57315 h 422459"/>
              <a:gd name="connsiteX5" fmla="*/ 285874 w 419608"/>
              <a:gd name="connsiteY5" fmla="*/ 278932 h 422459"/>
              <a:gd name="connsiteX6" fmla="*/ 209454 w 419608"/>
              <a:gd name="connsiteY6" fmla="*/ 124182 h 422459"/>
              <a:gd name="connsiteX7" fmla="*/ 209454 w 419608"/>
              <a:gd name="connsiteY7" fmla="*/ 57315 h 422459"/>
              <a:gd name="connsiteX8" fmla="*/ 228559 w 419608"/>
              <a:gd name="connsiteY8" fmla="*/ 38210 h 422459"/>
              <a:gd name="connsiteX9" fmla="*/ 228559 w 419608"/>
              <a:gd name="connsiteY9" fmla="*/ 19105 h 422459"/>
              <a:gd name="connsiteX10" fmla="*/ 209454 w 419608"/>
              <a:gd name="connsiteY10" fmla="*/ 0 h 422459"/>
              <a:gd name="connsiteX11" fmla="*/ 113929 w 419608"/>
              <a:gd name="connsiteY11" fmla="*/ 0 h 422459"/>
              <a:gd name="connsiteX12" fmla="*/ 94824 w 419608"/>
              <a:gd name="connsiteY12" fmla="*/ 19105 h 422459"/>
              <a:gd name="connsiteX13" fmla="*/ 94824 w 419608"/>
              <a:gd name="connsiteY13" fmla="*/ 38210 h 422459"/>
              <a:gd name="connsiteX14" fmla="*/ 113929 w 419608"/>
              <a:gd name="connsiteY14" fmla="*/ 57315 h 422459"/>
              <a:gd name="connsiteX15" fmla="*/ 113929 w 419608"/>
              <a:gd name="connsiteY15" fmla="*/ 124182 h 422459"/>
              <a:gd name="connsiteX16" fmla="*/ 24136 w 419608"/>
              <a:gd name="connsiteY16" fmla="*/ 307589 h 422459"/>
              <a:gd name="connsiteX17" fmla="*/ 8852 w 419608"/>
              <a:gd name="connsiteY17" fmla="*/ 338157 h 422459"/>
              <a:gd name="connsiteX18" fmla="*/ 6942 w 419608"/>
              <a:gd name="connsiteY18" fmla="*/ 397382 h 422459"/>
              <a:gd name="connsiteX19" fmla="*/ 54704 w 419608"/>
              <a:gd name="connsiteY19" fmla="*/ 422219 h 422459"/>
              <a:gd name="connsiteX20" fmla="*/ 268679 w 419608"/>
              <a:gd name="connsiteY20" fmla="*/ 422219 h 422459"/>
              <a:gd name="connsiteX21" fmla="*/ 306889 w 419608"/>
              <a:gd name="connsiteY21" fmla="*/ 408845 h 422459"/>
              <a:gd name="connsiteX22" fmla="*/ 387130 w 419608"/>
              <a:gd name="connsiteY22" fmla="*/ 401203 h 422459"/>
              <a:gd name="connsiteX23" fmla="*/ 400503 w 419608"/>
              <a:gd name="connsiteY23" fmla="*/ 364904 h 422459"/>
              <a:gd name="connsiteX24" fmla="*/ 400503 w 419608"/>
              <a:gd name="connsiteY24" fmla="*/ 57315 h 422459"/>
              <a:gd name="connsiteX25" fmla="*/ 419608 w 419608"/>
              <a:gd name="connsiteY25" fmla="*/ 38210 h 422459"/>
              <a:gd name="connsiteX26" fmla="*/ 419608 w 419608"/>
              <a:gd name="connsiteY26" fmla="*/ 19105 h 422459"/>
              <a:gd name="connsiteX27" fmla="*/ 400503 w 419608"/>
              <a:gd name="connsiteY27" fmla="*/ 0 h 422459"/>
              <a:gd name="connsiteX28" fmla="*/ 209454 w 419608"/>
              <a:gd name="connsiteY28" fmla="*/ 38210 h 422459"/>
              <a:gd name="connsiteX29" fmla="*/ 113929 w 419608"/>
              <a:gd name="connsiteY29" fmla="*/ 38210 h 422459"/>
              <a:gd name="connsiteX30" fmla="*/ 113929 w 419608"/>
              <a:gd name="connsiteY30" fmla="*/ 19105 h 422459"/>
              <a:gd name="connsiteX31" fmla="*/ 209454 w 419608"/>
              <a:gd name="connsiteY31" fmla="*/ 19105 h 422459"/>
              <a:gd name="connsiteX32" fmla="*/ 209454 w 419608"/>
              <a:gd name="connsiteY32" fmla="*/ 38210 h 422459"/>
              <a:gd name="connsiteX33" fmla="*/ 209454 w 419608"/>
              <a:gd name="connsiteY33" fmla="*/ 38210 h 422459"/>
              <a:gd name="connsiteX34" fmla="*/ 131124 w 419608"/>
              <a:gd name="connsiteY34" fmla="*/ 131824 h 422459"/>
              <a:gd name="connsiteX35" fmla="*/ 133034 w 419608"/>
              <a:gd name="connsiteY35" fmla="*/ 124182 h 422459"/>
              <a:gd name="connsiteX36" fmla="*/ 133034 w 419608"/>
              <a:gd name="connsiteY36" fmla="*/ 57315 h 422459"/>
              <a:gd name="connsiteX37" fmla="*/ 190349 w 419608"/>
              <a:gd name="connsiteY37" fmla="*/ 57315 h 422459"/>
              <a:gd name="connsiteX38" fmla="*/ 190349 w 419608"/>
              <a:gd name="connsiteY38" fmla="*/ 124182 h 422459"/>
              <a:gd name="connsiteX39" fmla="*/ 192260 w 419608"/>
              <a:gd name="connsiteY39" fmla="*/ 131824 h 422459"/>
              <a:gd name="connsiteX40" fmla="*/ 230469 w 419608"/>
              <a:gd name="connsiteY40" fmla="*/ 210154 h 422459"/>
              <a:gd name="connsiteX41" fmla="*/ 92914 w 419608"/>
              <a:gd name="connsiteY41" fmla="*/ 210154 h 422459"/>
              <a:gd name="connsiteX42" fmla="*/ 131124 w 419608"/>
              <a:gd name="connsiteY42" fmla="*/ 131824 h 422459"/>
              <a:gd name="connsiteX43" fmla="*/ 268679 w 419608"/>
              <a:gd name="connsiteY43" fmla="*/ 401203 h 422459"/>
              <a:gd name="connsiteX44" fmla="*/ 54704 w 419608"/>
              <a:gd name="connsiteY44" fmla="*/ 401203 h 422459"/>
              <a:gd name="connsiteX45" fmla="*/ 22226 w 419608"/>
              <a:gd name="connsiteY45" fmla="*/ 385919 h 422459"/>
              <a:gd name="connsiteX46" fmla="*/ 24136 w 419608"/>
              <a:gd name="connsiteY46" fmla="*/ 345799 h 422459"/>
              <a:gd name="connsiteX47" fmla="*/ 39420 w 419608"/>
              <a:gd name="connsiteY47" fmla="*/ 315231 h 422459"/>
              <a:gd name="connsiteX48" fmla="*/ 83362 w 419608"/>
              <a:gd name="connsiteY48" fmla="*/ 229259 h 422459"/>
              <a:gd name="connsiteX49" fmla="*/ 240022 w 419608"/>
              <a:gd name="connsiteY49" fmla="*/ 229259 h 422459"/>
              <a:gd name="connsiteX50" fmla="*/ 282053 w 419608"/>
              <a:gd name="connsiteY50" fmla="*/ 315231 h 422459"/>
              <a:gd name="connsiteX51" fmla="*/ 293516 w 419608"/>
              <a:gd name="connsiteY51" fmla="*/ 338157 h 422459"/>
              <a:gd name="connsiteX52" fmla="*/ 297337 w 419608"/>
              <a:gd name="connsiteY52" fmla="*/ 345799 h 422459"/>
              <a:gd name="connsiteX53" fmla="*/ 301158 w 419608"/>
              <a:gd name="connsiteY53" fmla="*/ 385919 h 422459"/>
              <a:gd name="connsiteX54" fmla="*/ 268679 w 419608"/>
              <a:gd name="connsiteY54" fmla="*/ 401203 h 422459"/>
              <a:gd name="connsiteX55" fmla="*/ 381398 w 419608"/>
              <a:gd name="connsiteY55" fmla="*/ 114630 h 422459"/>
              <a:gd name="connsiteX56" fmla="*/ 343188 w 419608"/>
              <a:gd name="connsiteY56" fmla="*/ 114630 h 422459"/>
              <a:gd name="connsiteX57" fmla="*/ 343188 w 419608"/>
              <a:gd name="connsiteY57" fmla="*/ 133734 h 422459"/>
              <a:gd name="connsiteX58" fmla="*/ 381398 w 419608"/>
              <a:gd name="connsiteY58" fmla="*/ 133734 h 422459"/>
              <a:gd name="connsiteX59" fmla="*/ 381398 w 419608"/>
              <a:gd name="connsiteY59" fmla="*/ 210154 h 422459"/>
              <a:gd name="connsiteX60" fmla="*/ 343188 w 419608"/>
              <a:gd name="connsiteY60" fmla="*/ 210154 h 422459"/>
              <a:gd name="connsiteX61" fmla="*/ 343188 w 419608"/>
              <a:gd name="connsiteY61" fmla="*/ 229259 h 422459"/>
              <a:gd name="connsiteX62" fmla="*/ 381398 w 419608"/>
              <a:gd name="connsiteY62" fmla="*/ 229259 h 422459"/>
              <a:gd name="connsiteX63" fmla="*/ 381398 w 419608"/>
              <a:gd name="connsiteY63" fmla="*/ 305679 h 422459"/>
              <a:gd name="connsiteX64" fmla="*/ 343188 w 419608"/>
              <a:gd name="connsiteY64" fmla="*/ 305679 h 422459"/>
              <a:gd name="connsiteX65" fmla="*/ 343188 w 419608"/>
              <a:gd name="connsiteY65" fmla="*/ 324784 h 422459"/>
              <a:gd name="connsiteX66" fmla="*/ 381398 w 419608"/>
              <a:gd name="connsiteY66" fmla="*/ 324784 h 422459"/>
              <a:gd name="connsiteX67" fmla="*/ 381398 w 419608"/>
              <a:gd name="connsiteY67" fmla="*/ 362993 h 422459"/>
              <a:gd name="connsiteX68" fmla="*/ 343188 w 419608"/>
              <a:gd name="connsiteY68" fmla="*/ 401203 h 422459"/>
              <a:gd name="connsiteX69" fmla="*/ 320262 w 419608"/>
              <a:gd name="connsiteY69" fmla="*/ 391651 h 422459"/>
              <a:gd name="connsiteX70" fmla="*/ 316442 w 419608"/>
              <a:gd name="connsiteY70" fmla="*/ 336247 h 422459"/>
              <a:gd name="connsiteX71" fmla="*/ 312621 w 419608"/>
              <a:gd name="connsiteY71" fmla="*/ 328605 h 422459"/>
              <a:gd name="connsiteX72" fmla="*/ 304979 w 419608"/>
              <a:gd name="connsiteY72" fmla="*/ 317142 h 422459"/>
              <a:gd name="connsiteX73" fmla="*/ 304979 w 419608"/>
              <a:gd name="connsiteY73" fmla="*/ 57315 h 422459"/>
              <a:gd name="connsiteX74" fmla="*/ 381398 w 419608"/>
              <a:gd name="connsiteY74" fmla="*/ 57315 h 422459"/>
              <a:gd name="connsiteX75" fmla="*/ 381398 w 419608"/>
              <a:gd name="connsiteY75" fmla="*/ 114630 h 422459"/>
              <a:gd name="connsiteX76" fmla="*/ 400503 w 419608"/>
              <a:gd name="connsiteY76" fmla="*/ 47762 h 422459"/>
              <a:gd name="connsiteX77" fmla="*/ 400503 w 419608"/>
              <a:gd name="connsiteY77" fmla="*/ 38210 h 422459"/>
              <a:gd name="connsiteX78" fmla="*/ 285874 w 419608"/>
              <a:gd name="connsiteY78" fmla="*/ 38210 h 422459"/>
              <a:gd name="connsiteX79" fmla="*/ 285874 w 419608"/>
              <a:gd name="connsiteY79" fmla="*/ 19105 h 422459"/>
              <a:gd name="connsiteX80" fmla="*/ 400503 w 419608"/>
              <a:gd name="connsiteY80" fmla="*/ 19105 h 422459"/>
              <a:gd name="connsiteX81" fmla="*/ 400503 w 419608"/>
              <a:gd name="connsiteY81" fmla="*/ 38210 h 422459"/>
              <a:gd name="connsiteX82" fmla="*/ 400503 w 419608"/>
              <a:gd name="connsiteY82" fmla="*/ 38210 h 422459"/>
              <a:gd name="connsiteX83" fmla="*/ 400503 w 419608"/>
              <a:gd name="connsiteY83" fmla="*/ 47762 h 42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19608" h="422459">
                <a:moveTo>
                  <a:pt x="400503" y="0"/>
                </a:moveTo>
                <a:lnTo>
                  <a:pt x="285874" y="0"/>
                </a:lnTo>
                <a:cubicBezTo>
                  <a:pt x="274411" y="0"/>
                  <a:pt x="266769" y="7642"/>
                  <a:pt x="266769" y="19105"/>
                </a:cubicBezTo>
                <a:lnTo>
                  <a:pt x="266769" y="38210"/>
                </a:lnTo>
                <a:cubicBezTo>
                  <a:pt x="266769" y="49673"/>
                  <a:pt x="274411" y="57315"/>
                  <a:pt x="285874" y="57315"/>
                </a:cubicBezTo>
                <a:lnTo>
                  <a:pt x="285874" y="278932"/>
                </a:lnTo>
                <a:lnTo>
                  <a:pt x="209454" y="124182"/>
                </a:lnTo>
                <a:lnTo>
                  <a:pt x="209454" y="57315"/>
                </a:lnTo>
                <a:cubicBezTo>
                  <a:pt x="220917" y="57315"/>
                  <a:pt x="228559" y="49673"/>
                  <a:pt x="228559" y="38210"/>
                </a:cubicBezTo>
                <a:lnTo>
                  <a:pt x="228559" y="19105"/>
                </a:lnTo>
                <a:cubicBezTo>
                  <a:pt x="228559" y="7642"/>
                  <a:pt x="220917" y="0"/>
                  <a:pt x="209454" y="0"/>
                </a:cubicBezTo>
                <a:lnTo>
                  <a:pt x="113929" y="0"/>
                </a:lnTo>
                <a:cubicBezTo>
                  <a:pt x="102466" y="0"/>
                  <a:pt x="94824" y="7642"/>
                  <a:pt x="94824" y="19105"/>
                </a:cubicBezTo>
                <a:lnTo>
                  <a:pt x="94824" y="38210"/>
                </a:lnTo>
                <a:cubicBezTo>
                  <a:pt x="94824" y="49673"/>
                  <a:pt x="102466" y="57315"/>
                  <a:pt x="113929" y="57315"/>
                </a:cubicBezTo>
                <a:lnTo>
                  <a:pt x="113929" y="124182"/>
                </a:lnTo>
                <a:lnTo>
                  <a:pt x="24136" y="307589"/>
                </a:lnTo>
                <a:cubicBezTo>
                  <a:pt x="16494" y="322873"/>
                  <a:pt x="10763" y="334336"/>
                  <a:pt x="8852" y="338157"/>
                </a:cubicBezTo>
                <a:cubicBezTo>
                  <a:pt x="-2611" y="355351"/>
                  <a:pt x="-2611" y="378277"/>
                  <a:pt x="6942" y="397382"/>
                </a:cubicBezTo>
                <a:cubicBezTo>
                  <a:pt x="18405" y="414577"/>
                  <a:pt x="35599" y="424129"/>
                  <a:pt x="54704" y="422219"/>
                </a:cubicBezTo>
                <a:lnTo>
                  <a:pt x="268679" y="422219"/>
                </a:lnTo>
                <a:cubicBezTo>
                  <a:pt x="282053" y="422219"/>
                  <a:pt x="295426" y="418398"/>
                  <a:pt x="306889" y="408845"/>
                </a:cubicBezTo>
                <a:cubicBezTo>
                  <a:pt x="331725" y="427950"/>
                  <a:pt x="368025" y="426040"/>
                  <a:pt x="387130" y="401203"/>
                </a:cubicBezTo>
                <a:cubicBezTo>
                  <a:pt x="394772" y="391651"/>
                  <a:pt x="400503" y="378277"/>
                  <a:pt x="400503" y="364904"/>
                </a:cubicBezTo>
                <a:lnTo>
                  <a:pt x="400503" y="57315"/>
                </a:lnTo>
                <a:cubicBezTo>
                  <a:pt x="411966" y="57315"/>
                  <a:pt x="419608" y="49673"/>
                  <a:pt x="419608" y="38210"/>
                </a:cubicBezTo>
                <a:lnTo>
                  <a:pt x="419608" y="19105"/>
                </a:lnTo>
                <a:cubicBezTo>
                  <a:pt x="419608" y="7642"/>
                  <a:pt x="411966" y="0"/>
                  <a:pt x="400503" y="0"/>
                </a:cubicBezTo>
                <a:close/>
                <a:moveTo>
                  <a:pt x="209454" y="38210"/>
                </a:moveTo>
                <a:lnTo>
                  <a:pt x="113929" y="38210"/>
                </a:lnTo>
                <a:lnTo>
                  <a:pt x="113929" y="19105"/>
                </a:lnTo>
                <a:lnTo>
                  <a:pt x="209454" y="19105"/>
                </a:lnTo>
                <a:lnTo>
                  <a:pt x="209454" y="38210"/>
                </a:lnTo>
                <a:lnTo>
                  <a:pt x="209454" y="38210"/>
                </a:lnTo>
                <a:moveTo>
                  <a:pt x="131124" y="131824"/>
                </a:moveTo>
                <a:cubicBezTo>
                  <a:pt x="133034" y="129913"/>
                  <a:pt x="133034" y="126092"/>
                  <a:pt x="133034" y="124182"/>
                </a:cubicBezTo>
                <a:lnTo>
                  <a:pt x="133034" y="57315"/>
                </a:lnTo>
                <a:lnTo>
                  <a:pt x="190349" y="57315"/>
                </a:lnTo>
                <a:lnTo>
                  <a:pt x="190349" y="124182"/>
                </a:lnTo>
                <a:cubicBezTo>
                  <a:pt x="190349" y="128003"/>
                  <a:pt x="190349" y="129913"/>
                  <a:pt x="192260" y="131824"/>
                </a:cubicBezTo>
                <a:lnTo>
                  <a:pt x="230469" y="210154"/>
                </a:lnTo>
                <a:lnTo>
                  <a:pt x="92914" y="210154"/>
                </a:lnTo>
                <a:lnTo>
                  <a:pt x="131124" y="131824"/>
                </a:lnTo>
                <a:close/>
                <a:moveTo>
                  <a:pt x="268679" y="401203"/>
                </a:moveTo>
                <a:lnTo>
                  <a:pt x="54704" y="401203"/>
                </a:lnTo>
                <a:cubicBezTo>
                  <a:pt x="41331" y="403114"/>
                  <a:pt x="29868" y="397382"/>
                  <a:pt x="22226" y="385919"/>
                </a:cubicBezTo>
                <a:cubicBezTo>
                  <a:pt x="16494" y="372546"/>
                  <a:pt x="16494" y="357262"/>
                  <a:pt x="24136" y="345799"/>
                </a:cubicBezTo>
                <a:cubicBezTo>
                  <a:pt x="26047" y="341978"/>
                  <a:pt x="31778" y="330515"/>
                  <a:pt x="39420" y="315231"/>
                </a:cubicBezTo>
                <a:lnTo>
                  <a:pt x="83362" y="229259"/>
                </a:lnTo>
                <a:lnTo>
                  <a:pt x="240022" y="229259"/>
                </a:lnTo>
                <a:lnTo>
                  <a:pt x="282053" y="315231"/>
                </a:lnTo>
                <a:cubicBezTo>
                  <a:pt x="287784" y="324784"/>
                  <a:pt x="291605" y="332426"/>
                  <a:pt x="293516" y="338157"/>
                </a:cubicBezTo>
                <a:cubicBezTo>
                  <a:pt x="295426" y="343889"/>
                  <a:pt x="297337" y="343889"/>
                  <a:pt x="297337" y="345799"/>
                </a:cubicBezTo>
                <a:cubicBezTo>
                  <a:pt x="304979" y="357262"/>
                  <a:pt x="306889" y="372546"/>
                  <a:pt x="301158" y="385919"/>
                </a:cubicBezTo>
                <a:cubicBezTo>
                  <a:pt x="293516" y="397382"/>
                  <a:pt x="282053" y="403114"/>
                  <a:pt x="268679" y="401203"/>
                </a:cubicBezTo>
                <a:close/>
                <a:moveTo>
                  <a:pt x="381398" y="114630"/>
                </a:moveTo>
                <a:lnTo>
                  <a:pt x="343188" y="114630"/>
                </a:lnTo>
                <a:lnTo>
                  <a:pt x="343188" y="133734"/>
                </a:lnTo>
                <a:lnTo>
                  <a:pt x="381398" y="133734"/>
                </a:lnTo>
                <a:lnTo>
                  <a:pt x="381398" y="210154"/>
                </a:lnTo>
                <a:lnTo>
                  <a:pt x="343188" y="210154"/>
                </a:lnTo>
                <a:lnTo>
                  <a:pt x="343188" y="229259"/>
                </a:lnTo>
                <a:lnTo>
                  <a:pt x="381398" y="229259"/>
                </a:lnTo>
                <a:lnTo>
                  <a:pt x="381398" y="305679"/>
                </a:lnTo>
                <a:lnTo>
                  <a:pt x="343188" y="305679"/>
                </a:lnTo>
                <a:lnTo>
                  <a:pt x="343188" y="324784"/>
                </a:lnTo>
                <a:lnTo>
                  <a:pt x="381398" y="324784"/>
                </a:lnTo>
                <a:lnTo>
                  <a:pt x="381398" y="362993"/>
                </a:lnTo>
                <a:cubicBezTo>
                  <a:pt x="381398" y="384009"/>
                  <a:pt x="364204" y="401203"/>
                  <a:pt x="343188" y="401203"/>
                </a:cubicBezTo>
                <a:cubicBezTo>
                  <a:pt x="333636" y="401203"/>
                  <a:pt x="325994" y="397382"/>
                  <a:pt x="320262" y="391651"/>
                </a:cubicBezTo>
                <a:cubicBezTo>
                  <a:pt x="327904" y="374456"/>
                  <a:pt x="325994" y="353441"/>
                  <a:pt x="316442" y="336247"/>
                </a:cubicBezTo>
                <a:lnTo>
                  <a:pt x="312621" y="328605"/>
                </a:lnTo>
                <a:lnTo>
                  <a:pt x="304979" y="317142"/>
                </a:lnTo>
                <a:lnTo>
                  <a:pt x="304979" y="57315"/>
                </a:lnTo>
                <a:lnTo>
                  <a:pt x="381398" y="57315"/>
                </a:lnTo>
                <a:lnTo>
                  <a:pt x="381398" y="114630"/>
                </a:lnTo>
                <a:close/>
                <a:moveTo>
                  <a:pt x="400503" y="47762"/>
                </a:moveTo>
                <a:lnTo>
                  <a:pt x="400503" y="38210"/>
                </a:lnTo>
                <a:lnTo>
                  <a:pt x="285874" y="38210"/>
                </a:lnTo>
                <a:lnTo>
                  <a:pt x="285874" y="19105"/>
                </a:lnTo>
                <a:lnTo>
                  <a:pt x="400503" y="19105"/>
                </a:lnTo>
                <a:lnTo>
                  <a:pt x="400503" y="38210"/>
                </a:lnTo>
                <a:lnTo>
                  <a:pt x="400503" y="38210"/>
                </a:lnTo>
                <a:lnTo>
                  <a:pt x="400503" y="4776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3" name="Graphic 278" descr="Forceps icon.">
            <a:extLst>
              <a:ext uri="{FF2B5EF4-FFF2-40B4-BE49-F238E27FC236}">
                <a16:creationId xmlns:a16="http://schemas.microsoft.com/office/drawing/2014/main" id="{02038D6A-0C03-4BCE-9AFD-54A3C0E7C18C}"/>
              </a:ext>
            </a:extLst>
          </p:cNvPr>
          <p:cNvSpPr>
            <a:spLocks noChangeAspect="1"/>
          </p:cNvSpPr>
          <p:nvPr/>
        </p:nvSpPr>
        <p:spPr>
          <a:xfrm>
            <a:off x="5863340" y="3274949"/>
            <a:ext cx="456607" cy="456607"/>
          </a:xfrm>
          <a:custGeom>
            <a:avLst/>
            <a:gdLst>
              <a:gd name="connsiteX0" fmla="*/ 200602 w 456607"/>
              <a:gd name="connsiteY0" fmla="*/ 326694 h 456607"/>
              <a:gd name="connsiteX1" fmla="*/ 194870 w 456607"/>
              <a:gd name="connsiteY1" fmla="*/ 326694 h 456607"/>
              <a:gd name="connsiteX2" fmla="*/ 456608 w 456607"/>
              <a:gd name="connsiteY2" fmla="*/ 13373 h 456607"/>
              <a:gd name="connsiteX3" fmla="*/ 443234 w 456607"/>
              <a:gd name="connsiteY3" fmla="*/ 0 h 456607"/>
              <a:gd name="connsiteX4" fmla="*/ 129913 w 456607"/>
              <a:gd name="connsiteY4" fmla="*/ 261737 h 456607"/>
              <a:gd name="connsiteX5" fmla="*/ 129913 w 456607"/>
              <a:gd name="connsiteY5" fmla="*/ 256006 h 456607"/>
              <a:gd name="connsiteX6" fmla="*/ 64957 w 456607"/>
              <a:gd name="connsiteY6" fmla="*/ 191049 h 456607"/>
              <a:gd name="connsiteX7" fmla="*/ 0 w 456607"/>
              <a:gd name="connsiteY7" fmla="*/ 256006 h 456607"/>
              <a:gd name="connsiteX8" fmla="*/ 64957 w 456607"/>
              <a:gd name="connsiteY8" fmla="*/ 320963 h 456607"/>
              <a:gd name="connsiteX9" fmla="*/ 64957 w 456607"/>
              <a:gd name="connsiteY9" fmla="*/ 320963 h 456607"/>
              <a:gd name="connsiteX10" fmla="*/ 95525 w 456607"/>
              <a:gd name="connsiteY10" fmla="*/ 313321 h 456607"/>
              <a:gd name="connsiteX11" fmla="*/ 95525 w 456607"/>
              <a:gd name="connsiteY11" fmla="*/ 313321 h 456607"/>
              <a:gd name="connsiteX12" fmla="*/ 99346 w 456607"/>
              <a:gd name="connsiteY12" fmla="*/ 311410 h 456607"/>
              <a:gd name="connsiteX13" fmla="*/ 103167 w 456607"/>
              <a:gd name="connsiteY13" fmla="*/ 307589 h 456607"/>
              <a:gd name="connsiteX14" fmla="*/ 110809 w 456607"/>
              <a:gd name="connsiteY14" fmla="*/ 301858 h 456607"/>
              <a:gd name="connsiteX15" fmla="*/ 191049 w 456607"/>
              <a:gd name="connsiteY15" fmla="*/ 234990 h 456607"/>
              <a:gd name="connsiteX16" fmla="*/ 221617 w 456607"/>
              <a:gd name="connsiteY16" fmla="*/ 265558 h 456607"/>
              <a:gd name="connsiteX17" fmla="*/ 150929 w 456607"/>
              <a:gd name="connsiteY17" fmla="*/ 351530 h 456607"/>
              <a:gd name="connsiteX18" fmla="*/ 149018 w 456607"/>
              <a:gd name="connsiteY18" fmla="*/ 353441 h 456607"/>
              <a:gd name="connsiteX19" fmla="*/ 145197 w 456607"/>
              <a:gd name="connsiteY19" fmla="*/ 357262 h 456607"/>
              <a:gd name="connsiteX20" fmla="*/ 143287 w 456607"/>
              <a:gd name="connsiteY20" fmla="*/ 361083 h 456607"/>
              <a:gd name="connsiteX21" fmla="*/ 143287 w 456607"/>
              <a:gd name="connsiteY21" fmla="*/ 361083 h 456607"/>
              <a:gd name="connsiteX22" fmla="*/ 135645 w 456607"/>
              <a:gd name="connsiteY22" fmla="*/ 391651 h 456607"/>
              <a:gd name="connsiteX23" fmla="*/ 200602 w 456607"/>
              <a:gd name="connsiteY23" fmla="*/ 456608 h 456607"/>
              <a:gd name="connsiteX24" fmla="*/ 265558 w 456607"/>
              <a:gd name="connsiteY24" fmla="*/ 391651 h 456607"/>
              <a:gd name="connsiteX25" fmla="*/ 200602 w 456607"/>
              <a:gd name="connsiteY25" fmla="*/ 326694 h 456607"/>
              <a:gd name="connsiteX26" fmla="*/ 200602 w 456607"/>
              <a:gd name="connsiteY26" fmla="*/ 326694 h 456607"/>
              <a:gd name="connsiteX27" fmla="*/ 200602 w 456607"/>
              <a:gd name="connsiteY27" fmla="*/ 326694 h 456607"/>
              <a:gd name="connsiteX28" fmla="*/ 21015 w 456607"/>
              <a:gd name="connsiteY28" fmla="*/ 256006 h 456607"/>
              <a:gd name="connsiteX29" fmla="*/ 66867 w 456607"/>
              <a:gd name="connsiteY29" fmla="*/ 210154 h 456607"/>
              <a:gd name="connsiteX30" fmla="*/ 112719 w 456607"/>
              <a:gd name="connsiteY30" fmla="*/ 256006 h 456607"/>
              <a:gd name="connsiteX31" fmla="*/ 66867 w 456607"/>
              <a:gd name="connsiteY31" fmla="*/ 301858 h 456607"/>
              <a:gd name="connsiteX32" fmla="*/ 66867 w 456607"/>
              <a:gd name="connsiteY32" fmla="*/ 301858 h 456607"/>
              <a:gd name="connsiteX33" fmla="*/ 21015 w 456607"/>
              <a:gd name="connsiteY33" fmla="*/ 256006 h 456607"/>
              <a:gd name="connsiteX34" fmla="*/ 112719 w 456607"/>
              <a:gd name="connsiteY34" fmla="*/ 298037 h 456607"/>
              <a:gd name="connsiteX35" fmla="*/ 112719 w 456607"/>
              <a:gd name="connsiteY35" fmla="*/ 298037 h 456607"/>
              <a:gd name="connsiteX36" fmla="*/ 126092 w 456607"/>
              <a:gd name="connsiteY36" fmla="*/ 275111 h 456607"/>
              <a:gd name="connsiteX37" fmla="*/ 126092 w 456607"/>
              <a:gd name="connsiteY37" fmla="*/ 275111 h 456607"/>
              <a:gd name="connsiteX38" fmla="*/ 122271 w 456607"/>
              <a:gd name="connsiteY38" fmla="*/ 286574 h 456607"/>
              <a:gd name="connsiteX39" fmla="*/ 122271 w 456607"/>
              <a:gd name="connsiteY39" fmla="*/ 286574 h 456607"/>
              <a:gd name="connsiteX40" fmla="*/ 204423 w 456607"/>
              <a:gd name="connsiteY40" fmla="*/ 223528 h 456607"/>
              <a:gd name="connsiteX41" fmla="*/ 376367 w 456607"/>
              <a:gd name="connsiteY41" fmla="*/ 80241 h 456607"/>
              <a:gd name="connsiteX42" fmla="*/ 234990 w 456607"/>
              <a:gd name="connsiteY42" fmla="*/ 252185 h 456607"/>
              <a:gd name="connsiteX43" fmla="*/ 204423 w 456607"/>
              <a:gd name="connsiteY43" fmla="*/ 223528 h 456607"/>
              <a:gd name="connsiteX44" fmla="*/ 200602 w 456607"/>
              <a:gd name="connsiteY44" fmla="*/ 437503 h 456607"/>
              <a:gd name="connsiteX45" fmla="*/ 154750 w 456607"/>
              <a:gd name="connsiteY45" fmla="*/ 391651 h 456607"/>
              <a:gd name="connsiteX46" fmla="*/ 200602 w 456607"/>
              <a:gd name="connsiteY46" fmla="*/ 345799 h 456607"/>
              <a:gd name="connsiteX47" fmla="*/ 246453 w 456607"/>
              <a:gd name="connsiteY47" fmla="*/ 391651 h 456607"/>
              <a:gd name="connsiteX48" fmla="*/ 246453 w 456607"/>
              <a:gd name="connsiteY48" fmla="*/ 391651 h 456607"/>
              <a:gd name="connsiteX49" fmla="*/ 200602 w 456607"/>
              <a:gd name="connsiteY49" fmla="*/ 437503 h 45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6607" h="456607">
                <a:moveTo>
                  <a:pt x="200602" y="326694"/>
                </a:moveTo>
                <a:lnTo>
                  <a:pt x="194870" y="326694"/>
                </a:lnTo>
                <a:lnTo>
                  <a:pt x="456608" y="13373"/>
                </a:lnTo>
                <a:lnTo>
                  <a:pt x="443234" y="0"/>
                </a:lnTo>
                <a:lnTo>
                  <a:pt x="129913" y="261737"/>
                </a:lnTo>
                <a:cubicBezTo>
                  <a:pt x="129913" y="259827"/>
                  <a:pt x="129913" y="257916"/>
                  <a:pt x="129913" y="256006"/>
                </a:cubicBezTo>
                <a:cubicBezTo>
                  <a:pt x="129913" y="219707"/>
                  <a:pt x="101256" y="191049"/>
                  <a:pt x="64957" y="191049"/>
                </a:cubicBezTo>
                <a:cubicBezTo>
                  <a:pt x="28657" y="191049"/>
                  <a:pt x="0" y="219707"/>
                  <a:pt x="0" y="256006"/>
                </a:cubicBezTo>
                <a:cubicBezTo>
                  <a:pt x="0" y="292305"/>
                  <a:pt x="28657" y="320963"/>
                  <a:pt x="64957" y="320963"/>
                </a:cubicBezTo>
                <a:lnTo>
                  <a:pt x="64957" y="320963"/>
                </a:lnTo>
                <a:cubicBezTo>
                  <a:pt x="76420" y="320963"/>
                  <a:pt x="85972" y="319052"/>
                  <a:pt x="95525" y="313321"/>
                </a:cubicBezTo>
                <a:lnTo>
                  <a:pt x="95525" y="313321"/>
                </a:lnTo>
                <a:cubicBezTo>
                  <a:pt x="97435" y="313321"/>
                  <a:pt x="97435" y="311410"/>
                  <a:pt x="99346" y="311410"/>
                </a:cubicBezTo>
                <a:cubicBezTo>
                  <a:pt x="101256" y="309500"/>
                  <a:pt x="103167" y="309500"/>
                  <a:pt x="103167" y="307589"/>
                </a:cubicBezTo>
                <a:cubicBezTo>
                  <a:pt x="105077" y="305679"/>
                  <a:pt x="106988" y="303768"/>
                  <a:pt x="110809" y="301858"/>
                </a:cubicBezTo>
                <a:lnTo>
                  <a:pt x="191049" y="234990"/>
                </a:lnTo>
                <a:lnTo>
                  <a:pt x="221617" y="265558"/>
                </a:lnTo>
                <a:lnTo>
                  <a:pt x="150929" y="351530"/>
                </a:lnTo>
                <a:cubicBezTo>
                  <a:pt x="150929" y="351530"/>
                  <a:pt x="150929" y="353441"/>
                  <a:pt x="149018" y="353441"/>
                </a:cubicBezTo>
                <a:cubicBezTo>
                  <a:pt x="147108" y="355351"/>
                  <a:pt x="147108" y="357262"/>
                  <a:pt x="145197" y="357262"/>
                </a:cubicBezTo>
                <a:cubicBezTo>
                  <a:pt x="145197" y="359172"/>
                  <a:pt x="143287" y="359172"/>
                  <a:pt x="143287" y="361083"/>
                </a:cubicBezTo>
                <a:lnTo>
                  <a:pt x="143287" y="361083"/>
                </a:lnTo>
                <a:cubicBezTo>
                  <a:pt x="137555" y="370635"/>
                  <a:pt x="135645" y="380188"/>
                  <a:pt x="135645" y="391651"/>
                </a:cubicBezTo>
                <a:cubicBezTo>
                  <a:pt x="135645" y="427950"/>
                  <a:pt x="164302" y="456608"/>
                  <a:pt x="200602" y="456608"/>
                </a:cubicBezTo>
                <a:cubicBezTo>
                  <a:pt x="236901" y="456608"/>
                  <a:pt x="265558" y="427950"/>
                  <a:pt x="265558" y="391651"/>
                </a:cubicBezTo>
                <a:cubicBezTo>
                  <a:pt x="265558" y="355351"/>
                  <a:pt x="236901" y="326694"/>
                  <a:pt x="200602" y="326694"/>
                </a:cubicBezTo>
                <a:lnTo>
                  <a:pt x="200602" y="326694"/>
                </a:lnTo>
                <a:lnTo>
                  <a:pt x="200602" y="326694"/>
                </a:lnTo>
                <a:close/>
                <a:moveTo>
                  <a:pt x="21015" y="256006"/>
                </a:moveTo>
                <a:cubicBezTo>
                  <a:pt x="21015" y="231169"/>
                  <a:pt x="42031" y="210154"/>
                  <a:pt x="66867" y="210154"/>
                </a:cubicBezTo>
                <a:cubicBezTo>
                  <a:pt x="91704" y="210154"/>
                  <a:pt x="112719" y="231169"/>
                  <a:pt x="112719" y="256006"/>
                </a:cubicBezTo>
                <a:cubicBezTo>
                  <a:pt x="112719" y="280842"/>
                  <a:pt x="91704" y="301858"/>
                  <a:pt x="66867" y="301858"/>
                </a:cubicBezTo>
                <a:cubicBezTo>
                  <a:pt x="66867" y="301858"/>
                  <a:pt x="66867" y="301858"/>
                  <a:pt x="66867" y="301858"/>
                </a:cubicBezTo>
                <a:cubicBezTo>
                  <a:pt x="40120" y="299947"/>
                  <a:pt x="21015" y="280842"/>
                  <a:pt x="21015" y="256006"/>
                </a:cubicBezTo>
                <a:close/>
                <a:moveTo>
                  <a:pt x="112719" y="298037"/>
                </a:moveTo>
                <a:lnTo>
                  <a:pt x="112719" y="298037"/>
                </a:lnTo>
                <a:close/>
                <a:moveTo>
                  <a:pt x="126092" y="275111"/>
                </a:moveTo>
                <a:lnTo>
                  <a:pt x="126092" y="275111"/>
                </a:lnTo>
                <a:close/>
                <a:moveTo>
                  <a:pt x="122271" y="286574"/>
                </a:moveTo>
                <a:lnTo>
                  <a:pt x="122271" y="286574"/>
                </a:lnTo>
                <a:close/>
                <a:moveTo>
                  <a:pt x="204423" y="223528"/>
                </a:moveTo>
                <a:lnTo>
                  <a:pt x="376367" y="80241"/>
                </a:lnTo>
                <a:lnTo>
                  <a:pt x="234990" y="252185"/>
                </a:lnTo>
                <a:lnTo>
                  <a:pt x="204423" y="223528"/>
                </a:lnTo>
                <a:close/>
                <a:moveTo>
                  <a:pt x="200602" y="437503"/>
                </a:moveTo>
                <a:cubicBezTo>
                  <a:pt x="175765" y="437503"/>
                  <a:pt x="154750" y="416487"/>
                  <a:pt x="154750" y="391651"/>
                </a:cubicBezTo>
                <a:cubicBezTo>
                  <a:pt x="154750" y="366814"/>
                  <a:pt x="175765" y="345799"/>
                  <a:pt x="200602" y="345799"/>
                </a:cubicBezTo>
                <a:cubicBezTo>
                  <a:pt x="225438" y="345799"/>
                  <a:pt x="246453" y="366814"/>
                  <a:pt x="246453" y="391651"/>
                </a:cubicBezTo>
                <a:cubicBezTo>
                  <a:pt x="246453" y="391651"/>
                  <a:pt x="246453" y="391651"/>
                  <a:pt x="246453" y="391651"/>
                </a:cubicBezTo>
                <a:cubicBezTo>
                  <a:pt x="246453" y="416487"/>
                  <a:pt x="225438" y="437503"/>
                  <a:pt x="200602" y="43750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Graphic 140" descr="Scalpel icon.">
            <a:extLst>
              <a:ext uri="{FF2B5EF4-FFF2-40B4-BE49-F238E27FC236}">
                <a16:creationId xmlns:a16="http://schemas.microsoft.com/office/drawing/2014/main" id="{84124B73-1ACF-462E-A3F1-E8721A1E4C46}"/>
              </a:ext>
            </a:extLst>
          </p:cNvPr>
          <p:cNvSpPr>
            <a:spLocks noChangeAspect="1"/>
          </p:cNvSpPr>
          <p:nvPr/>
        </p:nvSpPr>
        <p:spPr>
          <a:xfrm>
            <a:off x="7084187" y="3274312"/>
            <a:ext cx="458040" cy="457244"/>
          </a:xfrm>
          <a:custGeom>
            <a:avLst/>
            <a:gdLst>
              <a:gd name="connsiteX0" fmla="*/ 213975 w 458040"/>
              <a:gd name="connsiteY0" fmla="*/ 259827 h 457244"/>
              <a:gd name="connsiteX1" fmla="*/ 299947 w 458040"/>
              <a:gd name="connsiteY1" fmla="*/ 173855 h 457244"/>
              <a:gd name="connsiteX2" fmla="*/ 313321 w 458040"/>
              <a:gd name="connsiteY2" fmla="*/ 187228 h 457244"/>
              <a:gd name="connsiteX3" fmla="*/ 227349 w 458040"/>
              <a:gd name="connsiteY3" fmla="*/ 273200 h 457244"/>
              <a:gd name="connsiteX4" fmla="*/ 213975 w 458040"/>
              <a:gd name="connsiteY4" fmla="*/ 259827 h 457244"/>
              <a:gd name="connsiteX5" fmla="*/ 439413 w 458040"/>
              <a:gd name="connsiteY5" fmla="*/ 17194 h 457244"/>
              <a:gd name="connsiteX6" fmla="*/ 397382 w 458040"/>
              <a:gd name="connsiteY6" fmla="*/ 0 h 457244"/>
              <a:gd name="connsiteX7" fmla="*/ 397382 w 458040"/>
              <a:gd name="connsiteY7" fmla="*/ 0 h 457244"/>
              <a:gd name="connsiteX8" fmla="*/ 355351 w 458040"/>
              <a:gd name="connsiteY8" fmla="*/ 17194 h 457244"/>
              <a:gd name="connsiteX9" fmla="*/ 141376 w 458040"/>
              <a:gd name="connsiteY9" fmla="*/ 238811 h 457244"/>
              <a:gd name="connsiteX10" fmla="*/ 141376 w 458040"/>
              <a:gd name="connsiteY10" fmla="*/ 265558 h 457244"/>
              <a:gd name="connsiteX11" fmla="*/ 147108 w 458040"/>
              <a:gd name="connsiteY11" fmla="*/ 271290 h 457244"/>
              <a:gd name="connsiteX12" fmla="*/ 5731 w 458040"/>
              <a:gd name="connsiteY12" fmla="*/ 416487 h 457244"/>
              <a:gd name="connsiteX13" fmla="*/ 0 w 458040"/>
              <a:gd name="connsiteY13" fmla="*/ 433682 h 457244"/>
              <a:gd name="connsiteX14" fmla="*/ 11463 w 458040"/>
              <a:gd name="connsiteY14" fmla="*/ 447055 h 457244"/>
              <a:gd name="connsiteX15" fmla="*/ 114630 w 458040"/>
              <a:gd name="connsiteY15" fmla="*/ 441324 h 457244"/>
              <a:gd name="connsiteX16" fmla="*/ 173855 w 458040"/>
              <a:gd name="connsiteY16" fmla="*/ 353441 h 457244"/>
              <a:gd name="connsiteX17" fmla="*/ 173855 w 458040"/>
              <a:gd name="connsiteY17" fmla="*/ 347710 h 457244"/>
              <a:gd name="connsiteX18" fmla="*/ 175765 w 458040"/>
              <a:gd name="connsiteY18" fmla="*/ 341978 h 457244"/>
              <a:gd name="connsiteX19" fmla="*/ 179586 w 458040"/>
              <a:gd name="connsiteY19" fmla="*/ 338157 h 457244"/>
              <a:gd name="connsiteX20" fmla="*/ 181497 w 458040"/>
              <a:gd name="connsiteY20" fmla="*/ 336247 h 457244"/>
              <a:gd name="connsiteX21" fmla="*/ 192960 w 458040"/>
              <a:gd name="connsiteY21" fmla="*/ 324784 h 457244"/>
              <a:gd name="connsiteX22" fmla="*/ 196781 w 458040"/>
              <a:gd name="connsiteY22" fmla="*/ 320963 h 457244"/>
              <a:gd name="connsiteX23" fmla="*/ 200602 w 458040"/>
              <a:gd name="connsiteY23" fmla="*/ 324784 h 457244"/>
              <a:gd name="connsiteX24" fmla="*/ 227349 w 458040"/>
              <a:gd name="connsiteY24" fmla="*/ 324784 h 457244"/>
              <a:gd name="connsiteX25" fmla="*/ 227349 w 458040"/>
              <a:gd name="connsiteY25" fmla="*/ 324784 h 457244"/>
              <a:gd name="connsiteX26" fmla="*/ 439413 w 458040"/>
              <a:gd name="connsiteY26" fmla="*/ 108898 h 457244"/>
              <a:gd name="connsiteX27" fmla="*/ 439413 w 458040"/>
              <a:gd name="connsiteY27" fmla="*/ 17194 h 457244"/>
              <a:gd name="connsiteX28" fmla="*/ 179586 w 458040"/>
              <a:gd name="connsiteY28" fmla="*/ 313321 h 457244"/>
              <a:gd name="connsiteX29" fmla="*/ 168123 w 458040"/>
              <a:gd name="connsiteY29" fmla="*/ 324784 h 457244"/>
              <a:gd name="connsiteX30" fmla="*/ 166213 w 458040"/>
              <a:gd name="connsiteY30" fmla="*/ 326694 h 457244"/>
              <a:gd name="connsiteX31" fmla="*/ 160481 w 458040"/>
              <a:gd name="connsiteY31" fmla="*/ 332426 h 457244"/>
              <a:gd name="connsiteX32" fmla="*/ 154750 w 458040"/>
              <a:gd name="connsiteY32" fmla="*/ 345799 h 457244"/>
              <a:gd name="connsiteX33" fmla="*/ 154750 w 458040"/>
              <a:gd name="connsiteY33" fmla="*/ 351530 h 457244"/>
              <a:gd name="connsiteX34" fmla="*/ 105077 w 458040"/>
              <a:gd name="connsiteY34" fmla="*/ 426040 h 457244"/>
              <a:gd name="connsiteX35" fmla="*/ 19105 w 458040"/>
              <a:gd name="connsiteY35" fmla="*/ 429861 h 457244"/>
              <a:gd name="connsiteX36" fmla="*/ 160481 w 458040"/>
              <a:gd name="connsiteY36" fmla="*/ 286574 h 457244"/>
              <a:gd name="connsiteX37" fmla="*/ 183407 w 458040"/>
              <a:gd name="connsiteY37" fmla="*/ 309500 h 457244"/>
              <a:gd name="connsiteX38" fmla="*/ 179586 w 458040"/>
              <a:gd name="connsiteY38" fmla="*/ 313321 h 457244"/>
              <a:gd name="connsiteX39" fmla="*/ 426040 w 458040"/>
              <a:gd name="connsiteY39" fmla="*/ 95525 h 457244"/>
              <a:gd name="connsiteX40" fmla="*/ 213975 w 458040"/>
              <a:gd name="connsiteY40" fmla="*/ 313321 h 457244"/>
              <a:gd name="connsiteX41" fmla="*/ 154750 w 458040"/>
              <a:gd name="connsiteY41" fmla="*/ 252185 h 457244"/>
              <a:gd name="connsiteX42" fmla="*/ 368725 w 458040"/>
              <a:gd name="connsiteY42" fmla="*/ 30568 h 457244"/>
              <a:gd name="connsiteX43" fmla="*/ 397382 w 458040"/>
              <a:gd name="connsiteY43" fmla="*/ 19105 h 457244"/>
              <a:gd name="connsiteX44" fmla="*/ 397382 w 458040"/>
              <a:gd name="connsiteY44" fmla="*/ 19105 h 457244"/>
              <a:gd name="connsiteX45" fmla="*/ 426040 w 458040"/>
              <a:gd name="connsiteY45" fmla="*/ 30568 h 457244"/>
              <a:gd name="connsiteX46" fmla="*/ 426040 w 458040"/>
              <a:gd name="connsiteY46" fmla="*/ 95525 h 457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58040" h="457244">
                <a:moveTo>
                  <a:pt x="213975" y="259827"/>
                </a:moveTo>
                <a:lnTo>
                  <a:pt x="299947" y="173855"/>
                </a:lnTo>
                <a:lnTo>
                  <a:pt x="313321" y="187228"/>
                </a:lnTo>
                <a:lnTo>
                  <a:pt x="227349" y="273200"/>
                </a:lnTo>
                <a:lnTo>
                  <a:pt x="213975" y="259827"/>
                </a:lnTo>
                <a:close/>
                <a:moveTo>
                  <a:pt x="439413" y="17194"/>
                </a:moveTo>
                <a:cubicBezTo>
                  <a:pt x="427950" y="5731"/>
                  <a:pt x="412666" y="0"/>
                  <a:pt x="397382" y="0"/>
                </a:cubicBezTo>
                <a:lnTo>
                  <a:pt x="397382" y="0"/>
                </a:lnTo>
                <a:cubicBezTo>
                  <a:pt x="382098" y="0"/>
                  <a:pt x="366814" y="5731"/>
                  <a:pt x="355351" y="17194"/>
                </a:cubicBezTo>
                <a:lnTo>
                  <a:pt x="141376" y="238811"/>
                </a:lnTo>
                <a:cubicBezTo>
                  <a:pt x="133734" y="246453"/>
                  <a:pt x="133734" y="257916"/>
                  <a:pt x="141376" y="265558"/>
                </a:cubicBezTo>
                <a:lnTo>
                  <a:pt x="147108" y="271290"/>
                </a:lnTo>
                <a:lnTo>
                  <a:pt x="5731" y="416487"/>
                </a:lnTo>
                <a:cubicBezTo>
                  <a:pt x="1910" y="422219"/>
                  <a:pt x="0" y="427950"/>
                  <a:pt x="0" y="433682"/>
                </a:cubicBezTo>
                <a:cubicBezTo>
                  <a:pt x="1910" y="439413"/>
                  <a:pt x="5731" y="445145"/>
                  <a:pt x="11463" y="447055"/>
                </a:cubicBezTo>
                <a:cubicBezTo>
                  <a:pt x="43941" y="462339"/>
                  <a:pt x="82151" y="460429"/>
                  <a:pt x="114630" y="441324"/>
                </a:cubicBezTo>
                <a:cubicBezTo>
                  <a:pt x="147108" y="422219"/>
                  <a:pt x="170034" y="389740"/>
                  <a:pt x="173855" y="353441"/>
                </a:cubicBezTo>
                <a:lnTo>
                  <a:pt x="173855" y="347710"/>
                </a:lnTo>
                <a:cubicBezTo>
                  <a:pt x="173855" y="345799"/>
                  <a:pt x="173855" y="343889"/>
                  <a:pt x="175765" y="341978"/>
                </a:cubicBezTo>
                <a:cubicBezTo>
                  <a:pt x="177676" y="340068"/>
                  <a:pt x="177676" y="338157"/>
                  <a:pt x="179586" y="338157"/>
                </a:cubicBezTo>
                <a:lnTo>
                  <a:pt x="181497" y="336247"/>
                </a:lnTo>
                <a:lnTo>
                  <a:pt x="192960" y="324784"/>
                </a:lnTo>
                <a:lnTo>
                  <a:pt x="196781" y="320963"/>
                </a:lnTo>
                <a:lnTo>
                  <a:pt x="200602" y="324784"/>
                </a:lnTo>
                <a:cubicBezTo>
                  <a:pt x="208244" y="332426"/>
                  <a:pt x="219707" y="332426"/>
                  <a:pt x="227349" y="324784"/>
                </a:cubicBezTo>
                <a:cubicBezTo>
                  <a:pt x="227349" y="324784"/>
                  <a:pt x="227349" y="324784"/>
                  <a:pt x="227349" y="324784"/>
                </a:cubicBezTo>
                <a:lnTo>
                  <a:pt x="439413" y="108898"/>
                </a:lnTo>
                <a:cubicBezTo>
                  <a:pt x="464249" y="82151"/>
                  <a:pt x="464249" y="42031"/>
                  <a:pt x="439413" y="17194"/>
                </a:cubicBezTo>
                <a:close/>
                <a:moveTo>
                  <a:pt x="179586" y="313321"/>
                </a:moveTo>
                <a:lnTo>
                  <a:pt x="168123" y="324784"/>
                </a:lnTo>
                <a:lnTo>
                  <a:pt x="166213" y="326694"/>
                </a:lnTo>
                <a:cubicBezTo>
                  <a:pt x="164302" y="328605"/>
                  <a:pt x="162392" y="330515"/>
                  <a:pt x="160481" y="332426"/>
                </a:cubicBezTo>
                <a:cubicBezTo>
                  <a:pt x="156660" y="336247"/>
                  <a:pt x="156660" y="341978"/>
                  <a:pt x="154750" y="345799"/>
                </a:cubicBezTo>
                <a:lnTo>
                  <a:pt x="154750" y="351530"/>
                </a:lnTo>
                <a:cubicBezTo>
                  <a:pt x="150929" y="382098"/>
                  <a:pt x="133734" y="410756"/>
                  <a:pt x="105077" y="426040"/>
                </a:cubicBezTo>
                <a:cubicBezTo>
                  <a:pt x="78330" y="441324"/>
                  <a:pt x="47762" y="443234"/>
                  <a:pt x="19105" y="429861"/>
                </a:cubicBezTo>
                <a:lnTo>
                  <a:pt x="160481" y="286574"/>
                </a:lnTo>
                <a:lnTo>
                  <a:pt x="183407" y="309500"/>
                </a:lnTo>
                <a:lnTo>
                  <a:pt x="179586" y="313321"/>
                </a:lnTo>
                <a:close/>
                <a:moveTo>
                  <a:pt x="426040" y="95525"/>
                </a:moveTo>
                <a:lnTo>
                  <a:pt x="213975" y="313321"/>
                </a:lnTo>
                <a:lnTo>
                  <a:pt x="154750" y="252185"/>
                </a:lnTo>
                <a:lnTo>
                  <a:pt x="368725" y="30568"/>
                </a:lnTo>
                <a:cubicBezTo>
                  <a:pt x="376367" y="22926"/>
                  <a:pt x="385919" y="19105"/>
                  <a:pt x="397382" y="19105"/>
                </a:cubicBezTo>
                <a:lnTo>
                  <a:pt x="397382" y="19105"/>
                </a:lnTo>
                <a:cubicBezTo>
                  <a:pt x="408845" y="19105"/>
                  <a:pt x="418398" y="22926"/>
                  <a:pt x="426040" y="30568"/>
                </a:cubicBezTo>
                <a:cubicBezTo>
                  <a:pt x="443234" y="49673"/>
                  <a:pt x="443234" y="78330"/>
                  <a:pt x="426040" y="9552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128" descr="Lab coat icon.">
            <a:extLst>
              <a:ext uri="{FF2B5EF4-FFF2-40B4-BE49-F238E27FC236}">
                <a16:creationId xmlns:a16="http://schemas.microsoft.com/office/drawing/2014/main" id="{D2187084-8688-4D6C-9BD9-414895BC811B}"/>
              </a:ext>
            </a:extLst>
          </p:cNvPr>
          <p:cNvSpPr>
            <a:spLocks noChangeAspect="1"/>
          </p:cNvSpPr>
          <p:nvPr/>
        </p:nvSpPr>
        <p:spPr>
          <a:xfrm>
            <a:off x="8361383" y="3273038"/>
            <a:ext cx="343888" cy="458518"/>
          </a:xfrm>
          <a:custGeom>
            <a:avLst/>
            <a:gdLst>
              <a:gd name="connsiteX0" fmla="*/ 210154 w 343888"/>
              <a:gd name="connsiteY0" fmla="*/ 152839 h 458518"/>
              <a:gd name="connsiteX1" fmla="*/ 248364 w 343888"/>
              <a:gd name="connsiteY1" fmla="*/ 152839 h 458518"/>
              <a:gd name="connsiteX2" fmla="*/ 248364 w 343888"/>
              <a:gd name="connsiteY2" fmla="*/ 171944 h 458518"/>
              <a:gd name="connsiteX3" fmla="*/ 210154 w 343888"/>
              <a:gd name="connsiteY3" fmla="*/ 171944 h 458518"/>
              <a:gd name="connsiteX4" fmla="*/ 210154 w 343888"/>
              <a:gd name="connsiteY4" fmla="*/ 152839 h 458518"/>
              <a:gd name="connsiteX5" fmla="*/ 76420 w 343888"/>
              <a:gd name="connsiteY5" fmla="*/ 458518 h 458518"/>
              <a:gd name="connsiteX6" fmla="*/ 267469 w 343888"/>
              <a:gd name="connsiteY6" fmla="*/ 458518 h 458518"/>
              <a:gd name="connsiteX7" fmla="*/ 286574 w 343888"/>
              <a:gd name="connsiteY7" fmla="*/ 439413 h 458518"/>
              <a:gd name="connsiteX8" fmla="*/ 286574 w 343888"/>
              <a:gd name="connsiteY8" fmla="*/ 305679 h 458518"/>
              <a:gd name="connsiteX9" fmla="*/ 324784 w 343888"/>
              <a:gd name="connsiteY9" fmla="*/ 305679 h 458518"/>
              <a:gd name="connsiteX10" fmla="*/ 343889 w 343888"/>
              <a:gd name="connsiteY10" fmla="*/ 286574 h 458518"/>
              <a:gd name="connsiteX11" fmla="*/ 343889 w 343888"/>
              <a:gd name="connsiteY11" fmla="*/ 133734 h 458518"/>
              <a:gd name="connsiteX12" fmla="*/ 250274 w 343888"/>
              <a:gd name="connsiteY12" fmla="*/ 26747 h 458518"/>
              <a:gd name="connsiteX13" fmla="*/ 236901 w 343888"/>
              <a:gd name="connsiteY13" fmla="*/ 9552 h 458518"/>
              <a:gd name="connsiteX14" fmla="*/ 219707 w 343888"/>
              <a:gd name="connsiteY14" fmla="*/ 0 h 458518"/>
              <a:gd name="connsiteX15" fmla="*/ 124182 w 343888"/>
              <a:gd name="connsiteY15" fmla="*/ 0 h 458518"/>
              <a:gd name="connsiteX16" fmla="*/ 108898 w 343888"/>
              <a:gd name="connsiteY16" fmla="*/ 7642 h 458518"/>
              <a:gd name="connsiteX17" fmla="*/ 95525 w 343888"/>
              <a:gd name="connsiteY17" fmla="*/ 22926 h 458518"/>
              <a:gd name="connsiteX18" fmla="*/ 0 w 343888"/>
              <a:gd name="connsiteY18" fmla="*/ 133734 h 458518"/>
              <a:gd name="connsiteX19" fmla="*/ 0 w 343888"/>
              <a:gd name="connsiteY19" fmla="*/ 286574 h 458518"/>
              <a:gd name="connsiteX20" fmla="*/ 5731 w 343888"/>
              <a:gd name="connsiteY20" fmla="*/ 299947 h 458518"/>
              <a:gd name="connsiteX21" fmla="*/ 19105 w 343888"/>
              <a:gd name="connsiteY21" fmla="*/ 305679 h 458518"/>
              <a:gd name="connsiteX22" fmla="*/ 57315 w 343888"/>
              <a:gd name="connsiteY22" fmla="*/ 305679 h 458518"/>
              <a:gd name="connsiteX23" fmla="*/ 57315 w 343888"/>
              <a:gd name="connsiteY23" fmla="*/ 439413 h 458518"/>
              <a:gd name="connsiteX24" fmla="*/ 76420 w 343888"/>
              <a:gd name="connsiteY24" fmla="*/ 458518 h 458518"/>
              <a:gd name="connsiteX25" fmla="*/ 324784 w 343888"/>
              <a:gd name="connsiteY25" fmla="*/ 133734 h 458518"/>
              <a:gd name="connsiteX26" fmla="*/ 324784 w 343888"/>
              <a:gd name="connsiteY26" fmla="*/ 286574 h 458518"/>
              <a:gd name="connsiteX27" fmla="*/ 286574 w 343888"/>
              <a:gd name="connsiteY27" fmla="*/ 286574 h 458518"/>
              <a:gd name="connsiteX28" fmla="*/ 286574 w 343888"/>
              <a:gd name="connsiteY28" fmla="*/ 152839 h 458518"/>
              <a:gd name="connsiteX29" fmla="*/ 267469 w 343888"/>
              <a:gd name="connsiteY29" fmla="*/ 152839 h 458518"/>
              <a:gd name="connsiteX30" fmla="*/ 267469 w 343888"/>
              <a:gd name="connsiteY30" fmla="*/ 439413 h 458518"/>
              <a:gd name="connsiteX31" fmla="*/ 181497 w 343888"/>
              <a:gd name="connsiteY31" fmla="*/ 439413 h 458518"/>
              <a:gd name="connsiteX32" fmla="*/ 181497 w 343888"/>
              <a:gd name="connsiteY32" fmla="*/ 149018 h 458518"/>
              <a:gd name="connsiteX33" fmla="*/ 267469 w 343888"/>
              <a:gd name="connsiteY33" fmla="*/ 80241 h 458518"/>
              <a:gd name="connsiteX34" fmla="*/ 275111 w 343888"/>
              <a:gd name="connsiteY34" fmla="*/ 66867 h 458518"/>
              <a:gd name="connsiteX35" fmla="*/ 273200 w 343888"/>
              <a:gd name="connsiteY35" fmla="*/ 55404 h 458518"/>
              <a:gd name="connsiteX36" fmla="*/ 324784 w 343888"/>
              <a:gd name="connsiteY36" fmla="*/ 133734 h 458518"/>
              <a:gd name="connsiteX37" fmla="*/ 231170 w 343888"/>
              <a:gd name="connsiteY37" fmla="*/ 32478 h 458518"/>
              <a:gd name="connsiteX38" fmla="*/ 256006 w 343888"/>
              <a:gd name="connsiteY38" fmla="*/ 64957 h 458518"/>
              <a:gd name="connsiteX39" fmla="*/ 196781 w 343888"/>
              <a:gd name="connsiteY39" fmla="*/ 112719 h 458518"/>
              <a:gd name="connsiteX40" fmla="*/ 231170 w 343888"/>
              <a:gd name="connsiteY40" fmla="*/ 32478 h 458518"/>
              <a:gd name="connsiteX41" fmla="*/ 215886 w 343888"/>
              <a:gd name="connsiteY41" fmla="*/ 19105 h 458518"/>
              <a:gd name="connsiteX42" fmla="*/ 171944 w 343888"/>
              <a:gd name="connsiteY42" fmla="*/ 118450 h 458518"/>
              <a:gd name="connsiteX43" fmla="*/ 128003 w 343888"/>
              <a:gd name="connsiteY43" fmla="*/ 19105 h 458518"/>
              <a:gd name="connsiteX44" fmla="*/ 215886 w 343888"/>
              <a:gd name="connsiteY44" fmla="*/ 19105 h 458518"/>
              <a:gd name="connsiteX45" fmla="*/ 114630 w 343888"/>
              <a:gd name="connsiteY45" fmla="*/ 32478 h 458518"/>
              <a:gd name="connsiteX46" fmla="*/ 149018 w 343888"/>
              <a:gd name="connsiteY46" fmla="*/ 112719 h 458518"/>
              <a:gd name="connsiteX47" fmla="*/ 87883 w 343888"/>
              <a:gd name="connsiteY47" fmla="*/ 64957 h 458518"/>
              <a:gd name="connsiteX48" fmla="*/ 114630 w 343888"/>
              <a:gd name="connsiteY48" fmla="*/ 32478 h 458518"/>
              <a:gd name="connsiteX49" fmla="*/ 19105 w 343888"/>
              <a:gd name="connsiteY49" fmla="*/ 286574 h 458518"/>
              <a:gd name="connsiteX50" fmla="*/ 19105 w 343888"/>
              <a:gd name="connsiteY50" fmla="*/ 133734 h 458518"/>
              <a:gd name="connsiteX51" fmla="*/ 72599 w 343888"/>
              <a:gd name="connsiteY51" fmla="*/ 53494 h 458518"/>
              <a:gd name="connsiteX52" fmla="*/ 70688 w 343888"/>
              <a:gd name="connsiteY52" fmla="*/ 66867 h 458518"/>
              <a:gd name="connsiteX53" fmla="*/ 76420 w 343888"/>
              <a:gd name="connsiteY53" fmla="*/ 80241 h 458518"/>
              <a:gd name="connsiteX54" fmla="*/ 162392 w 343888"/>
              <a:gd name="connsiteY54" fmla="*/ 149018 h 458518"/>
              <a:gd name="connsiteX55" fmla="*/ 162392 w 343888"/>
              <a:gd name="connsiteY55" fmla="*/ 439413 h 458518"/>
              <a:gd name="connsiteX56" fmla="*/ 76420 w 343888"/>
              <a:gd name="connsiteY56" fmla="*/ 439413 h 458518"/>
              <a:gd name="connsiteX57" fmla="*/ 76420 w 343888"/>
              <a:gd name="connsiteY57" fmla="*/ 152839 h 458518"/>
              <a:gd name="connsiteX58" fmla="*/ 57315 w 343888"/>
              <a:gd name="connsiteY58" fmla="*/ 152839 h 458518"/>
              <a:gd name="connsiteX59" fmla="*/ 57315 w 343888"/>
              <a:gd name="connsiteY59" fmla="*/ 286574 h 458518"/>
              <a:gd name="connsiteX60" fmla="*/ 19105 w 343888"/>
              <a:gd name="connsiteY60" fmla="*/ 28657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43888" h="458518">
                <a:moveTo>
                  <a:pt x="210154" y="152839"/>
                </a:moveTo>
                <a:lnTo>
                  <a:pt x="248364" y="152839"/>
                </a:lnTo>
                <a:lnTo>
                  <a:pt x="248364" y="171944"/>
                </a:lnTo>
                <a:lnTo>
                  <a:pt x="210154" y="171944"/>
                </a:lnTo>
                <a:lnTo>
                  <a:pt x="210154" y="152839"/>
                </a:lnTo>
                <a:close/>
                <a:moveTo>
                  <a:pt x="76420" y="458518"/>
                </a:moveTo>
                <a:lnTo>
                  <a:pt x="267469" y="458518"/>
                </a:lnTo>
                <a:cubicBezTo>
                  <a:pt x="278932" y="458518"/>
                  <a:pt x="286574" y="450876"/>
                  <a:pt x="286574" y="439413"/>
                </a:cubicBezTo>
                <a:lnTo>
                  <a:pt x="286574" y="305679"/>
                </a:lnTo>
                <a:lnTo>
                  <a:pt x="324784" y="305679"/>
                </a:lnTo>
                <a:cubicBezTo>
                  <a:pt x="336247" y="305679"/>
                  <a:pt x="343889" y="298037"/>
                  <a:pt x="343889" y="286574"/>
                </a:cubicBezTo>
                <a:lnTo>
                  <a:pt x="343889" y="133734"/>
                </a:lnTo>
                <a:cubicBezTo>
                  <a:pt x="343889" y="84062"/>
                  <a:pt x="305679" y="42031"/>
                  <a:pt x="250274" y="26747"/>
                </a:cubicBezTo>
                <a:lnTo>
                  <a:pt x="236901" y="9552"/>
                </a:lnTo>
                <a:cubicBezTo>
                  <a:pt x="233080" y="3821"/>
                  <a:pt x="227349" y="0"/>
                  <a:pt x="219707" y="0"/>
                </a:cubicBezTo>
                <a:lnTo>
                  <a:pt x="124182" y="0"/>
                </a:lnTo>
                <a:cubicBezTo>
                  <a:pt x="118450" y="0"/>
                  <a:pt x="112719" y="3821"/>
                  <a:pt x="108898" y="7642"/>
                </a:cubicBezTo>
                <a:lnTo>
                  <a:pt x="95525" y="22926"/>
                </a:lnTo>
                <a:cubicBezTo>
                  <a:pt x="47762" y="38210"/>
                  <a:pt x="0" y="78330"/>
                  <a:pt x="0" y="133734"/>
                </a:cubicBezTo>
                <a:lnTo>
                  <a:pt x="0" y="286574"/>
                </a:lnTo>
                <a:cubicBezTo>
                  <a:pt x="0" y="292305"/>
                  <a:pt x="1910" y="296126"/>
                  <a:pt x="5731" y="299947"/>
                </a:cubicBezTo>
                <a:cubicBezTo>
                  <a:pt x="9552" y="303768"/>
                  <a:pt x="13373" y="305679"/>
                  <a:pt x="19105" y="305679"/>
                </a:cubicBezTo>
                <a:lnTo>
                  <a:pt x="57315" y="305679"/>
                </a:lnTo>
                <a:lnTo>
                  <a:pt x="57315" y="439413"/>
                </a:lnTo>
                <a:cubicBezTo>
                  <a:pt x="57315" y="450876"/>
                  <a:pt x="64957" y="458518"/>
                  <a:pt x="76420" y="458518"/>
                </a:cubicBezTo>
                <a:close/>
                <a:moveTo>
                  <a:pt x="324784" y="133734"/>
                </a:moveTo>
                <a:lnTo>
                  <a:pt x="324784" y="286574"/>
                </a:lnTo>
                <a:lnTo>
                  <a:pt x="286574" y="286574"/>
                </a:lnTo>
                <a:lnTo>
                  <a:pt x="286574" y="152839"/>
                </a:lnTo>
                <a:lnTo>
                  <a:pt x="267469" y="152839"/>
                </a:lnTo>
                <a:lnTo>
                  <a:pt x="267469" y="439413"/>
                </a:lnTo>
                <a:lnTo>
                  <a:pt x="181497" y="439413"/>
                </a:lnTo>
                <a:lnTo>
                  <a:pt x="181497" y="149018"/>
                </a:lnTo>
                <a:lnTo>
                  <a:pt x="267469" y="80241"/>
                </a:lnTo>
                <a:cubicBezTo>
                  <a:pt x="271290" y="76420"/>
                  <a:pt x="275111" y="72599"/>
                  <a:pt x="275111" y="66867"/>
                </a:cubicBezTo>
                <a:cubicBezTo>
                  <a:pt x="275111" y="63046"/>
                  <a:pt x="275111" y="59225"/>
                  <a:pt x="273200" y="55404"/>
                </a:cubicBezTo>
                <a:cubicBezTo>
                  <a:pt x="303768" y="70688"/>
                  <a:pt x="322873" y="101256"/>
                  <a:pt x="324784" y="133734"/>
                </a:cubicBezTo>
                <a:close/>
                <a:moveTo>
                  <a:pt x="231170" y="32478"/>
                </a:moveTo>
                <a:lnTo>
                  <a:pt x="256006" y="64957"/>
                </a:lnTo>
                <a:lnTo>
                  <a:pt x="196781" y="112719"/>
                </a:lnTo>
                <a:lnTo>
                  <a:pt x="231170" y="32478"/>
                </a:lnTo>
                <a:close/>
                <a:moveTo>
                  <a:pt x="215886" y="19105"/>
                </a:moveTo>
                <a:lnTo>
                  <a:pt x="171944" y="118450"/>
                </a:lnTo>
                <a:lnTo>
                  <a:pt x="128003" y="19105"/>
                </a:lnTo>
                <a:lnTo>
                  <a:pt x="215886" y="19105"/>
                </a:lnTo>
                <a:close/>
                <a:moveTo>
                  <a:pt x="114630" y="32478"/>
                </a:moveTo>
                <a:lnTo>
                  <a:pt x="149018" y="112719"/>
                </a:lnTo>
                <a:lnTo>
                  <a:pt x="87883" y="64957"/>
                </a:lnTo>
                <a:lnTo>
                  <a:pt x="114630" y="32478"/>
                </a:lnTo>
                <a:close/>
                <a:moveTo>
                  <a:pt x="19105" y="286574"/>
                </a:moveTo>
                <a:lnTo>
                  <a:pt x="19105" y="133734"/>
                </a:lnTo>
                <a:cubicBezTo>
                  <a:pt x="21015" y="99346"/>
                  <a:pt x="42031" y="68778"/>
                  <a:pt x="72599" y="53494"/>
                </a:cubicBezTo>
                <a:cubicBezTo>
                  <a:pt x="70688" y="57315"/>
                  <a:pt x="68778" y="63046"/>
                  <a:pt x="70688" y="66867"/>
                </a:cubicBezTo>
                <a:cubicBezTo>
                  <a:pt x="70688" y="72599"/>
                  <a:pt x="72599" y="76420"/>
                  <a:pt x="76420" y="80241"/>
                </a:cubicBezTo>
                <a:lnTo>
                  <a:pt x="162392" y="149018"/>
                </a:lnTo>
                <a:lnTo>
                  <a:pt x="162392" y="439413"/>
                </a:lnTo>
                <a:lnTo>
                  <a:pt x="76420" y="439413"/>
                </a:lnTo>
                <a:lnTo>
                  <a:pt x="76420" y="152839"/>
                </a:lnTo>
                <a:lnTo>
                  <a:pt x="57315" y="152839"/>
                </a:lnTo>
                <a:lnTo>
                  <a:pt x="57315" y="286574"/>
                </a:lnTo>
                <a:lnTo>
                  <a:pt x="19105" y="2865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30" descr="Medical file icon.">
            <a:extLst>
              <a:ext uri="{FF2B5EF4-FFF2-40B4-BE49-F238E27FC236}">
                <a16:creationId xmlns:a16="http://schemas.microsoft.com/office/drawing/2014/main" id="{F80F8B6A-1840-40DE-8048-DF9675E362B8}"/>
              </a:ext>
            </a:extLst>
          </p:cNvPr>
          <p:cNvSpPr>
            <a:spLocks noChangeAspect="1"/>
          </p:cNvSpPr>
          <p:nvPr/>
        </p:nvSpPr>
        <p:spPr>
          <a:xfrm>
            <a:off x="9545211" y="3368563"/>
            <a:ext cx="458518" cy="362993"/>
          </a:xfrm>
          <a:custGeom>
            <a:avLst/>
            <a:gdLst>
              <a:gd name="connsiteX0" fmla="*/ 152839 w 458518"/>
              <a:gd name="connsiteY0" fmla="*/ 116540 h 362993"/>
              <a:gd name="connsiteX1" fmla="*/ 152839 w 458518"/>
              <a:gd name="connsiteY1" fmla="*/ 191049 h 362993"/>
              <a:gd name="connsiteX2" fmla="*/ 152839 w 458518"/>
              <a:gd name="connsiteY2" fmla="*/ 191049 h 362993"/>
              <a:gd name="connsiteX3" fmla="*/ 152839 w 458518"/>
              <a:gd name="connsiteY3" fmla="*/ 238811 h 362993"/>
              <a:gd name="connsiteX4" fmla="*/ 171944 w 458518"/>
              <a:gd name="connsiteY4" fmla="*/ 238811 h 362993"/>
              <a:gd name="connsiteX5" fmla="*/ 171944 w 458518"/>
              <a:gd name="connsiteY5" fmla="*/ 191049 h 362993"/>
              <a:gd name="connsiteX6" fmla="*/ 196781 w 458518"/>
              <a:gd name="connsiteY6" fmla="*/ 191049 h 362993"/>
              <a:gd name="connsiteX7" fmla="*/ 236901 w 458518"/>
              <a:gd name="connsiteY7" fmla="*/ 238811 h 362993"/>
              <a:gd name="connsiteX8" fmla="*/ 206333 w 458518"/>
              <a:gd name="connsiteY8" fmla="*/ 277021 h 362993"/>
              <a:gd name="connsiteX9" fmla="*/ 229259 w 458518"/>
              <a:gd name="connsiteY9" fmla="*/ 277021 h 362993"/>
              <a:gd name="connsiteX10" fmla="*/ 248364 w 458518"/>
              <a:gd name="connsiteY10" fmla="*/ 254095 h 362993"/>
              <a:gd name="connsiteX11" fmla="*/ 267469 w 458518"/>
              <a:gd name="connsiteY11" fmla="*/ 277021 h 362993"/>
              <a:gd name="connsiteX12" fmla="*/ 292305 w 458518"/>
              <a:gd name="connsiteY12" fmla="*/ 277021 h 362993"/>
              <a:gd name="connsiteX13" fmla="*/ 261737 w 458518"/>
              <a:gd name="connsiteY13" fmla="*/ 238811 h 362993"/>
              <a:gd name="connsiteX14" fmla="*/ 292305 w 458518"/>
              <a:gd name="connsiteY14" fmla="*/ 200602 h 362993"/>
              <a:gd name="connsiteX15" fmla="*/ 267469 w 458518"/>
              <a:gd name="connsiteY15" fmla="*/ 200602 h 362993"/>
              <a:gd name="connsiteX16" fmla="*/ 248364 w 458518"/>
              <a:gd name="connsiteY16" fmla="*/ 223528 h 362993"/>
              <a:gd name="connsiteX17" fmla="*/ 219707 w 458518"/>
              <a:gd name="connsiteY17" fmla="*/ 189139 h 362993"/>
              <a:gd name="connsiteX18" fmla="*/ 238811 w 458518"/>
              <a:gd name="connsiteY18" fmla="*/ 162392 h 362993"/>
              <a:gd name="connsiteX19" fmla="*/ 238811 w 458518"/>
              <a:gd name="connsiteY19" fmla="*/ 143287 h 362993"/>
              <a:gd name="connsiteX20" fmla="*/ 210154 w 458518"/>
              <a:gd name="connsiteY20" fmla="*/ 114630 h 362993"/>
              <a:gd name="connsiteX21" fmla="*/ 164302 w 458518"/>
              <a:gd name="connsiteY21" fmla="*/ 114630 h 362993"/>
              <a:gd name="connsiteX22" fmla="*/ 152839 w 458518"/>
              <a:gd name="connsiteY22" fmla="*/ 116540 h 362993"/>
              <a:gd name="connsiteX23" fmla="*/ 210154 w 458518"/>
              <a:gd name="connsiteY23" fmla="*/ 133734 h 362993"/>
              <a:gd name="connsiteX24" fmla="*/ 210154 w 458518"/>
              <a:gd name="connsiteY24" fmla="*/ 133734 h 362993"/>
              <a:gd name="connsiteX25" fmla="*/ 219707 w 458518"/>
              <a:gd name="connsiteY25" fmla="*/ 143287 h 362993"/>
              <a:gd name="connsiteX26" fmla="*/ 219707 w 458518"/>
              <a:gd name="connsiteY26" fmla="*/ 162392 h 362993"/>
              <a:gd name="connsiteX27" fmla="*/ 210154 w 458518"/>
              <a:gd name="connsiteY27" fmla="*/ 171944 h 362993"/>
              <a:gd name="connsiteX28" fmla="*/ 171944 w 458518"/>
              <a:gd name="connsiteY28" fmla="*/ 171944 h 362993"/>
              <a:gd name="connsiteX29" fmla="*/ 171944 w 458518"/>
              <a:gd name="connsiteY29" fmla="*/ 170034 h 362993"/>
              <a:gd name="connsiteX30" fmla="*/ 171944 w 458518"/>
              <a:gd name="connsiteY30" fmla="*/ 170034 h 362993"/>
              <a:gd name="connsiteX31" fmla="*/ 171944 w 458518"/>
              <a:gd name="connsiteY31" fmla="*/ 133734 h 362993"/>
              <a:gd name="connsiteX32" fmla="*/ 210154 w 458518"/>
              <a:gd name="connsiteY32" fmla="*/ 133734 h 362993"/>
              <a:gd name="connsiteX33" fmla="*/ 439413 w 458518"/>
              <a:gd name="connsiteY33" fmla="*/ 38210 h 362993"/>
              <a:gd name="connsiteX34" fmla="*/ 194870 w 458518"/>
              <a:gd name="connsiteY34" fmla="*/ 38210 h 362993"/>
              <a:gd name="connsiteX35" fmla="*/ 162392 w 458518"/>
              <a:gd name="connsiteY35" fmla="*/ 5731 h 362993"/>
              <a:gd name="connsiteX36" fmla="*/ 149018 w 458518"/>
              <a:gd name="connsiteY36" fmla="*/ 0 h 362993"/>
              <a:gd name="connsiteX37" fmla="*/ 19105 w 458518"/>
              <a:gd name="connsiteY37" fmla="*/ 0 h 362993"/>
              <a:gd name="connsiteX38" fmla="*/ 0 w 458518"/>
              <a:gd name="connsiteY38" fmla="*/ 19105 h 362993"/>
              <a:gd name="connsiteX39" fmla="*/ 0 w 458518"/>
              <a:gd name="connsiteY39" fmla="*/ 343889 h 362993"/>
              <a:gd name="connsiteX40" fmla="*/ 19105 w 458518"/>
              <a:gd name="connsiteY40" fmla="*/ 362993 h 362993"/>
              <a:gd name="connsiteX41" fmla="*/ 439413 w 458518"/>
              <a:gd name="connsiteY41" fmla="*/ 362993 h 362993"/>
              <a:gd name="connsiteX42" fmla="*/ 458518 w 458518"/>
              <a:gd name="connsiteY42" fmla="*/ 343889 h 362993"/>
              <a:gd name="connsiteX43" fmla="*/ 458518 w 458518"/>
              <a:gd name="connsiteY43" fmla="*/ 57315 h 362993"/>
              <a:gd name="connsiteX44" fmla="*/ 439413 w 458518"/>
              <a:gd name="connsiteY44" fmla="*/ 38210 h 362993"/>
              <a:gd name="connsiteX45" fmla="*/ 439413 w 458518"/>
              <a:gd name="connsiteY45" fmla="*/ 343889 h 362993"/>
              <a:gd name="connsiteX46" fmla="*/ 19105 w 458518"/>
              <a:gd name="connsiteY46" fmla="*/ 343889 h 362993"/>
              <a:gd name="connsiteX47" fmla="*/ 19105 w 458518"/>
              <a:gd name="connsiteY47" fmla="*/ 19105 h 362993"/>
              <a:gd name="connsiteX48" fmla="*/ 149018 w 458518"/>
              <a:gd name="connsiteY48" fmla="*/ 19105 h 362993"/>
              <a:gd name="connsiteX49" fmla="*/ 181497 w 458518"/>
              <a:gd name="connsiteY49" fmla="*/ 51583 h 362993"/>
              <a:gd name="connsiteX50" fmla="*/ 194870 w 458518"/>
              <a:gd name="connsiteY50" fmla="*/ 57315 h 362993"/>
              <a:gd name="connsiteX51" fmla="*/ 439413 w 458518"/>
              <a:gd name="connsiteY51" fmla="*/ 57315 h 362993"/>
              <a:gd name="connsiteX52" fmla="*/ 439413 w 458518"/>
              <a:gd name="connsiteY52" fmla="*/ 343889 h 3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518" h="362993">
                <a:moveTo>
                  <a:pt x="152839" y="116540"/>
                </a:moveTo>
                <a:lnTo>
                  <a:pt x="152839" y="191049"/>
                </a:lnTo>
                <a:lnTo>
                  <a:pt x="152839" y="191049"/>
                </a:lnTo>
                <a:lnTo>
                  <a:pt x="152839" y="238811"/>
                </a:lnTo>
                <a:lnTo>
                  <a:pt x="171944" y="238811"/>
                </a:lnTo>
                <a:lnTo>
                  <a:pt x="171944" y="191049"/>
                </a:lnTo>
                <a:lnTo>
                  <a:pt x="196781" y="191049"/>
                </a:lnTo>
                <a:lnTo>
                  <a:pt x="236901" y="238811"/>
                </a:lnTo>
                <a:lnTo>
                  <a:pt x="206333" y="277021"/>
                </a:lnTo>
                <a:lnTo>
                  <a:pt x="229259" y="277021"/>
                </a:lnTo>
                <a:lnTo>
                  <a:pt x="248364" y="254095"/>
                </a:lnTo>
                <a:lnTo>
                  <a:pt x="267469" y="277021"/>
                </a:lnTo>
                <a:lnTo>
                  <a:pt x="292305" y="277021"/>
                </a:lnTo>
                <a:lnTo>
                  <a:pt x="261737" y="238811"/>
                </a:lnTo>
                <a:lnTo>
                  <a:pt x="292305" y="200602"/>
                </a:lnTo>
                <a:lnTo>
                  <a:pt x="267469" y="200602"/>
                </a:lnTo>
                <a:lnTo>
                  <a:pt x="248364" y="223528"/>
                </a:lnTo>
                <a:lnTo>
                  <a:pt x="219707" y="189139"/>
                </a:lnTo>
                <a:cubicBezTo>
                  <a:pt x="231170" y="185318"/>
                  <a:pt x="238811" y="173855"/>
                  <a:pt x="238811" y="162392"/>
                </a:cubicBezTo>
                <a:lnTo>
                  <a:pt x="238811" y="143287"/>
                </a:lnTo>
                <a:cubicBezTo>
                  <a:pt x="238811" y="128003"/>
                  <a:pt x="225438" y="114630"/>
                  <a:pt x="210154" y="114630"/>
                </a:cubicBezTo>
                <a:lnTo>
                  <a:pt x="164302" y="114630"/>
                </a:lnTo>
                <a:lnTo>
                  <a:pt x="152839" y="116540"/>
                </a:lnTo>
                <a:close/>
                <a:moveTo>
                  <a:pt x="210154" y="133734"/>
                </a:moveTo>
                <a:lnTo>
                  <a:pt x="210154" y="133734"/>
                </a:lnTo>
                <a:cubicBezTo>
                  <a:pt x="215886" y="133734"/>
                  <a:pt x="219707" y="137555"/>
                  <a:pt x="219707" y="143287"/>
                </a:cubicBezTo>
                <a:lnTo>
                  <a:pt x="219707" y="162392"/>
                </a:lnTo>
                <a:cubicBezTo>
                  <a:pt x="219707" y="168123"/>
                  <a:pt x="215886" y="171944"/>
                  <a:pt x="210154" y="171944"/>
                </a:cubicBezTo>
                <a:lnTo>
                  <a:pt x="171944" y="171944"/>
                </a:lnTo>
                <a:lnTo>
                  <a:pt x="171944" y="170034"/>
                </a:lnTo>
                <a:lnTo>
                  <a:pt x="171944" y="170034"/>
                </a:lnTo>
                <a:lnTo>
                  <a:pt x="171944" y="133734"/>
                </a:lnTo>
                <a:lnTo>
                  <a:pt x="210154" y="133734"/>
                </a:lnTo>
                <a:close/>
                <a:moveTo>
                  <a:pt x="439413" y="38210"/>
                </a:moveTo>
                <a:lnTo>
                  <a:pt x="194870" y="38210"/>
                </a:lnTo>
                <a:lnTo>
                  <a:pt x="162392" y="5731"/>
                </a:lnTo>
                <a:cubicBezTo>
                  <a:pt x="158571" y="1910"/>
                  <a:pt x="154750" y="0"/>
                  <a:pt x="149018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43889"/>
                </a:lnTo>
                <a:cubicBezTo>
                  <a:pt x="0" y="355351"/>
                  <a:pt x="7642" y="362993"/>
                  <a:pt x="19105" y="362993"/>
                </a:cubicBezTo>
                <a:lnTo>
                  <a:pt x="439413" y="362993"/>
                </a:lnTo>
                <a:cubicBezTo>
                  <a:pt x="450876" y="362993"/>
                  <a:pt x="458518" y="355351"/>
                  <a:pt x="458518" y="343889"/>
                </a:cubicBezTo>
                <a:lnTo>
                  <a:pt x="458518" y="57315"/>
                </a:lnTo>
                <a:cubicBezTo>
                  <a:pt x="458518" y="45852"/>
                  <a:pt x="450876" y="38210"/>
                  <a:pt x="439413" y="38210"/>
                </a:cubicBezTo>
                <a:close/>
                <a:moveTo>
                  <a:pt x="439413" y="343889"/>
                </a:moveTo>
                <a:lnTo>
                  <a:pt x="19105" y="343889"/>
                </a:lnTo>
                <a:lnTo>
                  <a:pt x="19105" y="19105"/>
                </a:lnTo>
                <a:lnTo>
                  <a:pt x="149018" y="19105"/>
                </a:lnTo>
                <a:lnTo>
                  <a:pt x="181497" y="51583"/>
                </a:lnTo>
                <a:cubicBezTo>
                  <a:pt x="185318" y="55404"/>
                  <a:pt x="189139" y="57315"/>
                  <a:pt x="194870" y="57315"/>
                </a:cubicBezTo>
                <a:lnTo>
                  <a:pt x="439413" y="57315"/>
                </a:lnTo>
                <a:lnTo>
                  <a:pt x="439413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1" name="Graphic 238" descr="Inhaler icon.">
            <a:extLst>
              <a:ext uri="{FF2B5EF4-FFF2-40B4-BE49-F238E27FC236}">
                <a16:creationId xmlns:a16="http://schemas.microsoft.com/office/drawing/2014/main" id="{F9722B22-7D98-48A8-93EA-5A69AFD0CAF0}"/>
              </a:ext>
            </a:extLst>
          </p:cNvPr>
          <p:cNvSpPr>
            <a:spLocks noChangeAspect="1"/>
          </p:cNvSpPr>
          <p:nvPr/>
        </p:nvSpPr>
        <p:spPr>
          <a:xfrm>
            <a:off x="10806170" y="3311248"/>
            <a:ext cx="384008" cy="420308"/>
          </a:xfrm>
          <a:custGeom>
            <a:avLst/>
            <a:gdLst>
              <a:gd name="connsiteX0" fmla="*/ 301858 w 384008"/>
              <a:gd name="connsiteY0" fmla="*/ 380188 h 420308"/>
              <a:gd name="connsiteX1" fmla="*/ 311410 w 384008"/>
              <a:gd name="connsiteY1" fmla="*/ 362993 h 420308"/>
              <a:gd name="connsiteX2" fmla="*/ 384009 w 384008"/>
              <a:gd name="connsiteY2" fmla="*/ 401203 h 420308"/>
              <a:gd name="connsiteX3" fmla="*/ 374456 w 384008"/>
              <a:gd name="connsiteY3" fmla="*/ 418398 h 420308"/>
              <a:gd name="connsiteX4" fmla="*/ 301858 w 384008"/>
              <a:gd name="connsiteY4" fmla="*/ 380188 h 420308"/>
              <a:gd name="connsiteX5" fmla="*/ 0 w 384008"/>
              <a:gd name="connsiteY5" fmla="*/ 76420 h 420308"/>
              <a:gd name="connsiteX6" fmla="*/ 0 w 384008"/>
              <a:gd name="connsiteY6" fmla="*/ 401203 h 420308"/>
              <a:gd name="connsiteX7" fmla="*/ 19105 w 384008"/>
              <a:gd name="connsiteY7" fmla="*/ 420308 h 420308"/>
              <a:gd name="connsiteX8" fmla="*/ 267469 w 384008"/>
              <a:gd name="connsiteY8" fmla="*/ 420308 h 420308"/>
              <a:gd name="connsiteX9" fmla="*/ 286574 w 384008"/>
              <a:gd name="connsiteY9" fmla="*/ 401203 h 420308"/>
              <a:gd name="connsiteX10" fmla="*/ 286574 w 384008"/>
              <a:gd name="connsiteY10" fmla="*/ 305679 h 420308"/>
              <a:gd name="connsiteX11" fmla="*/ 267469 w 384008"/>
              <a:gd name="connsiteY11" fmla="*/ 286574 h 420308"/>
              <a:gd name="connsiteX12" fmla="*/ 152839 w 384008"/>
              <a:gd name="connsiteY12" fmla="*/ 286574 h 420308"/>
              <a:gd name="connsiteX13" fmla="*/ 152839 w 384008"/>
              <a:gd name="connsiteY13" fmla="*/ 76420 h 420308"/>
              <a:gd name="connsiteX14" fmla="*/ 133734 w 384008"/>
              <a:gd name="connsiteY14" fmla="*/ 57315 h 420308"/>
              <a:gd name="connsiteX15" fmla="*/ 133734 w 384008"/>
              <a:gd name="connsiteY15" fmla="*/ 19105 h 420308"/>
              <a:gd name="connsiteX16" fmla="*/ 114630 w 384008"/>
              <a:gd name="connsiteY16" fmla="*/ 0 h 420308"/>
              <a:gd name="connsiteX17" fmla="*/ 38210 w 384008"/>
              <a:gd name="connsiteY17" fmla="*/ 0 h 420308"/>
              <a:gd name="connsiteX18" fmla="*/ 19105 w 384008"/>
              <a:gd name="connsiteY18" fmla="*/ 19105 h 420308"/>
              <a:gd name="connsiteX19" fmla="*/ 19105 w 384008"/>
              <a:gd name="connsiteY19" fmla="*/ 57315 h 420308"/>
              <a:gd name="connsiteX20" fmla="*/ 0 w 384008"/>
              <a:gd name="connsiteY20" fmla="*/ 76420 h 420308"/>
              <a:gd name="connsiteX21" fmla="*/ 210154 w 384008"/>
              <a:gd name="connsiteY21" fmla="*/ 305679 h 420308"/>
              <a:gd name="connsiteX22" fmla="*/ 267469 w 384008"/>
              <a:gd name="connsiteY22" fmla="*/ 305679 h 420308"/>
              <a:gd name="connsiteX23" fmla="*/ 267469 w 384008"/>
              <a:gd name="connsiteY23" fmla="*/ 401203 h 420308"/>
              <a:gd name="connsiteX24" fmla="*/ 210154 w 384008"/>
              <a:gd name="connsiteY24" fmla="*/ 401203 h 420308"/>
              <a:gd name="connsiteX25" fmla="*/ 210154 w 384008"/>
              <a:gd name="connsiteY25" fmla="*/ 305679 h 420308"/>
              <a:gd name="connsiteX26" fmla="*/ 38210 w 384008"/>
              <a:gd name="connsiteY26" fmla="*/ 19105 h 420308"/>
              <a:gd name="connsiteX27" fmla="*/ 114630 w 384008"/>
              <a:gd name="connsiteY27" fmla="*/ 19105 h 420308"/>
              <a:gd name="connsiteX28" fmla="*/ 114630 w 384008"/>
              <a:gd name="connsiteY28" fmla="*/ 57315 h 420308"/>
              <a:gd name="connsiteX29" fmla="*/ 38210 w 384008"/>
              <a:gd name="connsiteY29" fmla="*/ 57315 h 420308"/>
              <a:gd name="connsiteX30" fmla="*/ 38210 w 384008"/>
              <a:gd name="connsiteY30" fmla="*/ 19105 h 420308"/>
              <a:gd name="connsiteX31" fmla="*/ 19105 w 384008"/>
              <a:gd name="connsiteY31" fmla="*/ 76420 h 420308"/>
              <a:gd name="connsiteX32" fmla="*/ 133734 w 384008"/>
              <a:gd name="connsiteY32" fmla="*/ 76420 h 420308"/>
              <a:gd name="connsiteX33" fmla="*/ 133734 w 384008"/>
              <a:gd name="connsiteY33" fmla="*/ 286574 h 420308"/>
              <a:gd name="connsiteX34" fmla="*/ 124182 w 384008"/>
              <a:gd name="connsiteY34" fmla="*/ 286574 h 420308"/>
              <a:gd name="connsiteX35" fmla="*/ 19105 w 384008"/>
              <a:gd name="connsiteY35" fmla="*/ 340068 h 420308"/>
              <a:gd name="connsiteX36" fmla="*/ 19105 w 384008"/>
              <a:gd name="connsiteY36" fmla="*/ 76420 h 420308"/>
              <a:gd name="connsiteX37" fmla="*/ 124182 w 384008"/>
              <a:gd name="connsiteY37" fmla="*/ 305679 h 420308"/>
              <a:gd name="connsiteX38" fmla="*/ 191049 w 384008"/>
              <a:gd name="connsiteY38" fmla="*/ 305679 h 420308"/>
              <a:gd name="connsiteX39" fmla="*/ 191049 w 384008"/>
              <a:gd name="connsiteY39" fmla="*/ 401203 h 420308"/>
              <a:gd name="connsiteX40" fmla="*/ 19105 w 384008"/>
              <a:gd name="connsiteY40" fmla="*/ 401203 h 420308"/>
              <a:gd name="connsiteX41" fmla="*/ 124182 w 384008"/>
              <a:gd name="connsiteY41" fmla="*/ 305679 h 420308"/>
              <a:gd name="connsiteX42" fmla="*/ 301858 w 384008"/>
              <a:gd name="connsiteY42" fmla="*/ 317142 h 420308"/>
              <a:gd name="connsiteX43" fmla="*/ 374456 w 384008"/>
              <a:gd name="connsiteY43" fmla="*/ 278932 h 420308"/>
              <a:gd name="connsiteX44" fmla="*/ 384009 w 384008"/>
              <a:gd name="connsiteY44" fmla="*/ 296126 h 420308"/>
              <a:gd name="connsiteX45" fmla="*/ 311410 w 384008"/>
              <a:gd name="connsiteY45" fmla="*/ 334336 h 420308"/>
              <a:gd name="connsiteX46" fmla="*/ 301858 w 384008"/>
              <a:gd name="connsiteY46" fmla="*/ 317142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384008" h="420308">
                <a:moveTo>
                  <a:pt x="301858" y="380188"/>
                </a:moveTo>
                <a:lnTo>
                  <a:pt x="311410" y="362993"/>
                </a:lnTo>
                <a:lnTo>
                  <a:pt x="384009" y="401203"/>
                </a:lnTo>
                <a:lnTo>
                  <a:pt x="374456" y="418398"/>
                </a:lnTo>
                <a:lnTo>
                  <a:pt x="301858" y="380188"/>
                </a:lnTo>
                <a:close/>
                <a:moveTo>
                  <a:pt x="0" y="76420"/>
                </a:move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267469" y="420308"/>
                </a:lnTo>
                <a:cubicBezTo>
                  <a:pt x="278932" y="420308"/>
                  <a:pt x="286574" y="412666"/>
                  <a:pt x="286574" y="401203"/>
                </a:cubicBezTo>
                <a:lnTo>
                  <a:pt x="286574" y="305679"/>
                </a:lnTo>
                <a:cubicBezTo>
                  <a:pt x="286574" y="294216"/>
                  <a:pt x="278932" y="286574"/>
                  <a:pt x="267469" y="286574"/>
                </a:cubicBezTo>
                <a:lnTo>
                  <a:pt x="152839" y="286574"/>
                </a:lnTo>
                <a:lnTo>
                  <a:pt x="152839" y="76420"/>
                </a:lnTo>
                <a:cubicBezTo>
                  <a:pt x="152839" y="64957"/>
                  <a:pt x="145197" y="57315"/>
                  <a:pt x="133734" y="57315"/>
                </a:cubicBezTo>
                <a:lnTo>
                  <a:pt x="133734" y="19105"/>
                </a:lnTo>
                <a:cubicBezTo>
                  <a:pt x="133734" y="7642"/>
                  <a:pt x="126092" y="0"/>
                  <a:pt x="114630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57315"/>
                </a:lnTo>
                <a:cubicBezTo>
                  <a:pt x="7642" y="57315"/>
                  <a:pt x="0" y="64957"/>
                  <a:pt x="0" y="76420"/>
                </a:cubicBezTo>
                <a:close/>
                <a:moveTo>
                  <a:pt x="210154" y="305679"/>
                </a:moveTo>
                <a:lnTo>
                  <a:pt x="267469" y="305679"/>
                </a:lnTo>
                <a:lnTo>
                  <a:pt x="267469" y="401203"/>
                </a:lnTo>
                <a:lnTo>
                  <a:pt x="210154" y="401203"/>
                </a:lnTo>
                <a:lnTo>
                  <a:pt x="210154" y="305679"/>
                </a:lnTo>
                <a:close/>
                <a:moveTo>
                  <a:pt x="38210" y="19105"/>
                </a:moveTo>
                <a:lnTo>
                  <a:pt x="114630" y="19105"/>
                </a:lnTo>
                <a:lnTo>
                  <a:pt x="114630" y="57315"/>
                </a:lnTo>
                <a:lnTo>
                  <a:pt x="38210" y="57315"/>
                </a:lnTo>
                <a:lnTo>
                  <a:pt x="38210" y="19105"/>
                </a:lnTo>
                <a:close/>
                <a:moveTo>
                  <a:pt x="19105" y="76420"/>
                </a:moveTo>
                <a:lnTo>
                  <a:pt x="133734" y="76420"/>
                </a:lnTo>
                <a:lnTo>
                  <a:pt x="133734" y="286574"/>
                </a:lnTo>
                <a:lnTo>
                  <a:pt x="124182" y="286574"/>
                </a:lnTo>
                <a:cubicBezTo>
                  <a:pt x="82151" y="286574"/>
                  <a:pt x="43941" y="305679"/>
                  <a:pt x="19105" y="340068"/>
                </a:cubicBezTo>
                <a:lnTo>
                  <a:pt x="19105" y="76420"/>
                </a:lnTo>
                <a:close/>
                <a:moveTo>
                  <a:pt x="124182" y="305679"/>
                </a:moveTo>
                <a:lnTo>
                  <a:pt x="191049" y="305679"/>
                </a:lnTo>
                <a:lnTo>
                  <a:pt x="191049" y="401203"/>
                </a:lnTo>
                <a:lnTo>
                  <a:pt x="19105" y="401203"/>
                </a:lnTo>
                <a:cubicBezTo>
                  <a:pt x="21015" y="345799"/>
                  <a:pt x="68778" y="303768"/>
                  <a:pt x="124182" y="305679"/>
                </a:cubicBezTo>
                <a:close/>
                <a:moveTo>
                  <a:pt x="301858" y="317142"/>
                </a:moveTo>
                <a:lnTo>
                  <a:pt x="374456" y="278932"/>
                </a:lnTo>
                <a:lnTo>
                  <a:pt x="384009" y="296126"/>
                </a:lnTo>
                <a:lnTo>
                  <a:pt x="311410" y="334336"/>
                </a:lnTo>
                <a:lnTo>
                  <a:pt x="301858" y="31714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248" descr="Blood pressure gauge icon.">
            <a:extLst>
              <a:ext uri="{FF2B5EF4-FFF2-40B4-BE49-F238E27FC236}">
                <a16:creationId xmlns:a16="http://schemas.microsoft.com/office/drawing/2014/main" id="{3609D102-C7CB-CB4D-B783-9D09FDEB8F85}"/>
              </a:ext>
            </a:extLst>
          </p:cNvPr>
          <p:cNvSpPr>
            <a:spLocks noChangeAspect="1"/>
          </p:cNvSpPr>
          <p:nvPr/>
        </p:nvSpPr>
        <p:spPr>
          <a:xfrm>
            <a:off x="981970" y="4156340"/>
            <a:ext cx="372198" cy="458518"/>
          </a:xfrm>
          <a:custGeom>
            <a:avLst/>
            <a:gdLst>
              <a:gd name="connsiteX0" fmla="*/ 343889 w 372198"/>
              <a:gd name="connsiteY0" fmla="*/ 36299 h 458518"/>
              <a:gd name="connsiteX1" fmla="*/ 343889 w 372198"/>
              <a:gd name="connsiteY1" fmla="*/ 19105 h 458518"/>
              <a:gd name="connsiteX2" fmla="*/ 324784 w 372198"/>
              <a:gd name="connsiteY2" fmla="*/ 0 h 458518"/>
              <a:gd name="connsiteX3" fmla="*/ 305679 w 372198"/>
              <a:gd name="connsiteY3" fmla="*/ 0 h 458518"/>
              <a:gd name="connsiteX4" fmla="*/ 286574 w 372198"/>
              <a:gd name="connsiteY4" fmla="*/ 19105 h 458518"/>
              <a:gd name="connsiteX5" fmla="*/ 286574 w 372198"/>
              <a:gd name="connsiteY5" fmla="*/ 36299 h 458518"/>
              <a:gd name="connsiteX6" fmla="*/ 265558 w 372198"/>
              <a:gd name="connsiteY6" fmla="*/ 114630 h 458518"/>
              <a:gd name="connsiteX7" fmla="*/ 286574 w 372198"/>
              <a:gd name="connsiteY7" fmla="*/ 135645 h 458518"/>
              <a:gd name="connsiteX8" fmla="*/ 286574 w 372198"/>
              <a:gd name="connsiteY8" fmla="*/ 152839 h 458518"/>
              <a:gd name="connsiteX9" fmla="*/ 305679 w 372198"/>
              <a:gd name="connsiteY9" fmla="*/ 171944 h 458518"/>
              <a:gd name="connsiteX10" fmla="*/ 305679 w 372198"/>
              <a:gd name="connsiteY10" fmla="*/ 353441 h 458518"/>
              <a:gd name="connsiteX11" fmla="*/ 298037 w 372198"/>
              <a:gd name="connsiteY11" fmla="*/ 374456 h 458518"/>
              <a:gd name="connsiteX12" fmla="*/ 277021 w 372198"/>
              <a:gd name="connsiteY12" fmla="*/ 382098 h 458518"/>
              <a:gd name="connsiteX13" fmla="*/ 229259 w 372198"/>
              <a:gd name="connsiteY13" fmla="*/ 382098 h 458518"/>
              <a:gd name="connsiteX14" fmla="*/ 229259 w 372198"/>
              <a:gd name="connsiteY14" fmla="*/ 248364 h 458518"/>
              <a:gd name="connsiteX15" fmla="*/ 210154 w 372198"/>
              <a:gd name="connsiteY15" fmla="*/ 229259 h 458518"/>
              <a:gd name="connsiteX16" fmla="*/ 114630 w 372198"/>
              <a:gd name="connsiteY16" fmla="*/ 229259 h 458518"/>
              <a:gd name="connsiteX17" fmla="*/ 114630 w 372198"/>
              <a:gd name="connsiteY17" fmla="*/ 191049 h 458518"/>
              <a:gd name="connsiteX18" fmla="*/ 171944 w 372198"/>
              <a:gd name="connsiteY18" fmla="*/ 114630 h 458518"/>
              <a:gd name="connsiteX19" fmla="*/ 95525 w 372198"/>
              <a:gd name="connsiteY19" fmla="*/ 57315 h 458518"/>
              <a:gd name="connsiteX20" fmla="*/ 38210 w 372198"/>
              <a:gd name="connsiteY20" fmla="*/ 133734 h 458518"/>
              <a:gd name="connsiteX21" fmla="*/ 95525 w 372198"/>
              <a:gd name="connsiteY21" fmla="*/ 191049 h 458518"/>
              <a:gd name="connsiteX22" fmla="*/ 95525 w 372198"/>
              <a:gd name="connsiteY22" fmla="*/ 229259 h 458518"/>
              <a:gd name="connsiteX23" fmla="*/ 19105 w 372198"/>
              <a:gd name="connsiteY23" fmla="*/ 229259 h 458518"/>
              <a:gd name="connsiteX24" fmla="*/ 0 w 372198"/>
              <a:gd name="connsiteY24" fmla="*/ 248364 h 458518"/>
              <a:gd name="connsiteX25" fmla="*/ 0 w 372198"/>
              <a:gd name="connsiteY25" fmla="*/ 439413 h 458518"/>
              <a:gd name="connsiteX26" fmla="*/ 19105 w 372198"/>
              <a:gd name="connsiteY26" fmla="*/ 458518 h 458518"/>
              <a:gd name="connsiteX27" fmla="*/ 210154 w 372198"/>
              <a:gd name="connsiteY27" fmla="*/ 458518 h 458518"/>
              <a:gd name="connsiteX28" fmla="*/ 229259 w 372198"/>
              <a:gd name="connsiteY28" fmla="*/ 439413 h 458518"/>
              <a:gd name="connsiteX29" fmla="*/ 229259 w 372198"/>
              <a:gd name="connsiteY29" fmla="*/ 401203 h 458518"/>
              <a:gd name="connsiteX30" fmla="*/ 277021 w 372198"/>
              <a:gd name="connsiteY30" fmla="*/ 401203 h 458518"/>
              <a:gd name="connsiteX31" fmla="*/ 324784 w 372198"/>
              <a:gd name="connsiteY31" fmla="*/ 353441 h 458518"/>
              <a:gd name="connsiteX32" fmla="*/ 324784 w 372198"/>
              <a:gd name="connsiteY32" fmla="*/ 171944 h 458518"/>
              <a:gd name="connsiteX33" fmla="*/ 324784 w 372198"/>
              <a:gd name="connsiteY33" fmla="*/ 171944 h 458518"/>
              <a:gd name="connsiteX34" fmla="*/ 343889 w 372198"/>
              <a:gd name="connsiteY34" fmla="*/ 152839 h 458518"/>
              <a:gd name="connsiteX35" fmla="*/ 343889 w 372198"/>
              <a:gd name="connsiteY35" fmla="*/ 135645 h 458518"/>
              <a:gd name="connsiteX36" fmla="*/ 364904 w 372198"/>
              <a:gd name="connsiteY36" fmla="*/ 57315 h 458518"/>
              <a:gd name="connsiteX37" fmla="*/ 343889 w 372198"/>
              <a:gd name="connsiteY37" fmla="*/ 36299 h 458518"/>
              <a:gd name="connsiteX38" fmla="*/ 57315 w 372198"/>
              <a:gd name="connsiteY38" fmla="*/ 124182 h 458518"/>
              <a:gd name="connsiteX39" fmla="*/ 105077 w 372198"/>
              <a:gd name="connsiteY39" fmla="*/ 76420 h 458518"/>
              <a:gd name="connsiteX40" fmla="*/ 131824 w 372198"/>
              <a:gd name="connsiteY40" fmla="*/ 84062 h 458518"/>
              <a:gd name="connsiteX41" fmla="*/ 99346 w 372198"/>
              <a:gd name="connsiteY41" fmla="*/ 116540 h 458518"/>
              <a:gd name="connsiteX42" fmla="*/ 112719 w 372198"/>
              <a:gd name="connsiteY42" fmla="*/ 129913 h 458518"/>
              <a:gd name="connsiteX43" fmla="*/ 147108 w 372198"/>
              <a:gd name="connsiteY43" fmla="*/ 97435 h 458518"/>
              <a:gd name="connsiteX44" fmla="*/ 131824 w 372198"/>
              <a:gd name="connsiteY44" fmla="*/ 164302 h 458518"/>
              <a:gd name="connsiteX45" fmla="*/ 64957 w 372198"/>
              <a:gd name="connsiteY45" fmla="*/ 150929 h 458518"/>
              <a:gd name="connsiteX46" fmla="*/ 57315 w 372198"/>
              <a:gd name="connsiteY46" fmla="*/ 124182 h 458518"/>
              <a:gd name="connsiteX47" fmla="*/ 152839 w 372198"/>
              <a:gd name="connsiteY47" fmla="*/ 439413 h 458518"/>
              <a:gd name="connsiteX48" fmla="*/ 19105 w 372198"/>
              <a:gd name="connsiteY48" fmla="*/ 439413 h 458518"/>
              <a:gd name="connsiteX49" fmla="*/ 19105 w 372198"/>
              <a:gd name="connsiteY49" fmla="*/ 248364 h 458518"/>
              <a:gd name="connsiteX50" fmla="*/ 152839 w 372198"/>
              <a:gd name="connsiteY50" fmla="*/ 248364 h 458518"/>
              <a:gd name="connsiteX51" fmla="*/ 152839 w 372198"/>
              <a:gd name="connsiteY51" fmla="*/ 439413 h 458518"/>
              <a:gd name="connsiteX52" fmla="*/ 171944 w 372198"/>
              <a:gd name="connsiteY52" fmla="*/ 439413 h 458518"/>
              <a:gd name="connsiteX53" fmla="*/ 171944 w 372198"/>
              <a:gd name="connsiteY53" fmla="*/ 257916 h 458518"/>
              <a:gd name="connsiteX54" fmla="*/ 171944 w 372198"/>
              <a:gd name="connsiteY54" fmla="*/ 257916 h 458518"/>
              <a:gd name="connsiteX55" fmla="*/ 171944 w 372198"/>
              <a:gd name="connsiteY55" fmla="*/ 248364 h 458518"/>
              <a:gd name="connsiteX56" fmla="*/ 210154 w 372198"/>
              <a:gd name="connsiteY56" fmla="*/ 248364 h 458518"/>
              <a:gd name="connsiteX57" fmla="*/ 210154 w 372198"/>
              <a:gd name="connsiteY57" fmla="*/ 439413 h 458518"/>
              <a:gd name="connsiteX58" fmla="*/ 171944 w 372198"/>
              <a:gd name="connsiteY58" fmla="*/ 439413 h 458518"/>
              <a:gd name="connsiteX59" fmla="*/ 334336 w 372198"/>
              <a:gd name="connsiteY59" fmla="*/ 118450 h 458518"/>
              <a:gd name="connsiteX60" fmla="*/ 324784 w 372198"/>
              <a:gd name="connsiteY60" fmla="*/ 135645 h 458518"/>
              <a:gd name="connsiteX61" fmla="*/ 324784 w 372198"/>
              <a:gd name="connsiteY61" fmla="*/ 152839 h 458518"/>
              <a:gd name="connsiteX62" fmla="*/ 305679 w 372198"/>
              <a:gd name="connsiteY62" fmla="*/ 152839 h 458518"/>
              <a:gd name="connsiteX63" fmla="*/ 305679 w 372198"/>
              <a:gd name="connsiteY63" fmla="*/ 135645 h 458518"/>
              <a:gd name="connsiteX64" fmla="*/ 296126 w 372198"/>
              <a:gd name="connsiteY64" fmla="*/ 118450 h 458518"/>
              <a:gd name="connsiteX65" fmla="*/ 282753 w 372198"/>
              <a:gd name="connsiteY65" fmla="*/ 66867 h 458518"/>
              <a:gd name="connsiteX66" fmla="*/ 296126 w 372198"/>
              <a:gd name="connsiteY66" fmla="*/ 53494 h 458518"/>
              <a:gd name="connsiteX67" fmla="*/ 305679 w 372198"/>
              <a:gd name="connsiteY67" fmla="*/ 36299 h 458518"/>
              <a:gd name="connsiteX68" fmla="*/ 305679 w 372198"/>
              <a:gd name="connsiteY68" fmla="*/ 19105 h 458518"/>
              <a:gd name="connsiteX69" fmla="*/ 324784 w 372198"/>
              <a:gd name="connsiteY69" fmla="*/ 19105 h 458518"/>
              <a:gd name="connsiteX70" fmla="*/ 324784 w 372198"/>
              <a:gd name="connsiteY70" fmla="*/ 36299 h 458518"/>
              <a:gd name="connsiteX71" fmla="*/ 334336 w 372198"/>
              <a:gd name="connsiteY71" fmla="*/ 53494 h 458518"/>
              <a:gd name="connsiteX72" fmla="*/ 347710 w 372198"/>
              <a:gd name="connsiteY72" fmla="*/ 105077 h 458518"/>
              <a:gd name="connsiteX73" fmla="*/ 334336 w 372198"/>
              <a:gd name="connsiteY73" fmla="*/ 11845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372198" h="458518">
                <a:moveTo>
                  <a:pt x="343889" y="36299"/>
                </a:move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lnTo>
                  <a:pt x="305679" y="0"/>
                </a:lnTo>
                <a:cubicBezTo>
                  <a:pt x="294216" y="0"/>
                  <a:pt x="286574" y="7642"/>
                  <a:pt x="286574" y="19105"/>
                </a:cubicBezTo>
                <a:lnTo>
                  <a:pt x="286574" y="36299"/>
                </a:lnTo>
                <a:cubicBezTo>
                  <a:pt x="259827" y="51583"/>
                  <a:pt x="250274" y="87883"/>
                  <a:pt x="265558" y="114630"/>
                </a:cubicBezTo>
                <a:cubicBezTo>
                  <a:pt x="271290" y="122271"/>
                  <a:pt x="277021" y="129913"/>
                  <a:pt x="286574" y="135645"/>
                </a:cubicBezTo>
                <a:lnTo>
                  <a:pt x="286574" y="152839"/>
                </a:lnTo>
                <a:cubicBezTo>
                  <a:pt x="286574" y="164302"/>
                  <a:pt x="294216" y="171944"/>
                  <a:pt x="305679" y="171944"/>
                </a:cubicBezTo>
                <a:lnTo>
                  <a:pt x="305679" y="353441"/>
                </a:lnTo>
                <a:cubicBezTo>
                  <a:pt x="305679" y="361083"/>
                  <a:pt x="301858" y="368725"/>
                  <a:pt x="298037" y="374456"/>
                </a:cubicBezTo>
                <a:cubicBezTo>
                  <a:pt x="292305" y="380188"/>
                  <a:pt x="284663" y="382098"/>
                  <a:pt x="277021" y="382098"/>
                </a:cubicBezTo>
                <a:lnTo>
                  <a:pt x="229259" y="382098"/>
                </a:lnTo>
                <a:lnTo>
                  <a:pt x="229259" y="248364"/>
                </a:lnTo>
                <a:cubicBezTo>
                  <a:pt x="229259" y="236901"/>
                  <a:pt x="221617" y="229259"/>
                  <a:pt x="210154" y="229259"/>
                </a:cubicBezTo>
                <a:lnTo>
                  <a:pt x="114630" y="229259"/>
                </a:lnTo>
                <a:lnTo>
                  <a:pt x="114630" y="191049"/>
                </a:lnTo>
                <a:cubicBezTo>
                  <a:pt x="150929" y="185318"/>
                  <a:pt x="175765" y="150929"/>
                  <a:pt x="171944" y="114630"/>
                </a:cubicBezTo>
                <a:cubicBezTo>
                  <a:pt x="168123" y="78330"/>
                  <a:pt x="131824" y="53494"/>
                  <a:pt x="95525" y="57315"/>
                </a:cubicBezTo>
                <a:cubicBezTo>
                  <a:pt x="59225" y="61136"/>
                  <a:pt x="34389" y="97435"/>
                  <a:pt x="38210" y="133734"/>
                </a:cubicBezTo>
                <a:cubicBezTo>
                  <a:pt x="42031" y="162392"/>
                  <a:pt x="64957" y="185318"/>
                  <a:pt x="95525" y="191049"/>
                </a:cubicBezTo>
                <a:lnTo>
                  <a:pt x="95525" y="229259"/>
                </a:lnTo>
                <a:lnTo>
                  <a:pt x="19105" y="229259"/>
                </a:lnTo>
                <a:cubicBezTo>
                  <a:pt x="7642" y="229259"/>
                  <a:pt x="0" y="236901"/>
                  <a:pt x="0" y="248364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10154" y="458518"/>
                </a:lnTo>
                <a:cubicBezTo>
                  <a:pt x="221617" y="458518"/>
                  <a:pt x="229259" y="450876"/>
                  <a:pt x="229259" y="439413"/>
                </a:cubicBezTo>
                <a:lnTo>
                  <a:pt x="229259" y="401203"/>
                </a:lnTo>
                <a:lnTo>
                  <a:pt x="277021" y="401203"/>
                </a:lnTo>
                <a:cubicBezTo>
                  <a:pt x="303768" y="401203"/>
                  <a:pt x="324784" y="380188"/>
                  <a:pt x="324784" y="353441"/>
                </a:cubicBezTo>
                <a:lnTo>
                  <a:pt x="324784" y="171944"/>
                </a:lnTo>
                <a:lnTo>
                  <a:pt x="324784" y="171944"/>
                </a:lnTo>
                <a:cubicBezTo>
                  <a:pt x="336247" y="171944"/>
                  <a:pt x="343889" y="164302"/>
                  <a:pt x="343889" y="152839"/>
                </a:cubicBezTo>
                <a:lnTo>
                  <a:pt x="343889" y="135645"/>
                </a:lnTo>
                <a:cubicBezTo>
                  <a:pt x="370635" y="120361"/>
                  <a:pt x="380188" y="84062"/>
                  <a:pt x="364904" y="57315"/>
                </a:cubicBezTo>
                <a:cubicBezTo>
                  <a:pt x="359172" y="47762"/>
                  <a:pt x="351530" y="42031"/>
                  <a:pt x="343889" y="36299"/>
                </a:cubicBezTo>
                <a:close/>
                <a:moveTo>
                  <a:pt x="57315" y="124182"/>
                </a:moveTo>
                <a:cubicBezTo>
                  <a:pt x="57315" y="97435"/>
                  <a:pt x="78330" y="76420"/>
                  <a:pt x="105077" y="76420"/>
                </a:cubicBezTo>
                <a:cubicBezTo>
                  <a:pt x="114630" y="76420"/>
                  <a:pt x="124182" y="80241"/>
                  <a:pt x="131824" y="84062"/>
                </a:cubicBezTo>
                <a:lnTo>
                  <a:pt x="99346" y="116540"/>
                </a:lnTo>
                <a:lnTo>
                  <a:pt x="112719" y="129913"/>
                </a:lnTo>
                <a:lnTo>
                  <a:pt x="147108" y="97435"/>
                </a:lnTo>
                <a:cubicBezTo>
                  <a:pt x="160481" y="120361"/>
                  <a:pt x="154750" y="149018"/>
                  <a:pt x="131824" y="164302"/>
                </a:cubicBezTo>
                <a:cubicBezTo>
                  <a:pt x="108898" y="179586"/>
                  <a:pt x="78330" y="171944"/>
                  <a:pt x="64957" y="150929"/>
                </a:cubicBezTo>
                <a:cubicBezTo>
                  <a:pt x="59225" y="141376"/>
                  <a:pt x="57315" y="133734"/>
                  <a:pt x="57315" y="124182"/>
                </a:cubicBezTo>
                <a:close/>
                <a:moveTo>
                  <a:pt x="152839" y="439413"/>
                </a:moveTo>
                <a:lnTo>
                  <a:pt x="19105" y="439413"/>
                </a:lnTo>
                <a:lnTo>
                  <a:pt x="19105" y="248364"/>
                </a:lnTo>
                <a:lnTo>
                  <a:pt x="152839" y="248364"/>
                </a:lnTo>
                <a:lnTo>
                  <a:pt x="152839" y="439413"/>
                </a:lnTo>
                <a:close/>
                <a:moveTo>
                  <a:pt x="171944" y="439413"/>
                </a:moveTo>
                <a:lnTo>
                  <a:pt x="171944" y="257916"/>
                </a:lnTo>
                <a:lnTo>
                  <a:pt x="171944" y="257916"/>
                </a:lnTo>
                <a:lnTo>
                  <a:pt x="171944" y="248364"/>
                </a:lnTo>
                <a:lnTo>
                  <a:pt x="210154" y="248364"/>
                </a:lnTo>
                <a:lnTo>
                  <a:pt x="210154" y="439413"/>
                </a:lnTo>
                <a:lnTo>
                  <a:pt x="171944" y="439413"/>
                </a:lnTo>
                <a:close/>
                <a:moveTo>
                  <a:pt x="334336" y="118450"/>
                </a:moveTo>
                <a:cubicBezTo>
                  <a:pt x="328605" y="122271"/>
                  <a:pt x="324784" y="128003"/>
                  <a:pt x="324784" y="135645"/>
                </a:cubicBezTo>
                <a:lnTo>
                  <a:pt x="324784" y="152839"/>
                </a:lnTo>
                <a:lnTo>
                  <a:pt x="305679" y="152839"/>
                </a:lnTo>
                <a:lnTo>
                  <a:pt x="305679" y="135645"/>
                </a:lnTo>
                <a:cubicBezTo>
                  <a:pt x="305679" y="128003"/>
                  <a:pt x="301858" y="122271"/>
                  <a:pt x="296126" y="118450"/>
                </a:cubicBezTo>
                <a:cubicBezTo>
                  <a:pt x="278932" y="106988"/>
                  <a:pt x="271290" y="84062"/>
                  <a:pt x="282753" y="66867"/>
                </a:cubicBezTo>
                <a:cubicBezTo>
                  <a:pt x="286574" y="61136"/>
                  <a:pt x="290395" y="57315"/>
                  <a:pt x="296126" y="53494"/>
                </a:cubicBezTo>
                <a:cubicBezTo>
                  <a:pt x="301858" y="49673"/>
                  <a:pt x="305679" y="43941"/>
                  <a:pt x="305679" y="36299"/>
                </a:cubicBezTo>
                <a:lnTo>
                  <a:pt x="305679" y="19105"/>
                </a:lnTo>
                <a:lnTo>
                  <a:pt x="324784" y="19105"/>
                </a:lnTo>
                <a:lnTo>
                  <a:pt x="324784" y="36299"/>
                </a:lnTo>
                <a:cubicBezTo>
                  <a:pt x="324784" y="43941"/>
                  <a:pt x="328605" y="49673"/>
                  <a:pt x="334336" y="53494"/>
                </a:cubicBezTo>
                <a:cubicBezTo>
                  <a:pt x="351530" y="64957"/>
                  <a:pt x="359172" y="87883"/>
                  <a:pt x="347710" y="105077"/>
                </a:cubicBezTo>
                <a:cubicBezTo>
                  <a:pt x="343889" y="110809"/>
                  <a:pt x="340068" y="114630"/>
                  <a:pt x="334336" y="11845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5" descr="Glucose monitor icon.">
            <a:extLst>
              <a:ext uri="{FF2B5EF4-FFF2-40B4-BE49-F238E27FC236}">
                <a16:creationId xmlns:a16="http://schemas.microsoft.com/office/drawing/2014/main" id="{14955E5C-0119-2749-A89B-9D3D1857BB7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269363" y="4222975"/>
            <a:ext cx="267167" cy="457200"/>
          </a:xfrm>
          <a:custGeom>
            <a:avLst/>
            <a:gdLst>
              <a:gd name="T0" fmla="*/ 1200 w 1400"/>
              <a:gd name="T1" fmla="*/ 1500 h 2400"/>
              <a:gd name="T2" fmla="*/ 200 w 1400"/>
              <a:gd name="T3" fmla="*/ 200 h 2400"/>
              <a:gd name="T4" fmla="*/ 300 w 1400"/>
              <a:gd name="T5" fmla="*/ 300 h 2400"/>
              <a:gd name="T6" fmla="*/ 1100 w 1400"/>
              <a:gd name="T7" fmla="*/ 1400 h 2400"/>
              <a:gd name="T8" fmla="*/ 300 w 1400"/>
              <a:gd name="T9" fmla="*/ 300 h 2400"/>
              <a:gd name="T10" fmla="*/ 1109 w 1400"/>
              <a:gd name="T11" fmla="*/ 0 h 2400"/>
              <a:gd name="T12" fmla="*/ 67 w 1400"/>
              <a:gd name="T13" fmla="*/ 110 h 2400"/>
              <a:gd name="T14" fmla="*/ 0 w 1400"/>
              <a:gd name="T15" fmla="*/ 1550 h 2400"/>
              <a:gd name="T16" fmla="*/ 501 w 1400"/>
              <a:gd name="T17" fmla="*/ 2067 h 2400"/>
              <a:gd name="T18" fmla="*/ 600 w 1400"/>
              <a:gd name="T19" fmla="*/ 2400 h 2400"/>
              <a:gd name="T20" fmla="*/ 899 w 1400"/>
              <a:gd name="T21" fmla="*/ 2291 h 2400"/>
              <a:gd name="T22" fmla="*/ 905 w 1400"/>
              <a:gd name="T23" fmla="*/ 2067 h 2400"/>
              <a:gd name="T24" fmla="*/ 1400 w 1400"/>
              <a:gd name="T25" fmla="*/ 350 h 2400"/>
              <a:gd name="T26" fmla="*/ 798 w 1400"/>
              <a:gd name="T27" fmla="*/ 2300 h 2400"/>
              <a:gd name="T28" fmla="*/ 602 w 1400"/>
              <a:gd name="T29" fmla="*/ 2290 h 2400"/>
              <a:gd name="T30" fmla="*/ 800 w 1400"/>
              <a:gd name="T31" fmla="*/ 1800 h 2400"/>
              <a:gd name="T32" fmla="*/ 798 w 1400"/>
              <a:gd name="T33" fmla="*/ 2300 h 2400"/>
              <a:gd name="T34" fmla="*/ 905 w 1400"/>
              <a:gd name="T35" fmla="*/ 1967 h 2400"/>
              <a:gd name="T36" fmla="*/ 900 w 1400"/>
              <a:gd name="T37" fmla="*/ 1800 h 2400"/>
              <a:gd name="T38" fmla="*/ 1000 w 1400"/>
              <a:gd name="T39" fmla="*/ 1700 h 2400"/>
              <a:gd name="T40" fmla="*/ 800 w 1400"/>
              <a:gd name="T41" fmla="*/ 1700 h 2400"/>
              <a:gd name="T42" fmla="*/ 600 w 1400"/>
              <a:gd name="T43" fmla="*/ 1700 h 2400"/>
              <a:gd name="T44" fmla="*/ 550 w 1400"/>
              <a:gd name="T45" fmla="*/ 1700 h 2400"/>
              <a:gd name="T46" fmla="*/ 400 w 1400"/>
              <a:gd name="T47" fmla="*/ 1800 h 2400"/>
              <a:gd name="T48" fmla="*/ 501 w 1400"/>
              <a:gd name="T49" fmla="*/ 1967 h 2400"/>
              <a:gd name="T50" fmla="*/ 100 w 1400"/>
              <a:gd name="T51" fmla="*/ 1550 h 2400"/>
              <a:gd name="T52" fmla="*/ 149 w 1400"/>
              <a:gd name="T53" fmla="*/ 169 h 2400"/>
              <a:gd name="T54" fmla="*/ 1109 w 1400"/>
              <a:gd name="T55" fmla="*/ 100 h 2400"/>
              <a:gd name="T56" fmla="*/ 1300 w 1400"/>
              <a:gd name="T57" fmla="*/ 350 h 2400"/>
              <a:gd name="T58" fmla="*/ 795 w 1400"/>
              <a:gd name="T59" fmla="*/ 605 h 2400"/>
              <a:gd name="T60" fmla="*/ 605 w 1400"/>
              <a:gd name="T61" fmla="*/ 605 h 2400"/>
              <a:gd name="T62" fmla="*/ 525 w 1400"/>
              <a:gd name="T63" fmla="*/ 1091 h 2400"/>
              <a:gd name="T64" fmla="*/ 875 w 1400"/>
              <a:gd name="T65" fmla="*/ 1091 h 2400"/>
              <a:gd name="T66" fmla="*/ 795 w 1400"/>
              <a:gd name="T67" fmla="*/ 605 h 2400"/>
              <a:gd name="T68" fmla="*/ 700 w 1400"/>
              <a:gd name="T69" fmla="*/ 1093 h 2400"/>
              <a:gd name="T70" fmla="*/ 599 w 1400"/>
              <a:gd name="T71" fmla="*/ 853 h 2400"/>
              <a:gd name="T72" fmla="*/ 801 w 1400"/>
              <a:gd name="T73" fmla="*/ 853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2400">
                <a:moveTo>
                  <a:pt x="200" y="1500"/>
                </a:moveTo>
                <a:cubicBezTo>
                  <a:pt x="1200" y="1500"/>
                  <a:pt x="1200" y="1500"/>
                  <a:pt x="1200" y="1500"/>
                </a:cubicBezTo>
                <a:cubicBezTo>
                  <a:pt x="1200" y="203"/>
                  <a:pt x="1200" y="203"/>
                  <a:pt x="1200" y="203"/>
                </a:cubicBezTo>
                <a:cubicBezTo>
                  <a:pt x="200" y="200"/>
                  <a:pt x="200" y="200"/>
                  <a:pt x="200" y="200"/>
                </a:cubicBezTo>
                <a:lnTo>
                  <a:pt x="200" y="1500"/>
                </a:lnTo>
                <a:close/>
                <a:moveTo>
                  <a:pt x="300" y="300"/>
                </a:moveTo>
                <a:cubicBezTo>
                  <a:pt x="1100" y="302"/>
                  <a:pt x="1100" y="302"/>
                  <a:pt x="1100" y="302"/>
                </a:cubicBezTo>
                <a:cubicBezTo>
                  <a:pt x="1100" y="1400"/>
                  <a:pt x="1100" y="1400"/>
                  <a:pt x="1100" y="1400"/>
                </a:cubicBezTo>
                <a:cubicBezTo>
                  <a:pt x="300" y="1400"/>
                  <a:pt x="300" y="1400"/>
                  <a:pt x="300" y="1400"/>
                </a:cubicBezTo>
                <a:lnTo>
                  <a:pt x="300" y="300"/>
                </a:lnTo>
                <a:close/>
                <a:moveTo>
                  <a:pt x="1333" y="110"/>
                </a:moveTo>
                <a:cubicBezTo>
                  <a:pt x="1281" y="38"/>
                  <a:pt x="1203" y="0"/>
                  <a:pt x="1109" y="0"/>
                </a:cubicBezTo>
                <a:cubicBezTo>
                  <a:pt x="291" y="0"/>
                  <a:pt x="291" y="0"/>
                  <a:pt x="291" y="0"/>
                </a:cubicBezTo>
                <a:cubicBezTo>
                  <a:pt x="197" y="0"/>
                  <a:pt x="119" y="38"/>
                  <a:pt x="67" y="110"/>
                </a:cubicBezTo>
                <a:cubicBezTo>
                  <a:pt x="23" y="172"/>
                  <a:pt x="0" y="255"/>
                  <a:pt x="0" y="350"/>
                </a:cubicBezTo>
                <a:cubicBezTo>
                  <a:pt x="0" y="1550"/>
                  <a:pt x="0" y="1550"/>
                  <a:pt x="0" y="1550"/>
                </a:cubicBezTo>
                <a:cubicBezTo>
                  <a:pt x="0" y="1855"/>
                  <a:pt x="204" y="2067"/>
                  <a:pt x="495" y="2067"/>
                </a:cubicBezTo>
                <a:cubicBezTo>
                  <a:pt x="501" y="2067"/>
                  <a:pt x="501" y="2067"/>
                  <a:pt x="501" y="2067"/>
                </a:cubicBezTo>
                <a:cubicBezTo>
                  <a:pt x="502" y="2291"/>
                  <a:pt x="502" y="2291"/>
                  <a:pt x="502" y="2291"/>
                </a:cubicBezTo>
                <a:cubicBezTo>
                  <a:pt x="502" y="2351"/>
                  <a:pt x="546" y="2400"/>
                  <a:pt x="600" y="2400"/>
                </a:cubicBezTo>
                <a:cubicBezTo>
                  <a:pt x="798" y="2400"/>
                  <a:pt x="798" y="2400"/>
                  <a:pt x="798" y="2400"/>
                </a:cubicBezTo>
                <a:cubicBezTo>
                  <a:pt x="853" y="2400"/>
                  <a:pt x="899" y="2350"/>
                  <a:pt x="899" y="2291"/>
                </a:cubicBezTo>
                <a:cubicBezTo>
                  <a:pt x="899" y="2067"/>
                  <a:pt x="899" y="2067"/>
                  <a:pt x="899" y="2067"/>
                </a:cubicBezTo>
                <a:cubicBezTo>
                  <a:pt x="905" y="2067"/>
                  <a:pt x="905" y="2067"/>
                  <a:pt x="905" y="2067"/>
                </a:cubicBezTo>
                <a:cubicBezTo>
                  <a:pt x="1196" y="2067"/>
                  <a:pt x="1400" y="1855"/>
                  <a:pt x="1400" y="1550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400" y="255"/>
                  <a:pt x="1377" y="172"/>
                  <a:pt x="1333" y="110"/>
                </a:cubicBezTo>
                <a:moveTo>
                  <a:pt x="798" y="2300"/>
                </a:moveTo>
                <a:cubicBezTo>
                  <a:pt x="606" y="2302"/>
                  <a:pt x="606" y="2302"/>
                  <a:pt x="606" y="2302"/>
                </a:cubicBezTo>
                <a:cubicBezTo>
                  <a:pt x="604" y="2301"/>
                  <a:pt x="602" y="2296"/>
                  <a:pt x="602" y="2290"/>
                </a:cubicBezTo>
                <a:cubicBezTo>
                  <a:pt x="600" y="1800"/>
                  <a:pt x="600" y="1800"/>
                  <a:pt x="600" y="1800"/>
                </a:cubicBezTo>
                <a:cubicBezTo>
                  <a:pt x="800" y="1800"/>
                  <a:pt x="800" y="1800"/>
                  <a:pt x="800" y="1800"/>
                </a:cubicBezTo>
                <a:cubicBezTo>
                  <a:pt x="799" y="2291"/>
                  <a:pt x="799" y="2291"/>
                  <a:pt x="799" y="2291"/>
                </a:cubicBezTo>
                <a:cubicBezTo>
                  <a:pt x="799" y="2295"/>
                  <a:pt x="796" y="2300"/>
                  <a:pt x="798" y="2300"/>
                </a:cubicBezTo>
                <a:moveTo>
                  <a:pt x="1300" y="1550"/>
                </a:moveTo>
                <a:cubicBezTo>
                  <a:pt x="1300" y="1800"/>
                  <a:pt x="1141" y="1967"/>
                  <a:pt x="905" y="1967"/>
                </a:cubicBezTo>
                <a:cubicBezTo>
                  <a:pt x="899" y="1967"/>
                  <a:pt x="899" y="1967"/>
                  <a:pt x="899" y="1967"/>
                </a:cubicBezTo>
                <a:cubicBezTo>
                  <a:pt x="900" y="1800"/>
                  <a:pt x="900" y="1800"/>
                  <a:pt x="900" y="1800"/>
                </a:cubicBezTo>
                <a:cubicBezTo>
                  <a:pt x="1000" y="1800"/>
                  <a:pt x="1000" y="1800"/>
                  <a:pt x="1000" y="1800"/>
                </a:cubicBezTo>
                <a:cubicBezTo>
                  <a:pt x="1000" y="1700"/>
                  <a:pt x="1000" y="1700"/>
                  <a:pt x="1000" y="1700"/>
                </a:cubicBezTo>
                <a:cubicBezTo>
                  <a:pt x="850" y="1700"/>
                  <a:pt x="850" y="1700"/>
                  <a:pt x="850" y="1700"/>
                </a:cubicBezTo>
                <a:cubicBezTo>
                  <a:pt x="800" y="1700"/>
                  <a:pt x="800" y="1700"/>
                  <a:pt x="800" y="1700"/>
                </a:cubicBezTo>
                <a:cubicBezTo>
                  <a:pt x="800" y="1700"/>
                  <a:pt x="800" y="1700"/>
                  <a:pt x="800" y="1700"/>
                </a:cubicBezTo>
                <a:cubicBezTo>
                  <a:pt x="600" y="1700"/>
                  <a:pt x="600" y="1700"/>
                  <a:pt x="600" y="1700"/>
                </a:cubicBezTo>
                <a:cubicBezTo>
                  <a:pt x="600" y="1700"/>
                  <a:pt x="600" y="1700"/>
                  <a:pt x="600" y="1700"/>
                </a:cubicBezTo>
                <a:cubicBezTo>
                  <a:pt x="550" y="1700"/>
                  <a:pt x="550" y="1700"/>
                  <a:pt x="550" y="1700"/>
                </a:cubicBezTo>
                <a:cubicBezTo>
                  <a:pt x="400" y="1700"/>
                  <a:pt x="400" y="1700"/>
                  <a:pt x="400" y="1700"/>
                </a:cubicBezTo>
                <a:cubicBezTo>
                  <a:pt x="400" y="1800"/>
                  <a:pt x="400" y="1800"/>
                  <a:pt x="400" y="1800"/>
                </a:cubicBezTo>
                <a:cubicBezTo>
                  <a:pt x="500" y="1800"/>
                  <a:pt x="500" y="1800"/>
                  <a:pt x="500" y="1800"/>
                </a:cubicBezTo>
                <a:cubicBezTo>
                  <a:pt x="501" y="1967"/>
                  <a:pt x="501" y="1967"/>
                  <a:pt x="501" y="1967"/>
                </a:cubicBezTo>
                <a:cubicBezTo>
                  <a:pt x="495" y="1967"/>
                  <a:pt x="495" y="1967"/>
                  <a:pt x="495" y="1967"/>
                </a:cubicBezTo>
                <a:cubicBezTo>
                  <a:pt x="259" y="1967"/>
                  <a:pt x="100" y="1800"/>
                  <a:pt x="100" y="1550"/>
                </a:cubicBezTo>
                <a:cubicBezTo>
                  <a:pt x="100" y="350"/>
                  <a:pt x="100" y="350"/>
                  <a:pt x="100" y="350"/>
                </a:cubicBezTo>
                <a:cubicBezTo>
                  <a:pt x="100" y="277"/>
                  <a:pt x="117" y="213"/>
                  <a:pt x="149" y="169"/>
                </a:cubicBezTo>
                <a:cubicBezTo>
                  <a:pt x="182" y="123"/>
                  <a:pt x="230" y="100"/>
                  <a:pt x="291" y="100"/>
                </a:cubicBezTo>
                <a:cubicBezTo>
                  <a:pt x="1109" y="100"/>
                  <a:pt x="1109" y="100"/>
                  <a:pt x="1109" y="100"/>
                </a:cubicBezTo>
                <a:cubicBezTo>
                  <a:pt x="1170" y="100"/>
                  <a:pt x="1219" y="123"/>
                  <a:pt x="1251" y="169"/>
                </a:cubicBezTo>
                <a:cubicBezTo>
                  <a:pt x="1283" y="213"/>
                  <a:pt x="1300" y="277"/>
                  <a:pt x="1300" y="350"/>
                </a:cubicBezTo>
                <a:lnTo>
                  <a:pt x="1300" y="1550"/>
                </a:lnTo>
                <a:close/>
                <a:moveTo>
                  <a:pt x="795" y="605"/>
                </a:moveTo>
                <a:cubicBezTo>
                  <a:pt x="778" y="568"/>
                  <a:pt x="741" y="545"/>
                  <a:pt x="700" y="545"/>
                </a:cubicBezTo>
                <a:cubicBezTo>
                  <a:pt x="659" y="545"/>
                  <a:pt x="623" y="568"/>
                  <a:pt x="605" y="605"/>
                </a:cubicBezTo>
                <a:cubicBezTo>
                  <a:pt x="509" y="810"/>
                  <a:pt x="509" y="810"/>
                  <a:pt x="509" y="810"/>
                </a:cubicBezTo>
                <a:cubicBezTo>
                  <a:pt x="467" y="901"/>
                  <a:pt x="473" y="1008"/>
                  <a:pt x="525" y="1091"/>
                </a:cubicBezTo>
                <a:cubicBezTo>
                  <a:pt x="567" y="1156"/>
                  <a:pt x="631" y="1193"/>
                  <a:pt x="700" y="1193"/>
                </a:cubicBezTo>
                <a:cubicBezTo>
                  <a:pt x="770" y="1193"/>
                  <a:pt x="834" y="1156"/>
                  <a:pt x="875" y="1091"/>
                </a:cubicBezTo>
                <a:cubicBezTo>
                  <a:pt x="928" y="1008"/>
                  <a:pt x="934" y="901"/>
                  <a:pt x="892" y="810"/>
                </a:cubicBezTo>
                <a:lnTo>
                  <a:pt x="795" y="605"/>
                </a:lnTo>
                <a:close/>
                <a:moveTo>
                  <a:pt x="791" y="1037"/>
                </a:moveTo>
                <a:cubicBezTo>
                  <a:pt x="777" y="1058"/>
                  <a:pt x="748" y="1093"/>
                  <a:pt x="700" y="1093"/>
                </a:cubicBezTo>
                <a:cubicBezTo>
                  <a:pt x="653" y="1093"/>
                  <a:pt x="623" y="1058"/>
                  <a:pt x="610" y="1037"/>
                </a:cubicBezTo>
                <a:cubicBezTo>
                  <a:pt x="576" y="984"/>
                  <a:pt x="572" y="911"/>
                  <a:pt x="599" y="853"/>
                </a:cubicBezTo>
                <a:cubicBezTo>
                  <a:pt x="705" y="647"/>
                  <a:pt x="705" y="647"/>
                  <a:pt x="705" y="647"/>
                </a:cubicBezTo>
                <a:cubicBezTo>
                  <a:pt x="801" y="853"/>
                  <a:pt x="801" y="853"/>
                  <a:pt x="801" y="853"/>
                </a:cubicBezTo>
                <a:cubicBezTo>
                  <a:pt x="829" y="911"/>
                  <a:pt x="824" y="984"/>
                  <a:pt x="791" y="1037"/>
                </a:cubicBezTo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Freeform 5" descr="Infusion bag icon.">
            <a:extLst>
              <a:ext uri="{FF2B5EF4-FFF2-40B4-BE49-F238E27FC236}">
                <a16:creationId xmlns:a16="http://schemas.microsoft.com/office/drawing/2014/main" id="{5E43CA57-3C42-A147-93B8-32B83477D9B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453810" y="4241263"/>
            <a:ext cx="343116" cy="438912"/>
          </a:xfrm>
          <a:custGeom>
            <a:avLst/>
            <a:gdLst>
              <a:gd name="T0" fmla="*/ 1836 w 1944"/>
              <a:gd name="T1" fmla="*/ 0 h 2488"/>
              <a:gd name="T2" fmla="*/ 324 w 1944"/>
              <a:gd name="T3" fmla="*/ 108 h 2488"/>
              <a:gd name="T4" fmla="*/ 519 w 1944"/>
              <a:gd name="T5" fmla="*/ 325 h 2488"/>
              <a:gd name="T6" fmla="*/ 0 w 1944"/>
              <a:gd name="T7" fmla="*/ 433 h 2488"/>
              <a:gd name="T8" fmla="*/ 454 w 1944"/>
              <a:gd name="T9" fmla="*/ 2272 h 2488"/>
              <a:gd name="T10" fmla="*/ 702 w 1944"/>
              <a:gd name="T11" fmla="*/ 2488 h 2488"/>
              <a:gd name="T12" fmla="*/ 821 w 1944"/>
              <a:gd name="T13" fmla="*/ 2272 h 2488"/>
              <a:gd name="T14" fmla="*/ 1491 w 1944"/>
              <a:gd name="T15" fmla="*/ 1818 h 2488"/>
              <a:gd name="T16" fmla="*/ 1383 w 1944"/>
              <a:gd name="T17" fmla="*/ 325 h 2488"/>
              <a:gd name="T18" fmla="*/ 724 w 1944"/>
              <a:gd name="T19" fmla="*/ 108 h 2488"/>
              <a:gd name="T20" fmla="*/ 1836 w 1944"/>
              <a:gd name="T21" fmla="*/ 2272 h 2488"/>
              <a:gd name="T22" fmla="*/ 1944 w 1944"/>
              <a:gd name="T23" fmla="*/ 108 h 2488"/>
              <a:gd name="T24" fmla="*/ 550 w 1944"/>
              <a:gd name="T25" fmla="*/ 1948 h 2488"/>
              <a:gd name="T26" fmla="*/ 312 w 1944"/>
              <a:gd name="T27" fmla="*/ 1623 h 2488"/>
              <a:gd name="T28" fmla="*/ 636 w 1944"/>
              <a:gd name="T29" fmla="*/ 1515 h 2488"/>
              <a:gd name="T30" fmla="*/ 312 w 1944"/>
              <a:gd name="T31" fmla="*/ 1298 h 2488"/>
              <a:gd name="T32" fmla="*/ 528 w 1944"/>
              <a:gd name="T33" fmla="*/ 1190 h 2488"/>
              <a:gd name="T34" fmla="*/ 312 w 1944"/>
              <a:gd name="T35" fmla="*/ 974 h 2488"/>
              <a:gd name="T36" fmla="*/ 636 w 1944"/>
              <a:gd name="T37" fmla="*/ 866 h 2488"/>
              <a:gd name="T38" fmla="*/ 312 w 1944"/>
              <a:gd name="T39" fmla="*/ 649 h 2488"/>
              <a:gd name="T40" fmla="*/ 1176 w 1944"/>
              <a:gd name="T41" fmla="*/ 1710 h 2488"/>
              <a:gd name="T42" fmla="*/ 550 w 1944"/>
              <a:gd name="T43" fmla="*/ 1948 h 2488"/>
              <a:gd name="T44" fmla="*/ 1388 w 1944"/>
              <a:gd name="T45" fmla="*/ 433 h 2488"/>
              <a:gd name="T46" fmla="*/ 1059 w 1944"/>
              <a:gd name="T47" fmla="*/ 2164 h 2488"/>
              <a:gd name="T48" fmla="*/ 821 w 1944"/>
              <a:gd name="T49" fmla="*/ 2056 h 2488"/>
              <a:gd name="T50" fmla="*/ 1295 w 1944"/>
              <a:gd name="T51" fmla="*/ 1710 h 2488"/>
              <a:gd name="T52" fmla="*/ 1187 w 1944"/>
              <a:gd name="T53" fmla="*/ 541 h 2488"/>
              <a:gd name="T54" fmla="*/ 204 w 1944"/>
              <a:gd name="T55" fmla="*/ 649 h 2488"/>
              <a:gd name="T56" fmla="*/ 550 w 1944"/>
              <a:gd name="T57" fmla="*/ 2056 h 2488"/>
              <a:gd name="T58" fmla="*/ 702 w 1944"/>
              <a:gd name="T59" fmla="*/ 2164 h 2488"/>
              <a:gd name="T60" fmla="*/ 108 w 1944"/>
              <a:gd name="T61" fmla="*/ 1818 h 2488"/>
              <a:gd name="T62" fmla="*/ 1404 w 1944"/>
              <a:gd name="T63" fmla="*/ 433 h 2488"/>
              <a:gd name="T64" fmla="*/ 1388 w 1944"/>
              <a:gd name="T65" fmla="*/ 433 h 2488"/>
              <a:gd name="T66" fmla="*/ 606 w 1944"/>
              <a:gd name="T67" fmla="*/ 325 h 2488"/>
              <a:gd name="T68" fmla="*/ 854 w 1944"/>
              <a:gd name="T69" fmla="*/ 325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944" h="2488">
                <a:moveTo>
                  <a:pt x="1944" y="108"/>
                </a:moveTo>
                <a:cubicBezTo>
                  <a:pt x="1944" y="43"/>
                  <a:pt x="1901" y="0"/>
                  <a:pt x="1836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24" y="108"/>
                  <a:pt x="324" y="108"/>
                  <a:pt x="324" y="108"/>
                </a:cubicBezTo>
                <a:cubicBezTo>
                  <a:pt x="735" y="108"/>
                  <a:pt x="735" y="108"/>
                  <a:pt x="735" y="108"/>
                </a:cubicBezTo>
                <a:cubicBezTo>
                  <a:pt x="616" y="108"/>
                  <a:pt x="519" y="206"/>
                  <a:pt x="519" y="325"/>
                </a:cubicBezTo>
                <a:cubicBezTo>
                  <a:pt x="108" y="325"/>
                  <a:pt x="108" y="325"/>
                  <a:pt x="108" y="325"/>
                </a:cubicBezTo>
                <a:cubicBezTo>
                  <a:pt x="44" y="325"/>
                  <a:pt x="0" y="368"/>
                  <a:pt x="0" y="43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0" y="2067"/>
                  <a:pt x="206" y="2272"/>
                  <a:pt x="454" y="2272"/>
                </a:cubicBezTo>
                <a:cubicBezTo>
                  <a:pt x="702" y="2272"/>
                  <a:pt x="702" y="2272"/>
                  <a:pt x="702" y="2272"/>
                </a:cubicBezTo>
                <a:cubicBezTo>
                  <a:pt x="702" y="2488"/>
                  <a:pt x="702" y="2488"/>
                  <a:pt x="702" y="2488"/>
                </a:cubicBezTo>
                <a:cubicBezTo>
                  <a:pt x="821" y="2488"/>
                  <a:pt x="821" y="2488"/>
                  <a:pt x="821" y="2488"/>
                </a:cubicBezTo>
                <a:cubicBezTo>
                  <a:pt x="821" y="2272"/>
                  <a:pt x="821" y="2272"/>
                  <a:pt x="821" y="2272"/>
                </a:cubicBezTo>
                <a:cubicBezTo>
                  <a:pt x="1037" y="2272"/>
                  <a:pt x="1037" y="2272"/>
                  <a:pt x="1037" y="2272"/>
                </a:cubicBezTo>
                <a:cubicBezTo>
                  <a:pt x="1286" y="2272"/>
                  <a:pt x="1491" y="2067"/>
                  <a:pt x="1491" y="1818"/>
                </a:cubicBezTo>
                <a:cubicBezTo>
                  <a:pt x="1491" y="433"/>
                  <a:pt x="1491" y="433"/>
                  <a:pt x="1491" y="433"/>
                </a:cubicBezTo>
                <a:cubicBezTo>
                  <a:pt x="1491" y="368"/>
                  <a:pt x="1448" y="325"/>
                  <a:pt x="1383" y="325"/>
                </a:cubicBezTo>
                <a:cubicBezTo>
                  <a:pt x="940" y="325"/>
                  <a:pt x="940" y="325"/>
                  <a:pt x="940" y="325"/>
                </a:cubicBezTo>
                <a:cubicBezTo>
                  <a:pt x="940" y="206"/>
                  <a:pt x="843" y="108"/>
                  <a:pt x="724" y="108"/>
                </a:cubicBezTo>
                <a:cubicBezTo>
                  <a:pt x="1836" y="108"/>
                  <a:pt x="1836" y="108"/>
                  <a:pt x="1836" y="108"/>
                </a:cubicBezTo>
                <a:cubicBezTo>
                  <a:pt x="1836" y="2272"/>
                  <a:pt x="1836" y="2272"/>
                  <a:pt x="1836" y="2272"/>
                </a:cubicBezTo>
                <a:cubicBezTo>
                  <a:pt x="1944" y="2272"/>
                  <a:pt x="1944" y="2272"/>
                  <a:pt x="1944" y="2272"/>
                </a:cubicBezTo>
                <a:cubicBezTo>
                  <a:pt x="1944" y="108"/>
                  <a:pt x="1944" y="108"/>
                  <a:pt x="1944" y="108"/>
                </a:cubicBezTo>
                <a:cubicBezTo>
                  <a:pt x="1944" y="108"/>
                  <a:pt x="1944" y="108"/>
                  <a:pt x="1944" y="108"/>
                </a:cubicBezTo>
                <a:close/>
                <a:moveTo>
                  <a:pt x="550" y="1948"/>
                </a:moveTo>
                <a:cubicBezTo>
                  <a:pt x="420" y="1948"/>
                  <a:pt x="312" y="1839"/>
                  <a:pt x="312" y="1710"/>
                </a:cubicBezTo>
                <a:cubicBezTo>
                  <a:pt x="312" y="1623"/>
                  <a:pt x="312" y="1623"/>
                  <a:pt x="312" y="1623"/>
                </a:cubicBezTo>
                <a:cubicBezTo>
                  <a:pt x="636" y="1623"/>
                  <a:pt x="636" y="1623"/>
                  <a:pt x="636" y="1623"/>
                </a:cubicBezTo>
                <a:cubicBezTo>
                  <a:pt x="636" y="1515"/>
                  <a:pt x="636" y="1515"/>
                  <a:pt x="636" y="1515"/>
                </a:cubicBezTo>
                <a:cubicBezTo>
                  <a:pt x="312" y="1515"/>
                  <a:pt x="312" y="1515"/>
                  <a:pt x="312" y="1515"/>
                </a:cubicBezTo>
                <a:cubicBezTo>
                  <a:pt x="312" y="1298"/>
                  <a:pt x="312" y="1298"/>
                  <a:pt x="312" y="1298"/>
                </a:cubicBezTo>
                <a:cubicBezTo>
                  <a:pt x="528" y="1298"/>
                  <a:pt x="528" y="1298"/>
                  <a:pt x="528" y="1298"/>
                </a:cubicBezTo>
                <a:cubicBezTo>
                  <a:pt x="528" y="1190"/>
                  <a:pt x="528" y="1190"/>
                  <a:pt x="528" y="1190"/>
                </a:cubicBezTo>
                <a:cubicBezTo>
                  <a:pt x="312" y="1190"/>
                  <a:pt x="312" y="1190"/>
                  <a:pt x="312" y="1190"/>
                </a:cubicBezTo>
                <a:cubicBezTo>
                  <a:pt x="312" y="974"/>
                  <a:pt x="312" y="974"/>
                  <a:pt x="312" y="974"/>
                </a:cubicBezTo>
                <a:cubicBezTo>
                  <a:pt x="636" y="974"/>
                  <a:pt x="636" y="974"/>
                  <a:pt x="636" y="974"/>
                </a:cubicBezTo>
                <a:cubicBezTo>
                  <a:pt x="636" y="866"/>
                  <a:pt x="636" y="866"/>
                  <a:pt x="636" y="866"/>
                </a:cubicBezTo>
                <a:cubicBezTo>
                  <a:pt x="312" y="866"/>
                  <a:pt x="312" y="866"/>
                  <a:pt x="312" y="866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1176" y="649"/>
                  <a:pt x="1176" y="649"/>
                  <a:pt x="1176" y="649"/>
                </a:cubicBezTo>
                <a:cubicBezTo>
                  <a:pt x="1176" y="1710"/>
                  <a:pt x="1176" y="1710"/>
                  <a:pt x="1176" y="1710"/>
                </a:cubicBezTo>
                <a:cubicBezTo>
                  <a:pt x="1176" y="1839"/>
                  <a:pt x="1068" y="1948"/>
                  <a:pt x="939" y="1948"/>
                </a:cubicBezTo>
                <a:cubicBezTo>
                  <a:pt x="550" y="1948"/>
                  <a:pt x="550" y="1948"/>
                  <a:pt x="550" y="1948"/>
                </a:cubicBezTo>
                <a:cubicBezTo>
                  <a:pt x="550" y="1948"/>
                  <a:pt x="550" y="1948"/>
                  <a:pt x="550" y="1948"/>
                </a:cubicBezTo>
                <a:close/>
                <a:moveTo>
                  <a:pt x="1388" y="433"/>
                </a:moveTo>
                <a:cubicBezTo>
                  <a:pt x="1388" y="1818"/>
                  <a:pt x="1388" y="1818"/>
                  <a:pt x="1388" y="1818"/>
                </a:cubicBezTo>
                <a:cubicBezTo>
                  <a:pt x="1388" y="2012"/>
                  <a:pt x="1242" y="2164"/>
                  <a:pt x="1059" y="2164"/>
                </a:cubicBezTo>
                <a:cubicBezTo>
                  <a:pt x="821" y="2164"/>
                  <a:pt x="821" y="2164"/>
                  <a:pt x="821" y="2164"/>
                </a:cubicBezTo>
                <a:cubicBezTo>
                  <a:pt x="821" y="2056"/>
                  <a:pt x="821" y="2056"/>
                  <a:pt x="821" y="2056"/>
                </a:cubicBezTo>
                <a:cubicBezTo>
                  <a:pt x="950" y="2056"/>
                  <a:pt x="950" y="2056"/>
                  <a:pt x="950" y="2056"/>
                </a:cubicBezTo>
                <a:cubicBezTo>
                  <a:pt x="1144" y="2056"/>
                  <a:pt x="1295" y="1904"/>
                  <a:pt x="1295" y="1710"/>
                </a:cubicBezTo>
                <a:cubicBezTo>
                  <a:pt x="1295" y="649"/>
                  <a:pt x="1295" y="649"/>
                  <a:pt x="1295" y="649"/>
                </a:cubicBezTo>
                <a:cubicBezTo>
                  <a:pt x="1295" y="584"/>
                  <a:pt x="1252" y="541"/>
                  <a:pt x="1187" y="541"/>
                </a:cubicBezTo>
                <a:cubicBezTo>
                  <a:pt x="312" y="541"/>
                  <a:pt x="312" y="541"/>
                  <a:pt x="312" y="541"/>
                </a:cubicBezTo>
                <a:cubicBezTo>
                  <a:pt x="248" y="541"/>
                  <a:pt x="204" y="584"/>
                  <a:pt x="204" y="649"/>
                </a:cubicBezTo>
                <a:cubicBezTo>
                  <a:pt x="204" y="1710"/>
                  <a:pt x="204" y="1710"/>
                  <a:pt x="204" y="1710"/>
                </a:cubicBezTo>
                <a:cubicBezTo>
                  <a:pt x="204" y="1904"/>
                  <a:pt x="356" y="2056"/>
                  <a:pt x="550" y="2056"/>
                </a:cubicBezTo>
                <a:cubicBezTo>
                  <a:pt x="702" y="2056"/>
                  <a:pt x="702" y="2056"/>
                  <a:pt x="702" y="2056"/>
                </a:cubicBezTo>
                <a:cubicBezTo>
                  <a:pt x="702" y="2164"/>
                  <a:pt x="702" y="2164"/>
                  <a:pt x="702" y="2164"/>
                </a:cubicBezTo>
                <a:cubicBezTo>
                  <a:pt x="454" y="2164"/>
                  <a:pt x="454" y="2164"/>
                  <a:pt x="454" y="2164"/>
                </a:cubicBezTo>
                <a:cubicBezTo>
                  <a:pt x="270" y="2164"/>
                  <a:pt x="108" y="2002"/>
                  <a:pt x="108" y="1818"/>
                </a:cubicBezTo>
                <a:cubicBezTo>
                  <a:pt x="108" y="433"/>
                  <a:pt x="108" y="433"/>
                  <a:pt x="108" y="433"/>
                </a:cubicBezTo>
                <a:cubicBezTo>
                  <a:pt x="1404" y="433"/>
                  <a:pt x="1404" y="433"/>
                  <a:pt x="1404" y="433"/>
                </a:cubicBezTo>
                <a:cubicBezTo>
                  <a:pt x="1404" y="433"/>
                  <a:pt x="1404" y="433"/>
                  <a:pt x="1404" y="433"/>
                </a:cubicBezTo>
                <a:lnTo>
                  <a:pt x="1388" y="433"/>
                </a:lnTo>
                <a:close/>
                <a:moveTo>
                  <a:pt x="822" y="325"/>
                </a:moveTo>
                <a:cubicBezTo>
                  <a:pt x="606" y="325"/>
                  <a:pt x="606" y="325"/>
                  <a:pt x="606" y="325"/>
                </a:cubicBezTo>
                <a:cubicBezTo>
                  <a:pt x="606" y="260"/>
                  <a:pt x="661" y="197"/>
                  <a:pt x="726" y="197"/>
                </a:cubicBezTo>
                <a:cubicBezTo>
                  <a:pt x="790" y="197"/>
                  <a:pt x="854" y="260"/>
                  <a:pt x="854" y="325"/>
                </a:cubicBezTo>
                <a:lnTo>
                  <a:pt x="822" y="325"/>
                </a:lnTo>
                <a:close/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9" descr="IV bag without stand icon.">
            <a:extLst>
              <a:ext uri="{FF2B5EF4-FFF2-40B4-BE49-F238E27FC236}">
                <a16:creationId xmlns:a16="http://schemas.microsoft.com/office/drawing/2014/main" id="{CC3260FA-AF67-3144-9C6F-EAC7D5535BF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732368" y="4241263"/>
            <a:ext cx="267511" cy="438912"/>
          </a:xfrm>
          <a:custGeom>
            <a:avLst/>
            <a:gdLst>
              <a:gd name="T0" fmla="*/ 1471 w 1585"/>
              <a:gd name="T1" fmla="*/ 227 h 2604"/>
              <a:gd name="T2" fmla="*/ 1002 w 1585"/>
              <a:gd name="T3" fmla="*/ 227 h 2604"/>
              <a:gd name="T4" fmla="*/ 1002 w 1585"/>
              <a:gd name="T5" fmla="*/ 226 h 2604"/>
              <a:gd name="T6" fmla="*/ 775 w 1585"/>
              <a:gd name="T7" fmla="*/ 0 h 2604"/>
              <a:gd name="T8" fmla="*/ 549 w 1585"/>
              <a:gd name="T9" fmla="*/ 226 h 2604"/>
              <a:gd name="T10" fmla="*/ 549 w 1585"/>
              <a:gd name="T11" fmla="*/ 227 h 2604"/>
              <a:gd name="T12" fmla="*/ 113 w 1585"/>
              <a:gd name="T13" fmla="*/ 227 h 2604"/>
              <a:gd name="T14" fmla="*/ 0 w 1585"/>
              <a:gd name="T15" fmla="*/ 340 h 2604"/>
              <a:gd name="T16" fmla="*/ 0 w 1585"/>
              <a:gd name="T17" fmla="*/ 1783 h 2604"/>
              <a:gd name="T18" fmla="*/ 481 w 1585"/>
              <a:gd name="T19" fmla="*/ 2264 h 2604"/>
              <a:gd name="T20" fmla="*/ 736 w 1585"/>
              <a:gd name="T21" fmla="*/ 2264 h 2604"/>
              <a:gd name="T22" fmla="*/ 736 w 1585"/>
              <a:gd name="T23" fmla="*/ 2604 h 2604"/>
              <a:gd name="T24" fmla="*/ 849 w 1585"/>
              <a:gd name="T25" fmla="*/ 2604 h 2604"/>
              <a:gd name="T26" fmla="*/ 849 w 1585"/>
              <a:gd name="T27" fmla="*/ 2264 h 2604"/>
              <a:gd name="T28" fmla="*/ 1103 w 1585"/>
              <a:gd name="T29" fmla="*/ 2264 h 2604"/>
              <a:gd name="T30" fmla="*/ 1585 w 1585"/>
              <a:gd name="T31" fmla="*/ 1783 h 2604"/>
              <a:gd name="T32" fmla="*/ 1585 w 1585"/>
              <a:gd name="T33" fmla="*/ 340 h 2604"/>
              <a:gd name="T34" fmla="*/ 1471 w 1585"/>
              <a:gd name="T35" fmla="*/ 227 h 2604"/>
              <a:gd name="T36" fmla="*/ 662 w 1585"/>
              <a:gd name="T37" fmla="*/ 226 h 2604"/>
              <a:gd name="T38" fmla="*/ 775 w 1585"/>
              <a:gd name="T39" fmla="*/ 113 h 2604"/>
              <a:gd name="T40" fmla="*/ 889 w 1585"/>
              <a:gd name="T41" fmla="*/ 226 h 2604"/>
              <a:gd name="T42" fmla="*/ 889 w 1585"/>
              <a:gd name="T43" fmla="*/ 227 h 2604"/>
              <a:gd name="T44" fmla="*/ 662 w 1585"/>
              <a:gd name="T45" fmla="*/ 227 h 2604"/>
              <a:gd name="T46" fmla="*/ 662 w 1585"/>
              <a:gd name="T47" fmla="*/ 226 h 2604"/>
              <a:gd name="T48" fmla="*/ 592 w 1585"/>
              <a:gd name="T49" fmla="*/ 1925 h 2604"/>
              <a:gd name="T50" fmla="*/ 339 w 1585"/>
              <a:gd name="T51" fmla="*/ 1672 h 2604"/>
              <a:gd name="T52" fmla="*/ 339 w 1585"/>
              <a:gd name="T53" fmla="*/ 1585 h 2604"/>
              <a:gd name="T54" fmla="*/ 679 w 1585"/>
              <a:gd name="T55" fmla="*/ 1585 h 2604"/>
              <a:gd name="T56" fmla="*/ 679 w 1585"/>
              <a:gd name="T57" fmla="*/ 1472 h 2604"/>
              <a:gd name="T58" fmla="*/ 339 w 1585"/>
              <a:gd name="T59" fmla="*/ 1472 h 2604"/>
              <a:gd name="T60" fmla="*/ 339 w 1585"/>
              <a:gd name="T61" fmla="*/ 1245 h 2604"/>
              <a:gd name="T62" fmla="*/ 566 w 1585"/>
              <a:gd name="T63" fmla="*/ 1245 h 2604"/>
              <a:gd name="T64" fmla="*/ 566 w 1585"/>
              <a:gd name="T65" fmla="*/ 1132 h 2604"/>
              <a:gd name="T66" fmla="*/ 339 w 1585"/>
              <a:gd name="T67" fmla="*/ 1132 h 2604"/>
              <a:gd name="T68" fmla="*/ 339 w 1585"/>
              <a:gd name="T69" fmla="*/ 906 h 2604"/>
              <a:gd name="T70" fmla="*/ 679 w 1585"/>
              <a:gd name="T71" fmla="*/ 906 h 2604"/>
              <a:gd name="T72" fmla="*/ 679 w 1585"/>
              <a:gd name="T73" fmla="*/ 793 h 2604"/>
              <a:gd name="T74" fmla="*/ 339 w 1585"/>
              <a:gd name="T75" fmla="*/ 793 h 2604"/>
              <a:gd name="T76" fmla="*/ 339 w 1585"/>
              <a:gd name="T77" fmla="*/ 566 h 2604"/>
              <a:gd name="T78" fmla="*/ 1245 w 1585"/>
              <a:gd name="T79" fmla="*/ 566 h 2604"/>
              <a:gd name="T80" fmla="*/ 1245 w 1585"/>
              <a:gd name="T81" fmla="*/ 1672 h 2604"/>
              <a:gd name="T82" fmla="*/ 993 w 1585"/>
              <a:gd name="T83" fmla="*/ 1925 h 2604"/>
              <a:gd name="T84" fmla="*/ 592 w 1585"/>
              <a:gd name="T85" fmla="*/ 1925 h 2604"/>
              <a:gd name="T86" fmla="*/ 1471 w 1585"/>
              <a:gd name="T87" fmla="*/ 1783 h 2604"/>
              <a:gd name="T88" fmla="*/ 1103 w 1585"/>
              <a:gd name="T89" fmla="*/ 2151 h 2604"/>
              <a:gd name="T90" fmla="*/ 849 w 1585"/>
              <a:gd name="T91" fmla="*/ 2151 h 2604"/>
              <a:gd name="T92" fmla="*/ 849 w 1585"/>
              <a:gd name="T93" fmla="*/ 2038 h 2604"/>
              <a:gd name="T94" fmla="*/ 993 w 1585"/>
              <a:gd name="T95" fmla="*/ 2038 h 2604"/>
              <a:gd name="T96" fmla="*/ 1358 w 1585"/>
              <a:gd name="T97" fmla="*/ 1672 h 2604"/>
              <a:gd name="T98" fmla="*/ 1358 w 1585"/>
              <a:gd name="T99" fmla="*/ 566 h 2604"/>
              <a:gd name="T100" fmla="*/ 1245 w 1585"/>
              <a:gd name="T101" fmla="*/ 453 h 2604"/>
              <a:gd name="T102" fmla="*/ 339 w 1585"/>
              <a:gd name="T103" fmla="*/ 453 h 2604"/>
              <a:gd name="T104" fmla="*/ 226 w 1585"/>
              <a:gd name="T105" fmla="*/ 566 h 2604"/>
              <a:gd name="T106" fmla="*/ 226 w 1585"/>
              <a:gd name="T107" fmla="*/ 1672 h 2604"/>
              <a:gd name="T108" fmla="*/ 592 w 1585"/>
              <a:gd name="T109" fmla="*/ 2038 h 2604"/>
              <a:gd name="T110" fmla="*/ 736 w 1585"/>
              <a:gd name="T111" fmla="*/ 2038 h 2604"/>
              <a:gd name="T112" fmla="*/ 736 w 1585"/>
              <a:gd name="T113" fmla="*/ 2151 h 2604"/>
              <a:gd name="T114" fmla="*/ 481 w 1585"/>
              <a:gd name="T115" fmla="*/ 2151 h 2604"/>
              <a:gd name="T116" fmla="*/ 113 w 1585"/>
              <a:gd name="T117" fmla="*/ 1783 h 2604"/>
              <a:gd name="T118" fmla="*/ 113 w 1585"/>
              <a:gd name="T119" fmla="*/ 340 h 2604"/>
              <a:gd name="T120" fmla="*/ 1471 w 1585"/>
              <a:gd name="T121" fmla="*/ 340 h 2604"/>
              <a:gd name="T122" fmla="*/ 1471 w 1585"/>
              <a:gd name="T123" fmla="*/ 1783 h 2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85" h="2604">
                <a:moveTo>
                  <a:pt x="1471" y="227"/>
                </a:moveTo>
                <a:cubicBezTo>
                  <a:pt x="1002" y="227"/>
                  <a:pt x="1002" y="227"/>
                  <a:pt x="1002" y="227"/>
                </a:cubicBezTo>
                <a:cubicBezTo>
                  <a:pt x="1002" y="226"/>
                  <a:pt x="1002" y="226"/>
                  <a:pt x="1002" y="226"/>
                </a:cubicBezTo>
                <a:cubicBezTo>
                  <a:pt x="1002" y="102"/>
                  <a:pt x="900" y="0"/>
                  <a:pt x="775" y="0"/>
                </a:cubicBezTo>
                <a:cubicBezTo>
                  <a:pt x="651" y="0"/>
                  <a:pt x="549" y="102"/>
                  <a:pt x="549" y="226"/>
                </a:cubicBezTo>
                <a:cubicBezTo>
                  <a:pt x="549" y="227"/>
                  <a:pt x="549" y="227"/>
                  <a:pt x="549" y="227"/>
                </a:cubicBezTo>
                <a:cubicBezTo>
                  <a:pt x="113" y="227"/>
                  <a:pt x="113" y="227"/>
                  <a:pt x="113" y="227"/>
                </a:cubicBezTo>
                <a:cubicBezTo>
                  <a:pt x="50" y="227"/>
                  <a:pt x="0" y="277"/>
                  <a:pt x="0" y="340"/>
                </a:cubicBezTo>
                <a:cubicBezTo>
                  <a:pt x="0" y="1783"/>
                  <a:pt x="0" y="1783"/>
                  <a:pt x="0" y="1783"/>
                </a:cubicBezTo>
                <a:cubicBezTo>
                  <a:pt x="0" y="2049"/>
                  <a:pt x="216" y="2264"/>
                  <a:pt x="481" y="2264"/>
                </a:cubicBezTo>
                <a:cubicBezTo>
                  <a:pt x="736" y="2264"/>
                  <a:pt x="736" y="2264"/>
                  <a:pt x="736" y="2264"/>
                </a:cubicBezTo>
                <a:cubicBezTo>
                  <a:pt x="736" y="2604"/>
                  <a:pt x="736" y="2604"/>
                  <a:pt x="736" y="2604"/>
                </a:cubicBezTo>
                <a:cubicBezTo>
                  <a:pt x="849" y="2604"/>
                  <a:pt x="849" y="2604"/>
                  <a:pt x="849" y="2604"/>
                </a:cubicBezTo>
                <a:cubicBezTo>
                  <a:pt x="849" y="2264"/>
                  <a:pt x="849" y="2264"/>
                  <a:pt x="849" y="2264"/>
                </a:cubicBezTo>
                <a:cubicBezTo>
                  <a:pt x="1103" y="2264"/>
                  <a:pt x="1103" y="2264"/>
                  <a:pt x="1103" y="2264"/>
                </a:cubicBezTo>
                <a:cubicBezTo>
                  <a:pt x="1369" y="2264"/>
                  <a:pt x="1585" y="2049"/>
                  <a:pt x="1585" y="1783"/>
                </a:cubicBezTo>
                <a:cubicBezTo>
                  <a:pt x="1585" y="340"/>
                  <a:pt x="1585" y="340"/>
                  <a:pt x="1585" y="340"/>
                </a:cubicBezTo>
                <a:cubicBezTo>
                  <a:pt x="1585" y="277"/>
                  <a:pt x="1534" y="227"/>
                  <a:pt x="1471" y="227"/>
                </a:cubicBezTo>
                <a:moveTo>
                  <a:pt x="662" y="226"/>
                </a:moveTo>
                <a:cubicBezTo>
                  <a:pt x="662" y="164"/>
                  <a:pt x="713" y="113"/>
                  <a:pt x="775" y="113"/>
                </a:cubicBezTo>
                <a:cubicBezTo>
                  <a:pt x="838" y="113"/>
                  <a:pt x="889" y="164"/>
                  <a:pt x="889" y="226"/>
                </a:cubicBezTo>
                <a:cubicBezTo>
                  <a:pt x="889" y="227"/>
                  <a:pt x="889" y="227"/>
                  <a:pt x="889" y="227"/>
                </a:cubicBezTo>
                <a:cubicBezTo>
                  <a:pt x="662" y="227"/>
                  <a:pt x="662" y="227"/>
                  <a:pt x="662" y="227"/>
                </a:cubicBezTo>
                <a:lnTo>
                  <a:pt x="662" y="226"/>
                </a:lnTo>
                <a:close/>
                <a:moveTo>
                  <a:pt x="592" y="1925"/>
                </a:moveTo>
                <a:cubicBezTo>
                  <a:pt x="452" y="1925"/>
                  <a:pt x="339" y="1812"/>
                  <a:pt x="339" y="1672"/>
                </a:cubicBezTo>
                <a:cubicBezTo>
                  <a:pt x="339" y="1585"/>
                  <a:pt x="339" y="1585"/>
                  <a:pt x="339" y="1585"/>
                </a:cubicBezTo>
                <a:cubicBezTo>
                  <a:pt x="679" y="1585"/>
                  <a:pt x="679" y="1585"/>
                  <a:pt x="679" y="1585"/>
                </a:cubicBezTo>
                <a:cubicBezTo>
                  <a:pt x="679" y="1472"/>
                  <a:pt x="679" y="1472"/>
                  <a:pt x="679" y="1472"/>
                </a:cubicBezTo>
                <a:cubicBezTo>
                  <a:pt x="339" y="1472"/>
                  <a:pt x="339" y="1472"/>
                  <a:pt x="339" y="1472"/>
                </a:cubicBezTo>
                <a:cubicBezTo>
                  <a:pt x="339" y="1245"/>
                  <a:pt x="339" y="1245"/>
                  <a:pt x="339" y="1245"/>
                </a:cubicBezTo>
                <a:cubicBezTo>
                  <a:pt x="566" y="1245"/>
                  <a:pt x="566" y="1245"/>
                  <a:pt x="566" y="1245"/>
                </a:cubicBezTo>
                <a:cubicBezTo>
                  <a:pt x="566" y="1132"/>
                  <a:pt x="566" y="1132"/>
                  <a:pt x="566" y="1132"/>
                </a:cubicBezTo>
                <a:cubicBezTo>
                  <a:pt x="339" y="1132"/>
                  <a:pt x="339" y="1132"/>
                  <a:pt x="339" y="1132"/>
                </a:cubicBezTo>
                <a:cubicBezTo>
                  <a:pt x="339" y="906"/>
                  <a:pt x="339" y="906"/>
                  <a:pt x="339" y="906"/>
                </a:cubicBezTo>
                <a:cubicBezTo>
                  <a:pt x="679" y="906"/>
                  <a:pt x="679" y="906"/>
                  <a:pt x="679" y="906"/>
                </a:cubicBezTo>
                <a:cubicBezTo>
                  <a:pt x="679" y="793"/>
                  <a:pt x="679" y="793"/>
                  <a:pt x="679" y="793"/>
                </a:cubicBezTo>
                <a:cubicBezTo>
                  <a:pt x="339" y="793"/>
                  <a:pt x="339" y="793"/>
                  <a:pt x="339" y="793"/>
                </a:cubicBezTo>
                <a:cubicBezTo>
                  <a:pt x="339" y="566"/>
                  <a:pt x="339" y="566"/>
                  <a:pt x="339" y="566"/>
                </a:cubicBezTo>
                <a:cubicBezTo>
                  <a:pt x="1245" y="566"/>
                  <a:pt x="1245" y="566"/>
                  <a:pt x="1245" y="566"/>
                </a:cubicBezTo>
                <a:cubicBezTo>
                  <a:pt x="1245" y="1672"/>
                  <a:pt x="1245" y="1672"/>
                  <a:pt x="1245" y="1672"/>
                </a:cubicBezTo>
                <a:cubicBezTo>
                  <a:pt x="1245" y="1812"/>
                  <a:pt x="1132" y="1925"/>
                  <a:pt x="993" y="1925"/>
                </a:cubicBezTo>
                <a:lnTo>
                  <a:pt x="592" y="1925"/>
                </a:lnTo>
                <a:close/>
                <a:moveTo>
                  <a:pt x="1471" y="1783"/>
                </a:moveTo>
                <a:cubicBezTo>
                  <a:pt x="1471" y="1986"/>
                  <a:pt x="1306" y="2151"/>
                  <a:pt x="1103" y="2151"/>
                </a:cubicBezTo>
                <a:cubicBezTo>
                  <a:pt x="849" y="2151"/>
                  <a:pt x="849" y="2151"/>
                  <a:pt x="849" y="2151"/>
                </a:cubicBezTo>
                <a:cubicBezTo>
                  <a:pt x="849" y="2038"/>
                  <a:pt x="849" y="2038"/>
                  <a:pt x="849" y="2038"/>
                </a:cubicBezTo>
                <a:cubicBezTo>
                  <a:pt x="993" y="2038"/>
                  <a:pt x="993" y="2038"/>
                  <a:pt x="993" y="2038"/>
                </a:cubicBezTo>
                <a:cubicBezTo>
                  <a:pt x="1194" y="2038"/>
                  <a:pt x="1358" y="1874"/>
                  <a:pt x="1358" y="1672"/>
                </a:cubicBezTo>
                <a:cubicBezTo>
                  <a:pt x="1358" y="566"/>
                  <a:pt x="1358" y="566"/>
                  <a:pt x="1358" y="566"/>
                </a:cubicBezTo>
                <a:cubicBezTo>
                  <a:pt x="1358" y="504"/>
                  <a:pt x="1307" y="453"/>
                  <a:pt x="1245" y="453"/>
                </a:cubicBezTo>
                <a:cubicBezTo>
                  <a:pt x="339" y="453"/>
                  <a:pt x="339" y="453"/>
                  <a:pt x="339" y="453"/>
                </a:cubicBezTo>
                <a:cubicBezTo>
                  <a:pt x="277" y="453"/>
                  <a:pt x="226" y="504"/>
                  <a:pt x="226" y="566"/>
                </a:cubicBezTo>
                <a:cubicBezTo>
                  <a:pt x="226" y="1672"/>
                  <a:pt x="226" y="1672"/>
                  <a:pt x="226" y="1672"/>
                </a:cubicBezTo>
                <a:cubicBezTo>
                  <a:pt x="226" y="1874"/>
                  <a:pt x="390" y="2038"/>
                  <a:pt x="592" y="2038"/>
                </a:cubicBezTo>
                <a:cubicBezTo>
                  <a:pt x="736" y="2038"/>
                  <a:pt x="736" y="2038"/>
                  <a:pt x="736" y="2038"/>
                </a:cubicBezTo>
                <a:cubicBezTo>
                  <a:pt x="736" y="2151"/>
                  <a:pt x="736" y="2151"/>
                  <a:pt x="736" y="2151"/>
                </a:cubicBezTo>
                <a:cubicBezTo>
                  <a:pt x="481" y="2151"/>
                  <a:pt x="481" y="2151"/>
                  <a:pt x="481" y="2151"/>
                </a:cubicBezTo>
                <a:cubicBezTo>
                  <a:pt x="278" y="2151"/>
                  <a:pt x="113" y="1986"/>
                  <a:pt x="113" y="1783"/>
                </a:cubicBezTo>
                <a:cubicBezTo>
                  <a:pt x="113" y="340"/>
                  <a:pt x="113" y="340"/>
                  <a:pt x="113" y="340"/>
                </a:cubicBezTo>
                <a:cubicBezTo>
                  <a:pt x="1471" y="340"/>
                  <a:pt x="1471" y="340"/>
                  <a:pt x="1471" y="340"/>
                </a:cubicBezTo>
                <a:lnTo>
                  <a:pt x="1471" y="1783"/>
                </a:lnTo>
                <a:close/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Graphic 126" descr="Injection icon.">
            <a:extLst>
              <a:ext uri="{FF2B5EF4-FFF2-40B4-BE49-F238E27FC236}">
                <a16:creationId xmlns:a16="http://schemas.microsoft.com/office/drawing/2014/main" id="{BD48C634-AB32-4CEE-B2A5-26EFB5717918}"/>
              </a:ext>
            </a:extLst>
          </p:cNvPr>
          <p:cNvSpPr>
            <a:spLocks noChangeAspect="1"/>
          </p:cNvSpPr>
          <p:nvPr/>
        </p:nvSpPr>
        <p:spPr>
          <a:xfrm>
            <a:off x="5881489" y="4259867"/>
            <a:ext cx="420308" cy="420308"/>
          </a:xfrm>
          <a:custGeom>
            <a:avLst/>
            <a:gdLst>
              <a:gd name="connsiteX0" fmla="*/ 405024 w 420308"/>
              <a:gd name="connsiteY0" fmla="*/ 82151 h 420308"/>
              <a:gd name="connsiteX1" fmla="*/ 420308 w 420308"/>
              <a:gd name="connsiteY1" fmla="*/ 68778 h 420308"/>
              <a:gd name="connsiteX2" fmla="*/ 351530 w 420308"/>
              <a:gd name="connsiteY2" fmla="*/ 0 h 420308"/>
              <a:gd name="connsiteX3" fmla="*/ 338157 w 420308"/>
              <a:gd name="connsiteY3" fmla="*/ 13373 h 420308"/>
              <a:gd name="connsiteX4" fmla="*/ 364904 w 420308"/>
              <a:gd name="connsiteY4" fmla="*/ 40120 h 420308"/>
              <a:gd name="connsiteX5" fmla="*/ 322873 w 420308"/>
              <a:gd name="connsiteY5" fmla="*/ 82151 h 420308"/>
              <a:gd name="connsiteX6" fmla="*/ 240722 w 420308"/>
              <a:gd name="connsiteY6" fmla="*/ 1910 h 420308"/>
              <a:gd name="connsiteX7" fmla="*/ 229259 w 420308"/>
              <a:gd name="connsiteY7" fmla="*/ 15284 h 420308"/>
              <a:gd name="connsiteX8" fmla="*/ 259827 w 420308"/>
              <a:gd name="connsiteY8" fmla="*/ 45852 h 420308"/>
              <a:gd name="connsiteX9" fmla="*/ 51583 w 420308"/>
              <a:gd name="connsiteY9" fmla="*/ 254095 h 420308"/>
              <a:gd name="connsiteX10" fmla="*/ 47762 w 420308"/>
              <a:gd name="connsiteY10" fmla="*/ 261737 h 420308"/>
              <a:gd name="connsiteX11" fmla="*/ 40120 w 420308"/>
              <a:gd name="connsiteY11" fmla="*/ 292305 h 420308"/>
              <a:gd name="connsiteX12" fmla="*/ 47762 w 420308"/>
              <a:gd name="connsiteY12" fmla="*/ 315231 h 420308"/>
              <a:gd name="connsiteX13" fmla="*/ 70688 w 420308"/>
              <a:gd name="connsiteY13" fmla="*/ 338157 h 420308"/>
              <a:gd name="connsiteX14" fmla="*/ 0 w 420308"/>
              <a:gd name="connsiteY14" fmla="*/ 405024 h 420308"/>
              <a:gd name="connsiteX15" fmla="*/ 13373 w 420308"/>
              <a:gd name="connsiteY15" fmla="*/ 420308 h 420308"/>
              <a:gd name="connsiteX16" fmla="*/ 82151 w 420308"/>
              <a:gd name="connsiteY16" fmla="*/ 351530 h 420308"/>
              <a:gd name="connsiteX17" fmla="*/ 103167 w 420308"/>
              <a:gd name="connsiteY17" fmla="*/ 372546 h 420308"/>
              <a:gd name="connsiteX18" fmla="*/ 120361 w 420308"/>
              <a:gd name="connsiteY18" fmla="*/ 380188 h 420308"/>
              <a:gd name="connsiteX19" fmla="*/ 126092 w 420308"/>
              <a:gd name="connsiteY19" fmla="*/ 380188 h 420308"/>
              <a:gd name="connsiteX20" fmla="*/ 156660 w 420308"/>
              <a:gd name="connsiteY20" fmla="*/ 372546 h 420308"/>
              <a:gd name="connsiteX21" fmla="*/ 164302 w 420308"/>
              <a:gd name="connsiteY21" fmla="*/ 368725 h 420308"/>
              <a:gd name="connsiteX22" fmla="*/ 374456 w 420308"/>
              <a:gd name="connsiteY22" fmla="*/ 160481 h 420308"/>
              <a:gd name="connsiteX23" fmla="*/ 405024 w 420308"/>
              <a:gd name="connsiteY23" fmla="*/ 191049 h 420308"/>
              <a:gd name="connsiteX24" fmla="*/ 418398 w 420308"/>
              <a:gd name="connsiteY24" fmla="*/ 177676 h 420308"/>
              <a:gd name="connsiteX25" fmla="*/ 338157 w 420308"/>
              <a:gd name="connsiteY25" fmla="*/ 97435 h 420308"/>
              <a:gd name="connsiteX26" fmla="*/ 380188 w 420308"/>
              <a:gd name="connsiteY26" fmla="*/ 55404 h 420308"/>
              <a:gd name="connsiteX27" fmla="*/ 405024 w 420308"/>
              <a:gd name="connsiteY27" fmla="*/ 82151 h 420308"/>
              <a:gd name="connsiteX28" fmla="*/ 361083 w 420308"/>
              <a:gd name="connsiteY28" fmla="*/ 147108 h 420308"/>
              <a:gd name="connsiteX29" fmla="*/ 154750 w 420308"/>
              <a:gd name="connsiteY29" fmla="*/ 353441 h 420308"/>
              <a:gd name="connsiteX30" fmla="*/ 124182 w 420308"/>
              <a:gd name="connsiteY30" fmla="*/ 361083 h 420308"/>
              <a:gd name="connsiteX31" fmla="*/ 120361 w 420308"/>
              <a:gd name="connsiteY31" fmla="*/ 359172 h 420308"/>
              <a:gd name="connsiteX32" fmla="*/ 63046 w 420308"/>
              <a:gd name="connsiteY32" fmla="*/ 301858 h 420308"/>
              <a:gd name="connsiteX33" fmla="*/ 61136 w 420308"/>
              <a:gd name="connsiteY33" fmla="*/ 298037 h 420308"/>
              <a:gd name="connsiteX34" fmla="*/ 64957 w 420308"/>
              <a:gd name="connsiteY34" fmla="*/ 267469 h 420308"/>
              <a:gd name="connsiteX35" fmla="*/ 108898 w 420308"/>
              <a:gd name="connsiteY35" fmla="*/ 223528 h 420308"/>
              <a:gd name="connsiteX36" fmla="*/ 149018 w 420308"/>
              <a:gd name="connsiteY36" fmla="*/ 263648 h 420308"/>
              <a:gd name="connsiteX37" fmla="*/ 162392 w 420308"/>
              <a:gd name="connsiteY37" fmla="*/ 248364 h 420308"/>
              <a:gd name="connsiteX38" fmla="*/ 122271 w 420308"/>
              <a:gd name="connsiteY38" fmla="*/ 208244 h 420308"/>
              <a:gd name="connsiteX39" fmla="*/ 158571 w 420308"/>
              <a:gd name="connsiteY39" fmla="*/ 171944 h 420308"/>
              <a:gd name="connsiteX40" fmla="*/ 198691 w 420308"/>
              <a:gd name="connsiteY40" fmla="*/ 212065 h 420308"/>
              <a:gd name="connsiteX41" fmla="*/ 212065 w 420308"/>
              <a:gd name="connsiteY41" fmla="*/ 198691 h 420308"/>
              <a:gd name="connsiteX42" fmla="*/ 171944 w 420308"/>
              <a:gd name="connsiteY42" fmla="*/ 160481 h 420308"/>
              <a:gd name="connsiteX43" fmla="*/ 210154 w 420308"/>
              <a:gd name="connsiteY43" fmla="*/ 124182 h 420308"/>
              <a:gd name="connsiteX44" fmla="*/ 248364 w 420308"/>
              <a:gd name="connsiteY44" fmla="*/ 164302 h 420308"/>
              <a:gd name="connsiteX45" fmla="*/ 261737 w 420308"/>
              <a:gd name="connsiteY45" fmla="*/ 150929 h 420308"/>
              <a:gd name="connsiteX46" fmla="*/ 223528 w 420308"/>
              <a:gd name="connsiteY46" fmla="*/ 110809 h 420308"/>
              <a:gd name="connsiteX47" fmla="*/ 273200 w 420308"/>
              <a:gd name="connsiteY47" fmla="*/ 61136 h 420308"/>
              <a:gd name="connsiteX48" fmla="*/ 361083 w 420308"/>
              <a:gd name="connsiteY48" fmla="*/ 147108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20308" h="420308">
                <a:moveTo>
                  <a:pt x="405024" y="82151"/>
                </a:moveTo>
                <a:lnTo>
                  <a:pt x="420308" y="68778"/>
                </a:lnTo>
                <a:lnTo>
                  <a:pt x="351530" y="0"/>
                </a:lnTo>
                <a:lnTo>
                  <a:pt x="338157" y="13373"/>
                </a:lnTo>
                <a:lnTo>
                  <a:pt x="364904" y="40120"/>
                </a:lnTo>
                <a:lnTo>
                  <a:pt x="322873" y="82151"/>
                </a:lnTo>
                <a:lnTo>
                  <a:pt x="240722" y="1910"/>
                </a:lnTo>
                <a:lnTo>
                  <a:pt x="229259" y="15284"/>
                </a:lnTo>
                <a:lnTo>
                  <a:pt x="259827" y="45852"/>
                </a:lnTo>
                <a:lnTo>
                  <a:pt x="51583" y="254095"/>
                </a:lnTo>
                <a:cubicBezTo>
                  <a:pt x="49673" y="256006"/>
                  <a:pt x="47762" y="259827"/>
                  <a:pt x="47762" y="261737"/>
                </a:cubicBezTo>
                <a:lnTo>
                  <a:pt x="40120" y="292305"/>
                </a:lnTo>
                <a:cubicBezTo>
                  <a:pt x="38210" y="299947"/>
                  <a:pt x="42031" y="309500"/>
                  <a:pt x="47762" y="315231"/>
                </a:cubicBezTo>
                <a:lnTo>
                  <a:pt x="70688" y="338157"/>
                </a:lnTo>
                <a:lnTo>
                  <a:pt x="0" y="405024"/>
                </a:lnTo>
                <a:lnTo>
                  <a:pt x="13373" y="420308"/>
                </a:lnTo>
                <a:lnTo>
                  <a:pt x="82151" y="351530"/>
                </a:lnTo>
                <a:lnTo>
                  <a:pt x="103167" y="372546"/>
                </a:lnTo>
                <a:cubicBezTo>
                  <a:pt x="106988" y="378277"/>
                  <a:pt x="114630" y="380188"/>
                  <a:pt x="120361" y="380188"/>
                </a:cubicBezTo>
                <a:cubicBezTo>
                  <a:pt x="122271" y="380188"/>
                  <a:pt x="124182" y="380188"/>
                  <a:pt x="126092" y="380188"/>
                </a:cubicBezTo>
                <a:lnTo>
                  <a:pt x="156660" y="372546"/>
                </a:lnTo>
                <a:cubicBezTo>
                  <a:pt x="160481" y="372546"/>
                  <a:pt x="162392" y="370635"/>
                  <a:pt x="164302" y="368725"/>
                </a:cubicBezTo>
                <a:lnTo>
                  <a:pt x="374456" y="160481"/>
                </a:lnTo>
                <a:lnTo>
                  <a:pt x="405024" y="191049"/>
                </a:lnTo>
                <a:lnTo>
                  <a:pt x="418398" y="177676"/>
                </a:lnTo>
                <a:lnTo>
                  <a:pt x="338157" y="97435"/>
                </a:lnTo>
                <a:lnTo>
                  <a:pt x="380188" y="55404"/>
                </a:lnTo>
                <a:lnTo>
                  <a:pt x="405024" y="82151"/>
                </a:lnTo>
                <a:close/>
                <a:moveTo>
                  <a:pt x="361083" y="147108"/>
                </a:moveTo>
                <a:lnTo>
                  <a:pt x="154750" y="353441"/>
                </a:lnTo>
                <a:lnTo>
                  <a:pt x="124182" y="361083"/>
                </a:lnTo>
                <a:cubicBezTo>
                  <a:pt x="122271" y="361083"/>
                  <a:pt x="120361" y="359172"/>
                  <a:pt x="120361" y="359172"/>
                </a:cubicBezTo>
                <a:lnTo>
                  <a:pt x="63046" y="301858"/>
                </a:lnTo>
                <a:cubicBezTo>
                  <a:pt x="61136" y="299947"/>
                  <a:pt x="61136" y="299947"/>
                  <a:pt x="61136" y="298037"/>
                </a:cubicBezTo>
                <a:lnTo>
                  <a:pt x="64957" y="267469"/>
                </a:lnTo>
                <a:lnTo>
                  <a:pt x="108898" y="223528"/>
                </a:lnTo>
                <a:lnTo>
                  <a:pt x="149018" y="263648"/>
                </a:lnTo>
                <a:lnTo>
                  <a:pt x="162392" y="248364"/>
                </a:lnTo>
                <a:lnTo>
                  <a:pt x="122271" y="208244"/>
                </a:lnTo>
                <a:lnTo>
                  <a:pt x="158571" y="171944"/>
                </a:lnTo>
                <a:lnTo>
                  <a:pt x="198691" y="212065"/>
                </a:lnTo>
                <a:lnTo>
                  <a:pt x="212065" y="198691"/>
                </a:lnTo>
                <a:lnTo>
                  <a:pt x="171944" y="160481"/>
                </a:lnTo>
                <a:lnTo>
                  <a:pt x="210154" y="124182"/>
                </a:lnTo>
                <a:lnTo>
                  <a:pt x="248364" y="164302"/>
                </a:lnTo>
                <a:lnTo>
                  <a:pt x="261737" y="150929"/>
                </a:lnTo>
                <a:lnTo>
                  <a:pt x="223528" y="110809"/>
                </a:lnTo>
                <a:lnTo>
                  <a:pt x="273200" y="61136"/>
                </a:lnTo>
                <a:lnTo>
                  <a:pt x="361083" y="1471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8" name="Graphic 142" descr="Sharps container icon.">
            <a:extLst>
              <a:ext uri="{FF2B5EF4-FFF2-40B4-BE49-F238E27FC236}">
                <a16:creationId xmlns:a16="http://schemas.microsoft.com/office/drawing/2014/main" id="{9FD35633-C6C6-4D6B-9EB9-F7E036C9F80A}"/>
              </a:ext>
            </a:extLst>
          </p:cNvPr>
          <p:cNvSpPr>
            <a:spLocks noChangeAspect="1"/>
          </p:cNvSpPr>
          <p:nvPr/>
        </p:nvSpPr>
        <p:spPr>
          <a:xfrm>
            <a:off x="7084665" y="4298674"/>
            <a:ext cx="457085" cy="381501"/>
          </a:xfrm>
          <a:custGeom>
            <a:avLst/>
            <a:gdLst>
              <a:gd name="connsiteX0" fmla="*/ 218751 w 457085"/>
              <a:gd name="connsiteY0" fmla="*/ 56718 h 381501"/>
              <a:gd name="connsiteX1" fmla="*/ 218751 w 457085"/>
              <a:gd name="connsiteY1" fmla="*/ 114032 h 381501"/>
              <a:gd name="connsiteX2" fmla="*/ 205378 w 457085"/>
              <a:gd name="connsiteY2" fmla="*/ 119764 h 381501"/>
              <a:gd name="connsiteX3" fmla="*/ 193915 w 457085"/>
              <a:gd name="connsiteY3" fmla="*/ 133137 h 381501"/>
              <a:gd name="connsiteX4" fmla="*/ 190094 w 457085"/>
              <a:gd name="connsiteY4" fmla="*/ 146511 h 381501"/>
              <a:gd name="connsiteX5" fmla="*/ 190094 w 457085"/>
              <a:gd name="connsiteY5" fmla="*/ 285977 h 381501"/>
              <a:gd name="connsiteX6" fmla="*/ 170989 w 457085"/>
              <a:gd name="connsiteY6" fmla="*/ 285977 h 381501"/>
              <a:gd name="connsiteX7" fmla="*/ 170989 w 457085"/>
              <a:gd name="connsiteY7" fmla="*/ 305082 h 381501"/>
              <a:gd name="connsiteX8" fmla="*/ 218751 w 457085"/>
              <a:gd name="connsiteY8" fmla="*/ 305082 h 381501"/>
              <a:gd name="connsiteX9" fmla="*/ 218751 w 457085"/>
              <a:gd name="connsiteY9" fmla="*/ 324187 h 381501"/>
              <a:gd name="connsiteX10" fmla="*/ 190094 w 457085"/>
              <a:gd name="connsiteY10" fmla="*/ 324187 h 381501"/>
              <a:gd name="connsiteX11" fmla="*/ 190094 w 457085"/>
              <a:gd name="connsiteY11" fmla="*/ 343291 h 381501"/>
              <a:gd name="connsiteX12" fmla="*/ 266514 w 457085"/>
              <a:gd name="connsiteY12" fmla="*/ 343291 h 381501"/>
              <a:gd name="connsiteX13" fmla="*/ 266514 w 457085"/>
              <a:gd name="connsiteY13" fmla="*/ 324187 h 381501"/>
              <a:gd name="connsiteX14" fmla="*/ 237856 w 457085"/>
              <a:gd name="connsiteY14" fmla="*/ 324187 h 381501"/>
              <a:gd name="connsiteX15" fmla="*/ 237856 w 457085"/>
              <a:gd name="connsiteY15" fmla="*/ 305082 h 381501"/>
              <a:gd name="connsiteX16" fmla="*/ 285619 w 457085"/>
              <a:gd name="connsiteY16" fmla="*/ 305082 h 381501"/>
              <a:gd name="connsiteX17" fmla="*/ 285619 w 457085"/>
              <a:gd name="connsiteY17" fmla="*/ 285977 h 381501"/>
              <a:gd name="connsiteX18" fmla="*/ 266514 w 457085"/>
              <a:gd name="connsiteY18" fmla="*/ 285977 h 381501"/>
              <a:gd name="connsiteX19" fmla="*/ 266514 w 457085"/>
              <a:gd name="connsiteY19" fmla="*/ 146511 h 381501"/>
              <a:gd name="connsiteX20" fmla="*/ 262693 w 457085"/>
              <a:gd name="connsiteY20" fmla="*/ 133137 h 381501"/>
              <a:gd name="connsiteX21" fmla="*/ 251230 w 457085"/>
              <a:gd name="connsiteY21" fmla="*/ 119764 h 381501"/>
              <a:gd name="connsiteX22" fmla="*/ 237856 w 457085"/>
              <a:gd name="connsiteY22" fmla="*/ 114032 h 381501"/>
              <a:gd name="connsiteX23" fmla="*/ 237856 w 457085"/>
              <a:gd name="connsiteY23" fmla="*/ 56718 h 381501"/>
              <a:gd name="connsiteX24" fmla="*/ 218751 w 457085"/>
              <a:gd name="connsiteY24" fmla="*/ 56718 h 381501"/>
              <a:gd name="connsiteX25" fmla="*/ 247409 w 457085"/>
              <a:gd name="connsiteY25" fmla="*/ 152242 h 381501"/>
              <a:gd name="connsiteX26" fmla="*/ 228304 w 457085"/>
              <a:gd name="connsiteY26" fmla="*/ 152242 h 381501"/>
              <a:gd name="connsiteX27" fmla="*/ 228304 w 457085"/>
              <a:gd name="connsiteY27" fmla="*/ 171347 h 381501"/>
              <a:gd name="connsiteX28" fmla="*/ 247409 w 457085"/>
              <a:gd name="connsiteY28" fmla="*/ 171347 h 381501"/>
              <a:gd name="connsiteX29" fmla="*/ 247409 w 457085"/>
              <a:gd name="connsiteY29" fmla="*/ 190452 h 381501"/>
              <a:gd name="connsiteX30" fmla="*/ 228304 w 457085"/>
              <a:gd name="connsiteY30" fmla="*/ 190452 h 381501"/>
              <a:gd name="connsiteX31" fmla="*/ 228304 w 457085"/>
              <a:gd name="connsiteY31" fmla="*/ 209557 h 381501"/>
              <a:gd name="connsiteX32" fmla="*/ 247409 w 457085"/>
              <a:gd name="connsiteY32" fmla="*/ 209557 h 381501"/>
              <a:gd name="connsiteX33" fmla="*/ 247409 w 457085"/>
              <a:gd name="connsiteY33" fmla="*/ 228662 h 381501"/>
              <a:gd name="connsiteX34" fmla="*/ 228304 w 457085"/>
              <a:gd name="connsiteY34" fmla="*/ 228662 h 381501"/>
              <a:gd name="connsiteX35" fmla="*/ 228304 w 457085"/>
              <a:gd name="connsiteY35" fmla="*/ 247767 h 381501"/>
              <a:gd name="connsiteX36" fmla="*/ 247409 w 457085"/>
              <a:gd name="connsiteY36" fmla="*/ 247767 h 381501"/>
              <a:gd name="connsiteX37" fmla="*/ 247409 w 457085"/>
              <a:gd name="connsiteY37" fmla="*/ 285977 h 381501"/>
              <a:gd name="connsiteX38" fmla="*/ 209199 w 457085"/>
              <a:gd name="connsiteY38" fmla="*/ 285977 h 381501"/>
              <a:gd name="connsiteX39" fmla="*/ 209199 w 457085"/>
              <a:gd name="connsiteY39" fmla="*/ 146511 h 381501"/>
              <a:gd name="connsiteX40" fmla="*/ 220662 w 457085"/>
              <a:gd name="connsiteY40" fmla="*/ 133137 h 381501"/>
              <a:gd name="connsiteX41" fmla="*/ 235946 w 457085"/>
              <a:gd name="connsiteY41" fmla="*/ 133137 h 381501"/>
              <a:gd name="connsiteX42" fmla="*/ 247409 w 457085"/>
              <a:gd name="connsiteY42" fmla="*/ 146511 h 381501"/>
              <a:gd name="connsiteX43" fmla="*/ 247409 w 457085"/>
              <a:gd name="connsiteY43" fmla="*/ 152242 h 381501"/>
              <a:gd name="connsiteX44" fmla="*/ 455652 w 457085"/>
              <a:gd name="connsiteY44" fmla="*/ 352844 h 381501"/>
              <a:gd name="connsiteX45" fmla="*/ 245498 w 457085"/>
              <a:gd name="connsiteY45" fmla="*/ 8955 h 381501"/>
              <a:gd name="connsiteX46" fmla="*/ 218751 w 457085"/>
              <a:gd name="connsiteY46" fmla="*/ 3224 h 381501"/>
              <a:gd name="connsiteX47" fmla="*/ 213020 w 457085"/>
              <a:gd name="connsiteY47" fmla="*/ 8955 h 381501"/>
              <a:gd name="connsiteX48" fmla="*/ 2866 w 457085"/>
              <a:gd name="connsiteY48" fmla="*/ 352844 h 381501"/>
              <a:gd name="connsiteX49" fmla="*/ 2866 w 457085"/>
              <a:gd name="connsiteY49" fmla="*/ 371949 h 381501"/>
              <a:gd name="connsiteX50" fmla="*/ 18150 w 457085"/>
              <a:gd name="connsiteY50" fmla="*/ 381501 h 381501"/>
              <a:gd name="connsiteX51" fmla="*/ 438458 w 457085"/>
              <a:gd name="connsiteY51" fmla="*/ 381501 h 381501"/>
              <a:gd name="connsiteX52" fmla="*/ 455652 w 457085"/>
              <a:gd name="connsiteY52" fmla="*/ 371949 h 381501"/>
              <a:gd name="connsiteX53" fmla="*/ 455652 w 457085"/>
              <a:gd name="connsiteY53" fmla="*/ 352844 h 381501"/>
              <a:gd name="connsiteX54" fmla="*/ 438458 w 457085"/>
              <a:gd name="connsiteY54" fmla="*/ 371949 h 381501"/>
              <a:gd name="connsiteX55" fmla="*/ 438458 w 457085"/>
              <a:gd name="connsiteY55" fmla="*/ 362396 h 381501"/>
              <a:gd name="connsiteX56" fmla="*/ 18150 w 457085"/>
              <a:gd name="connsiteY56" fmla="*/ 362396 h 381501"/>
              <a:gd name="connsiteX57" fmla="*/ 228304 w 457085"/>
              <a:gd name="connsiteY57" fmla="*/ 18508 h 381501"/>
              <a:gd name="connsiteX58" fmla="*/ 438458 w 457085"/>
              <a:gd name="connsiteY58" fmla="*/ 362396 h 381501"/>
              <a:gd name="connsiteX59" fmla="*/ 438458 w 457085"/>
              <a:gd name="connsiteY59" fmla="*/ 371949 h 38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57085" h="381501">
                <a:moveTo>
                  <a:pt x="218751" y="56718"/>
                </a:moveTo>
                <a:lnTo>
                  <a:pt x="218751" y="114032"/>
                </a:lnTo>
                <a:cubicBezTo>
                  <a:pt x="213020" y="114032"/>
                  <a:pt x="209199" y="115943"/>
                  <a:pt x="205378" y="119764"/>
                </a:cubicBezTo>
                <a:lnTo>
                  <a:pt x="193915" y="133137"/>
                </a:lnTo>
                <a:cubicBezTo>
                  <a:pt x="192004" y="136958"/>
                  <a:pt x="190094" y="140779"/>
                  <a:pt x="190094" y="146511"/>
                </a:cubicBezTo>
                <a:lnTo>
                  <a:pt x="190094" y="285977"/>
                </a:lnTo>
                <a:lnTo>
                  <a:pt x="170989" y="285977"/>
                </a:lnTo>
                <a:lnTo>
                  <a:pt x="170989" y="305082"/>
                </a:lnTo>
                <a:lnTo>
                  <a:pt x="218751" y="305082"/>
                </a:lnTo>
                <a:lnTo>
                  <a:pt x="218751" y="324187"/>
                </a:lnTo>
                <a:lnTo>
                  <a:pt x="190094" y="324187"/>
                </a:lnTo>
                <a:lnTo>
                  <a:pt x="190094" y="343291"/>
                </a:lnTo>
                <a:lnTo>
                  <a:pt x="266514" y="343291"/>
                </a:lnTo>
                <a:lnTo>
                  <a:pt x="266514" y="324187"/>
                </a:lnTo>
                <a:lnTo>
                  <a:pt x="237856" y="324187"/>
                </a:lnTo>
                <a:lnTo>
                  <a:pt x="237856" y="305082"/>
                </a:lnTo>
                <a:lnTo>
                  <a:pt x="285619" y="305082"/>
                </a:lnTo>
                <a:lnTo>
                  <a:pt x="285619" y="285977"/>
                </a:lnTo>
                <a:lnTo>
                  <a:pt x="266514" y="285977"/>
                </a:lnTo>
                <a:lnTo>
                  <a:pt x="266514" y="146511"/>
                </a:lnTo>
                <a:cubicBezTo>
                  <a:pt x="266514" y="140779"/>
                  <a:pt x="264603" y="136958"/>
                  <a:pt x="262693" y="133137"/>
                </a:cubicBezTo>
                <a:lnTo>
                  <a:pt x="251230" y="119764"/>
                </a:lnTo>
                <a:cubicBezTo>
                  <a:pt x="247409" y="115943"/>
                  <a:pt x="243588" y="114032"/>
                  <a:pt x="237856" y="114032"/>
                </a:cubicBezTo>
                <a:lnTo>
                  <a:pt x="237856" y="56718"/>
                </a:lnTo>
                <a:lnTo>
                  <a:pt x="218751" y="56718"/>
                </a:lnTo>
                <a:close/>
                <a:moveTo>
                  <a:pt x="247409" y="152242"/>
                </a:moveTo>
                <a:lnTo>
                  <a:pt x="228304" y="152242"/>
                </a:lnTo>
                <a:lnTo>
                  <a:pt x="228304" y="171347"/>
                </a:lnTo>
                <a:lnTo>
                  <a:pt x="247409" y="171347"/>
                </a:lnTo>
                <a:lnTo>
                  <a:pt x="247409" y="190452"/>
                </a:lnTo>
                <a:lnTo>
                  <a:pt x="228304" y="190452"/>
                </a:lnTo>
                <a:lnTo>
                  <a:pt x="228304" y="209557"/>
                </a:lnTo>
                <a:lnTo>
                  <a:pt x="247409" y="209557"/>
                </a:lnTo>
                <a:lnTo>
                  <a:pt x="247409" y="228662"/>
                </a:lnTo>
                <a:lnTo>
                  <a:pt x="228304" y="228662"/>
                </a:lnTo>
                <a:lnTo>
                  <a:pt x="228304" y="247767"/>
                </a:lnTo>
                <a:lnTo>
                  <a:pt x="247409" y="247767"/>
                </a:lnTo>
                <a:lnTo>
                  <a:pt x="247409" y="285977"/>
                </a:lnTo>
                <a:lnTo>
                  <a:pt x="209199" y="285977"/>
                </a:lnTo>
                <a:lnTo>
                  <a:pt x="209199" y="146511"/>
                </a:lnTo>
                <a:lnTo>
                  <a:pt x="220662" y="133137"/>
                </a:lnTo>
                <a:lnTo>
                  <a:pt x="235946" y="133137"/>
                </a:lnTo>
                <a:lnTo>
                  <a:pt x="247409" y="146511"/>
                </a:lnTo>
                <a:lnTo>
                  <a:pt x="247409" y="152242"/>
                </a:lnTo>
                <a:close/>
                <a:moveTo>
                  <a:pt x="455652" y="352844"/>
                </a:moveTo>
                <a:lnTo>
                  <a:pt x="245498" y="8955"/>
                </a:lnTo>
                <a:cubicBezTo>
                  <a:pt x="239767" y="-597"/>
                  <a:pt x="228304" y="-2508"/>
                  <a:pt x="218751" y="3224"/>
                </a:cubicBezTo>
                <a:cubicBezTo>
                  <a:pt x="216841" y="5134"/>
                  <a:pt x="214930" y="7045"/>
                  <a:pt x="213020" y="8955"/>
                </a:cubicBezTo>
                <a:lnTo>
                  <a:pt x="2866" y="352844"/>
                </a:lnTo>
                <a:cubicBezTo>
                  <a:pt x="-955" y="358575"/>
                  <a:pt x="-955" y="366217"/>
                  <a:pt x="2866" y="371949"/>
                </a:cubicBezTo>
                <a:cubicBezTo>
                  <a:pt x="4776" y="377680"/>
                  <a:pt x="10508" y="381501"/>
                  <a:pt x="18150" y="381501"/>
                </a:cubicBezTo>
                <a:lnTo>
                  <a:pt x="438458" y="381501"/>
                </a:lnTo>
                <a:cubicBezTo>
                  <a:pt x="446100" y="381501"/>
                  <a:pt x="451831" y="377680"/>
                  <a:pt x="455652" y="371949"/>
                </a:cubicBezTo>
                <a:cubicBezTo>
                  <a:pt x="457563" y="366217"/>
                  <a:pt x="457563" y="358575"/>
                  <a:pt x="455652" y="352844"/>
                </a:cubicBezTo>
                <a:close/>
                <a:moveTo>
                  <a:pt x="438458" y="371949"/>
                </a:moveTo>
                <a:lnTo>
                  <a:pt x="438458" y="362396"/>
                </a:lnTo>
                <a:lnTo>
                  <a:pt x="18150" y="362396"/>
                </a:lnTo>
                <a:lnTo>
                  <a:pt x="228304" y="18508"/>
                </a:lnTo>
                <a:lnTo>
                  <a:pt x="438458" y="362396"/>
                </a:lnTo>
                <a:lnTo>
                  <a:pt x="438458" y="3719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Graphic 270" descr="Crutch icon.">
            <a:extLst>
              <a:ext uri="{FF2B5EF4-FFF2-40B4-BE49-F238E27FC236}">
                <a16:creationId xmlns:a16="http://schemas.microsoft.com/office/drawing/2014/main" id="{D3534107-59B9-4805-9574-38AF69423A0A}"/>
              </a:ext>
            </a:extLst>
          </p:cNvPr>
          <p:cNvSpPr>
            <a:spLocks noChangeAspect="1"/>
          </p:cNvSpPr>
          <p:nvPr/>
        </p:nvSpPr>
        <p:spPr>
          <a:xfrm>
            <a:off x="8304666" y="4232192"/>
            <a:ext cx="457323" cy="456607"/>
          </a:xfrm>
          <a:custGeom>
            <a:avLst/>
            <a:gdLst>
              <a:gd name="connsiteX0" fmla="*/ 451592 w 457323"/>
              <a:gd name="connsiteY0" fmla="*/ 116540 h 456607"/>
              <a:gd name="connsiteX1" fmla="*/ 340784 w 457323"/>
              <a:gd name="connsiteY1" fmla="*/ 5731 h 456607"/>
              <a:gd name="connsiteX2" fmla="*/ 314037 w 457323"/>
              <a:gd name="connsiteY2" fmla="*/ 5731 h 456607"/>
              <a:gd name="connsiteX3" fmla="*/ 296843 w 457323"/>
              <a:gd name="connsiteY3" fmla="*/ 22926 h 456607"/>
              <a:gd name="connsiteX4" fmla="*/ 296843 w 457323"/>
              <a:gd name="connsiteY4" fmla="*/ 49673 h 456607"/>
              <a:gd name="connsiteX5" fmla="*/ 298753 w 457323"/>
              <a:gd name="connsiteY5" fmla="*/ 53494 h 456607"/>
              <a:gd name="connsiteX6" fmla="*/ 207050 w 457323"/>
              <a:gd name="connsiteY6" fmla="*/ 145197 h 456607"/>
              <a:gd name="connsiteX7" fmla="*/ 201318 w 457323"/>
              <a:gd name="connsiteY7" fmla="*/ 156660 h 456607"/>
              <a:gd name="connsiteX8" fmla="*/ 186034 w 457323"/>
              <a:gd name="connsiteY8" fmla="*/ 259827 h 456607"/>
              <a:gd name="connsiteX9" fmla="*/ 77136 w 457323"/>
              <a:gd name="connsiteY9" fmla="*/ 366814 h 456607"/>
              <a:gd name="connsiteX10" fmla="*/ 16000 w 457323"/>
              <a:gd name="connsiteY10" fmla="*/ 380188 h 456607"/>
              <a:gd name="connsiteX11" fmla="*/ 716 w 457323"/>
              <a:gd name="connsiteY11" fmla="*/ 393561 h 456607"/>
              <a:gd name="connsiteX12" fmla="*/ 6448 w 457323"/>
              <a:gd name="connsiteY12" fmla="*/ 414577 h 456607"/>
              <a:gd name="connsiteX13" fmla="*/ 42747 w 457323"/>
              <a:gd name="connsiteY13" fmla="*/ 452787 h 456607"/>
              <a:gd name="connsiteX14" fmla="*/ 58031 w 457323"/>
              <a:gd name="connsiteY14" fmla="*/ 456608 h 456607"/>
              <a:gd name="connsiteX15" fmla="*/ 63763 w 457323"/>
              <a:gd name="connsiteY15" fmla="*/ 456608 h 456607"/>
              <a:gd name="connsiteX16" fmla="*/ 77136 w 457323"/>
              <a:gd name="connsiteY16" fmla="*/ 441324 h 456607"/>
              <a:gd name="connsiteX17" fmla="*/ 90510 w 457323"/>
              <a:gd name="connsiteY17" fmla="*/ 380188 h 456607"/>
              <a:gd name="connsiteX18" fmla="*/ 199408 w 457323"/>
              <a:gd name="connsiteY18" fmla="*/ 273200 h 456607"/>
              <a:gd name="connsiteX19" fmla="*/ 302574 w 457323"/>
              <a:gd name="connsiteY19" fmla="*/ 256006 h 456607"/>
              <a:gd name="connsiteX20" fmla="*/ 314037 w 457323"/>
              <a:gd name="connsiteY20" fmla="*/ 250274 h 456607"/>
              <a:gd name="connsiteX21" fmla="*/ 405741 w 457323"/>
              <a:gd name="connsiteY21" fmla="*/ 158571 h 456607"/>
              <a:gd name="connsiteX22" fmla="*/ 407651 w 457323"/>
              <a:gd name="connsiteY22" fmla="*/ 160481 h 456607"/>
              <a:gd name="connsiteX23" fmla="*/ 407651 w 457323"/>
              <a:gd name="connsiteY23" fmla="*/ 160481 h 456607"/>
              <a:gd name="connsiteX24" fmla="*/ 434398 w 457323"/>
              <a:gd name="connsiteY24" fmla="*/ 160481 h 456607"/>
              <a:gd name="connsiteX25" fmla="*/ 451592 w 457323"/>
              <a:gd name="connsiteY25" fmla="*/ 143287 h 456607"/>
              <a:gd name="connsiteX26" fmla="*/ 451592 w 457323"/>
              <a:gd name="connsiteY26" fmla="*/ 116540 h 456607"/>
              <a:gd name="connsiteX27" fmla="*/ 451592 w 457323"/>
              <a:gd name="connsiteY27" fmla="*/ 116540 h 456607"/>
              <a:gd name="connsiteX28" fmla="*/ 58031 w 457323"/>
              <a:gd name="connsiteY28" fmla="*/ 435592 h 456607"/>
              <a:gd name="connsiteX29" fmla="*/ 56121 w 457323"/>
              <a:gd name="connsiteY29" fmla="*/ 437503 h 456607"/>
              <a:gd name="connsiteX30" fmla="*/ 19821 w 457323"/>
              <a:gd name="connsiteY30" fmla="*/ 399293 h 456607"/>
              <a:gd name="connsiteX31" fmla="*/ 19821 w 457323"/>
              <a:gd name="connsiteY31" fmla="*/ 397382 h 456607"/>
              <a:gd name="connsiteX32" fmla="*/ 69494 w 457323"/>
              <a:gd name="connsiteY32" fmla="*/ 387830 h 456607"/>
              <a:gd name="connsiteX33" fmla="*/ 58031 w 457323"/>
              <a:gd name="connsiteY33" fmla="*/ 435592 h 456607"/>
              <a:gd name="connsiteX34" fmla="*/ 298753 w 457323"/>
              <a:gd name="connsiteY34" fmla="*/ 236901 h 456607"/>
              <a:gd name="connsiteX35" fmla="*/ 205139 w 457323"/>
              <a:gd name="connsiteY35" fmla="*/ 252185 h 456607"/>
              <a:gd name="connsiteX36" fmla="*/ 220423 w 457323"/>
              <a:gd name="connsiteY36" fmla="*/ 158571 h 456607"/>
              <a:gd name="connsiteX37" fmla="*/ 249080 w 457323"/>
              <a:gd name="connsiteY37" fmla="*/ 129913 h 456607"/>
              <a:gd name="connsiteX38" fmla="*/ 327411 w 457323"/>
              <a:gd name="connsiteY38" fmla="*/ 210154 h 456607"/>
              <a:gd name="connsiteX39" fmla="*/ 298753 w 457323"/>
              <a:gd name="connsiteY39" fmla="*/ 236901 h 456607"/>
              <a:gd name="connsiteX40" fmla="*/ 342694 w 457323"/>
              <a:gd name="connsiteY40" fmla="*/ 192960 h 456607"/>
              <a:gd name="connsiteX41" fmla="*/ 264364 w 457323"/>
              <a:gd name="connsiteY41" fmla="*/ 114630 h 456607"/>
              <a:gd name="connsiteX42" fmla="*/ 314037 w 457323"/>
              <a:gd name="connsiteY42" fmla="*/ 66867 h 456607"/>
              <a:gd name="connsiteX43" fmla="*/ 392367 w 457323"/>
              <a:gd name="connsiteY43" fmla="*/ 145197 h 456607"/>
              <a:gd name="connsiteX44" fmla="*/ 342694 w 457323"/>
              <a:gd name="connsiteY44" fmla="*/ 192960 h 456607"/>
              <a:gd name="connsiteX45" fmla="*/ 421025 w 457323"/>
              <a:gd name="connsiteY45" fmla="*/ 147108 h 456607"/>
              <a:gd name="connsiteX46" fmla="*/ 310216 w 457323"/>
              <a:gd name="connsiteY46" fmla="*/ 36299 h 456607"/>
              <a:gd name="connsiteX47" fmla="*/ 327411 w 457323"/>
              <a:gd name="connsiteY47" fmla="*/ 19105 h 456607"/>
              <a:gd name="connsiteX48" fmla="*/ 438219 w 457323"/>
              <a:gd name="connsiteY48" fmla="*/ 129913 h 456607"/>
              <a:gd name="connsiteX49" fmla="*/ 421025 w 457323"/>
              <a:gd name="connsiteY49" fmla="*/ 147108 h 45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7323" h="456607">
                <a:moveTo>
                  <a:pt x="451592" y="116540"/>
                </a:moveTo>
                <a:lnTo>
                  <a:pt x="340784" y="5731"/>
                </a:lnTo>
                <a:cubicBezTo>
                  <a:pt x="333142" y="-1910"/>
                  <a:pt x="321679" y="-1910"/>
                  <a:pt x="314037" y="5731"/>
                </a:cubicBezTo>
                <a:lnTo>
                  <a:pt x="296843" y="22926"/>
                </a:lnTo>
                <a:cubicBezTo>
                  <a:pt x="289201" y="30568"/>
                  <a:pt x="289201" y="42031"/>
                  <a:pt x="296843" y="49673"/>
                </a:cubicBezTo>
                <a:lnTo>
                  <a:pt x="298753" y="53494"/>
                </a:lnTo>
                <a:lnTo>
                  <a:pt x="207050" y="145197"/>
                </a:lnTo>
                <a:cubicBezTo>
                  <a:pt x="203229" y="149018"/>
                  <a:pt x="203229" y="150929"/>
                  <a:pt x="201318" y="156660"/>
                </a:cubicBezTo>
                <a:lnTo>
                  <a:pt x="186034" y="259827"/>
                </a:lnTo>
                <a:lnTo>
                  <a:pt x="77136" y="366814"/>
                </a:lnTo>
                <a:lnTo>
                  <a:pt x="16000" y="380188"/>
                </a:lnTo>
                <a:cubicBezTo>
                  <a:pt x="8358" y="382098"/>
                  <a:pt x="2627" y="387830"/>
                  <a:pt x="716" y="393561"/>
                </a:cubicBezTo>
                <a:cubicBezTo>
                  <a:pt x="-1194" y="401203"/>
                  <a:pt x="716" y="408845"/>
                  <a:pt x="6448" y="414577"/>
                </a:cubicBezTo>
                <a:lnTo>
                  <a:pt x="42747" y="452787"/>
                </a:lnTo>
                <a:cubicBezTo>
                  <a:pt x="46568" y="454697"/>
                  <a:pt x="52300" y="456608"/>
                  <a:pt x="58031" y="456608"/>
                </a:cubicBezTo>
                <a:cubicBezTo>
                  <a:pt x="59942" y="456608"/>
                  <a:pt x="61852" y="456608"/>
                  <a:pt x="63763" y="456608"/>
                </a:cubicBezTo>
                <a:cubicBezTo>
                  <a:pt x="71405" y="454697"/>
                  <a:pt x="77136" y="448966"/>
                  <a:pt x="77136" y="441324"/>
                </a:cubicBezTo>
                <a:lnTo>
                  <a:pt x="90510" y="380188"/>
                </a:lnTo>
                <a:lnTo>
                  <a:pt x="199408" y="273200"/>
                </a:lnTo>
                <a:lnTo>
                  <a:pt x="302574" y="256006"/>
                </a:lnTo>
                <a:cubicBezTo>
                  <a:pt x="306395" y="256006"/>
                  <a:pt x="310216" y="254095"/>
                  <a:pt x="314037" y="250274"/>
                </a:cubicBezTo>
                <a:lnTo>
                  <a:pt x="405741" y="158571"/>
                </a:lnTo>
                <a:lnTo>
                  <a:pt x="407651" y="160481"/>
                </a:lnTo>
                <a:lnTo>
                  <a:pt x="407651" y="160481"/>
                </a:lnTo>
                <a:cubicBezTo>
                  <a:pt x="415293" y="168123"/>
                  <a:pt x="426756" y="168123"/>
                  <a:pt x="434398" y="160481"/>
                </a:cubicBezTo>
                <a:lnTo>
                  <a:pt x="451592" y="143287"/>
                </a:lnTo>
                <a:cubicBezTo>
                  <a:pt x="459234" y="137555"/>
                  <a:pt x="459234" y="126092"/>
                  <a:pt x="451592" y="116540"/>
                </a:cubicBezTo>
                <a:cubicBezTo>
                  <a:pt x="451592" y="118450"/>
                  <a:pt x="451592" y="116540"/>
                  <a:pt x="451592" y="116540"/>
                </a:cubicBezTo>
                <a:close/>
                <a:moveTo>
                  <a:pt x="58031" y="435592"/>
                </a:moveTo>
                <a:lnTo>
                  <a:pt x="56121" y="437503"/>
                </a:lnTo>
                <a:lnTo>
                  <a:pt x="19821" y="399293"/>
                </a:lnTo>
                <a:lnTo>
                  <a:pt x="19821" y="397382"/>
                </a:lnTo>
                <a:lnTo>
                  <a:pt x="69494" y="387830"/>
                </a:lnTo>
                <a:lnTo>
                  <a:pt x="58031" y="435592"/>
                </a:lnTo>
                <a:close/>
                <a:moveTo>
                  <a:pt x="298753" y="236901"/>
                </a:moveTo>
                <a:lnTo>
                  <a:pt x="205139" y="252185"/>
                </a:lnTo>
                <a:lnTo>
                  <a:pt x="220423" y="158571"/>
                </a:lnTo>
                <a:lnTo>
                  <a:pt x="249080" y="129913"/>
                </a:lnTo>
                <a:lnTo>
                  <a:pt x="327411" y="210154"/>
                </a:lnTo>
                <a:lnTo>
                  <a:pt x="298753" y="236901"/>
                </a:lnTo>
                <a:close/>
                <a:moveTo>
                  <a:pt x="342694" y="192960"/>
                </a:moveTo>
                <a:lnTo>
                  <a:pt x="264364" y="114630"/>
                </a:lnTo>
                <a:lnTo>
                  <a:pt x="314037" y="66867"/>
                </a:lnTo>
                <a:lnTo>
                  <a:pt x="392367" y="145197"/>
                </a:lnTo>
                <a:lnTo>
                  <a:pt x="342694" y="192960"/>
                </a:lnTo>
                <a:close/>
                <a:moveTo>
                  <a:pt x="421025" y="147108"/>
                </a:moveTo>
                <a:lnTo>
                  <a:pt x="310216" y="36299"/>
                </a:lnTo>
                <a:lnTo>
                  <a:pt x="327411" y="19105"/>
                </a:lnTo>
                <a:lnTo>
                  <a:pt x="438219" y="129913"/>
                </a:lnTo>
                <a:lnTo>
                  <a:pt x="421025" y="1471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2" descr="Cane icon.">
            <a:extLst>
              <a:ext uri="{FF2B5EF4-FFF2-40B4-BE49-F238E27FC236}">
                <a16:creationId xmlns:a16="http://schemas.microsoft.com/office/drawing/2014/main" id="{63174EE1-7F39-AC14-FE82-75B404751A4D}"/>
              </a:ext>
            </a:extLst>
          </p:cNvPr>
          <p:cNvSpPr/>
          <p:nvPr/>
        </p:nvSpPr>
        <p:spPr>
          <a:xfrm>
            <a:off x="9704039" y="4265659"/>
            <a:ext cx="153679" cy="461043"/>
          </a:xfrm>
          <a:custGeom>
            <a:avLst/>
            <a:gdLst>
              <a:gd name="connsiteX0" fmla="*/ 134471 w 153679"/>
              <a:gd name="connsiteY0" fmla="*/ 0 h 461043"/>
              <a:gd name="connsiteX1" fmla="*/ 38420 w 153679"/>
              <a:gd name="connsiteY1" fmla="*/ 0 h 461043"/>
              <a:gd name="connsiteX2" fmla="*/ 0 w 153679"/>
              <a:gd name="connsiteY2" fmla="*/ 38420 h 461043"/>
              <a:gd name="connsiteX3" fmla="*/ 0 w 153679"/>
              <a:gd name="connsiteY3" fmla="*/ 80631 h 461043"/>
              <a:gd name="connsiteX4" fmla="*/ 16284 w 153679"/>
              <a:gd name="connsiteY4" fmla="*/ 111978 h 461043"/>
              <a:gd name="connsiteX5" fmla="*/ 47781 w 153679"/>
              <a:gd name="connsiteY5" fmla="*/ 138251 h 461043"/>
              <a:gd name="connsiteX6" fmla="*/ 48532 w 153679"/>
              <a:gd name="connsiteY6" fmla="*/ 394856 h 461043"/>
              <a:gd name="connsiteX7" fmla="*/ 35287 w 153679"/>
              <a:gd name="connsiteY7" fmla="*/ 409155 h 461043"/>
              <a:gd name="connsiteX8" fmla="*/ 29190 w 153679"/>
              <a:gd name="connsiteY8" fmla="*/ 437970 h 461043"/>
              <a:gd name="connsiteX9" fmla="*/ 33016 w 153679"/>
              <a:gd name="connsiteY9" fmla="*/ 453709 h 461043"/>
              <a:gd name="connsiteX10" fmla="*/ 48559 w 153679"/>
              <a:gd name="connsiteY10" fmla="*/ 461043 h 461043"/>
              <a:gd name="connsiteX11" fmla="*/ 105064 w 153679"/>
              <a:gd name="connsiteY11" fmla="*/ 461043 h 461043"/>
              <a:gd name="connsiteX12" fmla="*/ 120607 w 153679"/>
              <a:gd name="connsiteY12" fmla="*/ 453709 h 461043"/>
              <a:gd name="connsiteX13" fmla="*/ 124434 w 153679"/>
              <a:gd name="connsiteY13" fmla="*/ 437970 h 461043"/>
              <a:gd name="connsiteX14" fmla="*/ 118336 w 153679"/>
              <a:gd name="connsiteY14" fmla="*/ 409155 h 461043"/>
              <a:gd name="connsiteX15" fmla="*/ 105898 w 153679"/>
              <a:gd name="connsiteY15" fmla="*/ 395085 h 461043"/>
              <a:gd name="connsiteX16" fmla="*/ 105898 w 153679"/>
              <a:gd name="connsiteY16" fmla="*/ 120776 h 461043"/>
              <a:gd name="connsiteX17" fmla="*/ 98967 w 153679"/>
              <a:gd name="connsiteY17" fmla="*/ 106003 h 461043"/>
              <a:gd name="connsiteX18" fmla="*/ 57628 w 153679"/>
              <a:gd name="connsiteY18" fmla="*/ 71702 h 461043"/>
              <a:gd name="connsiteX19" fmla="*/ 57628 w 153679"/>
              <a:gd name="connsiteY19" fmla="*/ 57632 h 461043"/>
              <a:gd name="connsiteX20" fmla="*/ 134469 w 153679"/>
              <a:gd name="connsiteY20" fmla="*/ 57632 h 461043"/>
              <a:gd name="connsiteX21" fmla="*/ 153679 w 153679"/>
              <a:gd name="connsiteY21" fmla="*/ 38422 h 461043"/>
              <a:gd name="connsiteX22" fmla="*/ 153679 w 153679"/>
              <a:gd name="connsiteY22" fmla="*/ 19212 h 461043"/>
              <a:gd name="connsiteX23" fmla="*/ 134469 w 153679"/>
              <a:gd name="connsiteY23" fmla="*/ 2 h 461043"/>
              <a:gd name="connsiteX24" fmla="*/ 47987 w 153679"/>
              <a:gd name="connsiteY24" fmla="*/ 441946 h 461043"/>
              <a:gd name="connsiteX25" fmla="*/ 54657 w 153679"/>
              <a:gd name="connsiteY25" fmla="*/ 413018 h 461043"/>
              <a:gd name="connsiteX26" fmla="*/ 98967 w 153679"/>
              <a:gd name="connsiteY26" fmla="*/ 413018 h 461043"/>
              <a:gd name="connsiteX27" fmla="*/ 105064 w 153679"/>
              <a:gd name="connsiteY27" fmla="*/ 441833 h 461043"/>
              <a:gd name="connsiteX28" fmla="*/ 47987 w 153679"/>
              <a:gd name="connsiteY28" fmla="*/ 441946 h 461043"/>
              <a:gd name="connsiteX29" fmla="*/ 134471 w 153679"/>
              <a:gd name="connsiteY29" fmla="*/ 38420 h 461043"/>
              <a:gd name="connsiteX30" fmla="*/ 57630 w 153679"/>
              <a:gd name="connsiteY30" fmla="*/ 38420 h 461043"/>
              <a:gd name="connsiteX31" fmla="*/ 38420 w 153679"/>
              <a:gd name="connsiteY31" fmla="*/ 57630 h 461043"/>
              <a:gd name="connsiteX32" fmla="*/ 38420 w 153679"/>
              <a:gd name="connsiteY32" fmla="*/ 71700 h 461043"/>
              <a:gd name="connsiteX33" fmla="*/ 46158 w 153679"/>
              <a:gd name="connsiteY33" fmla="*/ 87074 h 461043"/>
              <a:gd name="connsiteX34" fmla="*/ 86690 w 153679"/>
              <a:gd name="connsiteY34" fmla="*/ 120776 h 461043"/>
              <a:gd name="connsiteX35" fmla="*/ 86690 w 153679"/>
              <a:gd name="connsiteY35" fmla="*/ 393808 h 461043"/>
              <a:gd name="connsiteX36" fmla="*/ 67739 w 153679"/>
              <a:gd name="connsiteY36" fmla="*/ 393808 h 461043"/>
              <a:gd name="connsiteX37" fmla="*/ 66991 w 153679"/>
              <a:gd name="connsiteY37" fmla="*/ 138194 h 461043"/>
              <a:gd name="connsiteX38" fmla="*/ 60087 w 153679"/>
              <a:gd name="connsiteY38" fmla="*/ 123496 h 461043"/>
              <a:gd name="connsiteX39" fmla="*/ 27764 w 153679"/>
              <a:gd name="connsiteY39" fmla="*/ 96613 h 461043"/>
              <a:gd name="connsiteX40" fmla="*/ 19210 w 153679"/>
              <a:gd name="connsiteY40" fmla="*/ 80631 h 461043"/>
              <a:gd name="connsiteX41" fmla="*/ 19210 w 153679"/>
              <a:gd name="connsiteY41" fmla="*/ 38420 h 461043"/>
              <a:gd name="connsiteX42" fmla="*/ 38420 w 153679"/>
              <a:gd name="connsiteY42" fmla="*/ 19210 h 461043"/>
              <a:gd name="connsiteX43" fmla="*/ 134471 w 153679"/>
              <a:gd name="connsiteY43" fmla="*/ 19210 h 461043"/>
              <a:gd name="connsiteX44" fmla="*/ 134471 w 153679"/>
              <a:gd name="connsiteY44" fmla="*/ 38420 h 46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53679" h="461043">
                <a:moveTo>
                  <a:pt x="134471" y="0"/>
                </a:moveTo>
                <a:lnTo>
                  <a:pt x="38420" y="0"/>
                </a:lnTo>
                <a:cubicBezTo>
                  <a:pt x="17231" y="0"/>
                  <a:pt x="0" y="17231"/>
                  <a:pt x="0" y="38420"/>
                </a:cubicBezTo>
                <a:lnTo>
                  <a:pt x="0" y="80631"/>
                </a:lnTo>
                <a:cubicBezTo>
                  <a:pt x="0" y="93509"/>
                  <a:pt x="6397" y="105460"/>
                  <a:pt x="16284" y="111978"/>
                </a:cubicBezTo>
                <a:lnTo>
                  <a:pt x="47781" y="138251"/>
                </a:lnTo>
                <a:lnTo>
                  <a:pt x="48532" y="394856"/>
                </a:lnTo>
                <a:cubicBezTo>
                  <a:pt x="41957" y="396970"/>
                  <a:pt x="36749" y="402295"/>
                  <a:pt x="35287" y="409155"/>
                </a:cubicBezTo>
                <a:lnTo>
                  <a:pt x="29190" y="437970"/>
                </a:lnTo>
                <a:cubicBezTo>
                  <a:pt x="28018" y="443523"/>
                  <a:pt x="29405" y="449263"/>
                  <a:pt x="33016" y="453709"/>
                </a:cubicBezTo>
                <a:cubicBezTo>
                  <a:pt x="36797" y="458381"/>
                  <a:pt x="42462" y="461043"/>
                  <a:pt x="48559" y="461043"/>
                </a:cubicBezTo>
                <a:lnTo>
                  <a:pt x="105064" y="461043"/>
                </a:lnTo>
                <a:cubicBezTo>
                  <a:pt x="111161" y="461043"/>
                  <a:pt x="116826" y="458379"/>
                  <a:pt x="120607" y="453709"/>
                </a:cubicBezTo>
                <a:cubicBezTo>
                  <a:pt x="124218" y="449263"/>
                  <a:pt x="125607" y="443521"/>
                  <a:pt x="124434" y="437970"/>
                </a:cubicBezTo>
                <a:lnTo>
                  <a:pt x="118336" y="409155"/>
                </a:lnTo>
                <a:cubicBezTo>
                  <a:pt x="116934" y="402575"/>
                  <a:pt x="112091" y="397367"/>
                  <a:pt x="105898" y="395085"/>
                </a:cubicBezTo>
                <a:lnTo>
                  <a:pt x="105898" y="120776"/>
                </a:lnTo>
                <a:cubicBezTo>
                  <a:pt x="105898" y="115053"/>
                  <a:pt x="103375" y="109671"/>
                  <a:pt x="98967" y="106003"/>
                </a:cubicBezTo>
                <a:lnTo>
                  <a:pt x="57628" y="71702"/>
                </a:lnTo>
                <a:lnTo>
                  <a:pt x="57628" y="57632"/>
                </a:lnTo>
                <a:lnTo>
                  <a:pt x="134469" y="57632"/>
                </a:lnTo>
                <a:cubicBezTo>
                  <a:pt x="145060" y="57632"/>
                  <a:pt x="153679" y="49013"/>
                  <a:pt x="153679" y="38422"/>
                </a:cubicBezTo>
                <a:lnTo>
                  <a:pt x="153679" y="19212"/>
                </a:lnTo>
                <a:cubicBezTo>
                  <a:pt x="153679" y="8622"/>
                  <a:pt x="145060" y="2"/>
                  <a:pt x="134469" y="2"/>
                </a:cubicBezTo>
                <a:close/>
                <a:moveTo>
                  <a:pt x="47987" y="441946"/>
                </a:moveTo>
                <a:lnTo>
                  <a:pt x="54657" y="413018"/>
                </a:lnTo>
                <a:lnTo>
                  <a:pt x="98967" y="413018"/>
                </a:lnTo>
                <a:lnTo>
                  <a:pt x="105064" y="441833"/>
                </a:lnTo>
                <a:lnTo>
                  <a:pt x="47987" y="441946"/>
                </a:lnTo>
                <a:close/>
                <a:moveTo>
                  <a:pt x="134471" y="38420"/>
                </a:moveTo>
                <a:lnTo>
                  <a:pt x="57630" y="38420"/>
                </a:lnTo>
                <a:cubicBezTo>
                  <a:pt x="47040" y="38420"/>
                  <a:pt x="38420" y="47040"/>
                  <a:pt x="38420" y="57630"/>
                </a:cubicBezTo>
                <a:lnTo>
                  <a:pt x="38420" y="71700"/>
                </a:lnTo>
                <a:cubicBezTo>
                  <a:pt x="38420" y="78135"/>
                  <a:pt x="41619" y="84110"/>
                  <a:pt x="46158" y="87074"/>
                </a:cubicBezTo>
                <a:lnTo>
                  <a:pt x="86690" y="120776"/>
                </a:lnTo>
                <a:lnTo>
                  <a:pt x="86690" y="393808"/>
                </a:lnTo>
                <a:lnTo>
                  <a:pt x="67739" y="393808"/>
                </a:lnTo>
                <a:lnTo>
                  <a:pt x="66991" y="138194"/>
                </a:lnTo>
                <a:cubicBezTo>
                  <a:pt x="66972" y="132490"/>
                  <a:pt x="64450" y="127125"/>
                  <a:pt x="60087" y="123496"/>
                </a:cubicBezTo>
                <a:lnTo>
                  <a:pt x="27764" y="96613"/>
                </a:lnTo>
                <a:cubicBezTo>
                  <a:pt x="22409" y="93040"/>
                  <a:pt x="19210" y="87064"/>
                  <a:pt x="19210" y="80631"/>
                </a:cubicBezTo>
                <a:lnTo>
                  <a:pt x="19210" y="38420"/>
                </a:lnTo>
                <a:cubicBezTo>
                  <a:pt x="19210" y="27830"/>
                  <a:pt x="27830" y="19210"/>
                  <a:pt x="38420" y="19210"/>
                </a:cubicBezTo>
                <a:lnTo>
                  <a:pt x="134471" y="19210"/>
                </a:lnTo>
                <a:lnTo>
                  <a:pt x="134471" y="38420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149" descr="Wheelchair icon.">
            <a:extLst>
              <a:ext uri="{FF2B5EF4-FFF2-40B4-BE49-F238E27FC236}">
                <a16:creationId xmlns:a16="http://schemas.microsoft.com/office/drawing/2014/main" id="{BCAFA694-01C8-4D48-A739-A408C9CD86EE}"/>
              </a:ext>
            </a:extLst>
          </p:cNvPr>
          <p:cNvSpPr>
            <a:spLocks noChangeAspect="1"/>
          </p:cNvSpPr>
          <p:nvPr/>
        </p:nvSpPr>
        <p:spPr>
          <a:xfrm>
            <a:off x="10806170" y="4307608"/>
            <a:ext cx="382442" cy="401025"/>
          </a:xfrm>
          <a:custGeom>
            <a:avLst/>
            <a:gdLst>
              <a:gd name="connsiteX0" fmla="*/ 332770 w 382442"/>
              <a:gd name="connsiteY0" fmla="*/ 362993 h 401025"/>
              <a:gd name="connsiteX1" fmla="*/ 315576 w 382442"/>
              <a:gd name="connsiteY1" fmla="*/ 256006 h 401025"/>
              <a:gd name="connsiteX2" fmla="*/ 296471 w 382442"/>
              <a:gd name="connsiteY2" fmla="*/ 240722 h 401025"/>
              <a:gd name="connsiteX3" fmla="*/ 263992 w 382442"/>
              <a:gd name="connsiteY3" fmla="*/ 240722 h 401025"/>
              <a:gd name="connsiteX4" fmla="*/ 248708 w 382442"/>
              <a:gd name="connsiteY4" fmla="*/ 200602 h 401025"/>
              <a:gd name="connsiteX5" fmla="*/ 248708 w 382442"/>
              <a:gd name="connsiteY5" fmla="*/ 124182 h 401025"/>
              <a:gd name="connsiteX6" fmla="*/ 229603 w 382442"/>
              <a:gd name="connsiteY6" fmla="*/ 105077 h 401025"/>
              <a:gd name="connsiteX7" fmla="*/ 76764 w 382442"/>
              <a:gd name="connsiteY7" fmla="*/ 105077 h 401025"/>
              <a:gd name="connsiteX8" fmla="*/ 76764 w 382442"/>
              <a:gd name="connsiteY8" fmla="*/ 19105 h 401025"/>
              <a:gd name="connsiteX9" fmla="*/ 57659 w 382442"/>
              <a:gd name="connsiteY9" fmla="*/ 0 h 401025"/>
              <a:gd name="connsiteX10" fmla="*/ 344 w 382442"/>
              <a:gd name="connsiteY10" fmla="*/ 0 h 401025"/>
              <a:gd name="connsiteX11" fmla="*/ 344 w 382442"/>
              <a:gd name="connsiteY11" fmla="*/ 19105 h 401025"/>
              <a:gd name="connsiteX12" fmla="*/ 57659 w 382442"/>
              <a:gd name="connsiteY12" fmla="*/ 19105 h 401025"/>
              <a:gd name="connsiteX13" fmla="*/ 57659 w 382442"/>
              <a:gd name="connsiteY13" fmla="*/ 158571 h 401025"/>
              <a:gd name="connsiteX14" fmla="*/ 25181 w 382442"/>
              <a:gd name="connsiteY14" fmla="*/ 343889 h 401025"/>
              <a:gd name="connsiteX15" fmla="*/ 210499 w 382442"/>
              <a:gd name="connsiteY15" fmla="*/ 376367 h 401025"/>
              <a:gd name="connsiteX16" fmla="*/ 267813 w 382442"/>
              <a:gd name="connsiteY16" fmla="*/ 265558 h 401025"/>
              <a:gd name="connsiteX17" fmla="*/ 267813 w 382442"/>
              <a:gd name="connsiteY17" fmla="*/ 256006 h 401025"/>
              <a:gd name="connsiteX18" fmla="*/ 298381 w 382442"/>
              <a:gd name="connsiteY18" fmla="*/ 256006 h 401025"/>
              <a:gd name="connsiteX19" fmla="*/ 315576 w 382442"/>
              <a:gd name="connsiteY19" fmla="*/ 362993 h 401025"/>
              <a:gd name="connsiteX20" fmla="*/ 334680 w 382442"/>
              <a:gd name="connsiteY20" fmla="*/ 378277 h 401025"/>
              <a:gd name="connsiteX21" fmla="*/ 382443 w 382442"/>
              <a:gd name="connsiteY21" fmla="*/ 378277 h 401025"/>
              <a:gd name="connsiteX22" fmla="*/ 382443 w 382442"/>
              <a:gd name="connsiteY22" fmla="*/ 359172 h 401025"/>
              <a:gd name="connsiteX23" fmla="*/ 332770 w 382442"/>
              <a:gd name="connsiteY23" fmla="*/ 359172 h 401025"/>
              <a:gd name="connsiteX24" fmla="*/ 76764 w 382442"/>
              <a:gd name="connsiteY24" fmla="*/ 124182 h 401025"/>
              <a:gd name="connsiteX25" fmla="*/ 229603 w 382442"/>
              <a:gd name="connsiteY25" fmla="*/ 124182 h 401025"/>
              <a:gd name="connsiteX26" fmla="*/ 229603 w 382442"/>
              <a:gd name="connsiteY26" fmla="*/ 175765 h 401025"/>
              <a:gd name="connsiteX27" fmla="*/ 76764 w 382442"/>
              <a:gd name="connsiteY27" fmla="*/ 147108 h 401025"/>
              <a:gd name="connsiteX28" fmla="*/ 76764 w 382442"/>
              <a:gd name="connsiteY28" fmla="*/ 124182 h 401025"/>
              <a:gd name="connsiteX29" fmla="*/ 134079 w 382442"/>
              <a:gd name="connsiteY29" fmla="*/ 382098 h 401025"/>
              <a:gd name="connsiteX30" fmla="*/ 19449 w 382442"/>
              <a:gd name="connsiteY30" fmla="*/ 267469 h 401025"/>
              <a:gd name="connsiteX31" fmla="*/ 134079 w 382442"/>
              <a:gd name="connsiteY31" fmla="*/ 152839 h 401025"/>
              <a:gd name="connsiteX32" fmla="*/ 248708 w 382442"/>
              <a:gd name="connsiteY32" fmla="*/ 267469 h 401025"/>
              <a:gd name="connsiteX33" fmla="*/ 134079 w 382442"/>
              <a:gd name="connsiteY33" fmla="*/ 382098 h 40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82442" h="401025">
                <a:moveTo>
                  <a:pt x="332770" y="362993"/>
                </a:moveTo>
                <a:lnTo>
                  <a:pt x="315576" y="256006"/>
                </a:lnTo>
                <a:cubicBezTo>
                  <a:pt x="313665" y="246453"/>
                  <a:pt x="306023" y="240722"/>
                  <a:pt x="296471" y="240722"/>
                </a:cubicBezTo>
                <a:lnTo>
                  <a:pt x="263992" y="240722"/>
                </a:lnTo>
                <a:cubicBezTo>
                  <a:pt x="260171" y="227349"/>
                  <a:pt x="254440" y="213975"/>
                  <a:pt x="248708" y="200602"/>
                </a:cubicBezTo>
                <a:lnTo>
                  <a:pt x="248708" y="124182"/>
                </a:lnTo>
                <a:cubicBezTo>
                  <a:pt x="248708" y="112719"/>
                  <a:pt x="241066" y="105077"/>
                  <a:pt x="229603" y="105077"/>
                </a:cubicBezTo>
                <a:lnTo>
                  <a:pt x="76764" y="105077"/>
                </a:lnTo>
                <a:lnTo>
                  <a:pt x="76764" y="19105"/>
                </a:lnTo>
                <a:cubicBezTo>
                  <a:pt x="76764" y="7642"/>
                  <a:pt x="69122" y="0"/>
                  <a:pt x="57659" y="0"/>
                </a:cubicBezTo>
                <a:lnTo>
                  <a:pt x="344" y="0"/>
                </a:lnTo>
                <a:lnTo>
                  <a:pt x="344" y="19105"/>
                </a:lnTo>
                <a:lnTo>
                  <a:pt x="57659" y="19105"/>
                </a:lnTo>
                <a:lnTo>
                  <a:pt x="57659" y="158571"/>
                </a:lnTo>
                <a:cubicBezTo>
                  <a:pt x="-3477" y="200602"/>
                  <a:pt x="-18760" y="284663"/>
                  <a:pt x="25181" y="343889"/>
                </a:cubicBezTo>
                <a:cubicBezTo>
                  <a:pt x="69122" y="403114"/>
                  <a:pt x="151273" y="420308"/>
                  <a:pt x="210499" y="376367"/>
                </a:cubicBezTo>
                <a:cubicBezTo>
                  <a:pt x="246798" y="351530"/>
                  <a:pt x="267813" y="309500"/>
                  <a:pt x="267813" y="265558"/>
                </a:cubicBezTo>
                <a:cubicBezTo>
                  <a:pt x="267813" y="261737"/>
                  <a:pt x="267813" y="257916"/>
                  <a:pt x="267813" y="256006"/>
                </a:cubicBezTo>
                <a:lnTo>
                  <a:pt x="298381" y="256006"/>
                </a:lnTo>
                <a:lnTo>
                  <a:pt x="315576" y="362993"/>
                </a:lnTo>
                <a:cubicBezTo>
                  <a:pt x="317486" y="372546"/>
                  <a:pt x="325128" y="378277"/>
                  <a:pt x="334680" y="378277"/>
                </a:cubicBezTo>
                <a:lnTo>
                  <a:pt x="382443" y="378277"/>
                </a:lnTo>
                <a:lnTo>
                  <a:pt x="382443" y="359172"/>
                </a:lnTo>
                <a:lnTo>
                  <a:pt x="332770" y="359172"/>
                </a:lnTo>
                <a:close/>
                <a:moveTo>
                  <a:pt x="76764" y="124182"/>
                </a:moveTo>
                <a:lnTo>
                  <a:pt x="229603" y="124182"/>
                </a:lnTo>
                <a:lnTo>
                  <a:pt x="229603" y="175765"/>
                </a:lnTo>
                <a:cubicBezTo>
                  <a:pt x="189483" y="133734"/>
                  <a:pt x="128347" y="122271"/>
                  <a:pt x="76764" y="147108"/>
                </a:cubicBezTo>
                <a:lnTo>
                  <a:pt x="76764" y="124182"/>
                </a:lnTo>
                <a:close/>
                <a:moveTo>
                  <a:pt x="134079" y="382098"/>
                </a:moveTo>
                <a:cubicBezTo>
                  <a:pt x="71033" y="382098"/>
                  <a:pt x="19449" y="330515"/>
                  <a:pt x="19449" y="267469"/>
                </a:cubicBezTo>
                <a:cubicBezTo>
                  <a:pt x="19449" y="204423"/>
                  <a:pt x="71033" y="152839"/>
                  <a:pt x="134079" y="152839"/>
                </a:cubicBezTo>
                <a:cubicBezTo>
                  <a:pt x="197125" y="152839"/>
                  <a:pt x="248708" y="204423"/>
                  <a:pt x="248708" y="267469"/>
                </a:cubicBezTo>
                <a:cubicBezTo>
                  <a:pt x="248708" y="330515"/>
                  <a:pt x="197125" y="382098"/>
                  <a:pt x="134079" y="38209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Graphic 141" descr="Screen with pulse icon.">
            <a:extLst>
              <a:ext uri="{FF2B5EF4-FFF2-40B4-BE49-F238E27FC236}">
                <a16:creationId xmlns:a16="http://schemas.microsoft.com/office/drawing/2014/main" id="{68220067-703F-4858-A9CC-672626AC9F02}"/>
              </a:ext>
            </a:extLst>
          </p:cNvPr>
          <p:cNvSpPr>
            <a:spLocks noChangeAspect="1"/>
          </p:cNvSpPr>
          <p:nvPr/>
        </p:nvSpPr>
        <p:spPr>
          <a:xfrm>
            <a:off x="938810" y="5237769"/>
            <a:ext cx="458518" cy="343888"/>
          </a:xfrm>
          <a:custGeom>
            <a:avLst/>
            <a:gdLst>
              <a:gd name="connsiteX0" fmla="*/ 439413 w 458518"/>
              <a:gd name="connsiteY0" fmla="*/ 0 h 343888"/>
              <a:gd name="connsiteX1" fmla="*/ 19105 w 458518"/>
              <a:gd name="connsiteY1" fmla="*/ 0 h 343888"/>
              <a:gd name="connsiteX2" fmla="*/ 0 w 458518"/>
              <a:gd name="connsiteY2" fmla="*/ 19105 h 343888"/>
              <a:gd name="connsiteX3" fmla="*/ 0 w 458518"/>
              <a:gd name="connsiteY3" fmla="*/ 324784 h 343888"/>
              <a:gd name="connsiteX4" fmla="*/ 19105 w 458518"/>
              <a:gd name="connsiteY4" fmla="*/ 343889 h 343888"/>
              <a:gd name="connsiteX5" fmla="*/ 439413 w 458518"/>
              <a:gd name="connsiteY5" fmla="*/ 343889 h 343888"/>
              <a:gd name="connsiteX6" fmla="*/ 458518 w 458518"/>
              <a:gd name="connsiteY6" fmla="*/ 324784 h 343888"/>
              <a:gd name="connsiteX7" fmla="*/ 458518 w 458518"/>
              <a:gd name="connsiteY7" fmla="*/ 19105 h 343888"/>
              <a:gd name="connsiteX8" fmla="*/ 439413 w 458518"/>
              <a:gd name="connsiteY8" fmla="*/ 0 h 343888"/>
              <a:gd name="connsiteX9" fmla="*/ 439413 w 458518"/>
              <a:gd name="connsiteY9" fmla="*/ 324784 h 343888"/>
              <a:gd name="connsiteX10" fmla="*/ 19105 w 458518"/>
              <a:gd name="connsiteY10" fmla="*/ 324784 h 343888"/>
              <a:gd name="connsiteX11" fmla="*/ 19105 w 458518"/>
              <a:gd name="connsiteY11" fmla="*/ 19105 h 343888"/>
              <a:gd name="connsiteX12" fmla="*/ 439413 w 458518"/>
              <a:gd name="connsiteY12" fmla="*/ 19105 h 343888"/>
              <a:gd name="connsiteX13" fmla="*/ 439413 w 458518"/>
              <a:gd name="connsiteY13" fmla="*/ 324784 h 343888"/>
              <a:gd name="connsiteX14" fmla="*/ 57315 w 458518"/>
              <a:gd name="connsiteY14" fmla="*/ 305679 h 343888"/>
              <a:gd name="connsiteX15" fmla="*/ 401203 w 458518"/>
              <a:gd name="connsiteY15" fmla="*/ 305679 h 343888"/>
              <a:gd name="connsiteX16" fmla="*/ 420308 w 458518"/>
              <a:gd name="connsiteY16" fmla="*/ 286574 h 343888"/>
              <a:gd name="connsiteX17" fmla="*/ 420308 w 458518"/>
              <a:gd name="connsiteY17" fmla="*/ 57315 h 343888"/>
              <a:gd name="connsiteX18" fmla="*/ 401203 w 458518"/>
              <a:gd name="connsiteY18" fmla="*/ 38210 h 343888"/>
              <a:gd name="connsiteX19" fmla="*/ 57315 w 458518"/>
              <a:gd name="connsiteY19" fmla="*/ 38210 h 343888"/>
              <a:gd name="connsiteX20" fmla="*/ 38210 w 458518"/>
              <a:gd name="connsiteY20" fmla="*/ 57315 h 343888"/>
              <a:gd name="connsiteX21" fmla="*/ 38210 w 458518"/>
              <a:gd name="connsiteY21" fmla="*/ 286574 h 343888"/>
              <a:gd name="connsiteX22" fmla="*/ 57315 w 458518"/>
              <a:gd name="connsiteY22" fmla="*/ 305679 h 343888"/>
              <a:gd name="connsiteX23" fmla="*/ 57315 w 458518"/>
              <a:gd name="connsiteY23" fmla="*/ 286574 h 343888"/>
              <a:gd name="connsiteX24" fmla="*/ 57315 w 458518"/>
              <a:gd name="connsiteY24" fmla="*/ 286574 h 343888"/>
              <a:gd name="connsiteX25" fmla="*/ 57315 w 458518"/>
              <a:gd name="connsiteY25" fmla="*/ 181497 h 343888"/>
              <a:gd name="connsiteX26" fmla="*/ 149018 w 458518"/>
              <a:gd name="connsiteY26" fmla="*/ 181497 h 343888"/>
              <a:gd name="connsiteX27" fmla="*/ 164302 w 458518"/>
              <a:gd name="connsiteY27" fmla="*/ 173855 h 343888"/>
              <a:gd name="connsiteX28" fmla="*/ 179586 w 458518"/>
              <a:gd name="connsiteY28" fmla="*/ 152839 h 343888"/>
              <a:gd name="connsiteX29" fmla="*/ 210154 w 458518"/>
              <a:gd name="connsiteY29" fmla="*/ 227349 h 343888"/>
              <a:gd name="connsiteX30" fmla="*/ 227349 w 458518"/>
              <a:gd name="connsiteY30" fmla="*/ 238811 h 343888"/>
              <a:gd name="connsiteX31" fmla="*/ 229259 w 458518"/>
              <a:gd name="connsiteY31" fmla="*/ 238811 h 343888"/>
              <a:gd name="connsiteX32" fmla="*/ 246453 w 458518"/>
              <a:gd name="connsiteY32" fmla="*/ 225438 h 343888"/>
              <a:gd name="connsiteX33" fmla="*/ 277021 w 458518"/>
              <a:gd name="connsiteY33" fmla="*/ 124182 h 343888"/>
              <a:gd name="connsiteX34" fmla="*/ 294216 w 458518"/>
              <a:gd name="connsiteY34" fmla="*/ 168123 h 343888"/>
              <a:gd name="connsiteX35" fmla="*/ 311410 w 458518"/>
              <a:gd name="connsiteY35" fmla="*/ 179586 h 343888"/>
              <a:gd name="connsiteX36" fmla="*/ 401203 w 458518"/>
              <a:gd name="connsiteY36" fmla="*/ 179586 h 343888"/>
              <a:gd name="connsiteX37" fmla="*/ 401203 w 458518"/>
              <a:gd name="connsiteY37" fmla="*/ 286574 h 343888"/>
              <a:gd name="connsiteX38" fmla="*/ 57315 w 458518"/>
              <a:gd name="connsiteY38" fmla="*/ 286574 h 343888"/>
              <a:gd name="connsiteX39" fmla="*/ 401203 w 458518"/>
              <a:gd name="connsiteY39" fmla="*/ 57315 h 343888"/>
              <a:gd name="connsiteX40" fmla="*/ 401203 w 458518"/>
              <a:gd name="connsiteY40" fmla="*/ 162392 h 343888"/>
              <a:gd name="connsiteX41" fmla="*/ 311410 w 458518"/>
              <a:gd name="connsiteY41" fmla="*/ 162392 h 343888"/>
              <a:gd name="connsiteX42" fmla="*/ 294216 w 458518"/>
              <a:gd name="connsiteY42" fmla="*/ 118450 h 343888"/>
              <a:gd name="connsiteX43" fmla="*/ 275111 w 458518"/>
              <a:gd name="connsiteY43" fmla="*/ 106988 h 343888"/>
              <a:gd name="connsiteX44" fmla="*/ 257916 w 458518"/>
              <a:gd name="connsiteY44" fmla="*/ 120361 h 343888"/>
              <a:gd name="connsiteX45" fmla="*/ 225438 w 458518"/>
              <a:gd name="connsiteY45" fmla="*/ 221617 h 343888"/>
              <a:gd name="connsiteX46" fmla="*/ 194870 w 458518"/>
              <a:gd name="connsiteY46" fmla="*/ 147108 h 343888"/>
              <a:gd name="connsiteX47" fmla="*/ 179586 w 458518"/>
              <a:gd name="connsiteY47" fmla="*/ 135645 h 343888"/>
              <a:gd name="connsiteX48" fmla="*/ 162392 w 458518"/>
              <a:gd name="connsiteY48" fmla="*/ 143287 h 343888"/>
              <a:gd name="connsiteX49" fmla="*/ 147108 w 458518"/>
              <a:gd name="connsiteY49" fmla="*/ 164302 h 343888"/>
              <a:gd name="connsiteX50" fmla="*/ 57315 w 458518"/>
              <a:gd name="connsiteY50" fmla="*/ 164302 h 343888"/>
              <a:gd name="connsiteX51" fmla="*/ 57315 w 458518"/>
              <a:gd name="connsiteY51" fmla="*/ 57315 h 343888"/>
              <a:gd name="connsiteX52" fmla="*/ 401203 w 458518"/>
              <a:gd name="connsiteY52" fmla="*/ 5731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518" h="343888"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324784"/>
                </a:moveTo>
                <a:lnTo>
                  <a:pt x="19105" y="324784"/>
                </a:lnTo>
                <a:lnTo>
                  <a:pt x="19105" y="19105"/>
                </a:lnTo>
                <a:lnTo>
                  <a:pt x="439413" y="19105"/>
                </a:lnTo>
                <a:lnTo>
                  <a:pt x="439413" y="324784"/>
                </a:lnTo>
                <a:close/>
                <a:moveTo>
                  <a:pt x="57315" y="305679"/>
                </a:moveTo>
                <a:lnTo>
                  <a:pt x="401203" y="305679"/>
                </a:lnTo>
                <a:cubicBezTo>
                  <a:pt x="412666" y="305679"/>
                  <a:pt x="420308" y="298037"/>
                  <a:pt x="420308" y="286574"/>
                </a:cubicBezTo>
                <a:lnTo>
                  <a:pt x="420308" y="57315"/>
                </a:lnTo>
                <a:cubicBezTo>
                  <a:pt x="420308" y="45852"/>
                  <a:pt x="412666" y="38210"/>
                  <a:pt x="401203" y="38210"/>
                </a:cubicBezTo>
                <a:lnTo>
                  <a:pt x="57315" y="38210"/>
                </a:lnTo>
                <a:cubicBezTo>
                  <a:pt x="45852" y="38210"/>
                  <a:pt x="38210" y="45852"/>
                  <a:pt x="38210" y="57315"/>
                </a:cubicBezTo>
                <a:lnTo>
                  <a:pt x="38210" y="286574"/>
                </a:lnTo>
                <a:cubicBezTo>
                  <a:pt x="38210" y="298037"/>
                  <a:pt x="45852" y="305679"/>
                  <a:pt x="57315" y="305679"/>
                </a:cubicBezTo>
                <a:close/>
                <a:moveTo>
                  <a:pt x="57315" y="286574"/>
                </a:moveTo>
                <a:lnTo>
                  <a:pt x="57315" y="286574"/>
                </a:lnTo>
                <a:lnTo>
                  <a:pt x="57315" y="181497"/>
                </a:lnTo>
                <a:lnTo>
                  <a:pt x="149018" y="181497"/>
                </a:lnTo>
                <a:cubicBezTo>
                  <a:pt x="154750" y="181497"/>
                  <a:pt x="160481" y="179586"/>
                  <a:pt x="164302" y="173855"/>
                </a:cubicBezTo>
                <a:lnTo>
                  <a:pt x="179586" y="152839"/>
                </a:lnTo>
                <a:lnTo>
                  <a:pt x="210154" y="227349"/>
                </a:lnTo>
                <a:cubicBezTo>
                  <a:pt x="213975" y="234990"/>
                  <a:pt x="219707" y="238811"/>
                  <a:pt x="227349" y="238811"/>
                </a:cubicBezTo>
                <a:lnTo>
                  <a:pt x="229259" y="238811"/>
                </a:lnTo>
                <a:cubicBezTo>
                  <a:pt x="236901" y="238811"/>
                  <a:pt x="244543" y="233080"/>
                  <a:pt x="246453" y="225438"/>
                </a:cubicBezTo>
                <a:lnTo>
                  <a:pt x="277021" y="124182"/>
                </a:lnTo>
                <a:lnTo>
                  <a:pt x="294216" y="168123"/>
                </a:lnTo>
                <a:cubicBezTo>
                  <a:pt x="296126" y="175765"/>
                  <a:pt x="303768" y="181497"/>
                  <a:pt x="311410" y="179586"/>
                </a:cubicBezTo>
                <a:lnTo>
                  <a:pt x="401203" y="179586"/>
                </a:lnTo>
                <a:lnTo>
                  <a:pt x="401203" y="286574"/>
                </a:lnTo>
                <a:lnTo>
                  <a:pt x="57315" y="286574"/>
                </a:lnTo>
                <a:close/>
                <a:moveTo>
                  <a:pt x="401203" y="57315"/>
                </a:moveTo>
                <a:lnTo>
                  <a:pt x="401203" y="162392"/>
                </a:lnTo>
                <a:lnTo>
                  <a:pt x="311410" y="162392"/>
                </a:lnTo>
                <a:lnTo>
                  <a:pt x="294216" y="118450"/>
                </a:lnTo>
                <a:cubicBezTo>
                  <a:pt x="292305" y="110809"/>
                  <a:pt x="282753" y="105077"/>
                  <a:pt x="275111" y="106988"/>
                </a:cubicBezTo>
                <a:cubicBezTo>
                  <a:pt x="267469" y="106988"/>
                  <a:pt x="259827" y="112719"/>
                  <a:pt x="257916" y="120361"/>
                </a:cubicBezTo>
                <a:lnTo>
                  <a:pt x="225438" y="221617"/>
                </a:lnTo>
                <a:lnTo>
                  <a:pt x="194870" y="147108"/>
                </a:lnTo>
                <a:cubicBezTo>
                  <a:pt x="192960" y="141376"/>
                  <a:pt x="187228" y="135645"/>
                  <a:pt x="179586" y="135645"/>
                </a:cubicBezTo>
                <a:cubicBezTo>
                  <a:pt x="171944" y="135645"/>
                  <a:pt x="166213" y="137555"/>
                  <a:pt x="162392" y="143287"/>
                </a:cubicBezTo>
                <a:lnTo>
                  <a:pt x="147108" y="164302"/>
                </a:lnTo>
                <a:lnTo>
                  <a:pt x="57315" y="164302"/>
                </a:lnTo>
                <a:lnTo>
                  <a:pt x="57315" y="57315"/>
                </a:lnTo>
                <a:lnTo>
                  <a:pt x="401203" y="573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Graphic 150" descr="X-ray icon.">
            <a:extLst>
              <a:ext uri="{FF2B5EF4-FFF2-40B4-BE49-F238E27FC236}">
                <a16:creationId xmlns:a16="http://schemas.microsoft.com/office/drawing/2014/main" id="{33D23CFD-5839-4FD4-8587-71ED221DE914}"/>
              </a:ext>
            </a:extLst>
          </p:cNvPr>
          <p:cNvSpPr>
            <a:spLocks noChangeAspect="1"/>
          </p:cNvSpPr>
          <p:nvPr/>
        </p:nvSpPr>
        <p:spPr>
          <a:xfrm>
            <a:off x="2173687" y="5237769"/>
            <a:ext cx="458518" cy="343888"/>
          </a:xfrm>
          <a:custGeom>
            <a:avLst/>
            <a:gdLst>
              <a:gd name="connsiteX0" fmla="*/ 439413 w 458518"/>
              <a:gd name="connsiteY0" fmla="*/ 0 h 343888"/>
              <a:gd name="connsiteX1" fmla="*/ 19105 w 458518"/>
              <a:gd name="connsiteY1" fmla="*/ 0 h 343888"/>
              <a:gd name="connsiteX2" fmla="*/ 0 w 458518"/>
              <a:gd name="connsiteY2" fmla="*/ 19105 h 343888"/>
              <a:gd name="connsiteX3" fmla="*/ 0 w 458518"/>
              <a:gd name="connsiteY3" fmla="*/ 324784 h 343888"/>
              <a:gd name="connsiteX4" fmla="*/ 19105 w 458518"/>
              <a:gd name="connsiteY4" fmla="*/ 343889 h 343888"/>
              <a:gd name="connsiteX5" fmla="*/ 439413 w 458518"/>
              <a:gd name="connsiteY5" fmla="*/ 343889 h 343888"/>
              <a:gd name="connsiteX6" fmla="*/ 458518 w 458518"/>
              <a:gd name="connsiteY6" fmla="*/ 324784 h 343888"/>
              <a:gd name="connsiteX7" fmla="*/ 458518 w 458518"/>
              <a:gd name="connsiteY7" fmla="*/ 19105 h 343888"/>
              <a:gd name="connsiteX8" fmla="*/ 439413 w 458518"/>
              <a:gd name="connsiteY8" fmla="*/ 0 h 343888"/>
              <a:gd name="connsiteX9" fmla="*/ 234990 w 458518"/>
              <a:gd name="connsiteY9" fmla="*/ 61136 h 343888"/>
              <a:gd name="connsiteX10" fmla="*/ 256006 w 458518"/>
              <a:gd name="connsiteY10" fmla="*/ 110809 h 343888"/>
              <a:gd name="connsiteX11" fmla="*/ 271290 w 458518"/>
              <a:gd name="connsiteY11" fmla="*/ 116540 h 343888"/>
              <a:gd name="connsiteX12" fmla="*/ 298037 w 458518"/>
              <a:gd name="connsiteY12" fmla="*/ 133734 h 343888"/>
              <a:gd name="connsiteX13" fmla="*/ 290395 w 458518"/>
              <a:gd name="connsiteY13" fmla="*/ 156660 h 343888"/>
              <a:gd name="connsiteX14" fmla="*/ 269379 w 458518"/>
              <a:gd name="connsiteY14" fmla="*/ 160481 h 343888"/>
              <a:gd name="connsiteX15" fmla="*/ 250274 w 458518"/>
              <a:gd name="connsiteY15" fmla="*/ 168123 h 343888"/>
              <a:gd name="connsiteX16" fmla="*/ 233080 w 458518"/>
              <a:gd name="connsiteY16" fmla="*/ 181497 h 343888"/>
              <a:gd name="connsiteX17" fmla="*/ 212065 w 458518"/>
              <a:gd name="connsiteY17" fmla="*/ 171944 h 343888"/>
              <a:gd name="connsiteX18" fmla="*/ 208244 w 458518"/>
              <a:gd name="connsiteY18" fmla="*/ 154750 h 343888"/>
              <a:gd name="connsiteX19" fmla="*/ 217796 w 458518"/>
              <a:gd name="connsiteY19" fmla="*/ 139466 h 343888"/>
              <a:gd name="connsiteX20" fmla="*/ 223528 w 458518"/>
              <a:gd name="connsiteY20" fmla="*/ 122271 h 343888"/>
              <a:gd name="connsiteX21" fmla="*/ 173855 w 458518"/>
              <a:gd name="connsiteY21" fmla="*/ 19105 h 343888"/>
              <a:gd name="connsiteX22" fmla="*/ 213975 w 458518"/>
              <a:gd name="connsiteY22" fmla="*/ 19105 h 343888"/>
              <a:gd name="connsiteX23" fmla="*/ 234990 w 458518"/>
              <a:gd name="connsiteY23" fmla="*/ 61136 h 343888"/>
              <a:gd name="connsiteX24" fmla="*/ 19105 w 458518"/>
              <a:gd name="connsiteY24" fmla="*/ 19105 h 343888"/>
              <a:gd name="connsiteX25" fmla="*/ 59225 w 458518"/>
              <a:gd name="connsiteY25" fmla="*/ 19105 h 343888"/>
              <a:gd name="connsiteX26" fmla="*/ 124182 w 458518"/>
              <a:gd name="connsiteY26" fmla="*/ 156660 h 343888"/>
              <a:gd name="connsiteX27" fmla="*/ 133734 w 458518"/>
              <a:gd name="connsiteY27" fmla="*/ 192960 h 343888"/>
              <a:gd name="connsiteX28" fmla="*/ 133734 w 458518"/>
              <a:gd name="connsiteY28" fmla="*/ 324784 h 343888"/>
              <a:gd name="connsiteX29" fmla="*/ 19105 w 458518"/>
              <a:gd name="connsiteY29" fmla="*/ 324784 h 343888"/>
              <a:gd name="connsiteX30" fmla="*/ 19105 w 458518"/>
              <a:gd name="connsiteY30" fmla="*/ 19105 h 343888"/>
              <a:gd name="connsiteX31" fmla="*/ 152839 w 458518"/>
              <a:gd name="connsiteY31" fmla="*/ 324784 h 343888"/>
              <a:gd name="connsiteX32" fmla="*/ 152839 w 458518"/>
              <a:gd name="connsiteY32" fmla="*/ 192960 h 343888"/>
              <a:gd name="connsiteX33" fmla="*/ 143287 w 458518"/>
              <a:gd name="connsiteY33" fmla="*/ 147108 h 343888"/>
              <a:gd name="connsiteX34" fmla="*/ 80241 w 458518"/>
              <a:gd name="connsiteY34" fmla="*/ 19105 h 343888"/>
              <a:gd name="connsiteX35" fmla="*/ 152839 w 458518"/>
              <a:gd name="connsiteY35" fmla="*/ 19105 h 343888"/>
              <a:gd name="connsiteX36" fmla="*/ 202512 w 458518"/>
              <a:gd name="connsiteY36" fmla="*/ 128003 h 343888"/>
              <a:gd name="connsiteX37" fmla="*/ 194870 w 458518"/>
              <a:gd name="connsiteY37" fmla="*/ 183407 h 343888"/>
              <a:gd name="connsiteX38" fmla="*/ 200602 w 458518"/>
              <a:gd name="connsiteY38" fmla="*/ 189139 h 343888"/>
              <a:gd name="connsiteX39" fmla="*/ 181497 w 458518"/>
              <a:gd name="connsiteY39" fmla="*/ 215886 h 343888"/>
              <a:gd name="connsiteX40" fmla="*/ 212065 w 458518"/>
              <a:gd name="connsiteY40" fmla="*/ 263648 h 343888"/>
              <a:gd name="connsiteX41" fmla="*/ 212065 w 458518"/>
              <a:gd name="connsiteY41" fmla="*/ 324784 h 343888"/>
              <a:gd name="connsiteX42" fmla="*/ 152839 w 458518"/>
              <a:gd name="connsiteY42" fmla="*/ 324784 h 343888"/>
              <a:gd name="connsiteX43" fmla="*/ 229259 w 458518"/>
              <a:gd name="connsiteY43" fmla="*/ 324784 h 343888"/>
              <a:gd name="connsiteX44" fmla="*/ 229259 w 458518"/>
              <a:gd name="connsiteY44" fmla="*/ 261737 h 343888"/>
              <a:gd name="connsiteX45" fmla="*/ 217796 w 458518"/>
              <a:gd name="connsiteY45" fmla="*/ 248364 h 343888"/>
              <a:gd name="connsiteX46" fmla="*/ 198691 w 458518"/>
              <a:gd name="connsiteY46" fmla="*/ 221617 h 343888"/>
              <a:gd name="connsiteX47" fmla="*/ 198691 w 458518"/>
              <a:gd name="connsiteY47" fmla="*/ 221617 h 343888"/>
              <a:gd name="connsiteX48" fmla="*/ 215886 w 458518"/>
              <a:gd name="connsiteY48" fmla="*/ 204423 h 343888"/>
              <a:gd name="connsiteX49" fmla="*/ 236901 w 458518"/>
              <a:gd name="connsiteY49" fmla="*/ 210154 h 343888"/>
              <a:gd name="connsiteX50" fmla="*/ 256006 w 458518"/>
              <a:gd name="connsiteY50" fmla="*/ 210154 h 343888"/>
              <a:gd name="connsiteX51" fmla="*/ 277021 w 458518"/>
              <a:gd name="connsiteY51" fmla="*/ 204423 h 343888"/>
              <a:gd name="connsiteX52" fmla="*/ 294216 w 458518"/>
              <a:gd name="connsiteY52" fmla="*/ 231170 h 343888"/>
              <a:gd name="connsiteX53" fmla="*/ 277021 w 458518"/>
              <a:gd name="connsiteY53" fmla="*/ 248364 h 343888"/>
              <a:gd name="connsiteX54" fmla="*/ 265558 w 458518"/>
              <a:gd name="connsiteY54" fmla="*/ 261737 h 343888"/>
              <a:gd name="connsiteX55" fmla="*/ 265558 w 458518"/>
              <a:gd name="connsiteY55" fmla="*/ 324784 h 343888"/>
              <a:gd name="connsiteX56" fmla="*/ 229259 w 458518"/>
              <a:gd name="connsiteY56" fmla="*/ 324784 h 343888"/>
              <a:gd name="connsiteX57" fmla="*/ 286574 w 458518"/>
              <a:gd name="connsiteY57" fmla="*/ 265558 h 343888"/>
              <a:gd name="connsiteX58" fmla="*/ 315231 w 458518"/>
              <a:gd name="connsiteY58" fmla="*/ 213975 h 343888"/>
              <a:gd name="connsiteX59" fmla="*/ 263648 w 458518"/>
              <a:gd name="connsiteY59" fmla="*/ 185318 h 343888"/>
              <a:gd name="connsiteX60" fmla="*/ 261737 w 458518"/>
              <a:gd name="connsiteY60" fmla="*/ 185318 h 343888"/>
              <a:gd name="connsiteX61" fmla="*/ 265558 w 458518"/>
              <a:gd name="connsiteY61" fmla="*/ 179586 h 343888"/>
              <a:gd name="connsiteX62" fmla="*/ 317142 w 458518"/>
              <a:gd name="connsiteY62" fmla="*/ 149018 h 343888"/>
              <a:gd name="connsiteX63" fmla="*/ 317142 w 458518"/>
              <a:gd name="connsiteY63" fmla="*/ 129913 h 343888"/>
              <a:gd name="connsiteX64" fmla="*/ 271290 w 458518"/>
              <a:gd name="connsiteY64" fmla="*/ 97435 h 343888"/>
              <a:gd name="connsiteX65" fmla="*/ 252185 w 458518"/>
              <a:gd name="connsiteY65" fmla="*/ 53494 h 343888"/>
              <a:gd name="connsiteX66" fmla="*/ 236901 w 458518"/>
              <a:gd name="connsiteY66" fmla="*/ 19105 h 343888"/>
              <a:gd name="connsiteX67" fmla="*/ 296126 w 458518"/>
              <a:gd name="connsiteY67" fmla="*/ 19105 h 343888"/>
              <a:gd name="connsiteX68" fmla="*/ 336247 w 458518"/>
              <a:gd name="connsiteY68" fmla="*/ 108898 h 343888"/>
              <a:gd name="connsiteX69" fmla="*/ 343889 w 458518"/>
              <a:gd name="connsiteY69" fmla="*/ 145197 h 343888"/>
              <a:gd name="connsiteX70" fmla="*/ 343889 w 458518"/>
              <a:gd name="connsiteY70" fmla="*/ 324784 h 343888"/>
              <a:gd name="connsiteX71" fmla="*/ 286574 w 458518"/>
              <a:gd name="connsiteY71" fmla="*/ 324784 h 343888"/>
              <a:gd name="connsiteX72" fmla="*/ 286574 w 458518"/>
              <a:gd name="connsiteY72" fmla="*/ 265558 h 343888"/>
              <a:gd name="connsiteX73" fmla="*/ 439413 w 458518"/>
              <a:gd name="connsiteY73" fmla="*/ 19105 h 343888"/>
              <a:gd name="connsiteX74" fmla="*/ 439413 w 458518"/>
              <a:gd name="connsiteY74" fmla="*/ 324784 h 343888"/>
              <a:gd name="connsiteX75" fmla="*/ 362993 w 458518"/>
              <a:gd name="connsiteY75" fmla="*/ 324784 h 343888"/>
              <a:gd name="connsiteX76" fmla="*/ 362993 w 458518"/>
              <a:gd name="connsiteY76" fmla="*/ 145197 h 343888"/>
              <a:gd name="connsiteX77" fmla="*/ 353441 w 458518"/>
              <a:gd name="connsiteY77" fmla="*/ 101256 h 343888"/>
              <a:gd name="connsiteX78" fmla="*/ 317142 w 458518"/>
              <a:gd name="connsiteY78" fmla="*/ 19105 h 343888"/>
              <a:gd name="connsiteX79" fmla="*/ 439413 w 458518"/>
              <a:gd name="connsiteY79" fmla="*/ 1910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58518" h="343888"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234990" y="61136"/>
                </a:moveTo>
                <a:cubicBezTo>
                  <a:pt x="246453" y="85972"/>
                  <a:pt x="254095" y="105077"/>
                  <a:pt x="256006" y="110809"/>
                </a:cubicBezTo>
                <a:cubicBezTo>
                  <a:pt x="257916" y="116540"/>
                  <a:pt x="265558" y="118450"/>
                  <a:pt x="271290" y="116540"/>
                </a:cubicBezTo>
                <a:cubicBezTo>
                  <a:pt x="282753" y="112719"/>
                  <a:pt x="296126" y="120361"/>
                  <a:pt x="298037" y="133734"/>
                </a:cubicBezTo>
                <a:cubicBezTo>
                  <a:pt x="299947" y="143287"/>
                  <a:pt x="296126" y="150929"/>
                  <a:pt x="290395" y="156660"/>
                </a:cubicBezTo>
                <a:cubicBezTo>
                  <a:pt x="284663" y="160481"/>
                  <a:pt x="275111" y="162392"/>
                  <a:pt x="269379" y="160481"/>
                </a:cubicBezTo>
                <a:cubicBezTo>
                  <a:pt x="261737" y="156660"/>
                  <a:pt x="254095" y="160481"/>
                  <a:pt x="250274" y="168123"/>
                </a:cubicBezTo>
                <a:cubicBezTo>
                  <a:pt x="248364" y="175765"/>
                  <a:pt x="240722" y="181497"/>
                  <a:pt x="233080" y="181497"/>
                </a:cubicBezTo>
                <a:cubicBezTo>
                  <a:pt x="225438" y="183407"/>
                  <a:pt x="215886" y="179586"/>
                  <a:pt x="212065" y="171944"/>
                </a:cubicBezTo>
                <a:cubicBezTo>
                  <a:pt x="208244" y="166213"/>
                  <a:pt x="206333" y="160481"/>
                  <a:pt x="208244" y="154750"/>
                </a:cubicBezTo>
                <a:cubicBezTo>
                  <a:pt x="210154" y="149018"/>
                  <a:pt x="212065" y="143287"/>
                  <a:pt x="217796" y="139466"/>
                </a:cubicBezTo>
                <a:cubicBezTo>
                  <a:pt x="223528" y="135645"/>
                  <a:pt x="225438" y="128003"/>
                  <a:pt x="223528" y="122271"/>
                </a:cubicBezTo>
                <a:lnTo>
                  <a:pt x="173855" y="19105"/>
                </a:lnTo>
                <a:lnTo>
                  <a:pt x="213975" y="19105"/>
                </a:lnTo>
                <a:lnTo>
                  <a:pt x="234990" y="61136"/>
                </a:lnTo>
                <a:close/>
                <a:moveTo>
                  <a:pt x="19105" y="19105"/>
                </a:moveTo>
                <a:lnTo>
                  <a:pt x="59225" y="19105"/>
                </a:lnTo>
                <a:lnTo>
                  <a:pt x="124182" y="156660"/>
                </a:lnTo>
                <a:cubicBezTo>
                  <a:pt x="129913" y="168123"/>
                  <a:pt x="133734" y="181497"/>
                  <a:pt x="133734" y="192960"/>
                </a:cubicBezTo>
                <a:lnTo>
                  <a:pt x="133734" y="324784"/>
                </a:lnTo>
                <a:lnTo>
                  <a:pt x="19105" y="324784"/>
                </a:lnTo>
                <a:lnTo>
                  <a:pt x="19105" y="19105"/>
                </a:lnTo>
                <a:close/>
                <a:moveTo>
                  <a:pt x="152839" y="324784"/>
                </a:moveTo>
                <a:lnTo>
                  <a:pt x="152839" y="192960"/>
                </a:lnTo>
                <a:cubicBezTo>
                  <a:pt x="152839" y="177676"/>
                  <a:pt x="149018" y="162392"/>
                  <a:pt x="143287" y="147108"/>
                </a:cubicBezTo>
                <a:lnTo>
                  <a:pt x="80241" y="19105"/>
                </a:lnTo>
                <a:lnTo>
                  <a:pt x="152839" y="19105"/>
                </a:lnTo>
                <a:lnTo>
                  <a:pt x="202512" y="128003"/>
                </a:lnTo>
                <a:cubicBezTo>
                  <a:pt x="185318" y="141376"/>
                  <a:pt x="183407" y="166213"/>
                  <a:pt x="194870" y="183407"/>
                </a:cubicBezTo>
                <a:cubicBezTo>
                  <a:pt x="196781" y="185318"/>
                  <a:pt x="198691" y="187228"/>
                  <a:pt x="200602" y="189139"/>
                </a:cubicBezTo>
                <a:cubicBezTo>
                  <a:pt x="191049" y="194870"/>
                  <a:pt x="183407" y="204423"/>
                  <a:pt x="181497" y="215886"/>
                </a:cubicBezTo>
                <a:cubicBezTo>
                  <a:pt x="177676" y="236901"/>
                  <a:pt x="191049" y="257916"/>
                  <a:pt x="212065" y="263648"/>
                </a:cubicBezTo>
                <a:lnTo>
                  <a:pt x="212065" y="324784"/>
                </a:lnTo>
                <a:lnTo>
                  <a:pt x="152839" y="324784"/>
                </a:lnTo>
                <a:close/>
                <a:moveTo>
                  <a:pt x="229259" y="324784"/>
                </a:moveTo>
                <a:lnTo>
                  <a:pt x="229259" y="261737"/>
                </a:lnTo>
                <a:cubicBezTo>
                  <a:pt x="229259" y="254095"/>
                  <a:pt x="223528" y="248364"/>
                  <a:pt x="217796" y="248364"/>
                </a:cubicBezTo>
                <a:cubicBezTo>
                  <a:pt x="204423" y="246453"/>
                  <a:pt x="196781" y="234990"/>
                  <a:pt x="198691" y="221617"/>
                </a:cubicBezTo>
                <a:cubicBezTo>
                  <a:pt x="198691" y="221617"/>
                  <a:pt x="198691" y="221617"/>
                  <a:pt x="198691" y="221617"/>
                </a:cubicBezTo>
                <a:cubicBezTo>
                  <a:pt x="200602" y="212065"/>
                  <a:pt x="208244" y="206333"/>
                  <a:pt x="215886" y="204423"/>
                </a:cubicBezTo>
                <a:cubicBezTo>
                  <a:pt x="223528" y="202512"/>
                  <a:pt x="231170" y="204423"/>
                  <a:pt x="236901" y="210154"/>
                </a:cubicBezTo>
                <a:cubicBezTo>
                  <a:pt x="242632" y="215886"/>
                  <a:pt x="250274" y="215886"/>
                  <a:pt x="256006" y="210154"/>
                </a:cubicBezTo>
                <a:cubicBezTo>
                  <a:pt x="261737" y="204423"/>
                  <a:pt x="269379" y="202512"/>
                  <a:pt x="277021" y="204423"/>
                </a:cubicBezTo>
                <a:cubicBezTo>
                  <a:pt x="288484" y="206333"/>
                  <a:pt x="298037" y="219707"/>
                  <a:pt x="294216" y="231170"/>
                </a:cubicBezTo>
                <a:cubicBezTo>
                  <a:pt x="292305" y="238811"/>
                  <a:pt x="284663" y="246453"/>
                  <a:pt x="277021" y="248364"/>
                </a:cubicBezTo>
                <a:cubicBezTo>
                  <a:pt x="271290" y="250274"/>
                  <a:pt x="265558" y="256006"/>
                  <a:pt x="265558" y="261737"/>
                </a:cubicBezTo>
                <a:lnTo>
                  <a:pt x="265558" y="324784"/>
                </a:lnTo>
                <a:lnTo>
                  <a:pt x="229259" y="324784"/>
                </a:lnTo>
                <a:close/>
                <a:moveTo>
                  <a:pt x="286574" y="265558"/>
                </a:moveTo>
                <a:cubicBezTo>
                  <a:pt x="309500" y="259827"/>
                  <a:pt x="322873" y="236901"/>
                  <a:pt x="315231" y="213975"/>
                </a:cubicBezTo>
                <a:cubicBezTo>
                  <a:pt x="309500" y="191049"/>
                  <a:pt x="286574" y="177676"/>
                  <a:pt x="263648" y="185318"/>
                </a:cubicBezTo>
                <a:cubicBezTo>
                  <a:pt x="263648" y="185318"/>
                  <a:pt x="261737" y="185318"/>
                  <a:pt x="261737" y="185318"/>
                </a:cubicBezTo>
                <a:cubicBezTo>
                  <a:pt x="263648" y="183407"/>
                  <a:pt x="263648" y="181497"/>
                  <a:pt x="265558" y="179586"/>
                </a:cubicBezTo>
                <a:cubicBezTo>
                  <a:pt x="288484" y="185318"/>
                  <a:pt x="311410" y="171944"/>
                  <a:pt x="317142" y="149018"/>
                </a:cubicBezTo>
                <a:cubicBezTo>
                  <a:pt x="319052" y="143287"/>
                  <a:pt x="319052" y="135645"/>
                  <a:pt x="317142" y="129913"/>
                </a:cubicBezTo>
                <a:cubicBezTo>
                  <a:pt x="313321" y="108898"/>
                  <a:pt x="292305" y="95525"/>
                  <a:pt x="271290" y="97435"/>
                </a:cubicBezTo>
                <a:cubicBezTo>
                  <a:pt x="267469" y="89793"/>
                  <a:pt x="259827" y="72599"/>
                  <a:pt x="252185" y="53494"/>
                </a:cubicBezTo>
                <a:lnTo>
                  <a:pt x="236901" y="19105"/>
                </a:lnTo>
                <a:lnTo>
                  <a:pt x="296126" y="19105"/>
                </a:lnTo>
                <a:lnTo>
                  <a:pt x="336247" y="108898"/>
                </a:lnTo>
                <a:cubicBezTo>
                  <a:pt x="341978" y="120361"/>
                  <a:pt x="343889" y="131824"/>
                  <a:pt x="343889" y="145197"/>
                </a:cubicBezTo>
                <a:lnTo>
                  <a:pt x="343889" y="324784"/>
                </a:lnTo>
                <a:lnTo>
                  <a:pt x="286574" y="324784"/>
                </a:lnTo>
                <a:lnTo>
                  <a:pt x="286574" y="265558"/>
                </a:lnTo>
                <a:close/>
                <a:moveTo>
                  <a:pt x="439413" y="19105"/>
                </a:moveTo>
                <a:lnTo>
                  <a:pt x="439413" y="324784"/>
                </a:lnTo>
                <a:lnTo>
                  <a:pt x="362993" y="324784"/>
                </a:lnTo>
                <a:lnTo>
                  <a:pt x="362993" y="145197"/>
                </a:lnTo>
                <a:cubicBezTo>
                  <a:pt x="362993" y="129913"/>
                  <a:pt x="359172" y="116540"/>
                  <a:pt x="353441" y="101256"/>
                </a:cubicBezTo>
                <a:lnTo>
                  <a:pt x="317142" y="19105"/>
                </a:lnTo>
                <a:lnTo>
                  <a:pt x="439413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143" descr="Sonogram icon.">
            <a:extLst>
              <a:ext uri="{FF2B5EF4-FFF2-40B4-BE49-F238E27FC236}">
                <a16:creationId xmlns:a16="http://schemas.microsoft.com/office/drawing/2014/main" id="{C71F948D-81F5-4E05-B552-75976D3393EC}"/>
              </a:ext>
            </a:extLst>
          </p:cNvPr>
          <p:cNvSpPr>
            <a:spLocks noChangeAspect="1"/>
          </p:cNvSpPr>
          <p:nvPr/>
        </p:nvSpPr>
        <p:spPr>
          <a:xfrm>
            <a:off x="3396109" y="5237769"/>
            <a:ext cx="458518" cy="343888"/>
          </a:xfrm>
          <a:custGeom>
            <a:avLst/>
            <a:gdLst>
              <a:gd name="connsiteX0" fmla="*/ 439413 w 458518"/>
              <a:gd name="connsiteY0" fmla="*/ 0 h 343888"/>
              <a:gd name="connsiteX1" fmla="*/ 19105 w 458518"/>
              <a:gd name="connsiteY1" fmla="*/ 0 h 343888"/>
              <a:gd name="connsiteX2" fmla="*/ 0 w 458518"/>
              <a:gd name="connsiteY2" fmla="*/ 19105 h 343888"/>
              <a:gd name="connsiteX3" fmla="*/ 0 w 458518"/>
              <a:gd name="connsiteY3" fmla="*/ 324784 h 343888"/>
              <a:gd name="connsiteX4" fmla="*/ 19105 w 458518"/>
              <a:gd name="connsiteY4" fmla="*/ 343889 h 343888"/>
              <a:gd name="connsiteX5" fmla="*/ 439413 w 458518"/>
              <a:gd name="connsiteY5" fmla="*/ 343889 h 343888"/>
              <a:gd name="connsiteX6" fmla="*/ 458518 w 458518"/>
              <a:gd name="connsiteY6" fmla="*/ 324784 h 343888"/>
              <a:gd name="connsiteX7" fmla="*/ 458518 w 458518"/>
              <a:gd name="connsiteY7" fmla="*/ 19105 h 343888"/>
              <a:gd name="connsiteX8" fmla="*/ 439413 w 458518"/>
              <a:gd name="connsiteY8" fmla="*/ 0 h 343888"/>
              <a:gd name="connsiteX9" fmla="*/ 439413 w 458518"/>
              <a:gd name="connsiteY9" fmla="*/ 19105 h 343888"/>
              <a:gd name="connsiteX10" fmla="*/ 439413 w 458518"/>
              <a:gd name="connsiteY10" fmla="*/ 177676 h 343888"/>
              <a:gd name="connsiteX11" fmla="*/ 309500 w 458518"/>
              <a:gd name="connsiteY11" fmla="*/ 47762 h 343888"/>
              <a:gd name="connsiteX12" fmla="*/ 278932 w 458518"/>
              <a:gd name="connsiteY12" fmla="*/ 45852 h 343888"/>
              <a:gd name="connsiteX13" fmla="*/ 177676 w 458518"/>
              <a:gd name="connsiteY13" fmla="*/ 45852 h 343888"/>
              <a:gd name="connsiteX14" fmla="*/ 149018 w 458518"/>
              <a:gd name="connsiteY14" fmla="*/ 47762 h 343888"/>
              <a:gd name="connsiteX15" fmla="*/ 19105 w 458518"/>
              <a:gd name="connsiteY15" fmla="*/ 177676 h 343888"/>
              <a:gd name="connsiteX16" fmla="*/ 19105 w 458518"/>
              <a:gd name="connsiteY16" fmla="*/ 19105 h 343888"/>
              <a:gd name="connsiteX17" fmla="*/ 439413 w 458518"/>
              <a:gd name="connsiteY17" fmla="*/ 19105 h 343888"/>
              <a:gd name="connsiteX18" fmla="*/ 210154 w 458518"/>
              <a:gd name="connsiteY18" fmla="*/ 191049 h 343888"/>
              <a:gd name="connsiteX19" fmla="*/ 206333 w 458518"/>
              <a:gd name="connsiteY19" fmla="*/ 194870 h 343888"/>
              <a:gd name="connsiteX20" fmla="*/ 202512 w 458518"/>
              <a:gd name="connsiteY20" fmla="*/ 191049 h 343888"/>
              <a:gd name="connsiteX21" fmla="*/ 194870 w 458518"/>
              <a:gd name="connsiteY21" fmla="*/ 183407 h 343888"/>
              <a:gd name="connsiteX22" fmla="*/ 187228 w 458518"/>
              <a:gd name="connsiteY22" fmla="*/ 171944 h 343888"/>
              <a:gd name="connsiteX23" fmla="*/ 181497 w 458518"/>
              <a:gd name="connsiteY23" fmla="*/ 164302 h 343888"/>
              <a:gd name="connsiteX24" fmla="*/ 150929 w 458518"/>
              <a:gd name="connsiteY24" fmla="*/ 137555 h 343888"/>
              <a:gd name="connsiteX25" fmla="*/ 145197 w 458518"/>
              <a:gd name="connsiteY25" fmla="*/ 135645 h 343888"/>
              <a:gd name="connsiteX26" fmla="*/ 128003 w 458518"/>
              <a:gd name="connsiteY26" fmla="*/ 128003 h 343888"/>
              <a:gd name="connsiteX27" fmla="*/ 124182 w 458518"/>
              <a:gd name="connsiteY27" fmla="*/ 97435 h 343888"/>
              <a:gd name="connsiteX28" fmla="*/ 160481 w 458518"/>
              <a:gd name="connsiteY28" fmla="*/ 61136 h 343888"/>
              <a:gd name="connsiteX29" fmla="*/ 162392 w 458518"/>
              <a:gd name="connsiteY29" fmla="*/ 61136 h 343888"/>
              <a:gd name="connsiteX30" fmla="*/ 164302 w 458518"/>
              <a:gd name="connsiteY30" fmla="*/ 61136 h 343888"/>
              <a:gd name="connsiteX31" fmla="*/ 290395 w 458518"/>
              <a:gd name="connsiteY31" fmla="*/ 61136 h 343888"/>
              <a:gd name="connsiteX32" fmla="*/ 294216 w 458518"/>
              <a:gd name="connsiteY32" fmla="*/ 61136 h 343888"/>
              <a:gd name="connsiteX33" fmla="*/ 435592 w 458518"/>
              <a:gd name="connsiteY33" fmla="*/ 202512 h 343888"/>
              <a:gd name="connsiteX34" fmla="*/ 437503 w 458518"/>
              <a:gd name="connsiteY34" fmla="*/ 206333 h 343888"/>
              <a:gd name="connsiteX35" fmla="*/ 435592 w 458518"/>
              <a:gd name="connsiteY35" fmla="*/ 208244 h 343888"/>
              <a:gd name="connsiteX36" fmla="*/ 227349 w 458518"/>
              <a:gd name="connsiteY36" fmla="*/ 286574 h 343888"/>
              <a:gd name="connsiteX37" fmla="*/ 17194 w 458518"/>
              <a:gd name="connsiteY37" fmla="*/ 208244 h 343888"/>
              <a:gd name="connsiteX38" fmla="*/ 17194 w 458518"/>
              <a:gd name="connsiteY38" fmla="*/ 206333 h 343888"/>
              <a:gd name="connsiteX39" fmla="*/ 19105 w 458518"/>
              <a:gd name="connsiteY39" fmla="*/ 202512 h 343888"/>
              <a:gd name="connsiteX40" fmla="*/ 106988 w 458518"/>
              <a:gd name="connsiteY40" fmla="*/ 116540 h 343888"/>
              <a:gd name="connsiteX41" fmla="*/ 112719 w 458518"/>
              <a:gd name="connsiteY41" fmla="*/ 137555 h 343888"/>
              <a:gd name="connsiteX42" fmla="*/ 141376 w 458518"/>
              <a:gd name="connsiteY42" fmla="*/ 154750 h 343888"/>
              <a:gd name="connsiteX43" fmla="*/ 147108 w 458518"/>
              <a:gd name="connsiteY43" fmla="*/ 156660 h 343888"/>
              <a:gd name="connsiteX44" fmla="*/ 166213 w 458518"/>
              <a:gd name="connsiteY44" fmla="*/ 175765 h 343888"/>
              <a:gd name="connsiteX45" fmla="*/ 170034 w 458518"/>
              <a:gd name="connsiteY45" fmla="*/ 181497 h 343888"/>
              <a:gd name="connsiteX46" fmla="*/ 162392 w 458518"/>
              <a:gd name="connsiteY46" fmla="*/ 185318 h 343888"/>
              <a:gd name="connsiteX47" fmla="*/ 145197 w 458518"/>
              <a:gd name="connsiteY47" fmla="*/ 191049 h 343888"/>
              <a:gd name="connsiteX48" fmla="*/ 133734 w 458518"/>
              <a:gd name="connsiteY48" fmla="*/ 198691 h 343888"/>
              <a:gd name="connsiteX49" fmla="*/ 124182 w 458518"/>
              <a:gd name="connsiteY49" fmla="*/ 215886 h 343888"/>
              <a:gd name="connsiteX50" fmla="*/ 124182 w 458518"/>
              <a:gd name="connsiteY50" fmla="*/ 238811 h 343888"/>
              <a:gd name="connsiteX51" fmla="*/ 131824 w 458518"/>
              <a:gd name="connsiteY51" fmla="*/ 254095 h 343888"/>
              <a:gd name="connsiteX52" fmla="*/ 149018 w 458518"/>
              <a:gd name="connsiteY52" fmla="*/ 256006 h 343888"/>
              <a:gd name="connsiteX53" fmla="*/ 160481 w 458518"/>
              <a:gd name="connsiteY53" fmla="*/ 252185 h 343888"/>
              <a:gd name="connsiteX54" fmla="*/ 175765 w 458518"/>
              <a:gd name="connsiteY54" fmla="*/ 246453 h 343888"/>
              <a:gd name="connsiteX55" fmla="*/ 175765 w 458518"/>
              <a:gd name="connsiteY55" fmla="*/ 246453 h 343888"/>
              <a:gd name="connsiteX56" fmla="*/ 189139 w 458518"/>
              <a:gd name="connsiteY56" fmla="*/ 263648 h 343888"/>
              <a:gd name="connsiteX57" fmla="*/ 212065 w 458518"/>
              <a:gd name="connsiteY57" fmla="*/ 271290 h 343888"/>
              <a:gd name="connsiteX58" fmla="*/ 221617 w 458518"/>
              <a:gd name="connsiteY58" fmla="*/ 271290 h 343888"/>
              <a:gd name="connsiteX59" fmla="*/ 263648 w 458518"/>
              <a:gd name="connsiteY59" fmla="*/ 254095 h 343888"/>
              <a:gd name="connsiteX60" fmla="*/ 277021 w 458518"/>
              <a:gd name="connsiteY60" fmla="*/ 240722 h 343888"/>
              <a:gd name="connsiteX61" fmla="*/ 278932 w 458518"/>
              <a:gd name="connsiteY61" fmla="*/ 175765 h 343888"/>
              <a:gd name="connsiteX62" fmla="*/ 242632 w 458518"/>
              <a:gd name="connsiteY62" fmla="*/ 135645 h 343888"/>
              <a:gd name="connsiteX63" fmla="*/ 215886 w 458518"/>
              <a:gd name="connsiteY63" fmla="*/ 133734 h 343888"/>
              <a:gd name="connsiteX64" fmla="*/ 200602 w 458518"/>
              <a:gd name="connsiteY64" fmla="*/ 147108 h 343888"/>
              <a:gd name="connsiteX65" fmla="*/ 198691 w 458518"/>
              <a:gd name="connsiteY65" fmla="*/ 173855 h 343888"/>
              <a:gd name="connsiteX66" fmla="*/ 208244 w 458518"/>
              <a:gd name="connsiteY66" fmla="*/ 185318 h 343888"/>
              <a:gd name="connsiteX67" fmla="*/ 210154 w 458518"/>
              <a:gd name="connsiteY67" fmla="*/ 189139 h 343888"/>
              <a:gd name="connsiteX68" fmla="*/ 210154 w 458518"/>
              <a:gd name="connsiteY68" fmla="*/ 191049 h 343888"/>
              <a:gd name="connsiteX69" fmla="*/ 223528 w 458518"/>
              <a:gd name="connsiteY69" fmla="*/ 171944 h 343888"/>
              <a:gd name="connsiteX70" fmla="*/ 221617 w 458518"/>
              <a:gd name="connsiteY70" fmla="*/ 170034 h 343888"/>
              <a:gd name="connsiteX71" fmla="*/ 212065 w 458518"/>
              <a:gd name="connsiteY71" fmla="*/ 158571 h 343888"/>
              <a:gd name="connsiteX72" fmla="*/ 227349 w 458518"/>
              <a:gd name="connsiteY72" fmla="*/ 145197 h 343888"/>
              <a:gd name="connsiteX73" fmla="*/ 263648 w 458518"/>
              <a:gd name="connsiteY73" fmla="*/ 185318 h 343888"/>
              <a:gd name="connsiteX74" fmla="*/ 261737 w 458518"/>
              <a:gd name="connsiteY74" fmla="*/ 225438 h 343888"/>
              <a:gd name="connsiteX75" fmla="*/ 248364 w 458518"/>
              <a:gd name="connsiteY75" fmla="*/ 238811 h 343888"/>
              <a:gd name="connsiteX76" fmla="*/ 213975 w 458518"/>
              <a:gd name="connsiteY76" fmla="*/ 250274 h 343888"/>
              <a:gd name="connsiteX77" fmla="*/ 198691 w 458518"/>
              <a:gd name="connsiteY77" fmla="*/ 244543 h 343888"/>
              <a:gd name="connsiteX78" fmla="*/ 191049 w 458518"/>
              <a:gd name="connsiteY78" fmla="*/ 234990 h 343888"/>
              <a:gd name="connsiteX79" fmla="*/ 175765 w 458518"/>
              <a:gd name="connsiteY79" fmla="*/ 223528 h 343888"/>
              <a:gd name="connsiteX80" fmla="*/ 170034 w 458518"/>
              <a:gd name="connsiteY80" fmla="*/ 223528 h 343888"/>
              <a:gd name="connsiteX81" fmla="*/ 150929 w 458518"/>
              <a:gd name="connsiteY81" fmla="*/ 231170 h 343888"/>
              <a:gd name="connsiteX82" fmla="*/ 141376 w 458518"/>
              <a:gd name="connsiteY82" fmla="*/ 234990 h 343888"/>
              <a:gd name="connsiteX83" fmla="*/ 141376 w 458518"/>
              <a:gd name="connsiteY83" fmla="*/ 213975 h 343888"/>
              <a:gd name="connsiteX84" fmla="*/ 152839 w 458518"/>
              <a:gd name="connsiteY84" fmla="*/ 208244 h 343888"/>
              <a:gd name="connsiteX85" fmla="*/ 171944 w 458518"/>
              <a:gd name="connsiteY85" fmla="*/ 200602 h 343888"/>
              <a:gd name="connsiteX86" fmla="*/ 177676 w 458518"/>
              <a:gd name="connsiteY86" fmla="*/ 198691 h 343888"/>
              <a:gd name="connsiteX87" fmla="*/ 177676 w 458518"/>
              <a:gd name="connsiteY87" fmla="*/ 198691 h 343888"/>
              <a:gd name="connsiteX88" fmla="*/ 183407 w 458518"/>
              <a:gd name="connsiteY88" fmla="*/ 198691 h 343888"/>
              <a:gd name="connsiteX89" fmla="*/ 187228 w 458518"/>
              <a:gd name="connsiteY89" fmla="*/ 202512 h 343888"/>
              <a:gd name="connsiteX90" fmla="*/ 194870 w 458518"/>
              <a:gd name="connsiteY90" fmla="*/ 210154 h 343888"/>
              <a:gd name="connsiteX91" fmla="*/ 223528 w 458518"/>
              <a:gd name="connsiteY91" fmla="*/ 202512 h 343888"/>
              <a:gd name="connsiteX92" fmla="*/ 231170 w 458518"/>
              <a:gd name="connsiteY92" fmla="*/ 187228 h 343888"/>
              <a:gd name="connsiteX93" fmla="*/ 223528 w 458518"/>
              <a:gd name="connsiteY93" fmla="*/ 171944 h 343888"/>
              <a:gd name="connsiteX94" fmla="*/ 19105 w 458518"/>
              <a:gd name="connsiteY94" fmla="*/ 324784 h 343888"/>
              <a:gd name="connsiteX95" fmla="*/ 19105 w 458518"/>
              <a:gd name="connsiteY95" fmla="*/ 233080 h 343888"/>
              <a:gd name="connsiteX96" fmla="*/ 229259 w 458518"/>
              <a:gd name="connsiteY96" fmla="*/ 305679 h 343888"/>
              <a:gd name="connsiteX97" fmla="*/ 439413 w 458518"/>
              <a:gd name="connsiteY97" fmla="*/ 231170 h 343888"/>
              <a:gd name="connsiteX98" fmla="*/ 439413 w 458518"/>
              <a:gd name="connsiteY98" fmla="*/ 324784 h 343888"/>
              <a:gd name="connsiteX99" fmla="*/ 19105 w 458518"/>
              <a:gd name="connsiteY99" fmla="*/ 324784 h 343888"/>
              <a:gd name="connsiteX100" fmla="*/ 313321 w 458518"/>
              <a:gd name="connsiteY100" fmla="*/ 173855 h 343888"/>
              <a:gd name="connsiteX101" fmla="*/ 334336 w 458518"/>
              <a:gd name="connsiteY101" fmla="*/ 156660 h 343888"/>
              <a:gd name="connsiteX102" fmla="*/ 319052 w 458518"/>
              <a:gd name="connsiteY102" fmla="*/ 106988 h 343888"/>
              <a:gd name="connsiteX103" fmla="*/ 290395 w 458518"/>
              <a:gd name="connsiteY103" fmla="*/ 105077 h 343888"/>
              <a:gd name="connsiteX104" fmla="*/ 269379 w 458518"/>
              <a:gd name="connsiteY104" fmla="*/ 122271 h 343888"/>
              <a:gd name="connsiteX105" fmla="*/ 284663 w 458518"/>
              <a:gd name="connsiteY105" fmla="*/ 171944 h 343888"/>
              <a:gd name="connsiteX106" fmla="*/ 313321 w 458518"/>
              <a:gd name="connsiteY106" fmla="*/ 173855 h 343888"/>
              <a:gd name="connsiteX107" fmla="*/ 294216 w 458518"/>
              <a:gd name="connsiteY107" fmla="*/ 154750 h 343888"/>
              <a:gd name="connsiteX108" fmla="*/ 286574 w 458518"/>
              <a:gd name="connsiteY108" fmla="*/ 129913 h 343888"/>
              <a:gd name="connsiteX109" fmla="*/ 298037 w 458518"/>
              <a:gd name="connsiteY109" fmla="*/ 120361 h 343888"/>
              <a:gd name="connsiteX110" fmla="*/ 303768 w 458518"/>
              <a:gd name="connsiteY110" fmla="*/ 120361 h 343888"/>
              <a:gd name="connsiteX111" fmla="*/ 311410 w 458518"/>
              <a:gd name="connsiteY111" fmla="*/ 122271 h 343888"/>
              <a:gd name="connsiteX112" fmla="*/ 319052 w 458518"/>
              <a:gd name="connsiteY112" fmla="*/ 147108 h 343888"/>
              <a:gd name="connsiteX113" fmla="*/ 309500 w 458518"/>
              <a:gd name="connsiteY113" fmla="*/ 156660 h 343888"/>
              <a:gd name="connsiteX114" fmla="*/ 294216 w 458518"/>
              <a:gd name="connsiteY114" fmla="*/ 154750 h 343888"/>
              <a:gd name="connsiteX115" fmla="*/ 294216 w 458518"/>
              <a:gd name="connsiteY115" fmla="*/ 154750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458518" h="343888"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19105"/>
                </a:moveTo>
                <a:lnTo>
                  <a:pt x="439413" y="177676"/>
                </a:lnTo>
                <a:lnTo>
                  <a:pt x="309500" y="47762"/>
                </a:lnTo>
                <a:cubicBezTo>
                  <a:pt x="301858" y="40120"/>
                  <a:pt x="288484" y="38210"/>
                  <a:pt x="278932" y="45852"/>
                </a:cubicBezTo>
                <a:cubicBezTo>
                  <a:pt x="248364" y="68778"/>
                  <a:pt x="206333" y="68778"/>
                  <a:pt x="177676" y="45852"/>
                </a:cubicBezTo>
                <a:cubicBezTo>
                  <a:pt x="170034" y="40120"/>
                  <a:pt x="156660" y="40120"/>
                  <a:pt x="149018" y="47762"/>
                </a:cubicBezTo>
                <a:lnTo>
                  <a:pt x="19105" y="177676"/>
                </a:lnTo>
                <a:lnTo>
                  <a:pt x="19105" y="19105"/>
                </a:lnTo>
                <a:lnTo>
                  <a:pt x="439413" y="19105"/>
                </a:lnTo>
                <a:close/>
                <a:moveTo>
                  <a:pt x="210154" y="191049"/>
                </a:moveTo>
                <a:cubicBezTo>
                  <a:pt x="208244" y="192960"/>
                  <a:pt x="208244" y="192960"/>
                  <a:pt x="206333" y="194870"/>
                </a:cubicBezTo>
                <a:lnTo>
                  <a:pt x="202512" y="191049"/>
                </a:lnTo>
                <a:cubicBezTo>
                  <a:pt x="200602" y="189139"/>
                  <a:pt x="198691" y="185318"/>
                  <a:pt x="194870" y="183407"/>
                </a:cubicBezTo>
                <a:lnTo>
                  <a:pt x="187228" y="171944"/>
                </a:lnTo>
                <a:cubicBezTo>
                  <a:pt x="185318" y="170034"/>
                  <a:pt x="183407" y="166213"/>
                  <a:pt x="181497" y="164302"/>
                </a:cubicBezTo>
                <a:cubicBezTo>
                  <a:pt x="175765" y="152839"/>
                  <a:pt x="164302" y="143287"/>
                  <a:pt x="150929" y="137555"/>
                </a:cubicBezTo>
                <a:lnTo>
                  <a:pt x="145197" y="135645"/>
                </a:lnTo>
                <a:cubicBezTo>
                  <a:pt x="135645" y="133734"/>
                  <a:pt x="131824" y="133734"/>
                  <a:pt x="128003" y="128003"/>
                </a:cubicBezTo>
                <a:cubicBezTo>
                  <a:pt x="124182" y="118450"/>
                  <a:pt x="122271" y="108898"/>
                  <a:pt x="124182" y="97435"/>
                </a:cubicBezTo>
                <a:lnTo>
                  <a:pt x="160481" y="61136"/>
                </a:lnTo>
                <a:lnTo>
                  <a:pt x="162392" y="61136"/>
                </a:lnTo>
                <a:lnTo>
                  <a:pt x="164302" y="61136"/>
                </a:lnTo>
                <a:cubicBezTo>
                  <a:pt x="200602" y="89793"/>
                  <a:pt x="252185" y="89793"/>
                  <a:pt x="290395" y="61136"/>
                </a:cubicBezTo>
                <a:cubicBezTo>
                  <a:pt x="292305" y="61136"/>
                  <a:pt x="294216" y="59225"/>
                  <a:pt x="294216" y="61136"/>
                </a:cubicBezTo>
                <a:lnTo>
                  <a:pt x="435592" y="202512"/>
                </a:lnTo>
                <a:cubicBezTo>
                  <a:pt x="435592" y="202512"/>
                  <a:pt x="437503" y="204423"/>
                  <a:pt x="437503" y="206333"/>
                </a:cubicBezTo>
                <a:cubicBezTo>
                  <a:pt x="437503" y="208244"/>
                  <a:pt x="437503" y="208244"/>
                  <a:pt x="435592" y="208244"/>
                </a:cubicBezTo>
                <a:cubicBezTo>
                  <a:pt x="378277" y="259827"/>
                  <a:pt x="303768" y="288484"/>
                  <a:pt x="227349" y="286574"/>
                </a:cubicBezTo>
                <a:cubicBezTo>
                  <a:pt x="149018" y="288484"/>
                  <a:pt x="74509" y="259827"/>
                  <a:pt x="17194" y="208244"/>
                </a:cubicBezTo>
                <a:lnTo>
                  <a:pt x="17194" y="206333"/>
                </a:lnTo>
                <a:cubicBezTo>
                  <a:pt x="17194" y="204423"/>
                  <a:pt x="17194" y="204423"/>
                  <a:pt x="19105" y="202512"/>
                </a:cubicBezTo>
                <a:lnTo>
                  <a:pt x="106988" y="116540"/>
                </a:lnTo>
                <a:cubicBezTo>
                  <a:pt x="106988" y="124182"/>
                  <a:pt x="108898" y="129913"/>
                  <a:pt x="112719" y="137555"/>
                </a:cubicBezTo>
                <a:cubicBezTo>
                  <a:pt x="118450" y="147108"/>
                  <a:pt x="129913" y="152839"/>
                  <a:pt x="141376" y="154750"/>
                </a:cubicBezTo>
                <a:lnTo>
                  <a:pt x="147108" y="156660"/>
                </a:lnTo>
                <a:cubicBezTo>
                  <a:pt x="154750" y="158571"/>
                  <a:pt x="160481" y="166213"/>
                  <a:pt x="166213" y="175765"/>
                </a:cubicBezTo>
                <a:cubicBezTo>
                  <a:pt x="168123" y="177676"/>
                  <a:pt x="168123" y="179586"/>
                  <a:pt x="170034" y="181497"/>
                </a:cubicBezTo>
                <a:lnTo>
                  <a:pt x="162392" y="185318"/>
                </a:lnTo>
                <a:lnTo>
                  <a:pt x="145197" y="191049"/>
                </a:lnTo>
                <a:lnTo>
                  <a:pt x="133734" y="198691"/>
                </a:lnTo>
                <a:cubicBezTo>
                  <a:pt x="128003" y="202512"/>
                  <a:pt x="124182" y="208244"/>
                  <a:pt x="124182" y="215886"/>
                </a:cubicBezTo>
                <a:lnTo>
                  <a:pt x="124182" y="238811"/>
                </a:lnTo>
                <a:cubicBezTo>
                  <a:pt x="124182" y="244543"/>
                  <a:pt x="126092" y="250274"/>
                  <a:pt x="131824" y="254095"/>
                </a:cubicBezTo>
                <a:cubicBezTo>
                  <a:pt x="137555" y="257916"/>
                  <a:pt x="143287" y="257916"/>
                  <a:pt x="149018" y="256006"/>
                </a:cubicBezTo>
                <a:cubicBezTo>
                  <a:pt x="150929" y="256006"/>
                  <a:pt x="154750" y="254095"/>
                  <a:pt x="160481" y="252185"/>
                </a:cubicBezTo>
                <a:lnTo>
                  <a:pt x="175765" y="246453"/>
                </a:lnTo>
                <a:lnTo>
                  <a:pt x="175765" y="246453"/>
                </a:lnTo>
                <a:cubicBezTo>
                  <a:pt x="179586" y="252185"/>
                  <a:pt x="183407" y="257916"/>
                  <a:pt x="189139" y="263648"/>
                </a:cubicBezTo>
                <a:cubicBezTo>
                  <a:pt x="196781" y="267469"/>
                  <a:pt x="204423" y="269379"/>
                  <a:pt x="212065" y="271290"/>
                </a:cubicBezTo>
                <a:cubicBezTo>
                  <a:pt x="215886" y="271290"/>
                  <a:pt x="217796" y="271290"/>
                  <a:pt x="221617" y="271290"/>
                </a:cubicBezTo>
                <a:cubicBezTo>
                  <a:pt x="236901" y="271290"/>
                  <a:pt x="252185" y="265558"/>
                  <a:pt x="263648" y="254095"/>
                </a:cubicBezTo>
                <a:lnTo>
                  <a:pt x="277021" y="240722"/>
                </a:lnTo>
                <a:cubicBezTo>
                  <a:pt x="294216" y="223528"/>
                  <a:pt x="296126" y="194870"/>
                  <a:pt x="278932" y="175765"/>
                </a:cubicBezTo>
                <a:lnTo>
                  <a:pt x="242632" y="135645"/>
                </a:lnTo>
                <a:cubicBezTo>
                  <a:pt x="234990" y="128003"/>
                  <a:pt x="223528" y="126092"/>
                  <a:pt x="215886" y="133734"/>
                </a:cubicBezTo>
                <a:lnTo>
                  <a:pt x="200602" y="147108"/>
                </a:lnTo>
                <a:cubicBezTo>
                  <a:pt x="192960" y="154750"/>
                  <a:pt x="191049" y="166213"/>
                  <a:pt x="198691" y="173855"/>
                </a:cubicBezTo>
                <a:lnTo>
                  <a:pt x="208244" y="185318"/>
                </a:lnTo>
                <a:lnTo>
                  <a:pt x="210154" y="189139"/>
                </a:lnTo>
                <a:lnTo>
                  <a:pt x="210154" y="191049"/>
                </a:lnTo>
                <a:close/>
                <a:moveTo>
                  <a:pt x="223528" y="171944"/>
                </a:moveTo>
                <a:lnTo>
                  <a:pt x="221617" y="170034"/>
                </a:lnTo>
                <a:lnTo>
                  <a:pt x="212065" y="158571"/>
                </a:lnTo>
                <a:lnTo>
                  <a:pt x="227349" y="145197"/>
                </a:lnTo>
                <a:lnTo>
                  <a:pt x="263648" y="185318"/>
                </a:lnTo>
                <a:cubicBezTo>
                  <a:pt x="273200" y="196781"/>
                  <a:pt x="273200" y="213975"/>
                  <a:pt x="261737" y="225438"/>
                </a:cubicBezTo>
                <a:lnTo>
                  <a:pt x="248364" y="238811"/>
                </a:lnTo>
                <a:cubicBezTo>
                  <a:pt x="238811" y="248364"/>
                  <a:pt x="227349" y="252185"/>
                  <a:pt x="213975" y="250274"/>
                </a:cubicBezTo>
                <a:cubicBezTo>
                  <a:pt x="208244" y="250274"/>
                  <a:pt x="202512" y="248364"/>
                  <a:pt x="198691" y="244543"/>
                </a:cubicBezTo>
                <a:cubicBezTo>
                  <a:pt x="194870" y="242632"/>
                  <a:pt x="192960" y="238811"/>
                  <a:pt x="191049" y="234990"/>
                </a:cubicBezTo>
                <a:cubicBezTo>
                  <a:pt x="189139" y="229259"/>
                  <a:pt x="181497" y="223528"/>
                  <a:pt x="175765" y="223528"/>
                </a:cubicBezTo>
                <a:cubicBezTo>
                  <a:pt x="173855" y="223528"/>
                  <a:pt x="171944" y="223528"/>
                  <a:pt x="170034" y="223528"/>
                </a:cubicBezTo>
                <a:cubicBezTo>
                  <a:pt x="168123" y="223528"/>
                  <a:pt x="158571" y="227349"/>
                  <a:pt x="150929" y="231170"/>
                </a:cubicBezTo>
                <a:cubicBezTo>
                  <a:pt x="147108" y="231170"/>
                  <a:pt x="145197" y="233080"/>
                  <a:pt x="141376" y="234990"/>
                </a:cubicBezTo>
                <a:lnTo>
                  <a:pt x="141376" y="213975"/>
                </a:lnTo>
                <a:lnTo>
                  <a:pt x="152839" y="208244"/>
                </a:lnTo>
                <a:lnTo>
                  <a:pt x="171944" y="200602"/>
                </a:lnTo>
                <a:lnTo>
                  <a:pt x="177676" y="198691"/>
                </a:lnTo>
                <a:lnTo>
                  <a:pt x="177676" y="198691"/>
                </a:lnTo>
                <a:cubicBezTo>
                  <a:pt x="181497" y="196781"/>
                  <a:pt x="183407" y="198691"/>
                  <a:pt x="183407" y="198691"/>
                </a:cubicBezTo>
                <a:cubicBezTo>
                  <a:pt x="185318" y="200602"/>
                  <a:pt x="185318" y="200602"/>
                  <a:pt x="187228" y="202512"/>
                </a:cubicBezTo>
                <a:cubicBezTo>
                  <a:pt x="189139" y="206333"/>
                  <a:pt x="192960" y="208244"/>
                  <a:pt x="194870" y="210154"/>
                </a:cubicBezTo>
                <a:cubicBezTo>
                  <a:pt x="206333" y="217796"/>
                  <a:pt x="217796" y="208244"/>
                  <a:pt x="223528" y="202512"/>
                </a:cubicBezTo>
                <a:cubicBezTo>
                  <a:pt x="229259" y="198691"/>
                  <a:pt x="231170" y="192960"/>
                  <a:pt x="231170" y="187228"/>
                </a:cubicBezTo>
                <a:cubicBezTo>
                  <a:pt x="231170" y="181497"/>
                  <a:pt x="229259" y="175765"/>
                  <a:pt x="223528" y="171944"/>
                </a:cubicBezTo>
                <a:close/>
                <a:moveTo>
                  <a:pt x="19105" y="324784"/>
                </a:moveTo>
                <a:lnTo>
                  <a:pt x="19105" y="233080"/>
                </a:lnTo>
                <a:cubicBezTo>
                  <a:pt x="78330" y="280842"/>
                  <a:pt x="152839" y="305679"/>
                  <a:pt x="229259" y="305679"/>
                </a:cubicBezTo>
                <a:cubicBezTo>
                  <a:pt x="305679" y="307589"/>
                  <a:pt x="380188" y="280842"/>
                  <a:pt x="439413" y="231170"/>
                </a:cubicBezTo>
                <a:lnTo>
                  <a:pt x="439413" y="324784"/>
                </a:lnTo>
                <a:lnTo>
                  <a:pt x="19105" y="324784"/>
                </a:lnTo>
                <a:close/>
                <a:moveTo>
                  <a:pt x="313321" y="173855"/>
                </a:moveTo>
                <a:cubicBezTo>
                  <a:pt x="322873" y="171944"/>
                  <a:pt x="330515" y="164302"/>
                  <a:pt x="334336" y="156660"/>
                </a:cubicBezTo>
                <a:cubicBezTo>
                  <a:pt x="343889" y="139466"/>
                  <a:pt x="336247" y="116540"/>
                  <a:pt x="319052" y="106988"/>
                </a:cubicBezTo>
                <a:cubicBezTo>
                  <a:pt x="309500" y="103167"/>
                  <a:pt x="299947" y="101256"/>
                  <a:pt x="290395" y="105077"/>
                </a:cubicBezTo>
                <a:cubicBezTo>
                  <a:pt x="280842" y="106988"/>
                  <a:pt x="273200" y="114630"/>
                  <a:pt x="269379" y="122271"/>
                </a:cubicBezTo>
                <a:cubicBezTo>
                  <a:pt x="259827" y="139466"/>
                  <a:pt x="265558" y="162392"/>
                  <a:pt x="284663" y="171944"/>
                </a:cubicBezTo>
                <a:cubicBezTo>
                  <a:pt x="284663" y="171944"/>
                  <a:pt x="298037" y="177676"/>
                  <a:pt x="313321" y="173855"/>
                </a:cubicBezTo>
                <a:close/>
                <a:moveTo>
                  <a:pt x="294216" y="154750"/>
                </a:moveTo>
                <a:cubicBezTo>
                  <a:pt x="286574" y="149018"/>
                  <a:pt x="282753" y="139466"/>
                  <a:pt x="286574" y="129913"/>
                </a:cubicBezTo>
                <a:cubicBezTo>
                  <a:pt x="288484" y="126092"/>
                  <a:pt x="292305" y="122271"/>
                  <a:pt x="298037" y="120361"/>
                </a:cubicBezTo>
                <a:cubicBezTo>
                  <a:pt x="299947" y="120361"/>
                  <a:pt x="301858" y="120361"/>
                  <a:pt x="303768" y="120361"/>
                </a:cubicBezTo>
                <a:cubicBezTo>
                  <a:pt x="307589" y="120361"/>
                  <a:pt x="309500" y="120361"/>
                  <a:pt x="311410" y="122271"/>
                </a:cubicBezTo>
                <a:cubicBezTo>
                  <a:pt x="320963" y="128003"/>
                  <a:pt x="322873" y="137555"/>
                  <a:pt x="319052" y="147108"/>
                </a:cubicBezTo>
                <a:cubicBezTo>
                  <a:pt x="317142" y="150929"/>
                  <a:pt x="317142" y="152839"/>
                  <a:pt x="309500" y="156660"/>
                </a:cubicBezTo>
                <a:cubicBezTo>
                  <a:pt x="301858" y="158571"/>
                  <a:pt x="298037" y="156660"/>
                  <a:pt x="294216" y="154750"/>
                </a:cubicBezTo>
                <a:lnTo>
                  <a:pt x="294216" y="15475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84" descr="Defibrillator icon.">
            <a:extLst>
              <a:ext uri="{FF2B5EF4-FFF2-40B4-BE49-F238E27FC236}">
                <a16:creationId xmlns:a16="http://schemas.microsoft.com/office/drawing/2014/main" id="{2FB01283-0292-4AC2-97FE-A350F644EC55}"/>
              </a:ext>
            </a:extLst>
          </p:cNvPr>
          <p:cNvSpPr/>
          <p:nvPr/>
        </p:nvSpPr>
        <p:spPr>
          <a:xfrm>
            <a:off x="4656408" y="5200380"/>
            <a:ext cx="419430" cy="418667"/>
          </a:xfrm>
          <a:custGeom>
            <a:avLst/>
            <a:gdLst>
              <a:gd name="connsiteX0" fmla="*/ 400365 w 419430"/>
              <a:gd name="connsiteY0" fmla="*/ 0 h 418667"/>
              <a:gd name="connsiteX1" fmla="*/ 19065 w 419430"/>
              <a:gd name="connsiteY1" fmla="*/ 0 h 418667"/>
              <a:gd name="connsiteX2" fmla="*/ 0 w 419430"/>
              <a:gd name="connsiteY2" fmla="*/ 19065 h 418667"/>
              <a:gd name="connsiteX3" fmla="*/ 0 w 419430"/>
              <a:gd name="connsiteY3" fmla="*/ 399602 h 418667"/>
              <a:gd name="connsiteX4" fmla="*/ 19065 w 419430"/>
              <a:gd name="connsiteY4" fmla="*/ 418667 h 418667"/>
              <a:gd name="connsiteX5" fmla="*/ 400365 w 419430"/>
              <a:gd name="connsiteY5" fmla="*/ 418667 h 418667"/>
              <a:gd name="connsiteX6" fmla="*/ 419430 w 419430"/>
              <a:gd name="connsiteY6" fmla="*/ 399602 h 418667"/>
              <a:gd name="connsiteX7" fmla="*/ 419430 w 419430"/>
              <a:gd name="connsiteY7" fmla="*/ 19065 h 418667"/>
              <a:gd name="connsiteX8" fmla="*/ 400365 w 419430"/>
              <a:gd name="connsiteY8" fmla="*/ 0 h 418667"/>
              <a:gd name="connsiteX9" fmla="*/ 400365 w 419430"/>
              <a:gd name="connsiteY9" fmla="*/ 399602 h 418667"/>
              <a:gd name="connsiteX10" fmla="*/ 19065 w 419430"/>
              <a:gd name="connsiteY10" fmla="*/ 399602 h 418667"/>
              <a:gd name="connsiteX11" fmla="*/ 19065 w 419430"/>
              <a:gd name="connsiteY11" fmla="*/ 19065 h 418667"/>
              <a:gd name="connsiteX12" fmla="*/ 400365 w 419430"/>
              <a:gd name="connsiteY12" fmla="*/ 19065 h 418667"/>
              <a:gd name="connsiteX13" fmla="*/ 400365 w 419430"/>
              <a:gd name="connsiteY13" fmla="*/ 399602 h 418667"/>
              <a:gd name="connsiteX14" fmla="*/ 400365 w 419430"/>
              <a:gd name="connsiteY14" fmla="*/ 399602 h 418667"/>
              <a:gd name="connsiteX15" fmla="*/ 400365 w 419430"/>
              <a:gd name="connsiteY15" fmla="*/ 399602 h 418667"/>
              <a:gd name="connsiteX16" fmla="*/ 280256 w 419430"/>
              <a:gd name="connsiteY16" fmla="*/ 56242 h 418667"/>
              <a:gd name="connsiteX17" fmla="*/ 210287 w 419430"/>
              <a:gd name="connsiteY17" fmla="*/ 80836 h 418667"/>
              <a:gd name="connsiteX18" fmla="*/ 207427 w 419430"/>
              <a:gd name="connsiteY18" fmla="*/ 80836 h 418667"/>
              <a:gd name="connsiteX19" fmla="*/ 138984 w 419430"/>
              <a:gd name="connsiteY19" fmla="*/ 56051 h 418667"/>
              <a:gd name="connsiteX20" fmla="*/ 37939 w 419430"/>
              <a:gd name="connsiteY20" fmla="*/ 159574 h 418667"/>
              <a:gd name="connsiteX21" fmla="*/ 48806 w 419430"/>
              <a:gd name="connsiteY21" fmla="*/ 206283 h 418667"/>
              <a:gd name="connsiteX22" fmla="*/ 198467 w 419430"/>
              <a:gd name="connsiteY22" fmla="*/ 374818 h 418667"/>
              <a:gd name="connsiteX23" fmla="*/ 209715 w 419430"/>
              <a:gd name="connsiteY23" fmla="*/ 378822 h 418667"/>
              <a:gd name="connsiteX24" fmla="*/ 220963 w 419430"/>
              <a:gd name="connsiteY24" fmla="*/ 374818 h 418667"/>
              <a:gd name="connsiteX25" fmla="*/ 366811 w 419430"/>
              <a:gd name="connsiteY25" fmla="*/ 212765 h 418667"/>
              <a:gd name="connsiteX26" fmla="*/ 371386 w 419430"/>
              <a:gd name="connsiteY26" fmla="*/ 204758 h 418667"/>
              <a:gd name="connsiteX27" fmla="*/ 381491 w 419430"/>
              <a:gd name="connsiteY27" fmla="*/ 159574 h 418667"/>
              <a:gd name="connsiteX28" fmla="*/ 280446 w 419430"/>
              <a:gd name="connsiteY28" fmla="*/ 56051 h 418667"/>
              <a:gd name="connsiteX29" fmla="*/ 354418 w 419430"/>
              <a:gd name="connsiteY29" fmla="*/ 196179 h 418667"/>
              <a:gd name="connsiteX30" fmla="*/ 350224 w 419430"/>
              <a:gd name="connsiteY30" fmla="*/ 203424 h 418667"/>
              <a:gd name="connsiteX31" fmla="*/ 209715 w 419430"/>
              <a:gd name="connsiteY31" fmla="*/ 359566 h 418667"/>
              <a:gd name="connsiteX32" fmla="*/ 65965 w 419430"/>
              <a:gd name="connsiteY32" fmla="*/ 197895 h 418667"/>
              <a:gd name="connsiteX33" fmla="*/ 57195 w 419430"/>
              <a:gd name="connsiteY33" fmla="*/ 159955 h 418667"/>
              <a:gd name="connsiteX34" fmla="*/ 139175 w 419430"/>
              <a:gd name="connsiteY34" fmla="*/ 75497 h 418667"/>
              <a:gd name="connsiteX35" fmla="*/ 194272 w 419430"/>
              <a:gd name="connsiteY35" fmla="*/ 94944 h 418667"/>
              <a:gd name="connsiteX36" fmla="*/ 223632 w 419430"/>
              <a:gd name="connsiteY36" fmla="*/ 94944 h 418667"/>
              <a:gd name="connsiteX37" fmla="*/ 280256 w 419430"/>
              <a:gd name="connsiteY37" fmla="*/ 75688 h 418667"/>
              <a:gd name="connsiteX38" fmla="*/ 362235 w 419430"/>
              <a:gd name="connsiteY38" fmla="*/ 160146 h 418667"/>
              <a:gd name="connsiteX39" fmla="*/ 354418 w 419430"/>
              <a:gd name="connsiteY39" fmla="*/ 196370 h 418667"/>
              <a:gd name="connsiteX40" fmla="*/ 274536 w 419430"/>
              <a:gd name="connsiteY40" fmla="*/ 190078 h 418667"/>
              <a:gd name="connsiteX41" fmla="*/ 237550 w 419430"/>
              <a:gd name="connsiteY41" fmla="*/ 190078 h 418667"/>
              <a:gd name="connsiteX42" fmla="*/ 257759 w 419430"/>
              <a:gd name="connsiteY42" fmla="*/ 114199 h 418667"/>
              <a:gd name="connsiteX43" fmla="*/ 251277 w 419430"/>
              <a:gd name="connsiteY43" fmla="*/ 101426 h 418667"/>
              <a:gd name="connsiteX44" fmla="*/ 237550 w 419430"/>
              <a:gd name="connsiteY44" fmla="*/ 104858 h 418667"/>
              <a:gd name="connsiteX45" fmla="*/ 149851 w 419430"/>
              <a:gd name="connsiteY45" fmla="*/ 219248 h 418667"/>
              <a:gd name="connsiteX46" fmla="*/ 148707 w 419430"/>
              <a:gd name="connsiteY46" fmla="*/ 231258 h 418667"/>
              <a:gd name="connsiteX47" fmla="*/ 158811 w 419430"/>
              <a:gd name="connsiteY47" fmla="*/ 237741 h 418667"/>
              <a:gd name="connsiteX48" fmla="*/ 190459 w 419430"/>
              <a:gd name="connsiteY48" fmla="*/ 238122 h 418667"/>
              <a:gd name="connsiteX49" fmla="*/ 175779 w 419430"/>
              <a:gd name="connsiteY49" fmla="*/ 304277 h 418667"/>
              <a:gd name="connsiteX50" fmla="*/ 181880 w 419430"/>
              <a:gd name="connsiteY50" fmla="*/ 317051 h 418667"/>
              <a:gd name="connsiteX51" fmla="*/ 187028 w 419430"/>
              <a:gd name="connsiteY51" fmla="*/ 318195 h 418667"/>
              <a:gd name="connsiteX52" fmla="*/ 195798 w 419430"/>
              <a:gd name="connsiteY52" fmla="*/ 314001 h 418667"/>
              <a:gd name="connsiteX53" fmla="*/ 283497 w 419430"/>
              <a:gd name="connsiteY53" fmla="*/ 208762 h 418667"/>
              <a:gd name="connsiteX54" fmla="*/ 285022 w 419430"/>
              <a:gd name="connsiteY54" fmla="*/ 196560 h 418667"/>
              <a:gd name="connsiteX55" fmla="*/ 274727 w 419430"/>
              <a:gd name="connsiteY55" fmla="*/ 190078 h 418667"/>
              <a:gd name="connsiteX56" fmla="*/ 201136 w 419430"/>
              <a:gd name="connsiteY56" fmla="*/ 277777 h 418667"/>
              <a:gd name="connsiteX57" fmla="*/ 214100 w 419430"/>
              <a:gd name="connsiteY57" fmla="*/ 219248 h 418667"/>
              <a:gd name="connsiteX58" fmla="*/ 174254 w 419430"/>
              <a:gd name="connsiteY58" fmla="*/ 218866 h 418667"/>
              <a:gd name="connsiteX59" fmla="*/ 229352 w 419430"/>
              <a:gd name="connsiteY59" fmla="*/ 146991 h 418667"/>
              <a:gd name="connsiteX60" fmla="*/ 212765 w 419430"/>
              <a:gd name="connsiteY60" fmla="*/ 209524 h 418667"/>
              <a:gd name="connsiteX61" fmla="*/ 258331 w 419430"/>
              <a:gd name="connsiteY61" fmla="*/ 209524 h 418667"/>
              <a:gd name="connsiteX62" fmla="*/ 201136 w 419430"/>
              <a:gd name="connsiteY62" fmla="*/ 277777 h 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19430" h="418667">
                <a:moveTo>
                  <a:pt x="400365" y="0"/>
                </a:moveTo>
                <a:lnTo>
                  <a:pt x="19065" y="0"/>
                </a:lnTo>
                <a:cubicBezTo>
                  <a:pt x="8579" y="0"/>
                  <a:pt x="0" y="8579"/>
                  <a:pt x="0" y="19065"/>
                </a:cubicBezTo>
                <a:lnTo>
                  <a:pt x="0" y="399602"/>
                </a:lnTo>
                <a:cubicBezTo>
                  <a:pt x="0" y="410088"/>
                  <a:pt x="8579" y="418667"/>
                  <a:pt x="19065" y="418667"/>
                </a:cubicBezTo>
                <a:lnTo>
                  <a:pt x="400365" y="418667"/>
                </a:lnTo>
                <a:cubicBezTo>
                  <a:pt x="410851" y="418667"/>
                  <a:pt x="419430" y="410088"/>
                  <a:pt x="419430" y="399602"/>
                </a:cubicBezTo>
                <a:lnTo>
                  <a:pt x="419430" y="19065"/>
                </a:lnTo>
                <a:cubicBezTo>
                  <a:pt x="419430" y="8579"/>
                  <a:pt x="410851" y="0"/>
                  <a:pt x="400365" y="0"/>
                </a:cubicBezTo>
                <a:close/>
                <a:moveTo>
                  <a:pt x="400365" y="399602"/>
                </a:moveTo>
                <a:lnTo>
                  <a:pt x="19065" y="399602"/>
                </a:lnTo>
                <a:lnTo>
                  <a:pt x="19065" y="19065"/>
                </a:lnTo>
                <a:lnTo>
                  <a:pt x="400365" y="19065"/>
                </a:lnTo>
                <a:lnTo>
                  <a:pt x="400365" y="399602"/>
                </a:lnTo>
                <a:close/>
                <a:moveTo>
                  <a:pt x="400365" y="399602"/>
                </a:moveTo>
                <a:lnTo>
                  <a:pt x="400365" y="399602"/>
                </a:lnTo>
                <a:moveTo>
                  <a:pt x="280256" y="56242"/>
                </a:moveTo>
                <a:cubicBezTo>
                  <a:pt x="251277" y="56242"/>
                  <a:pt x="227064" y="64821"/>
                  <a:pt x="210287" y="80836"/>
                </a:cubicBezTo>
                <a:cubicBezTo>
                  <a:pt x="209524" y="81598"/>
                  <a:pt x="208190" y="81598"/>
                  <a:pt x="207427" y="80836"/>
                </a:cubicBezTo>
                <a:cubicBezTo>
                  <a:pt x="190459" y="64440"/>
                  <a:pt x="167391" y="56051"/>
                  <a:pt x="138984" y="56051"/>
                </a:cubicBezTo>
                <a:cubicBezTo>
                  <a:pt x="83314" y="56051"/>
                  <a:pt x="37939" y="102570"/>
                  <a:pt x="37939" y="159574"/>
                </a:cubicBezTo>
                <a:cubicBezTo>
                  <a:pt x="37939" y="175779"/>
                  <a:pt x="41562" y="191413"/>
                  <a:pt x="48806" y="206283"/>
                </a:cubicBezTo>
                <a:cubicBezTo>
                  <a:pt x="50522" y="209524"/>
                  <a:pt x="93990" y="287882"/>
                  <a:pt x="198467" y="374818"/>
                </a:cubicBezTo>
                <a:cubicBezTo>
                  <a:pt x="201708" y="377487"/>
                  <a:pt x="205711" y="378822"/>
                  <a:pt x="209715" y="378822"/>
                </a:cubicBezTo>
                <a:cubicBezTo>
                  <a:pt x="213719" y="378822"/>
                  <a:pt x="217722" y="377487"/>
                  <a:pt x="220963" y="374818"/>
                </a:cubicBezTo>
                <a:cubicBezTo>
                  <a:pt x="309234" y="301227"/>
                  <a:pt x="354800" y="232402"/>
                  <a:pt x="366811" y="212765"/>
                </a:cubicBezTo>
                <a:lnTo>
                  <a:pt x="371386" y="204758"/>
                </a:lnTo>
                <a:cubicBezTo>
                  <a:pt x="378059" y="190650"/>
                  <a:pt x="381491" y="175398"/>
                  <a:pt x="381491" y="159574"/>
                </a:cubicBezTo>
                <a:cubicBezTo>
                  <a:pt x="381491" y="102379"/>
                  <a:pt x="336116" y="56051"/>
                  <a:pt x="280446" y="56051"/>
                </a:cubicBezTo>
                <a:close/>
                <a:moveTo>
                  <a:pt x="354418" y="196179"/>
                </a:moveTo>
                <a:lnTo>
                  <a:pt x="350224" y="203424"/>
                </a:lnTo>
                <a:cubicBezTo>
                  <a:pt x="338785" y="222107"/>
                  <a:pt x="295126" y="288263"/>
                  <a:pt x="209715" y="359566"/>
                </a:cubicBezTo>
                <a:cubicBezTo>
                  <a:pt x="109052" y="275489"/>
                  <a:pt x="66156" y="198276"/>
                  <a:pt x="65965" y="197895"/>
                </a:cubicBezTo>
                <a:cubicBezTo>
                  <a:pt x="60245" y="186074"/>
                  <a:pt x="57195" y="173301"/>
                  <a:pt x="57195" y="159955"/>
                </a:cubicBezTo>
                <a:cubicBezTo>
                  <a:pt x="57195" y="113437"/>
                  <a:pt x="93990" y="75497"/>
                  <a:pt x="139175" y="75497"/>
                </a:cubicBezTo>
                <a:cubicBezTo>
                  <a:pt x="162815" y="75497"/>
                  <a:pt x="180736" y="81789"/>
                  <a:pt x="194272" y="94944"/>
                </a:cubicBezTo>
                <a:cubicBezTo>
                  <a:pt x="202280" y="102570"/>
                  <a:pt x="215435" y="102570"/>
                  <a:pt x="223632" y="94944"/>
                </a:cubicBezTo>
                <a:cubicBezTo>
                  <a:pt x="240219" y="79120"/>
                  <a:pt x="263669" y="75688"/>
                  <a:pt x="280256" y="75688"/>
                </a:cubicBezTo>
                <a:cubicBezTo>
                  <a:pt x="325440" y="75688"/>
                  <a:pt x="362235" y="113627"/>
                  <a:pt x="362235" y="160146"/>
                </a:cubicBezTo>
                <a:cubicBezTo>
                  <a:pt x="362235" y="173110"/>
                  <a:pt x="359375" y="185502"/>
                  <a:pt x="354418" y="196370"/>
                </a:cubicBezTo>
                <a:close/>
                <a:moveTo>
                  <a:pt x="274536" y="190078"/>
                </a:moveTo>
                <a:lnTo>
                  <a:pt x="237550" y="190078"/>
                </a:lnTo>
                <a:cubicBezTo>
                  <a:pt x="237550" y="190078"/>
                  <a:pt x="257759" y="114199"/>
                  <a:pt x="257759" y="114199"/>
                </a:cubicBezTo>
                <a:cubicBezTo>
                  <a:pt x="258903" y="108861"/>
                  <a:pt x="256234" y="103714"/>
                  <a:pt x="251277" y="101426"/>
                </a:cubicBezTo>
                <a:cubicBezTo>
                  <a:pt x="246320" y="99138"/>
                  <a:pt x="240791" y="100663"/>
                  <a:pt x="237550" y="104858"/>
                </a:cubicBezTo>
                <a:lnTo>
                  <a:pt x="149851" y="219248"/>
                </a:lnTo>
                <a:cubicBezTo>
                  <a:pt x="147182" y="222679"/>
                  <a:pt x="146801" y="227255"/>
                  <a:pt x="148707" y="231258"/>
                </a:cubicBezTo>
                <a:cubicBezTo>
                  <a:pt x="150614" y="235262"/>
                  <a:pt x="154427" y="237550"/>
                  <a:pt x="158811" y="237741"/>
                </a:cubicBezTo>
                <a:lnTo>
                  <a:pt x="190459" y="238122"/>
                </a:lnTo>
                <a:lnTo>
                  <a:pt x="175779" y="304277"/>
                </a:lnTo>
                <a:cubicBezTo>
                  <a:pt x="174635" y="309425"/>
                  <a:pt x="177114" y="314763"/>
                  <a:pt x="181880" y="317051"/>
                </a:cubicBezTo>
                <a:cubicBezTo>
                  <a:pt x="183596" y="317814"/>
                  <a:pt x="185312" y="318195"/>
                  <a:pt x="187028" y="318195"/>
                </a:cubicBezTo>
                <a:cubicBezTo>
                  <a:pt x="190269" y="318195"/>
                  <a:pt x="193510" y="316670"/>
                  <a:pt x="195798" y="314001"/>
                </a:cubicBezTo>
                <a:lnTo>
                  <a:pt x="283497" y="208762"/>
                </a:lnTo>
                <a:cubicBezTo>
                  <a:pt x="286356" y="205330"/>
                  <a:pt x="286928" y="200564"/>
                  <a:pt x="285022" y="196560"/>
                </a:cubicBezTo>
                <a:cubicBezTo>
                  <a:pt x="283115" y="192557"/>
                  <a:pt x="279112" y="190078"/>
                  <a:pt x="274727" y="190078"/>
                </a:cubicBezTo>
                <a:close/>
                <a:moveTo>
                  <a:pt x="201136" y="277777"/>
                </a:moveTo>
                <a:lnTo>
                  <a:pt x="214100" y="219248"/>
                </a:lnTo>
                <a:lnTo>
                  <a:pt x="174254" y="218866"/>
                </a:lnTo>
                <a:lnTo>
                  <a:pt x="229352" y="146991"/>
                </a:lnTo>
                <a:lnTo>
                  <a:pt x="212765" y="209524"/>
                </a:lnTo>
                <a:lnTo>
                  <a:pt x="258331" y="209524"/>
                </a:lnTo>
                <a:cubicBezTo>
                  <a:pt x="258331" y="209524"/>
                  <a:pt x="201136" y="277777"/>
                  <a:pt x="201136" y="27777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41" descr="COVID virus icon.">
            <a:extLst>
              <a:ext uri="{FF2B5EF4-FFF2-40B4-BE49-F238E27FC236}">
                <a16:creationId xmlns:a16="http://schemas.microsoft.com/office/drawing/2014/main" id="{BAB1AECF-17C3-1B1E-D3FD-C01AA79DB94C}"/>
              </a:ext>
            </a:extLst>
          </p:cNvPr>
          <p:cNvSpPr/>
          <p:nvPr/>
        </p:nvSpPr>
        <p:spPr>
          <a:xfrm>
            <a:off x="5861743" y="5179813"/>
            <a:ext cx="459801" cy="459801"/>
          </a:xfrm>
          <a:custGeom>
            <a:avLst/>
            <a:gdLst>
              <a:gd name="connsiteX0" fmla="*/ 440643 w 459801"/>
              <a:gd name="connsiteY0" fmla="*/ 199247 h 459801"/>
              <a:gd name="connsiteX1" fmla="*/ 440643 w 459801"/>
              <a:gd name="connsiteY1" fmla="*/ 220321 h 459801"/>
              <a:gd name="connsiteX2" fmla="*/ 396578 w 459801"/>
              <a:gd name="connsiteY2" fmla="*/ 220321 h 459801"/>
              <a:gd name="connsiteX3" fmla="*/ 354430 w 459801"/>
              <a:gd name="connsiteY3" fmla="*/ 118782 h 459801"/>
              <a:gd name="connsiteX4" fmla="*/ 385083 w 459801"/>
              <a:gd name="connsiteY4" fmla="*/ 86213 h 459801"/>
              <a:gd name="connsiteX5" fmla="*/ 400410 w 459801"/>
              <a:gd name="connsiteY5" fmla="*/ 101539 h 459801"/>
              <a:gd name="connsiteX6" fmla="*/ 413821 w 459801"/>
              <a:gd name="connsiteY6" fmla="*/ 88129 h 459801"/>
              <a:gd name="connsiteX7" fmla="*/ 369757 w 459801"/>
              <a:gd name="connsiteY7" fmla="*/ 44064 h 459801"/>
              <a:gd name="connsiteX8" fmla="*/ 356346 w 459801"/>
              <a:gd name="connsiteY8" fmla="*/ 57475 h 459801"/>
              <a:gd name="connsiteX9" fmla="*/ 371672 w 459801"/>
              <a:gd name="connsiteY9" fmla="*/ 72802 h 459801"/>
              <a:gd name="connsiteX10" fmla="*/ 341019 w 459801"/>
              <a:gd name="connsiteY10" fmla="*/ 105371 h 459801"/>
              <a:gd name="connsiteX11" fmla="*/ 239480 w 459801"/>
              <a:gd name="connsiteY11" fmla="*/ 63223 h 459801"/>
              <a:gd name="connsiteX12" fmla="*/ 239480 w 459801"/>
              <a:gd name="connsiteY12" fmla="*/ 19158 h 459801"/>
              <a:gd name="connsiteX13" fmla="*/ 260554 w 459801"/>
              <a:gd name="connsiteY13" fmla="*/ 19158 h 459801"/>
              <a:gd name="connsiteX14" fmla="*/ 260554 w 459801"/>
              <a:gd name="connsiteY14" fmla="*/ 0 h 459801"/>
              <a:gd name="connsiteX15" fmla="*/ 197331 w 459801"/>
              <a:gd name="connsiteY15" fmla="*/ 0 h 459801"/>
              <a:gd name="connsiteX16" fmla="*/ 197331 w 459801"/>
              <a:gd name="connsiteY16" fmla="*/ 19158 h 459801"/>
              <a:gd name="connsiteX17" fmla="*/ 218405 w 459801"/>
              <a:gd name="connsiteY17" fmla="*/ 19158 h 459801"/>
              <a:gd name="connsiteX18" fmla="*/ 218405 w 459801"/>
              <a:gd name="connsiteY18" fmla="*/ 61307 h 459801"/>
              <a:gd name="connsiteX19" fmla="*/ 218405 w 459801"/>
              <a:gd name="connsiteY19" fmla="*/ 61307 h 459801"/>
              <a:gd name="connsiteX20" fmla="*/ 218405 w 459801"/>
              <a:gd name="connsiteY20" fmla="*/ 61307 h 459801"/>
              <a:gd name="connsiteX21" fmla="*/ 116866 w 459801"/>
              <a:gd name="connsiteY21" fmla="*/ 103455 h 459801"/>
              <a:gd name="connsiteX22" fmla="*/ 88129 w 459801"/>
              <a:gd name="connsiteY22" fmla="*/ 72802 h 459801"/>
              <a:gd name="connsiteX23" fmla="*/ 103455 w 459801"/>
              <a:gd name="connsiteY23" fmla="*/ 57475 h 459801"/>
              <a:gd name="connsiteX24" fmla="*/ 90044 w 459801"/>
              <a:gd name="connsiteY24" fmla="*/ 44064 h 459801"/>
              <a:gd name="connsiteX25" fmla="*/ 44064 w 459801"/>
              <a:gd name="connsiteY25" fmla="*/ 90044 h 459801"/>
              <a:gd name="connsiteX26" fmla="*/ 57475 w 459801"/>
              <a:gd name="connsiteY26" fmla="*/ 103455 h 459801"/>
              <a:gd name="connsiteX27" fmla="*/ 72802 w 459801"/>
              <a:gd name="connsiteY27" fmla="*/ 88129 h 459801"/>
              <a:gd name="connsiteX28" fmla="*/ 105371 w 459801"/>
              <a:gd name="connsiteY28" fmla="*/ 118782 h 459801"/>
              <a:gd name="connsiteX29" fmla="*/ 63223 w 459801"/>
              <a:gd name="connsiteY29" fmla="*/ 220321 h 459801"/>
              <a:gd name="connsiteX30" fmla="*/ 19158 w 459801"/>
              <a:gd name="connsiteY30" fmla="*/ 220321 h 459801"/>
              <a:gd name="connsiteX31" fmla="*/ 19158 w 459801"/>
              <a:gd name="connsiteY31" fmla="*/ 199247 h 459801"/>
              <a:gd name="connsiteX32" fmla="*/ 0 w 459801"/>
              <a:gd name="connsiteY32" fmla="*/ 199247 h 459801"/>
              <a:gd name="connsiteX33" fmla="*/ 0 w 459801"/>
              <a:gd name="connsiteY33" fmla="*/ 262470 h 459801"/>
              <a:gd name="connsiteX34" fmla="*/ 19158 w 459801"/>
              <a:gd name="connsiteY34" fmla="*/ 262470 h 459801"/>
              <a:gd name="connsiteX35" fmla="*/ 19158 w 459801"/>
              <a:gd name="connsiteY35" fmla="*/ 239480 h 459801"/>
              <a:gd name="connsiteX36" fmla="*/ 63223 w 459801"/>
              <a:gd name="connsiteY36" fmla="*/ 239480 h 459801"/>
              <a:gd name="connsiteX37" fmla="*/ 105371 w 459801"/>
              <a:gd name="connsiteY37" fmla="*/ 341019 h 459801"/>
              <a:gd name="connsiteX38" fmla="*/ 74718 w 459801"/>
              <a:gd name="connsiteY38" fmla="*/ 371672 h 459801"/>
              <a:gd name="connsiteX39" fmla="*/ 59391 w 459801"/>
              <a:gd name="connsiteY39" fmla="*/ 356346 h 459801"/>
              <a:gd name="connsiteX40" fmla="*/ 45980 w 459801"/>
              <a:gd name="connsiteY40" fmla="*/ 369757 h 459801"/>
              <a:gd name="connsiteX41" fmla="*/ 90044 w 459801"/>
              <a:gd name="connsiteY41" fmla="*/ 413821 h 459801"/>
              <a:gd name="connsiteX42" fmla="*/ 103455 w 459801"/>
              <a:gd name="connsiteY42" fmla="*/ 402326 h 459801"/>
              <a:gd name="connsiteX43" fmla="*/ 88129 w 459801"/>
              <a:gd name="connsiteY43" fmla="*/ 386999 h 459801"/>
              <a:gd name="connsiteX44" fmla="*/ 118782 w 459801"/>
              <a:gd name="connsiteY44" fmla="*/ 356346 h 459801"/>
              <a:gd name="connsiteX45" fmla="*/ 220321 w 459801"/>
              <a:gd name="connsiteY45" fmla="*/ 398494 h 459801"/>
              <a:gd name="connsiteX46" fmla="*/ 220321 w 459801"/>
              <a:gd name="connsiteY46" fmla="*/ 440643 h 459801"/>
              <a:gd name="connsiteX47" fmla="*/ 199247 w 459801"/>
              <a:gd name="connsiteY47" fmla="*/ 440643 h 459801"/>
              <a:gd name="connsiteX48" fmla="*/ 199247 w 459801"/>
              <a:gd name="connsiteY48" fmla="*/ 459801 h 459801"/>
              <a:gd name="connsiteX49" fmla="*/ 262470 w 459801"/>
              <a:gd name="connsiteY49" fmla="*/ 459801 h 459801"/>
              <a:gd name="connsiteX50" fmla="*/ 262470 w 459801"/>
              <a:gd name="connsiteY50" fmla="*/ 440643 h 459801"/>
              <a:gd name="connsiteX51" fmla="*/ 241396 w 459801"/>
              <a:gd name="connsiteY51" fmla="*/ 440643 h 459801"/>
              <a:gd name="connsiteX52" fmla="*/ 241396 w 459801"/>
              <a:gd name="connsiteY52" fmla="*/ 396578 h 459801"/>
              <a:gd name="connsiteX53" fmla="*/ 342935 w 459801"/>
              <a:gd name="connsiteY53" fmla="*/ 354430 h 459801"/>
              <a:gd name="connsiteX54" fmla="*/ 373588 w 459801"/>
              <a:gd name="connsiteY54" fmla="*/ 385083 h 459801"/>
              <a:gd name="connsiteX55" fmla="*/ 356346 w 459801"/>
              <a:gd name="connsiteY55" fmla="*/ 402326 h 459801"/>
              <a:gd name="connsiteX56" fmla="*/ 369757 w 459801"/>
              <a:gd name="connsiteY56" fmla="*/ 415737 h 459801"/>
              <a:gd name="connsiteX57" fmla="*/ 413821 w 459801"/>
              <a:gd name="connsiteY57" fmla="*/ 371672 h 459801"/>
              <a:gd name="connsiteX58" fmla="*/ 400410 w 459801"/>
              <a:gd name="connsiteY58" fmla="*/ 358262 h 459801"/>
              <a:gd name="connsiteX59" fmla="*/ 385083 w 459801"/>
              <a:gd name="connsiteY59" fmla="*/ 373588 h 459801"/>
              <a:gd name="connsiteX60" fmla="*/ 354430 w 459801"/>
              <a:gd name="connsiteY60" fmla="*/ 342935 h 459801"/>
              <a:gd name="connsiteX61" fmla="*/ 396578 w 459801"/>
              <a:gd name="connsiteY61" fmla="*/ 241396 h 459801"/>
              <a:gd name="connsiteX62" fmla="*/ 440643 w 459801"/>
              <a:gd name="connsiteY62" fmla="*/ 241396 h 459801"/>
              <a:gd name="connsiteX63" fmla="*/ 440643 w 459801"/>
              <a:gd name="connsiteY63" fmla="*/ 262470 h 459801"/>
              <a:gd name="connsiteX64" fmla="*/ 459801 w 459801"/>
              <a:gd name="connsiteY64" fmla="*/ 262470 h 459801"/>
              <a:gd name="connsiteX65" fmla="*/ 459801 w 459801"/>
              <a:gd name="connsiteY65" fmla="*/ 199247 h 459801"/>
              <a:gd name="connsiteX66" fmla="*/ 440643 w 459801"/>
              <a:gd name="connsiteY66" fmla="*/ 199247 h 459801"/>
              <a:gd name="connsiteX67" fmla="*/ 229901 w 459801"/>
              <a:gd name="connsiteY67" fmla="*/ 379336 h 459801"/>
              <a:gd name="connsiteX68" fmla="*/ 80465 w 459801"/>
              <a:gd name="connsiteY68" fmla="*/ 231816 h 459801"/>
              <a:gd name="connsiteX69" fmla="*/ 227985 w 459801"/>
              <a:gd name="connsiteY69" fmla="*/ 82381 h 459801"/>
              <a:gd name="connsiteX70" fmla="*/ 377420 w 459801"/>
              <a:gd name="connsiteY70" fmla="*/ 229901 h 459801"/>
              <a:gd name="connsiteX71" fmla="*/ 377420 w 459801"/>
              <a:gd name="connsiteY71" fmla="*/ 229901 h 459801"/>
              <a:gd name="connsiteX72" fmla="*/ 229901 w 459801"/>
              <a:gd name="connsiteY72" fmla="*/ 379336 h 459801"/>
              <a:gd name="connsiteX73" fmla="*/ 289291 w 459801"/>
              <a:gd name="connsiteY73" fmla="*/ 134109 h 459801"/>
              <a:gd name="connsiteX74" fmla="*/ 247143 w 459801"/>
              <a:gd name="connsiteY74" fmla="*/ 174341 h 459801"/>
              <a:gd name="connsiteX75" fmla="*/ 287376 w 459801"/>
              <a:gd name="connsiteY75" fmla="*/ 216490 h 459801"/>
              <a:gd name="connsiteX76" fmla="*/ 329524 w 459801"/>
              <a:gd name="connsiteY76" fmla="*/ 176257 h 459801"/>
              <a:gd name="connsiteX77" fmla="*/ 329524 w 459801"/>
              <a:gd name="connsiteY77" fmla="*/ 174341 h 459801"/>
              <a:gd name="connsiteX78" fmla="*/ 289291 w 459801"/>
              <a:gd name="connsiteY78" fmla="*/ 134109 h 459801"/>
              <a:gd name="connsiteX79" fmla="*/ 289291 w 459801"/>
              <a:gd name="connsiteY79" fmla="*/ 197331 h 459801"/>
              <a:gd name="connsiteX80" fmla="*/ 266301 w 459801"/>
              <a:gd name="connsiteY80" fmla="*/ 176257 h 459801"/>
              <a:gd name="connsiteX81" fmla="*/ 287376 w 459801"/>
              <a:gd name="connsiteY81" fmla="*/ 153267 h 459801"/>
              <a:gd name="connsiteX82" fmla="*/ 310366 w 459801"/>
              <a:gd name="connsiteY82" fmla="*/ 174341 h 459801"/>
              <a:gd name="connsiteX83" fmla="*/ 291207 w 459801"/>
              <a:gd name="connsiteY83" fmla="*/ 197331 h 459801"/>
              <a:gd name="connsiteX84" fmla="*/ 289291 w 459801"/>
              <a:gd name="connsiteY84" fmla="*/ 197331 h 459801"/>
              <a:gd name="connsiteX85" fmla="*/ 147519 w 459801"/>
              <a:gd name="connsiteY85" fmla="*/ 180089 h 459801"/>
              <a:gd name="connsiteX86" fmla="*/ 105371 w 459801"/>
              <a:gd name="connsiteY86" fmla="*/ 220321 h 459801"/>
              <a:gd name="connsiteX87" fmla="*/ 145604 w 459801"/>
              <a:gd name="connsiteY87" fmla="*/ 262470 h 459801"/>
              <a:gd name="connsiteX88" fmla="*/ 187752 w 459801"/>
              <a:gd name="connsiteY88" fmla="*/ 222237 h 459801"/>
              <a:gd name="connsiteX89" fmla="*/ 187752 w 459801"/>
              <a:gd name="connsiteY89" fmla="*/ 222237 h 459801"/>
              <a:gd name="connsiteX90" fmla="*/ 147519 w 459801"/>
              <a:gd name="connsiteY90" fmla="*/ 180089 h 459801"/>
              <a:gd name="connsiteX91" fmla="*/ 147519 w 459801"/>
              <a:gd name="connsiteY91" fmla="*/ 243311 h 459801"/>
              <a:gd name="connsiteX92" fmla="*/ 124529 w 459801"/>
              <a:gd name="connsiteY92" fmla="*/ 222237 h 459801"/>
              <a:gd name="connsiteX93" fmla="*/ 145604 w 459801"/>
              <a:gd name="connsiteY93" fmla="*/ 199247 h 459801"/>
              <a:gd name="connsiteX94" fmla="*/ 168594 w 459801"/>
              <a:gd name="connsiteY94" fmla="*/ 220321 h 459801"/>
              <a:gd name="connsiteX95" fmla="*/ 168594 w 459801"/>
              <a:gd name="connsiteY95" fmla="*/ 220321 h 459801"/>
              <a:gd name="connsiteX96" fmla="*/ 147519 w 459801"/>
              <a:gd name="connsiteY96" fmla="*/ 243311 h 459801"/>
              <a:gd name="connsiteX97" fmla="*/ 250975 w 459801"/>
              <a:gd name="connsiteY97" fmla="*/ 272049 h 459801"/>
              <a:gd name="connsiteX98" fmla="*/ 208826 w 459801"/>
              <a:gd name="connsiteY98" fmla="*/ 312282 h 459801"/>
              <a:gd name="connsiteX99" fmla="*/ 249059 w 459801"/>
              <a:gd name="connsiteY99" fmla="*/ 354430 h 459801"/>
              <a:gd name="connsiteX100" fmla="*/ 291207 w 459801"/>
              <a:gd name="connsiteY100" fmla="*/ 314197 h 459801"/>
              <a:gd name="connsiteX101" fmla="*/ 291207 w 459801"/>
              <a:gd name="connsiteY101" fmla="*/ 314197 h 459801"/>
              <a:gd name="connsiteX102" fmla="*/ 250975 w 459801"/>
              <a:gd name="connsiteY102" fmla="*/ 272049 h 459801"/>
              <a:gd name="connsiteX103" fmla="*/ 250975 w 459801"/>
              <a:gd name="connsiteY103" fmla="*/ 272049 h 459801"/>
              <a:gd name="connsiteX104" fmla="*/ 250975 w 459801"/>
              <a:gd name="connsiteY104" fmla="*/ 335272 h 459801"/>
              <a:gd name="connsiteX105" fmla="*/ 227985 w 459801"/>
              <a:gd name="connsiteY105" fmla="*/ 314197 h 459801"/>
              <a:gd name="connsiteX106" fmla="*/ 249059 w 459801"/>
              <a:gd name="connsiteY106" fmla="*/ 291207 h 459801"/>
              <a:gd name="connsiteX107" fmla="*/ 272049 w 459801"/>
              <a:gd name="connsiteY107" fmla="*/ 312282 h 459801"/>
              <a:gd name="connsiteX108" fmla="*/ 272049 w 459801"/>
              <a:gd name="connsiteY108" fmla="*/ 312282 h 459801"/>
              <a:gd name="connsiteX109" fmla="*/ 250975 w 459801"/>
              <a:gd name="connsiteY109" fmla="*/ 335272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59801" h="459801">
                <a:moveTo>
                  <a:pt x="440643" y="199247"/>
                </a:moveTo>
                <a:lnTo>
                  <a:pt x="440643" y="220321"/>
                </a:lnTo>
                <a:lnTo>
                  <a:pt x="396578" y="220321"/>
                </a:lnTo>
                <a:cubicBezTo>
                  <a:pt x="394663" y="182005"/>
                  <a:pt x="379336" y="147519"/>
                  <a:pt x="354430" y="118782"/>
                </a:cubicBezTo>
                <a:lnTo>
                  <a:pt x="385083" y="86213"/>
                </a:lnTo>
                <a:lnTo>
                  <a:pt x="400410" y="101539"/>
                </a:lnTo>
                <a:lnTo>
                  <a:pt x="413821" y="88129"/>
                </a:lnTo>
                <a:lnTo>
                  <a:pt x="369757" y="44064"/>
                </a:lnTo>
                <a:lnTo>
                  <a:pt x="356346" y="57475"/>
                </a:lnTo>
                <a:lnTo>
                  <a:pt x="371672" y="72802"/>
                </a:lnTo>
                <a:lnTo>
                  <a:pt x="341019" y="105371"/>
                </a:lnTo>
                <a:cubicBezTo>
                  <a:pt x="312282" y="80465"/>
                  <a:pt x="277796" y="65138"/>
                  <a:pt x="239480" y="63223"/>
                </a:cubicBezTo>
                <a:lnTo>
                  <a:pt x="239480" y="19158"/>
                </a:lnTo>
                <a:lnTo>
                  <a:pt x="260554" y="19158"/>
                </a:lnTo>
                <a:lnTo>
                  <a:pt x="260554" y="0"/>
                </a:lnTo>
                <a:lnTo>
                  <a:pt x="197331" y="0"/>
                </a:lnTo>
                <a:lnTo>
                  <a:pt x="197331" y="19158"/>
                </a:lnTo>
                <a:lnTo>
                  <a:pt x="218405" y="19158"/>
                </a:lnTo>
                <a:lnTo>
                  <a:pt x="218405" y="61307"/>
                </a:lnTo>
                <a:lnTo>
                  <a:pt x="218405" y="61307"/>
                </a:lnTo>
                <a:lnTo>
                  <a:pt x="218405" y="61307"/>
                </a:lnTo>
                <a:cubicBezTo>
                  <a:pt x="180089" y="63223"/>
                  <a:pt x="145604" y="78549"/>
                  <a:pt x="116866" y="103455"/>
                </a:cubicBezTo>
                <a:lnTo>
                  <a:pt x="88129" y="72802"/>
                </a:lnTo>
                <a:lnTo>
                  <a:pt x="103455" y="57475"/>
                </a:lnTo>
                <a:lnTo>
                  <a:pt x="90044" y="44064"/>
                </a:lnTo>
                <a:lnTo>
                  <a:pt x="44064" y="90044"/>
                </a:lnTo>
                <a:lnTo>
                  <a:pt x="57475" y="103455"/>
                </a:lnTo>
                <a:lnTo>
                  <a:pt x="72802" y="88129"/>
                </a:lnTo>
                <a:lnTo>
                  <a:pt x="105371" y="118782"/>
                </a:lnTo>
                <a:cubicBezTo>
                  <a:pt x="80465" y="147519"/>
                  <a:pt x="65138" y="183920"/>
                  <a:pt x="63223" y="220321"/>
                </a:cubicBezTo>
                <a:lnTo>
                  <a:pt x="19158" y="220321"/>
                </a:lnTo>
                <a:lnTo>
                  <a:pt x="19158" y="199247"/>
                </a:lnTo>
                <a:lnTo>
                  <a:pt x="0" y="199247"/>
                </a:lnTo>
                <a:lnTo>
                  <a:pt x="0" y="262470"/>
                </a:lnTo>
                <a:lnTo>
                  <a:pt x="19158" y="262470"/>
                </a:lnTo>
                <a:lnTo>
                  <a:pt x="19158" y="239480"/>
                </a:lnTo>
                <a:lnTo>
                  <a:pt x="63223" y="239480"/>
                </a:lnTo>
                <a:cubicBezTo>
                  <a:pt x="65138" y="277796"/>
                  <a:pt x="80465" y="312282"/>
                  <a:pt x="105371" y="341019"/>
                </a:cubicBezTo>
                <a:lnTo>
                  <a:pt x="74718" y="371672"/>
                </a:lnTo>
                <a:lnTo>
                  <a:pt x="59391" y="356346"/>
                </a:lnTo>
                <a:lnTo>
                  <a:pt x="45980" y="369757"/>
                </a:lnTo>
                <a:lnTo>
                  <a:pt x="90044" y="413821"/>
                </a:lnTo>
                <a:lnTo>
                  <a:pt x="103455" y="402326"/>
                </a:lnTo>
                <a:lnTo>
                  <a:pt x="88129" y="386999"/>
                </a:lnTo>
                <a:lnTo>
                  <a:pt x="118782" y="356346"/>
                </a:lnTo>
                <a:cubicBezTo>
                  <a:pt x="147519" y="381252"/>
                  <a:pt x="182005" y="396578"/>
                  <a:pt x="220321" y="398494"/>
                </a:cubicBezTo>
                <a:lnTo>
                  <a:pt x="220321" y="440643"/>
                </a:lnTo>
                <a:lnTo>
                  <a:pt x="199247" y="440643"/>
                </a:lnTo>
                <a:lnTo>
                  <a:pt x="199247" y="459801"/>
                </a:lnTo>
                <a:lnTo>
                  <a:pt x="262470" y="459801"/>
                </a:lnTo>
                <a:lnTo>
                  <a:pt x="262470" y="440643"/>
                </a:lnTo>
                <a:lnTo>
                  <a:pt x="241396" y="440643"/>
                </a:lnTo>
                <a:lnTo>
                  <a:pt x="241396" y="396578"/>
                </a:lnTo>
                <a:cubicBezTo>
                  <a:pt x="279712" y="394663"/>
                  <a:pt x="314197" y="379336"/>
                  <a:pt x="342935" y="354430"/>
                </a:cubicBezTo>
                <a:lnTo>
                  <a:pt x="373588" y="385083"/>
                </a:lnTo>
                <a:lnTo>
                  <a:pt x="356346" y="402326"/>
                </a:lnTo>
                <a:lnTo>
                  <a:pt x="369757" y="415737"/>
                </a:lnTo>
                <a:lnTo>
                  <a:pt x="413821" y="371672"/>
                </a:lnTo>
                <a:lnTo>
                  <a:pt x="400410" y="358262"/>
                </a:lnTo>
                <a:lnTo>
                  <a:pt x="385083" y="373588"/>
                </a:lnTo>
                <a:lnTo>
                  <a:pt x="354430" y="342935"/>
                </a:lnTo>
                <a:cubicBezTo>
                  <a:pt x="379336" y="314197"/>
                  <a:pt x="394663" y="279712"/>
                  <a:pt x="396578" y="241396"/>
                </a:cubicBezTo>
                <a:lnTo>
                  <a:pt x="440643" y="241396"/>
                </a:lnTo>
                <a:lnTo>
                  <a:pt x="440643" y="262470"/>
                </a:lnTo>
                <a:lnTo>
                  <a:pt x="459801" y="262470"/>
                </a:lnTo>
                <a:lnTo>
                  <a:pt x="459801" y="199247"/>
                </a:lnTo>
                <a:lnTo>
                  <a:pt x="440643" y="199247"/>
                </a:lnTo>
                <a:close/>
                <a:moveTo>
                  <a:pt x="229901" y="379336"/>
                </a:moveTo>
                <a:cubicBezTo>
                  <a:pt x="147519" y="379336"/>
                  <a:pt x="80465" y="314197"/>
                  <a:pt x="80465" y="231816"/>
                </a:cubicBezTo>
                <a:cubicBezTo>
                  <a:pt x="80465" y="149435"/>
                  <a:pt x="145604" y="82381"/>
                  <a:pt x="227985" y="82381"/>
                </a:cubicBezTo>
                <a:cubicBezTo>
                  <a:pt x="310366" y="82381"/>
                  <a:pt x="377420" y="147519"/>
                  <a:pt x="377420" y="229901"/>
                </a:cubicBezTo>
                <a:cubicBezTo>
                  <a:pt x="377420" y="229901"/>
                  <a:pt x="377420" y="229901"/>
                  <a:pt x="377420" y="229901"/>
                </a:cubicBezTo>
                <a:cubicBezTo>
                  <a:pt x="377420" y="312282"/>
                  <a:pt x="312282" y="377420"/>
                  <a:pt x="229901" y="379336"/>
                </a:cubicBezTo>
                <a:close/>
                <a:moveTo>
                  <a:pt x="289291" y="134109"/>
                </a:moveTo>
                <a:cubicBezTo>
                  <a:pt x="266301" y="134109"/>
                  <a:pt x="247143" y="153267"/>
                  <a:pt x="247143" y="174341"/>
                </a:cubicBezTo>
                <a:cubicBezTo>
                  <a:pt x="247143" y="195415"/>
                  <a:pt x="266301" y="216490"/>
                  <a:pt x="287376" y="216490"/>
                </a:cubicBezTo>
                <a:cubicBezTo>
                  <a:pt x="308450" y="216490"/>
                  <a:pt x="329524" y="197331"/>
                  <a:pt x="329524" y="176257"/>
                </a:cubicBezTo>
                <a:cubicBezTo>
                  <a:pt x="329524" y="176257"/>
                  <a:pt x="329524" y="176257"/>
                  <a:pt x="329524" y="174341"/>
                </a:cubicBezTo>
                <a:cubicBezTo>
                  <a:pt x="329524" y="151351"/>
                  <a:pt x="310366" y="134109"/>
                  <a:pt x="289291" y="134109"/>
                </a:cubicBezTo>
                <a:close/>
                <a:moveTo>
                  <a:pt x="289291" y="197331"/>
                </a:moveTo>
                <a:cubicBezTo>
                  <a:pt x="277796" y="197331"/>
                  <a:pt x="266301" y="187752"/>
                  <a:pt x="266301" y="176257"/>
                </a:cubicBezTo>
                <a:cubicBezTo>
                  <a:pt x="266301" y="164762"/>
                  <a:pt x="275881" y="153267"/>
                  <a:pt x="287376" y="153267"/>
                </a:cubicBezTo>
                <a:cubicBezTo>
                  <a:pt x="298871" y="153267"/>
                  <a:pt x="308450" y="162846"/>
                  <a:pt x="310366" y="174341"/>
                </a:cubicBezTo>
                <a:cubicBezTo>
                  <a:pt x="310366" y="187752"/>
                  <a:pt x="300786" y="197331"/>
                  <a:pt x="291207" y="197331"/>
                </a:cubicBezTo>
                <a:lnTo>
                  <a:pt x="289291" y="197331"/>
                </a:lnTo>
                <a:close/>
                <a:moveTo>
                  <a:pt x="147519" y="180089"/>
                </a:moveTo>
                <a:cubicBezTo>
                  <a:pt x="124529" y="180089"/>
                  <a:pt x="105371" y="199247"/>
                  <a:pt x="105371" y="220321"/>
                </a:cubicBezTo>
                <a:cubicBezTo>
                  <a:pt x="105371" y="243311"/>
                  <a:pt x="124529" y="262470"/>
                  <a:pt x="145604" y="262470"/>
                </a:cubicBezTo>
                <a:cubicBezTo>
                  <a:pt x="166678" y="262470"/>
                  <a:pt x="187752" y="243311"/>
                  <a:pt x="187752" y="222237"/>
                </a:cubicBezTo>
                <a:cubicBezTo>
                  <a:pt x="187752" y="222237"/>
                  <a:pt x="187752" y="222237"/>
                  <a:pt x="187752" y="222237"/>
                </a:cubicBezTo>
                <a:cubicBezTo>
                  <a:pt x="187752" y="199247"/>
                  <a:pt x="170510" y="180089"/>
                  <a:pt x="147519" y="180089"/>
                </a:cubicBezTo>
                <a:close/>
                <a:moveTo>
                  <a:pt x="147519" y="243311"/>
                </a:moveTo>
                <a:cubicBezTo>
                  <a:pt x="136024" y="243311"/>
                  <a:pt x="124529" y="233732"/>
                  <a:pt x="124529" y="222237"/>
                </a:cubicBezTo>
                <a:cubicBezTo>
                  <a:pt x="124529" y="210742"/>
                  <a:pt x="134109" y="199247"/>
                  <a:pt x="145604" y="199247"/>
                </a:cubicBezTo>
                <a:cubicBezTo>
                  <a:pt x="157099" y="199247"/>
                  <a:pt x="168594" y="208826"/>
                  <a:pt x="168594" y="220321"/>
                </a:cubicBezTo>
                <a:cubicBezTo>
                  <a:pt x="168594" y="220321"/>
                  <a:pt x="168594" y="220321"/>
                  <a:pt x="168594" y="220321"/>
                </a:cubicBezTo>
                <a:cubicBezTo>
                  <a:pt x="168594" y="233732"/>
                  <a:pt x="159015" y="243311"/>
                  <a:pt x="147519" y="243311"/>
                </a:cubicBezTo>
                <a:close/>
                <a:moveTo>
                  <a:pt x="250975" y="272049"/>
                </a:moveTo>
                <a:cubicBezTo>
                  <a:pt x="227985" y="272049"/>
                  <a:pt x="208826" y="291207"/>
                  <a:pt x="208826" y="312282"/>
                </a:cubicBezTo>
                <a:cubicBezTo>
                  <a:pt x="208826" y="333356"/>
                  <a:pt x="227985" y="354430"/>
                  <a:pt x="249059" y="354430"/>
                </a:cubicBezTo>
                <a:cubicBezTo>
                  <a:pt x="272049" y="354430"/>
                  <a:pt x="291207" y="335272"/>
                  <a:pt x="291207" y="314197"/>
                </a:cubicBezTo>
                <a:cubicBezTo>
                  <a:pt x="291207" y="314197"/>
                  <a:pt x="291207" y="314197"/>
                  <a:pt x="291207" y="314197"/>
                </a:cubicBezTo>
                <a:cubicBezTo>
                  <a:pt x="293123" y="291207"/>
                  <a:pt x="273965" y="272049"/>
                  <a:pt x="250975" y="272049"/>
                </a:cubicBezTo>
                <a:cubicBezTo>
                  <a:pt x="250975" y="272049"/>
                  <a:pt x="250975" y="272049"/>
                  <a:pt x="250975" y="272049"/>
                </a:cubicBezTo>
                <a:close/>
                <a:moveTo>
                  <a:pt x="250975" y="335272"/>
                </a:moveTo>
                <a:cubicBezTo>
                  <a:pt x="239480" y="335272"/>
                  <a:pt x="227985" y="325692"/>
                  <a:pt x="227985" y="314197"/>
                </a:cubicBezTo>
                <a:cubicBezTo>
                  <a:pt x="227985" y="302702"/>
                  <a:pt x="237564" y="291207"/>
                  <a:pt x="249059" y="291207"/>
                </a:cubicBezTo>
                <a:cubicBezTo>
                  <a:pt x="260554" y="291207"/>
                  <a:pt x="272049" y="300786"/>
                  <a:pt x="272049" y="312282"/>
                </a:cubicBezTo>
                <a:cubicBezTo>
                  <a:pt x="272049" y="312282"/>
                  <a:pt x="272049" y="312282"/>
                  <a:pt x="272049" y="312282"/>
                </a:cubicBezTo>
                <a:cubicBezTo>
                  <a:pt x="273965" y="325692"/>
                  <a:pt x="264386" y="335272"/>
                  <a:pt x="250975" y="33527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39" descr="COVID test icon.">
            <a:extLst>
              <a:ext uri="{FF2B5EF4-FFF2-40B4-BE49-F238E27FC236}">
                <a16:creationId xmlns:a16="http://schemas.microsoft.com/office/drawing/2014/main" id="{8C3FE95F-2483-0BE7-48A6-A350858AA106}"/>
              </a:ext>
            </a:extLst>
          </p:cNvPr>
          <p:cNvSpPr/>
          <p:nvPr/>
        </p:nvSpPr>
        <p:spPr>
          <a:xfrm>
            <a:off x="7179099" y="5179813"/>
            <a:ext cx="268217" cy="459801"/>
          </a:xfrm>
          <a:custGeom>
            <a:avLst/>
            <a:gdLst>
              <a:gd name="connsiteX0" fmla="*/ 239480 w 268217"/>
              <a:gd name="connsiteY0" fmla="*/ 0 h 459801"/>
              <a:gd name="connsiteX1" fmla="*/ 210742 w 268217"/>
              <a:gd name="connsiteY1" fmla="*/ 28738 h 459801"/>
              <a:gd name="connsiteX2" fmla="*/ 210742 w 268217"/>
              <a:gd name="connsiteY2" fmla="*/ 86213 h 459801"/>
              <a:gd name="connsiteX3" fmla="*/ 229901 w 268217"/>
              <a:gd name="connsiteY3" fmla="*/ 113034 h 459801"/>
              <a:gd name="connsiteX4" fmla="*/ 229901 w 268217"/>
              <a:gd name="connsiteY4" fmla="*/ 459801 h 459801"/>
              <a:gd name="connsiteX5" fmla="*/ 249059 w 268217"/>
              <a:gd name="connsiteY5" fmla="*/ 459801 h 459801"/>
              <a:gd name="connsiteX6" fmla="*/ 249059 w 268217"/>
              <a:gd name="connsiteY6" fmla="*/ 113034 h 459801"/>
              <a:gd name="connsiteX7" fmla="*/ 268217 w 268217"/>
              <a:gd name="connsiteY7" fmla="*/ 86213 h 459801"/>
              <a:gd name="connsiteX8" fmla="*/ 268217 w 268217"/>
              <a:gd name="connsiteY8" fmla="*/ 28738 h 459801"/>
              <a:gd name="connsiteX9" fmla="*/ 239480 w 268217"/>
              <a:gd name="connsiteY9" fmla="*/ 0 h 459801"/>
              <a:gd name="connsiteX10" fmla="*/ 239480 w 268217"/>
              <a:gd name="connsiteY10" fmla="*/ 0 h 459801"/>
              <a:gd name="connsiteX11" fmla="*/ 249059 w 268217"/>
              <a:gd name="connsiteY11" fmla="*/ 86213 h 459801"/>
              <a:gd name="connsiteX12" fmla="*/ 239480 w 268217"/>
              <a:gd name="connsiteY12" fmla="*/ 95792 h 459801"/>
              <a:gd name="connsiteX13" fmla="*/ 229901 w 268217"/>
              <a:gd name="connsiteY13" fmla="*/ 86213 h 459801"/>
              <a:gd name="connsiteX14" fmla="*/ 229901 w 268217"/>
              <a:gd name="connsiteY14" fmla="*/ 28738 h 459801"/>
              <a:gd name="connsiteX15" fmla="*/ 239480 w 268217"/>
              <a:gd name="connsiteY15" fmla="*/ 19158 h 459801"/>
              <a:gd name="connsiteX16" fmla="*/ 249059 w 268217"/>
              <a:gd name="connsiteY16" fmla="*/ 28738 h 459801"/>
              <a:gd name="connsiteX17" fmla="*/ 249059 w 268217"/>
              <a:gd name="connsiteY17" fmla="*/ 86213 h 459801"/>
              <a:gd name="connsiteX18" fmla="*/ 153267 w 268217"/>
              <a:gd name="connsiteY18" fmla="*/ 0 h 459801"/>
              <a:gd name="connsiteX19" fmla="*/ 19158 w 268217"/>
              <a:gd name="connsiteY19" fmla="*/ 0 h 459801"/>
              <a:gd name="connsiteX20" fmla="*/ 0 w 268217"/>
              <a:gd name="connsiteY20" fmla="*/ 19158 h 459801"/>
              <a:gd name="connsiteX21" fmla="*/ 0 w 268217"/>
              <a:gd name="connsiteY21" fmla="*/ 57475 h 459801"/>
              <a:gd name="connsiteX22" fmla="*/ 5748 w 268217"/>
              <a:gd name="connsiteY22" fmla="*/ 70886 h 459801"/>
              <a:gd name="connsiteX23" fmla="*/ 19158 w 268217"/>
              <a:gd name="connsiteY23" fmla="*/ 76634 h 459801"/>
              <a:gd name="connsiteX24" fmla="*/ 19158 w 268217"/>
              <a:gd name="connsiteY24" fmla="*/ 392747 h 459801"/>
              <a:gd name="connsiteX25" fmla="*/ 86213 w 268217"/>
              <a:gd name="connsiteY25" fmla="*/ 459801 h 459801"/>
              <a:gd name="connsiteX26" fmla="*/ 153267 w 268217"/>
              <a:gd name="connsiteY26" fmla="*/ 392747 h 459801"/>
              <a:gd name="connsiteX27" fmla="*/ 153267 w 268217"/>
              <a:gd name="connsiteY27" fmla="*/ 76634 h 459801"/>
              <a:gd name="connsiteX28" fmla="*/ 153267 w 268217"/>
              <a:gd name="connsiteY28" fmla="*/ 76634 h 459801"/>
              <a:gd name="connsiteX29" fmla="*/ 172425 w 268217"/>
              <a:gd name="connsiteY29" fmla="*/ 57475 h 459801"/>
              <a:gd name="connsiteX30" fmla="*/ 172425 w 268217"/>
              <a:gd name="connsiteY30" fmla="*/ 19158 h 459801"/>
              <a:gd name="connsiteX31" fmla="*/ 153267 w 268217"/>
              <a:gd name="connsiteY31" fmla="*/ 0 h 459801"/>
              <a:gd name="connsiteX32" fmla="*/ 134109 w 268217"/>
              <a:gd name="connsiteY32" fmla="*/ 392747 h 459801"/>
              <a:gd name="connsiteX33" fmla="*/ 86213 w 268217"/>
              <a:gd name="connsiteY33" fmla="*/ 440643 h 459801"/>
              <a:gd name="connsiteX34" fmla="*/ 38317 w 268217"/>
              <a:gd name="connsiteY34" fmla="*/ 392747 h 459801"/>
              <a:gd name="connsiteX35" fmla="*/ 38317 w 268217"/>
              <a:gd name="connsiteY35" fmla="*/ 76634 h 459801"/>
              <a:gd name="connsiteX36" fmla="*/ 134109 w 268217"/>
              <a:gd name="connsiteY36" fmla="*/ 76634 h 459801"/>
              <a:gd name="connsiteX37" fmla="*/ 134109 w 268217"/>
              <a:gd name="connsiteY37" fmla="*/ 392747 h 459801"/>
              <a:gd name="connsiteX38" fmla="*/ 153267 w 268217"/>
              <a:gd name="connsiteY38" fmla="*/ 57475 h 459801"/>
              <a:gd name="connsiteX39" fmla="*/ 19158 w 268217"/>
              <a:gd name="connsiteY39" fmla="*/ 57475 h 459801"/>
              <a:gd name="connsiteX40" fmla="*/ 19158 w 268217"/>
              <a:gd name="connsiteY40" fmla="*/ 19158 h 459801"/>
              <a:gd name="connsiteX41" fmla="*/ 153267 w 268217"/>
              <a:gd name="connsiteY41" fmla="*/ 19158 h 459801"/>
              <a:gd name="connsiteX42" fmla="*/ 153267 w 268217"/>
              <a:gd name="connsiteY42" fmla="*/ 57475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68217" h="459801">
                <a:moveTo>
                  <a:pt x="239480" y="0"/>
                </a:moveTo>
                <a:cubicBezTo>
                  <a:pt x="224153" y="0"/>
                  <a:pt x="210742" y="13411"/>
                  <a:pt x="210742" y="28738"/>
                </a:cubicBezTo>
                <a:lnTo>
                  <a:pt x="210742" y="86213"/>
                </a:lnTo>
                <a:cubicBezTo>
                  <a:pt x="210742" y="97708"/>
                  <a:pt x="218405" y="109203"/>
                  <a:pt x="229901" y="113034"/>
                </a:cubicBezTo>
                <a:lnTo>
                  <a:pt x="229901" y="459801"/>
                </a:lnTo>
                <a:lnTo>
                  <a:pt x="249059" y="459801"/>
                </a:lnTo>
                <a:lnTo>
                  <a:pt x="249059" y="113034"/>
                </a:lnTo>
                <a:cubicBezTo>
                  <a:pt x="260554" y="109203"/>
                  <a:pt x="268217" y="97708"/>
                  <a:pt x="268217" y="86213"/>
                </a:cubicBezTo>
                <a:lnTo>
                  <a:pt x="268217" y="28738"/>
                </a:lnTo>
                <a:cubicBezTo>
                  <a:pt x="268217" y="13411"/>
                  <a:pt x="254806" y="0"/>
                  <a:pt x="239480" y="0"/>
                </a:cubicBezTo>
                <a:cubicBezTo>
                  <a:pt x="239480" y="0"/>
                  <a:pt x="239480" y="0"/>
                  <a:pt x="239480" y="0"/>
                </a:cubicBezTo>
                <a:close/>
                <a:moveTo>
                  <a:pt x="249059" y="86213"/>
                </a:moveTo>
                <a:cubicBezTo>
                  <a:pt x="249059" y="91960"/>
                  <a:pt x="245227" y="95792"/>
                  <a:pt x="239480" y="95792"/>
                </a:cubicBezTo>
                <a:cubicBezTo>
                  <a:pt x="233732" y="95792"/>
                  <a:pt x="229901" y="91960"/>
                  <a:pt x="229901" y="86213"/>
                </a:cubicBezTo>
                <a:lnTo>
                  <a:pt x="229901" y="28738"/>
                </a:lnTo>
                <a:cubicBezTo>
                  <a:pt x="229901" y="22990"/>
                  <a:pt x="233732" y="19158"/>
                  <a:pt x="239480" y="19158"/>
                </a:cubicBezTo>
                <a:cubicBezTo>
                  <a:pt x="245227" y="19158"/>
                  <a:pt x="249059" y="22990"/>
                  <a:pt x="249059" y="28738"/>
                </a:cubicBezTo>
                <a:lnTo>
                  <a:pt x="249059" y="86213"/>
                </a:lnTo>
                <a:close/>
                <a:moveTo>
                  <a:pt x="153267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57475"/>
                </a:lnTo>
                <a:cubicBezTo>
                  <a:pt x="0" y="63223"/>
                  <a:pt x="1916" y="67054"/>
                  <a:pt x="5748" y="70886"/>
                </a:cubicBezTo>
                <a:cubicBezTo>
                  <a:pt x="9579" y="74718"/>
                  <a:pt x="13411" y="76634"/>
                  <a:pt x="19158" y="76634"/>
                </a:cubicBezTo>
                <a:lnTo>
                  <a:pt x="19158" y="392747"/>
                </a:lnTo>
                <a:cubicBezTo>
                  <a:pt x="19158" y="429148"/>
                  <a:pt x="49812" y="459801"/>
                  <a:pt x="86213" y="459801"/>
                </a:cubicBezTo>
                <a:cubicBezTo>
                  <a:pt x="122614" y="459801"/>
                  <a:pt x="153267" y="429148"/>
                  <a:pt x="153267" y="392747"/>
                </a:cubicBezTo>
                <a:lnTo>
                  <a:pt x="153267" y="76634"/>
                </a:lnTo>
                <a:lnTo>
                  <a:pt x="153267" y="76634"/>
                </a:lnTo>
                <a:cubicBezTo>
                  <a:pt x="164762" y="76634"/>
                  <a:pt x="172425" y="68970"/>
                  <a:pt x="172425" y="57475"/>
                </a:cubicBezTo>
                <a:lnTo>
                  <a:pt x="172425" y="19158"/>
                </a:lnTo>
                <a:cubicBezTo>
                  <a:pt x="172425" y="7663"/>
                  <a:pt x="164762" y="0"/>
                  <a:pt x="153267" y="0"/>
                </a:cubicBezTo>
                <a:close/>
                <a:moveTo>
                  <a:pt x="134109" y="392747"/>
                </a:moveTo>
                <a:cubicBezTo>
                  <a:pt x="134109" y="419568"/>
                  <a:pt x="113034" y="440643"/>
                  <a:pt x="86213" y="440643"/>
                </a:cubicBezTo>
                <a:cubicBezTo>
                  <a:pt x="59391" y="440643"/>
                  <a:pt x="38317" y="419568"/>
                  <a:pt x="38317" y="392747"/>
                </a:cubicBezTo>
                <a:lnTo>
                  <a:pt x="38317" y="76634"/>
                </a:lnTo>
                <a:lnTo>
                  <a:pt x="134109" y="76634"/>
                </a:lnTo>
                <a:lnTo>
                  <a:pt x="134109" y="392747"/>
                </a:lnTo>
                <a:close/>
                <a:moveTo>
                  <a:pt x="153267" y="57475"/>
                </a:moveTo>
                <a:lnTo>
                  <a:pt x="19158" y="57475"/>
                </a:lnTo>
                <a:lnTo>
                  <a:pt x="19158" y="19158"/>
                </a:lnTo>
                <a:lnTo>
                  <a:pt x="153267" y="19158"/>
                </a:lnTo>
                <a:lnTo>
                  <a:pt x="153267" y="5747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55" descr="Mask icon.">
            <a:extLst>
              <a:ext uri="{FF2B5EF4-FFF2-40B4-BE49-F238E27FC236}">
                <a16:creationId xmlns:a16="http://schemas.microsoft.com/office/drawing/2014/main" id="{2BEB654F-6733-AE5F-92FE-85AB2C668ADE}"/>
              </a:ext>
            </a:extLst>
          </p:cNvPr>
          <p:cNvSpPr/>
          <p:nvPr/>
        </p:nvSpPr>
        <p:spPr>
          <a:xfrm>
            <a:off x="8303427" y="5294763"/>
            <a:ext cx="459801" cy="229900"/>
          </a:xfrm>
          <a:custGeom>
            <a:avLst/>
            <a:gdLst>
              <a:gd name="connsiteX0" fmla="*/ 105371 w 459801"/>
              <a:gd name="connsiteY0" fmla="*/ 47896 h 229900"/>
              <a:gd name="connsiteX1" fmla="*/ 354430 w 459801"/>
              <a:gd name="connsiteY1" fmla="*/ 47896 h 229900"/>
              <a:gd name="connsiteX2" fmla="*/ 354430 w 459801"/>
              <a:gd name="connsiteY2" fmla="*/ 67054 h 229900"/>
              <a:gd name="connsiteX3" fmla="*/ 105371 w 459801"/>
              <a:gd name="connsiteY3" fmla="*/ 67054 h 229900"/>
              <a:gd name="connsiteX4" fmla="*/ 105371 w 459801"/>
              <a:gd name="connsiteY4" fmla="*/ 47896 h 229900"/>
              <a:gd name="connsiteX5" fmla="*/ 105371 w 459801"/>
              <a:gd name="connsiteY5" fmla="*/ 162846 h 229900"/>
              <a:gd name="connsiteX6" fmla="*/ 354430 w 459801"/>
              <a:gd name="connsiteY6" fmla="*/ 162846 h 229900"/>
              <a:gd name="connsiteX7" fmla="*/ 354430 w 459801"/>
              <a:gd name="connsiteY7" fmla="*/ 182005 h 229900"/>
              <a:gd name="connsiteX8" fmla="*/ 105371 w 459801"/>
              <a:gd name="connsiteY8" fmla="*/ 182005 h 229900"/>
              <a:gd name="connsiteX9" fmla="*/ 105371 w 459801"/>
              <a:gd name="connsiteY9" fmla="*/ 162846 h 229900"/>
              <a:gd name="connsiteX10" fmla="*/ 402326 w 459801"/>
              <a:gd name="connsiteY10" fmla="*/ 22990 h 229900"/>
              <a:gd name="connsiteX11" fmla="*/ 402326 w 459801"/>
              <a:gd name="connsiteY11" fmla="*/ 19158 h 229900"/>
              <a:gd name="connsiteX12" fmla="*/ 383168 w 459801"/>
              <a:gd name="connsiteY12" fmla="*/ 0 h 229900"/>
              <a:gd name="connsiteX13" fmla="*/ 76634 w 459801"/>
              <a:gd name="connsiteY13" fmla="*/ 0 h 229900"/>
              <a:gd name="connsiteX14" fmla="*/ 57475 w 459801"/>
              <a:gd name="connsiteY14" fmla="*/ 19158 h 229900"/>
              <a:gd name="connsiteX15" fmla="*/ 57475 w 459801"/>
              <a:gd name="connsiteY15" fmla="*/ 22990 h 229900"/>
              <a:gd name="connsiteX16" fmla="*/ 0 w 459801"/>
              <a:gd name="connsiteY16" fmla="*/ 114950 h 229900"/>
              <a:gd name="connsiteX17" fmla="*/ 57475 w 459801"/>
              <a:gd name="connsiteY17" fmla="*/ 206910 h 229900"/>
              <a:gd name="connsiteX18" fmla="*/ 57475 w 459801"/>
              <a:gd name="connsiteY18" fmla="*/ 210742 h 229900"/>
              <a:gd name="connsiteX19" fmla="*/ 76634 w 459801"/>
              <a:gd name="connsiteY19" fmla="*/ 229901 h 229900"/>
              <a:gd name="connsiteX20" fmla="*/ 383168 w 459801"/>
              <a:gd name="connsiteY20" fmla="*/ 229901 h 229900"/>
              <a:gd name="connsiteX21" fmla="*/ 402326 w 459801"/>
              <a:gd name="connsiteY21" fmla="*/ 210742 h 229900"/>
              <a:gd name="connsiteX22" fmla="*/ 402326 w 459801"/>
              <a:gd name="connsiteY22" fmla="*/ 206910 h 229900"/>
              <a:gd name="connsiteX23" fmla="*/ 459801 w 459801"/>
              <a:gd name="connsiteY23" fmla="*/ 114950 h 229900"/>
              <a:gd name="connsiteX24" fmla="*/ 402326 w 459801"/>
              <a:gd name="connsiteY24" fmla="*/ 22990 h 229900"/>
              <a:gd name="connsiteX25" fmla="*/ 57475 w 459801"/>
              <a:gd name="connsiteY25" fmla="*/ 183920 h 229900"/>
              <a:gd name="connsiteX26" fmla="*/ 19158 w 459801"/>
              <a:gd name="connsiteY26" fmla="*/ 114950 h 229900"/>
              <a:gd name="connsiteX27" fmla="*/ 57475 w 459801"/>
              <a:gd name="connsiteY27" fmla="*/ 45980 h 229900"/>
              <a:gd name="connsiteX28" fmla="*/ 57475 w 459801"/>
              <a:gd name="connsiteY28" fmla="*/ 183920 h 229900"/>
              <a:gd name="connsiteX29" fmla="*/ 383168 w 459801"/>
              <a:gd name="connsiteY29" fmla="*/ 210742 h 229900"/>
              <a:gd name="connsiteX30" fmla="*/ 76634 w 459801"/>
              <a:gd name="connsiteY30" fmla="*/ 210742 h 229900"/>
              <a:gd name="connsiteX31" fmla="*/ 76634 w 459801"/>
              <a:gd name="connsiteY31" fmla="*/ 19158 h 229900"/>
              <a:gd name="connsiteX32" fmla="*/ 383168 w 459801"/>
              <a:gd name="connsiteY32" fmla="*/ 19158 h 229900"/>
              <a:gd name="connsiteX33" fmla="*/ 383168 w 459801"/>
              <a:gd name="connsiteY33" fmla="*/ 210742 h 229900"/>
              <a:gd name="connsiteX34" fmla="*/ 402326 w 459801"/>
              <a:gd name="connsiteY34" fmla="*/ 183920 h 229900"/>
              <a:gd name="connsiteX35" fmla="*/ 402326 w 459801"/>
              <a:gd name="connsiteY35" fmla="*/ 45980 h 229900"/>
              <a:gd name="connsiteX36" fmla="*/ 440643 w 459801"/>
              <a:gd name="connsiteY36" fmla="*/ 114950 h 229900"/>
              <a:gd name="connsiteX37" fmla="*/ 402326 w 459801"/>
              <a:gd name="connsiteY37" fmla="*/ 183920 h 229900"/>
              <a:gd name="connsiteX38" fmla="*/ 105371 w 459801"/>
              <a:gd name="connsiteY38" fmla="*/ 105371 h 229900"/>
              <a:gd name="connsiteX39" fmla="*/ 354430 w 459801"/>
              <a:gd name="connsiteY39" fmla="*/ 105371 h 229900"/>
              <a:gd name="connsiteX40" fmla="*/ 354430 w 459801"/>
              <a:gd name="connsiteY40" fmla="*/ 124529 h 229900"/>
              <a:gd name="connsiteX41" fmla="*/ 105371 w 459801"/>
              <a:gd name="connsiteY41" fmla="*/ 124529 h 229900"/>
              <a:gd name="connsiteX42" fmla="*/ 105371 w 459801"/>
              <a:gd name="connsiteY42" fmla="*/ 105371 h 22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9801" h="229900">
                <a:moveTo>
                  <a:pt x="105371" y="47896"/>
                </a:moveTo>
                <a:lnTo>
                  <a:pt x="354430" y="47896"/>
                </a:lnTo>
                <a:lnTo>
                  <a:pt x="354430" y="67054"/>
                </a:lnTo>
                <a:lnTo>
                  <a:pt x="105371" y="67054"/>
                </a:lnTo>
                <a:lnTo>
                  <a:pt x="105371" y="47896"/>
                </a:lnTo>
                <a:close/>
                <a:moveTo>
                  <a:pt x="105371" y="162846"/>
                </a:moveTo>
                <a:lnTo>
                  <a:pt x="354430" y="162846"/>
                </a:lnTo>
                <a:lnTo>
                  <a:pt x="354430" y="182005"/>
                </a:lnTo>
                <a:lnTo>
                  <a:pt x="105371" y="182005"/>
                </a:lnTo>
                <a:lnTo>
                  <a:pt x="105371" y="162846"/>
                </a:lnTo>
                <a:close/>
                <a:moveTo>
                  <a:pt x="402326" y="22990"/>
                </a:moveTo>
                <a:lnTo>
                  <a:pt x="402326" y="19158"/>
                </a:lnTo>
                <a:cubicBezTo>
                  <a:pt x="402326" y="7663"/>
                  <a:pt x="394663" y="0"/>
                  <a:pt x="383168" y="0"/>
                </a:cubicBezTo>
                <a:lnTo>
                  <a:pt x="76634" y="0"/>
                </a:lnTo>
                <a:cubicBezTo>
                  <a:pt x="65138" y="0"/>
                  <a:pt x="57475" y="7663"/>
                  <a:pt x="57475" y="19158"/>
                </a:cubicBezTo>
                <a:lnTo>
                  <a:pt x="57475" y="22990"/>
                </a:lnTo>
                <a:cubicBezTo>
                  <a:pt x="22990" y="40233"/>
                  <a:pt x="0" y="76634"/>
                  <a:pt x="0" y="114950"/>
                </a:cubicBezTo>
                <a:cubicBezTo>
                  <a:pt x="0" y="153267"/>
                  <a:pt x="22990" y="189668"/>
                  <a:pt x="57475" y="206910"/>
                </a:cubicBezTo>
                <a:lnTo>
                  <a:pt x="57475" y="210742"/>
                </a:lnTo>
                <a:cubicBezTo>
                  <a:pt x="57475" y="222237"/>
                  <a:pt x="65138" y="229901"/>
                  <a:pt x="76634" y="229901"/>
                </a:cubicBezTo>
                <a:lnTo>
                  <a:pt x="383168" y="229901"/>
                </a:lnTo>
                <a:cubicBezTo>
                  <a:pt x="394663" y="229901"/>
                  <a:pt x="402326" y="222237"/>
                  <a:pt x="402326" y="210742"/>
                </a:cubicBezTo>
                <a:lnTo>
                  <a:pt x="402326" y="206910"/>
                </a:lnTo>
                <a:cubicBezTo>
                  <a:pt x="436811" y="189668"/>
                  <a:pt x="459801" y="155183"/>
                  <a:pt x="459801" y="114950"/>
                </a:cubicBezTo>
                <a:cubicBezTo>
                  <a:pt x="459801" y="76634"/>
                  <a:pt x="436811" y="40233"/>
                  <a:pt x="402326" y="22990"/>
                </a:cubicBezTo>
                <a:close/>
                <a:moveTo>
                  <a:pt x="57475" y="183920"/>
                </a:moveTo>
                <a:cubicBezTo>
                  <a:pt x="34485" y="168594"/>
                  <a:pt x="19158" y="143688"/>
                  <a:pt x="19158" y="114950"/>
                </a:cubicBezTo>
                <a:cubicBezTo>
                  <a:pt x="19158" y="86213"/>
                  <a:pt x="34485" y="61307"/>
                  <a:pt x="57475" y="45980"/>
                </a:cubicBezTo>
                <a:lnTo>
                  <a:pt x="57475" y="183920"/>
                </a:lnTo>
                <a:close/>
                <a:moveTo>
                  <a:pt x="383168" y="210742"/>
                </a:moveTo>
                <a:lnTo>
                  <a:pt x="76634" y="210742"/>
                </a:lnTo>
                <a:lnTo>
                  <a:pt x="76634" y="19158"/>
                </a:lnTo>
                <a:lnTo>
                  <a:pt x="383168" y="19158"/>
                </a:lnTo>
                <a:lnTo>
                  <a:pt x="383168" y="210742"/>
                </a:lnTo>
                <a:close/>
                <a:moveTo>
                  <a:pt x="402326" y="183920"/>
                </a:moveTo>
                <a:lnTo>
                  <a:pt x="402326" y="45980"/>
                </a:lnTo>
                <a:cubicBezTo>
                  <a:pt x="425316" y="61307"/>
                  <a:pt x="440643" y="86213"/>
                  <a:pt x="440643" y="114950"/>
                </a:cubicBezTo>
                <a:cubicBezTo>
                  <a:pt x="440643" y="143688"/>
                  <a:pt x="425316" y="168594"/>
                  <a:pt x="402326" y="183920"/>
                </a:cubicBezTo>
                <a:close/>
                <a:moveTo>
                  <a:pt x="105371" y="105371"/>
                </a:moveTo>
                <a:lnTo>
                  <a:pt x="354430" y="105371"/>
                </a:lnTo>
                <a:lnTo>
                  <a:pt x="354430" y="124529"/>
                </a:lnTo>
                <a:lnTo>
                  <a:pt x="105371" y="124529"/>
                </a:lnTo>
                <a:lnTo>
                  <a:pt x="105371" y="10537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Freeform: Shape 10" descr="COVID-19 locker icon.">
            <a:extLst>
              <a:ext uri="{FF2B5EF4-FFF2-40B4-BE49-F238E27FC236}">
                <a16:creationId xmlns:a16="http://schemas.microsoft.com/office/drawing/2014/main" id="{4CF863BD-B748-FD7A-91B6-CD9D1B50D1B0}"/>
              </a:ext>
            </a:extLst>
          </p:cNvPr>
          <p:cNvSpPr/>
          <p:nvPr/>
        </p:nvSpPr>
        <p:spPr>
          <a:xfrm>
            <a:off x="9564158" y="5197824"/>
            <a:ext cx="420624" cy="423779"/>
          </a:xfrm>
          <a:custGeom>
            <a:avLst/>
            <a:gdLst>
              <a:gd name="connsiteX0" fmla="*/ 518397 w 600250"/>
              <a:gd name="connsiteY0" fmla="*/ 463829 h 600250"/>
              <a:gd name="connsiteX1" fmla="*/ 545681 w 600250"/>
              <a:gd name="connsiteY1" fmla="*/ 463829 h 600250"/>
              <a:gd name="connsiteX2" fmla="*/ 545681 w 600250"/>
              <a:gd name="connsiteY2" fmla="*/ 518397 h 600250"/>
              <a:gd name="connsiteX3" fmla="*/ 518397 w 600250"/>
              <a:gd name="connsiteY3" fmla="*/ 518397 h 600250"/>
              <a:gd name="connsiteX4" fmla="*/ 327409 w 600250"/>
              <a:gd name="connsiteY4" fmla="*/ 463829 h 600250"/>
              <a:gd name="connsiteX5" fmla="*/ 354693 w 600250"/>
              <a:gd name="connsiteY5" fmla="*/ 463829 h 600250"/>
              <a:gd name="connsiteX6" fmla="*/ 354693 w 600250"/>
              <a:gd name="connsiteY6" fmla="*/ 518397 h 600250"/>
              <a:gd name="connsiteX7" fmla="*/ 327409 w 600250"/>
              <a:gd name="connsiteY7" fmla="*/ 518397 h 600250"/>
              <a:gd name="connsiteX8" fmla="*/ 136420 w 600250"/>
              <a:gd name="connsiteY8" fmla="*/ 463829 h 600250"/>
              <a:gd name="connsiteX9" fmla="*/ 163704 w 600250"/>
              <a:gd name="connsiteY9" fmla="*/ 463829 h 600250"/>
              <a:gd name="connsiteX10" fmla="*/ 163704 w 600250"/>
              <a:gd name="connsiteY10" fmla="*/ 518397 h 600250"/>
              <a:gd name="connsiteX11" fmla="*/ 136420 w 600250"/>
              <a:gd name="connsiteY11" fmla="*/ 518397 h 600250"/>
              <a:gd name="connsiteX12" fmla="*/ 409261 w 600250"/>
              <a:gd name="connsiteY12" fmla="*/ 409261 h 600250"/>
              <a:gd name="connsiteX13" fmla="*/ 409261 w 600250"/>
              <a:gd name="connsiteY13" fmla="*/ 572966 h 600250"/>
              <a:gd name="connsiteX14" fmla="*/ 572966 w 600250"/>
              <a:gd name="connsiteY14" fmla="*/ 572966 h 600250"/>
              <a:gd name="connsiteX15" fmla="*/ 572966 w 600250"/>
              <a:gd name="connsiteY15" fmla="*/ 409261 h 600250"/>
              <a:gd name="connsiteX16" fmla="*/ 218273 w 600250"/>
              <a:gd name="connsiteY16" fmla="*/ 409261 h 600250"/>
              <a:gd name="connsiteX17" fmla="*/ 218273 w 600250"/>
              <a:gd name="connsiteY17" fmla="*/ 572966 h 600250"/>
              <a:gd name="connsiteX18" fmla="*/ 381977 w 600250"/>
              <a:gd name="connsiteY18" fmla="*/ 572966 h 600250"/>
              <a:gd name="connsiteX19" fmla="*/ 381977 w 600250"/>
              <a:gd name="connsiteY19" fmla="*/ 409261 h 600250"/>
              <a:gd name="connsiteX20" fmla="*/ 27284 w 600250"/>
              <a:gd name="connsiteY20" fmla="*/ 409261 h 600250"/>
              <a:gd name="connsiteX21" fmla="*/ 27284 w 600250"/>
              <a:gd name="connsiteY21" fmla="*/ 572966 h 600250"/>
              <a:gd name="connsiteX22" fmla="*/ 190989 w 600250"/>
              <a:gd name="connsiteY22" fmla="*/ 572966 h 600250"/>
              <a:gd name="connsiteX23" fmla="*/ 190989 w 600250"/>
              <a:gd name="connsiteY23" fmla="*/ 409261 h 600250"/>
              <a:gd name="connsiteX24" fmla="*/ 518397 w 600250"/>
              <a:gd name="connsiteY24" fmla="*/ 272840 h 600250"/>
              <a:gd name="connsiteX25" fmla="*/ 545681 w 600250"/>
              <a:gd name="connsiteY25" fmla="*/ 272840 h 600250"/>
              <a:gd name="connsiteX26" fmla="*/ 545681 w 600250"/>
              <a:gd name="connsiteY26" fmla="*/ 327408 h 600250"/>
              <a:gd name="connsiteX27" fmla="*/ 518397 w 600250"/>
              <a:gd name="connsiteY27" fmla="*/ 327408 h 600250"/>
              <a:gd name="connsiteX28" fmla="*/ 327409 w 600250"/>
              <a:gd name="connsiteY28" fmla="*/ 272840 h 600250"/>
              <a:gd name="connsiteX29" fmla="*/ 354693 w 600250"/>
              <a:gd name="connsiteY29" fmla="*/ 272840 h 600250"/>
              <a:gd name="connsiteX30" fmla="*/ 354693 w 600250"/>
              <a:gd name="connsiteY30" fmla="*/ 327408 h 600250"/>
              <a:gd name="connsiteX31" fmla="*/ 327409 w 600250"/>
              <a:gd name="connsiteY31" fmla="*/ 327408 h 600250"/>
              <a:gd name="connsiteX32" fmla="*/ 136420 w 600250"/>
              <a:gd name="connsiteY32" fmla="*/ 272840 h 600250"/>
              <a:gd name="connsiteX33" fmla="*/ 163704 w 600250"/>
              <a:gd name="connsiteY33" fmla="*/ 272840 h 600250"/>
              <a:gd name="connsiteX34" fmla="*/ 163704 w 600250"/>
              <a:gd name="connsiteY34" fmla="*/ 327408 h 600250"/>
              <a:gd name="connsiteX35" fmla="*/ 136420 w 600250"/>
              <a:gd name="connsiteY35" fmla="*/ 327408 h 600250"/>
              <a:gd name="connsiteX36" fmla="*/ 409261 w 600250"/>
              <a:gd name="connsiteY36" fmla="*/ 218273 h 600250"/>
              <a:gd name="connsiteX37" fmla="*/ 409261 w 600250"/>
              <a:gd name="connsiteY37" fmla="*/ 381977 h 600250"/>
              <a:gd name="connsiteX38" fmla="*/ 572966 w 600250"/>
              <a:gd name="connsiteY38" fmla="*/ 381977 h 600250"/>
              <a:gd name="connsiteX39" fmla="*/ 572966 w 600250"/>
              <a:gd name="connsiteY39" fmla="*/ 218273 h 600250"/>
              <a:gd name="connsiteX40" fmla="*/ 218273 w 600250"/>
              <a:gd name="connsiteY40" fmla="*/ 218273 h 600250"/>
              <a:gd name="connsiteX41" fmla="*/ 218273 w 600250"/>
              <a:gd name="connsiteY41" fmla="*/ 381977 h 600250"/>
              <a:gd name="connsiteX42" fmla="*/ 381977 w 600250"/>
              <a:gd name="connsiteY42" fmla="*/ 381977 h 600250"/>
              <a:gd name="connsiteX43" fmla="*/ 381977 w 600250"/>
              <a:gd name="connsiteY43" fmla="*/ 218273 h 600250"/>
              <a:gd name="connsiteX44" fmla="*/ 27284 w 600250"/>
              <a:gd name="connsiteY44" fmla="*/ 218273 h 600250"/>
              <a:gd name="connsiteX45" fmla="*/ 27284 w 600250"/>
              <a:gd name="connsiteY45" fmla="*/ 381977 h 600250"/>
              <a:gd name="connsiteX46" fmla="*/ 190989 w 600250"/>
              <a:gd name="connsiteY46" fmla="*/ 381977 h 600250"/>
              <a:gd name="connsiteX47" fmla="*/ 190989 w 600250"/>
              <a:gd name="connsiteY47" fmla="*/ 218273 h 600250"/>
              <a:gd name="connsiteX48" fmla="*/ 518397 w 600250"/>
              <a:gd name="connsiteY48" fmla="*/ 81852 h 600250"/>
              <a:gd name="connsiteX49" fmla="*/ 545681 w 600250"/>
              <a:gd name="connsiteY49" fmla="*/ 81852 h 600250"/>
              <a:gd name="connsiteX50" fmla="*/ 545681 w 600250"/>
              <a:gd name="connsiteY50" fmla="*/ 136420 h 600250"/>
              <a:gd name="connsiteX51" fmla="*/ 518397 w 600250"/>
              <a:gd name="connsiteY51" fmla="*/ 136420 h 600250"/>
              <a:gd name="connsiteX52" fmla="*/ 327409 w 600250"/>
              <a:gd name="connsiteY52" fmla="*/ 81852 h 600250"/>
              <a:gd name="connsiteX53" fmla="*/ 354693 w 600250"/>
              <a:gd name="connsiteY53" fmla="*/ 81852 h 600250"/>
              <a:gd name="connsiteX54" fmla="*/ 354693 w 600250"/>
              <a:gd name="connsiteY54" fmla="*/ 136420 h 600250"/>
              <a:gd name="connsiteX55" fmla="*/ 327409 w 600250"/>
              <a:gd name="connsiteY55" fmla="*/ 136420 h 600250"/>
              <a:gd name="connsiteX56" fmla="*/ 136420 w 600250"/>
              <a:gd name="connsiteY56" fmla="*/ 81852 h 600250"/>
              <a:gd name="connsiteX57" fmla="*/ 163704 w 600250"/>
              <a:gd name="connsiteY57" fmla="*/ 81852 h 600250"/>
              <a:gd name="connsiteX58" fmla="*/ 163704 w 600250"/>
              <a:gd name="connsiteY58" fmla="*/ 136420 h 600250"/>
              <a:gd name="connsiteX59" fmla="*/ 136420 w 600250"/>
              <a:gd name="connsiteY59" fmla="*/ 136420 h 600250"/>
              <a:gd name="connsiteX60" fmla="*/ 409261 w 600250"/>
              <a:gd name="connsiteY60" fmla="*/ 27284 h 600250"/>
              <a:gd name="connsiteX61" fmla="*/ 409261 w 600250"/>
              <a:gd name="connsiteY61" fmla="*/ 190989 h 600250"/>
              <a:gd name="connsiteX62" fmla="*/ 572966 w 600250"/>
              <a:gd name="connsiteY62" fmla="*/ 190989 h 600250"/>
              <a:gd name="connsiteX63" fmla="*/ 572966 w 600250"/>
              <a:gd name="connsiteY63" fmla="*/ 27284 h 600250"/>
              <a:gd name="connsiteX64" fmla="*/ 218273 w 600250"/>
              <a:gd name="connsiteY64" fmla="*/ 27284 h 600250"/>
              <a:gd name="connsiteX65" fmla="*/ 218273 w 600250"/>
              <a:gd name="connsiteY65" fmla="*/ 190989 h 600250"/>
              <a:gd name="connsiteX66" fmla="*/ 381977 w 600250"/>
              <a:gd name="connsiteY66" fmla="*/ 190989 h 600250"/>
              <a:gd name="connsiteX67" fmla="*/ 381977 w 600250"/>
              <a:gd name="connsiteY67" fmla="*/ 27284 h 600250"/>
              <a:gd name="connsiteX68" fmla="*/ 27284 w 600250"/>
              <a:gd name="connsiteY68" fmla="*/ 27284 h 600250"/>
              <a:gd name="connsiteX69" fmla="*/ 27284 w 600250"/>
              <a:gd name="connsiteY69" fmla="*/ 190989 h 600250"/>
              <a:gd name="connsiteX70" fmla="*/ 190989 w 600250"/>
              <a:gd name="connsiteY70" fmla="*/ 190989 h 600250"/>
              <a:gd name="connsiteX71" fmla="*/ 190989 w 600250"/>
              <a:gd name="connsiteY71" fmla="*/ 27284 h 600250"/>
              <a:gd name="connsiteX72" fmla="*/ 27284 w 600250"/>
              <a:gd name="connsiteY72" fmla="*/ 0 h 600250"/>
              <a:gd name="connsiteX73" fmla="*/ 572966 w 600250"/>
              <a:gd name="connsiteY73" fmla="*/ 0 h 600250"/>
              <a:gd name="connsiteX74" fmla="*/ 600250 w 600250"/>
              <a:gd name="connsiteY74" fmla="*/ 27284 h 600250"/>
              <a:gd name="connsiteX75" fmla="*/ 600250 w 600250"/>
              <a:gd name="connsiteY75" fmla="*/ 572966 h 600250"/>
              <a:gd name="connsiteX76" fmla="*/ 572966 w 600250"/>
              <a:gd name="connsiteY76" fmla="*/ 600250 h 600250"/>
              <a:gd name="connsiteX77" fmla="*/ 27284 w 600250"/>
              <a:gd name="connsiteY77" fmla="*/ 600250 h 600250"/>
              <a:gd name="connsiteX78" fmla="*/ 0 w 600250"/>
              <a:gd name="connsiteY78" fmla="*/ 572966 h 600250"/>
              <a:gd name="connsiteX79" fmla="*/ 0 w 600250"/>
              <a:gd name="connsiteY79" fmla="*/ 27284 h 600250"/>
              <a:gd name="connsiteX80" fmla="*/ 27284 w 600250"/>
              <a:gd name="connsiteY80" fmla="*/ 0 h 60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600250" h="600250">
                <a:moveTo>
                  <a:pt x="518397" y="463829"/>
                </a:moveTo>
                <a:lnTo>
                  <a:pt x="545681" y="463829"/>
                </a:lnTo>
                <a:lnTo>
                  <a:pt x="545681" y="518397"/>
                </a:lnTo>
                <a:lnTo>
                  <a:pt x="518397" y="518397"/>
                </a:lnTo>
                <a:close/>
                <a:moveTo>
                  <a:pt x="327409" y="463829"/>
                </a:moveTo>
                <a:lnTo>
                  <a:pt x="354693" y="463829"/>
                </a:lnTo>
                <a:lnTo>
                  <a:pt x="354693" y="518397"/>
                </a:lnTo>
                <a:lnTo>
                  <a:pt x="327409" y="518397"/>
                </a:lnTo>
                <a:close/>
                <a:moveTo>
                  <a:pt x="136420" y="463829"/>
                </a:moveTo>
                <a:lnTo>
                  <a:pt x="163704" y="463829"/>
                </a:lnTo>
                <a:lnTo>
                  <a:pt x="163704" y="518397"/>
                </a:lnTo>
                <a:lnTo>
                  <a:pt x="136420" y="518397"/>
                </a:lnTo>
                <a:close/>
                <a:moveTo>
                  <a:pt x="409261" y="409261"/>
                </a:moveTo>
                <a:lnTo>
                  <a:pt x="409261" y="572966"/>
                </a:lnTo>
                <a:lnTo>
                  <a:pt x="572966" y="572966"/>
                </a:lnTo>
                <a:lnTo>
                  <a:pt x="572966" y="409261"/>
                </a:lnTo>
                <a:close/>
                <a:moveTo>
                  <a:pt x="218273" y="409261"/>
                </a:moveTo>
                <a:lnTo>
                  <a:pt x="218273" y="572966"/>
                </a:lnTo>
                <a:lnTo>
                  <a:pt x="381977" y="572966"/>
                </a:lnTo>
                <a:lnTo>
                  <a:pt x="381977" y="409261"/>
                </a:lnTo>
                <a:close/>
                <a:moveTo>
                  <a:pt x="27284" y="409261"/>
                </a:moveTo>
                <a:lnTo>
                  <a:pt x="27284" y="572966"/>
                </a:lnTo>
                <a:lnTo>
                  <a:pt x="190989" y="572966"/>
                </a:lnTo>
                <a:lnTo>
                  <a:pt x="190989" y="409261"/>
                </a:lnTo>
                <a:close/>
                <a:moveTo>
                  <a:pt x="518397" y="272840"/>
                </a:moveTo>
                <a:lnTo>
                  <a:pt x="545681" y="272840"/>
                </a:lnTo>
                <a:lnTo>
                  <a:pt x="545681" y="327408"/>
                </a:lnTo>
                <a:lnTo>
                  <a:pt x="518397" y="327408"/>
                </a:lnTo>
                <a:close/>
                <a:moveTo>
                  <a:pt x="327409" y="272840"/>
                </a:moveTo>
                <a:lnTo>
                  <a:pt x="354693" y="272840"/>
                </a:lnTo>
                <a:lnTo>
                  <a:pt x="354693" y="327408"/>
                </a:lnTo>
                <a:lnTo>
                  <a:pt x="327409" y="327408"/>
                </a:lnTo>
                <a:close/>
                <a:moveTo>
                  <a:pt x="136420" y="272840"/>
                </a:moveTo>
                <a:lnTo>
                  <a:pt x="163704" y="272840"/>
                </a:lnTo>
                <a:lnTo>
                  <a:pt x="163704" y="327408"/>
                </a:lnTo>
                <a:lnTo>
                  <a:pt x="136420" y="327408"/>
                </a:lnTo>
                <a:close/>
                <a:moveTo>
                  <a:pt x="409261" y="218273"/>
                </a:moveTo>
                <a:lnTo>
                  <a:pt x="409261" y="381977"/>
                </a:lnTo>
                <a:lnTo>
                  <a:pt x="572966" y="381977"/>
                </a:lnTo>
                <a:lnTo>
                  <a:pt x="572966" y="218273"/>
                </a:lnTo>
                <a:close/>
                <a:moveTo>
                  <a:pt x="218273" y="218273"/>
                </a:moveTo>
                <a:lnTo>
                  <a:pt x="218273" y="381977"/>
                </a:lnTo>
                <a:lnTo>
                  <a:pt x="381977" y="381977"/>
                </a:lnTo>
                <a:lnTo>
                  <a:pt x="381977" y="218273"/>
                </a:lnTo>
                <a:close/>
                <a:moveTo>
                  <a:pt x="27284" y="218273"/>
                </a:moveTo>
                <a:lnTo>
                  <a:pt x="27284" y="381977"/>
                </a:lnTo>
                <a:lnTo>
                  <a:pt x="190989" y="381977"/>
                </a:lnTo>
                <a:lnTo>
                  <a:pt x="190989" y="218273"/>
                </a:lnTo>
                <a:close/>
                <a:moveTo>
                  <a:pt x="518397" y="81852"/>
                </a:moveTo>
                <a:lnTo>
                  <a:pt x="545681" y="81852"/>
                </a:lnTo>
                <a:lnTo>
                  <a:pt x="545681" y="136420"/>
                </a:lnTo>
                <a:lnTo>
                  <a:pt x="518397" y="136420"/>
                </a:lnTo>
                <a:close/>
                <a:moveTo>
                  <a:pt x="327409" y="81852"/>
                </a:moveTo>
                <a:lnTo>
                  <a:pt x="354693" y="81852"/>
                </a:lnTo>
                <a:lnTo>
                  <a:pt x="354693" y="136420"/>
                </a:lnTo>
                <a:lnTo>
                  <a:pt x="327409" y="136420"/>
                </a:lnTo>
                <a:close/>
                <a:moveTo>
                  <a:pt x="136420" y="81852"/>
                </a:moveTo>
                <a:lnTo>
                  <a:pt x="163704" y="81852"/>
                </a:lnTo>
                <a:lnTo>
                  <a:pt x="163704" y="136420"/>
                </a:lnTo>
                <a:lnTo>
                  <a:pt x="136420" y="136420"/>
                </a:lnTo>
                <a:close/>
                <a:moveTo>
                  <a:pt x="409261" y="27284"/>
                </a:moveTo>
                <a:lnTo>
                  <a:pt x="409261" y="190989"/>
                </a:lnTo>
                <a:lnTo>
                  <a:pt x="572966" y="190989"/>
                </a:lnTo>
                <a:lnTo>
                  <a:pt x="572966" y="27284"/>
                </a:lnTo>
                <a:close/>
                <a:moveTo>
                  <a:pt x="218273" y="27284"/>
                </a:moveTo>
                <a:lnTo>
                  <a:pt x="218273" y="190989"/>
                </a:lnTo>
                <a:lnTo>
                  <a:pt x="381977" y="190989"/>
                </a:lnTo>
                <a:lnTo>
                  <a:pt x="381977" y="27284"/>
                </a:lnTo>
                <a:close/>
                <a:moveTo>
                  <a:pt x="27284" y="27284"/>
                </a:moveTo>
                <a:lnTo>
                  <a:pt x="27284" y="190989"/>
                </a:lnTo>
                <a:lnTo>
                  <a:pt x="190989" y="190989"/>
                </a:lnTo>
                <a:lnTo>
                  <a:pt x="190989" y="27284"/>
                </a:lnTo>
                <a:close/>
                <a:moveTo>
                  <a:pt x="27284" y="0"/>
                </a:moveTo>
                <a:lnTo>
                  <a:pt x="572966" y="0"/>
                </a:lnTo>
                <a:cubicBezTo>
                  <a:pt x="589336" y="0"/>
                  <a:pt x="600250" y="10914"/>
                  <a:pt x="600250" y="27284"/>
                </a:cubicBezTo>
                <a:lnTo>
                  <a:pt x="600250" y="572966"/>
                </a:lnTo>
                <a:cubicBezTo>
                  <a:pt x="600250" y="589336"/>
                  <a:pt x="589336" y="600250"/>
                  <a:pt x="572966" y="600250"/>
                </a:cubicBezTo>
                <a:lnTo>
                  <a:pt x="27284" y="600250"/>
                </a:lnTo>
                <a:cubicBezTo>
                  <a:pt x="10914" y="600250"/>
                  <a:pt x="0" y="589336"/>
                  <a:pt x="0" y="572966"/>
                </a:cubicBezTo>
                <a:lnTo>
                  <a:pt x="0" y="27284"/>
                </a:lnTo>
                <a:cubicBezTo>
                  <a:pt x="0" y="10914"/>
                  <a:pt x="10914" y="0"/>
                  <a:pt x="27284" y="0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74" name="Graphic 287" descr="Gurney icon.">
            <a:extLst>
              <a:ext uri="{FF2B5EF4-FFF2-40B4-BE49-F238E27FC236}">
                <a16:creationId xmlns:a16="http://schemas.microsoft.com/office/drawing/2014/main" id="{678B926A-16A1-4CBA-BB1E-CC79CBB281D4}"/>
              </a:ext>
            </a:extLst>
          </p:cNvPr>
          <p:cNvSpPr>
            <a:spLocks noChangeAspect="1"/>
          </p:cNvSpPr>
          <p:nvPr/>
        </p:nvSpPr>
        <p:spPr>
          <a:xfrm>
            <a:off x="10740341" y="5270050"/>
            <a:ext cx="458517" cy="343888"/>
          </a:xfrm>
          <a:custGeom>
            <a:avLst/>
            <a:gdLst>
              <a:gd name="connsiteX0" fmla="*/ 439413 w 458517"/>
              <a:gd name="connsiteY0" fmla="*/ 76420 h 343888"/>
              <a:gd name="connsiteX1" fmla="*/ 129913 w 458517"/>
              <a:gd name="connsiteY1" fmla="*/ 76420 h 343888"/>
              <a:gd name="connsiteX2" fmla="*/ 59225 w 458517"/>
              <a:gd name="connsiteY2" fmla="*/ 5731 h 343888"/>
              <a:gd name="connsiteX3" fmla="*/ 32478 w 458517"/>
              <a:gd name="connsiteY3" fmla="*/ 5731 h 343888"/>
              <a:gd name="connsiteX4" fmla="*/ 5731 w 458517"/>
              <a:gd name="connsiteY4" fmla="*/ 32478 h 343888"/>
              <a:gd name="connsiteX5" fmla="*/ 5731 w 458517"/>
              <a:gd name="connsiteY5" fmla="*/ 59225 h 343888"/>
              <a:gd name="connsiteX6" fmla="*/ 93614 w 458517"/>
              <a:gd name="connsiteY6" fmla="*/ 147108 h 343888"/>
              <a:gd name="connsiteX7" fmla="*/ 106988 w 458517"/>
              <a:gd name="connsiteY7" fmla="*/ 152839 h 343888"/>
              <a:gd name="connsiteX8" fmla="*/ 129913 w 458517"/>
              <a:gd name="connsiteY8" fmla="*/ 152839 h 343888"/>
              <a:gd name="connsiteX9" fmla="*/ 244543 w 458517"/>
              <a:gd name="connsiteY9" fmla="*/ 223528 h 343888"/>
              <a:gd name="connsiteX10" fmla="*/ 141376 w 458517"/>
              <a:gd name="connsiteY10" fmla="*/ 286574 h 343888"/>
              <a:gd name="connsiteX11" fmla="*/ 118450 w 458517"/>
              <a:gd name="connsiteY11" fmla="*/ 277021 h 343888"/>
              <a:gd name="connsiteX12" fmla="*/ 84062 w 458517"/>
              <a:gd name="connsiteY12" fmla="*/ 311410 h 343888"/>
              <a:gd name="connsiteX13" fmla="*/ 116540 w 458517"/>
              <a:gd name="connsiteY13" fmla="*/ 343889 h 343888"/>
              <a:gd name="connsiteX14" fmla="*/ 150929 w 458517"/>
              <a:gd name="connsiteY14" fmla="*/ 309500 h 343888"/>
              <a:gd name="connsiteX15" fmla="*/ 150929 w 458517"/>
              <a:gd name="connsiteY15" fmla="*/ 301858 h 343888"/>
              <a:gd name="connsiteX16" fmla="*/ 261737 w 458517"/>
              <a:gd name="connsiteY16" fmla="*/ 233080 h 343888"/>
              <a:gd name="connsiteX17" fmla="*/ 374456 w 458517"/>
              <a:gd name="connsiteY17" fmla="*/ 303768 h 343888"/>
              <a:gd name="connsiteX18" fmla="*/ 374456 w 458517"/>
              <a:gd name="connsiteY18" fmla="*/ 309500 h 343888"/>
              <a:gd name="connsiteX19" fmla="*/ 408845 w 458517"/>
              <a:gd name="connsiteY19" fmla="*/ 343889 h 343888"/>
              <a:gd name="connsiteX20" fmla="*/ 443234 w 458517"/>
              <a:gd name="connsiteY20" fmla="*/ 309500 h 343888"/>
              <a:gd name="connsiteX21" fmla="*/ 408845 w 458517"/>
              <a:gd name="connsiteY21" fmla="*/ 275111 h 343888"/>
              <a:gd name="connsiteX22" fmla="*/ 384009 w 458517"/>
              <a:gd name="connsiteY22" fmla="*/ 284663 h 343888"/>
              <a:gd name="connsiteX23" fmla="*/ 280842 w 458517"/>
              <a:gd name="connsiteY23" fmla="*/ 219707 h 343888"/>
              <a:gd name="connsiteX24" fmla="*/ 395472 w 458517"/>
              <a:gd name="connsiteY24" fmla="*/ 149018 h 343888"/>
              <a:gd name="connsiteX25" fmla="*/ 439413 w 458517"/>
              <a:gd name="connsiteY25" fmla="*/ 149018 h 343888"/>
              <a:gd name="connsiteX26" fmla="*/ 458518 w 458517"/>
              <a:gd name="connsiteY26" fmla="*/ 129913 h 343888"/>
              <a:gd name="connsiteX27" fmla="*/ 458518 w 458517"/>
              <a:gd name="connsiteY27" fmla="*/ 95525 h 343888"/>
              <a:gd name="connsiteX28" fmla="*/ 439413 w 458517"/>
              <a:gd name="connsiteY28" fmla="*/ 76420 h 343888"/>
              <a:gd name="connsiteX29" fmla="*/ 116540 w 458517"/>
              <a:gd name="connsiteY29" fmla="*/ 324784 h 343888"/>
              <a:gd name="connsiteX30" fmla="*/ 101256 w 458517"/>
              <a:gd name="connsiteY30" fmla="*/ 309500 h 343888"/>
              <a:gd name="connsiteX31" fmla="*/ 116540 w 458517"/>
              <a:gd name="connsiteY31" fmla="*/ 294216 h 343888"/>
              <a:gd name="connsiteX32" fmla="*/ 131824 w 458517"/>
              <a:gd name="connsiteY32" fmla="*/ 309500 h 343888"/>
              <a:gd name="connsiteX33" fmla="*/ 116540 w 458517"/>
              <a:gd name="connsiteY33" fmla="*/ 324784 h 343888"/>
              <a:gd name="connsiteX34" fmla="*/ 406935 w 458517"/>
              <a:gd name="connsiteY34" fmla="*/ 296126 h 343888"/>
              <a:gd name="connsiteX35" fmla="*/ 422219 w 458517"/>
              <a:gd name="connsiteY35" fmla="*/ 311410 h 343888"/>
              <a:gd name="connsiteX36" fmla="*/ 406935 w 458517"/>
              <a:gd name="connsiteY36" fmla="*/ 324784 h 343888"/>
              <a:gd name="connsiteX37" fmla="*/ 391651 w 458517"/>
              <a:gd name="connsiteY37" fmla="*/ 309500 h 343888"/>
              <a:gd name="connsiteX38" fmla="*/ 406935 w 458517"/>
              <a:gd name="connsiteY38" fmla="*/ 296126 h 343888"/>
              <a:gd name="connsiteX39" fmla="*/ 406935 w 458517"/>
              <a:gd name="connsiteY39" fmla="*/ 296126 h 343888"/>
              <a:gd name="connsiteX40" fmla="*/ 406935 w 458517"/>
              <a:gd name="connsiteY40" fmla="*/ 296126 h 343888"/>
              <a:gd name="connsiteX41" fmla="*/ 259827 w 458517"/>
              <a:gd name="connsiteY41" fmla="*/ 212065 h 343888"/>
              <a:gd name="connsiteX42" fmla="*/ 164302 w 458517"/>
              <a:gd name="connsiteY42" fmla="*/ 152839 h 343888"/>
              <a:gd name="connsiteX43" fmla="*/ 355351 w 458517"/>
              <a:gd name="connsiteY43" fmla="*/ 152839 h 343888"/>
              <a:gd name="connsiteX44" fmla="*/ 259827 w 458517"/>
              <a:gd name="connsiteY44" fmla="*/ 212065 h 343888"/>
              <a:gd name="connsiteX45" fmla="*/ 439413 w 458517"/>
              <a:gd name="connsiteY45" fmla="*/ 133734 h 343888"/>
              <a:gd name="connsiteX46" fmla="*/ 106988 w 458517"/>
              <a:gd name="connsiteY46" fmla="*/ 133734 h 343888"/>
              <a:gd name="connsiteX47" fmla="*/ 19105 w 458517"/>
              <a:gd name="connsiteY47" fmla="*/ 45852 h 343888"/>
              <a:gd name="connsiteX48" fmla="*/ 45852 w 458517"/>
              <a:gd name="connsiteY48" fmla="*/ 19105 h 343888"/>
              <a:gd name="connsiteX49" fmla="*/ 116540 w 458517"/>
              <a:gd name="connsiteY49" fmla="*/ 89793 h 343888"/>
              <a:gd name="connsiteX50" fmla="*/ 129913 w 458517"/>
              <a:gd name="connsiteY50" fmla="*/ 95525 h 343888"/>
              <a:gd name="connsiteX51" fmla="*/ 439413 w 458517"/>
              <a:gd name="connsiteY51" fmla="*/ 95525 h 343888"/>
              <a:gd name="connsiteX52" fmla="*/ 439413 w 458517"/>
              <a:gd name="connsiteY52" fmla="*/ 13373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517" h="343888">
                <a:moveTo>
                  <a:pt x="439413" y="76420"/>
                </a:moveTo>
                <a:lnTo>
                  <a:pt x="129913" y="76420"/>
                </a:lnTo>
                <a:lnTo>
                  <a:pt x="59225" y="5731"/>
                </a:lnTo>
                <a:cubicBezTo>
                  <a:pt x="51583" y="-1910"/>
                  <a:pt x="40120" y="-1910"/>
                  <a:pt x="32478" y="5731"/>
                </a:cubicBezTo>
                <a:lnTo>
                  <a:pt x="5731" y="32478"/>
                </a:lnTo>
                <a:cubicBezTo>
                  <a:pt x="-1910" y="40120"/>
                  <a:pt x="-1910" y="51583"/>
                  <a:pt x="5731" y="59225"/>
                </a:cubicBezTo>
                <a:lnTo>
                  <a:pt x="93614" y="147108"/>
                </a:lnTo>
                <a:cubicBezTo>
                  <a:pt x="95525" y="150929"/>
                  <a:pt x="101256" y="152839"/>
                  <a:pt x="106988" y="152839"/>
                </a:cubicBezTo>
                <a:lnTo>
                  <a:pt x="129913" y="152839"/>
                </a:lnTo>
                <a:lnTo>
                  <a:pt x="244543" y="223528"/>
                </a:lnTo>
                <a:lnTo>
                  <a:pt x="141376" y="286574"/>
                </a:lnTo>
                <a:cubicBezTo>
                  <a:pt x="135645" y="280842"/>
                  <a:pt x="126092" y="277021"/>
                  <a:pt x="118450" y="277021"/>
                </a:cubicBezTo>
                <a:cubicBezTo>
                  <a:pt x="99346" y="277021"/>
                  <a:pt x="84062" y="292305"/>
                  <a:pt x="84062" y="311410"/>
                </a:cubicBezTo>
                <a:cubicBezTo>
                  <a:pt x="84062" y="330515"/>
                  <a:pt x="99346" y="343889"/>
                  <a:pt x="116540" y="343889"/>
                </a:cubicBezTo>
                <a:cubicBezTo>
                  <a:pt x="133734" y="343889"/>
                  <a:pt x="150929" y="328605"/>
                  <a:pt x="150929" y="309500"/>
                </a:cubicBezTo>
                <a:cubicBezTo>
                  <a:pt x="150929" y="307589"/>
                  <a:pt x="150929" y="303768"/>
                  <a:pt x="150929" y="301858"/>
                </a:cubicBezTo>
                <a:lnTo>
                  <a:pt x="261737" y="233080"/>
                </a:lnTo>
                <a:lnTo>
                  <a:pt x="374456" y="303768"/>
                </a:lnTo>
                <a:cubicBezTo>
                  <a:pt x="374456" y="305679"/>
                  <a:pt x="374456" y="307589"/>
                  <a:pt x="374456" y="309500"/>
                </a:cubicBezTo>
                <a:cubicBezTo>
                  <a:pt x="374456" y="328605"/>
                  <a:pt x="389740" y="343889"/>
                  <a:pt x="408845" y="343889"/>
                </a:cubicBezTo>
                <a:cubicBezTo>
                  <a:pt x="427950" y="343889"/>
                  <a:pt x="443234" y="328605"/>
                  <a:pt x="443234" y="309500"/>
                </a:cubicBezTo>
                <a:cubicBezTo>
                  <a:pt x="443234" y="290395"/>
                  <a:pt x="427950" y="275111"/>
                  <a:pt x="408845" y="275111"/>
                </a:cubicBezTo>
                <a:cubicBezTo>
                  <a:pt x="399293" y="275111"/>
                  <a:pt x="389740" y="277021"/>
                  <a:pt x="384009" y="284663"/>
                </a:cubicBezTo>
                <a:lnTo>
                  <a:pt x="280842" y="219707"/>
                </a:lnTo>
                <a:lnTo>
                  <a:pt x="395472" y="149018"/>
                </a:lnTo>
                <a:lnTo>
                  <a:pt x="439413" y="149018"/>
                </a:lnTo>
                <a:cubicBezTo>
                  <a:pt x="450876" y="149018"/>
                  <a:pt x="458518" y="141376"/>
                  <a:pt x="458518" y="129913"/>
                </a:cubicBezTo>
                <a:lnTo>
                  <a:pt x="458518" y="95525"/>
                </a:lnTo>
                <a:cubicBezTo>
                  <a:pt x="458518" y="84062"/>
                  <a:pt x="450876" y="76420"/>
                  <a:pt x="439413" y="76420"/>
                </a:cubicBezTo>
                <a:close/>
                <a:moveTo>
                  <a:pt x="116540" y="324784"/>
                </a:moveTo>
                <a:cubicBezTo>
                  <a:pt x="108898" y="324784"/>
                  <a:pt x="101256" y="319052"/>
                  <a:pt x="101256" y="309500"/>
                </a:cubicBezTo>
                <a:cubicBezTo>
                  <a:pt x="101256" y="299947"/>
                  <a:pt x="106988" y="294216"/>
                  <a:pt x="116540" y="294216"/>
                </a:cubicBezTo>
                <a:cubicBezTo>
                  <a:pt x="126092" y="294216"/>
                  <a:pt x="131824" y="299947"/>
                  <a:pt x="131824" y="309500"/>
                </a:cubicBezTo>
                <a:cubicBezTo>
                  <a:pt x="131824" y="319052"/>
                  <a:pt x="126092" y="324784"/>
                  <a:pt x="116540" y="324784"/>
                </a:cubicBezTo>
                <a:close/>
                <a:moveTo>
                  <a:pt x="406935" y="296126"/>
                </a:moveTo>
                <a:cubicBezTo>
                  <a:pt x="414577" y="296126"/>
                  <a:pt x="422219" y="301858"/>
                  <a:pt x="422219" y="311410"/>
                </a:cubicBezTo>
                <a:cubicBezTo>
                  <a:pt x="422219" y="320963"/>
                  <a:pt x="414577" y="324784"/>
                  <a:pt x="406935" y="324784"/>
                </a:cubicBezTo>
                <a:cubicBezTo>
                  <a:pt x="399293" y="324784"/>
                  <a:pt x="391651" y="319052"/>
                  <a:pt x="391651" y="309500"/>
                </a:cubicBezTo>
                <a:cubicBezTo>
                  <a:pt x="391651" y="301858"/>
                  <a:pt x="397382" y="296126"/>
                  <a:pt x="406935" y="296126"/>
                </a:cubicBezTo>
                <a:lnTo>
                  <a:pt x="406935" y="296126"/>
                </a:lnTo>
                <a:lnTo>
                  <a:pt x="406935" y="296126"/>
                </a:lnTo>
                <a:close/>
                <a:moveTo>
                  <a:pt x="259827" y="212065"/>
                </a:moveTo>
                <a:lnTo>
                  <a:pt x="164302" y="152839"/>
                </a:lnTo>
                <a:lnTo>
                  <a:pt x="355351" y="152839"/>
                </a:lnTo>
                <a:lnTo>
                  <a:pt x="259827" y="212065"/>
                </a:lnTo>
                <a:close/>
                <a:moveTo>
                  <a:pt x="439413" y="133734"/>
                </a:moveTo>
                <a:lnTo>
                  <a:pt x="106988" y="133734"/>
                </a:lnTo>
                <a:lnTo>
                  <a:pt x="19105" y="45852"/>
                </a:lnTo>
                <a:lnTo>
                  <a:pt x="45852" y="19105"/>
                </a:lnTo>
                <a:lnTo>
                  <a:pt x="116540" y="89793"/>
                </a:lnTo>
                <a:cubicBezTo>
                  <a:pt x="120361" y="93614"/>
                  <a:pt x="126092" y="95525"/>
                  <a:pt x="129913" y="95525"/>
                </a:cubicBezTo>
                <a:lnTo>
                  <a:pt x="439413" y="95525"/>
                </a:lnTo>
                <a:lnTo>
                  <a:pt x="439413" y="13373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94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Health care </a:t>
            </a:r>
            <a:r>
              <a:rPr lang="en-US" sz="2000" b="0" dirty="0"/>
              <a:t>(2 of 3)</a:t>
            </a:r>
            <a:endParaRPr lang="en-US" b="0" dirty="0">
              <a:solidFill>
                <a:srgbClr val="00B050"/>
              </a:solidFill>
            </a:endParaRPr>
          </a:p>
        </p:txBody>
      </p:sp>
      <p:graphicFrame>
        <p:nvGraphicFramePr>
          <p:cNvPr id="138" name="Table 137">
            <a:extLst>
              <a:ext uri="{FF2B5EF4-FFF2-40B4-BE49-F238E27FC236}">
                <a16:creationId xmlns:a16="http://schemas.microsoft.com/office/drawing/2014/main" id="{EF764209-2FBF-4453-9057-705A3BE78E7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Drug delivery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Pharmacy building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empty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heart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label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pills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refill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 transfer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View prescriptions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 holding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Rx bottle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manual-refill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Adherence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Specialty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medicine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Medicine bottle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and cup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Prescription bag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Prescriber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Drug utilization review (DUR)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Pill capsule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Group of pills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Group of pills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Pill identifier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Multi-dose packaging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Drug information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Drug interaction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Pill with food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Pill dispenser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Mailbox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Mailbox with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Mailbox with Rx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Formula test tubes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Biologic drugs infusion bag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Biologic drugs injection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Biologic drugs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pills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Biologic drugs specialty Rx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Biologic drugs symbol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Dosing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frequency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Dosing one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injection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Dosing two injections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Spoon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Mortar and pestle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effectLst/>
                        <a:ea typeface="CVS Health Sans" panose="020F0502020204030204" pitchFamily="34" charset="0"/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21" name="Graphic 150" descr="Drug delivery icon.">
            <a:extLst>
              <a:ext uri="{FF2B5EF4-FFF2-40B4-BE49-F238E27FC236}">
                <a16:creationId xmlns:a16="http://schemas.microsoft.com/office/drawing/2014/main" id="{8BB5DEEC-3C52-4E87-B027-C2F82F33DBD9}"/>
              </a:ext>
            </a:extLst>
          </p:cNvPr>
          <p:cNvSpPr>
            <a:spLocks noChangeAspect="1"/>
          </p:cNvSpPr>
          <p:nvPr/>
        </p:nvSpPr>
        <p:spPr>
          <a:xfrm>
            <a:off x="948440" y="1483753"/>
            <a:ext cx="458518" cy="343888"/>
          </a:xfrm>
          <a:custGeom>
            <a:avLst/>
            <a:gdLst>
              <a:gd name="connsiteX0" fmla="*/ 458518 w 458518"/>
              <a:gd name="connsiteY0" fmla="*/ 250274 h 343888"/>
              <a:gd name="connsiteX1" fmla="*/ 458518 w 458518"/>
              <a:gd name="connsiteY1" fmla="*/ 179586 h 343888"/>
              <a:gd name="connsiteX2" fmla="*/ 458518 w 458518"/>
              <a:gd name="connsiteY2" fmla="*/ 171944 h 343888"/>
              <a:gd name="connsiteX3" fmla="*/ 458518 w 458518"/>
              <a:gd name="connsiteY3" fmla="*/ 171944 h 343888"/>
              <a:gd name="connsiteX4" fmla="*/ 458518 w 458518"/>
              <a:gd name="connsiteY4" fmla="*/ 168123 h 343888"/>
              <a:gd name="connsiteX5" fmla="*/ 384009 w 458518"/>
              <a:gd name="connsiteY5" fmla="*/ 11463 h 343888"/>
              <a:gd name="connsiteX6" fmla="*/ 364904 w 458518"/>
              <a:gd name="connsiteY6" fmla="*/ 0 h 343888"/>
              <a:gd name="connsiteX7" fmla="*/ 19105 w 458518"/>
              <a:gd name="connsiteY7" fmla="*/ 0 h 343888"/>
              <a:gd name="connsiteX8" fmla="*/ 0 w 458518"/>
              <a:gd name="connsiteY8" fmla="*/ 19105 h 343888"/>
              <a:gd name="connsiteX9" fmla="*/ 0 w 458518"/>
              <a:gd name="connsiteY9" fmla="*/ 267469 h 343888"/>
              <a:gd name="connsiteX10" fmla="*/ 19105 w 458518"/>
              <a:gd name="connsiteY10" fmla="*/ 286574 h 343888"/>
              <a:gd name="connsiteX11" fmla="*/ 57315 w 458518"/>
              <a:gd name="connsiteY11" fmla="*/ 286574 h 343888"/>
              <a:gd name="connsiteX12" fmla="*/ 114630 w 458518"/>
              <a:gd name="connsiteY12" fmla="*/ 343889 h 343888"/>
              <a:gd name="connsiteX13" fmla="*/ 171944 w 458518"/>
              <a:gd name="connsiteY13" fmla="*/ 286574 h 343888"/>
              <a:gd name="connsiteX14" fmla="*/ 286574 w 458518"/>
              <a:gd name="connsiteY14" fmla="*/ 286574 h 343888"/>
              <a:gd name="connsiteX15" fmla="*/ 343889 w 458518"/>
              <a:gd name="connsiteY15" fmla="*/ 343889 h 343888"/>
              <a:gd name="connsiteX16" fmla="*/ 401203 w 458518"/>
              <a:gd name="connsiteY16" fmla="*/ 286574 h 343888"/>
              <a:gd name="connsiteX17" fmla="*/ 439413 w 458518"/>
              <a:gd name="connsiteY17" fmla="*/ 286574 h 343888"/>
              <a:gd name="connsiteX18" fmla="*/ 458518 w 458518"/>
              <a:gd name="connsiteY18" fmla="*/ 267469 h 343888"/>
              <a:gd name="connsiteX19" fmla="*/ 458518 w 458518"/>
              <a:gd name="connsiteY19" fmla="*/ 257916 h 343888"/>
              <a:gd name="connsiteX20" fmla="*/ 458518 w 458518"/>
              <a:gd name="connsiteY20" fmla="*/ 257916 h 343888"/>
              <a:gd name="connsiteX21" fmla="*/ 458518 w 458518"/>
              <a:gd name="connsiteY21" fmla="*/ 250274 h 343888"/>
              <a:gd name="connsiteX22" fmla="*/ 437503 w 458518"/>
              <a:gd name="connsiteY22" fmla="*/ 171944 h 343888"/>
              <a:gd name="connsiteX23" fmla="*/ 343889 w 458518"/>
              <a:gd name="connsiteY23" fmla="*/ 171944 h 343888"/>
              <a:gd name="connsiteX24" fmla="*/ 343889 w 458518"/>
              <a:gd name="connsiteY24" fmla="*/ 76420 h 343888"/>
              <a:gd name="connsiteX25" fmla="*/ 391651 w 458518"/>
              <a:gd name="connsiteY25" fmla="*/ 76420 h 343888"/>
              <a:gd name="connsiteX26" fmla="*/ 437503 w 458518"/>
              <a:gd name="connsiteY26" fmla="*/ 171944 h 343888"/>
              <a:gd name="connsiteX27" fmla="*/ 114630 w 458518"/>
              <a:gd name="connsiteY27" fmla="*/ 324784 h 343888"/>
              <a:gd name="connsiteX28" fmla="*/ 76420 w 458518"/>
              <a:gd name="connsiteY28" fmla="*/ 286574 h 343888"/>
              <a:gd name="connsiteX29" fmla="*/ 76420 w 458518"/>
              <a:gd name="connsiteY29" fmla="*/ 286574 h 343888"/>
              <a:gd name="connsiteX30" fmla="*/ 76420 w 458518"/>
              <a:gd name="connsiteY30" fmla="*/ 286574 h 343888"/>
              <a:gd name="connsiteX31" fmla="*/ 114630 w 458518"/>
              <a:gd name="connsiteY31" fmla="*/ 248364 h 343888"/>
              <a:gd name="connsiteX32" fmla="*/ 152839 w 458518"/>
              <a:gd name="connsiteY32" fmla="*/ 286574 h 343888"/>
              <a:gd name="connsiteX33" fmla="*/ 114630 w 458518"/>
              <a:gd name="connsiteY33" fmla="*/ 324784 h 343888"/>
              <a:gd name="connsiteX34" fmla="*/ 343889 w 458518"/>
              <a:gd name="connsiteY34" fmla="*/ 324784 h 343888"/>
              <a:gd name="connsiteX35" fmla="*/ 305679 w 458518"/>
              <a:gd name="connsiteY35" fmla="*/ 286574 h 343888"/>
              <a:gd name="connsiteX36" fmla="*/ 343889 w 458518"/>
              <a:gd name="connsiteY36" fmla="*/ 248364 h 343888"/>
              <a:gd name="connsiteX37" fmla="*/ 382098 w 458518"/>
              <a:gd name="connsiteY37" fmla="*/ 286574 h 343888"/>
              <a:gd name="connsiteX38" fmla="*/ 343889 w 458518"/>
              <a:gd name="connsiteY38" fmla="*/ 324784 h 343888"/>
              <a:gd name="connsiteX39" fmla="*/ 397382 w 458518"/>
              <a:gd name="connsiteY39" fmla="*/ 267469 h 343888"/>
              <a:gd name="connsiteX40" fmla="*/ 324784 w 458518"/>
              <a:gd name="connsiteY40" fmla="*/ 233080 h 343888"/>
              <a:gd name="connsiteX41" fmla="*/ 290395 w 458518"/>
              <a:gd name="connsiteY41" fmla="*/ 267469 h 343888"/>
              <a:gd name="connsiteX42" fmla="*/ 168123 w 458518"/>
              <a:gd name="connsiteY42" fmla="*/ 267469 h 343888"/>
              <a:gd name="connsiteX43" fmla="*/ 95525 w 458518"/>
              <a:gd name="connsiteY43" fmla="*/ 233080 h 343888"/>
              <a:gd name="connsiteX44" fmla="*/ 61136 w 458518"/>
              <a:gd name="connsiteY44" fmla="*/ 267469 h 343888"/>
              <a:gd name="connsiteX45" fmla="*/ 19105 w 458518"/>
              <a:gd name="connsiteY45" fmla="*/ 267469 h 343888"/>
              <a:gd name="connsiteX46" fmla="*/ 19105 w 458518"/>
              <a:gd name="connsiteY46" fmla="*/ 19105 h 343888"/>
              <a:gd name="connsiteX47" fmla="*/ 364904 w 458518"/>
              <a:gd name="connsiteY47" fmla="*/ 19105 h 343888"/>
              <a:gd name="connsiteX48" fmla="*/ 382098 w 458518"/>
              <a:gd name="connsiteY48" fmla="*/ 57315 h 343888"/>
              <a:gd name="connsiteX49" fmla="*/ 343889 w 458518"/>
              <a:gd name="connsiteY49" fmla="*/ 57315 h 343888"/>
              <a:gd name="connsiteX50" fmla="*/ 324784 w 458518"/>
              <a:gd name="connsiteY50" fmla="*/ 76420 h 343888"/>
              <a:gd name="connsiteX51" fmla="*/ 324784 w 458518"/>
              <a:gd name="connsiteY51" fmla="*/ 171944 h 343888"/>
              <a:gd name="connsiteX52" fmla="*/ 343889 w 458518"/>
              <a:gd name="connsiteY52" fmla="*/ 191049 h 343888"/>
              <a:gd name="connsiteX53" fmla="*/ 439413 w 458518"/>
              <a:gd name="connsiteY53" fmla="*/ 191049 h 343888"/>
              <a:gd name="connsiteX54" fmla="*/ 439413 w 458518"/>
              <a:gd name="connsiteY54" fmla="*/ 250274 h 343888"/>
              <a:gd name="connsiteX55" fmla="*/ 439413 w 458518"/>
              <a:gd name="connsiteY55" fmla="*/ 267469 h 343888"/>
              <a:gd name="connsiteX56" fmla="*/ 397382 w 458518"/>
              <a:gd name="connsiteY56" fmla="*/ 267469 h 343888"/>
              <a:gd name="connsiteX57" fmla="*/ 271290 w 458518"/>
              <a:gd name="connsiteY57" fmla="*/ 124182 h 343888"/>
              <a:gd name="connsiteX58" fmla="*/ 248364 w 458518"/>
              <a:gd name="connsiteY58" fmla="*/ 124182 h 343888"/>
              <a:gd name="connsiteX59" fmla="*/ 236901 w 458518"/>
              <a:gd name="connsiteY59" fmla="*/ 139466 h 343888"/>
              <a:gd name="connsiteX60" fmla="*/ 219707 w 458518"/>
              <a:gd name="connsiteY60" fmla="*/ 118450 h 343888"/>
              <a:gd name="connsiteX61" fmla="*/ 233080 w 458518"/>
              <a:gd name="connsiteY61" fmla="*/ 97435 h 343888"/>
              <a:gd name="connsiteX62" fmla="*/ 233080 w 458518"/>
              <a:gd name="connsiteY62" fmla="*/ 80241 h 343888"/>
              <a:gd name="connsiteX63" fmla="*/ 225438 w 458518"/>
              <a:gd name="connsiteY63" fmla="*/ 63046 h 343888"/>
              <a:gd name="connsiteX64" fmla="*/ 208244 w 458518"/>
              <a:gd name="connsiteY64" fmla="*/ 57315 h 343888"/>
              <a:gd name="connsiteX65" fmla="*/ 171944 w 458518"/>
              <a:gd name="connsiteY65" fmla="*/ 57315 h 343888"/>
              <a:gd name="connsiteX66" fmla="*/ 162392 w 458518"/>
              <a:gd name="connsiteY66" fmla="*/ 57315 h 343888"/>
              <a:gd name="connsiteX67" fmla="*/ 162392 w 458518"/>
              <a:gd name="connsiteY67" fmla="*/ 95525 h 343888"/>
              <a:gd name="connsiteX68" fmla="*/ 162392 w 458518"/>
              <a:gd name="connsiteY68" fmla="*/ 95525 h 343888"/>
              <a:gd name="connsiteX69" fmla="*/ 162392 w 458518"/>
              <a:gd name="connsiteY69" fmla="*/ 152839 h 343888"/>
              <a:gd name="connsiteX70" fmla="*/ 181497 w 458518"/>
              <a:gd name="connsiteY70" fmla="*/ 152839 h 343888"/>
              <a:gd name="connsiteX71" fmla="*/ 181497 w 458518"/>
              <a:gd name="connsiteY71" fmla="*/ 120361 h 343888"/>
              <a:gd name="connsiteX72" fmla="*/ 196781 w 458518"/>
              <a:gd name="connsiteY72" fmla="*/ 120361 h 343888"/>
              <a:gd name="connsiteX73" fmla="*/ 225438 w 458518"/>
              <a:gd name="connsiteY73" fmla="*/ 154750 h 343888"/>
              <a:gd name="connsiteX74" fmla="*/ 202512 w 458518"/>
              <a:gd name="connsiteY74" fmla="*/ 181497 h 343888"/>
              <a:gd name="connsiteX75" fmla="*/ 227349 w 458518"/>
              <a:gd name="connsiteY75" fmla="*/ 181497 h 343888"/>
              <a:gd name="connsiteX76" fmla="*/ 236901 w 458518"/>
              <a:gd name="connsiteY76" fmla="*/ 168123 h 343888"/>
              <a:gd name="connsiteX77" fmla="*/ 246453 w 458518"/>
              <a:gd name="connsiteY77" fmla="*/ 181497 h 343888"/>
              <a:gd name="connsiteX78" fmla="*/ 271290 w 458518"/>
              <a:gd name="connsiteY78" fmla="*/ 181497 h 343888"/>
              <a:gd name="connsiteX79" fmla="*/ 248364 w 458518"/>
              <a:gd name="connsiteY79" fmla="*/ 152839 h 343888"/>
              <a:gd name="connsiteX80" fmla="*/ 271290 w 458518"/>
              <a:gd name="connsiteY80" fmla="*/ 124182 h 343888"/>
              <a:gd name="connsiteX81" fmla="*/ 271290 w 458518"/>
              <a:gd name="connsiteY81" fmla="*/ 124182 h 343888"/>
              <a:gd name="connsiteX82" fmla="*/ 212065 w 458518"/>
              <a:gd name="connsiteY82" fmla="*/ 95525 h 343888"/>
              <a:gd name="connsiteX83" fmla="*/ 208244 w 458518"/>
              <a:gd name="connsiteY83" fmla="*/ 99346 h 343888"/>
              <a:gd name="connsiteX84" fmla="*/ 181497 w 458518"/>
              <a:gd name="connsiteY84" fmla="*/ 99346 h 343888"/>
              <a:gd name="connsiteX85" fmla="*/ 181497 w 458518"/>
              <a:gd name="connsiteY85" fmla="*/ 76420 h 343888"/>
              <a:gd name="connsiteX86" fmla="*/ 208244 w 458518"/>
              <a:gd name="connsiteY86" fmla="*/ 76420 h 343888"/>
              <a:gd name="connsiteX87" fmla="*/ 212065 w 458518"/>
              <a:gd name="connsiteY87" fmla="*/ 78330 h 343888"/>
              <a:gd name="connsiteX88" fmla="*/ 213975 w 458518"/>
              <a:gd name="connsiteY88" fmla="*/ 82151 h 343888"/>
              <a:gd name="connsiteX89" fmla="*/ 213975 w 458518"/>
              <a:gd name="connsiteY89" fmla="*/ 9552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458518" h="343888">
                <a:moveTo>
                  <a:pt x="458518" y="250274"/>
                </a:moveTo>
                <a:cubicBezTo>
                  <a:pt x="458518" y="229259"/>
                  <a:pt x="458518" y="196781"/>
                  <a:pt x="458518" y="179586"/>
                </a:cubicBezTo>
                <a:lnTo>
                  <a:pt x="458518" y="171944"/>
                </a:lnTo>
                <a:lnTo>
                  <a:pt x="458518" y="171944"/>
                </a:lnTo>
                <a:cubicBezTo>
                  <a:pt x="458518" y="170034"/>
                  <a:pt x="458518" y="170034"/>
                  <a:pt x="458518" y="168123"/>
                </a:cubicBezTo>
                <a:lnTo>
                  <a:pt x="384009" y="11463"/>
                </a:lnTo>
                <a:cubicBezTo>
                  <a:pt x="380188" y="5731"/>
                  <a:pt x="372546" y="0"/>
                  <a:pt x="364904" y="0"/>
                </a:cubicBezTo>
                <a:lnTo>
                  <a:pt x="19105" y="0"/>
                </a:lnTo>
                <a:cubicBezTo>
                  <a:pt x="9552" y="0"/>
                  <a:pt x="0" y="9552"/>
                  <a:pt x="0" y="19105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57315" y="286574"/>
                </a:lnTo>
                <a:cubicBezTo>
                  <a:pt x="57315" y="319052"/>
                  <a:pt x="82151" y="343889"/>
                  <a:pt x="114630" y="343889"/>
                </a:cubicBezTo>
                <a:cubicBezTo>
                  <a:pt x="147108" y="343889"/>
                  <a:pt x="171944" y="319052"/>
                  <a:pt x="171944" y="286574"/>
                </a:cubicBezTo>
                <a:lnTo>
                  <a:pt x="286574" y="286574"/>
                </a:lnTo>
                <a:cubicBezTo>
                  <a:pt x="286574" y="319052"/>
                  <a:pt x="311410" y="343889"/>
                  <a:pt x="343889" y="343889"/>
                </a:cubicBezTo>
                <a:cubicBezTo>
                  <a:pt x="376367" y="343889"/>
                  <a:pt x="401203" y="319052"/>
                  <a:pt x="401203" y="286574"/>
                </a:cubicBez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57916"/>
                </a:lnTo>
                <a:lnTo>
                  <a:pt x="458518" y="257916"/>
                </a:lnTo>
                <a:lnTo>
                  <a:pt x="458518" y="250274"/>
                </a:lnTo>
                <a:close/>
                <a:moveTo>
                  <a:pt x="437503" y="171944"/>
                </a:moveTo>
                <a:lnTo>
                  <a:pt x="343889" y="171944"/>
                </a:lnTo>
                <a:lnTo>
                  <a:pt x="343889" y="76420"/>
                </a:lnTo>
                <a:lnTo>
                  <a:pt x="391651" y="76420"/>
                </a:lnTo>
                <a:lnTo>
                  <a:pt x="437503" y="171944"/>
                </a:lnTo>
                <a:close/>
                <a:moveTo>
                  <a:pt x="114630" y="324784"/>
                </a:moveTo>
                <a:cubicBezTo>
                  <a:pt x="93614" y="324784"/>
                  <a:pt x="76420" y="307589"/>
                  <a:pt x="76420" y="286574"/>
                </a:cubicBezTo>
                <a:lnTo>
                  <a:pt x="76420" y="286574"/>
                </a:lnTo>
                <a:lnTo>
                  <a:pt x="76420" y="286574"/>
                </a:lnTo>
                <a:cubicBezTo>
                  <a:pt x="76420" y="265558"/>
                  <a:pt x="93614" y="248364"/>
                  <a:pt x="114630" y="248364"/>
                </a:cubicBezTo>
                <a:cubicBezTo>
                  <a:pt x="135645" y="248364"/>
                  <a:pt x="152839" y="265558"/>
                  <a:pt x="152839" y="286574"/>
                </a:cubicBezTo>
                <a:cubicBezTo>
                  <a:pt x="152839" y="307589"/>
                  <a:pt x="135645" y="324784"/>
                  <a:pt x="114630" y="324784"/>
                </a:cubicBezTo>
                <a:close/>
                <a:moveTo>
                  <a:pt x="343889" y="324784"/>
                </a:moveTo>
                <a:cubicBezTo>
                  <a:pt x="322873" y="324784"/>
                  <a:pt x="305679" y="307589"/>
                  <a:pt x="305679" y="286574"/>
                </a:cubicBezTo>
                <a:cubicBezTo>
                  <a:pt x="305679" y="265558"/>
                  <a:pt x="322873" y="248364"/>
                  <a:pt x="343889" y="248364"/>
                </a:cubicBezTo>
                <a:cubicBezTo>
                  <a:pt x="364904" y="248364"/>
                  <a:pt x="382098" y="265558"/>
                  <a:pt x="382098" y="286574"/>
                </a:cubicBezTo>
                <a:cubicBezTo>
                  <a:pt x="382098" y="307589"/>
                  <a:pt x="364904" y="324784"/>
                  <a:pt x="343889" y="324784"/>
                </a:cubicBezTo>
                <a:close/>
                <a:moveTo>
                  <a:pt x="397382" y="267469"/>
                </a:moveTo>
                <a:cubicBezTo>
                  <a:pt x="385919" y="236901"/>
                  <a:pt x="353441" y="221617"/>
                  <a:pt x="324784" y="233080"/>
                </a:cubicBezTo>
                <a:cubicBezTo>
                  <a:pt x="309500" y="238811"/>
                  <a:pt x="296126" y="252185"/>
                  <a:pt x="290395" y="267469"/>
                </a:cubicBezTo>
                <a:lnTo>
                  <a:pt x="168123" y="267469"/>
                </a:lnTo>
                <a:cubicBezTo>
                  <a:pt x="156660" y="236901"/>
                  <a:pt x="124182" y="221617"/>
                  <a:pt x="95525" y="233080"/>
                </a:cubicBezTo>
                <a:cubicBezTo>
                  <a:pt x="80241" y="238811"/>
                  <a:pt x="66867" y="252185"/>
                  <a:pt x="61136" y="267469"/>
                </a:cubicBezTo>
                <a:lnTo>
                  <a:pt x="19105" y="267469"/>
                </a:lnTo>
                <a:lnTo>
                  <a:pt x="19105" y="19105"/>
                </a:lnTo>
                <a:lnTo>
                  <a:pt x="364904" y="19105"/>
                </a:lnTo>
                <a:lnTo>
                  <a:pt x="382098" y="57315"/>
                </a:lnTo>
                <a:lnTo>
                  <a:pt x="343889" y="57315"/>
                </a:lnTo>
                <a:cubicBezTo>
                  <a:pt x="332426" y="57315"/>
                  <a:pt x="324784" y="64957"/>
                  <a:pt x="324784" y="76420"/>
                </a:cubicBezTo>
                <a:lnTo>
                  <a:pt x="324784" y="171944"/>
                </a:lnTo>
                <a:cubicBezTo>
                  <a:pt x="324784" y="183407"/>
                  <a:pt x="332426" y="191049"/>
                  <a:pt x="343889" y="191049"/>
                </a:cubicBezTo>
                <a:lnTo>
                  <a:pt x="439413" y="191049"/>
                </a:lnTo>
                <a:cubicBezTo>
                  <a:pt x="439413" y="210154"/>
                  <a:pt x="439413" y="234990"/>
                  <a:pt x="439413" y="250274"/>
                </a:cubicBezTo>
                <a:cubicBezTo>
                  <a:pt x="439413" y="257916"/>
                  <a:pt x="439413" y="263648"/>
                  <a:pt x="439413" y="267469"/>
                </a:cubicBezTo>
                <a:lnTo>
                  <a:pt x="397382" y="267469"/>
                </a:lnTo>
                <a:close/>
                <a:moveTo>
                  <a:pt x="271290" y="124182"/>
                </a:moveTo>
                <a:lnTo>
                  <a:pt x="248364" y="124182"/>
                </a:lnTo>
                <a:lnTo>
                  <a:pt x="236901" y="139466"/>
                </a:lnTo>
                <a:lnTo>
                  <a:pt x="219707" y="118450"/>
                </a:lnTo>
                <a:cubicBezTo>
                  <a:pt x="227349" y="114630"/>
                  <a:pt x="233080" y="106988"/>
                  <a:pt x="233080" y="97435"/>
                </a:cubicBezTo>
                <a:lnTo>
                  <a:pt x="233080" y="80241"/>
                </a:lnTo>
                <a:cubicBezTo>
                  <a:pt x="233080" y="74509"/>
                  <a:pt x="231170" y="66867"/>
                  <a:pt x="225438" y="63046"/>
                </a:cubicBezTo>
                <a:cubicBezTo>
                  <a:pt x="219707" y="59225"/>
                  <a:pt x="213975" y="57315"/>
                  <a:pt x="208244" y="57315"/>
                </a:cubicBezTo>
                <a:lnTo>
                  <a:pt x="171944" y="57315"/>
                </a:lnTo>
                <a:lnTo>
                  <a:pt x="162392" y="57315"/>
                </a:lnTo>
                <a:lnTo>
                  <a:pt x="162392" y="95525"/>
                </a:lnTo>
                <a:lnTo>
                  <a:pt x="162392" y="95525"/>
                </a:lnTo>
                <a:lnTo>
                  <a:pt x="162392" y="152839"/>
                </a:lnTo>
                <a:lnTo>
                  <a:pt x="181497" y="152839"/>
                </a:lnTo>
                <a:lnTo>
                  <a:pt x="181497" y="120361"/>
                </a:lnTo>
                <a:lnTo>
                  <a:pt x="196781" y="120361"/>
                </a:lnTo>
                <a:lnTo>
                  <a:pt x="225438" y="154750"/>
                </a:lnTo>
                <a:lnTo>
                  <a:pt x="202512" y="181497"/>
                </a:lnTo>
                <a:lnTo>
                  <a:pt x="227349" y="181497"/>
                </a:lnTo>
                <a:lnTo>
                  <a:pt x="236901" y="168123"/>
                </a:lnTo>
                <a:lnTo>
                  <a:pt x="246453" y="181497"/>
                </a:lnTo>
                <a:lnTo>
                  <a:pt x="271290" y="181497"/>
                </a:lnTo>
                <a:lnTo>
                  <a:pt x="248364" y="152839"/>
                </a:lnTo>
                <a:lnTo>
                  <a:pt x="271290" y="124182"/>
                </a:lnTo>
                <a:lnTo>
                  <a:pt x="271290" y="124182"/>
                </a:lnTo>
                <a:close/>
                <a:moveTo>
                  <a:pt x="212065" y="95525"/>
                </a:moveTo>
                <a:cubicBezTo>
                  <a:pt x="212065" y="97435"/>
                  <a:pt x="210154" y="99346"/>
                  <a:pt x="208244" y="99346"/>
                </a:cubicBezTo>
                <a:lnTo>
                  <a:pt x="181497" y="99346"/>
                </a:lnTo>
                <a:lnTo>
                  <a:pt x="181497" y="76420"/>
                </a:lnTo>
                <a:lnTo>
                  <a:pt x="208244" y="76420"/>
                </a:lnTo>
                <a:cubicBezTo>
                  <a:pt x="210154" y="76420"/>
                  <a:pt x="210154" y="76420"/>
                  <a:pt x="212065" y="78330"/>
                </a:cubicBezTo>
                <a:cubicBezTo>
                  <a:pt x="212065" y="80241"/>
                  <a:pt x="213975" y="80241"/>
                  <a:pt x="213975" y="82151"/>
                </a:cubicBezTo>
                <a:lnTo>
                  <a:pt x="213975" y="9552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4" name="Graphic 162" descr="Pharmacy building icon.">
            <a:extLst>
              <a:ext uri="{FF2B5EF4-FFF2-40B4-BE49-F238E27FC236}">
                <a16:creationId xmlns:a16="http://schemas.microsoft.com/office/drawing/2014/main" id="{283253C3-E506-4C50-8398-D2262F80D3D2}"/>
              </a:ext>
            </a:extLst>
          </p:cNvPr>
          <p:cNvSpPr>
            <a:spLocks noChangeAspect="1"/>
          </p:cNvSpPr>
          <p:nvPr/>
        </p:nvSpPr>
        <p:spPr>
          <a:xfrm>
            <a:off x="2180603" y="1386318"/>
            <a:ext cx="447036" cy="441323"/>
          </a:xfrm>
          <a:custGeom>
            <a:avLst/>
            <a:gdLst>
              <a:gd name="connsiteX0" fmla="*/ 445894 w 447036"/>
              <a:gd name="connsiteY0" fmla="*/ 206333 h 441323"/>
              <a:gd name="connsiteX1" fmla="*/ 415326 w 447036"/>
              <a:gd name="connsiteY1" fmla="*/ 72599 h 441323"/>
              <a:gd name="connsiteX2" fmla="*/ 396221 w 447036"/>
              <a:gd name="connsiteY2" fmla="*/ 57315 h 441323"/>
              <a:gd name="connsiteX3" fmla="*/ 319802 w 447036"/>
              <a:gd name="connsiteY3" fmla="*/ 57315 h 441323"/>
              <a:gd name="connsiteX4" fmla="*/ 319802 w 447036"/>
              <a:gd name="connsiteY4" fmla="*/ 19105 h 441323"/>
              <a:gd name="connsiteX5" fmla="*/ 300697 w 447036"/>
              <a:gd name="connsiteY5" fmla="*/ 0 h 441323"/>
              <a:gd name="connsiteX6" fmla="*/ 147857 w 447036"/>
              <a:gd name="connsiteY6" fmla="*/ 0 h 441323"/>
              <a:gd name="connsiteX7" fmla="*/ 128752 w 447036"/>
              <a:gd name="connsiteY7" fmla="*/ 19105 h 441323"/>
              <a:gd name="connsiteX8" fmla="*/ 128752 w 447036"/>
              <a:gd name="connsiteY8" fmla="*/ 57315 h 441323"/>
              <a:gd name="connsiteX9" fmla="*/ 61885 w 447036"/>
              <a:gd name="connsiteY9" fmla="*/ 57315 h 441323"/>
              <a:gd name="connsiteX10" fmla="*/ 42780 w 447036"/>
              <a:gd name="connsiteY10" fmla="*/ 70688 h 441323"/>
              <a:gd name="connsiteX11" fmla="*/ 749 w 447036"/>
              <a:gd name="connsiteY11" fmla="*/ 204423 h 441323"/>
              <a:gd name="connsiteX12" fmla="*/ 4570 w 447036"/>
              <a:gd name="connsiteY12" fmla="*/ 221617 h 441323"/>
              <a:gd name="connsiteX13" fmla="*/ 19854 w 447036"/>
              <a:gd name="connsiteY13" fmla="*/ 229259 h 441323"/>
              <a:gd name="connsiteX14" fmla="*/ 33228 w 447036"/>
              <a:gd name="connsiteY14" fmla="*/ 229259 h 441323"/>
              <a:gd name="connsiteX15" fmla="*/ 33228 w 447036"/>
              <a:gd name="connsiteY15" fmla="*/ 420308 h 441323"/>
              <a:gd name="connsiteX16" fmla="*/ 52333 w 447036"/>
              <a:gd name="connsiteY16" fmla="*/ 439413 h 441323"/>
              <a:gd name="connsiteX17" fmla="*/ 166962 w 447036"/>
              <a:gd name="connsiteY17" fmla="*/ 439413 h 441323"/>
              <a:gd name="connsiteX18" fmla="*/ 186067 w 447036"/>
              <a:gd name="connsiteY18" fmla="*/ 420308 h 441323"/>
              <a:gd name="connsiteX19" fmla="*/ 186067 w 447036"/>
              <a:gd name="connsiteY19" fmla="*/ 288484 h 441323"/>
              <a:gd name="connsiteX20" fmla="*/ 262487 w 447036"/>
              <a:gd name="connsiteY20" fmla="*/ 288484 h 441323"/>
              <a:gd name="connsiteX21" fmla="*/ 262487 w 447036"/>
              <a:gd name="connsiteY21" fmla="*/ 422219 h 441323"/>
              <a:gd name="connsiteX22" fmla="*/ 281592 w 447036"/>
              <a:gd name="connsiteY22" fmla="*/ 441324 h 441323"/>
              <a:gd name="connsiteX23" fmla="*/ 396221 w 447036"/>
              <a:gd name="connsiteY23" fmla="*/ 441324 h 441323"/>
              <a:gd name="connsiteX24" fmla="*/ 415326 w 447036"/>
              <a:gd name="connsiteY24" fmla="*/ 422219 h 441323"/>
              <a:gd name="connsiteX25" fmla="*/ 415326 w 447036"/>
              <a:gd name="connsiteY25" fmla="*/ 231169 h 441323"/>
              <a:gd name="connsiteX26" fmla="*/ 426789 w 447036"/>
              <a:gd name="connsiteY26" fmla="*/ 231169 h 441323"/>
              <a:gd name="connsiteX27" fmla="*/ 442073 w 447036"/>
              <a:gd name="connsiteY27" fmla="*/ 223528 h 441323"/>
              <a:gd name="connsiteX28" fmla="*/ 445894 w 447036"/>
              <a:gd name="connsiteY28" fmla="*/ 206333 h 441323"/>
              <a:gd name="connsiteX29" fmla="*/ 147857 w 447036"/>
              <a:gd name="connsiteY29" fmla="*/ 19105 h 441323"/>
              <a:gd name="connsiteX30" fmla="*/ 300697 w 447036"/>
              <a:gd name="connsiteY30" fmla="*/ 19105 h 441323"/>
              <a:gd name="connsiteX31" fmla="*/ 300697 w 447036"/>
              <a:gd name="connsiteY31" fmla="*/ 171944 h 441323"/>
              <a:gd name="connsiteX32" fmla="*/ 147857 w 447036"/>
              <a:gd name="connsiteY32" fmla="*/ 171944 h 441323"/>
              <a:gd name="connsiteX33" fmla="*/ 147857 w 447036"/>
              <a:gd name="connsiteY33" fmla="*/ 19105 h 441323"/>
              <a:gd name="connsiteX34" fmla="*/ 396221 w 447036"/>
              <a:gd name="connsiteY34" fmla="*/ 420308 h 441323"/>
              <a:gd name="connsiteX35" fmla="*/ 281592 w 447036"/>
              <a:gd name="connsiteY35" fmla="*/ 420308 h 441323"/>
              <a:gd name="connsiteX36" fmla="*/ 281592 w 447036"/>
              <a:gd name="connsiteY36" fmla="*/ 288484 h 441323"/>
              <a:gd name="connsiteX37" fmla="*/ 262487 w 447036"/>
              <a:gd name="connsiteY37" fmla="*/ 267469 h 441323"/>
              <a:gd name="connsiteX38" fmla="*/ 186067 w 447036"/>
              <a:gd name="connsiteY38" fmla="*/ 267469 h 441323"/>
              <a:gd name="connsiteX39" fmla="*/ 166962 w 447036"/>
              <a:gd name="connsiteY39" fmla="*/ 288484 h 441323"/>
              <a:gd name="connsiteX40" fmla="*/ 166962 w 447036"/>
              <a:gd name="connsiteY40" fmla="*/ 420308 h 441323"/>
              <a:gd name="connsiteX41" fmla="*/ 52333 w 447036"/>
              <a:gd name="connsiteY41" fmla="*/ 420308 h 441323"/>
              <a:gd name="connsiteX42" fmla="*/ 52333 w 447036"/>
              <a:gd name="connsiteY42" fmla="*/ 229259 h 441323"/>
              <a:gd name="connsiteX43" fmla="*/ 396221 w 447036"/>
              <a:gd name="connsiteY43" fmla="*/ 229259 h 441323"/>
              <a:gd name="connsiteX44" fmla="*/ 396221 w 447036"/>
              <a:gd name="connsiteY44" fmla="*/ 420308 h 441323"/>
              <a:gd name="connsiteX45" fmla="*/ 19854 w 447036"/>
              <a:gd name="connsiteY45" fmla="*/ 210154 h 441323"/>
              <a:gd name="connsiteX46" fmla="*/ 61885 w 447036"/>
              <a:gd name="connsiteY46" fmla="*/ 76420 h 441323"/>
              <a:gd name="connsiteX47" fmla="*/ 128752 w 447036"/>
              <a:gd name="connsiteY47" fmla="*/ 76420 h 441323"/>
              <a:gd name="connsiteX48" fmla="*/ 128752 w 447036"/>
              <a:gd name="connsiteY48" fmla="*/ 171944 h 441323"/>
              <a:gd name="connsiteX49" fmla="*/ 147857 w 447036"/>
              <a:gd name="connsiteY49" fmla="*/ 191049 h 441323"/>
              <a:gd name="connsiteX50" fmla="*/ 300697 w 447036"/>
              <a:gd name="connsiteY50" fmla="*/ 191049 h 441323"/>
              <a:gd name="connsiteX51" fmla="*/ 319802 w 447036"/>
              <a:gd name="connsiteY51" fmla="*/ 171944 h 441323"/>
              <a:gd name="connsiteX52" fmla="*/ 319802 w 447036"/>
              <a:gd name="connsiteY52" fmla="*/ 76420 h 441323"/>
              <a:gd name="connsiteX53" fmla="*/ 396221 w 447036"/>
              <a:gd name="connsiteY53" fmla="*/ 76420 h 441323"/>
              <a:gd name="connsiteX54" fmla="*/ 428700 w 447036"/>
              <a:gd name="connsiteY54" fmla="*/ 210154 h 441323"/>
              <a:gd name="connsiteX55" fmla="*/ 19854 w 447036"/>
              <a:gd name="connsiteY55" fmla="*/ 210154 h 441323"/>
              <a:gd name="connsiteX56" fmla="*/ 277771 w 447036"/>
              <a:gd name="connsiteY56" fmla="*/ 101256 h 441323"/>
              <a:gd name="connsiteX57" fmla="*/ 254845 w 447036"/>
              <a:gd name="connsiteY57" fmla="*/ 101256 h 441323"/>
              <a:gd name="connsiteX58" fmla="*/ 243382 w 447036"/>
              <a:gd name="connsiteY58" fmla="*/ 116540 h 441323"/>
              <a:gd name="connsiteX59" fmla="*/ 226188 w 447036"/>
              <a:gd name="connsiteY59" fmla="*/ 95525 h 441323"/>
              <a:gd name="connsiteX60" fmla="*/ 239561 w 447036"/>
              <a:gd name="connsiteY60" fmla="*/ 74509 h 441323"/>
              <a:gd name="connsiteX61" fmla="*/ 239561 w 447036"/>
              <a:gd name="connsiteY61" fmla="*/ 59225 h 441323"/>
              <a:gd name="connsiteX62" fmla="*/ 231919 w 447036"/>
              <a:gd name="connsiteY62" fmla="*/ 42031 h 441323"/>
              <a:gd name="connsiteX63" fmla="*/ 214725 w 447036"/>
              <a:gd name="connsiteY63" fmla="*/ 34389 h 441323"/>
              <a:gd name="connsiteX64" fmla="*/ 180336 w 447036"/>
              <a:gd name="connsiteY64" fmla="*/ 34389 h 441323"/>
              <a:gd name="connsiteX65" fmla="*/ 168873 w 447036"/>
              <a:gd name="connsiteY65" fmla="*/ 34389 h 441323"/>
              <a:gd name="connsiteX66" fmla="*/ 168873 w 447036"/>
              <a:gd name="connsiteY66" fmla="*/ 72599 h 441323"/>
              <a:gd name="connsiteX67" fmla="*/ 168873 w 447036"/>
              <a:gd name="connsiteY67" fmla="*/ 72599 h 441323"/>
              <a:gd name="connsiteX68" fmla="*/ 168873 w 447036"/>
              <a:gd name="connsiteY68" fmla="*/ 129913 h 441323"/>
              <a:gd name="connsiteX69" fmla="*/ 187978 w 447036"/>
              <a:gd name="connsiteY69" fmla="*/ 129913 h 441323"/>
              <a:gd name="connsiteX70" fmla="*/ 187978 w 447036"/>
              <a:gd name="connsiteY70" fmla="*/ 97435 h 441323"/>
              <a:gd name="connsiteX71" fmla="*/ 203262 w 447036"/>
              <a:gd name="connsiteY71" fmla="*/ 97435 h 441323"/>
              <a:gd name="connsiteX72" fmla="*/ 230009 w 447036"/>
              <a:gd name="connsiteY72" fmla="*/ 131824 h 441323"/>
              <a:gd name="connsiteX73" fmla="*/ 207083 w 447036"/>
              <a:gd name="connsiteY73" fmla="*/ 158571 h 441323"/>
              <a:gd name="connsiteX74" fmla="*/ 231919 w 447036"/>
              <a:gd name="connsiteY74" fmla="*/ 158571 h 441323"/>
              <a:gd name="connsiteX75" fmla="*/ 243382 w 447036"/>
              <a:gd name="connsiteY75" fmla="*/ 147108 h 441323"/>
              <a:gd name="connsiteX76" fmla="*/ 252934 w 447036"/>
              <a:gd name="connsiteY76" fmla="*/ 160481 h 441323"/>
              <a:gd name="connsiteX77" fmla="*/ 277771 w 447036"/>
              <a:gd name="connsiteY77" fmla="*/ 160481 h 441323"/>
              <a:gd name="connsiteX78" fmla="*/ 254845 w 447036"/>
              <a:gd name="connsiteY78" fmla="*/ 133734 h 441323"/>
              <a:gd name="connsiteX79" fmla="*/ 277771 w 447036"/>
              <a:gd name="connsiteY79" fmla="*/ 101256 h 441323"/>
              <a:gd name="connsiteX80" fmla="*/ 277771 w 447036"/>
              <a:gd name="connsiteY80" fmla="*/ 101256 h 441323"/>
              <a:gd name="connsiteX81" fmla="*/ 220456 w 447036"/>
              <a:gd name="connsiteY81" fmla="*/ 74509 h 441323"/>
              <a:gd name="connsiteX82" fmla="*/ 214725 w 447036"/>
              <a:gd name="connsiteY82" fmla="*/ 80241 h 441323"/>
              <a:gd name="connsiteX83" fmla="*/ 214725 w 447036"/>
              <a:gd name="connsiteY83" fmla="*/ 80241 h 441323"/>
              <a:gd name="connsiteX84" fmla="*/ 187978 w 447036"/>
              <a:gd name="connsiteY84" fmla="*/ 80241 h 441323"/>
              <a:gd name="connsiteX85" fmla="*/ 187978 w 447036"/>
              <a:gd name="connsiteY85" fmla="*/ 55404 h 441323"/>
              <a:gd name="connsiteX86" fmla="*/ 214725 w 447036"/>
              <a:gd name="connsiteY86" fmla="*/ 55404 h 441323"/>
              <a:gd name="connsiteX87" fmla="*/ 220456 w 447036"/>
              <a:gd name="connsiteY87" fmla="*/ 59225 h 441323"/>
              <a:gd name="connsiteX88" fmla="*/ 220456 w 447036"/>
              <a:gd name="connsiteY88" fmla="*/ 74509 h 44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47036" h="441323">
                <a:moveTo>
                  <a:pt x="445894" y="206333"/>
                </a:moveTo>
                <a:lnTo>
                  <a:pt x="415326" y="72599"/>
                </a:lnTo>
                <a:cubicBezTo>
                  <a:pt x="413416" y="63046"/>
                  <a:pt x="405774" y="57315"/>
                  <a:pt x="396221" y="57315"/>
                </a:cubicBezTo>
                <a:lnTo>
                  <a:pt x="319802" y="57315"/>
                </a:lnTo>
                <a:lnTo>
                  <a:pt x="319802" y="19105"/>
                </a:lnTo>
                <a:cubicBezTo>
                  <a:pt x="319802" y="7642"/>
                  <a:pt x="312160" y="0"/>
                  <a:pt x="300697" y="0"/>
                </a:cubicBezTo>
                <a:lnTo>
                  <a:pt x="147857" y="0"/>
                </a:lnTo>
                <a:cubicBezTo>
                  <a:pt x="136394" y="0"/>
                  <a:pt x="128752" y="7642"/>
                  <a:pt x="128752" y="19105"/>
                </a:cubicBezTo>
                <a:lnTo>
                  <a:pt x="128752" y="57315"/>
                </a:lnTo>
                <a:lnTo>
                  <a:pt x="61885" y="57315"/>
                </a:lnTo>
                <a:cubicBezTo>
                  <a:pt x="52333" y="57315"/>
                  <a:pt x="44691" y="63046"/>
                  <a:pt x="42780" y="70688"/>
                </a:cubicBezTo>
                <a:lnTo>
                  <a:pt x="749" y="204423"/>
                </a:lnTo>
                <a:cubicBezTo>
                  <a:pt x="-1161" y="210154"/>
                  <a:pt x="749" y="215886"/>
                  <a:pt x="4570" y="221617"/>
                </a:cubicBezTo>
                <a:cubicBezTo>
                  <a:pt x="8391" y="227349"/>
                  <a:pt x="14123" y="229259"/>
                  <a:pt x="19854" y="229259"/>
                </a:cubicBezTo>
                <a:lnTo>
                  <a:pt x="33228" y="229259"/>
                </a:lnTo>
                <a:lnTo>
                  <a:pt x="33228" y="420308"/>
                </a:lnTo>
                <a:cubicBezTo>
                  <a:pt x="33228" y="431771"/>
                  <a:pt x="40870" y="439413"/>
                  <a:pt x="52333" y="439413"/>
                </a:cubicBezTo>
                <a:lnTo>
                  <a:pt x="166962" y="439413"/>
                </a:lnTo>
                <a:cubicBezTo>
                  <a:pt x="178425" y="439413"/>
                  <a:pt x="186067" y="431771"/>
                  <a:pt x="186067" y="420308"/>
                </a:cubicBezTo>
                <a:lnTo>
                  <a:pt x="186067" y="288484"/>
                </a:lnTo>
                <a:lnTo>
                  <a:pt x="262487" y="288484"/>
                </a:lnTo>
                <a:lnTo>
                  <a:pt x="262487" y="422219"/>
                </a:lnTo>
                <a:cubicBezTo>
                  <a:pt x="262487" y="433682"/>
                  <a:pt x="270129" y="441324"/>
                  <a:pt x="281592" y="441324"/>
                </a:cubicBezTo>
                <a:lnTo>
                  <a:pt x="396221" y="441324"/>
                </a:lnTo>
                <a:cubicBezTo>
                  <a:pt x="407684" y="441324"/>
                  <a:pt x="415326" y="433682"/>
                  <a:pt x="415326" y="422219"/>
                </a:cubicBezTo>
                <a:lnTo>
                  <a:pt x="415326" y="231169"/>
                </a:lnTo>
                <a:lnTo>
                  <a:pt x="426789" y="231169"/>
                </a:lnTo>
                <a:cubicBezTo>
                  <a:pt x="432521" y="231169"/>
                  <a:pt x="438252" y="229259"/>
                  <a:pt x="442073" y="223528"/>
                </a:cubicBezTo>
                <a:cubicBezTo>
                  <a:pt x="447805" y="219707"/>
                  <a:pt x="447805" y="212065"/>
                  <a:pt x="445894" y="206333"/>
                </a:cubicBezTo>
                <a:close/>
                <a:moveTo>
                  <a:pt x="147857" y="19105"/>
                </a:moveTo>
                <a:lnTo>
                  <a:pt x="300697" y="19105"/>
                </a:lnTo>
                <a:lnTo>
                  <a:pt x="300697" y="171944"/>
                </a:lnTo>
                <a:lnTo>
                  <a:pt x="147857" y="171944"/>
                </a:lnTo>
                <a:lnTo>
                  <a:pt x="147857" y="19105"/>
                </a:lnTo>
                <a:close/>
                <a:moveTo>
                  <a:pt x="396221" y="420308"/>
                </a:moveTo>
                <a:lnTo>
                  <a:pt x="281592" y="420308"/>
                </a:lnTo>
                <a:lnTo>
                  <a:pt x="281592" y="288484"/>
                </a:lnTo>
                <a:cubicBezTo>
                  <a:pt x="281592" y="277021"/>
                  <a:pt x="273950" y="267469"/>
                  <a:pt x="262487" y="267469"/>
                </a:cubicBezTo>
                <a:lnTo>
                  <a:pt x="186067" y="267469"/>
                </a:lnTo>
                <a:cubicBezTo>
                  <a:pt x="174604" y="267469"/>
                  <a:pt x="166962" y="277021"/>
                  <a:pt x="166962" y="288484"/>
                </a:cubicBezTo>
                <a:lnTo>
                  <a:pt x="166962" y="420308"/>
                </a:lnTo>
                <a:lnTo>
                  <a:pt x="52333" y="420308"/>
                </a:lnTo>
                <a:lnTo>
                  <a:pt x="52333" y="229259"/>
                </a:lnTo>
                <a:lnTo>
                  <a:pt x="396221" y="229259"/>
                </a:lnTo>
                <a:lnTo>
                  <a:pt x="396221" y="420308"/>
                </a:lnTo>
                <a:close/>
                <a:moveTo>
                  <a:pt x="19854" y="210154"/>
                </a:moveTo>
                <a:lnTo>
                  <a:pt x="61885" y="76420"/>
                </a:lnTo>
                <a:lnTo>
                  <a:pt x="128752" y="76420"/>
                </a:lnTo>
                <a:lnTo>
                  <a:pt x="128752" y="171944"/>
                </a:lnTo>
                <a:cubicBezTo>
                  <a:pt x="128752" y="183407"/>
                  <a:pt x="136394" y="191049"/>
                  <a:pt x="147857" y="191049"/>
                </a:cubicBezTo>
                <a:lnTo>
                  <a:pt x="300697" y="191049"/>
                </a:lnTo>
                <a:cubicBezTo>
                  <a:pt x="312160" y="191049"/>
                  <a:pt x="319802" y="183407"/>
                  <a:pt x="319802" y="171944"/>
                </a:cubicBezTo>
                <a:lnTo>
                  <a:pt x="319802" y="76420"/>
                </a:lnTo>
                <a:lnTo>
                  <a:pt x="396221" y="76420"/>
                </a:lnTo>
                <a:lnTo>
                  <a:pt x="428700" y="210154"/>
                </a:lnTo>
                <a:lnTo>
                  <a:pt x="19854" y="210154"/>
                </a:lnTo>
                <a:close/>
                <a:moveTo>
                  <a:pt x="277771" y="101256"/>
                </a:moveTo>
                <a:lnTo>
                  <a:pt x="254845" y="101256"/>
                </a:lnTo>
                <a:lnTo>
                  <a:pt x="243382" y="116540"/>
                </a:lnTo>
                <a:lnTo>
                  <a:pt x="226188" y="95525"/>
                </a:lnTo>
                <a:cubicBezTo>
                  <a:pt x="233829" y="91704"/>
                  <a:pt x="239561" y="84062"/>
                  <a:pt x="239561" y="74509"/>
                </a:cubicBezTo>
                <a:lnTo>
                  <a:pt x="239561" y="59225"/>
                </a:lnTo>
                <a:cubicBezTo>
                  <a:pt x="239561" y="53494"/>
                  <a:pt x="237650" y="45852"/>
                  <a:pt x="231919" y="42031"/>
                </a:cubicBezTo>
                <a:cubicBezTo>
                  <a:pt x="228098" y="38210"/>
                  <a:pt x="220456" y="34389"/>
                  <a:pt x="214725" y="34389"/>
                </a:cubicBezTo>
                <a:lnTo>
                  <a:pt x="180336" y="34389"/>
                </a:lnTo>
                <a:lnTo>
                  <a:pt x="168873" y="34389"/>
                </a:lnTo>
                <a:lnTo>
                  <a:pt x="168873" y="72599"/>
                </a:lnTo>
                <a:lnTo>
                  <a:pt x="168873" y="72599"/>
                </a:lnTo>
                <a:lnTo>
                  <a:pt x="168873" y="129913"/>
                </a:lnTo>
                <a:lnTo>
                  <a:pt x="187978" y="129913"/>
                </a:lnTo>
                <a:lnTo>
                  <a:pt x="187978" y="97435"/>
                </a:lnTo>
                <a:lnTo>
                  <a:pt x="203262" y="97435"/>
                </a:lnTo>
                <a:lnTo>
                  <a:pt x="230009" y="131824"/>
                </a:lnTo>
                <a:lnTo>
                  <a:pt x="207083" y="158571"/>
                </a:lnTo>
                <a:lnTo>
                  <a:pt x="231919" y="158571"/>
                </a:lnTo>
                <a:lnTo>
                  <a:pt x="243382" y="147108"/>
                </a:lnTo>
                <a:lnTo>
                  <a:pt x="252934" y="160481"/>
                </a:lnTo>
                <a:lnTo>
                  <a:pt x="277771" y="160481"/>
                </a:lnTo>
                <a:lnTo>
                  <a:pt x="254845" y="133734"/>
                </a:lnTo>
                <a:lnTo>
                  <a:pt x="277771" y="101256"/>
                </a:lnTo>
                <a:lnTo>
                  <a:pt x="277771" y="101256"/>
                </a:lnTo>
                <a:close/>
                <a:moveTo>
                  <a:pt x="220456" y="74509"/>
                </a:moveTo>
                <a:cubicBezTo>
                  <a:pt x="220456" y="76420"/>
                  <a:pt x="218546" y="80241"/>
                  <a:pt x="214725" y="80241"/>
                </a:cubicBezTo>
                <a:lnTo>
                  <a:pt x="214725" y="80241"/>
                </a:lnTo>
                <a:lnTo>
                  <a:pt x="187978" y="80241"/>
                </a:lnTo>
                <a:lnTo>
                  <a:pt x="187978" y="55404"/>
                </a:lnTo>
                <a:lnTo>
                  <a:pt x="214725" y="55404"/>
                </a:lnTo>
                <a:cubicBezTo>
                  <a:pt x="216635" y="55404"/>
                  <a:pt x="220456" y="57315"/>
                  <a:pt x="220456" y="59225"/>
                </a:cubicBezTo>
                <a:lnTo>
                  <a:pt x="220456" y="7450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2" name="Graphic 170" descr="Rx bottle empty icon.">
            <a:extLst>
              <a:ext uri="{FF2B5EF4-FFF2-40B4-BE49-F238E27FC236}">
                <a16:creationId xmlns:a16="http://schemas.microsoft.com/office/drawing/2014/main" id="{70BF4086-8192-45E1-80AD-A8C2663A5380}"/>
              </a:ext>
            </a:extLst>
          </p:cNvPr>
          <p:cNvSpPr>
            <a:spLocks noChangeAspect="1"/>
          </p:cNvSpPr>
          <p:nvPr/>
        </p:nvSpPr>
        <p:spPr>
          <a:xfrm>
            <a:off x="3438619" y="1407333"/>
            <a:ext cx="382098" cy="420308"/>
          </a:xfrm>
          <a:custGeom>
            <a:avLst/>
            <a:gdLst>
              <a:gd name="connsiteX0" fmla="*/ 362993 w 382098"/>
              <a:gd name="connsiteY0" fmla="*/ 0 h 420308"/>
              <a:gd name="connsiteX1" fmla="*/ 19105 w 382098"/>
              <a:gd name="connsiteY1" fmla="*/ 0 h 420308"/>
              <a:gd name="connsiteX2" fmla="*/ 0 w 382098"/>
              <a:gd name="connsiteY2" fmla="*/ 19105 h 420308"/>
              <a:gd name="connsiteX3" fmla="*/ 0 w 382098"/>
              <a:gd name="connsiteY3" fmla="*/ 95525 h 420308"/>
              <a:gd name="connsiteX4" fmla="*/ 19105 w 382098"/>
              <a:gd name="connsiteY4" fmla="*/ 114630 h 420308"/>
              <a:gd name="connsiteX5" fmla="*/ 38210 w 382098"/>
              <a:gd name="connsiteY5" fmla="*/ 114630 h 420308"/>
              <a:gd name="connsiteX6" fmla="*/ 38210 w 382098"/>
              <a:gd name="connsiteY6" fmla="*/ 401203 h 420308"/>
              <a:gd name="connsiteX7" fmla="*/ 57315 w 382098"/>
              <a:gd name="connsiteY7" fmla="*/ 420308 h 420308"/>
              <a:gd name="connsiteX8" fmla="*/ 324784 w 382098"/>
              <a:gd name="connsiteY8" fmla="*/ 420308 h 420308"/>
              <a:gd name="connsiteX9" fmla="*/ 343889 w 382098"/>
              <a:gd name="connsiteY9" fmla="*/ 401203 h 420308"/>
              <a:gd name="connsiteX10" fmla="*/ 343889 w 382098"/>
              <a:gd name="connsiteY10" fmla="*/ 114630 h 420308"/>
              <a:gd name="connsiteX11" fmla="*/ 362993 w 382098"/>
              <a:gd name="connsiteY11" fmla="*/ 114630 h 420308"/>
              <a:gd name="connsiteX12" fmla="*/ 382098 w 382098"/>
              <a:gd name="connsiteY12" fmla="*/ 95525 h 420308"/>
              <a:gd name="connsiteX13" fmla="*/ 382098 w 382098"/>
              <a:gd name="connsiteY13" fmla="*/ 19105 h 420308"/>
              <a:gd name="connsiteX14" fmla="*/ 362993 w 382098"/>
              <a:gd name="connsiteY14" fmla="*/ 0 h 420308"/>
              <a:gd name="connsiteX15" fmla="*/ 324784 w 382098"/>
              <a:gd name="connsiteY15" fmla="*/ 401203 h 420308"/>
              <a:gd name="connsiteX16" fmla="*/ 57315 w 382098"/>
              <a:gd name="connsiteY16" fmla="*/ 401203 h 420308"/>
              <a:gd name="connsiteX17" fmla="*/ 57315 w 382098"/>
              <a:gd name="connsiteY17" fmla="*/ 114630 h 420308"/>
              <a:gd name="connsiteX18" fmla="*/ 324784 w 382098"/>
              <a:gd name="connsiteY18" fmla="*/ 114630 h 420308"/>
              <a:gd name="connsiteX19" fmla="*/ 324784 w 382098"/>
              <a:gd name="connsiteY19" fmla="*/ 401203 h 420308"/>
              <a:gd name="connsiteX20" fmla="*/ 362993 w 382098"/>
              <a:gd name="connsiteY20" fmla="*/ 95525 h 420308"/>
              <a:gd name="connsiteX21" fmla="*/ 19105 w 382098"/>
              <a:gd name="connsiteY21" fmla="*/ 95525 h 420308"/>
              <a:gd name="connsiteX22" fmla="*/ 19105 w 382098"/>
              <a:gd name="connsiteY22" fmla="*/ 19105 h 420308"/>
              <a:gd name="connsiteX23" fmla="*/ 114630 w 382098"/>
              <a:gd name="connsiteY23" fmla="*/ 19105 h 420308"/>
              <a:gd name="connsiteX24" fmla="*/ 114630 w 382098"/>
              <a:gd name="connsiteY24" fmla="*/ 76420 h 420308"/>
              <a:gd name="connsiteX25" fmla="*/ 133734 w 382098"/>
              <a:gd name="connsiteY25" fmla="*/ 76420 h 420308"/>
              <a:gd name="connsiteX26" fmla="*/ 133734 w 382098"/>
              <a:gd name="connsiteY26" fmla="*/ 19105 h 420308"/>
              <a:gd name="connsiteX27" fmla="*/ 248364 w 382098"/>
              <a:gd name="connsiteY27" fmla="*/ 19105 h 420308"/>
              <a:gd name="connsiteX28" fmla="*/ 248364 w 382098"/>
              <a:gd name="connsiteY28" fmla="*/ 76420 h 420308"/>
              <a:gd name="connsiteX29" fmla="*/ 267469 w 382098"/>
              <a:gd name="connsiteY29" fmla="*/ 76420 h 420308"/>
              <a:gd name="connsiteX30" fmla="*/ 267469 w 382098"/>
              <a:gd name="connsiteY30" fmla="*/ 19105 h 420308"/>
              <a:gd name="connsiteX31" fmla="*/ 362993 w 382098"/>
              <a:gd name="connsiteY31" fmla="*/ 19105 h 420308"/>
              <a:gd name="connsiteX32" fmla="*/ 362993 w 382098"/>
              <a:gd name="connsiteY32" fmla="*/ 9552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2098" h="420308">
                <a:moveTo>
                  <a:pt x="36299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close/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401203"/>
                </a:lnTo>
                <a:close/>
                <a:moveTo>
                  <a:pt x="362993" y="95525"/>
                </a:moveTo>
                <a:lnTo>
                  <a:pt x="19105" y="95525"/>
                </a:lnTo>
                <a:lnTo>
                  <a:pt x="19105" y="19105"/>
                </a:ln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1" name="Graphic 169" descr="Rx bottle icon.">
            <a:extLst>
              <a:ext uri="{FF2B5EF4-FFF2-40B4-BE49-F238E27FC236}">
                <a16:creationId xmlns:a16="http://schemas.microsoft.com/office/drawing/2014/main" id="{9D6D8FAD-EF66-461A-B717-AE1EE53B0F0E}"/>
              </a:ext>
            </a:extLst>
          </p:cNvPr>
          <p:cNvSpPr>
            <a:spLocks noChangeAspect="1"/>
          </p:cNvSpPr>
          <p:nvPr/>
        </p:nvSpPr>
        <p:spPr>
          <a:xfrm>
            <a:off x="4665143" y="1407333"/>
            <a:ext cx="382098" cy="420308"/>
          </a:xfrm>
          <a:custGeom>
            <a:avLst/>
            <a:gdLst>
              <a:gd name="connsiteX0" fmla="*/ 362993 w 382098"/>
              <a:gd name="connsiteY0" fmla="*/ 0 h 420308"/>
              <a:gd name="connsiteX1" fmla="*/ 19105 w 382098"/>
              <a:gd name="connsiteY1" fmla="*/ 0 h 420308"/>
              <a:gd name="connsiteX2" fmla="*/ 0 w 382098"/>
              <a:gd name="connsiteY2" fmla="*/ 19105 h 420308"/>
              <a:gd name="connsiteX3" fmla="*/ 0 w 382098"/>
              <a:gd name="connsiteY3" fmla="*/ 95525 h 420308"/>
              <a:gd name="connsiteX4" fmla="*/ 19105 w 382098"/>
              <a:gd name="connsiteY4" fmla="*/ 114630 h 420308"/>
              <a:gd name="connsiteX5" fmla="*/ 38210 w 382098"/>
              <a:gd name="connsiteY5" fmla="*/ 114630 h 420308"/>
              <a:gd name="connsiteX6" fmla="*/ 38210 w 382098"/>
              <a:gd name="connsiteY6" fmla="*/ 401203 h 420308"/>
              <a:gd name="connsiteX7" fmla="*/ 57315 w 382098"/>
              <a:gd name="connsiteY7" fmla="*/ 420308 h 420308"/>
              <a:gd name="connsiteX8" fmla="*/ 324784 w 382098"/>
              <a:gd name="connsiteY8" fmla="*/ 420308 h 420308"/>
              <a:gd name="connsiteX9" fmla="*/ 343889 w 382098"/>
              <a:gd name="connsiteY9" fmla="*/ 401203 h 420308"/>
              <a:gd name="connsiteX10" fmla="*/ 343889 w 382098"/>
              <a:gd name="connsiteY10" fmla="*/ 114630 h 420308"/>
              <a:gd name="connsiteX11" fmla="*/ 362993 w 382098"/>
              <a:gd name="connsiteY11" fmla="*/ 114630 h 420308"/>
              <a:gd name="connsiteX12" fmla="*/ 382098 w 382098"/>
              <a:gd name="connsiteY12" fmla="*/ 95525 h 420308"/>
              <a:gd name="connsiteX13" fmla="*/ 382098 w 382098"/>
              <a:gd name="connsiteY13" fmla="*/ 19105 h 420308"/>
              <a:gd name="connsiteX14" fmla="*/ 362993 w 382098"/>
              <a:gd name="connsiteY14" fmla="*/ 0 h 420308"/>
              <a:gd name="connsiteX15" fmla="*/ 324784 w 382098"/>
              <a:gd name="connsiteY15" fmla="*/ 401203 h 420308"/>
              <a:gd name="connsiteX16" fmla="*/ 57315 w 382098"/>
              <a:gd name="connsiteY16" fmla="*/ 401203 h 420308"/>
              <a:gd name="connsiteX17" fmla="*/ 57315 w 382098"/>
              <a:gd name="connsiteY17" fmla="*/ 114630 h 420308"/>
              <a:gd name="connsiteX18" fmla="*/ 324784 w 382098"/>
              <a:gd name="connsiteY18" fmla="*/ 114630 h 420308"/>
              <a:gd name="connsiteX19" fmla="*/ 324784 w 382098"/>
              <a:gd name="connsiteY19" fmla="*/ 401203 h 420308"/>
              <a:gd name="connsiteX20" fmla="*/ 362993 w 382098"/>
              <a:gd name="connsiteY20" fmla="*/ 95525 h 420308"/>
              <a:gd name="connsiteX21" fmla="*/ 19105 w 382098"/>
              <a:gd name="connsiteY21" fmla="*/ 95525 h 420308"/>
              <a:gd name="connsiteX22" fmla="*/ 19105 w 382098"/>
              <a:gd name="connsiteY22" fmla="*/ 19105 h 420308"/>
              <a:gd name="connsiteX23" fmla="*/ 114630 w 382098"/>
              <a:gd name="connsiteY23" fmla="*/ 19105 h 420308"/>
              <a:gd name="connsiteX24" fmla="*/ 114630 w 382098"/>
              <a:gd name="connsiteY24" fmla="*/ 76420 h 420308"/>
              <a:gd name="connsiteX25" fmla="*/ 133734 w 382098"/>
              <a:gd name="connsiteY25" fmla="*/ 76420 h 420308"/>
              <a:gd name="connsiteX26" fmla="*/ 133734 w 382098"/>
              <a:gd name="connsiteY26" fmla="*/ 19105 h 420308"/>
              <a:gd name="connsiteX27" fmla="*/ 248364 w 382098"/>
              <a:gd name="connsiteY27" fmla="*/ 19105 h 420308"/>
              <a:gd name="connsiteX28" fmla="*/ 248364 w 382098"/>
              <a:gd name="connsiteY28" fmla="*/ 76420 h 420308"/>
              <a:gd name="connsiteX29" fmla="*/ 267469 w 382098"/>
              <a:gd name="connsiteY29" fmla="*/ 76420 h 420308"/>
              <a:gd name="connsiteX30" fmla="*/ 267469 w 382098"/>
              <a:gd name="connsiteY30" fmla="*/ 19105 h 420308"/>
              <a:gd name="connsiteX31" fmla="*/ 362993 w 382098"/>
              <a:gd name="connsiteY31" fmla="*/ 19105 h 420308"/>
              <a:gd name="connsiteX32" fmla="*/ 362993 w 382098"/>
              <a:gd name="connsiteY32" fmla="*/ 95525 h 420308"/>
              <a:gd name="connsiteX33" fmla="*/ 133734 w 382098"/>
              <a:gd name="connsiteY33" fmla="*/ 296126 h 420308"/>
              <a:gd name="connsiteX34" fmla="*/ 152839 w 382098"/>
              <a:gd name="connsiteY34" fmla="*/ 296126 h 420308"/>
              <a:gd name="connsiteX35" fmla="*/ 152839 w 382098"/>
              <a:gd name="connsiteY35" fmla="*/ 248364 h 420308"/>
              <a:gd name="connsiteX36" fmla="*/ 177676 w 382098"/>
              <a:gd name="connsiteY36" fmla="*/ 248364 h 420308"/>
              <a:gd name="connsiteX37" fmla="*/ 217796 w 382098"/>
              <a:gd name="connsiteY37" fmla="*/ 296126 h 420308"/>
              <a:gd name="connsiteX38" fmla="*/ 187228 w 382098"/>
              <a:gd name="connsiteY38" fmla="*/ 334336 h 420308"/>
              <a:gd name="connsiteX39" fmla="*/ 210154 w 382098"/>
              <a:gd name="connsiteY39" fmla="*/ 334336 h 420308"/>
              <a:gd name="connsiteX40" fmla="*/ 229259 w 382098"/>
              <a:gd name="connsiteY40" fmla="*/ 311410 h 420308"/>
              <a:gd name="connsiteX41" fmla="*/ 248364 w 382098"/>
              <a:gd name="connsiteY41" fmla="*/ 334336 h 420308"/>
              <a:gd name="connsiteX42" fmla="*/ 273200 w 382098"/>
              <a:gd name="connsiteY42" fmla="*/ 334336 h 420308"/>
              <a:gd name="connsiteX43" fmla="*/ 242632 w 382098"/>
              <a:gd name="connsiteY43" fmla="*/ 296126 h 420308"/>
              <a:gd name="connsiteX44" fmla="*/ 273200 w 382098"/>
              <a:gd name="connsiteY44" fmla="*/ 257916 h 420308"/>
              <a:gd name="connsiteX45" fmla="*/ 248364 w 382098"/>
              <a:gd name="connsiteY45" fmla="*/ 257916 h 420308"/>
              <a:gd name="connsiteX46" fmla="*/ 229259 w 382098"/>
              <a:gd name="connsiteY46" fmla="*/ 280842 h 420308"/>
              <a:gd name="connsiteX47" fmla="*/ 200602 w 382098"/>
              <a:gd name="connsiteY47" fmla="*/ 248364 h 420308"/>
              <a:gd name="connsiteX48" fmla="*/ 219707 w 382098"/>
              <a:gd name="connsiteY48" fmla="*/ 221617 h 420308"/>
              <a:gd name="connsiteX49" fmla="*/ 219707 w 382098"/>
              <a:gd name="connsiteY49" fmla="*/ 202512 h 420308"/>
              <a:gd name="connsiteX50" fmla="*/ 210154 w 382098"/>
              <a:gd name="connsiteY50" fmla="*/ 181497 h 420308"/>
              <a:gd name="connsiteX51" fmla="*/ 191049 w 382098"/>
              <a:gd name="connsiteY51" fmla="*/ 171944 h 420308"/>
              <a:gd name="connsiteX52" fmla="*/ 133734 w 382098"/>
              <a:gd name="connsiteY52" fmla="*/ 171944 h 420308"/>
              <a:gd name="connsiteX53" fmla="*/ 133734 w 382098"/>
              <a:gd name="connsiteY53" fmla="*/ 248364 h 420308"/>
              <a:gd name="connsiteX54" fmla="*/ 133734 w 382098"/>
              <a:gd name="connsiteY54" fmla="*/ 248364 h 420308"/>
              <a:gd name="connsiteX55" fmla="*/ 133734 w 382098"/>
              <a:gd name="connsiteY55" fmla="*/ 296126 h 420308"/>
              <a:gd name="connsiteX56" fmla="*/ 191049 w 382098"/>
              <a:gd name="connsiteY56" fmla="*/ 191049 h 420308"/>
              <a:gd name="connsiteX57" fmla="*/ 191049 w 382098"/>
              <a:gd name="connsiteY57" fmla="*/ 191049 h 420308"/>
              <a:gd name="connsiteX58" fmla="*/ 198691 w 382098"/>
              <a:gd name="connsiteY58" fmla="*/ 192960 h 420308"/>
              <a:gd name="connsiteX59" fmla="*/ 200602 w 382098"/>
              <a:gd name="connsiteY59" fmla="*/ 200602 h 420308"/>
              <a:gd name="connsiteX60" fmla="*/ 200602 w 382098"/>
              <a:gd name="connsiteY60" fmla="*/ 219707 h 420308"/>
              <a:gd name="connsiteX61" fmla="*/ 191049 w 382098"/>
              <a:gd name="connsiteY61" fmla="*/ 229259 h 420308"/>
              <a:gd name="connsiteX62" fmla="*/ 152839 w 382098"/>
              <a:gd name="connsiteY62" fmla="*/ 229259 h 420308"/>
              <a:gd name="connsiteX63" fmla="*/ 152839 w 382098"/>
              <a:gd name="connsiteY63" fmla="*/ 229259 h 420308"/>
              <a:gd name="connsiteX64" fmla="*/ 152839 w 382098"/>
              <a:gd name="connsiteY64" fmla="*/ 229259 h 420308"/>
              <a:gd name="connsiteX65" fmla="*/ 152839 w 382098"/>
              <a:gd name="connsiteY65" fmla="*/ 191049 h 420308"/>
              <a:gd name="connsiteX66" fmla="*/ 191049 w 382098"/>
              <a:gd name="connsiteY66" fmla="*/ 19104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82098" h="420308">
                <a:moveTo>
                  <a:pt x="36299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close/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401203"/>
                </a:lnTo>
                <a:close/>
                <a:moveTo>
                  <a:pt x="362993" y="95525"/>
                </a:moveTo>
                <a:lnTo>
                  <a:pt x="19105" y="95525"/>
                </a:lnTo>
                <a:lnTo>
                  <a:pt x="19105" y="19105"/>
                </a:ln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close/>
                <a:moveTo>
                  <a:pt x="133734" y="296126"/>
                </a:moveTo>
                <a:lnTo>
                  <a:pt x="152839" y="296126"/>
                </a:lnTo>
                <a:lnTo>
                  <a:pt x="152839" y="248364"/>
                </a:lnTo>
                <a:lnTo>
                  <a:pt x="177676" y="248364"/>
                </a:lnTo>
                <a:lnTo>
                  <a:pt x="217796" y="296126"/>
                </a:lnTo>
                <a:lnTo>
                  <a:pt x="187228" y="334336"/>
                </a:lnTo>
                <a:lnTo>
                  <a:pt x="210154" y="334336"/>
                </a:lnTo>
                <a:lnTo>
                  <a:pt x="229259" y="311410"/>
                </a:lnTo>
                <a:lnTo>
                  <a:pt x="248364" y="334336"/>
                </a:lnTo>
                <a:lnTo>
                  <a:pt x="273200" y="334336"/>
                </a:lnTo>
                <a:lnTo>
                  <a:pt x="242632" y="296126"/>
                </a:lnTo>
                <a:lnTo>
                  <a:pt x="273200" y="257916"/>
                </a:lnTo>
                <a:lnTo>
                  <a:pt x="248364" y="257916"/>
                </a:lnTo>
                <a:lnTo>
                  <a:pt x="229259" y="280842"/>
                </a:lnTo>
                <a:lnTo>
                  <a:pt x="200602" y="248364"/>
                </a:lnTo>
                <a:cubicBezTo>
                  <a:pt x="212065" y="244543"/>
                  <a:pt x="219707" y="233080"/>
                  <a:pt x="219707" y="221617"/>
                </a:cubicBezTo>
                <a:lnTo>
                  <a:pt x="219707" y="202512"/>
                </a:lnTo>
                <a:cubicBezTo>
                  <a:pt x="219707" y="194870"/>
                  <a:pt x="215886" y="187228"/>
                  <a:pt x="210154" y="181497"/>
                </a:cubicBezTo>
                <a:cubicBezTo>
                  <a:pt x="204423" y="175765"/>
                  <a:pt x="198691" y="173855"/>
                  <a:pt x="191049" y="171944"/>
                </a:cubicBezTo>
                <a:lnTo>
                  <a:pt x="133734" y="171944"/>
                </a:lnTo>
                <a:lnTo>
                  <a:pt x="133734" y="248364"/>
                </a:lnTo>
                <a:lnTo>
                  <a:pt x="133734" y="248364"/>
                </a:lnTo>
                <a:lnTo>
                  <a:pt x="133734" y="296126"/>
                </a:lnTo>
                <a:close/>
                <a:moveTo>
                  <a:pt x="191049" y="191049"/>
                </a:moveTo>
                <a:lnTo>
                  <a:pt x="191049" y="191049"/>
                </a:lnTo>
                <a:cubicBezTo>
                  <a:pt x="192960" y="191049"/>
                  <a:pt x="196781" y="192960"/>
                  <a:pt x="198691" y="192960"/>
                </a:cubicBezTo>
                <a:cubicBezTo>
                  <a:pt x="200602" y="194870"/>
                  <a:pt x="200602" y="196781"/>
                  <a:pt x="200602" y="200602"/>
                </a:cubicBezTo>
                <a:lnTo>
                  <a:pt x="200602" y="219707"/>
                </a:lnTo>
                <a:cubicBezTo>
                  <a:pt x="200602" y="225438"/>
                  <a:pt x="196781" y="229259"/>
                  <a:pt x="191049" y="229259"/>
                </a:cubicBezTo>
                <a:lnTo>
                  <a:pt x="152839" y="229259"/>
                </a:lnTo>
                <a:lnTo>
                  <a:pt x="152839" y="229259"/>
                </a:lnTo>
                <a:lnTo>
                  <a:pt x="152839" y="229259"/>
                </a:lnTo>
                <a:lnTo>
                  <a:pt x="152839" y="191049"/>
                </a:lnTo>
                <a:lnTo>
                  <a:pt x="191049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3" name="Graphic 171" descr="Rx bottle heart icon.">
            <a:extLst>
              <a:ext uri="{FF2B5EF4-FFF2-40B4-BE49-F238E27FC236}">
                <a16:creationId xmlns:a16="http://schemas.microsoft.com/office/drawing/2014/main" id="{F4E0D641-B332-48E4-B9DE-A93EA29DA3B8}"/>
              </a:ext>
            </a:extLst>
          </p:cNvPr>
          <p:cNvSpPr>
            <a:spLocks noChangeAspect="1"/>
          </p:cNvSpPr>
          <p:nvPr/>
        </p:nvSpPr>
        <p:spPr>
          <a:xfrm>
            <a:off x="5901596" y="1407333"/>
            <a:ext cx="382098" cy="420308"/>
          </a:xfrm>
          <a:custGeom>
            <a:avLst/>
            <a:gdLst>
              <a:gd name="connsiteX0" fmla="*/ 57315 w 382098"/>
              <a:gd name="connsiteY0" fmla="*/ 420308 h 420308"/>
              <a:gd name="connsiteX1" fmla="*/ 324784 w 382098"/>
              <a:gd name="connsiteY1" fmla="*/ 420308 h 420308"/>
              <a:gd name="connsiteX2" fmla="*/ 343889 w 382098"/>
              <a:gd name="connsiteY2" fmla="*/ 401203 h 420308"/>
              <a:gd name="connsiteX3" fmla="*/ 343889 w 382098"/>
              <a:gd name="connsiteY3" fmla="*/ 114630 h 420308"/>
              <a:gd name="connsiteX4" fmla="*/ 362993 w 382098"/>
              <a:gd name="connsiteY4" fmla="*/ 114630 h 420308"/>
              <a:gd name="connsiteX5" fmla="*/ 382098 w 382098"/>
              <a:gd name="connsiteY5" fmla="*/ 95525 h 420308"/>
              <a:gd name="connsiteX6" fmla="*/ 382098 w 382098"/>
              <a:gd name="connsiteY6" fmla="*/ 19105 h 420308"/>
              <a:gd name="connsiteX7" fmla="*/ 362993 w 382098"/>
              <a:gd name="connsiteY7" fmla="*/ 0 h 420308"/>
              <a:gd name="connsiteX8" fmla="*/ 19105 w 382098"/>
              <a:gd name="connsiteY8" fmla="*/ 0 h 420308"/>
              <a:gd name="connsiteX9" fmla="*/ 0 w 382098"/>
              <a:gd name="connsiteY9" fmla="*/ 19105 h 420308"/>
              <a:gd name="connsiteX10" fmla="*/ 0 w 382098"/>
              <a:gd name="connsiteY10" fmla="*/ 95525 h 420308"/>
              <a:gd name="connsiteX11" fmla="*/ 19105 w 382098"/>
              <a:gd name="connsiteY11" fmla="*/ 114630 h 420308"/>
              <a:gd name="connsiteX12" fmla="*/ 38210 w 382098"/>
              <a:gd name="connsiteY12" fmla="*/ 114630 h 420308"/>
              <a:gd name="connsiteX13" fmla="*/ 38210 w 382098"/>
              <a:gd name="connsiteY13" fmla="*/ 401203 h 420308"/>
              <a:gd name="connsiteX14" fmla="*/ 57315 w 382098"/>
              <a:gd name="connsiteY14" fmla="*/ 420308 h 420308"/>
              <a:gd name="connsiteX15" fmla="*/ 324784 w 382098"/>
              <a:gd name="connsiteY15" fmla="*/ 401203 h 420308"/>
              <a:gd name="connsiteX16" fmla="*/ 57315 w 382098"/>
              <a:gd name="connsiteY16" fmla="*/ 401203 h 420308"/>
              <a:gd name="connsiteX17" fmla="*/ 57315 w 382098"/>
              <a:gd name="connsiteY17" fmla="*/ 114630 h 420308"/>
              <a:gd name="connsiteX18" fmla="*/ 324784 w 382098"/>
              <a:gd name="connsiteY18" fmla="*/ 114630 h 420308"/>
              <a:gd name="connsiteX19" fmla="*/ 324784 w 382098"/>
              <a:gd name="connsiteY19" fmla="*/ 401203 h 420308"/>
              <a:gd name="connsiteX20" fmla="*/ 19105 w 382098"/>
              <a:gd name="connsiteY20" fmla="*/ 95525 h 420308"/>
              <a:gd name="connsiteX21" fmla="*/ 19105 w 382098"/>
              <a:gd name="connsiteY21" fmla="*/ 19105 h 420308"/>
              <a:gd name="connsiteX22" fmla="*/ 114630 w 382098"/>
              <a:gd name="connsiteY22" fmla="*/ 19105 h 420308"/>
              <a:gd name="connsiteX23" fmla="*/ 114630 w 382098"/>
              <a:gd name="connsiteY23" fmla="*/ 76420 h 420308"/>
              <a:gd name="connsiteX24" fmla="*/ 133734 w 382098"/>
              <a:gd name="connsiteY24" fmla="*/ 76420 h 420308"/>
              <a:gd name="connsiteX25" fmla="*/ 133734 w 382098"/>
              <a:gd name="connsiteY25" fmla="*/ 19105 h 420308"/>
              <a:gd name="connsiteX26" fmla="*/ 248364 w 382098"/>
              <a:gd name="connsiteY26" fmla="*/ 19105 h 420308"/>
              <a:gd name="connsiteX27" fmla="*/ 248364 w 382098"/>
              <a:gd name="connsiteY27" fmla="*/ 76420 h 420308"/>
              <a:gd name="connsiteX28" fmla="*/ 267469 w 382098"/>
              <a:gd name="connsiteY28" fmla="*/ 76420 h 420308"/>
              <a:gd name="connsiteX29" fmla="*/ 267469 w 382098"/>
              <a:gd name="connsiteY29" fmla="*/ 19105 h 420308"/>
              <a:gd name="connsiteX30" fmla="*/ 362993 w 382098"/>
              <a:gd name="connsiteY30" fmla="*/ 19105 h 420308"/>
              <a:gd name="connsiteX31" fmla="*/ 362993 w 382098"/>
              <a:gd name="connsiteY31" fmla="*/ 95525 h 420308"/>
              <a:gd name="connsiteX32" fmla="*/ 19105 w 382098"/>
              <a:gd name="connsiteY32" fmla="*/ 95525 h 420308"/>
              <a:gd name="connsiteX33" fmla="*/ 191049 w 382098"/>
              <a:gd name="connsiteY33" fmla="*/ 309500 h 420308"/>
              <a:gd name="connsiteX34" fmla="*/ 257916 w 382098"/>
              <a:gd name="connsiteY34" fmla="*/ 242632 h 420308"/>
              <a:gd name="connsiteX35" fmla="*/ 257916 w 382098"/>
              <a:gd name="connsiteY35" fmla="*/ 219707 h 420308"/>
              <a:gd name="connsiteX36" fmla="*/ 257916 w 382098"/>
              <a:gd name="connsiteY36" fmla="*/ 219707 h 420308"/>
              <a:gd name="connsiteX37" fmla="*/ 234990 w 382098"/>
              <a:gd name="connsiteY37" fmla="*/ 196781 h 420308"/>
              <a:gd name="connsiteX38" fmla="*/ 223528 w 382098"/>
              <a:gd name="connsiteY38" fmla="*/ 192960 h 420308"/>
              <a:gd name="connsiteX39" fmla="*/ 212065 w 382098"/>
              <a:gd name="connsiteY39" fmla="*/ 196781 h 420308"/>
              <a:gd name="connsiteX40" fmla="*/ 192960 w 382098"/>
              <a:gd name="connsiteY40" fmla="*/ 215886 h 420308"/>
              <a:gd name="connsiteX41" fmla="*/ 173855 w 382098"/>
              <a:gd name="connsiteY41" fmla="*/ 196781 h 420308"/>
              <a:gd name="connsiteX42" fmla="*/ 162392 w 382098"/>
              <a:gd name="connsiteY42" fmla="*/ 192960 h 420308"/>
              <a:gd name="connsiteX43" fmla="*/ 150929 w 382098"/>
              <a:gd name="connsiteY43" fmla="*/ 196781 h 420308"/>
              <a:gd name="connsiteX44" fmla="*/ 126092 w 382098"/>
              <a:gd name="connsiteY44" fmla="*/ 219707 h 420308"/>
              <a:gd name="connsiteX45" fmla="*/ 126092 w 382098"/>
              <a:gd name="connsiteY45" fmla="*/ 242632 h 420308"/>
              <a:gd name="connsiteX46" fmla="*/ 126092 w 382098"/>
              <a:gd name="connsiteY46" fmla="*/ 242632 h 420308"/>
              <a:gd name="connsiteX47" fmla="*/ 191049 w 382098"/>
              <a:gd name="connsiteY47" fmla="*/ 30950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82098" h="420308">
                <a:moveTo>
                  <a:pt x="57315" y="420308"/>
                </a:move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close/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401203"/>
                </a:lnTo>
                <a:close/>
                <a:moveTo>
                  <a:pt x="19105" y="95525"/>
                </a:moveTo>
                <a:lnTo>
                  <a:pt x="19105" y="19105"/>
                </a:ln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lnTo>
                  <a:pt x="19105" y="95525"/>
                </a:lnTo>
                <a:close/>
                <a:moveTo>
                  <a:pt x="191049" y="309500"/>
                </a:moveTo>
                <a:lnTo>
                  <a:pt x="257916" y="242632"/>
                </a:lnTo>
                <a:cubicBezTo>
                  <a:pt x="263648" y="236901"/>
                  <a:pt x="265558" y="225438"/>
                  <a:pt x="257916" y="219707"/>
                </a:cubicBezTo>
                <a:cubicBezTo>
                  <a:pt x="257916" y="219707"/>
                  <a:pt x="257916" y="219707"/>
                  <a:pt x="257916" y="219707"/>
                </a:cubicBezTo>
                <a:lnTo>
                  <a:pt x="234990" y="196781"/>
                </a:lnTo>
                <a:cubicBezTo>
                  <a:pt x="231170" y="192960"/>
                  <a:pt x="227349" y="192960"/>
                  <a:pt x="223528" y="192960"/>
                </a:cubicBezTo>
                <a:cubicBezTo>
                  <a:pt x="219707" y="192960"/>
                  <a:pt x="213975" y="194870"/>
                  <a:pt x="212065" y="196781"/>
                </a:cubicBezTo>
                <a:lnTo>
                  <a:pt x="192960" y="215886"/>
                </a:lnTo>
                <a:lnTo>
                  <a:pt x="173855" y="196781"/>
                </a:lnTo>
                <a:cubicBezTo>
                  <a:pt x="170034" y="192960"/>
                  <a:pt x="166213" y="191049"/>
                  <a:pt x="162392" y="192960"/>
                </a:cubicBezTo>
                <a:cubicBezTo>
                  <a:pt x="158571" y="192960"/>
                  <a:pt x="152839" y="194870"/>
                  <a:pt x="150929" y="196781"/>
                </a:cubicBezTo>
                <a:lnTo>
                  <a:pt x="126092" y="219707"/>
                </a:lnTo>
                <a:cubicBezTo>
                  <a:pt x="120361" y="225438"/>
                  <a:pt x="118450" y="236901"/>
                  <a:pt x="126092" y="242632"/>
                </a:cubicBezTo>
                <a:cubicBezTo>
                  <a:pt x="126092" y="242632"/>
                  <a:pt x="126092" y="242632"/>
                  <a:pt x="126092" y="242632"/>
                </a:cubicBezTo>
                <a:lnTo>
                  <a:pt x="191049" y="30950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4" name="Graphic 172" descr="Rx bottle label icon.">
            <a:extLst>
              <a:ext uri="{FF2B5EF4-FFF2-40B4-BE49-F238E27FC236}">
                <a16:creationId xmlns:a16="http://schemas.microsoft.com/office/drawing/2014/main" id="{67FACA69-3260-48B2-8FDE-6EE6D933CCB6}"/>
              </a:ext>
            </a:extLst>
          </p:cNvPr>
          <p:cNvSpPr>
            <a:spLocks noChangeAspect="1"/>
          </p:cNvSpPr>
          <p:nvPr/>
        </p:nvSpPr>
        <p:spPr>
          <a:xfrm>
            <a:off x="7130713" y="1407333"/>
            <a:ext cx="382098" cy="420308"/>
          </a:xfrm>
          <a:custGeom>
            <a:avLst/>
            <a:gdLst>
              <a:gd name="connsiteX0" fmla="*/ 0 w 382098"/>
              <a:gd name="connsiteY0" fmla="*/ 95525 h 420308"/>
              <a:gd name="connsiteX1" fmla="*/ 19105 w 382098"/>
              <a:gd name="connsiteY1" fmla="*/ 114630 h 420308"/>
              <a:gd name="connsiteX2" fmla="*/ 38210 w 382098"/>
              <a:gd name="connsiteY2" fmla="*/ 114630 h 420308"/>
              <a:gd name="connsiteX3" fmla="*/ 38210 w 382098"/>
              <a:gd name="connsiteY3" fmla="*/ 401203 h 420308"/>
              <a:gd name="connsiteX4" fmla="*/ 57315 w 382098"/>
              <a:gd name="connsiteY4" fmla="*/ 420308 h 420308"/>
              <a:gd name="connsiteX5" fmla="*/ 324784 w 382098"/>
              <a:gd name="connsiteY5" fmla="*/ 420308 h 420308"/>
              <a:gd name="connsiteX6" fmla="*/ 343889 w 382098"/>
              <a:gd name="connsiteY6" fmla="*/ 401203 h 420308"/>
              <a:gd name="connsiteX7" fmla="*/ 343889 w 382098"/>
              <a:gd name="connsiteY7" fmla="*/ 114630 h 420308"/>
              <a:gd name="connsiteX8" fmla="*/ 362993 w 382098"/>
              <a:gd name="connsiteY8" fmla="*/ 114630 h 420308"/>
              <a:gd name="connsiteX9" fmla="*/ 382098 w 382098"/>
              <a:gd name="connsiteY9" fmla="*/ 95525 h 420308"/>
              <a:gd name="connsiteX10" fmla="*/ 382098 w 382098"/>
              <a:gd name="connsiteY10" fmla="*/ 19105 h 420308"/>
              <a:gd name="connsiteX11" fmla="*/ 362993 w 382098"/>
              <a:gd name="connsiteY11" fmla="*/ 0 h 420308"/>
              <a:gd name="connsiteX12" fmla="*/ 19105 w 382098"/>
              <a:gd name="connsiteY12" fmla="*/ 0 h 420308"/>
              <a:gd name="connsiteX13" fmla="*/ 0 w 382098"/>
              <a:gd name="connsiteY13" fmla="*/ 19105 h 420308"/>
              <a:gd name="connsiteX14" fmla="*/ 0 w 382098"/>
              <a:gd name="connsiteY14" fmla="*/ 95525 h 420308"/>
              <a:gd name="connsiteX15" fmla="*/ 324784 w 382098"/>
              <a:gd name="connsiteY15" fmla="*/ 324784 h 420308"/>
              <a:gd name="connsiteX16" fmla="*/ 133734 w 382098"/>
              <a:gd name="connsiteY16" fmla="*/ 324784 h 420308"/>
              <a:gd name="connsiteX17" fmla="*/ 133734 w 382098"/>
              <a:gd name="connsiteY17" fmla="*/ 286574 h 420308"/>
              <a:gd name="connsiteX18" fmla="*/ 324784 w 382098"/>
              <a:gd name="connsiteY18" fmla="*/ 286574 h 420308"/>
              <a:gd name="connsiteX19" fmla="*/ 324784 w 382098"/>
              <a:gd name="connsiteY19" fmla="*/ 324784 h 420308"/>
              <a:gd name="connsiteX20" fmla="*/ 324784 w 382098"/>
              <a:gd name="connsiteY20" fmla="*/ 267469 h 420308"/>
              <a:gd name="connsiteX21" fmla="*/ 133734 w 382098"/>
              <a:gd name="connsiteY21" fmla="*/ 267469 h 420308"/>
              <a:gd name="connsiteX22" fmla="*/ 133734 w 382098"/>
              <a:gd name="connsiteY22" fmla="*/ 229259 h 420308"/>
              <a:gd name="connsiteX23" fmla="*/ 324784 w 382098"/>
              <a:gd name="connsiteY23" fmla="*/ 229259 h 420308"/>
              <a:gd name="connsiteX24" fmla="*/ 324784 w 382098"/>
              <a:gd name="connsiteY24" fmla="*/ 267469 h 420308"/>
              <a:gd name="connsiteX25" fmla="*/ 324784 w 382098"/>
              <a:gd name="connsiteY25" fmla="*/ 210154 h 420308"/>
              <a:gd name="connsiteX26" fmla="*/ 133734 w 382098"/>
              <a:gd name="connsiteY26" fmla="*/ 210154 h 420308"/>
              <a:gd name="connsiteX27" fmla="*/ 133734 w 382098"/>
              <a:gd name="connsiteY27" fmla="*/ 171944 h 420308"/>
              <a:gd name="connsiteX28" fmla="*/ 324784 w 382098"/>
              <a:gd name="connsiteY28" fmla="*/ 171944 h 420308"/>
              <a:gd name="connsiteX29" fmla="*/ 324784 w 382098"/>
              <a:gd name="connsiteY29" fmla="*/ 210154 h 420308"/>
              <a:gd name="connsiteX30" fmla="*/ 324784 w 382098"/>
              <a:gd name="connsiteY30" fmla="*/ 152839 h 420308"/>
              <a:gd name="connsiteX31" fmla="*/ 133734 w 382098"/>
              <a:gd name="connsiteY31" fmla="*/ 152839 h 420308"/>
              <a:gd name="connsiteX32" fmla="*/ 120361 w 382098"/>
              <a:gd name="connsiteY32" fmla="*/ 158571 h 420308"/>
              <a:gd name="connsiteX33" fmla="*/ 114630 w 382098"/>
              <a:gd name="connsiteY33" fmla="*/ 171944 h 420308"/>
              <a:gd name="connsiteX34" fmla="*/ 114630 w 382098"/>
              <a:gd name="connsiteY34" fmla="*/ 324784 h 420308"/>
              <a:gd name="connsiteX35" fmla="*/ 120361 w 382098"/>
              <a:gd name="connsiteY35" fmla="*/ 338157 h 420308"/>
              <a:gd name="connsiteX36" fmla="*/ 133734 w 382098"/>
              <a:gd name="connsiteY36" fmla="*/ 343889 h 420308"/>
              <a:gd name="connsiteX37" fmla="*/ 324784 w 382098"/>
              <a:gd name="connsiteY37" fmla="*/ 343889 h 420308"/>
              <a:gd name="connsiteX38" fmla="*/ 324784 w 382098"/>
              <a:gd name="connsiteY38" fmla="*/ 401203 h 420308"/>
              <a:gd name="connsiteX39" fmla="*/ 57315 w 382098"/>
              <a:gd name="connsiteY39" fmla="*/ 401203 h 420308"/>
              <a:gd name="connsiteX40" fmla="*/ 57315 w 382098"/>
              <a:gd name="connsiteY40" fmla="*/ 114630 h 420308"/>
              <a:gd name="connsiteX41" fmla="*/ 324784 w 382098"/>
              <a:gd name="connsiteY41" fmla="*/ 114630 h 420308"/>
              <a:gd name="connsiteX42" fmla="*/ 324784 w 382098"/>
              <a:gd name="connsiteY42" fmla="*/ 152839 h 420308"/>
              <a:gd name="connsiteX43" fmla="*/ 19105 w 382098"/>
              <a:gd name="connsiteY43" fmla="*/ 19105 h 420308"/>
              <a:gd name="connsiteX44" fmla="*/ 114630 w 382098"/>
              <a:gd name="connsiteY44" fmla="*/ 19105 h 420308"/>
              <a:gd name="connsiteX45" fmla="*/ 114630 w 382098"/>
              <a:gd name="connsiteY45" fmla="*/ 76420 h 420308"/>
              <a:gd name="connsiteX46" fmla="*/ 133734 w 382098"/>
              <a:gd name="connsiteY46" fmla="*/ 76420 h 420308"/>
              <a:gd name="connsiteX47" fmla="*/ 133734 w 382098"/>
              <a:gd name="connsiteY47" fmla="*/ 19105 h 420308"/>
              <a:gd name="connsiteX48" fmla="*/ 248364 w 382098"/>
              <a:gd name="connsiteY48" fmla="*/ 19105 h 420308"/>
              <a:gd name="connsiteX49" fmla="*/ 248364 w 382098"/>
              <a:gd name="connsiteY49" fmla="*/ 76420 h 420308"/>
              <a:gd name="connsiteX50" fmla="*/ 267469 w 382098"/>
              <a:gd name="connsiteY50" fmla="*/ 76420 h 420308"/>
              <a:gd name="connsiteX51" fmla="*/ 267469 w 382098"/>
              <a:gd name="connsiteY51" fmla="*/ 19105 h 420308"/>
              <a:gd name="connsiteX52" fmla="*/ 362993 w 382098"/>
              <a:gd name="connsiteY52" fmla="*/ 19105 h 420308"/>
              <a:gd name="connsiteX53" fmla="*/ 362993 w 382098"/>
              <a:gd name="connsiteY53" fmla="*/ 95525 h 420308"/>
              <a:gd name="connsiteX54" fmla="*/ 19105 w 382098"/>
              <a:gd name="connsiteY54" fmla="*/ 95525 h 420308"/>
              <a:gd name="connsiteX55" fmla="*/ 19105 w 382098"/>
              <a:gd name="connsiteY55" fmla="*/ 1910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82098" h="420308">
                <a:moveTo>
                  <a:pt x="0" y="95525"/>
                </a:move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lose/>
                <a:moveTo>
                  <a:pt x="324784" y="324784"/>
                </a:moveTo>
                <a:lnTo>
                  <a:pt x="133734" y="324784"/>
                </a:lnTo>
                <a:lnTo>
                  <a:pt x="133734" y="286574"/>
                </a:lnTo>
                <a:lnTo>
                  <a:pt x="324784" y="286574"/>
                </a:lnTo>
                <a:lnTo>
                  <a:pt x="324784" y="324784"/>
                </a:lnTo>
                <a:close/>
                <a:moveTo>
                  <a:pt x="324784" y="267469"/>
                </a:moveTo>
                <a:lnTo>
                  <a:pt x="133734" y="267469"/>
                </a:lnTo>
                <a:lnTo>
                  <a:pt x="133734" y="229259"/>
                </a:lnTo>
                <a:lnTo>
                  <a:pt x="324784" y="229259"/>
                </a:lnTo>
                <a:lnTo>
                  <a:pt x="324784" y="267469"/>
                </a:lnTo>
                <a:close/>
                <a:moveTo>
                  <a:pt x="324784" y="210154"/>
                </a:moveTo>
                <a:lnTo>
                  <a:pt x="133734" y="210154"/>
                </a:lnTo>
                <a:lnTo>
                  <a:pt x="133734" y="171944"/>
                </a:lnTo>
                <a:lnTo>
                  <a:pt x="324784" y="171944"/>
                </a:lnTo>
                <a:lnTo>
                  <a:pt x="324784" y="210154"/>
                </a:lnTo>
                <a:close/>
                <a:moveTo>
                  <a:pt x="324784" y="152839"/>
                </a:moveTo>
                <a:lnTo>
                  <a:pt x="133734" y="152839"/>
                </a:lnTo>
                <a:cubicBezTo>
                  <a:pt x="128003" y="152839"/>
                  <a:pt x="124182" y="154750"/>
                  <a:pt x="120361" y="158571"/>
                </a:cubicBezTo>
                <a:cubicBezTo>
                  <a:pt x="116540" y="162392"/>
                  <a:pt x="114630" y="166213"/>
                  <a:pt x="114630" y="171944"/>
                </a:cubicBezTo>
                <a:lnTo>
                  <a:pt x="114630" y="324784"/>
                </a:lnTo>
                <a:cubicBezTo>
                  <a:pt x="114630" y="330515"/>
                  <a:pt x="116540" y="334336"/>
                  <a:pt x="120361" y="338157"/>
                </a:cubicBezTo>
                <a:cubicBezTo>
                  <a:pt x="124182" y="341978"/>
                  <a:pt x="128003" y="343889"/>
                  <a:pt x="133734" y="343889"/>
                </a:cubicBezTo>
                <a:lnTo>
                  <a:pt x="324784" y="343889"/>
                </a:lnTo>
                <a:lnTo>
                  <a:pt x="324784" y="401203"/>
                </a:ln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152839"/>
                </a:lnTo>
                <a:close/>
                <a:moveTo>
                  <a:pt x="19105" y="19105"/>
                </a:move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lnTo>
                  <a:pt x="19105" y="95525"/>
                </a:lnTo>
                <a:lnTo>
                  <a:pt x="19105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5" name="Graphic 173" descr="Rx bottle pills icon.">
            <a:extLst>
              <a:ext uri="{FF2B5EF4-FFF2-40B4-BE49-F238E27FC236}">
                <a16:creationId xmlns:a16="http://schemas.microsoft.com/office/drawing/2014/main" id="{5D867914-015C-4CA2-897A-DD44C79AC8E5}"/>
              </a:ext>
            </a:extLst>
          </p:cNvPr>
          <p:cNvSpPr>
            <a:spLocks noChangeAspect="1"/>
          </p:cNvSpPr>
          <p:nvPr/>
        </p:nvSpPr>
        <p:spPr>
          <a:xfrm>
            <a:off x="8352134" y="1407333"/>
            <a:ext cx="382098" cy="420308"/>
          </a:xfrm>
          <a:custGeom>
            <a:avLst/>
            <a:gdLst>
              <a:gd name="connsiteX0" fmla="*/ 362993 w 382098"/>
              <a:gd name="connsiteY0" fmla="*/ 0 h 420308"/>
              <a:gd name="connsiteX1" fmla="*/ 19105 w 382098"/>
              <a:gd name="connsiteY1" fmla="*/ 0 h 420308"/>
              <a:gd name="connsiteX2" fmla="*/ 0 w 382098"/>
              <a:gd name="connsiteY2" fmla="*/ 19105 h 420308"/>
              <a:gd name="connsiteX3" fmla="*/ 0 w 382098"/>
              <a:gd name="connsiteY3" fmla="*/ 95525 h 420308"/>
              <a:gd name="connsiteX4" fmla="*/ 19105 w 382098"/>
              <a:gd name="connsiteY4" fmla="*/ 114630 h 420308"/>
              <a:gd name="connsiteX5" fmla="*/ 38210 w 382098"/>
              <a:gd name="connsiteY5" fmla="*/ 114630 h 420308"/>
              <a:gd name="connsiteX6" fmla="*/ 38210 w 382098"/>
              <a:gd name="connsiteY6" fmla="*/ 401203 h 420308"/>
              <a:gd name="connsiteX7" fmla="*/ 57315 w 382098"/>
              <a:gd name="connsiteY7" fmla="*/ 420308 h 420308"/>
              <a:gd name="connsiteX8" fmla="*/ 324784 w 382098"/>
              <a:gd name="connsiteY8" fmla="*/ 420308 h 420308"/>
              <a:gd name="connsiteX9" fmla="*/ 343889 w 382098"/>
              <a:gd name="connsiteY9" fmla="*/ 401203 h 420308"/>
              <a:gd name="connsiteX10" fmla="*/ 343889 w 382098"/>
              <a:gd name="connsiteY10" fmla="*/ 114630 h 420308"/>
              <a:gd name="connsiteX11" fmla="*/ 362993 w 382098"/>
              <a:gd name="connsiteY11" fmla="*/ 114630 h 420308"/>
              <a:gd name="connsiteX12" fmla="*/ 382098 w 382098"/>
              <a:gd name="connsiteY12" fmla="*/ 95525 h 420308"/>
              <a:gd name="connsiteX13" fmla="*/ 382098 w 382098"/>
              <a:gd name="connsiteY13" fmla="*/ 19105 h 420308"/>
              <a:gd name="connsiteX14" fmla="*/ 362993 w 382098"/>
              <a:gd name="connsiteY14" fmla="*/ 0 h 420308"/>
              <a:gd name="connsiteX15" fmla="*/ 324784 w 382098"/>
              <a:gd name="connsiteY15" fmla="*/ 401203 h 420308"/>
              <a:gd name="connsiteX16" fmla="*/ 57315 w 382098"/>
              <a:gd name="connsiteY16" fmla="*/ 401203 h 420308"/>
              <a:gd name="connsiteX17" fmla="*/ 57315 w 382098"/>
              <a:gd name="connsiteY17" fmla="*/ 114630 h 420308"/>
              <a:gd name="connsiteX18" fmla="*/ 324784 w 382098"/>
              <a:gd name="connsiteY18" fmla="*/ 114630 h 420308"/>
              <a:gd name="connsiteX19" fmla="*/ 324784 w 382098"/>
              <a:gd name="connsiteY19" fmla="*/ 401203 h 420308"/>
              <a:gd name="connsiteX20" fmla="*/ 362993 w 382098"/>
              <a:gd name="connsiteY20" fmla="*/ 95525 h 420308"/>
              <a:gd name="connsiteX21" fmla="*/ 19105 w 382098"/>
              <a:gd name="connsiteY21" fmla="*/ 95525 h 420308"/>
              <a:gd name="connsiteX22" fmla="*/ 19105 w 382098"/>
              <a:gd name="connsiteY22" fmla="*/ 19105 h 420308"/>
              <a:gd name="connsiteX23" fmla="*/ 114630 w 382098"/>
              <a:gd name="connsiteY23" fmla="*/ 19105 h 420308"/>
              <a:gd name="connsiteX24" fmla="*/ 114630 w 382098"/>
              <a:gd name="connsiteY24" fmla="*/ 76420 h 420308"/>
              <a:gd name="connsiteX25" fmla="*/ 133734 w 382098"/>
              <a:gd name="connsiteY25" fmla="*/ 76420 h 420308"/>
              <a:gd name="connsiteX26" fmla="*/ 133734 w 382098"/>
              <a:gd name="connsiteY26" fmla="*/ 19105 h 420308"/>
              <a:gd name="connsiteX27" fmla="*/ 248364 w 382098"/>
              <a:gd name="connsiteY27" fmla="*/ 19105 h 420308"/>
              <a:gd name="connsiteX28" fmla="*/ 248364 w 382098"/>
              <a:gd name="connsiteY28" fmla="*/ 76420 h 420308"/>
              <a:gd name="connsiteX29" fmla="*/ 267469 w 382098"/>
              <a:gd name="connsiteY29" fmla="*/ 76420 h 420308"/>
              <a:gd name="connsiteX30" fmla="*/ 267469 w 382098"/>
              <a:gd name="connsiteY30" fmla="*/ 19105 h 420308"/>
              <a:gd name="connsiteX31" fmla="*/ 362993 w 382098"/>
              <a:gd name="connsiteY31" fmla="*/ 19105 h 420308"/>
              <a:gd name="connsiteX32" fmla="*/ 362993 w 382098"/>
              <a:gd name="connsiteY32" fmla="*/ 95525 h 420308"/>
              <a:gd name="connsiteX33" fmla="*/ 116540 w 382098"/>
              <a:gd name="connsiteY33" fmla="*/ 265558 h 420308"/>
              <a:gd name="connsiteX34" fmla="*/ 183407 w 382098"/>
              <a:gd name="connsiteY34" fmla="*/ 332426 h 420308"/>
              <a:gd name="connsiteX35" fmla="*/ 263648 w 382098"/>
              <a:gd name="connsiteY35" fmla="*/ 334336 h 420308"/>
              <a:gd name="connsiteX36" fmla="*/ 265558 w 382098"/>
              <a:gd name="connsiteY36" fmla="*/ 254095 h 420308"/>
              <a:gd name="connsiteX37" fmla="*/ 263648 w 382098"/>
              <a:gd name="connsiteY37" fmla="*/ 252185 h 420308"/>
              <a:gd name="connsiteX38" fmla="*/ 236901 w 382098"/>
              <a:gd name="connsiteY38" fmla="*/ 225438 h 420308"/>
              <a:gd name="connsiteX39" fmla="*/ 225438 w 382098"/>
              <a:gd name="connsiteY39" fmla="*/ 210154 h 420308"/>
              <a:gd name="connsiteX40" fmla="*/ 198691 w 382098"/>
              <a:gd name="connsiteY40" fmla="*/ 183407 h 420308"/>
              <a:gd name="connsiteX41" fmla="*/ 118450 w 382098"/>
              <a:gd name="connsiteY41" fmla="*/ 183407 h 420308"/>
              <a:gd name="connsiteX42" fmla="*/ 116540 w 382098"/>
              <a:gd name="connsiteY42" fmla="*/ 265558 h 420308"/>
              <a:gd name="connsiteX43" fmla="*/ 129913 w 382098"/>
              <a:gd name="connsiteY43" fmla="*/ 196781 h 420308"/>
              <a:gd name="connsiteX44" fmla="*/ 183407 w 382098"/>
              <a:gd name="connsiteY44" fmla="*/ 196781 h 420308"/>
              <a:gd name="connsiteX45" fmla="*/ 183407 w 382098"/>
              <a:gd name="connsiteY45" fmla="*/ 196781 h 420308"/>
              <a:gd name="connsiteX46" fmla="*/ 210154 w 382098"/>
              <a:gd name="connsiteY46" fmla="*/ 223528 h 420308"/>
              <a:gd name="connsiteX47" fmla="*/ 156660 w 382098"/>
              <a:gd name="connsiteY47" fmla="*/ 277021 h 420308"/>
              <a:gd name="connsiteX48" fmla="*/ 170034 w 382098"/>
              <a:gd name="connsiteY48" fmla="*/ 290395 h 420308"/>
              <a:gd name="connsiteX49" fmla="*/ 223528 w 382098"/>
              <a:gd name="connsiteY49" fmla="*/ 236901 h 420308"/>
              <a:gd name="connsiteX50" fmla="*/ 250274 w 382098"/>
              <a:gd name="connsiteY50" fmla="*/ 263648 h 420308"/>
              <a:gd name="connsiteX51" fmla="*/ 250274 w 382098"/>
              <a:gd name="connsiteY51" fmla="*/ 317142 h 420308"/>
              <a:gd name="connsiteX52" fmla="*/ 250274 w 382098"/>
              <a:gd name="connsiteY52" fmla="*/ 317142 h 420308"/>
              <a:gd name="connsiteX53" fmla="*/ 196781 w 382098"/>
              <a:gd name="connsiteY53" fmla="*/ 317142 h 420308"/>
              <a:gd name="connsiteX54" fmla="*/ 196781 w 382098"/>
              <a:gd name="connsiteY54" fmla="*/ 317142 h 420308"/>
              <a:gd name="connsiteX55" fmla="*/ 129913 w 382098"/>
              <a:gd name="connsiteY55" fmla="*/ 250274 h 420308"/>
              <a:gd name="connsiteX56" fmla="*/ 129913 w 382098"/>
              <a:gd name="connsiteY56" fmla="*/ 196781 h 420308"/>
              <a:gd name="connsiteX57" fmla="*/ 129913 w 382098"/>
              <a:gd name="connsiteY57" fmla="*/ 196781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82098" h="420308">
                <a:moveTo>
                  <a:pt x="36299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close/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401203"/>
                </a:lnTo>
                <a:close/>
                <a:moveTo>
                  <a:pt x="362993" y="95525"/>
                </a:moveTo>
                <a:lnTo>
                  <a:pt x="19105" y="95525"/>
                </a:lnTo>
                <a:lnTo>
                  <a:pt x="19105" y="19105"/>
                </a:ln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close/>
                <a:moveTo>
                  <a:pt x="116540" y="265558"/>
                </a:moveTo>
                <a:lnTo>
                  <a:pt x="183407" y="332426"/>
                </a:lnTo>
                <a:cubicBezTo>
                  <a:pt x="204423" y="355351"/>
                  <a:pt x="240722" y="357262"/>
                  <a:pt x="263648" y="334336"/>
                </a:cubicBezTo>
                <a:cubicBezTo>
                  <a:pt x="286574" y="311410"/>
                  <a:pt x="288484" y="277021"/>
                  <a:pt x="265558" y="254095"/>
                </a:cubicBezTo>
                <a:cubicBezTo>
                  <a:pt x="265558" y="252185"/>
                  <a:pt x="263648" y="252185"/>
                  <a:pt x="263648" y="252185"/>
                </a:cubicBezTo>
                <a:lnTo>
                  <a:pt x="236901" y="225438"/>
                </a:lnTo>
                <a:lnTo>
                  <a:pt x="225438" y="210154"/>
                </a:lnTo>
                <a:lnTo>
                  <a:pt x="198691" y="183407"/>
                </a:lnTo>
                <a:cubicBezTo>
                  <a:pt x="175765" y="162392"/>
                  <a:pt x="139466" y="162392"/>
                  <a:pt x="118450" y="183407"/>
                </a:cubicBezTo>
                <a:cubicBezTo>
                  <a:pt x="93614" y="206333"/>
                  <a:pt x="93614" y="242632"/>
                  <a:pt x="116540" y="265558"/>
                </a:cubicBezTo>
                <a:close/>
                <a:moveTo>
                  <a:pt x="129913" y="196781"/>
                </a:moveTo>
                <a:cubicBezTo>
                  <a:pt x="145197" y="181497"/>
                  <a:pt x="168123" y="181497"/>
                  <a:pt x="183407" y="196781"/>
                </a:cubicBezTo>
                <a:cubicBezTo>
                  <a:pt x="183407" y="196781"/>
                  <a:pt x="183407" y="196781"/>
                  <a:pt x="183407" y="196781"/>
                </a:cubicBezTo>
                <a:lnTo>
                  <a:pt x="210154" y="223528"/>
                </a:lnTo>
                <a:lnTo>
                  <a:pt x="156660" y="277021"/>
                </a:lnTo>
                <a:lnTo>
                  <a:pt x="170034" y="290395"/>
                </a:lnTo>
                <a:lnTo>
                  <a:pt x="223528" y="236901"/>
                </a:lnTo>
                <a:lnTo>
                  <a:pt x="250274" y="263648"/>
                </a:lnTo>
                <a:cubicBezTo>
                  <a:pt x="265558" y="278932"/>
                  <a:pt x="265558" y="301858"/>
                  <a:pt x="250274" y="317142"/>
                </a:cubicBezTo>
                <a:cubicBezTo>
                  <a:pt x="250274" y="317142"/>
                  <a:pt x="250274" y="317142"/>
                  <a:pt x="250274" y="317142"/>
                </a:cubicBezTo>
                <a:cubicBezTo>
                  <a:pt x="234990" y="332426"/>
                  <a:pt x="212065" y="332426"/>
                  <a:pt x="196781" y="317142"/>
                </a:cubicBezTo>
                <a:cubicBezTo>
                  <a:pt x="196781" y="317142"/>
                  <a:pt x="196781" y="317142"/>
                  <a:pt x="196781" y="317142"/>
                </a:cubicBezTo>
                <a:lnTo>
                  <a:pt x="129913" y="250274"/>
                </a:lnTo>
                <a:cubicBezTo>
                  <a:pt x="114630" y="236901"/>
                  <a:pt x="114630" y="212065"/>
                  <a:pt x="129913" y="196781"/>
                </a:cubicBezTo>
                <a:cubicBezTo>
                  <a:pt x="129913" y="196781"/>
                  <a:pt x="129913" y="196781"/>
                  <a:pt x="129913" y="19678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6" name="Graphic 174" descr="Rx bottle refill icon.">
            <a:extLst>
              <a:ext uri="{FF2B5EF4-FFF2-40B4-BE49-F238E27FC236}">
                <a16:creationId xmlns:a16="http://schemas.microsoft.com/office/drawing/2014/main" id="{182F1A25-35FA-4284-BB28-2E7D04EFA7FE}"/>
              </a:ext>
            </a:extLst>
          </p:cNvPr>
          <p:cNvSpPr>
            <a:spLocks noChangeAspect="1"/>
          </p:cNvSpPr>
          <p:nvPr/>
        </p:nvSpPr>
        <p:spPr>
          <a:xfrm>
            <a:off x="9579541" y="1407333"/>
            <a:ext cx="382098" cy="420308"/>
          </a:xfrm>
          <a:custGeom>
            <a:avLst/>
            <a:gdLst>
              <a:gd name="connsiteX0" fmla="*/ 362993 w 382098"/>
              <a:gd name="connsiteY0" fmla="*/ 0 h 420308"/>
              <a:gd name="connsiteX1" fmla="*/ 19105 w 382098"/>
              <a:gd name="connsiteY1" fmla="*/ 0 h 420308"/>
              <a:gd name="connsiteX2" fmla="*/ 0 w 382098"/>
              <a:gd name="connsiteY2" fmla="*/ 19105 h 420308"/>
              <a:gd name="connsiteX3" fmla="*/ 0 w 382098"/>
              <a:gd name="connsiteY3" fmla="*/ 95525 h 420308"/>
              <a:gd name="connsiteX4" fmla="*/ 19105 w 382098"/>
              <a:gd name="connsiteY4" fmla="*/ 114630 h 420308"/>
              <a:gd name="connsiteX5" fmla="*/ 38210 w 382098"/>
              <a:gd name="connsiteY5" fmla="*/ 114630 h 420308"/>
              <a:gd name="connsiteX6" fmla="*/ 38210 w 382098"/>
              <a:gd name="connsiteY6" fmla="*/ 401203 h 420308"/>
              <a:gd name="connsiteX7" fmla="*/ 57315 w 382098"/>
              <a:gd name="connsiteY7" fmla="*/ 420308 h 420308"/>
              <a:gd name="connsiteX8" fmla="*/ 324784 w 382098"/>
              <a:gd name="connsiteY8" fmla="*/ 420308 h 420308"/>
              <a:gd name="connsiteX9" fmla="*/ 343889 w 382098"/>
              <a:gd name="connsiteY9" fmla="*/ 401203 h 420308"/>
              <a:gd name="connsiteX10" fmla="*/ 343889 w 382098"/>
              <a:gd name="connsiteY10" fmla="*/ 114630 h 420308"/>
              <a:gd name="connsiteX11" fmla="*/ 362993 w 382098"/>
              <a:gd name="connsiteY11" fmla="*/ 114630 h 420308"/>
              <a:gd name="connsiteX12" fmla="*/ 382098 w 382098"/>
              <a:gd name="connsiteY12" fmla="*/ 95525 h 420308"/>
              <a:gd name="connsiteX13" fmla="*/ 382098 w 382098"/>
              <a:gd name="connsiteY13" fmla="*/ 19105 h 420308"/>
              <a:gd name="connsiteX14" fmla="*/ 362993 w 382098"/>
              <a:gd name="connsiteY14" fmla="*/ 0 h 420308"/>
              <a:gd name="connsiteX15" fmla="*/ 324784 w 382098"/>
              <a:gd name="connsiteY15" fmla="*/ 401203 h 420308"/>
              <a:gd name="connsiteX16" fmla="*/ 57315 w 382098"/>
              <a:gd name="connsiteY16" fmla="*/ 401203 h 420308"/>
              <a:gd name="connsiteX17" fmla="*/ 57315 w 382098"/>
              <a:gd name="connsiteY17" fmla="*/ 114630 h 420308"/>
              <a:gd name="connsiteX18" fmla="*/ 324784 w 382098"/>
              <a:gd name="connsiteY18" fmla="*/ 114630 h 420308"/>
              <a:gd name="connsiteX19" fmla="*/ 324784 w 382098"/>
              <a:gd name="connsiteY19" fmla="*/ 401203 h 420308"/>
              <a:gd name="connsiteX20" fmla="*/ 362993 w 382098"/>
              <a:gd name="connsiteY20" fmla="*/ 95525 h 420308"/>
              <a:gd name="connsiteX21" fmla="*/ 19105 w 382098"/>
              <a:gd name="connsiteY21" fmla="*/ 95525 h 420308"/>
              <a:gd name="connsiteX22" fmla="*/ 19105 w 382098"/>
              <a:gd name="connsiteY22" fmla="*/ 19105 h 420308"/>
              <a:gd name="connsiteX23" fmla="*/ 114630 w 382098"/>
              <a:gd name="connsiteY23" fmla="*/ 19105 h 420308"/>
              <a:gd name="connsiteX24" fmla="*/ 114630 w 382098"/>
              <a:gd name="connsiteY24" fmla="*/ 76420 h 420308"/>
              <a:gd name="connsiteX25" fmla="*/ 133734 w 382098"/>
              <a:gd name="connsiteY25" fmla="*/ 76420 h 420308"/>
              <a:gd name="connsiteX26" fmla="*/ 133734 w 382098"/>
              <a:gd name="connsiteY26" fmla="*/ 19105 h 420308"/>
              <a:gd name="connsiteX27" fmla="*/ 248364 w 382098"/>
              <a:gd name="connsiteY27" fmla="*/ 19105 h 420308"/>
              <a:gd name="connsiteX28" fmla="*/ 248364 w 382098"/>
              <a:gd name="connsiteY28" fmla="*/ 76420 h 420308"/>
              <a:gd name="connsiteX29" fmla="*/ 267469 w 382098"/>
              <a:gd name="connsiteY29" fmla="*/ 76420 h 420308"/>
              <a:gd name="connsiteX30" fmla="*/ 267469 w 382098"/>
              <a:gd name="connsiteY30" fmla="*/ 19105 h 420308"/>
              <a:gd name="connsiteX31" fmla="*/ 362993 w 382098"/>
              <a:gd name="connsiteY31" fmla="*/ 19105 h 420308"/>
              <a:gd name="connsiteX32" fmla="*/ 362993 w 382098"/>
              <a:gd name="connsiteY32" fmla="*/ 95525 h 420308"/>
              <a:gd name="connsiteX33" fmla="*/ 191049 w 382098"/>
              <a:gd name="connsiteY33" fmla="*/ 362993 h 420308"/>
              <a:gd name="connsiteX34" fmla="*/ 296126 w 382098"/>
              <a:gd name="connsiteY34" fmla="*/ 257916 h 420308"/>
              <a:gd name="connsiteX35" fmla="*/ 263648 w 382098"/>
              <a:gd name="connsiteY35" fmla="*/ 181497 h 420308"/>
              <a:gd name="connsiteX36" fmla="*/ 286574 w 382098"/>
              <a:gd name="connsiteY36" fmla="*/ 181497 h 420308"/>
              <a:gd name="connsiteX37" fmla="*/ 286574 w 382098"/>
              <a:gd name="connsiteY37" fmla="*/ 162392 h 420308"/>
              <a:gd name="connsiteX38" fmla="*/ 240722 w 382098"/>
              <a:gd name="connsiteY38" fmla="*/ 162392 h 420308"/>
              <a:gd name="connsiteX39" fmla="*/ 229259 w 382098"/>
              <a:gd name="connsiteY39" fmla="*/ 164302 h 420308"/>
              <a:gd name="connsiteX40" fmla="*/ 229259 w 382098"/>
              <a:gd name="connsiteY40" fmla="*/ 219707 h 420308"/>
              <a:gd name="connsiteX41" fmla="*/ 248364 w 382098"/>
              <a:gd name="connsiteY41" fmla="*/ 219707 h 420308"/>
              <a:gd name="connsiteX42" fmla="*/ 248364 w 382098"/>
              <a:gd name="connsiteY42" fmla="*/ 192960 h 420308"/>
              <a:gd name="connsiteX43" fmla="*/ 254095 w 382098"/>
              <a:gd name="connsiteY43" fmla="*/ 315231 h 420308"/>
              <a:gd name="connsiteX44" fmla="*/ 131824 w 382098"/>
              <a:gd name="connsiteY44" fmla="*/ 320963 h 420308"/>
              <a:gd name="connsiteX45" fmla="*/ 126092 w 382098"/>
              <a:gd name="connsiteY45" fmla="*/ 198691 h 420308"/>
              <a:gd name="connsiteX46" fmla="*/ 191049 w 382098"/>
              <a:gd name="connsiteY46" fmla="*/ 170034 h 420308"/>
              <a:gd name="connsiteX47" fmla="*/ 191049 w 382098"/>
              <a:gd name="connsiteY47" fmla="*/ 152839 h 420308"/>
              <a:gd name="connsiteX48" fmla="*/ 85972 w 382098"/>
              <a:gd name="connsiteY48" fmla="*/ 257916 h 420308"/>
              <a:gd name="connsiteX49" fmla="*/ 191049 w 382098"/>
              <a:gd name="connsiteY49" fmla="*/ 36299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82098" h="420308">
                <a:moveTo>
                  <a:pt x="36299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close/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401203"/>
                </a:lnTo>
                <a:close/>
                <a:moveTo>
                  <a:pt x="362993" y="95525"/>
                </a:moveTo>
                <a:lnTo>
                  <a:pt x="19105" y="95525"/>
                </a:lnTo>
                <a:lnTo>
                  <a:pt x="19105" y="19105"/>
                </a:ln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close/>
                <a:moveTo>
                  <a:pt x="191049" y="362993"/>
                </a:moveTo>
                <a:cubicBezTo>
                  <a:pt x="248364" y="362993"/>
                  <a:pt x="296126" y="317142"/>
                  <a:pt x="296126" y="257916"/>
                </a:cubicBezTo>
                <a:cubicBezTo>
                  <a:pt x="296126" y="229259"/>
                  <a:pt x="284663" y="200602"/>
                  <a:pt x="263648" y="181497"/>
                </a:cubicBezTo>
                <a:lnTo>
                  <a:pt x="286574" y="181497"/>
                </a:lnTo>
                <a:lnTo>
                  <a:pt x="286574" y="162392"/>
                </a:lnTo>
                <a:lnTo>
                  <a:pt x="240722" y="162392"/>
                </a:lnTo>
                <a:lnTo>
                  <a:pt x="229259" y="164302"/>
                </a:lnTo>
                <a:lnTo>
                  <a:pt x="229259" y="219707"/>
                </a:lnTo>
                <a:lnTo>
                  <a:pt x="248364" y="219707"/>
                </a:lnTo>
                <a:lnTo>
                  <a:pt x="248364" y="192960"/>
                </a:lnTo>
                <a:cubicBezTo>
                  <a:pt x="284663" y="225438"/>
                  <a:pt x="286574" y="278932"/>
                  <a:pt x="254095" y="315231"/>
                </a:cubicBezTo>
                <a:cubicBezTo>
                  <a:pt x="221617" y="351530"/>
                  <a:pt x="168123" y="353441"/>
                  <a:pt x="131824" y="320963"/>
                </a:cubicBezTo>
                <a:cubicBezTo>
                  <a:pt x="95525" y="288484"/>
                  <a:pt x="93614" y="234990"/>
                  <a:pt x="126092" y="198691"/>
                </a:cubicBezTo>
                <a:cubicBezTo>
                  <a:pt x="143287" y="179586"/>
                  <a:pt x="166213" y="170034"/>
                  <a:pt x="191049" y="170034"/>
                </a:cubicBezTo>
                <a:lnTo>
                  <a:pt x="191049" y="152839"/>
                </a:lnTo>
                <a:cubicBezTo>
                  <a:pt x="133734" y="152839"/>
                  <a:pt x="85972" y="200602"/>
                  <a:pt x="85972" y="257916"/>
                </a:cubicBezTo>
                <a:cubicBezTo>
                  <a:pt x="85972" y="315231"/>
                  <a:pt x="133734" y="362993"/>
                  <a:pt x="191049" y="36299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7" name="Graphic 175" descr="Rx bottle transfer icon.">
            <a:extLst>
              <a:ext uri="{FF2B5EF4-FFF2-40B4-BE49-F238E27FC236}">
                <a16:creationId xmlns:a16="http://schemas.microsoft.com/office/drawing/2014/main" id="{27EDD59D-5D08-4BBE-965E-18764EB18508}"/>
              </a:ext>
            </a:extLst>
          </p:cNvPr>
          <p:cNvSpPr>
            <a:spLocks noChangeAspect="1"/>
          </p:cNvSpPr>
          <p:nvPr/>
        </p:nvSpPr>
        <p:spPr>
          <a:xfrm>
            <a:off x="10784501" y="1407333"/>
            <a:ext cx="424129" cy="420308"/>
          </a:xfrm>
          <a:custGeom>
            <a:avLst/>
            <a:gdLst>
              <a:gd name="connsiteX0" fmla="*/ 324784 w 424129"/>
              <a:gd name="connsiteY0" fmla="*/ 401203 h 420308"/>
              <a:gd name="connsiteX1" fmla="*/ 57315 w 424129"/>
              <a:gd name="connsiteY1" fmla="*/ 401203 h 420308"/>
              <a:gd name="connsiteX2" fmla="*/ 57315 w 424129"/>
              <a:gd name="connsiteY2" fmla="*/ 114630 h 420308"/>
              <a:gd name="connsiteX3" fmla="*/ 324784 w 424129"/>
              <a:gd name="connsiteY3" fmla="*/ 114630 h 420308"/>
              <a:gd name="connsiteX4" fmla="*/ 324784 w 424129"/>
              <a:gd name="connsiteY4" fmla="*/ 152839 h 420308"/>
              <a:gd name="connsiteX5" fmla="*/ 343889 w 424129"/>
              <a:gd name="connsiteY5" fmla="*/ 152839 h 420308"/>
              <a:gd name="connsiteX6" fmla="*/ 343889 w 424129"/>
              <a:gd name="connsiteY6" fmla="*/ 114630 h 420308"/>
              <a:gd name="connsiteX7" fmla="*/ 362993 w 424129"/>
              <a:gd name="connsiteY7" fmla="*/ 114630 h 420308"/>
              <a:gd name="connsiteX8" fmla="*/ 382098 w 424129"/>
              <a:gd name="connsiteY8" fmla="*/ 95525 h 420308"/>
              <a:gd name="connsiteX9" fmla="*/ 382098 w 424129"/>
              <a:gd name="connsiteY9" fmla="*/ 19105 h 420308"/>
              <a:gd name="connsiteX10" fmla="*/ 362993 w 424129"/>
              <a:gd name="connsiteY10" fmla="*/ 0 h 420308"/>
              <a:gd name="connsiteX11" fmla="*/ 19105 w 424129"/>
              <a:gd name="connsiteY11" fmla="*/ 0 h 420308"/>
              <a:gd name="connsiteX12" fmla="*/ 0 w 424129"/>
              <a:gd name="connsiteY12" fmla="*/ 19105 h 420308"/>
              <a:gd name="connsiteX13" fmla="*/ 0 w 424129"/>
              <a:gd name="connsiteY13" fmla="*/ 95525 h 420308"/>
              <a:gd name="connsiteX14" fmla="*/ 19105 w 424129"/>
              <a:gd name="connsiteY14" fmla="*/ 114630 h 420308"/>
              <a:gd name="connsiteX15" fmla="*/ 38210 w 424129"/>
              <a:gd name="connsiteY15" fmla="*/ 114630 h 420308"/>
              <a:gd name="connsiteX16" fmla="*/ 38210 w 424129"/>
              <a:gd name="connsiteY16" fmla="*/ 401203 h 420308"/>
              <a:gd name="connsiteX17" fmla="*/ 57315 w 424129"/>
              <a:gd name="connsiteY17" fmla="*/ 420308 h 420308"/>
              <a:gd name="connsiteX18" fmla="*/ 324784 w 424129"/>
              <a:gd name="connsiteY18" fmla="*/ 420308 h 420308"/>
              <a:gd name="connsiteX19" fmla="*/ 343889 w 424129"/>
              <a:gd name="connsiteY19" fmla="*/ 401203 h 420308"/>
              <a:gd name="connsiteX20" fmla="*/ 343889 w 424129"/>
              <a:gd name="connsiteY20" fmla="*/ 362993 h 420308"/>
              <a:gd name="connsiteX21" fmla="*/ 324784 w 424129"/>
              <a:gd name="connsiteY21" fmla="*/ 362993 h 420308"/>
              <a:gd name="connsiteX22" fmla="*/ 324784 w 424129"/>
              <a:gd name="connsiteY22" fmla="*/ 401203 h 420308"/>
              <a:gd name="connsiteX23" fmla="*/ 19105 w 424129"/>
              <a:gd name="connsiteY23" fmla="*/ 19105 h 420308"/>
              <a:gd name="connsiteX24" fmla="*/ 114630 w 424129"/>
              <a:gd name="connsiteY24" fmla="*/ 19105 h 420308"/>
              <a:gd name="connsiteX25" fmla="*/ 114630 w 424129"/>
              <a:gd name="connsiteY25" fmla="*/ 76420 h 420308"/>
              <a:gd name="connsiteX26" fmla="*/ 133734 w 424129"/>
              <a:gd name="connsiteY26" fmla="*/ 76420 h 420308"/>
              <a:gd name="connsiteX27" fmla="*/ 133734 w 424129"/>
              <a:gd name="connsiteY27" fmla="*/ 19105 h 420308"/>
              <a:gd name="connsiteX28" fmla="*/ 248364 w 424129"/>
              <a:gd name="connsiteY28" fmla="*/ 19105 h 420308"/>
              <a:gd name="connsiteX29" fmla="*/ 248364 w 424129"/>
              <a:gd name="connsiteY29" fmla="*/ 76420 h 420308"/>
              <a:gd name="connsiteX30" fmla="*/ 267469 w 424129"/>
              <a:gd name="connsiteY30" fmla="*/ 76420 h 420308"/>
              <a:gd name="connsiteX31" fmla="*/ 267469 w 424129"/>
              <a:gd name="connsiteY31" fmla="*/ 19105 h 420308"/>
              <a:gd name="connsiteX32" fmla="*/ 362993 w 424129"/>
              <a:gd name="connsiteY32" fmla="*/ 19105 h 420308"/>
              <a:gd name="connsiteX33" fmla="*/ 362993 w 424129"/>
              <a:gd name="connsiteY33" fmla="*/ 95525 h 420308"/>
              <a:gd name="connsiteX34" fmla="*/ 19105 w 424129"/>
              <a:gd name="connsiteY34" fmla="*/ 95525 h 420308"/>
              <a:gd name="connsiteX35" fmla="*/ 19105 w 424129"/>
              <a:gd name="connsiteY35" fmla="*/ 19105 h 420308"/>
              <a:gd name="connsiteX36" fmla="*/ 343889 w 424129"/>
              <a:gd name="connsiteY36" fmla="*/ 177676 h 420308"/>
              <a:gd name="connsiteX37" fmla="*/ 330515 w 424129"/>
              <a:gd name="connsiteY37" fmla="*/ 191049 h 420308"/>
              <a:gd name="connsiteX38" fmla="*/ 387830 w 424129"/>
              <a:gd name="connsiteY38" fmla="*/ 248364 h 420308"/>
              <a:gd name="connsiteX39" fmla="*/ 152839 w 424129"/>
              <a:gd name="connsiteY39" fmla="*/ 248364 h 420308"/>
              <a:gd name="connsiteX40" fmla="*/ 152839 w 424129"/>
              <a:gd name="connsiteY40" fmla="*/ 267469 h 420308"/>
              <a:gd name="connsiteX41" fmla="*/ 387830 w 424129"/>
              <a:gd name="connsiteY41" fmla="*/ 267469 h 420308"/>
              <a:gd name="connsiteX42" fmla="*/ 330515 w 424129"/>
              <a:gd name="connsiteY42" fmla="*/ 324784 h 420308"/>
              <a:gd name="connsiteX43" fmla="*/ 343889 w 424129"/>
              <a:gd name="connsiteY43" fmla="*/ 338157 h 420308"/>
              <a:gd name="connsiteX44" fmla="*/ 416487 w 424129"/>
              <a:gd name="connsiteY44" fmla="*/ 265558 h 420308"/>
              <a:gd name="connsiteX45" fmla="*/ 424129 w 424129"/>
              <a:gd name="connsiteY45" fmla="*/ 257916 h 420308"/>
              <a:gd name="connsiteX46" fmla="*/ 343889 w 424129"/>
              <a:gd name="connsiteY46" fmla="*/ 177676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24129" h="420308">
                <a:moveTo>
                  <a:pt x="324784" y="401203"/>
                </a:moveTo>
                <a:lnTo>
                  <a:pt x="57315" y="401203"/>
                </a:lnTo>
                <a:lnTo>
                  <a:pt x="57315" y="114630"/>
                </a:lnTo>
                <a:lnTo>
                  <a:pt x="324784" y="114630"/>
                </a:lnTo>
                <a:lnTo>
                  <a:pt x="324784" y="152839"/>
                </a:lnTo>
                <a:lnTo>
                  <a:pt x="343889" y="152839"/>
                </a:ln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362993"/>
                </a:lnTo>
                <a:lnTo>
                  <a:pt x="324784" y="362993"/>
                </a:lnTo>
                <a:lnTo>
                  <a:pt x="324784" y="401203"/>
                </a:lnTo>
                <a:close/>
                <a:moveTo>
                  <a:pt x="19105" y="19105"/>
                </a:move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lnTo>
                  <a:pt x="19105" y="95525"/>
                </a:lnTo>
                <a:lnTo>
                  <a:pt x="19105" y="19105"/>
                </a:lnTo>
                <a:close/>
                <a:moveTo>
                  <a:pt x="343889" y="177676"/>
                </a:moveTo>
                <a:lnTo>
                  <a:pt x="330515" y="191049"/>
                </a:lnTo>
                <a:lnTo>
                  <a:pt x="387830" y="248364"/>
                </a:lnTo>
                <a:lnTo>
                  <a:pt x="152839" y="248364"/>
                </a:lnTo>
                <a:lnTo>
                  <a:pt x="152839" y="267469"/>
                </a:lnTo>
                <a:lnTo>
                  <a:pt x="387830" y="267469"/>
                </a:lnTo>
                <a:lnTo>
                  <a:pt x="330515" y="324784"/>
                </a:lnTo>
                <a:lnTo>
                  <a:pt x="343889" y="338157"/>
                </a:lnTo>
                <a:lnTo>
                  <a:pt x="416487" y="265558"/>
                </a:lnTo>
                <a:lnTo>
                  <a:pt x="424129" y="257916"/>
                </a:lnTo>
                <a:lnTo>
                  <a:pt x="343889" y="17767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9" name="Graphic 177" descr="View prescriptions icon.">
            <a:extLst>
              <a:ext uri="{FF2B5EF4-FFF2-40B4-BE49-F238E27FC236}">
                <a16:creationId xmlns:a16="http://schemas.microsoft.com/office/drawing/2014/main" id="{17592D50-1232-466C-B840-F96274008B8E}"/>
              </a:ext>
            </a:extLst>
          </p:cNvPr>
          <p:cNvSpPr>
            <a:spLocks noChangeAspect="1"/>
          </p:cNvSpPr>
          <p:nvPr/>
        </p:nvSpPr>
        <p:spPr>
          <a:xfrm>
            <a:off x="963724" y="2329680"/>
            <a:ext cx="427950" cy="435592"/>
          </a:xfrm>
          <a:custGeom>
            <a:avLst/>
            <a:gdLst>
              <a:gd name="connsiteX0" fmla="*/ 267469 w 427950"/>
              <a:gd name="connsiteY0" fmla="*/ 187228 h 435592"/>
              <a:gd name="connsiteX1" fmla="*/ 265558 w 427950"/>
              <a:gd name="connsiteY1" fmla="*/ 206333 h 435592"/>
              <a:gd name="connsiteX2" fmla="*/ 307589 w 427950"/>
              <a:gd name="connsiteY2" fmla="*/ 254095 h 435592"/>
              <a:gd name="connsiteX3" fmla="*/ 326694 w 427950"/>
              <a:gd name="connsiteY3" fmla="*/ 256006 h 435592"/>
              <a:gd name="connsiteX4" fmla="*/ 267469 w 427950"/>
              <a:gd name="connsiteY4" fmla="*/ 187228 h 435592"/>
              <a:gd name="connsiteX5" fmla="*/ 427950 w 427950"/>
              <a:gd name="connsiteY5" fmla="*/ 424129 h 435592"/>
              <a:gd name="connsiteX6" fmla="*/ 343889 w 427950"/>
              <a:gd name="connsiteY6" fmla="*/ 332426 h 435592"/>
              <a:gd name="connsiteX7" fmla="*/ 343889 w 427950"/>
              <a:gd name="connsiteY7" fmla="*/ 324784 h 435592"/>
              <a:gd name="connsiteX8" fmla="*/ 345799 w 427950"/>
              <a:gd name="connsiteY8" fmla="*/ 320963 h 435592"/>
              <a:gd name="connsiteX9" fmla="*/ 372546 w 427950"/>
              <a:gd name="connsiteY9" fmla="*/ 256006 h 435592"/>
              <a:gd name="connsiteX10" fmla="*/ 343889 w 427950"/>
              <a:gd name="connsiteY10" fmla="*/ 177676 h 435592"/>
              <a:gd name="connsiteX11" fmla="*/ 343889 w 427950"/>
              <a:gd name="connsiteY11" fmla="*/ 114630 h 435592"/>
              <a:gd name="connsiteX12" fmla="*/ 362993 w 427950"/>
              <a:gd name="connsiteY12" fmla="*/ 114630 h 435592"/>
              <a:gd name="connsiteX13" fmla="*/ 382098 w 427950"/>
              <a:gd name="connsiteY13" fmla="*/ 95525 h 435592"/>
              <a:gd name="connsiteX14" fmla="*/ 382098 w 427950"/>
              <a:gd name="connsiteY14" fmla="*/ 19105 h 435592"/>
              <a:gd name="connsiteX15" fmla="*/ 362993 w 427950"/>
              <a:gd name="connsiteY15" fmla="*/ 0 h 435592"/>
              <a:gd name="connsiteX16" fmla="*/ 19105 w 427950"/>
              <a:gd name="connsiteY16" fmla="*/ 0 h 435592"/>
              <a:gd name="connsiteX17" fmla="*/ 0 w 427950"/>
              <a:gd name="connsiteY17" fmla="*/ 19105 h 435592"/>
              <a:gd name="connsiteX18" fmla="*/ 0 w 427950"/>
              <a:gd name="connsiteY18" fmla="*/ 95525 h 435592"/>
              <a:gd name="connsiteX19" fmla="*/ 19105 w 427950"/>
              <a:gd name="connsiteY19" fmla="*/ 114630 h 435592"/>
              <a:gd name="connsiteX20" fmla="*/ 38210 w 427950"/>
              <a:gd name="connsiteY20" fmla="*/ 114630 h 435592"/>
              <a:gd name="connsiteX21" fmla="*/ 38210 w 427950"/>
              <a:gd name="connsiteY21" fmla="*/ 401203 h 435592"/>
              <a:gd name="connsiteX22" fmla="*/ 57315 w 427950"/>
              <a:gd name="connsiteY22" fmla="*/ 420308 h 435592"/>
              <a:gd name="connsiteX23" fmla="*/ 324784 w 427950"/>
              <a:gd name="connsiteY23" fmla="*/ 420308 h 435592"/>
              <a:gd name="connsiteX24" fmla="*/ 343889 w 427950"/>
              <a:gd name="connsiteY24" fmla="*/ 401203 h 435592"/>
              <a:gd name="connsiteX25" fmla="*/ 343889 w 427950"/>
              <a:gd name="connsiteY25" fmla="*/ 359172 h 435592"/>
              <a:gd name="connsiteX26" fmla="*/ 412666 w 427950"/>
              <a:gd name="connsiteY26" fmla="*/ 435592 h 435592"/>
              <a:gd name="connsiteX27" fmla="*/ 427950 w 427950"/>
              <a:gd name="connsiteY27" fmla="*/ 424129 h 435592"/>
              <a:gd name="connsiteX28" fmla="*/ 332426 w 427950"/>
              <a:gd name="connsiteY28" fmla="*/ 309500 h 435592"/>
              <a:gd name="connsiteX29" fmla="*/ 332426 w 427950"/>
              <a:gd name="connsiteY29" fmla="*/ 309500 h 435592"/>
              <a:gd name="connsiteX30" fmla="*/ 315231 w 427950"/>
              <a:gd name="connsiteY30" fmla="*/ 324784 h 435592"/>
              <a:gd name="connsiteX31" fmla="*/ 259827 w 427950"/>
              <a:gd name="connsiteY31" fmla="*/ 340068 h 435592"/>
              <a:gd name="connsiteX32" fmla="*/ 171944 w 427950"/>
              <a:gd name="connsiteY32" fmla="*/ 248364 h 435592"/>
              <a:gd name="connsiteX33" fmla="*/ 263648 w 427950"/>
              <a:gd name="connsiteY33" fmla="*/ 162392 h 435592"/>
              <a:gd name="connsiteX34" fmla="*/ 269379 w 427950"/>
              <a:gd name="connsiteY34" fmla="*/ 162392 h 435592"/>
              <a:gd name="connsiteX35" fmla="*/ 353441 w 427950"/>
              <a:gd name="connsiteY35" fmla="*/ 256006 h 435592"/>
              <a:gd name="connsiteX36" fmla="*/ 332426 w 427950"/>
              <a:gd name="connsiteY36" fmla="*/ 309500 h 435592"/>
              <a:gd name="connsiteX37" fmla="*/ 332426 w 427950"/>
              <a:gd name="connsiteY37" fmla="*/ 309500 h 435592"/>
              <a:gd name="connsiteX38" fmla="*/ 185318 w 427950"/>
              <a:gd name="connsiteY38" fmla="*/ 324784 h 435592"/>
              <a:gd name="connsiteX39" fmla="*/ 133734 w 427950"/>
              <a:gd name="connsiteY39" fmla="*/ 324784 h 435592"/>
              <a:gd name="connsiteX40" fmla="*/ 133734 w 427950"/>
              <a:gd name="connsiteY40" fmla="*/ 171944 h 435592"/>
              <a:gd name="connsiteX41" fmla="*/ 191049 w 427950"/>
              <a:gd name="connsiteY41" fmla="*/ 171944 h 435592"/>
              <a:gd name="connsiteX42" fmla="*/ 185318 w 427950"/>
              <a:gd name="connsiteY42" fmla="*/ 324784 h 435592"/>
              <a:gd name="connsiteX43" fmla="*/ 185318 w 427950"/>
              <a:gd name="connsiteY43" fmla="*/ 324784 h 435592"/>
              <a:gd name="connsiteX44" fmla="*/ 185318 w 427950"/>
              <a:gd name="connsiteY44" fmla="*/ 324784 h 435592"/>
              <a:gd name="connsiteX45" fmla="*/ 19105 w 427950"/>
              <a:gd name="connsiteY45" fmla="*/ 19105 h 435592"/>
              <a:gd name="connsiteX46" fmla="*/ 114630 w 427950"/>
              <a:gd name="connsiteY46" fmla="*/ 19105 h 435592"/>
              <a:gd name="connsiteX47" fmla="*/ 114630 w 427950"/>
              <a:gd name="connsiteY47" fmla="*/ 76420 h 435592"/>
              <a:gd name="connsiteX48" fmla="*/ 133734 w 427950"/>
              <a:gd name="connsiteY48" fmla="*/ 76420 h 435592"/>
              <a:gd name="connsiteX49" fmla="*/ 133734 w 427950"/>
              <a:gd name="connsiteY49" fmla="*/ 19105 h 435592"/>
              <a:gd name="connsiteX50" fmla="*/ 248364 w 427950"/>
              <a:gd name="connsiteY50" fmla="*/ 19105 h 435592"/>
              <a:gd name="connsiteX51" fmla="*/ 248364 w 427950"/>
              <a:gd name="connsiteY51" fmla="*/ 76420 h 435592"/>
              <a:gd name="connsiteX52" fmla="*/ 267469 w 427950"/>
              <a:gd name="connsiteY52" fmla="*/ 76420 h 435592"/>
              <a:gd name="connsiteX53" fmla="*/ 267469 w 427950"/>
              <a:gd name="connsiteY53" fmla="*/ 19105 h 435592"/>
              <a:gd name="connsiteX54" fmla="*/ 362993 w 427950"/>
              <a:gd name="connsiteY54" fmla="*/ 19105 h 435592"/>
              <a:gd name="connsiteX55" fmla="*/ 362993 w 427950"/>
              <a:gd name="connsiteY55" fmla="*/ 95525 h 435592"/>
              <a:gd name="connsiteX56" fmla="*/ 19105 w 427950"/>
              <a:gd name="connsiteY56" fmla="*/ 95525 h 435592"/>
              <a:gd name="connsiteX57" fmla="*/ 19105 w 427950"/>
              <a:gd name="connsiteY57" fmla="*/ 19105 h 435592"/>
              <a:gd name="connsiteX58" fmla="*/ 57315 w 427950"/>
              <a:gd name="connsiteY58" fmla="*/ 401203 h 435592"/>
              <a:gd name="connsiteX59" fmla="*/ 57315 w 427950"/>
              <a:gd name="connsiteY59" fmla="*/ 114630 h 435592"/>
              <a:gd name="connsiteX60" fmla="*/ 324784 w 427950"/>
              <a:gd name="connsiteY60" fmla="*/ 114630 h 435592"/>
              <a:gd name="connsiteX61" fmla="*/ 324784 w 427950"/>
              <a:gd name="connsiteY61" fmla="*/ 152839 h 435592"/>
              <a:gd name="connsiteX62" fmla="*/ 307589 w 427950"/>
              <a:gd name="connsiteY62" fmla="*/ 152839 h 435592"/>
              <a:gd name="connsiteX63" fmla="*/ 269379 w 427950"/>
              <a:gd name="connsiteY63" fmla="*/ 143287 h 435592"/>
              <a:gd name="connsiteX64" fmla="*/ 219707 w 427950"/>
              <a:gd name="connsiteY64" fmla="*/ 152839 h 435592"/>
              <a:gd name="connsiteX65" fmla="*/ 133734 w 427950"/>
              <a:gd name="connsiteY65" fmla="*/ 152839 h 435592"/>
              <a:gd name="connsiteX66" fmla="*/ 120361 w 427950"/>
              <a:gd name="connsiteY66" fmla="*/ 158571 h 435592"/>
              <a:gd name="connsiteX67" fmla="*/ 114630 w 427950"/>
              <a:gd name="connsiteY67" fmla="*/ 171944 h 435592"/>
              <a:gd name="connsiteX68" fmla="*/ 114630 w 427950"/>
              <a:gd name="connsiteY68" fmla="*/ 324784 h 435592"/>
              <a:gd name="connsiteX69" fmla="*/ 120361 w 427950"/>
              <a:gd name="connsiteY69" fmla="*/ 338157 h 435592"/>
              <a:gd name="connsiteX70" fmla="*/ 133734 w 427950"/>
              <a:gd name="connsiteY70" fmla="*/ 343889 h 435592"/>
              <a:gd name="connsiteX71" fmla="*/ 208244 w 427950"/>
              <a:gd name="connsiteY71" fmla="*/ 343889 h 435592"/>
              <a:gd name="connsiteX72" fmla="*/ 259827 w 427950"/>
              <a:gd name="connsiteY72" fmla="*/ 359172 h 435592"/>
              <a:gd name="connsiteX73" fmla="*/ 265558 w 427950"/>
              <a:gd name="connsiteY73" fmla="*/ 359172 h 435592"/>
              <a:gd name="connsiteX74" fmla="*/ 324784 w 427950"/>
              <a:gd name="connsiteY74" fmla="*/ 340068 h 435592"/>
              <a:gd name="connsiteX75" fmla="*/ 324784 w 427950"/>
              <a:gd name="connsiteY75" fmla="*/ 340068 h 435592"/>
              <a:gd name="connsiteX76" fmla="*/ 324784 w 427950"/>
              <a:gd name="connsiteY76" fmla="*/ 401203 h 435592"/>
              <a:gd name="connsiteX77" fmla="*/ 57315 w 427950"/>
              <a:gd name="connsiteY77" fmla="*/ 401203 h 43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27950" h="435592">
                <a:moveTo>
                  <a:pt x="267469" y="187228"/>
                </a:moveTo>
                <a:lnTo>
                  <a:pt x="265558" y="206333"/>
                </a:lnTo>
                <a:cubicBezTo>
                  <a:pt x="290395" y="210154"/>
                  <a:pt x="307589" y="229259"/>
                  <a:pt x="307589" y="254095"/>
                </a:cubicBezTo>
                <a:lnTo>
                  <a:pt x="326694" y="256006"/>
                </a:lnTo>
                <a:cubicBezTo>
                  <a:pt x="328605" y="219707"/>
                  <a:pt x="301858" y="191049"/>
                  <a:pt x="267469" y="187228"/>
                </a:cubicBezTo>
                <a:close/>
                <a:moveTo>
                  <a:pt x="427950" y="424129"/>
                </a:moveTo>
                <a:lnTo>
                  <a:pt x="343889" y="332426"/>
                </a:lnTo>
                <a:lnTo>
                  <a:pt x="343889" y="324784"/>
                </a:lnTo>
                <a:cubicBezTo>
                  <a:pt x="343889" y="322873"/>
                  <a:pt x="345799" y="322873"/>
                  <a:pt x="345799" y="320963"/>
                </a:cubicBezTo>
                <a:cubicBezTo>
                  <a:pt x="361083" y="303768"/>
                  <a:pt x="370635" y="280842"/>
                  <a:pt x="372546" y="256006"/>
                </a:cubicBezTo>
                <a:cubicBezTo>
                  <a:pt x="374456" y="227349"/>
                  <a:pt x="362993" y="198691"/>
                  <a:pt x="343889" y="177676"/>
                </a:cubicBezTo>
                <a:lnTo>
                  <a:pt x="343889" y="114630"/>
                </a:lnTo>
                <a:lnTo>
                  <a:pt x="362993" y="114630"/>
                </a:lnTo>
                <a:cubicBezTo>
                  <a:pt x="374456" y="114630"/>
                  <a:pt x="382098" y="106988"/>
                  <a:pt x="382098" y="9552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401203"/>
                </a:lnTo>
                <a:cubicBezTo>
                  <a:pt x="38210" y="412666"/>
                  <a:pt x="45852" y="420308"/>
                  <a:pt x="5731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359172"/>
                </a:lnTo>
                <a:lnTo>
                  <a:pt x="412666" y="435592"/>
                </a:lnTo>
                <a:lnTo>
                  <a:pt x="427950" y="424129"/>
                </a:lnTo>
                <a:close/>
                <a:moveTo>
                  <a:pt x="332426" y="309500"/>
                </a:moveTo>
                <a:lnTo>
                  <a:pt x="332426" y="309500"/>
                </a:lnTo>
                <a:cubicBezTo>
                  <a:pt x="326694" y="315231"/>
                  <a:pt x="320963" y="320963"/>
                  <a:pt x="315231" y="324784"/>
                </a:cubicBezTo>
                <a:cubicBezTo>
                  <a:pt x="299947" y="336247"/>
                  <a:pt x="280842" y="341978"/>
                  <a:pt x="259827" y="340068"/>
                </a:cubicBezTo>
                <a:cubicBezTo>
                  <a:pt x="210154" y="338157"/>
                  <a:pt x="171944" y="298037"/>
                  <a:pt x="171944" y="248364"/>
                </a:cubicBezTo>
                <a:cubicBezTo>
                  <a:pt x="171944" y="198691"/>
                  <a:pt x="213975" y="160481"/>
                  <a:pt x="263648" y="162392"/>
                </a:cubicBezTo>
                <a:lnTo>
                  <a:pt x="269379" y="162392"/>
                </a:lnTo>
                <a:cubicBezTo>
                  <a:pt x="319052" y="164302"/>
                  <a:pt x="355351" y="206333"/>
                  <a:pt x="353441" y="256006"/>
                </a:cubicBezTo>
                <a:cubicBezTo>
                  <a:pt x="353441" y="275111"/>
                  <a:pt x="345799" y="294216"/>
                  <a:pt x="332426" y="309500"/>
                </a:cubicBezTo>
                <a:lnTo>
                  <a:pt x="332426" y="309500"/>
                </a:lnTo>
                <a:close/>
                <a:moveTo>
                  <a:pt x="185318" y="324784"/>
                </a:moveTo>
                <a:lnTo>
                  <a:pt x="133734" y="324784"/>
                </a:lnTo>
                <a:lnTo>
                  <a:pt x="133734" y="171944"/>
                </a:lnTo>
                <a:lnTo>
                  <a:pt x="191049" y="171944"/>
                </a:lnTo>
                <a:cubicBezTo>
                  <a:pt x="147108" y="212065"/>
                  <a:pt x="143287" y="280842"/>
                  <a:pt x="185318" y="324784"/>
                </a:cubicBezTo>
                <a:cubicBezTo>
                  <a:pt x="183407" y="324784"/>
                  <a:pt x="183407" y="324784"/>
                  <a:pt x="185318" y="324784"/>
                </a:cubicBezTo>
                <a:lnTo>
                  <a:pt x="185318" y="324784"/>
                </a:lnTo>
                <a:close/>
                <a:moveTo>
                  <a:pt x="19105" y="19105"/>
                </a:moveTo>
                <a:lnTo>
                  <a:pt x="114630" y="19105"/>
                </a:lnTo>
                <a:lnTo>
                  <a:pt x="114630" y="76420"/>
                </a:lnTo>
                <a:lnTo>
                  <a:pt x="133734" y="76420"/>
                </a:lnTo>
                <a:lnTo>
                  <a:pt x="133734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267469" y="76420"/>
                </a:lnTo>
                <a:lnTo>
                  <a:pt x="267469" y="19105"/>
                </a:lnTo>
                <a:lnTo>
                  <a:pt x="362993" y="19105"/>
                </a:lnTo>
                <a:lnTo>
                  <a:pt x="362993" y="95525"/>
                </a:lnTo>
                <a:lnTo>
                  <a:pt x="19105" y="95525"/>
                </a:lnTo>
                <a:lnTo>
                  <a:pt x="19105" y="19105"/>
                </a:lnTo>
                <a:close/>
                <a:moveTo>
                  <a:pt x="57315" y="401203"/>
                </a:moveTo>
                <a:lnTo>
                  <a:pt x="57315" y="114630"/>
                </a:lnTo>
                <a:lnTo>
                  <a:pt x="324784" y="114630"/>
                </a:lnTo>
                <a:lnTo>
                  <a:pt x="324784" y="152839"/>
                </a:lnTo>
                <a:lnTo>
                  <a:pt x="307589" y="152839"/>
                </a:lnTo>
                <a:cubicBezTo>
                  <a:pt x="296126" y="147108"/>
                  <a:pt x="282753" y="143287"/>
                  <a:pt x="269379" y="143287"/>
                </a:cubicBezTo>
                <a:cubicBezTo>
                  <a:pt x="252185" y="141376"/>
                  <a:pt x="234990" y="145197"/>
                  <a:pt x="219707" y="152839"/>
                </a:cubicBezTo>
                <a:lnTo>
                  <a:pt x="133734" y="152839"/>
                </a:lnTo>
                <a:cubicBezTo>
                  <a:pt x="128003" y="152839"/>
                  <a:pt x="124182" y="154750"/>
                  <a:pt x="120361" y="158571"/>
                </a:cubicBezTo>
                <a:cubicBezTo>
                  <a:pt x="116540" y="162392"/>
                  <a:pt x="114630" y="166213"/>
                  <a:pt x="114630" y="171944"/>
                </a:cubicBezTo>
                <a:lnTo>
                  <a:pt x="114630" y="324784"/>
                </a:lnTo>
                <a:cubicBezTo>
                  <a:pt x="114630" y="330515"/>
                  <a:pt x="116540" y="334336"/>
                  <a:pt x="120361" y="338157"/>
                </a:cubicBezTo>
                <a:cubicBezTo>
                  <a:pt x="124182" y="341978"/>
                  <a:pt x="128003" y="343889"/>
                  <a:pt x="133734" y="343889"/>
                </a:cubicBezTo>
                <a:lnTo>
                  <a:pt x="208244" y="343889"/>
                </a:lnTo>
                <a:cubicBezTo>
                  <a:pt x="223528" y="353441"/>
                  <a:pt x="240722" y="359172"/>
                  <a:pt x="259827" y="359172"/>
                </a:cubicBezTo>
                <a:lnTo>
                  <a:pt x="265558" y="359172"/>
                </a:lnTo>
                <a:cubicBezTo>
                  <a:pt x="286574" y="359172"/>
                  <a:pt x="307589" y="351530"/>
                  <a:pt x="324784" y="340068"/>
                </a:cubicBezTo>
                <a:lnTo>
                  <a:pt x="324784" y="340068"/>
                </a:lnTo>
                <a:lnTo>
                  <a:pt x="324784" y="401203"/>
                </a:lnTo>
                <a:lnTo>
                  <a:pt x="57315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55" descr="Hand holding Rx bottle icon.">
            <a:extLst>
              <a:ext uri="{FF2B5EF4-FFF2-40B4-BE49-F238E27FC236}">
                <a16:creationId xmlns:a16="http://schemas.microsoft.com/office/drawing/2014/main" id="{5DD33A22-20AB-41CF-A66A-DA3AB6AE9013}"/>
              </a:ext>
            </a:extLst>
          </p:cNvPr>
          <p:cNvSpPr>
            <a:spLocks noChangeAspect="1"/>
          </p:cNvSpPr>
          <p:nvPr/>
        </p:nvSpPr>
        <p:spPr>
          <a:xfrm>
            <a:off x="2173907" y="2282055"/>
            <a:ext cx="460428" cy="382098"/>
          </a:xfrm>
          <a:custGeom>
            <a:avLst/>
            <a:gdLst>
              <a:gd name="connsiteX0" fmla="*/ 0 w 460428"/>
              <a:gd name="connsiteY0" fmla="*/ 362993 h 382098"/>
              <a:gd name="connsiteX1" fmla="*/ 0 w 460428"/>
              <a:gd name="connsiteY1" fmla="*/ 382098 h 382098"/>
              <a:gd name="connsiteX2" fmla="*/ 366814 w 460428"/>
              <a:gd name="connsiteY2" fmla="*/ 382098 h 382098"/>
              <a:gd name="connsiteX3" fmla="*/ 405024 w 460428"/>
              <a:gd name="connsiteY3" fmla="*/ 343889 h 382098"/>
              <a:gd name="connsiteX4" fmla="*/ 401203 w 460428"/>
              <a:gd name="connsiteY4" fmla="*/ 324784 h 382098"/>
              <a:gd name="connsiteX5" fmla="*/ 401203 w 460428"/>
              <a:gd name="connsiteY5" fmla="*/ 324784 h 382098"/>
              <a:gd name="connsiteX6" fmla="*/ 439413 w 460428"/>
              <a:gd name="connsiteY6" fmla="*/ 286574 h 382098"/>
              <a:gd name="connsiteX7" fmla="*/ 433682 w 460428"/>
              <a:gd name="connsiteY7" fmla="*/ 265558 h 382098"/>
              <a:gd name="connsiteX8" fmla="*/ 460429 w 460428"/>
              <a:gd name="connsiteY8" fmla="*/ 229259 h 382098"/>
              <a:gd name="connsiteX9" fmla="*/ 422219 w 460428"/>
              <a:gd name="connsiteY9" fmla="*/ 191049 h 382098"/>
              <a:gd name="connsiteX10" fmla="*/ 416487 w 460428"/>
              <a:gd name="connsiteY10" fmla="*/ 191049 h 382098"/>
              <a:gd name="connsiteX11" fmla="*/ 422219 w 460428"/>
              <a:gd name="connsiteY11" fmla="*/ 171944 h 382098"/>
              <a:gd name="connsiteX12" fmla="*/ 384009 w 460428"/>
              <a:gd name="connsiteY12" fmla="*/ 133734 h 382098"/>
              <a:gd name="connsiteX13" fmla="*/ 374456 w 460428"/>
              <a:gd name="connsiteY13" fmla="*/ 133734 h 382098"/>
              <a:gd name="connsiteX14" fmla="*/ 374456 w 460428"/>
              <a:gd name="connsiteY14" fmla="*/ 105077 h 382098"/>
              <a:gd name="connsiteX15" fmla="*/ 382098 w 460428"/>
              <a:gd name="connsiteY15" fmla="*/ 105077 h 382098"/>
              <a:gd name="connsiteX16" fmla="*/ 401203 w 460428"/>
              <a:gd name="connsiteY16" fmla="*/ 85972 h 382098"/>
              <a:gd name="connsiteX17" fmla="*/ 401203 w 460428"/>
              <a:gd name="connsiteY17" fmla="*/ 19105 h 382098"/>
              <a:gd name="connsiteX18" fmla="*/ 382098 w 460428"/>
              <a:gd name="connsiteY18" fmla="*/ 0 h 382098"/>
              <a:gd name="connsiteX19" fmla="*/ 76420 w 460428"/>
              <a:gd name="connsiteY19" fmla="*/ 0 h 382098"/>
              <a:gd name="connsiteX20" fmla="*/ 57315 w 460428"/>
              <a:gd name="connsiteY20" fmla="*/ 19105 h 382098"/>
              <a:gd name="connsiteX21" fmla="*/ 57315 w 460428"/>
              <a:gd name="connsiteY21" fmla="*/ 85972 h 382098"/>
              <a:gd name="connsiteX22" fmla="*/ 63046 w 460428"/>
              <a:gd name="connsiteY22" fmla="*/ 99346 h 382098"/>
              <a:gd name="connsiteX23" fmla="*/ 19105 w 460428"/>
              <a:gd name="connsiteY23" fmla="*/ 124182 h 382098"/>
              <a:gd name="connsiteX24" fmla="*/ 0 w 460428"/>
              <a:gd name="connsiteY24" fmla="*/ 124182 h 382098"/>
              <a:gd name="connsiteX25" fmla="*/ 0 w 460428"/>
              <a:gd name="connsiteY25" fmla="*/ 143287 h 382098"/>
              <a:gd name="connsiteX26" fmla="*/ 17194 w 460428"/>
              <a:gd name="connsiteY26" fmla="*/ 143287 h 382098"/>
              <a:gd name="connsiteX27" fmla="*/ 24836 w 460428"/>
              <a:gd name="connsiteY27" fmla="*/ 141376 h 382098"/>
              <a:gd name="connsiteX28" fmla="*/ 74509 w 460428"/>
              <a:gd name="connsiteY28" fmla="*/ 114630 h 382098"/>
              <a:gd name="connsiteX29" fmla="*/ 106988 w 460428"/>
              <a:gd name="connsiteY29" fmla="*/ 105077 h 382098"/>
              <a:gd name="connsiteX30" fmla="*/ 194870 w 460428"/>
              <a:gd name="connsiteY30" fmla="*/ 105077 h 382098"/>
              <a:gd name="connsiteX31" fmla="*/ 213975 w 460428"/>
              <a:gd name="connsiteY31" fmla="*/ 124182 h 382098"/>
              <a:gd name="connsiteX32" fmla="*/ 194870 w 460428"/>
              <a:gd name="connsiteY32" fmla="*/ 143287 h 382098"/>
              <a:gd name="connsiteX33" fmla="*/ 152839 w 460428"/>
              <a:gd name="connsiteY33" fmla="*/ 143287 h 382098"/>
              <a:gd name="connsiteX34" fmla="*/ 133734 w 460428"/>
              <a:gd name="connsiteY34" fmla="*/ 156660 h 382098"/>
              <a:gd name="connsiteX35" fmla="*/ 120361 w 460428"/>
              <a:gd name="connsiteY35" fmla="*/ 206333 h 382098"/>
              <a:gd name="connsiteX36" fmla="*/ 66867 w 460428"/>
              <a:gd name="connsiteY36" fmla="*/ 248364 h 382098"/>
              <a:gd name="connsiteX37" fmla="*/ 40120 w 460428"/>
              <a:gd name="connsiteY37" fmla="*/ 248364 h 382098"/>
              <a:gd name="connsiteX38" fmla="*/ 40120 w 460428"/>
              <a:gd name="connsiteY38" fmla="*/ 267469 h 382098"/>
              <a:gd name="connsiteX39" fmla="*/ 66867 w 460428"/>
              <a:gd name="connsiteY39" fmla="*/ 267469 h 382098"/>
              <a:gd name="connsiteX40" fmla="*/ 85972 w 460428"/>
              <a:gd name="connsiteY40" fmla="*/ 263648 h 382098"/>
              <a:gd name="connsiteX41" fmla="*/ 85972 w 460428"/>
              <a:gd name="connsiteY41" fmla="*/ 362993 h 382098"/>
              <a:gd name="connsiteX42" fmla="*/ 0 w 460428"/>
              <a:gd name="connsiteY42" fmla="*/ 362993 h 382098"/>
              <a:gd name="connsiteX43" fmla="*/ 372546 w 460428"/>
              <a:gd name="connsiteY43" fmla="*/ 361083 h 382098"/>
              <a:gd name="connsiteX44" fmla="*/ 372546 w 460428"/>
              <a:gd name="connsiteY44" fmla="*/ 324784 h 382098"/>
              <a:gd name="connsiteX45" fmla="*/ 384009 w 460428"/>
              <a:gd name="connsiteY45" fmla="*/ 349620 h 382098"/>
              <a:gd name="connsiteX46" fmla="*/ 372546 w 460428"/>
              <a:gd name="connsiteY46" fmla="*/ 361083 h 382098"/>
              <a:gd name="connsiteX47" fmla="*/ 401203 w 460428"/>
              <a:gd name="connsiteY47" fmla="*/ 305679 h 382098"/>
              <a:gd name="connsiteX48" fmla="*/ 372546 w 460428"/>
              <a:gd name="connsiteY48" fmla="*/ 305679 h 382098"/>
              <a:gd name="connsiteX49" fmla="*/ 372546 w 460428"/>
              <a:gd name="connsiteY49" fmla="*/ 267469 h 382098"/>
              <a:gd name="connsiteX50" fmla="*/ 401203 w 460428"/>
              <a:gd name="connsiteY50" fmla="*/ 267469 h 382098"/>
              <a:gd name="connsiteX51" fmla="*/ 420308 w 460428"/>
              <a:gd name="connsiteY51" fmla="*/ 286574 h 382098"/>
              <a:gd name="connsiteX52" fmla="*/ 401203 w 460428"/>
              <a:gd name="connsiteY52" fmla="*/ 305679 h 382098"/>
              <a:gd name="connsiteX53" fmla="*/ 420308 w 460428"/>
              <a:gd name="connsiteY53" fmla="*/ 210154 h 382098"/>
              <a:gd name="connsiteX54" fmla="*/ 439413 w 460428"/>
              <a:gd name="connsiteY54" fmla="*/ 229259 h 382098"/>
              <a:gd name="connsiteX55" fmla="*/ 420308 w 460428"/>
              <a:gd name="connsiteY55" fmla="*/ 248364 h 382098"/>
              <a:gd name="connsiteX56" fmla="*/ 372546 w 460428"/>
              <a:gd name="connsiteY56" fmla="*/ 248364 h 382098"/>
              <a:gd name="connsiteX57" fmla="*/ 372546 w 460428"/>
              <a:gd name="connsiteY57" fmla="*/ 210154 h 382098"/>
              <a:gd name="connsiteX58" fmla="*/ 420308 w 460428"/>
              <a:gd name="connsiteY58" fmla="*/ 210154 h 382098"/>
              <a:gd name="connsiteX59" fmla="*/ 382098 w 460428"/>
              <a:gd name="connsiteY59" fmla="*/ 152839 h 382098"/>
              <a:gd name="connsiteX60" fmla="*/ 401203 w 460428"/>
              <a:gd name="connsiteY60" fmla="*/ 171944 h 382098"/>
              <a:gd name="connsiteX61" fmla="*/ 382098 w 460428"/>
              <a:gd name="connsiteY61" fmla="*/ 191049 h 382098"/>
              <a:gd name="connsiteX62" fmla="*/ 372546 w 460428"/>
              <a:gd name="connsiteY62" fmla="*/ 191049 h 382098"/>
              <a:gd name="connsiteX63" fmla="*/ 372546 w 460428"/>
              <a:gd name="connsiteY63" fmla="*/ 152839 h 382098"/>
              <a:gd name="connsiteX64" fmla="*/ 382098 w 460428"/>
              <a:gd name="connsiteY64" fmla="*/ 152839 h 382098"/>
              <a:gd name="connsiteX65" fmla="*/ 192960 w 460428"/>
              <a:gd name="connsiteY65" fmla="*/ 85972 h 382098"/>
              <a:gd name="connsiteX66" fmla="*/ 76420 w 460428"/>
              <a:gd name="connsiteY66" fmla="*/ 85972 h 382098"/>
              <a:gd name="connsiteX67" fmla="*/ 76420 w 460428"/>
              <a:gd name="connsiteY67" fmla="*/ 19105 h 382098"/>
              <a:gd name="connsiteX68" fmla="*/ 162392 w 460428"/>
              <a:gd name="connsiteY68" fmla="*/ 19105 h 382098"/>
              <a:gd name="connsiteX69" fmla="*/ 162392 w 460428"/>
              <a:gd name="connsiteY69" fmla="*/ 66867 h 382098"/>
              <a:gd name="connsiteX70" fmla="*/ 181497 w 460428"/>
              <a:gd name="connsiteY70" fmla="*/ 66867 h 382098"/>
              <a:gd name="connsiteX71" fmla="*/ 181497 w 460428"/>
              <a:gd name="connsiteY71" fmla="*/ 19105 h 382098"/>
              <a:gd name="connsiteX72" fmla="*/ 277021 w 460428"/>
              <a:gd name="connsiteY72" fmla="*/ 19105 h 382098"/>
              <a:gd name="connsiteX73" fmla="*/ 277021 w 460428"/>
              <a:gd name="connsiteY73" fmla="*/ 66867 h 382098"/>
              <a:gd name="connsiteX74" fmla="*/ 296126 w 460428"/>
              <a:gd name="connsiteY74" fmla="*/ 66867 h 382098"/>
              <a:gd name="connsiteX75" fmla="*/ 296126 w 460428"/>
              <a:gd name="connsiteY75" fmla="*/ 19105 h 382098"/>
              <a:gd name="connsiteX76" fmla="*/ 382098 w 460428"/>
              <a:gd name="connsiteY76" fmla="*/ 19105 h 382098"/>
              <a:gd name="connsiteX77" fmla="*/ 382098 w 460428"/>
              <a:gd name="connsiteY77" fmla="*/ 85972 h 382098"/>
              <a:gd name="connsiteX78" fmla="*/ 192960 w 460428"/>
              <a:gd name="connsiteY78" fmla="*/ 85972 h 382098"/>
              <a:gd name="connsiteX79" fmla="*/ 105077 w 460428"/>
              <a:gd name="connsiteY79" fmla="*/ 256006 h 382098"/>
              <a:gd name="connsiteX80" fmla="*/ 139466 w 460428"/>
              <a:gd name="connsiteY80" fmla="*/ 212065 h 382098"/>
              <a:gd name="connsiteX81" fmla="*/ 152839 w 460428"/>
              <a:gd name="connsiteY81" fmla="*/ 162392 h 382098"/>
              <a:gd name="connsiteX82" fmla="*/ 192960 w 460428"/>
              <a:gd name="connsiteY82" fmla="*/ 162392 h 382098"/>
              <a:gd name="connsiteX83" fmla="*/ 231170 w 460428"/>
              <a:gd name="connsiteY83" fmla="*/ 124182 h 382098"/>
              <a:gd name="connsiteX84" fmla="*/ 225438 w 460428"/>
              <a:gd name="connsiteY84" fmla="*/ 105077 h 382098"/>
              <a:gd name="connsiteX85" fmla="*/ 351530 w 460428"/>
              <a:gd name="connsiteY85" fmla="*/ 105077 h 382098"/>
              <a:gd name="connsiteX86" fmla="*/ 351530 w 460428"/>
              <a:gd name="connsiteY86" fmla="*/ 324784 h 382098"/>
              <a:gd name="connsiteX87" fmla="*/ 351530 w 460428"/>
              <a:gd name="connsiteY87" fmla="*/ 324784 h 382098"/>
              <a:gd name="connsiteX88" fmla="*/ 351530 w 460428"/>
              <a:gd name="connsiteY88" fmla="*/ 362993 h 382098"/>
              <a:gd name="connsiteX89" fmla="*/ 103167 w 460428"/>
              <a:gd name="connsiteY89" fmla="*/ 362993 h 382098"/>
              <a:gd name="connsiteX90" fmla="*/ 103167 w 460428"/>
              <a:gd name="connsiteY90" fmla="*/ 256006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460428" h="382098">
                <a:moveTo>
                  <a:pt x="0" y="362993"/>
                </a:moveTo>
                <a:lnTo>
                  <a:pt x="0" y="382098"/>
                </a:lnTo>
                <a:lnTo>
                  <a:pt x="366814" y="382098"/>
                </a:lnTo>
                <a:cubicBezTo>
                  <a:pt x="387830" y="382098"/>
                  <a:pt x="405024" y="364904"/>
                  <a:pt x="405024" y="343889"/>
                </a:cubicBezTo>
                <a:cubicBezTo>
                  <a:pt x="405024" y="338157"/>
                  <a:pt x="403114" y="330515"/>
                  <a:pt x="401203" y="324784"/>
                </a:cubicBezTo>
                <a:lnTo>
                  <a:pt x="401203" y="324784"/>
                </a:lnTo>
                <a:cubicBezTo>
                  <a:pt x="422219" y="324784"/>
                  <a:pt x="439413" y="307589"/>
                  <a:pt x="439413" y="286574"/>
                </a:cubicBezTo>
                <a:cubicBezTo>
                  <a:pt x="439413" y="278932"/>
                  <a:pt x="437503" y="271290"/>
                  <a:pt x="433682" y="265558"/>
                </a:cubicBezTo>
                <a:cubicBezTo>
                  <a:pt x="448966" y="259827"/>
                  <a:pt x="458518" y="246453"/>
                  <a:pt x="460429" y="229259"/>
                </a:cubicBezTo>
                <a:cubicBezTo>
                  <a:pt x="460429" y="208244"/>
                  <a:pt x="443234" y="191049"/>
                  <a:pt x="422219" y="191049"/>
                </a:cubicBezTo>
                <a:lnTo>
                  <a:pt x="416487" y="191049"/>
                </a:lnTo>
                <a:cubicBezTo>
                  <a:pt x="420308" y="185318"/>
                  <a:pt x="422219" y="179586"/>
                  <a:pt x="422219" y="171944"/>
                </a:cubicBezTo>
                <a:cubicBezTo>
                  <a:pt x="422219" y="150929"/>
                  <a:pt x="405024" y="133734"/>
                  <a:pt x="384009" y="133734"/>
                </a:cubicBezTo>
                <a:lnTo>
                  <a:pt x="374456" y="133734"/>
                </a:lnTo>
                <a:lnTo>
                  <a:pt x="374456" y="105077"/>
                </a:lnTo>
                <a:lnTo>
                  <a:pt x="382098" y="105077"/>
                </a:lnTo>
                <a:cubicBezTo>
                  <a:pt x="393561" y="105077"/>
                  <a:pt x="401203" y="97435"/>
                  <a:pt x="401203" y="85972"/>
                </a:cubicBezTo>
                <a:lnTo>
                  <a:pt x="401203" y="19105"/>
                </a:lnTo>
                <a:cubicBezTo>
                  <a:pt x="401203" y="7642"/>
                  <a:pt x="393561" y="0"/>
                  <a:pt x="382098" y="0"/>
                </a:cubicBezTo>
                <a:lnTo>
                  <a:pt x="76420" y="0"/>
                </a:lnTo>
                <a:cubicBezTo>
                  <a:pt x="64957" y="0"/>
                  <a:pt x="57315" y="7642"/>
                  <a:pt x="57315" y="19105"/>
                </a:cubicBezTo>
                <a:lnTo>
                  <a:pt x="57315" y="85972"/>
                </a:lnTo>
                <a:cubicBezTo>
                  <a:pt x="57315" y="89793"/>
                  <a:pt x="59225" y="95525"/>
                  <a:pt x="63046" y="99346"/>
                </a:cubicBezTo>
                <a:lnTo>
                  <a:pt x="19105" y="124182"/>
                </a:lnTo>
                <a:lnTo>
                  <a:pt x="0" y="124182"/>
                </a:lnTo>
                <a:lnTo>
                  <a:pt x="0" y="143287"/>
                </a:lnTo>
                <a:lnTo>
                  <a:pt x="17194" y="143287"/>
                </a:lnTo>
                <a:lnTo>
                  <a:pt x="24836" y="141376"/>
                </a:lnTo>
                <a:lnTo>
                  <a:pt x="74509" y="114630"/>
                </a:lnTo>
                <a:cubicBezTo>
                  <a:pt x="84062" y="108898"/>
                  <a:pt x="95525" y="105077"/>
                  <a:pt x="106988" y="105077"/>
                </a:cubicBezTo>
                <a:lnTo>
                  <a:pt x="194870" y="105077"/>
                </a:lnTo>
                <a:cubicBezTo>
                  <a:pt x="206333" y="105077"/>
                  <a:pt x="213975" y="112719"/>
                  <a:pt x="213975" y="124182"/>
                </a:cubicBezTo>
                <a:cubicBezTo>
                  <a:pt x="213975" y="135645"/>
                  <a:pt x="206333" y="143287"/>
                  <a:pt x="194870" y="143287"/>
                </a:cubicBezTo>
                <a:lnTo>
                  <a:pt x="152839" y="143287"/>
                </a:lnTo>
                <a:cubicBezTo>
                  <a:pt x="143287" y="143287"/>
                  <a:pt x="135645" y="149018"/>
                  <a:pt x="133734" y="156660"/>
                </a:cubicBezTo>
                <a:lnTo>
                  <a:pt x="120361" y="206333"/>
                </a:lnTo>
                <a:cubicBezTo>
                  <a:pt x="112719" y="231170"/>
                  <a:pt x="91704" y="248364"/>
                  <a:pt x="66867" y="248364"/>
                </a:cubicBezTo>
                <a:lnTo>
                  <a:pt x="40120" y="248364"/>
                </a:lnTo>
                <a:lnTo>
                  <a:pt x="40120" y="267469"/>
                </a:lnTo>
                <a:lnTo>
                  <a:pt x="66867" y="267469"/>
                </a:lnTo>
                <a:cubicBezTo>
                  <a:pt x="72599" y="267469"/>
                  <a:pt x="80241" y="265558"/>
                  <a:pt x="85972" y="263648"/>
                </a:cubicBezTo>
                <a:lnTo>
                  <a:pt x="85972" y="362993"/>
                </a:lnTo>
                <a:lnTo>
                  <a:pt x="0" y="362993"/>
                </a:lnTo>
                <a:close/>
                <a:moveTo>
                  <a:pt x="372546" y="361083"/>
                </a:moveTo>
                <a:lnTo>
                  <a:pt x="372546" y="324784"/>
                </a:lnTo>
                <a:cubicBezTo>
                  <a:pt x="382098" y="328605"/>
                  <a:pt x="387830" y="340068"/>
                  <a:pt x="384009" y="349620"/>
                </a:cubicBezTo>
                <a:cubicBezTo>
                  <a:pt x="382098" y="355351"/>
                  <a:pt x="378277" y="359172"/>
                  <a:pt x="372546" y="361083"/>
                </a:cubicBezTo>
                <a:close/>
                <a:moveTo>
                  <a:pt x="401203" y="305679"/>
                </a:moveTo>
                <a:lnTo>
                  <a:pt x="372546" y="305679"/>
                </a:lnTo>
                <a:lnTo>
                  <a:pt x="372546" y="267469"/>
                </a:lnTo>
                <a:lnTo>
                  <a:pt x="401203" y="267469"/>
                </a:lnTo>
                <a:cubicBezTo>
                  <a:pt x="412666" y="267469"/>
                  <a:pt x="420308" y="275111"/>
                  <a:pt x="420308" y="286574"/>
                </a:cubicBezTo>
                <a:cubicBezTo>
                  <a:pt x="420308" y="298037"/>
                  <a:pt x="412666" y="305679"/>
                  <a:pt x="401203" y="305679"/>
                </a:cubicBezTo>
                <a:close/>
                <a:moveTo>
                  <a:pt x="420308" y="210154"/>
                </a:moveTo>
                <a:cubicBezTo>
                  <a:pt x="431771" y="210154"/>
                  <a:pt x="439413" y="217796"/>
                  <a:pt x="439413" y="229259"/>
                </a:cubicBezTo>
                <a:cubicBezTo>
                  <a:pt x="439413" y="240722"/>
                  <a:pt x="431771" y="248364"/>
                  <a:pt x="420308" y="248364"/>
                </a:cubicBezTo>
                <a:lnTo>
                  <a:pt x="372546" y="248364"/>
                </a:lnTo>
                <a:lnTo>
                  <a:pt x="372546" y="210154"/>
                </a:lnTo>
                <a:lnTo>
                  <a:pt x="420308" y="210154"/>
                </a:lnTo>
                <a:close/>
                <a:moveTo>
                  <a:pt x="382098" y="152839"/>
                </a:moveTo>
                <a:cubicBezTo>
                  <a:pt x="393561" y="152839"/>
                  <a:pt x="401203" y="160481"/>
                  <a:pt x="401203" y="171944"/>
                </a:cubicBezTo>
                <a:cubicBezTo>
                  <a:pt x="401203" y="183407"/>
                  <a:pt x="393561" y="191049"/>
                  <a:pt x="382098" y="191049"/>
                </a:cubicBezTo>
                <a:lnTo>
                  <a:pt x="372546" y="191049"/>
                </a:lnTo>
                <a:lnTo>
                  <a:pt x="372546" y="152839"/>
                </a:lnTo>
                <a:lnTo>
                  <a:pt x="382098" y="152839"/>
                </a:lnTo>
                <a:close/>
                <a:moveTo>
                  <a:pt x="192960" y="85972"/>
                </a:moveTo>
                <a:lnTo>
                  <a:pt x="76420" y="85972"/>
                </a:lnTo>
                <a:lnTo>
                  <a:pt x="76420" y="19105"/>
                </a:lnTo>
                <a:lnTo>
                  <a:pt x="162392" y="19105"/>
                </a:lnTo>
                <a:lnTo>
                  <a:pt x="162392" y="66867"/>
                </a:lnTo>
                <a:lnTo>
                  <a:pt x="181497" y="66867"/>
                </a:lnTo>
                <a:lnTo>
                  <a:pt x="181497" y="19105"/>
                </a:lnTo>
                <a:lnTo>
                  <a:pt x="277021" y="19105"/>
                </a:lnTo>
                <a:lnTo>
                  <a:pt x="277021" y="66867"/>
                </a:lnTo>
                <a:lnTo>
                  <a:pt x="296126" y="66867"/>
                </a:lnTo>
                <a:lnTo>
                  <a:pt x="296126" y="19105"/>
                </a:lnTo>
                <a:lnTo>
                  <a:pt x="382098" y="19105"/>
                </a:lnTo>
                <a:lnTo>
                  <a:pt x="382098" y="85972"/>
                </a:lnTo>
                <a:lnTo>
                  <a:pt x="192960" y="85972"/>
                </a:lnTo>
                <a:close/>
                <a:moveTo>
                  <a:pt x="105077" y="256006"/>
                </a:moveTo>
                <a:cubicBezTo>
                  <a:pt x="122271" y="246453"/>
                  <a:pt x="133734" y="231170"/>
                  <a:pt x="139466" y="212065"/>
                </a:cubicBezTo>
                <a:lnTo>
                  <a:pt x="152839" y="162392"/>
                </a:lnTo>
                <a:lnTo>
                  <a:pt x="192960" y="162392"/>
                </a:lnTo>
                <a:cubicBezTo>
                  <a:pt x="213975" y="162392"/>
                  <a:pt x="231170" y="145197"/>
                  <a:pt x="231170" y="124182"/>
                </a:cubicBezTo>
                <a:cubicBezTo>
                  <a:pt x="231170" y="116540"/>
                  <a:pt x="229259" y="110809"/>
                  <a:pt x="225438" y="105077"/>
                </a:cubicBezTo>
                <a:lnTo>
                  <a:pt x="351530" y="105077"/>
                </a:lnTo>
                <a:lnTo>
                  <a:pt x="351530" y="324784"/>
                </a:lnTo>
                <a:lnTo>
                  <a:pt x="351530" y="324784"/>
                </a:lnTo>
                <a:lnTo>
                  <a:pt x="351530" y="362993"/>
                </a:lnTo>
                <a:lnTo>
                  <a:pt x="103167" y="362993"/>
                </a:lnTo>
                <a:lnTo>
                  <a:pt x="103167" y="25600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4" descr="Rx bottle manual-refill icon.">
            <a:extLst>
              <a:ext uri="{FF2B5EF4-FFF2-40B4-BE49-F238E27FC236}">
                <a16:creationId xmlns:a16="http://schemas.microsoft.com/office/drawing/2014/main" id="{1C6CA948-EC6A-D222-E920-04AF99CBEBD7}"/>
              </a:ext>
            </a:extLst>
          </p:cNvPr>
          <p:cNvSpPr/>
          <p:nvPr/>
        </p:nvSpPr>
        <p:spPr>
          <a:xfrm>
            <a:off x="3447719" y="2282055"/>
            <a:ext cx="363899" cy="435920"/>
          </a:xfrm>
          <a:custGeom>
            <a:avLst/>
            <a:gdLst>
              <a:gd name="connsiteX0" fmla="*/ 329784 w 363899"/>
              <a:gd name="connsiteY0" fmla="*/ 227437 h 435920"/>
              <a:gd name="connsiteX1" fmla="*/ 316517 w 363899"/>
              <a:gd name="connsiteY1" fmla="*/ 231228 h 435920"/>
              <a:gd name="connsiteX2" fmla="*/ 307040 w 363899"/>
              <a:gd name="connsiteY2" fmla="*/ 219856 h 435920"/>
              <a:gd name="connsiteX3" fmla="*/ 307040 w 363899"/>
              <a:gd name="connsiteY3" fmla="*/ 219856 h 435920"/>
              <a:gd name="connsiteX4" fmla="*/ 291877 w 363899"/>
              <a:gd name="connsiteY4" fmla="*/ 214170 h 435920"/>
              <a:gd name="connsiteX5" fmla="*/ 288087 w 363899"/>
              <a:gd name="connsiteY5" fmla="*/ 214170 h 435920"/>
              <a:gd name="connsiteX6" fmla="*/ 286192 w 363899"/>
              <a:gd name="connsiteY6" fmla="*/ 214170 h 435920"/>
              <a:gd name="connsiteX7" fmla="*/ 278610 w 363899"/>
              <a:gd name="connsiteY7" fmla="*/ 216065 h 435920"/>
              <a:gd name="connsiteX8" fmla="*/ 278610 w 363899"/>
              <a:gd name="connsiteY8" fmla="*/ 216065 h 435920"/>
              <a:gd name="connsiteX9" fmla="*/ 252076 w 363899"/>
              <a:gd name="connsiteY9" fmla="*/ 199007 h 435920"/>
              <a:gd name="connsiteX10" fmla="*/ 242599 w 363899"/>
              <a:gd name="connsiteY10" fmla="*/ 200903 h 435920"/>
              <a:gd name="connsiteX11" fmla="*/ 242599 w 363899"/>
              <a:gd name="connsiteY11" fmla="*/ 151625 h 435920"/>
              <a:gd name="connsiteX12" fmla="*/ 214170 w 363899"/>
              <a:gd name="connsiteY12" fmla="*/ 123195 h 435920"/>
              <a:gd name="connsiteX13" fmla="*/ 185740 w 363899"/>
              <a:gd name="connsiteY13" fmla="*/ 151625 h 435920"/>
              <a:gd name="connsiteX14" fmla="*/ 185740 w 363899"/>
              <a:gd name="connsiteY14" fmla="*/ 286192 h 435920"/>
              <a:gd name="connsiteX15" fmla="*/ 180054 w 363899"/>
              <a:gd name="connsiteY15" fmla="*/ 288087 h 435920"/>
              <a:gd name="connsiteX16" fmla="*/ 161101 w 363899"/>
              <a:gd name="connsiteY16" fmla="*/ 261553 h 435920"/>
              <a:gd name="connsiteX17" fmla="*/ 121300 w 363899"/>
              <a:gd name="connsiteY17" fmla="*/ 253971 h 435920"/>
              <a:gd name="connsiteX18" fmla="*/ 108033 w 363899"/>
              <a:gd name="connsiteY18" fmla="*/ 272924 h 435920"/>
              <a:gd name="connsiteX19" fmla="*/ 111823 w 363899"/>
              <a:gd name="connsiteY19" fmla="*/ 293773 h 435920"/>
              <a:gd name="connsiteX20" fmla="*/ 155415 w 363899"/>
              <a:gd name="connsiteY20" fmla="*/ 360109 h 435920"/>
              <a:gd name="connsiteX21" fmla="*/ 155415 w 363899"/>
              <a:gd name="connsiteY21" fmla="*/ 360109 h 435920"/>
              <a:gd name="connsiteX22" fmla="*/ 168682 w 363899"/>
              <a:gd name="connsiteY22" fmla="*/ 379062 h 435920"/>
              <a:gd name="connsiteX23" fmla="*/ 168682 w 363899"/>
              <a:gd name="connsiteY23" fmla="*/ 379062 h 435920"/>
              <a:gd name="connsiteX24" fmla="*/ 183845 w 363899"/>
              <a:gd name="connsiteY24" fmla="*/ 399910 h 435920"/>
              <a:gd name="connsiteX25" fmla="*/ 253971 w 363899"/>
              <a:gd name="connsiteY25" fmla="*/ 435921 h 435920"/>
              <a:gd name="connsiteX26" fmla="*/ 363899 w 363899"/>
              <a:gd name="connsiteY26" fmla="*/ 343051 h 435920"/>
              <a:gd name="connsiteX27" fmla="*/ 363899 w 363899"/>
              <a:gd name="connsiteY27" fmla="*/ 343051 h 435920"/>
              <a:gd name="connsiteX28" fmla="*/ 363899 w 363899"/>
              <a:gd name="connsiteY28" fmla="*/ 253971 h 435920"/>
              <a:gd name="connsiteX29" fmla="*/ 335470 w 363899"/>
              <a:gd name="connsiteY29" fmla="*/ 225542 h 435920"/>
              <a:gd name="connsiteX30" fmla="*/ 341156 w 363899"/>
              <a:gd name="connsiteY30" fmla="*/ 293773 h 435920"/>
              <a:gd name="connsiteX31" fmla="*/ 341156 w 363899"/>
              <a:gd name="connsiteY31" fmla="*/ 343051 h 435920"/>
              <a:gd name="connsiteX32" fmla="*/ 250181 w 363899"/>
              <a:gd name="connsiteY32" fmla="*/ 418863 h 435920"/>
              <a:gd name="connsiteX33" fmla="*/ 195217 w 363899"/>
              <a:gd name="connsiteY33" fmla="*/ 390434 h 435920"/>
              <a:gd name="connsiteX34" fmla="*/ 125090 w 363899"/>
              <a:gd name="connsiteY34" fmla="*/ 284296 h 435920"/>
              <a:gd name="connsiteX35" fmla="*/ 125090 w 363899"/>
              <a:gd name="connsiteY35" fmla="*/ 276715 h 435920"/>
              <a:gd name="connsiteX36" fmla="*/ 128881 w 363899"/>
              <a:gd name="connsiteY36" fmla="*/ 271029 h 435920"/>
              <a:gd name="connsiteX37" fmla="*/ 144043 w 363899"/>
              <a:gd name="connsiteY37" fmla="*/ 272924 h 435920"/>
              <a:gd name="connsiteX38" fmla="*/ 153520 w 363899"/>
              <a:gd name="connsiteY38" fmla="*/ 286192 h 435920"/>
              <a:gd name="connsiteX39" fmla="*/ 164892 w 363899"/>
              <a:gd name="connsiteY39" fmla="*/ 299459 h 435920"/>
              <a:gd name="connsiteX40" fmla="*/ 181950 w 363899"/>
              <a:gd name="connsiteY40" fmla="*/ 307040 h 435920"/>
              <a:gd name="connsiteX41" fmla="*/ 204693 w 363899"/>
              <a:gd name="connsiteY41" fmla="*/ 284296 h 435920"/>
              <a:gd name="connsiteX42" fmla="*/ 204693 w 363899"/>
              <a:gd name="connsiteY42" fmla="*/ 149729 h 435920"/>
              <a:gd name="connsiteX43" fmla="*/ 214170 w 363899"/>
              <a:gd name="connsiteY43" fmla="*/ 140253 h 435920"/>
              <a:gd name="connsiteX44" fmla="*/ 223646 w 363899"/>
              <a:gd name="connsiteY44" fmla="*/ 149729 h 435920"/>
              <a:gd name="connsiteX45" fmla="*/ 223646 w 363899"/>
              <a:gd name="connsiteY45" fmla="*/ 244495 h 435920"/>
              <a:gd name="connsiteX46" fmla="*/ 242599 w 363899"/>
              <a:gd name="connsiteY46" fmla="*/ 244495 h 435920"/>
              <a:gd name="connsiteX47" fmla="*/ 242599 w 363899"/>
              <a:gd name="connsiteY47" fmla="*/ 225542 h 435920"/>
              <a:gd name="connsiteX48" fmla="*/ 252076 w 363899"/>
              <a:gd name="connsiteY48" fmla="*/ 216065 h 435920"/>
              <a:gd name="connsiteX49" fmla="*/ 261553 w 363899"/>
              <a:gd name="connsiteY49" fmla="*/ 225542 h 435920"/>
              <a:gd name="connsiteX50" fmla="*/ 261553 w 363899"/>
              <a:gd name="connsiteY50" fmla="*/ 244495 h 435920"/>
              <a:gd name="connsiteX51" fmla="*/ 280506 w 363899"/>
              <a:gd name="connsiteY51" fmla="*/ 244495 h 435920"/>
              <a:gd name="connsiteX52" fmla="*/ 280506 w 363899"/>
              <a:gd name="connsiteY52" fmla="*/ 238809 h 435920"/>
              <a:gd name="connsiteX53" fmla="*/ 289982 w 363899"/>
              <a:gd name="connsiteY53" fmla="*/ 229332 h 435920"/>
              <a:gd name="connsiteX54" fmla="*/ 299459 w 363899"/>
              <a:gd name="connsiteY54" fmla="*/ 238809 h 435920"/>
              <a:gd name="connsiteX55" fmla="*/ 299459 w 363899"/>
              <a:gd name="connsiteY55" fmla="*/ 257762 h 435920"/>
              <a:gd name="connsiteX56" fmla="*/ 318412 w 363899"/>
              <a:gd name="connsiteY56" fmla="*/ 257762 h 435920"/>
              <a:gd name="connsiteX57" fmla="*/ 318412 w 363899"/>
              <a:gd name="connsiteY57" fmla="*/ 252076 h 435920"/>
              <a:gd name="connsiteX58" fmla="*/ 327888 w 363899"/>
              <a:gd name="connsiteY58" fmla="*/ 242599 h 435920"/>
              <a:gd name="connsiteX59" fmla="*/ 337365 w 363899"/>
              <a:gd name="connsiteY59" fmla="*/ 252076 h 435920"/>
              <a:gd name="connsiteX60" fmla="*/ 337365 w 363899"/>
              <a:gd name="connsiteY60" fmla="*/ 289982 h 435920"/>
              <a:gd name="connsiteX61" fmla="*/ 337365 w 363899"/>
              <a:gd name="connsiteY61" fmla="*/ 289982 h 435920"/>
              <a:gd name="connsiteX62" fmla="*/ 51173 w 363899"/>
              <a:gd name="connsiteY62" fmla="*/ 362004 h 435920"/>
              <a:gd name="connsiteX63" fmla="*/ 51173 w 363899"/>
              <a:gd name="connsiteY63" fmla="*/ 106137 h 435920"/>
              <a:gd name="connsiteX64" fmla="*/ 288087 w 363899"/>
              <a:gd name="connsiteY64" fmla="*/ 106137 h 435920"/>
              <a:gd name="connsiteX65" fmla="*/ 288087 w 363899"/>
              <a:gd name="connsiteY65" fmla="*/ 195217 h 435920"/>
              <a:gd name="connsiteX66" fmla="*/ 307040 w 363899"/>
              <a:gd name="connsiteY66" fmla="*/ 197112 h 435920"/>
              <a:gd name="connsiteX67" fmla="*/ 307040 w 363899"/>
              <a:gd name="connsiteY67" fmla="*/ 104242 h 435920"/>
              <a:gd name="connsiteX68" fmla="*/ 322202 w 363899"/>
              <a:gd name="connsiteY68" fmla="*/ 104242 h 435920"/>
              <a:gd name="connsiteX69" fmla="*/ 341156 w 363899"/>
              <a:gd name="connsiteY69" fmla="*/ 85289 h 435920"/>
              <a:gd name="connsiteX70" fmla="*/ 341156 w 363899"/>
              <a:gd name="connsiteY70" fmla="*/ 18953 h 435920"/>
              <a:gd name="connsiteX71" fmla="*/ 322202 w 363899"/>
              <a:gd name="connsiteY71" fmla="*/ 0 h 435920"/>
              <a:gd name="connsiteX72" fmla="*/ 18953 w 363899"/>
              <a:gd name="connsiteY72" fmla="*/ 0 h 435920"/>
              <a:gd name="connsiteX73" fmla="*/ 0 w 363899"/>
              <a:gd name="connsiteY73" fmla="*/ 18953 h 435920"/>
              <a:gd name="connsiteX74" fmla="*/ 0 w 363899"/>
              <a:gd name="connsiteY74" fmla="*/ 85289 h 435920"/>
              <a:gd name="connsiteX75" fmla="*/ 18953 w 363899"/>
              <a:gd name="connsiteY75" fmla="*/ 104242 h 435920"/>
              <a:gd name="connsiteX76" fmla="*/ 34116 w 363899"/>
              <a:gd name="connsiteY76" fmla="*/ 104242 h 435920"/>
              <a:gd name="connsiteX77" fmla="*/ 34116 w 363899"/>
              <a:gd name="connsiteY77" fmla="*/ 360109 h 435920"/>
              <a:gd name="connsiteX78" fmla="*/ 53069 w 363899"/>
              <a:gd name="connsiteY78" fmla="*/ 379062 h 435920"/>
              <a:gd name="connsiteX79" fmla="*/ 144043 w 363899"/>
              <a:gd name="connsiteY79" fmla="*/ 379062 h 435920"/>
              <a:gd name="connsiteX80" fmla="*/ 130776 w 363899"/>
              <a:gd name="connsiteY80" fmla="*/ 360109 h 435920"/>
              <a:gd name="connsiteX81" fmla="*/ 53069 w 363899"/>
              <a:gd name="connsiteY81" fmla="*/ 360109 h 435920"/>
              <a:gd name="connsiteX82" fmla="*/ 18953 w 363899"/>
              <a:gd name="connsiteY82" fmla="*/ 87184 h 435920"/>
              <a:gd name="connsiteX83" fmla="*/ 18953 w 363899"/>
              <a:gd name="connsiteY83" fmla="*/ 20848 h 435920"/>
              <a:gd name="connsiteX84" fmla="*/ 94765 w 363899"/>
              <a:gd name="connsiteY84" fmla="*/ 20848 h 435920"/>
              <a:gd name="connsiteX85" fmla="*/ 94765 w 363899"/>
              <a:gd name="connsiteY85" fmla="*/ 68231 h 435920"/>
              <a:gd name="connsiteX86" fmla="*/ 113719 w 363899"/>
              <a:gd name="connsiteY86" fmla="*/ 68231 h 435920"/>
              <a:gd name="connsiteX87" fmla="*/ 113719 w 363899"/>
              <a:gd name="connsiteY87" fmla="*/ 20848 h 435920"/>
              <a:gd name="connsiteX88" fmla="*/ 223646 w 363899"/>
              <a:gd name="connsiteY88" fmla="*/ 20848 h 435920"/>
              <a:gd name="connsiteX89" fmla="*/ 223646 w 363899"/>
              <a:gd name="connsiteY89" fmla="*/ 68231 h 435920"/>
              <a:gd name="connsiteX90" fmla="*/ 242599 w 363899"/>
              <a:gd name="connsiteY90" fmla="*/ 68231 h 435920"/>
              <a:gd name="connsiteX91" fmla="*/ 242599 w 363899"/>
              <a:gd name="connsiteY91" fmla="*/ 20848 h 435920"/>
              <a:gd name="connsiteX92" fmla="*/ 320307 w 363899"/>
              <a:gd name="connsiteY92" fmla="*/ 20848 h 435920"/>
              <a:gd name="connsiteX93" fmla="*/ 320307 w 363899"/>
              <a:gd name="connsiteY93" fmla="*/ 87184 h 435920"/>
              <a:gd name="connsiteX94" fmla="*/ 18953 w 363899"/>
              <a:gd name="connsiteY94" fmla="*/ 87184 h 43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63899" h="435920">
                <a:moveTo>
                  <a:pt x="329784" y="227437"/>
                </a:moveTo>
                <a:cubicBezTo>
                  <a:pt x="324098" y="227437"/>
                  <a:pt x="320307" y="227437"/>
                  <a:pt x="316517" y="231228"/>
                </a:cubicBezTo>
                <a:cubicBezTo>
                  <a:pt x="314621" y="227437"/>
                  <a:pt x="310831" y="223646"/>
                  <a:pt x="307040" y="219856"/>
                </a:cubicBezTo>
                <a:lnTo>
                  <a:pt x="307040" y="219856"/>
                </a:lnTo>
                <a:cubicBezTo>
                  <a:pt x="303249" y="217960"/>
                  <a:pt x="297563" y="214170"/>
                  <a:pt x="291877" y="214170"/>
                </a:cubicBezTo>
                <a:cubicBezTo>
                  <a:pt x="291877" y="214170"/>
                  <a:pt x="289982" y="214170"/>
                  <a:pt x="288087" y="214170"/>
                </a:cubicBezTo>
                <a:lnTo>
                  <a:pt x="286192" y="214170"/>
                </a:lnTo>
                <a:cubicBezTo>
                  <a:pt x="284296" y="214170"/>
                  <a:pt x="282401" y="214170"/>
                  <a:pt x="278610" y="216065"/>
                </a:cubicBezTo>
                <a:cubicBezTo>
                  <a:pt x="278610" y="216065"/>
                  <a:pt x="278610" y="216065"/>
                  <a:pt x="278610" y="216065"/>
                </a:cubicBezTo>
                <a:cubicBezTo>
                  <a:pt x="274820" y="206589"/>
                  <a:pt x="263448" y="199007"/>
                  <a:pt x="252076" y="199007"/>
                </a:cubicBezTo>
                <a:cubicBezTo>
                  <a:pt x="240704" y="199007"/>
                  <a:pt x="244495" y="199007"/>
                  <a:pt x="242599" y="200903"/>
                </a:cubicBezTo>
                <a:lnTo>
                  <a:pt x="242599" y="151625"/>
                </a:lnTo>
                <a:cubicBezTo>
                  <a:pt x="242599" y="136462"/>
                  <a:pt x="229332" y="123195"/>
                  <a:pt x="214170" y="123195"/>
                </a:cubicBezTo>
                <a:cubicBezTo>
                  <a:pt x="199007" y="123195"/>
                  <a:pt x="185740" y="136462"/>
                  <a:pt x="185740" y="151625"/>
                </a:cubicBezTo>
                <a:lnTo>
                  <a:pt x="185740" y="286192"/>
                </a:lnTo>
                <a:cubicBezTo>
                  <a:pt x="185740" y="288087"/>
                  <a:pt x="180054" y="289982"/>
                  <a:pt x="180054" y="288087"/>
                </a:cubicBezTo>
                <a:lnTo>
                  <a:pt x="161101" y="261553"/>
                </a:lnTo>
                <a:cubicBezTo>
                  <a:pt x="151625" y="248285"/>
                  <a:pt x="134567" y="244495"/>
                  <a:pt x="121300" y="253971"/>
                </a:cubicBezTo>
                <a:cubicBezTo>
                  <a:pt x="115614" y="257762"/>
                  <a:pt x="109928" y="265343"/>
                  <a:pt x="108033" y="272924"/>
                </a:cubicBezTo>
                <a:cubicBezTo>
                  <a:pt x="106137" y="280506"/>
                  <a:pt x="108033" y="288087"/>
                  <a:pt x="111823" y="293773"/>
                </a:cubicBezTo>
                <a:lnTo>
                  <a:pt x="155415" y="360109"/>
                </a:lnTo>
                <a:lnTo>
                  <a:pt x="155415" y="360109"/>
                </a:lnTo>
                <a:lnTo>
                  <a:pt x="168682" y="379062"/>
                </a:lnTo>
                <a:lnTo>
                  <a:pt x="168682" y="379062"/>
                </a:lnTo>
                <a:lnTo>
                  <a:pt x="183845" y="399910"/>
                </a:lnTo>
                <a:cubicBezTo>
                  <a:pt x="206589" y="430235"/>
                  <a:pt x="221751" y="435921"/>
                  <a:pt x="253971" y="435921"/>
                </a:cubicBezTo>
                <a:cubicBezTo>
                  <a:pt x="303249" y="435921"/>
                  <a:pt x="362004" y="411282"/>
                  <a:pt x="363899" y="343051"/>
                </a:cubicBezTo>
                <a:lnTo>
                  <a:pt x="363899" y="343051"/>
                </a:lnTo>
                <a:lnTo>
                  <a:pt x="363899" y="253971"/>
                </a:lnTo>
                <a:cubicBezTo>
                  <a:pt x="363899" y="238809"/>
                  <a:pt x="350632" y="225542"/>
                  <a:pt x="335470" y="225542"/>
                </a:cubicBezTo>
                <a:close/>
                <a:moveTo>
                  <a:pt x="341156" y="293773"/>
                </a:moveTo>
                <a:lnTo>
                  <a:pt x="341156" y="343051"/>
                </a:lnTo>
                <a:cubicBezTo>
                  <a:pt x="341156" y="399910"/>
                  <a:pt x="293773" y="418863"/>
                  <a:pt x="250181" y="418863"/>
                </a:cubicBezTo>
                <a:cubicBezTo>
                  <a:pt x="206589" y="418863"/>
                  <a:pt x="214170" y="416968"/>
                  <a:pt x="195217" y="390434"/>
                </a:cubicBezTo>
                <a:lnTo>
                  <a:pt x="125090" y="284296"/>
                </a:lnTo>
                <a:cubicBezTo>
                  <a:pt x="125090" y="282401"/>
                  <a:pt x="123195" y="280506"/>
                  <a:pt x="125090" y="276715"/>
                </a:cubicBezTo>
                <a:cubicBezTo>
                  <a:pt x="125090" y="274820"/>
                  <a:pt x="126986" y="272924"/>
                  <a:pt x="128881" y="271029"/>
                </a:cubicBezTo>
                <a:cubicBezTo>
                  <a:pt x="132672" y="267238"/>
                  <a:pt x="140253" y="269134"/>
                  <a:pt x="144043" y="272924"/>
                </a:cubicBezTo>
                <a:lnTo>
                  <a:pt x="153520" y="286192"/>
                </a:lnTo>
                <a:lnTo>
                  <a:pt x="164892" y="299459"/>
                </a:lnTo>
                <a:cubicBezTo>
                  <a:pt x="168682" y="305145"/>
                  <a:pt x="176264" y="307040"/>
                  <a:pt x="181950" y="307040"/>
                </a:cubicBezTo>
                <a:cubicBezTo>
                  <a:pt x="195217" y="307040"/>
                  <a:pt x="204693" y="297563"/>
                  <a:pt x="204693" y="284296"/>
                </a:cubicBezTo>
                <a:lnTo>
                  <a:pt x="204693" y="149729"/>
                </a:lnTo>
                <a:cubicBezTo>
                  <a:pt x="204693" y="144043"/>
                  <a:pt x="208484" y="140253"/>
                  <a:pt x="214170" y="140253"/>
                </a:cubicBezTo>
                <a:cubicBezTo>
                  <a:pt x="219856" y="140253"/>
                  <a:pt x="223646" y="144043"/>
                  <a:pt x="223646" y="149729"/>
                </a:cubicBezTo>
                <a:lnTo>
                  <a:pt x="223646" y="244495"/>
                </a:lnTo>
                <a:lnTo>
                  <a:pt x="242599" y="244495"/>
                </a:lnTo>
                <a:lnTo>
                  <a:pt x="242599" y="225542"/>
                </a:lnTo>
                <a:cubicBezTo>
                  <a:pt x="242599" y="219856"/>
                  <a:pt x="246390" y="216065"/>
                  <a:pt x="252076" y="216065"/>
                </a:cubicBezTo>
                <a:cubicBezTo>
                  <a:pt x="257762" y="216065"/>
                  <a:pt x="261553" y="219856"/>
                  <a:pt x="261553" y="225542"/>
                </a:cubicBezTo>
                <a:lnTo>
                  <a:pt x="261553" y="244495"/>
                </a:lnTo>
                <a:lnTo>
                  <a:pt x="280506" y="244495"/>
                </a:lnTo>
                <a:lnTo>
                  <a:pt x="280506" y="238809"/>
                </a:lnTo>
                <a:cubicBezTo>
                  <a:pt x="280506" y="233123"/>
                  <a:pt x="284296" y="229332"/>
                  <a:pt x="289982" y="229332"/>
                </a:cubicBezTo>
                <a:cubicBezTo>
                  <a:pt x="295668" y="229332"/>
                  <a:pt x="299459" y="233123"/>
                  <a:pt x="299459" y="238809"/>
                </a:cubicBezTo>
                <a:lnTo>
                  <a:pt x="299459" y="257762"/>
                </a:lnTo>
                <a:lnTo>
                  <a:pt x="318412" y="257762"/>
                </a:lnTo>
                <a:lnTo>
                  <a:pt x="318412" y="252076"/>
                </a:lnTo>
                <a:cubicBezTo>
                  <a:pt x="318412" y="246390"/>
                  <a:pt x="322202" y="242599"/>
                  <a:pt x="327888" y="242599"/>
                </a:cubicBezTo>
                <a:cubicBezTo>
                  <a:pt x="333574" y="242599"/>
                  <a:pt x="337365" y="246390"/>
                  <a:pt x="337365" y="252076"/>
                </a:cubicBezTo>
                <a:lnTo>
                  <a:pt x="337365" y="289982"/>
                </a:lnTo>
                <a:lnTo>
                  <a:pt x="337365" y="289982"/>
                </a:lnTo>
                <a:close/>
                <a:moveTo>
                  <a:pt x="51173" y="362004"/>
                </a:moveTo>
                <a:lnTo>
                  <a:pt x="51173" y="106137"/>
                </a:lnTo>
                <a:lnTo>
                  <a:pt x="288087" y="106137"/>
                </a:lnTo>
                <a:lnTo>
                  <a:pt x="288087" y="195217"/>
                </a:lnTo>
                <a:cubicBezTo>
                  <a:pt x="295668" y="195217"/>
                  <a:pt x="301354" y="195217"/>
                  <a:pt x="307040" y="197112"/>
                </a:cubicBezTo>
                <a:lnTo>
                  <a:pt x="307040" y="104242"/>
                </a:lnTo>
                <a:lnTo>
                  <a:pt x="322202" y="104242"/>
                </a:lnTo>
                <a:cubicBezTo>
                  <a:pt x="331679" y="104242"/>
                  <a:pt x="341156" y="96661"/>
                  <a:pt x="341156" y="85289"/>
                </a:cubicBezTo>
                <a:lnTo>
                  <a:pt x="341156" y="18953"/>
                </a:lnTo>
                <a:cubicBezTo>
                  <a:pt x="341156" y="9477"/>
                  <a:pt x="331679" y="0"/>
                  <a:pt x="322202" y="0"/>
                </a:cubicBezTo>
                <a:lnTo>
                  <a:pt x="18953" y="0"/>
                </a:lnTo>
                <a:cubicBezTo>
                  <a:pt x="9477" y="0"/>
                  <a:pt x="0" y="9477"/>
                  <a:pt x="0" y="18953"/>
                </a:cubicBezTo>
                <a:lnTo>
                  <a:pt x="0" y="85289"/>
                </a:lnTo>
                <a:cubicBezTo>
                  <a:pt x="0" y="96661"/>
                  <a:pt x="9477" y="104242"/>
                  <a:pt x="18953" y="104242"/>
                </a:cubicBezTo>
                <a:lnTo>
                  <a:pt x="34116" y="104242"/>
                </a:lnTo>
                <a:lnTo>
                  <a:pt x="34116" y="360109"/>
                </a:lnTo>
                <a:cubicBezTo>
                  <a:pt x="34116" y="369585"/>
                  <a:pt x="43592" y="379062"/>
                  <a:pt x="53069" y="379062"/>
                </a:cubicBezTo>
                <a:lnTo>
                  <a:pt x="144043" y="379062"/>
                </a:lnTo>
                <a:lnTo>
                  <a:pt x="130776" y="360109"/>
                </a:lnTo>
                <a:lnTo>
                  <a:pt x="53069" y="360109"/>
                </a:lnTo>
                <a:close/>
                <a:moveTo>
                  <a:pt x="18953" y="87184"/>
                </a:moveTo>
                <a:lnTo>
                  <a:pt x="18953" y="20848"/>
                </a:lnTo>
                <a:lnTo>
                  <a:pt x="94765" y="20848"/>
                </a:lnTo>
                <a:lnTo>
                  <a:pt x="94765" y="68231"/>
                </a:lnTo>
                <a:lnTo>
                  <a:pt x="113719" y="68231"/>
                </a:lnTo>
                <a:lnTo>
                  <a:pt x="113719" y="20848"/>
                </a:lnTo>
                <a:lnTo>
                  <a:pt x="223646" y="20848"/>
                </a:lnTo>
                <a:lnTo>
                  <a:pt x="223646" y="68231"/>
                </a:lnTo>
                <a:lnTo>
                  <a:pt x="242599" y="68231"/>
                </a:lnTo>
                <a:lnTo>
                  <a:pt x="242599" y="20848"/>
                </a:lnTo>
                <a:lnTo>
                  <a:pt x="320307" y="20848"/>
                </a:lnTo>
                <a:lnTo>
                  <a:pt x="320307" y="87184"/>
                </a:lnTo>
                <a:lnTo>
                  <a:pt x="18953" y="8718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48" descr="Adherence icon.">
            <a:extLst>
              <a:ext uri="{FF2B5EF4-FFF2-40B4-BE49-F238E27FC236}">
                <a16:creationId xmlns:a16="http://schemas.microsoft.com/office/drawing/2014/main" id="{12FB9880-7EFC-4E01-AA6A-70A6EDD27A3D}"/>
              </a:ext>
            </a:extLst>
          </p:cNvPr>
          <p:cNvSpPr>
            <a:spLocks noChangeAspect="1"/>
          </p:cNvSpPr>
          <p:nvPr/>
        </p:nvSpPr>
        <p:spPr>
          <a:xfrm>
            <a:off x="4646038" y="2339646"/>
            <a:ext cx="420308" cy="439413"/>
          </a:xfrm>
          <a:custGeom>
            <a:avLst/>
            <a:gdLst>
              <a:gd name="connsiteX0" fmla="*/ 401203 w 420308"/>
              <a:gd name="connsiteY0" fmla="*/ 171944 h 439413"/>
              <a:gd name="connsiteX1" fmla="*/ 362993 w 420308"/>
              <a:gd name="connsiteY1" fmla="*/ 171944 h 439413"/>
              <a:gd name="connsiteX2" fmla="*/ 362993 w 420308"/>
              <a:gd name="connsiteY2" fmla="*/ 38210 h 439413"/>
              <a:gd name="connsiteX3" fmla="*/ 343889 w 420308"/>
              <a:gd name="connsiteY3" fmla="*/ 19105 h 439413"/>
              <a:gd name="connsiteX4" fmla="*/ 267469 w 420308"/>
              <a:gd name="connsiteY4" fmla="*/ 19105 h 439413"/>
              <a:gd name="connsiteX5" fmla="*/ 267469 w 420308"/>
              <a:gd name="connsiteY5" fmla="*/ 0 h 439413"/>
              <a:gd name="connsiteX6" fmla="*/ 248364 w 420308"/>
              <a:gd name="connsiteY6" fmla="*/ 0 h 439413"/>
              <a:gd name="connsiteX7" fmla="*/ 248364 w 420308"/>
              <a:gd name="connsiteY7" fmla="*/ 19105 h 439413"/>
              <a:gd name="connsiteX8" fmla="*/ 114630 w 420308"/>
              <a:gd name="connsiteY8" fmla="*/ 19105 h 439413"/>
              <a:gd name="connsiteX9" fmla="*/ 114630 w 420308"/>
              <a:gd name="connsiteY9" fmla="*/ 0 h 439413"/>
              <a:gd name="connsiteX10" fmla="*/ 95525 w 420308"/>
              <a:gd name="connsiteY10" fmla="*/ 0 h 439413"/>
              <a:gd name="connsiteX11" fmla="*/ 95525 w 420308"/>
              <a:gd name="connsiteY11" fmla="*/ 19105 h 439413"/>
              <a:gd name="connsiteX12" fmla="*/ 19105 w 420308"/>
              <a:gd name="connsiteY12" fmla="*/ 19105 h 439413"/>
              <a:gd name="connsiteX13" fmla="*/ 0 w 420308"/>
              <a:gd name="connsiteY13" fmla="*/ 38210 h 439413"/>
              <a:gd name="connsiteX14" fmla="*/ 0 w 420308"/>
              <a:gd name="connsiteY14" fmla="*/ 95525 h 439413"/>
              <a:gd name="connsiteX15" fmla="*/ 0 w 420308"/>
              <a:gd name="connsiteY15" fmla="*/ 95525 h 439413"/>
              <a:gd name="connsiteX16" fmla="*/ 0 w 420308"/>
              <a:gd name="connsiteY16" fmla="*/ 114630 h 439413"/>
              <a:gd name="connsiteX17" fmla="*/ 0 w 420308"/>
              <a:gd name="connsiteY17" fmla="*/ 114630 h 439413"/>
              <a:gd name="connsiteX18" fmla="*/ 0 w 420308"/>
              <a:gd name="connsiteY18" fmla="*/ 305679 h 439413"/>
              <a:gd name="connsiteX19" fmla="*/ 19105 w 420308"/>
              <a:gd name="connsiteY19" fmla="*/ 324784 h 439413"/>
              <a:gd name="connsiteX20" fmla="*/ 229259 w 420308"/>
              <a:gd name="connsiteY20" fmla="*/ 324784 h 439413"/>
              <a:gd name="connsiteX21" fmla="*/ 229259 w 420308"/>
              <a:gd name="connsiteY21" fmla="*/ 420308 h 439413"/>
              <a:gd name="connsiteX22" fmla="*/ 248364 w 420308"/>
              <a:gd name="connsiteY22" fmla="*/ 439413 h 439413"/>
              <a:gd name="connsiteX23" fmla="*/ 382098 w 420308"/>
              <a:gd name="connsiteY23" fmla="*/ 439413 h 439413"/>
              <a:gd name="connsiteX24" fmla="*/ 401203 w 420308"/>
              <a:gd name="connsiteY24" fmla="*/ 420308 h 439413"/>
              <a:gd name="connsiteX25" fmla="*/ 401203 w 420308"/>
              <a:gd name="connsiteY25" fmla="*/ 248364 h 439413"/>
              <a:gd name="connsiteX26" fmla="*/ 401203 w 420308"/>
              <a:gd name="connsiteY26" fmla="*/ 248364 h 439413"/>
              <a:gd name="connsiteX27" fmla="*/ 420308 w 420308"/>
              <a:gd name="connsiteY27" fmla="*/ 229259 h 439413"/>
              <a:gd name="connsiteX28" fmla="*/ 420308 w 420308"/>
              <a:gd name="connsiteY28" fmla="*/ 191049 h 439413"/>
              <a:gd name="connsiteX29" fmla="*/ 401203 w 420308"/>
              <a:gd name="connsiteY29" fmla="*/ 171944 h 439413"/>
              <a:gd name="connsiteX30" fmla="*/ 19105 w 420308"/>
              <a:gd name="connsiteY30" fmla="*/ 38210 h 439413"/>
              <a:gd name="connsiteX31" fmla="*/ 95525 w 420308"/>
              <a:gd name="connsiteY31" fmla="*/ 38210 h 439413"/>
              <a:gd name="connsiteX32" fmla="*/ 95525 w 420308"/>
              <a:gd name="connsiteY32" fmla="*/ 57315 h 439413"/>
              <a:gd name="connsiteX33" fmla="*/ 114630 w 420308"/>
              <a:gd name="connsiteY33" fmla="*/ 57315 h 439413"/>
              <a:gd name="connsiteX34" fmla="*/ 114630 w 420308"/>
              <a:gd name="connsiteY34" fmla="*/ 38210 h 439413"/>
              <a:gd name="connsiteX35" fmla="*/ 248364 w 420308"/>
              <a:gd name="connsiteY35" fmla="*/ 38210 h 439413"/>
              <a:gd name="connsiteX36" fmla="*/ 248364 w 420308"/>
              <a:gd name="connsiteY36" fmla="*/ 57315 h 439413"/>
              <a:gd name="connsiteX37" fmla="*/ 267469 w 420308"/>
              <a:gd name="connsiteY37" fmla="*/ 57315 h 439413"/>
              <a:gd name="connsiteX38" fmla="*/ 267469 w 420308"/>
              <a:gd name="connsiteY38" fmla="*/ 38210 h 439413"/>
              <a:gd name="connsiteX39" fmla="*/ 343889 w 420308"/>
              <a:gd name="connsiteY39" fmla="*/ 38210 h 439413"/>
              <a:gd name="connsiteX40" fmla="*/ 343889 w 420308"/>
              <a:gd name="connsiteY40" fmla="*/ 95525 h 439413"/>
              <a:gd name="connsiteX41" fmla="*/ 19105 w 420308"/>
              <a:gd name="connsiteY41" fmla="*/ 95525 h 439413"/>
              <a:gd name="connsiteX42" fmla="*/ 19105 w 420308"/>
              <a:gd name="connsiteY42" fmla="*/ 38210 h 439413"/>
              <a:gd name="connsiteX43" fmla="*/ 229259 w 420308"/>
              <a:gd name="connsiteY43" fmla="*/ 305679 h 439413"/>
              <a:gd name="connsiteX44" fmla="*/ 19105 w 420308"/>
              <a:gd name="connsiteY44" fmla="*/ 305679 h 439413"/>
              <a:gd name="connsiteX45" fmla="*/ 19105 w 420308"/>
              <a:gd name="connsiteY45" fmla="*/ 114630 h 439413"/>
              <a:gd name="connsiteX46" fmla="*/ 343889 w 420308"/>
              <a:gd name="connsiteY46" fmla="*/ 114630 h 439413"/>
              <a:gd name="connsiteX47" fmla="*/ 343889 w 420308"/>
              <a:gd name="connsiteY47" fmla="*/ 171944 h 439413"/>
              <a:gd name="connsiteX48" fmla="*/ 229259 w 420308"/>
              <a:gd name="connsiteY48" fmla="*/ 171944 h 439413"/>
              <a:gd name="connsiteX49" fmla="*/ 210154 w 420308"/>
              <a:gd name="connsiteY49" fmla="*/ 191049 h 439413"/>
              <a:gd name="connsiteX50" fmla="*/ 210154 w 420308"/>
              <a:gd name="connsiteY50" fmla="*/ 229259 h 439413"/>
              <a:gd name="connsiteX51" fmla="*/ 229259 w 420308"/>
              <a:gd name="connsiteY51" fmla="*/ 248364 h 439413"/>
              <a:gd name="connsiteX52" fmla="*/ 229259 w 420308"/>
              <a:gd name="connsiteY52" fmla="*/ 305679 h 439413"/>
              <a:gd name="connsiteX53" fmla="*/ 382098 w 420308"/>
              <a:gd name="connsiteY53" fmla="*/ 420308 h 439413"/>
              <a:gd name="connsiteX54" fmla="*/ 248364 w 420308"/>
              <a:gd name="connsiteY54" fmla="*/ 420308 h 439413"/>
              <a:gd name="connsiteX55" fmla="*/ 248364 w 420308"/>
              <a:gd name="connsiteY55" fmla="*/ 248364 h 439413"/>
              <a:gd name="connsiteX56" fmla="*/ 382098 w 420308"/>
              <a:gd name="connsiteY56" fmla="*/ 248364 h 439413"/>
              <a:gd name="connsiteX57" fmla="*/ 382098 w 420308"/>
              <a:gd name="connsiteY57" fmla="*/ 420308 h 439413"/>
              <a:gd name="connsiteX58" fmla="*/ 401203 w 420308"/>
              <a:gd name="connsiteY58" fmla="*/ 229259 h 439413"/>
              <a:gd name="connsiteX59" fmla="*/ 229259 w 420308"/>
              <a:gd name="connsiteY59" fmla="*/ 229259 h 439413"/>
              <a:gd name="connsiteX60" fmla="*/ 229259 w 420308"/>
              <a:gd name="connsiteY60" fmla="*/ 191049 h 439413"/>
              <a:gd name="connsiteX61" fmla="*/ 267469 w 420308"/>
              <a:gd name="connsiteY61" fmla="*/ 191049 h 439413"/>
              <a:gd name="connsiteX62" fmla="*/ 267469 w 420308"/>
              <a:gd name="connsiteY62" fmla="*/ 210154 h 439413"/>
              <a:gd name="connsiteX63" fmla="*/ 286574 w 420308"/>
              <a:gd name="connsiteY63" fmla="*/ 210154 h 439413"/>
              <a:gd name="connsiteX64" fmla="*/ 286574 w 420308"/>
              <a:gd name="connsiteY64" fmla="*/ 191049 h 439413"/>
              <a:gd name="connsiteX65" fmla="*/ 343889 w 420308"/>
              <a:gd name="connsiteY65" fmla="*/ 191049 h 439413"/>
              <a:gd name="connsiteX66" fmla="*/ 343889 w 420308"/>
              <a:gd name="connsiteY66" fmla="*/ 210154 h 439413"/>
              <a:gd name="connsiteX67" fmla="*/ 362993 w 420308"/>
              <a:gd name="connsiteY67" fmla="*/ 210154 h 439413"/>
              <a:gd name="connsiteX68" fmla="*/ 362993 w 420308"/>
              <a:gd name="connsiteY68" fmla="*/ 191049 h 439413"/>
              <a:gd name="connsiteX69" fmla="*/ 401203 w 420308"/>
              <a:gd name="connsiteY69" fmla="*/ 191049 h 439413"/>
              <a:gd name="connsiteX70" fmla="*/ 401203 w 420308"/>
              <a:gd name="connsiteY70" fmla="*/ 229259 h 439413"/>
              <a:gd name="connsiteX71" fmla="*/ 133734 w 420308"/>
              <a:gd name="connsiteY71" fmla="*/ 171944 h 439413"/>
              <a:gd name="connsiteX72" fmla="*/ 95525 w 420308"/>
              <a:gd name="connsiteY72" fmla="*/ 171944 h 439413"/>
              <a:gd name="connsiteX73" fmla="*/ 76420 w 420308"/>
              <a:gd name="connsiteY73" fmla="*/ 191049 h 439413"/>
              <a:gd name="connsiteX74" fmla="*/ 76420 w 420308"/>
              <a:gd name="connsiteY74" fmla="*/ 229259 h 439413"/>
              <a:gd name="connsiteX75" fmla="*/ 95525 w 420308"/>
              <a:gd name="connsiteY75" fmla="*/ 248364 h 439413"/>
              <a:gd name="connsiteX76" fmla="*/ 133734 w 420308"/>
              <a:gd name="connsiteY76" fmla="*/ 248364 h 439413"/>
              <a:gd name="connsiteX77" fmla="*/ 152839 w 420308"/>
              <a:gd name="connsiteY77" fmla="*/ 229259 h 439413"/>
              <a:gd name="connsiteX78" fmla="*/ 152839 w 420308"/>
              <a:gd name="connsiteY78" fmla="*/ 191049 h 439413"/>
              <a:gd name="connsiteX79" fmla="*/ 133734 w 420308"/>
              <a:gd name="connsiteY79" fmla="*/ 171944 h 439413"/>
              <a:gd name="connsiteX80" fmla="*/ 133734 w 420308"/>
              <a:gd name="connsiteY80" fmla="*/ 229259 h 439413"/>
              <a:gd name="connsiteX81" fmla="*/ 95525 w 420308"/>
              <a:gd name="connsiteY81" fmla="*/ 229259 h 439413"/>
              <a:gd name="connsiteX82" fmla="*/ 95525 w 420308"/>
              <a:gd name="connsiteY82" fmla="*/ 191049 h 439413"/>
              <a:gd name="connsiteX83" fmla="*/ 133734 w 420308"/>
              <a:gd name="connsiteY83" fmla="*/ 191049 h 439413"/>
              <a:gd name="connsiteX84" fmla="*/ 133734 w 420308"/>
              <a:gd name="connsiteY84" fmla="*/ 229259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20308" h="439413">
                <a:moveTo>
                  <a:pt x="401203" y="171944"/>
                </a:moveTo>
                <a:lnTo>
                  <a:pt x="362993" y="171944"/>
                </a:lnTo>
                <a:lnTo>
                  <a:pt x="362993" y="38210"/>
                </a:lnTo>
                <a:cubicBezTo>
                  <a:pt x="362993" y="26747"/>
                  <a:pt x="355351" y="19105"/>
                  <a:pt x="343889" y="19105"/>
                </a:cubicBezTo>
                <a:lnTo>
                  <a:pt x="267469" y="19105"/>
                </a:lnTo>
                <a:lnTo>
                  <a:pt x="267469" y="0"/>
                </a:lnTo>
                <a:lnTo>
                  <a:pt x="248364" y="0"/>
                </a:lnTo>
                <a:lnTo>
                  <a:pt x="248364" y="19105"/>
                </a:lnTo>
                <a:lnTo>
                  <a:pt x="114630" y="19105"/>
                </a:lnTo>
                <a:lnTo>
                  <a:pt x="114630" y="0"/>
                </a:lnTo>
                <a:lnTo>
                  <a:pt x="95525" y="0"/>
                </a:lnTo>
                <a:lnTo>
                  <a:pt x="95525" y="19105"/>
                </a:lnTo>
                <a:lnTo>
                  <a:pt x="19105" y="19105"/>
                </a:lnTo>
                <a:cubicBezTo>
                  <a:pt x="7642" y="19105"/>
                  <a:pt x="0" y="26747"/>
                  <a:pt x="0" y="38210"/>
                </a:cubicBezTo>
                <a:lnTo>
                  <a:pt x="0" y="95525"/>
                </a:lnTo>
                <a:lnTo>
                  <a:pt x="0" y="95525"/>
                </a:lnTo>
                <a:lnTo>
                  <a:pt x="0" y="114630"/>
                </a:lnTo>
                <a:lnTo>
                  <a:pt x="0" y="114630"/>
                </a:lnTo>
                <a:lnTo>
                  <a:pt x="0" y="305679"/>
                </a:lnTo>
                <a:cubicBezTo>
                  <a:pt x="0" y="317142"/>
                  <a:pt x="7642" y="324784"/>
                  <a:pt x="19105" y="324784"/>
                </a:cubicBezTo>
                <a:lnTo>
                  <a:pt x="229259" y="324784"/>
                </a:lnTo>
                <a:lnTo>
                  <a:pt x="229259" y="420308"/>
                </a:lnTo>
                <a:cubicBezTo>
                  <a:pt x="229259" y="431771"/>
                  <a:pt x="236901" y="439413"/>
                  <a:pt x="248364" y="439413"/>
                </a:cubicBezTo>
                <a:lnTo>
                  <a:pt x="382098" y="439413"/>
                </a:lnTo>
                <a:cubicBezTo>
                  <a:pt x="393561" y="439413"/>
                  <a:pt x="401203" y="431771"/>
                  <a:pt x="401203" y="420308"/>
                </a:cubicBezTo>
                <a:lnTo>
                  <a:pt x="401203" y="248364"/>
                </a:lnTo>
                <a:lnTo>
                  <a:pt x="401203" y="248364"/>
                </a:lnTo>
                <a:cubicBezTo>
                  <a:pt x="412666" y="248364"/>
                  <a:pt x="420308" y="240722"/>
                  <a:pt x="420308" y="229259"/>
                </a:cubicBezTo>
                <a:lnTo>
                  <a:pt x="420308" y="191049"/>
                </a:lnTo>
                <a:cubicBezTo>
                  <a:pt x="420308" y="179586"/>
                  <a:pt x="412666" y="171944"/>
                  <a:pt x="401203" y="171944"/>
                </a:cubicBezTo>
                <a:close/>
                <a:moveTo>
                  <a:pt x="19105" y="38210"/>
                </a:moveTo>
                <a:lnTo>
                  <a:pt x="95525" y="38210"/>
                </a:lnTo>
                <a:lnTo>
                  <a:pt x="95525" y="57315"/>
                </a:lnTo>
                <a:lnTo>
                  <a:pt x="114630" y="57315"/>
                </a:lnTo>
                <a:lnTo>
                  <a:pt x="114630" y="38210"/>
                </a:lnTo>
                <a:lnTo>
                  <a:pt x="248364" y="38210"/>
                </a:lnTo>
                <a:lnTo>
                  <a:pt x="248364" y="57315"/>
                </a:lnTo>
                <a:lnTo>
                  <a:pt x="267469" y="57315"/>
                </a:lnTo>
                <a:lnTo>
                  <a:pt x="267469" y="38210"/>
                </a:lnTo>
                <a:lnTo>
                  <a:pt x="343889" y="38210"/>
                </a:lnTo>
                <a:lnTo>
                  <a:pt x="343889" y="95525"/>
                </a:lnTo>
                <a:lnTo>
                  <a:pt x="19105" y="95525"/>
                </a:lnTo>
                <a:lnTo>
                  <a:pt x="19105" y="38210"/>
                </a:lnTo>
                <a:close/>
                <a:moveTo>
                  <a:pt x="229259" y="305679"/>
                </a:moveTo>
                <a:lnTo>
                  <a:pt x="19105" y="305679"/>
                </a:lnTo>
                <a:lnTo>
                  <a:pt x="19105" y="114630"/>
                </a:lnTo>
                <a:lnTo>
                  <a:pt x="343889" y="114630"/>
                </a:lnTo>
                <a:lnTo>
                  <a:pt x="343889" y="171944"/>
                </a:lnTo>
                <a:lnTo>
                  <a:pt x="229259" y="171944"/>
                </a:lnTo>
                <a:cubicBezTo>
                  <a:pt x="217796" y="171944"/>
                  <a:pt x="210154" y="179586"/>
                  <a:pt x="210154" y="191049"/>
                </a:cubicBezTo>
                <a:lnTo>
                  <a:pt x="210154" y="229259"/>
                </a:lnTo>
                <a:cubicBezTo>
                  <a:pt x="210154" y="240722"/>
                  <a:pt x="217796" y="248364"/>
                  <a:pt x="229259" y="248364"/>
                </a:cubicBezTo>
                <a:lnTo>
                  <a:pt x="229259" y="305679"/>
                </a:lnTo>
                <a:close/>
                <a:moveTo>
                  <a:pt x="382098" y="420308"/>
                </a:moveTo>
                <a:lnTo>
                  <a:pt x="248364" y="420308"/>
                </a:lnTo>
                <a:lnTo>
                  <a:pt x="248364" y="248364"/>
                </a:lnTo>
                <a:lnTo>
                  <a:pt x="382098" y="248364"/>
                </a:lnTo>
                <a:lnTo>
                  <a:pt x="382098" y="420308"/>
                </a:lnTo>
                <a:close/>
                <a:moveTo>
                  <a:pt x="401203" y="229259"/>
                </a:moveTo>
                <a:lnTo>
                  <a:pt x="229259" y="229259"/>
                </a:lnTo>
                <a:lnTo>
                  <a:pt x="229259" y="191049"/>
                </a:lnTo>
                <a:lnTo>
                  <a:pt x="267469" y="191049"/>
                </a:lnTo>
                <a:lnTo>
                  <a:pt x="267469" y="210154"/>
                </a:lnTo>
                <a:lnTo>
                  <a:pt x="286574" y="210154"/>
                </a:lnTo>
                <a:lnTo>
                  <a:pt x="286574" y="191049"/>
                </a:lnTo>
                <a:lnTo>
                  <a:pt x="343889" y="191049"/>
                </a:lnTo>
                <a:lnTo>
                  <a:pt x="343889" y="210154"/>
                </a:lnTo>
                <a:lnTo>
                  <a:pt x="362993" y="210154"/>
                </a:lnTo>
                <a:lnTo>
                  <a:pt x="362993" y="191049"/>
                </a:lnTo>
                <a:lnTo>
                  <a:pt x="401203" y="191049"/>
                </a:lnTo>
                <a:lnTo>
                  <a:pt x="401203" y="229259"/>
                </a:lnTo>
                <a:close/>
                <a:moveTo>
                  <a:pt x="133734" y="171944"/>
                </a:moveTo>
                <a:lnTo>
                  <a:pt x="95525" y="171944"/>
                </a:lnTo>
                <a:cubicBezTo>
                  <a:pt x="84062" y="171944"/>
                  <a:pt x="76420" y="179586"/>
                  <a:pt x="76420" y="191049"/>
                </a:cubicBezTo>
                <a:lnTo>
                  <a:pt x="76420" y="229259"/>
                </a:lnTo>
                <a:cubicBezTo>
                  <a:pt x="76420" y="240722"/>
                  <a:pt x="84062" y="248364"/>
                  <a:pt x="95525" y="248364"/>
                </a:cubicBezTo>
                <a:lnTo>
                  <a:pt x="133734" y="248364"/>
                </a:lnTo>
                <a:cubicBezTo>
                  <a:pt x="145197" y="248364"/>
                  <a:pt x="152839" y="240722"/>
                  <a:pt x="152839" y="229259"/>
                </a:cubicBezTo>
                <a:lnTo>
                  <a:pt x="152839" y="191049"/>
                </a:lnTo>
                <a:cubicBezTo>
                  <a:pt x="152839" y="179586"/>
                  <a:pt x="145197" y="171944"/>
                  <a:pt x="133734" y="171944"/>
                </a:cubicBezTo>
                <a:close/>
                <a:moveTo>
                  <a:pt x="133734" y="229259"/>
                </a:moveTo>
                <a:lnTo>
                  <a:pt x="95525" y="229259"/>
                </a:lnTo>
                <a:lnTo>
                  <a:pt x="95525" y="191049"/>
                </a:lnTo>
                <a:lnTo>
                  <a:pt x="133734" y="191049"/>
                </a:lnTo>
                <a:lnTo>
                  <a:pt x="133734" y="22925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8" name="Graphic 176" descr="Specialty medicine icon.">
            <a:extLst>
              <a:ext uri="{FF2B5EF4-FFF2-40B4-BE49-F238E27FC236}">
                <a16:creationId xmlns:a16="http://schemas.microsoft.com/office/drawing/2014/main" id="{6E1FD257-FC72-4ECB-BEF8-382C04A206FA}"/>
              </a:ext>
            </a:extLst>
          </p:cNvPr>
          <p:cNvSpPr>
            <a:spLocks noChangeAspect="1"/>
          </p:cNvSpPr>
          <p:nvPr/>
        </p:nvSpPr>
        <p:spPr>
          <a:xfrm>
            <a:off x="5958911" y="2243735"/>
            <a:ext cx="267468" cy="458518"/>
          </a:xfrm>
          <a:custGeom>
            <a:avLst/>
            <a:gdLst>
              <a:gd name="connsiteX0" fmla="*/ 177676 w 267468"/>
              <a:gd name="connsiteY0" fmla="*/ 238811 h 458518"/>
              <a:gd name="connsiteX1" fmla="*/ 166213 w 267468"/>
              <a:gd name="connsiteY1" fmla="*/ 234990 h 458518"/>
              <a:gd name="connsiteX2" fmla="*/ 154750 w 267468"/>
              <a:gd name="connsiteY2" fmla="*/ 238811 h 458518"/>
              <a:gd name="connsiteX3" fmla="*/ 135645 w 267468"/>
              <a:gd name="connsiteY3" fmla="*/ 257916 h 458518"/>
              <a:gd name="connsiteX4" fmla="*/ 116540 w 267468"/>
              <a:gd name="connsiteY4" fmla="*/ 238811 h 458518"/>
              <a:gd name="connsiteX5" fmla="*/ 105077 w 267468"/>
              <a:gd name="connsiteY5" fmla="*/ 234990 h 458518"/>
              <a:gd name="connsiteX6" fmla="*/ 93614 w 267468"/>
              <a:gd name="connsiteY6" fmla="*/ 238811 h 458518"/>
              <a:gd name="connsiteX7" fmla="*/ 68778 w 267468"/>
              <a:gd name="connsiteY7" fmla="*/ 261737 h 458518"/>
              <a:gd name="connsiteX8" fmla="*/ 68778 w 267468"/>
              <a:gd name="connsiteY8" fmla="*/ 284663 h 458518"/>
              <a:gd name="connsiteX9" fmla="*/ 135645 w 267468"/>
              <a:gd name="connsiteY9" fmla="*/ 351530 h 458518"/>
              <a:gd name="connsiteX10" fmla="*/ 202512 w 267468"/>
              <a:gd name="connsiteY10" fmla="*/ 284663 h 458518"/>
              <a:gd name="connsiteX11" fmla="*/ 202512 w 267468"/>
              <a:gd name="connsiteY11" fmla="*/ 261737 h 458518"/>
              <a:gd name="connsiteX12" fmla="*/ 202512 w 267468"/>
              <a:gd name="connsiteY12" fmla="*/ 261737 h 458518"/>
              <a:gd name="connsiteX13" fmla="*/ 177676 w 267468"/>
              <a:gd name="connsiteY13" fmla="*/ 238811 h 458518"/>
              <a:gd name="connsiteX14" fmla="*/ 261737 w 267468"/>
              <a:gd name="connsiteY14" fmla="*/ 171944 h 458518"/>
              <a:gd name="connsiteX15" fmla="*/ 210154 w 267468"/>
              <a:gd name="connsiteY15" fmla="*/ 129913 h 458518"/>
              <a:gd name="connsiteX16" fmla="*/ 210154 w 267468"/>
              <a:gd name="connsiteY16" fmla="*/ 95525 h 458518"/>
              <a:gd name="connsiteX17" fmla="*/ 229259 w 267468"/>
              <a:gd name="connsiteY17" fmla="*/ 76420 h 458518"/>
              <a:gd name="connsiteX18" fmla="*/ 229259 w 267468"/>
              <a:gd name="connsiteY18" fmla="*/ 19105 h 458518"/>
              <a:gd name="connsiteX19" fmla="*/ 210154 w 267468"/>
              <a:gd name="connsiteY19" fmla="*/ 0 h 458518"/>
              <a:gd name="connsiteX20" fmla="*/ 61136 w 267468"/>
              <a:gd name="connsiteY20" fmla="*/ 0 h 458518"/>
              <a:gd name="connsiteX21" fmla="*/ 38210 w 267468"/>
              <a:gd name="connsiteY21" fmla="*/ 22926 h 458518"/>
              <a:gd name="connsiteX22" fmla="*/ 38210 w 267468"/>
              <a:gd name="connsiteY22" fmla="*/ 22926 h 458518"/>
              <a:gd name="connsiteX23" fmla="*/ 38210 w 267468"/>
              <a:gd name="connsiteY23" fmla="*/ 76420 h 458518"/>
              <a:gd name="connsiteX24" fmla="*/ 57315 w 267468"/>
              <a:gd name="connsiteY24" fmla="*/ 95525 h 458518"/>
              <a:gd name="connsiteX25" fmla="*/ 57315 w 267468"/>
              <a:gd name="connsiteY25" fmla="*/ 129913 h 458518"/>
              <a:gd name="connsiteX26" fmla="*/ 5731 w 267468"/>
              <a:gd name="connsiteY26" fmla="*/ 171944 h 458518"/>
              <a:gd name="connsiteX27" fmla="*/ 0 w 267468"/>
              <a:gd name="connsiteY27" fmla="*/ 187228 h 458518"/>
              <a:gd name="connsiteX28" fmla="*/ 0 w 267468"/>
              <a:gd name="connsiteY28" fmla="*/ 439413 h 458518"/>
              <a:gd name="connsiteX29" fmla="*/ 19105 w 267468"/>
              <a:gd name="connsiteY29" fmla="*/ 458518 h 458518"/>
              <a:gd name="connsiteX30" fmla="*/ 248364 w 267468"/>
              <a:gd name="connsiteY30" fmla="*/ 458518 h 458518"/>
              <a:gd name="connsiteX31" fmla="*/ 267469 w 267468"/>
              <a:gd name="connsiteY31" fmla="*/ 439413 h 458518"/>
              <a:gd name="connsiteX32" fmla="*/ 267469 w 267468"/>
              <a:gd name="connsiteY32" fmla="*/ 187228 h 458518"/>
              <a:gd name="connsiteX33" fmla="*/ 261737 w 267468"/>
              <a:gd name="connsiteY33" fmla="*/ 171944 h 458518"/>
              <a:gd name="connsiteX34" fmla="*/ 57315 w 267468"/>
              <a:gd name="connsiteY34" fmla="*/ 22926 h 458518"/>
              <a:gd name="connsiteX35" fmla="*/ 59225 w 267468"/>
              <a:gd name="connsiteY35" fmla="*/ 19105 h 458518"/>
              <a:gd name="connsiteX36" fmla="*/ 59225 w 267468"/>
              <a:gd name="connsiteY36" fmla="*/ 19105 h 458518"/>
              <a:gd name="connsiteX37" fmla="*/ 210154 w 267468"/>
              <a:gd name="connsiteY37" fmla="*/ 19105 h 458518"/>
              <a:gd name="connsiteX38" fmla="*/ 210154 w 267468"/>
              <a:gd name="connsiteY38" fmla="*/ 76420 h 458518"/>
              <a:gd name="connsiteX39" fmla="*/ 57315 w 267468"/>
              <a:gd name="connsiteY39" fmla="*/ 76420 h 458518"/>
              <a:gd name="connsiteX40" fmla="*/ 57315 w 267468"/>
              <a:gd name="connsiteY40" fmla="*/ 22926 h 458518"/>
              <a:gd name="connsiteX41" fmla="*/ 19105 w 267468"/>
              <a:gd name="connsiteY41" fmla="*/ 439413 h 458518"/>
              <a:gd name="connsiteX42" fmla="*/ 19105 w 267468"/>
              <a:gd name="connsiteY42" fmla="*/ 187228 h 458518"/>
              <a:gd name="connsiteX43" fmla="*/ 70688 w 267468"/>
              <a:gd name="connsiteY43" fmla="*/ 145197 h 458518"/>
              <a:gd name="connsiteX44" fmla="*/ 76420 w 267468"/>
              <a:gd name="connsiteY44" fmla="*/ 129913 h 458518"/>
              <a:gd name="connsiteX45" fmla="*/ 76420 w 267468"/>
              <a:gd name="connsiteY45" fmla="*/ 95525 h 458518"/>
              <a:gd name="connsiteX46" fmla="*/ 191049 w 267468"/>
              <a:gd name="connsiteY46" fmla="*/ 95525 h 458518"/>
              <a:gd name="connsiteX47" fmla="*/ 191049 w 267468"/>
              <a:gd name="connsiteY47" fmla="*/ 129913 h 458518"/>
              <a:gd name="connsiteX48" fmla="*/ 198691 w 267468"/>
              <a:gd name="connsiteY48" fmla="*/ 145197 h 458518"/>
              <a:gd name="connsiteX49" fmla="*/ 248364 w 267468"/>
              <a:gd name="connsiteY49" fmla="*/ 187228 h 458518"/>
              <a:gd name="connsiteX50" fmla="*/ 248364 w 267468"/>
              <a:gd name="connsiteY50" fmla="*/ 439413 h 458518"/>
              <a:gd name="connsiteX51" fmla="*/ 19105 w 267468"/>
              <a:gd name="connsiteY51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67468" h="458518">
                <a:moveTo>
                  <a:pt x="177676" y="238811"/>
                </a:moveTo>
                <a:cubicBezTo>
                  <a:pt x="173855" y="234990"/>
                  <a:pt x="170034" y="234990"/>
                  <a:pt x="166213" y="234990"/>
                </a:cubicBezTo>
                <a:cubicBezTo>
                  <a:pt x="162392" y="234990"/>
                  <a:pt x="156660" y="236901"/>
                  <a:pt x="154750" y="238811"/>
                </a:cubicBezTo>
                <a:lnTo>
                  <a:pt x="135645" y="257916"/>
                </a:lnTo>
                <a:lnTo>
                  <a:pt x="116540" y="238811"/>
                </a:lnTo>
                <a:cubicBezTo>
                  <a:pt x="112719" y="234990"/>
                  <a:pt x="108898" y="233080"/>
                  <a:pt x="105077" y="234990"/>
                </a:cubicBezTo>
                <a:cubicBezTo>
                  <a:pt x="101256" y="234990"/>
                  <a:pt x="95525" y="236901"/>
                  <a:pt x="93614" y="238811"/>
                </a:cubicBezTo>
                <a:lnTo>
                  <a:pt x="68778" y="261737"/>
                </a:lnTo>
                <a:cubicBezTo>
                  <a:pt x="63046" y="267469"/>
                  <a:pt x="63046" y="278932"/>
                  <a:pt x="68778" y="284663"/>
                </a:cubicBezTo>
                <a:lnTo>
                  <a:pt x="135645" y="351530"/>
                </a:lnTo>
                <a:lnTo>
                  <a:pt x="202512" y="284663"/>
                </a:lnTo>
                <a:cubicBezTo>
                  <a:pt x="208244" y="278932"/>
                  <a:pt x="210154" y="267469"/>
                  <a:pt x="202512" y="261737"/>
                </a:cubicBezTo>
                <a:cubicBezTo>
                  <a:pt x="202512" y="261737"/>
                  <a:pt x="202512" y="261737"/>
                  <a:pt x="202512" y="261737"/>
                </a:cubicBezTo>
                <a:lnTo>
                  <a:pt x="177676" y="238811"/>
                </a:lnTo>
                <a:close/>
                <a:moveTo>
                  <a:pt x="261737" y="171944"/>
                </a:moveTo>
                <a:lnTo>
                  <a:pt x="210154" y="129913"/>
                </a:lnTo>
                <a:lnTo>
                  <a:pt x="210154" y="95525"/>
                </a:lnTo>
                <a:cubicBezTo>
                  <a:pt x="221617" y="95525"/>
                  <a:pt x="229259" y="87883"/>
                  <a:pt x="229259" y="76420"/>
                </a:cubicBezTo>
                <a:lnTo>
                  <a:pt x="229259" y="19105"/>
                </a:lnTo>
                <a:cubicBezTo>
                  <a:pt x="229259" y="7642"/>
                  <a:pt x="221617" y="0"/>
                  <a:pt x="210154" y="0"/>
                </a:cubicBezTo>
                <a:lnTo>
                  <a:pt x="61136" y="0"/>
                </a:lnTo>
                <a:cubicBezTo>
                  <a:pt x="47762" y="0"/>
                  <a:pt x="38210" y="9552"/>
                  <a:pt x="38210" y="22926"/>
                </a:cubicBezTo>
                <a:cubicBezTo>
                  <a:pt x="38210" y="22926"/>
                  <a:pt x="38210" y="22926"/>
                  <a:pt x="38210" y="22926"/>
                </a:cubicBezTo>
                <a:lnTo>
                  <a:pt x="38210" y="76420"/>
                </a:lnTo>
                <a:cubicBezTo>
                  <a:pt x="38210" y="87883"/>
                  <a:pt x="45852" y="95525"/>
                  <a:pt x="57315" y="95525"/>
                </a:cubicBezTo>
                <a:lnTo>
                  <a:pt x="57315" y="129913"/>
                </a:lnTo>
                <a:lnTo>
                  <a:pt x="5731" y="171944"/>
                </a:lnTo>
                <a:cubicBezTo>
                  <a:pt x="1910" y="175765"/>
                  <a:pt x="0" y="181497"/>
                  <a:pt x="0" y="187228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187228"/>
                </a:lnTo>
                <a:cubicBezTo>
                  <a:pt x="267469" y="181497"/>
                  <a:pt x="265558" y="175765"/>
                  <a:pt x="261737" y="171944"/>
                </a:cubicBezTo>
                <a:close/>
                <a:moveTo>
                  <a:pt x="57315" y="22926"/>
                </a:moveTo>
                <a:cubicBezTo>
                  <a:pt x="57315" y="21015"/>
                  <a:pt x="59225" y="19105"/>
                  <a:pt x="59225" y="19105"/>
                </a:cubicBezTo>
                <a:cubicBezTo>
                  <a:pt x="59225" y="19105"/>
                  <a:pt x="59225" y="19105"/>
                  <a:pt x="59225" y="19105"/>
                </a:cubicBezTo>
                <a:lnTo>
                  <a:pt x="210154" y="19105"/>
                </a:lnTo>
                <a:lnTo>
                  <a:pt x="210154" y="76420"/>
                </a:lnTo>
                <a:lnTo>
                  <a:pt x="57315" y="76420"/>
                </a:lnTo>
                <a:lnTo>
                  <a:pt x="57315" y="22926"/>
                </a:lnTo>
                <a:close/>
                <a:moveTo>
                  <a:pt x="19105" y="439413"/>
                </a:moveTo>
                <a:lnTo>
                  <a:pt x="19105" y="187228"/>
                </a:lnTo>
                <a:lnTo>
                  <a:pt x="70688" y="145197"/>
                </a:lnTo>
                <a:cubicBezTo>
                  <a:pt x="74509" y="141376"/>
                  <a:pt x="76420" y="135645"/>
                  <a:pt x="76420" y="129913"/>
                </a:cubicBezTo>
                <a:lnTo>
                  <a:pt x="76420" y="95525"/>
                </a:lnTo>
                <a:lnTo>
                  <a:pt x="191049" y="95525"/>
                </a:lnTo>
                <a:lnTo>
                  <a:pt x="191049" y="129913"/>
                </a:lnTo>
                <a:cubicBezTo>
                  <a:pt x="191049" y="135645"/>
                  <a:pt x="192960" y="141376"/>
                  <a:pt x="198691" y="145197"/>
                </a:cubicBezTo>
                <a:lnTo>
                  <a:pt x="248364" y="187228"/>
                </a:lnTo>
                <a:lnTo>
                  <a:pt x="248364" y="439413"/>
                </a:lnTo>
                <a:lnTo>
                  <a:pt x="19105" y="4394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Graphic 65" descr="Medicine bottle and cup icon.">
            <a:extLst>
              <a:ext uri="{FF2B5EF4-FFF2-40B4-BE49-F238E27FC236}">
                <a16:creationId xmlns:a16="http://schemas.microsoft.com/office/drawing/2014/main" id="{B4409F14-ACDA-4F48-AAD2-0E810FD3BD7F}"/>
              </a:ext>
            </a:extLst>
          </p:cNvPr>
          <p:cNvSpPr/>
          <p:nvPr/>
        </p:nvSpPr>
        <p:spPr>
          <a:xfrm>
            <a:off x="7168759" y="2242987"/>
            <a:ext cx="306006" cy="459266"/>
          </a:xfrm>
          <a:custGeom>
            <a:avLst/>
            <a:gdLst>
              <a:gd name="connsiteX0" fmla="*/ 127829 w 306006"/>
              <a:gd name="connsiteY0" fmla="*/ 459266 h 459266"/>
              <a:gd name="connsiteX1" fmla="*/ 247430 w 306006"/>
              <a:gd name="connsiteY1" fmla="*/ 459266 h 459266"/>
              <a:gd name="connsiteX2" fmla="*/ 265800 w 306006"/>
              <a:gd name="connsiteY2" fmla="*/ 445488 h 459266"/>
              <a:gd name="connsiteX3" fmla="*/ 305221 w 306006"/>
              <a:gd name="connsiteY3" fmla="*/ 311535 h 459266"/>
              <a:gd name="connsiteX4" fmla="*/ 302159 w 306006"/>
              <a:gd name="connsiteY4" fmla="*/ 294696 h 459266"/>
              <a:gd name="connsiteX5" fmla="*/ 286850 w 306006"/>
              <a:gd name="connsiteY5" fmla="*/ 287041 h 459266"/>
              <a:gd name="connsiteX6" fmla="*/ 267522 w 306006"/>
              <a:gd name="connsiteY6" fmla="*/ 287041 h 459266"/>
              <a:gd name="connsiteX7" fmla="*/ 267522 w 306006"/>
              <a:gd name="connsiteY7" fmla="*/ 186194 h 459266"/>
              <a:gd name="connsiteX8" fmla="*/ 261016 w 306006"/>
              <a:gd name="connsiteY8" fmla="*/ 171651 h 459266"/>
              <a:gd name="connsiteX9" fmla="*/ 210306 w 306006"/>
              <a:gd name="connsiteY9" fmla="*/ 127829 h 459266"/>
              <a:gd name="connsiteX10" fmla="*/ 210306 w 306006"/>
              <a:gd name="connsiteY10" fmla="*/ 105248 h 459266"/>
              <a:gd name="connsiteX11" fmla="*/ 229250 w 306006"/>
              <a:gd name="connsiteY11" fmla="*/ 84964 h 459266"/>
              <a:gd name="connsiteX12" fmla="*/ 229250 w 306006"/>
              <a:gd name="connsiteY12" fmla="*/ 20284 h 459266"/>
              <a:gd name="connsiteX13" fmla="*/ 210114 w 306006"/>
              <a:gd name="connsiteY13" fmla="*/ 0 h 459266"/>
              <a:gd name="connsiteX14" fmla="*/ 60470 w 306006"/>
              <a:gd name="connsiteY14" fmla="*/ 0 h 459266"/>
              <a:gd name="connsiteX15" fmla="*/ 38464 w 306006"/>
              <a:gd name="connsiteY15" fmla="*/ 23537 h 459266"/>
              <a:gd name="connsiteX16" fmla="*/ 38464 w 306006"/>
              <a:gd name="connsiteY16" fmla="*/ 84773 h 459266"/>
              <a:gd name="connsiteX17" fmla="*/ 57408 w 306006"/>
              <a:gd name="connsiteY17" fmla="*/ 105057 h 459266"/>
              <a:gd name="connsiteX18" fmla="*/ 57408 w 306006"/>
              <a:gd name="connsiteY18" fmla="*/ 129360 h 459266"/>
              <a:gd name="connsiteX19" fmla="*/ 6889 w 306006"/>
              <a:gd name="connsiteY19" fmla="*/ 171459 h 459266"/>
              <a:gd name="connsiteX20" fmla="*/ 0 w 306006"/>
              <a:gd name="connsiteY20" fmla="*/ 186194 h 459266"/>
              <a:gd name="connsiteX21" fmla="*/ 0 w 306006"/>
              <a:gd name="connsiteY21" fmla="*/ 440130 h 459266"/>
              <a:gd name="connsiteX22" fmla="*/ 19136 w 306006"/>
              <a:gd name="connsiteY22" fmla="*/ 459266 h 459266"/>
              <a:gd name="connsiteX23" fmla="*/ 120940 w 306006"/>
              <a:gd name="connsiteY23" fmla="*/ 459266 h 459266"/>
              <a:gd name="connsiteX24" fmla="*/ 57600 w 306006"/>
              <a:gd name="connsiteY24" fmla="*/ 23537 h 459266"/>
              <a:gd name="connsiteX25" fmla="*/ 60470 w 306006"/>
              <a:gd name="connsiteY25" fmla="*/ 19136 h 459266"/>
              <a:gd name="connsiteX26" fmla="*/ 210306 w 306006"/>
              <a:gd name="connsiteY26" fmla="*/ 19136 h 459266"/>
              <a:gd name="connsiteX27" fmla="*/ 210306 w 306006"/>
              <a:gd name="connsiteY27" fmla="*/ 86112 h 459266"/>
              <a:gd name="connsiteX28" fmla="*/ 57600 w 306006"/>
              <a:gd name="connsiteY28" fmla="*/ 84964 h 459266"/>
              <a:gd name="connsiteX29" fmla="*/ 57600 w 306006"/>
              <a:gd name="connsiteY29" fmla="*/ 23537 h 459266"/>
              <a:gd name="connsiteX30" fmla="*/ 19136 w 306006"/>
              <a:gd name="connsiteY30" fmla="*/ 186194 h 459266"/>
              <a:gd name="connsiteX31" fmla="*/ 69655 w 306006"/>
              <a:gd name="connsiteY31" fmla="*/ 144095 h 459266"/>
              <a:gd name="connsiteX32" fmla="*/ 76544 w 306006"/>
              <a:gd name="connsiteY32" fmla="*/ 129360 h 459266"/>
              <a:gd name="connsiteX33" fmla="*/ 76544 w 306006"/>
              <a:gd name="connsiteY33" fmla="*/ 105057 h 459266"/>
              <a:gd name="connsiteX34" fmla="*/ 191361 w 306006"/>
              <a:gd name="connsiteY34" fmla="*/ 105057 h 459266"/>
              <a:gd name="connsiteX35" fmla="*/ 191361 w 306006"/>
              <a:gd name="connsiteY35" fmla="*/ 127638 h 459266"/>
              <a:gd name="connsiteX36" fmla="*/ 198058 w 306006"/>
              <a:gd name="connsiteY36" fmla="*/ 142181 h 459266"/>
              <a:gd name="connsiteX37" fmla="*/ 248769 w 306006"/>
              <a:gd name="connsiteY37" fmla="*/ 186003 h 459266"/>
              <a:gd name="connsiteX38" fmla="*/ 248769 w 306006"/>
              <a:gd name="connsiteY38" fmla="*/ 286850 h 459266"/>
              <a:gd name="connsiteX39" fmla="*/ 88409 w 306006"/>
              <a:gd name="connsiteY39" fmla="*/ 286850 h 459266"/>
              <a:gd name="connsiteX40" fmla="*/ 73100 w 306006"/>
              <a:gd name="connsiteY40" fmla="*/ 294504 h 459266"/>
              <a:gd name="connsiteX41" fmla="*/ 70038 w 306006"/>
              <a:gd name="connsiteY41" fmla="*/ 311344 h 459266"/>
              <a:gd name="connsiteX42" fmla="*/ 107928 w 306006"/>
              <a:gd name="connsiteY42" fmla="*/ 439939 h 459266"/>
              <a:gd name="connsiteX43" fmla="*/ 19136 w 306006"/>
              <a:gd name="connsiteY43" fmla="*/ 439939 h 459266"/>
              <a:gd name="connsiteX44" fmla="*/ 19136 w 306006"/>
              <a:gd name="connsiteY44" fmla="*/ 186194 h 459266"/>
              <a:gd name="connsiteX45" fmla="*/ 247430 w 306006"/>
              <a:gd name="connsiteY45" fmla="*/ 440130 h 459266"/>
              <a:gd name="connsiteX46" fmla="*/ 127829 w 306006"/>
              <a:gd name="connsiteY46" fmla="*/ 440130 h 459266"/>
              <a:gd name="connsiteX47" fmla="*/ 122280 w 306006"/>
              <a:gd name="connsiteY47" fmla="*/ 420994 h 459266"/>
              <a:gd name="connsiteX48" fmla="*/ 210497 w 306006"/>
              <a:gd name="connsiteY48" fmla="*/ 420994 h 459266"/>
              <a:gd name="connsiteX49" fmla="*/ 210497 w 306006"/>
              <a:gd name="connsiteY49" fmla="*/ 401858 h 459266"/>
              <a:gd name="connsiteX50" fmla="*/ 116539 w 306006"/>
              <a:gd name="connsiteY50" fmla="*/ 401858 h 459266"/>
              <a:gd name="connsiteX51" fmla="*/ 110989 w 306006"/>
              <a:gd name="connsiteY51" fmla="*/ 382722 h 459266"/>
              <a:gd name="connsiteX52" fmla="*/ 172225 w 306006"/>
              <a:gd name="connsiteY52" fmla="*/ 382722 h 459266"/>
              <a:gd name="connsiteX53" fmla="*/ 172225 w 306006"/>
              <a:gd name="connsiteY53" fmla="*/ 363586 h 459266"/>
              <a:gd name="connsiteX54" fmla="*/ 105248 w 306006"/>
              <a:gd name="connsiteY54" fmla="*/ 363586 h 459266"/>
              <a:gd name="connsiteX55" fmla="*/ 99699 w 306006"/>
              <a:gd name="connsiteY55" fmla="*/ 344450 h 459266"/>
              <a:gd name="connsiteX56" fmla="*/ 191361 w 306006"/>
              <a:gd name="connsiteY56" fmla="*/ 344450 h 459266"/>
              <a:gd name="connsiteX57" fmla="*/ 191361 w 306006"/>
              <a:gd name="connsiteY57" fmla="*/ 325313 h 459266"/>
              <a:gd name="connsiteX58" fmla="*/ 93958 w 306006"/>
              <a:gd name="connsiteY58" fmla="*/ 325313 h 459266"/>
              <a:gd name="connsiteX59" fmla="*/ 88409 w 306006"/>
              <a:gd name="connsiteY59" fmla="*/ 306177 h 459266"/>
              <a:gd name="connsiteX60" fmla="*/ 287041 w 306006"/>
              <a:gd name="connsiteY60" fmla="*/ 306177 h 459266"/>
              <a:gd name="connsiteX61" fmla="*/ 247430 w 306006"/>
              <a:gd name="connsiteY61" fmla="*/ 440130 h 45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06006" h="459266">
                <a:moveTo>
                  <a:pt x="127829" y="459266"/>
                </a:moveTo>
                <a:lnTo>
                  <a:pt x="247430" y="459266"/>
                </a:lnTo>
                <a:cubicBezTo>
                  <a:pt x="255849" y="459266"/>
                  <a:pt x="263313" y="453717"/>
                  <a:pt x="265800" y="445488"/>
                </a:cubicBezTo>
                <a:lnTo>
                  <a:pt x="305221" y="311535"/>
                </a:lnTo>
                <a:cubicBezTo>
                  <a:pt x="306943" y="305603"/>
                  <a:pt x="305795" y="299480"/>
                  <a:pt x="302159" y="294696"/>
                </a:cubicBezTo>
                <a:cubicBezTo>
                  <a:pt x="298523" y="289912"/>
                  <a:pt x="292973" y="287041"/>
                  <a:pt x="286850" y="287041"/>
                </a:cubicBezTo>
                <a:lnTo>
                  <a:pt x="267522" y="287041"/>
                </a:lnTo>
                <a:lnTo>
                  <a:pt x="267522" y="186194"/>
                </a:lnTo>
                <a:cubicBezTo>
                  <a:pt x="267522" y="180645"/>
                  <a:pt x="265226" y="175287"/>
                  <a:pt x="261016" y="171651"/>
                </a:cubicBezTo>
                <a:lnTo>
                  <a:pt x="210306" y="127829"/>
                </a:lnTo>
                <a:lnTo>
                  <a:pt x="210306" y="105248"/>
                </a:lnTo>
                <a:cubicBezTo>
                  <a:pt x="220830" y="105248"/>
                  <a:pt x="229250" y="96063"/>
                  <a:pt x="229250" y="84964"/>
                </a:cubicBezTo>
                <a:lnTo>
                  <a:pt x="229250" y="20284"/>
                </a:lnTo>
                <a:cubicBezTo>
                  <a:pt x="229250" y="8994"/>
                  <a:pt x="220639" y="0"/>
                  <a:pt x="210114" y="0"/>
                </a:cubicBezTo>
                <a:lnTo>
                  <a:pt x="60470" y="0"/>
                </a:lnTo>
                <a:cubicBezTo>
                  <a:pt x="48414" y="0"/>
                  <a:pt x="38464" y="10525"/>
                  <a:pt x="38464" y="23537"/>
                </a:cubicBezTo>
                <a:lnTo>
                  <a:pt x="38464" y="84773"/>
                </a:lnTo>
                <a:cubicBezTo>
                  <a:pt x="38464" y="95872"/>
                  <a:pt x="46883" y="104866"/>
                  <a:pt x="57408" y="105057"/>
                </a:cubicBezTo>
                <a:lnTo>
                  <a:pt x="57408" y="129360"/>
                </a:lnTo>
                <a:lnTo>
                  <a:pt x="6889" y="171459"/>
                </a:lnTo>
                <a:cubicBezTo>
                  <a:pt x="2488" y="175095"/>
                  <a:pt x="0" y="180453"/>
                  <a:pt x="0" y="186194"/>
                </a:cubicBezTo>
                <a:lnTo>
                  <a:pt x="0" y="440130"/>
                </a:lnTo>
                <a:cubicBezTo>
                  <a:pt x="0" y="450655"/>
                  <a:pt x="8611" y="459266"/>
                  <a:pt x="19136" y="459266"/>
                </a:cubicBezTo>
                <a:lnTo>
                  <a:pt x="120940" y="459266"/>
                </a:lnTo>
                <a:moveTo>
                  <a:pt x="57600" y="23537"/>
                </a:moveTo>
                <a:cubicBezTo>
                  <a:pt x="57600" y="21050"/>
                  <a:pt x="59131" y="19136"/>
                  <a:pt x="60470" y="19136"/>
                </a:cubicBezTo>
                <a:lnTo>
                  <a:pt x="210306" y="19136"/>
                </a:lnTo>
                <a:lnTo>
                  <a:pt x="210306" y="86112"/>
                </a:lnTo>
                <a:lnTo>
                  <a:pt x="57600" y="84964"/>
                </a:lnTo>
                <a:lnTo>
                  <a:pt x="57600" y="23537"/>
                </a:lnTo>
                <a:close/>
                <a:moveTo>
                  <a:pt x="19136" y="186194"/>
                </a:moveTo>
                <a:lnTo>
                  <a:pt x="69655" y="144095"/>
                </a:lnTo>
                <a:cubicBezTo>
                  <a:pt x="74057" y="140459"/>
                  <a:pt x="76544" y="135101"/>
                  <a:pt x="76544" y="129360"/>
                </a:cubicBezTo>
                <a:lnTo>
                  <a:pt x="76544" y="105057"/>
                </a:lnTo>
                <a:lnTo>
                  <a:pt x="191361" y="105057"/>
                </a:lnTo>
                <a:lnTo>
                  <a:pt x="191361" y="127638"/>
                </a:lnTo>
                <a:cubicBezTo>
                  <a:pt x="191361" y="133187"/>
                  <a:pt x="193849" y="138545"/>
                  <a:pt x="198058" y="142181"/>
                </a:cubicBezTo>
                <a:lnTo>
                  <a:pt x="248769" y="186003"/>
                </a:lnTo>
                <a:lnTo>
                  <a:pt x="248769" y="286850"/>
                </a:lnTo>
                <a:lnTo>
                  <a:pt x="88409" y="286850"/>
                </a:lnTo>
                <a:cubicBezTo>
                  <a:pt x="82285" y="286850"/>
                  <a:pt x="76736" y="289720"/>
                  <a:pt x="73100" y="294504"/>
                </a:cubicBezTo>
                <a:cubicBezTo>
                  <a:pt x="69464" y="299480"/>
                  <a:pt x="68316" y="305603"/>
                  <a:pt x="70038" y="311344"/>
                </a:cubicBezTo>
                <a:lnTo>
                  <a:pt x="107928" y="439939"/>
                </a:lnTo>
                <a:lnTo>
                  <a:pt x="19136" y="439939"/>
                </a:lnTo>
                <a:lnTo>
                  <a:pt x="19136" y="186194"/>
                </a:lnTo>
                <a:close/>
                <a:moveTo>
                  <a:pt x="247430" y="440130"/>
                </a:moveTo>
                <a:lnTo>
                  <a:pt x="127829" y="440130"/>
                </a:lnTo>
                <a:lnTo>
                  <a:pt x="122280" y="420994"/>
                </a:lnTo>
                <a:lnTo>
                  <a:pt x="210497" y="420994"/>
                </a:lnTo>
                <a:lnTo>
                  <a:pt x="210497" y="401858"/>
                </a:lnTo>
                <a:lnTo>
                  <a:pt x="116539" y="401858"/>
                </a:lnTo>
                <a:lnTo>
                  <a:pt x="110989" y="382722"/>
                </a:lnTo>
                <a:lnTo>
                  <a:pt x="172225" y="382722"/>
                </a:lnTo>
                <a:lnTo>
                  <a:pt x="172225" y="363586"/>
                </a:lnTo>
                <a:lnTo>
                  <a:pt x="105248" y="363586"/>
                </a:lnTo>
                <a:lnTo>
                  <a:pt x="99699" y="344450"/>
                </a:lnTo>
                <a:lnTo>
                  <a:pt x="191361" y="344450"/>
                </a:lnTo>
                <a:lnTo>
                  <a:pt x="191361" y="325313"/>
                </a:lnTo>
                <a:lnTo>
                  <a:pt x="93958" y="325313"/>
                </a:lnTo>
                <a:lnTo>
                  <a:pt x="88409" y="306177"/>
                </a:lnTo>
                <a:lnTo>
                  <a:pt x="287041" y="306177"/>
                </a:lnTo>
                <a:lnTo>
                  <a:pt x="247430" y="44013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0" name="Graphic 168" descr="Prescription bag icon.">
            <a:extLst>
              <a:ext uri="{FF2B5EF4-FFF2-40B4-BE49-F238E27FC236}">
                <a16:creationId xmlns:a16="http://schemas.microsoft.com/office/drawing/2014/main" id="{EFB31679-6E88-46EF-8037-8E378E2DED7D}"/>
              </a:ext>
            </a:extLst>
          </p:cNvPr>
          <p:cNvSpPr>
            <a:spLocks noChangeAspect="1"/>
          </p:cNvSpPr>
          <p:nvPr/>
        </p:nvSpPr>
        <p:spPr>
          <a:xfrm>
            <a:off x="8351179" y="2357318"/>
            <a:ext cx="384008" cy="421741"/>
          </a:xfrm>
          <a:custGeom>
            <a:avLst/>
            <a:gdLst>
              <a:gd name="connsiteX0" fmla="*/ 187228 w 384008"/>
              <a:gd name="connsiteY0" fmla="*/ 146630 h 421741"/>
              <a:gd name="connsiteX1" fmla="*/ 175765 w 384008"/>
              <a:gd name="connsiteY1" fmla="*/ 142809 h 421741"/>
              <a:gd name="connsiteX2" fmla="*/ 164302 w 384008"/>
              <a:gd name="connsiteY2" fmla="*/ 146630 h 421741"/>
              <a:gd name="connsiteX3" fmla="*/ 145197 w 384008"/>
              <a:gd name="connsiteY3" fmla="*/ 165735 h 421741"/>
              <a:gd name="connsiteX4" fmla="*/ 126092 w 384008"/>
              <a:gd name="connsiteY4" fmla="*/ 146630 h 421741"/>
              <a:gd name="connsiteX5" fmla="*/ 112719 w 384008"/>
              <a:gd name="connsiteY5" fmla="*/ 142809 h 421741"/>
              <a:gd name="connsiteX6" fmla="*/ 101256 w 384008"/>
              <a:gd name="connsiteY6" fmla="*/ 146630 h 421741"/>
              <a:gd name="connsiteX7" fmla="*/ 76420 w 384008"/>
              <a:gd name="connsiteY7" fmla="*/ 171467 h 421741"/>
              <a:gd name="connsiteX8" fmla="*/ 76420 w 384008"/>
              <a:gd name="connsiteY8" fmla="*/ 194393 h 421741"/>
              <a:gd name="connsiteX9" fmla="*/ 76420 w 384008"/>
              <a:gd name="connsiteY9" fmla="*/ 194393 h 421741"/>
              <a:gd name="connsiteX10" fmla="*/ 143287 w 384008"/>
              <a:gd name="connsiteY10" fmla="*/ 261260 h 421741"/>
              <a:gd name="connsiteX11" fmla="*/ 210154 w 384008"/>
              <a:gd name="connsiteY11" fmla="*/ 194393 h 421741"/>
              <a:gd name="connsiteX12" fmla="*/ 210154 w 384008"/>
              <a:gd name="connsiteY12" fmla="*/ 171467 h 421741"/>
              <a:gd name="connsiteX13" fmla="*/ 210154 w 384008"/>
              <a:gd name="connsiteY13" fmla="*/ 171467 h 421741"/>
              <a:gd name="connsiteX14" fmla="*/ 187228 w 384008"/>
              <a:gd name="connsiteY14" fmla="*/ 146630 h 421741"/>
              <a:gd name="connsiteX15" fmla="*/ 267469 w 384008"/>
              <a:gd name="connsiteY15" fmla="*/ 116062 h 421741"/>
              <a:gd name="connsiteX16" fmla="*/ 343889 w 384008"/>
              <a:gd name="connsiteY16" fmla="*/ 116062 h 421741"/>
              <a:gd name="connsiteX17" fmla="*/ 343889 w 384008"/>
              <a:gd name="connsiteY17" fmla="*/ 135167 h 421741"/>
              <a:gd name="connsiteX18" fmla="*/ 267469 w 384008"/>
              <a:gd name="connsiteY18" fmla="*/ 135167 h 421741"/>
              <a:gd name="connsiteX19" fmla="*/ 267469 w 384008"/>
              <a:gd name="connsiteY19" fmla="*/ 116062 h 421741"/>
              <a:gd name="connsiteX20" fmla="*/ 267469 w 384008"/>
              <a:gd name="connsiteY20" fmla="*/ 211587 h 421741"/>
              <a:gd name="connsiteX21" fmla="*/ 324784 w 384008"/>
              <a:gd name="connsiteY21" fmla="*/ 211587 h 421741"/>
              <a:gd name="connsiteX22" fmla="*/ 324784 w 384008"/>
              <a:gd name="connsiteY22" fmla="*/ 230692 h 421741"/>
              <a:gd name="connsiteX23" fmla="*/ 267469 w 384008"/>
              <a:gd name="connsiteY23" fmla="*/ 230692 h 421741"/>
              <a:gd name="connsiteX24" fmla="*/ 267469 w 384008"/>
              <a:gd name="connsiteY24" fmla="*/ 211587 h 421741"/>
              <a:gd name="connsiteX25" fmla="*/ 267469 w 384008"/>
              <a:gd name="connsiteY25" fmla="*/ 249797 h 421741"/>
              <a:gd name="connsiteX26" fmla="*/ 343889 w 384008"/>
              <a:gd name="connsiteY26" fmla="*/ 249797 h 421741"/>
              <a:gd name="connsiteX27" fmla="*/ 343889 w 384008"/>
              <a:gd name="connsiteY27" fmla="*/ 268902 h 421741"/>
              <a:gd name="connsiteX28" fmla="*/ 267469 w 384008"/>
              <a:gd name="connsiteY28" fmla="*/ 268902 h 421741"/>
              <a:gd name="connsiteX29" fmla="*/ 267469 w 384008"/>
              <a:gd name="connsiteY29" fmla="*/ 249797 h 421741"/>
              <a:gd name="connsiteX30" fmla="*/ 267469 w 384008"/>
              <a:gd name="connsiteY30" fmla="*/ 173377 h 421741"/>
              <a:gd name="connsiteX31" fmla="*/ 343889 w 384008"/>
              <a:gd name="connsiteY31" fmla="*/ 173377 h 421741"/>
              <a:gd name="connsiteX32" fmla="*/ 343889 w 384008"/>
              <a:gd name="connsiteY32" fmla="*/ 192482 h 421741"/>
              <a:gd name="connsiteX33" fmla="*/ 267469 w 384008"/>
              <a:gd name="connsiteY33" fmla="*/ 192482 h 421741"/>
              <a:gd name="connsiteX34" fmla="*/ 267469 w 384008"/>
              <a:gd name="connsiteY34" fmla="*/ 173377 h 421741"/>
              <a:gd name="connsiteX35" fmla="*/ 362993 w 384008"/>
              <a:gd name="connsiteY35" fmla="*/ 58748 h 421741"/>
              <a:gd name="connsiteX36" fmla="*/ 286574 w 384008"/>
              <a:gd name="connsiteY36" fmla="*/ 58748 h 421741"/>
              <a:gd name="connsiteX37" fmla="*/ 286574 w 384008"/>
              <a:gd name="connsiteY37" fmla="*/ 10985 h 421741"/>
              <a:gd name="connsiteX38" fmla="*/ 277021 w 384008"/>
              <a:gd name="connsiteY38" fmla="*/ 1433 h 421741"/>
              <a:gd name="connsiteX39" fmla="*/ 273200 w 384008"/>
              <a:gd name="connsiteY39" fmla="*/ 1433 h 421741"/>
              <a:gd name="connsiteX40" fmla="*/ 231170 w 384008"/>
              <a:gd name="connsiteY40" fmla="*/ 18627 h 421741"/>
              <a:gd name="connsiteX41" fmla="*/ 206333 w 384008"/>
              <a:gd name="connsiteY41" fmla="*/ 1433 h 421741"/>
              <a:gd name="connsiteX42" fmla="*/ 194870 w 384008"/>
              <a:gd name="connsiteY42" fmla="*/ 1433 h 421741"/>
              <a:gd name="connsiteX43" fmla="*/ 177676 w 384008"/>
              <a:gd name="connsiteY43" fmla="*/ 12896 h 421741"/>
              <a:gd name="connsiteX44" fmla="*/ 166213 w 384008"/>
              <a:gd name="connsiteY44" fmla="*/ 12896 h 421741"/>
              <a:gd name="connsiteX45" fmla="*/ 149018 w 384008"/>
              <a:gd name="connsiteY45" fmla="*/ 1433 h 421741"/>
              <a:gd name="connsiteX46" fmla="*/ 137555 w 384008"/>
              <a:gd name="connsiteY46" fmla="*/ 1433 h 421741"/>
              <a:gd name="connsiteX47" fmla="*/ 114630 w 384008"/>
              <a:gd name="connsiteY47" fmla="*/ 18627 h 421741"/>
              <a:gd name="connsiteX48" fmla="*/ 91704 w 384008"/>
              <a:gd name="connsiteY48" fmla="*/ 3343 h 421741"/>
              <a:gd name="connsiteX49" fmla="*/ 80241 w 384008"/>
              <a:gd name="connsiteY49" fmla="*/ 3343 h 421741"/>
              <a:gd name="connsiteX50" fmla="*/ 61136 w 384008"/>
              <a:gd name="connsiteY50" fmla="*/ 16717 h 421741"/>
              <a:gd name="connsiteX51" fmla="*/ 51583 w 384008"/>
              <a:gd name="connsiteY51" fmla="*/ 16717 h 421741"/>
              <a:gd name="connsiteX52" fmla="*/ 13373 w 384008"/>
              <a:gd name="connsiteY52" fmla="*/ 1433 h 421741"/>
              <a:gd name="connsiteX53" fmla="*/ 0 w 384008"/>
              <a:gd name="connsiteY53" fmla="*/ 7164 h 421741"/>
              <a:gd name="connsiteX54" fmla="*/ 0 w 384008"/>
              <a:gd name="connsiteY54" fmla="*/ 10985 h 421741"/>
              <a:gd name="connsiteX55" fmla="*/ 0 w 384008"/>
              <a:gd name="connsiteY55" fmla="*/ 410278 h 421741"/>
              <a:gd name="connsiteX56" fmla="*/ 13373 w 384008"/>
              <a:gd name="connsiteY56" fmla="*/ 421741 h 421741"/>
              <a:gd name="connsiteX57" fmla="*/ 278932 w 384008"/>
              <a:gd name="connsiteY57" fmla="*/ 421741 h 421741"/>
              <a:gd name="connsiteX58" fmla="*/ 288484 w 384008"/>
              <a:gd name="connsiteY58" fmla="*/ 412189 h 421741"/>
              <a:gd name="connsiteX59" fmla="*/ 288484 w 384008"/>
              <a:gd name="connsiteY59" fmla="*/ 345321 h 421741"/>
              <a:gd name="connsiteX60" fmla="*/ 364904 w 384008"/>
              <a:gd name="connsiteY60" fmla="*/ 345321 h 421741"/>
              <a:gd name="connsiteX61" fmla="*/ 384009 w 384008"/>
              <a:gd name="connsiteY61" fmla="*/ 326216 h 421741"/>
              <a:gd name="connsiteX62" fmla="*/ 384009 w 384008"/>
              <a:gd name="connsiteY62" fmla="*/ 77853 h 421741"/>
              <a:gd name="connsiteX63" fmla="*/ 362993 w 384008"/>
              <a:gd name="connsiteY63" fmla="*/ 58748 h 421741"/>
              <a:gd name="connsiteX64" fmla="*/ 26747 w 384008"/>
              <a:gd name="connsiteY64" fmla="*/ 28180 h 421741"/>
              <a:gd name="connsiteX65" fmla="*/ 53494 w 384008"/>
              <a:gd name="connsiteY65" fmla="*/ 39643 h 421741"/>
              <a:gd name="connsiteX66" fmla="*/ 63046 w 384008"/>
              <a:gd name="connsiteY66" fmla="*/ 39643 h 421741"/>
              <a:gd name="connsiteX67" fmla="*/ 80241 w 384008"/>
              <a:gd name="connsiteY67" fmla="*/ 28180 h 421741"/>
              <a:gd name="connsiteX68" fmla="*/ 91704 w 384008"/>
              <a:gd name="connsiteY68" fmla="*/ 28180 h 421741"/>
              <a:gd name="connsiteX69" fmla="*/ 108898 w 384008"/>
              <a:gd name="connsiteY69" fmla="*/ 39643 h 421741"/>
              <a:gd name="connsiteX70" fmla="*/ 120361 w 384008"/>
              <a:gd name="connsiteY70" fmla="*/ 39643 h 421741"/>
              <a:gd name="connsiteX71" fmla="*/ 139466 w 384008"/>
              <a:gd name="connsiteY71" fmla="*/ 28180 h 421741"/>
              <a:gd name="connsiteX72" fmla="*/ 150929 w 384008"/>
              <a:gd name="connsiteY72" fmla="*/ 28180 h 421741"/>
              <a:gd name="connsiteX73" fmla="*/ 170034 w 384008"/>
              <a:gd name="connsiteY73" fmla="*/ 39643 h 421741"/>
              <a:gd name="connsiteX74" fmla="*/ 181497 w 384008"/>
              <a:gd name="connsiteY74" fmla="*/ 39643 h 421741"/>
              <a:gd name="connsiteX75" fmla="*/ 198691 w 384008"/>
              <a:gd name="connsiteY75" fmla="*/ 28180 h 421741"/>
              <a:gd name="connsiteX76" fmla="*/ 210154 w 384008"/>
              <a:gd name="connsiteY76" fmla="*/ 28180 h 421741"/>
              <a:gd name="connsiteX77" fmla="*/ 229259 w 384008"/>
              <a:gd name="connsiteY77" fmla="*/ 39643 h 421741"/>
              <a:gd name="connsiteX78" fmla="*/ 238811 w 384008"/>
              <a:gd name="connsiteY78" fmla="*/ 39643 h 421741"/>
              <a:gd name="connsiteX79" fmla="*/ 265558 w 384008"/>
              <a:gd name="connsiteY79" fmla="*/ 28180 h 421741"/>
              <a:gd name="connsiteX80" fmla="*/ 273200 w 384008"/>
              <a:gd name="connsiteY80" fmla="*/ 32001 h 421741"/>
              <a:gd name="connsiteX81" fmla="*/ 273200 w 384008"/>
              <a:gd name="connsiteY81" fmla="*/ 33911 h 421741"/>
              <a:gd name="connsiteX82" fmla="*/ 273200 w 384008"/>
              <a:gd name="connsiteY82" fmla="*/ 58748 h 421741"/>
              <a:gd name="connsiteX83" fmla="*/ 248364 w 384008"/>
              <a:gd name="connsiteY83" fmla="*/ 58748 h 421741"/>
              <a:gd name="connsiteX84" fmla="*/ 229259 w 384008"/>
              <a:gd name="connsiteY84" fmla="*/ 77853 h 421741"/>
              <a:gd name="connsiteX85" fmla="*/ 229259 w 384008"/>
              <a:gd name="connsiteY85" fmla="*/ 326216 h 421741"/>
              <a:gd name="connsiteX86" fmla="*/ 248364 w 384008"/>
              <a:gd name="connsiteY86" fmla="*/ 345321 h 421741"/>
              <a:gd name="connsiteX87" fmla="*/ 267469 w 384008"/>
              <a:gd name="connsiteY87" fmla="*/ 345321 h 421741"/>
              <a:gd name="connsiteX88" fmla="*/ 267469 w 384008"/>
              <a:gd name="connsiteY88" fmla="*/ 364426 h 421741"/>
              <a:gd name="connsiteX89" fmla="*/ 19105 w 384008"/>
              <a:gd name="connsiteY89" fmla="*/ 364426 h 421741"/>
              <a:gd name="connsiteX90" fmla="*/ 19105 w 384008"/>
              <a:gd name="connsiteY90" fmla="*/ 33911 h 421741"/>
              <a:gd name="connsiteX91" fmla="*/ 24836 w 384008"/>
              <a:gd name="connsiteY91" fmla="*/ 28180 h 421741"/>
              <a:gd name="connsiteX92" fmla="*/ 26747 w 384008"/>
              <a:gd name="connsiteY92" fmla="*/ 28180 h 421741"/>
              <a:gd name="connsiteX93" fmla="*/ 19105 w 384008"/>
              <a:gd name="connsiteY93" fmla="*/ 402636 h 421741"/>
              <a:gd name="connsiteX94" fmla="*/ 19105 w 384008"/>
              <a:gd name="connsiteY94" fmla="*/ 383531 h 421741"/>
              <a:gd name="connsiteX95" fmla="*/ 267469 w 384008"/>
              <a:gd name="connsiteY95" fmla="*/ 383531 h 421741"/>
              <a:gd name="connsiteX96" fmla="*/ 267469 w 384008"/>
              <a:gd name="connsiteY96" fmla="*/ 402636 h 421741"/>
              <a:gd name="connsiteX97" fmla="*/ 19105 w 384008"/>
              <a:gd name="connsiteY97" fmla="*/ 402636 h 421741"/>
              <a:gd name="connsiteX98" fmla="*/ 362993 w 384008"/>
              <a:gd name="connsiteY98" fmla="*/ 326216 h 421741"/>
              <a:gd name="connsiteX99" fmla="*/ 248364 w 384008"/>
              <a:gd name="connsiteY99" fmla="*/ 326216 h 421741"/>
              <a:gd name="connsiteX100" fmla="*/ 248364 w 384008"/>
              <a:gd name="connsiteY100" fmla="*/ 77853 h 421741"/>
              <a:gd name="connsiteX101" fmla="*/ 362993 w 384008"/>
              <a:gd name="connsiteY101" fmla="*/ 77853 h 421741"/>
              <a:gd name="connsiteX102" fmla="*/ 362993 w 384008"/>
              <a:gd name="connsiteY102" fmla="*/ 326216 h 42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384008" h="421741">
                <a:moveTo>
                  <a:pt x="187228" y="146630"/>
                </a:moveTo>
                <a:cubicBezTo>
                  <a:pt x="183407" y="142809"/>
                  <a:pt x="179586" y="142809"/>
                  <a:pt x="175765" y="142809"/>
                </a:cubicBezTo>
                <a:cubicBezTo>
                  <a:pt x="171944" y="142809"/>
                  <a:pt x="166213" y="144720"/>
                  <a:pt x="164302" y="146630"/>
                </a:cubicBezTo>
                <a:lnTo>
                  <a:pt x="145197" y="165735"/>
                </a:lnTo>
                <a:lnTo>
                  <a:pt x="126092" y="146630"/>
                </a:lnTo>
                <a:cubicBezTo>
                  <a:pt x="120361" y="144720"/>
                  <a:pt x="116540" y="142809"/>
                  <a:pt x="112719" y="142809"/>
                </a:cubicBezTo>
                <a:cubicBezTo>
                  <a:pt x="108898" y="142809"/>
                  <a:pt x="103167" y="144720"/>
                  <a:pt x="101256" y="146630"/>
                </a:cubicBezTo>
                <a:lnTo>
                  <a:pt x="76420" y="171467"/>
                </a:lnTo>
                <a:cubicBezTo>
                  <a:pt x="70688" y="177198"/>
                  <a:pt x="70688" y="188661"/>
                  <a:pt x="76420" y="194393"/>
                </a:cubicBezTo>
                <a:cubicBezTo>
                  <a:pt x="76420" y="194393"/>
                  <a:pt x="76420" y="194393"/>
                  <a:pt x="76420" y="194393"/>
                </a:cubicBezTo>
                <a:lnTo>
                  <a:pt x="143287" y="261260"/>
                </a:lnTo>
                <a:lnTo>
                  <a:pt x="210154" y="194393"/>
                </a:lnTo>
                <a:cubicBezTo>
                  <a:pt x="215886" y="188661"/>
                  <a:pt x="217796" y="177198"/>
                  <a:pt x="210154" y="171467"/>
                </a:cubicBezTo>
                <a:cubicBezTo>
                  <a:pt x="210154" y="171467"/>
                  <a:pt x="210154" y="171467"/>
                  <a:pt x="210154" y="171467"/>
                </a:cubicBezTo>
                <a:lnTo>
                  <a:pt x="187228" y="146630"/>
                </a:lnTo>
                <a:close/>
                <a:moveTo>
                  <a:pt x="267469" y="116062"/>
                </a:moveTo>
                <a:lnTo>
                  <a:pt x="343889" y="116062"/>
                </a:lnTo>
                <a:lnTo>
                  <a:pt x="343889" y="135167"/>
                </a:lnTo>
                <a:lnTo>
                  <a:pt x="267469" y="135167"/>
                </a:lnTo>
                <a:lnTo>
                  <a:pt x="267469" y="116062"/>
                </a:lnTo>
                <a:close/>
                <a:moveTo>
                  <a:pt x="267469" y="211587"/>
                </a:moveTo>
                <a:lnTo>
                  <a:pt x="324784" y="211587"/>
                </a:lnTo>
                <a:lnTo>
                  <a:pt x="324784" y="230692"/>
                </a:lnTo>
                <a:lnTo>
                  <a:pt x="267469" y="230692"/>
                </a:lnTo>
                <a:lnTo>
                  <a:pt x="267469" y="211587"/>
                </a:lnTo>
                <a:close/>
                <a:moveTo>
                  <a:pt x="267469" y="249797"/>
                </a:moveTo>
                <a:lnTo>
                  <a:pt x="343889" y="249797"/>
                </a:lnTo>
                <a:lnTo>
                  <a:pt x="343889" y="268902"/>
                </a:lnTo>
                <a:lnTo>
                  <a:pt x="267469" y="268902"/>
                </a:lnTo>
                <a:lnTo>
                  <a:pt x="267469" y="249797"/>
                </a:lnTo>
                <a:close/>
                <a:moveTo>
                  <a:pt x="267469" y="173377"/>
                </a:moveTo>
                <a:lnTo>
                  <a:pt x="343889" y="173377"/>
                </a:lnTo>
                <a:lnTo>
                  <a:pt x="343889" y="192482"/>
                </a:lnTo>
                <a:lnTo>
                  <a:pt x="267469" y="192482"/>
                </a:lnTo>
                <a:lnTo>
                  <a:pt x="267469" y="173377"/>
                </a:lnTo>
                <a:close/>
                <a:moveTo>
                  <a:pt x="362993" y="58748"/>
                </a:moveTo>
                <a:lnTo>
                  <a:pt x="286574" y="58748"/>
                </a:lnTo>
                <a:lnTo>
                  <a:pt x="286574" y="10985"/>
                </a:lnTo>
                <a:cubicBezTo>
                  <a:pt x="286574" y="5254"/>
                  <a:pt x="282753" y="1433"/>
                  <a:pt x="277021" y="1433"/>
                </a:cubicBezTo>
                <a:cubicBezTo>
                  <a:pt x="275111" y="1433"/>
                  <a:pt x="273200" y="1433"/>
                  <a:pt x="273200" y="1433"/>
                </a:cubicBezTo>
                <a:lnTo>
                  <a:pt x="231170" y="18627"/>
                </a:lnTo>
                <a:lnTo>
                  <a:pt x="206333" y="1433"/>
                </a:lnTo>
                <a:cubicBezTo>
                  <a:pt x="202512" y="-478"/>
                  <a:pt x="198691" y="-478"/>
                  <a:pt x="194870" y="1433"/>
                </a:cubicBezTo>
                <a:lnTo>
                  <a:pt x="177676" y="12896"/>
                </a:lnTo>
                <a:cubicBezTo>
                  <a:pt x="173855" y="14806"/>
                  <a:pt x="170034" y="14806"/>
                  <a:pt x="166213" y="12896"/>
                </a:cubicBezTo>
                <a:lnTo>
                  <a:pt x="149018" y="1433"/>
                </a:lnTo>
                <a:cubicBezTo>
                  <a:pt x="145197" y="-478"/>
                  <a:pt x="141376" y="-478"/>
                  <a:pt x="137555" y="1433"/>
                </a:cubicBezTo>
                <a:lnTo>
                  <a:pt x="114630" y="18627"/>
                </a:lnTo>
                <a:lnTo>
                  <a:pt x="91704" y="3343"/>
                </a:lnTo>
                <a:cubicBezTo>
                  <a:pt x="87883" y="1433"/>
                  <a:pt x="84062" y="1433"/>
                  <a:pt x="80241" y="3343"/>
                </a:cubicBezTo>
                <a:lnTo>
                  <a:pt x="61136" y="16717"/>
                </a:lnTo>
                <a:cubicBezTo>
                  <a:pt x="57315" y="18627"/>
                  <a:pt x="55404" y="18627"/>
                  <a:pt x="51583" y="16717"/>
                </a:cubicBezTo>
                <a:lnTo>
                  <a:pt x="13373" y="1433"/>
                </a:lnTo>
                <a:cubicBezTo>
                  <a:pt x="7642" y="-478"/>
                  <a:pt x="3821" y="1433"/>
                  <a:pt x="0" y="7164"/>
                </a:cubicBezTo>
                <a:cubicBezTo>
                  <a:pt x="0" y="9075"/>
                  <a:pt x="0" y="9075"/>
                  <a:pt x="0" y="10985"/>
                </a:cubicBezTo>
                <a:lnTo>
                  <a:pt x="0" y="410278"/>
                </a:lnTo>
                <a:cubicBezTo>
                  <a:pt x="0" y="416010"/>
                  <a:pt x="5731" y="421741"/>
                  <a:pt x="13373" y="421741"/>
                </a:cubicBezTo>
                <a:lnTo>
                  <a:pt x="278932" y="421741"/>
                </a:lnTo>
                <a:cubicBezTo>
                  <a:pt x="284663" y="421741"/>
                  <a:pt x="288484" y="417920"/>
                  <a:pt x="288484" y="412189"/>
                </a:cubicBezTo>
                <a:lnTo>
                  <a:pt x="288484" y="345321"/>
                </a:lnTo>
                <a:lnTo>
                  <a:pt x="364904" y="345321"/>
                </a:lnTo>
                <a:cubicBezTo>
                  <a:pt x="376367" y="345321"/>
                  <a:pt x="384009" y="337679"/>
                  <a:pt x="384009" y="326216"/>
                </a:cubicBezTo>
                <a:lnTo>
                  <a:pt x="384009" y="77853"/>
                </a:lnTo>
                <a:cubicBezTo>
                  <a:pt x="382098" y="66390"/>
                  <a:pt x="374456" y="58748"/>
                  <a:pt x="362993" y="58748"/>
                </a:cubicBezTo>
                <a:close/>
                <a:moveTo>
                  <a:pt x="26747" y="28180"/>
                </a:moveTo>
                <a:lnTo>
                  <a:pt x="53494" y="39643"/>
                </a:lnTo>
                <a:cubicBezTo>
                  <a:pt x="57315" y="41553"/>
                  <a:pt x="59225" y="41553"/>
                  <a:pt x="63046" y="39643"/>
                </a:cubicBezTo>
                <a:lnTo>
                  <a:pt x="80241" y="28180"/>
                </a:lnTo>
                <a:cubicBezTo>
                  <a:pt x="84062" y="26269"/>
                  <a:pt x="87883" y="26269"/>
                  <a:pt x="91704" y="28180"/>
                </a:cubicBezTo>
                <a:lnTo>
                  <a:pt x="108898" y="39643"/>
                </a:lnTo>
                <a:cubicBezTo>
                  <a:pt x="112719" y="41553"/>
                  <a:pt x="116540" y="41553"/>
                  <a:pt x="120361" y="39643"/>
                </a:cubicBezTo>
                <a:lnTo>
                  <a:pt x="139466" y="28180"/>
                </a:lnTo>
                <a:cubicBezTo>
                  <a:pt x="143287" y="26269"/>
                  <a:pt x="147108" y="26269"/>
                  <a:pt x="150929" y="28180"/>
                </a:cubicBezTo>
                <a:lnTo>
                  <a:pt x="170034" y="39643"/>
                </a:lnTo>
                <a:cubicBezTo>
                  <a:pt x="173855" y="41553"/>
                  <a:pt x="177676" y="41553"/>
                  <a:pt x="181497" y="39643"/>
                </a:cubicBezTo>
                <a:lnTo>
                  <a:pt x="198691" y="28180"/>
                </a:lnTo>
                <a:cubicBezTo>
                  <a:pt x="202512" y="26269"/>
                  <a:pt x="206333" y="26269"/>
                  <a:pt x="210154" y="28180"/>
                </a:cubicBezTo>
                <a:lnTo>
                  <a:pt x="229259" y="39643"/>
                </a:lnTo>
                <a:cubicBezTo>
                  <a:pt x="231170" y="41553"/>
                  <a:pt x="234990" y="41553"/>
                  <a:pt x="238811" y="39643"/>
                </a:cubicBezTo>
                <a:lnTo>
                  <a:pt x="265558" y="28180"/>
                </a:lnTo>
                <a:cubicBezTo>
                  <a:pt x="269379" y="26269"/>
                  <a:pt x="271290" y="28180"/>
                  <a:pt x="273200" y="32001"/>
                </a:cubicBezTo>
                <a:cubicBezTo>
                  <a:pt x="273200" y="32001"/>
                  <a:pt x="273200" y="33911"/>
                  <a:pt x="273200" y="33911"/>
                </a:cubicBezTo>
                <a:lnTo>
                  <a:pt x="273200" y="58748"/>
                </a:lnTo>
                <a:lnTo>
                  <a:pt x="248364" y="58748"/>
                </a:lnTo>
                <a:cubicBezTo>
                  <a:pt x="236901" y="58748"/>
                  <a:pt x="229259" y="66390"/>
                  <a:pt x="229259" y="77853"/>
                </a:cubicBezTo>
                <a:lnTo>
                  <a:pt x="229259" y="326216"/>
                </a:lnTo>
                <a:cubicBezTo>
                  <a:pt x="229259" y="337679"/>
                  <a:pt x="236901" y="345321"/>
                  <a:pt x="248364" y="345321"/>
                </a:cubicBezTo>
                <a:lnTo>
                  <a:pt x="267469" y="345321"/>
                </a:lnTo>
                <a:lnTo>
                  <a:pt x="267469" y="364426"/>
                </a:lnTo>
                <a:lnTo>
                  <a:pt x="19105" y="364426"/>
                </a:lnTo>
                <a:lnTo>
                  <a:pt x="19105" y="33911"/>
                </a:lnTo>
                <a:cubicBezTo>
                  <a:pt x="19105" y="30090"/>
                  <a:pt x="21015" y="28180"/>
                  <a:pt x="24836" y="28180"/>
                </a:cubicBezTo>
                <a:cubicBezTo>
                  <a:pt x="24836" y="28180"/>
                  <a:pt x="26747" y="28180"/>
                  <a:pt x="26747" y="28180"/>
                </a:cubicBezTo>
                <a:close/>
                <a:moveTo>
                  <a:pt x="19105" y="402636"/>
                </a:moveTo>
                <a:lnTo>
                  <a:pt x="19105" y="383531"/>
                </a:lnTo>
                <a:lnTo>
                  <a:pt x="267469" y="383531"/>
                </a:lnTo>
                <a:lnTo>
                  <a:pt x="267469" y="402636"/>
                </a:lnTo>
                <a:lnTo>
                  <a:pt x="19105" y="402636"/>
                </a:lnTo>
                <a:close/>
                <a:moveTo>
                  <a:pt x="362993" y="326216"/>
                </a:moveTo>
                <a:lnTo>
                  <a:pt x="248364" y="326216"/>
                </a:lnTo>
                <a:lnTo>
                  <a:pt x="248364" y="77853"/>
                </a:lnTo>
                <a:lnTo>
                  <a:pt x="362993" y="77853"/>
                </a:lnTo>
                <a:lnTo>
                  <a:pt x="362993" y="32621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9" name="Graphic 167" descr="Prescriber icon.">
            <a:extLst>
              <a:ext uri="{FF2B5EF4-FFF2-40B4-BE49-F238E27FC236}">
                <a16:creationId xmlns:a16="http://schemas.microsoft.com/office/drawing/2014/main" id="{CB613A06-9F67-4E93-A92C-B0B73C3B649B}"/>
              </a:ext>
            </a:extLst>
          </p:cNvPr>
          <p:cNvSpPr>
            <a:spLocks noChangeAspect="1"/>
          </p:cNvSpPr>
          <p:nvPr/>
        </p:nvSpPr>
        <p:spPr>
          <a:xfrm>
            <a:off x="9540365" y="2370214"/>
            <a:ext cx="441400" cy="408845"/>
          </a:xfrm>
          <a:custGeom>
            <a:avLst/>
            <a:gdLst>
              <a:gd name="connsiteX0" fmla="*/ 437580 w 441400"/>
              <a:gd name="connsiteY0" fmla="*/ 320963 h 408845"/>
              <a:gd name="connsiteX1" fmla="*/ 428028 w 441400"/>
              <a:gd name="connsiteY1" fmla="*/ 324784 h 408845"/>
              <a:gd name="connsiteX2" fmla="*/ 336324 w 441400"/>
              <a:gd name="connsiteY2" fmla="*/ 345799 h 408845"/>
              <a:gd name="connsiteX3" fmla="*/ 284741 w 441400"/>
              <a:gd name="connsiteY3" fmla="*/ 326694 h 408845"/>
              <a:gd name="connsiteX4" fmla="*/ 223605 w 441400"/>
              <a:gd name="connsiteY4" fmla="*/ 307589 h 408845"/>
              <a:gd name="connsiteX5" fmla="*/ 143364 w 441400"/>
              <a:gd name="connsiteY5" fmla="*/ 307589 h 408845"/>
              <a:gd name="connsiteX6" fmla="*/ 120438 w 441400"/>
              <a:gd name="connsiteY6" fmla="*/ 284663 h 408845"/>
              <a:gd name="connsiteX7" fmla="*/ 145275 w 441400"/>
              <a:gd name="connsiteY7" fmla="*/ 261737 h 408845"/>
              <a:gd name="connsiteX8" fmla="*/ 256083 w 441400"/>
              <a:gd name="connsiteY8" fmla="*/ 261737 h 408845"/>
              <a:gd name="connsiteX9" fmla="*/ 292383 w 441400"/>
              <a:gd name="connsiteY9" fmla="*/ 225438 h 408845"/>
              <a:gd name="connsiteX10" fmla="*/ 269457 w 441400"/>
              <a:gd name="connsiteY10" fmla="*/ 191049 h 408845"/>
              <a:gd name="connsiteX11" fmla="*/ 351608 w 441400"/>
              <a:gd name="connsiteY11" fmla="*/ 108898 h 408845"/>
              <a:gd name="connsiteX12" fmla="*/ 366892 w 441400"/>
              <a:gd name="connsiteY12" fmla="*/ 108898 h 408845"/>
              <a:gd name="connsiteX13" fmla="*/ 389818 w 441400"/>
              <a:gd name="connsiteY13" fmla="*/ 118450 h 408845"/>
              <a:gd name="connsiteX14" fmla="*/ 422296 w 441400"/>
              <a:gd name="connsiteY14" fmla="*/ 156660 h 408845"/>
              <a:gd name="connsiteX15" fmla="*/ 437580 w 441400"/>
              <a:gd name="connsiteY15" fmla="*/ 164302 h 408845"/>
              <a:gd name="connsiteX16" fmla="*/ 441401 w 441400"/>
              <a:gd name="connsiteY16" fmla="*/ 164302 h 408845"/>
              <a:gd name="connsiteX17" fmla="*/ 441401 w 441400"/>
              <a:gd name="connsiteY17" fmla="*/ 145197 h 408845"/>
              <a:gd name="connsiteX18" fmla="*/ 435670 w 441400"/>
              <a:gd name="connsiteY18" fmla="*/ 145197 h 408845"/>
              <a:gd name="connsiteX19" fmla="*/ 403191 w 441400"/>
              <a:gd name="connsiteY19" fmla="*/ 105077 h 408845"/>
              <a:gd name="connsiteX20" fmla="*/ 370713 w 441400"/>
              <a:gd name="connsiteY20" fmla="*/ 87883 h 408845"/>
              <a:gd name="connsiteX21" fmla="*/ 403191 w 441400"/>
              <a:gd name="connsiteY21" fmla="*/ 55404 h 408845"/>
              <a:gd name="connsiteX22" fmla="*/ 403191 w 441400"/>
              <a:gd name="connsiteY22" fmla="*/ 28657 h 408845"/>
              <a:gd name="connsiteX23" fmla="*/ 378355 w 441400"/>
              <a:gd name="connsiteY23" fmla="*/ 5731 h 408845"/>
              <a:gd name="connsiteX24" fmla="*/ 364981 w 441400"/>
              <a:gd name="connsiteY24" fmla="*/ 0 h 408845"/>
              <a:gd name="connsiteX25" fmla="*/ 351608 w 441400"/>
              <a:gd name="connsiteY25" fmla="*/ 5731 h 408845"/>
              <a:gd name="connsiteX26" fmla="*/ 269457 w 441400"/>
              <a:gd name="connsiteY26" fmla="*/ 87883 h 408845"/>
              <a:gd name="connsiteX27" fmla="*/ 223605 w 441400"/>
              <a:gd name="connsiteY27" fmla="*/ 87883 h 408845"/>
              <a:gd name="connsiteX28" fmla="*/ 166290 w 441400"/>
              <a:gd name="connsiteY28" fmla="*/ 110809 h 408845"/>
              <a:gd name="connsiteX29" fmla="*/ 53571 w 441400"/>
              <a:gd name="connsiteY29" fmla="*/ 223528 h 408845"/>
              <a:gd name="connsiteX30" fmla="*/ 42108 w 441400"/>
              <a:gd name="connsiteY30" fmla="*/ 250274 h 408845"/>
              <a:gd name="connsiteX31" fmla="*/ 70766 w 441400"/>
              <a:gd name="connsiteY31" fmla="*/ 286574 h 408845"/>
              <a:gd name="connsiteX32" fmla="*/ 19182 w 441400"/>
              <a:gd name="connsiteY32" fmla="*/ 338157 h 408845"/>
              <a:gd name="connsiteX33" fmla="*/ 15361 w 441400"/>
              <a:gd name="connsiteY33" fmla="*/ 343889 h 408845"/>
              <a:gd name="connsiteX34" fmla="*/ 1988 w 441400"/>
              <a:gd name="connsiteY34" fmla="*/ 380188 h 408845"/>
              <a:gd name="connsiteX35" fmla="*/ 5809 w 441400"/>
              <a:gd name="connsiteY35" fmla="*/ 403114 h 408845"/>
              <a:gd name="connsiteX36" fmla="*/ 19182 w 441400"/>
              <a:gd name="connsiteY36" fmla="*/ 408845 h 408845"/>
              <a:gd name="connsiteX37" fmla="*/ 26824 w 441400"/>
              <a:gd name="connsiteY37" fmla="*/ 406935 h 408845"/>
              <a:gd name="connsiteX38" fmla="*/ 63124 w 441400"/>
              <a:gd name="connsiteY38" fmla="*/ 393561 h 408845"/>
              <a:gd name="connsiteX39" fmla="*/ 68855 w 441400"/>
              <a:gd name="connsiteY39" fmla="*/ 389740 h 408845"/>
              <a:gd name="connsiteX40" fmla="*/ 131901 w 441400"/>
              <a:gd name="connsiteY40" fmla="*/ 326694 h 408845"/>
              <a:gd name="connsiteX41" fmla="*/ 143364 w 441400"/>
              <a:gd name="connsiteY41" fmla="*/ 326694 h 408845"/>
              <a:gd name="connsiteX42" fmla="*/ 221694 w 441400"/>
              <a:gd name="connsiteY42" fmla="*/ 326694 h 408845"/>
              <a:gd name="connsiteX43" fmla="*/ 275188 w 441400"/>
              <a:gd name="connsiteY43" fmla="*/ 343889 h 408845"/>
              <a:gd name="connsiteX44" fmla="*/ 334413 w 441400"/>
              <a:gd name="connsiteY44" fmla="*/ 362993 h 408845"/>
              <a:gd name="connsiteX45" fmla="*/ 351608 w 441400"/>
              <a:gd name="connsiteY45" fmla="*/ 362993 h 408845"/>
              <a:gd name="connsiteX46" fmla="*/ 437580 w 441400"/>
              <a:gd name="connsiteY46" fmla="*/ 338157 h 408845"/>
              <a:gd name="connsiteX47" fmla="*/ 441401 w 441400"/>
              <a:gd name="connsiteY47" fmla="*/ 338157 h 408845"/>
              <a:gd name="connsiteX48" fmla="*/ 441401 w 441400"/>
              <a:gd name="connsiteY48" fmla="*/ 319052 h 408845"/>
              <a:gd name="connsiteX49" fmla="*/ 437580 w 441400"/>
              <a:gd name="connsiteY49" fmla="*/ 320963 h 408845"/>
              <a:gd name="connsiteX50" fmla="*/ 271367 w 441400"/>
              <a:gd name="connsiteY50" fmla="*/ 223528 h 408845"/>
              <a:gd name="connsiteX51" fmla="*/ 254173 w 441400"/>
              <a:gd name="connsiteY51" fmla="*/ 240722 h 408845"/>
              <a:gd name="connsiteX52" fmla="*/ 217873 w 441400"/>
              <a:gd name="connsiteY52" fmla="*/ 240722 h 408845"/>
              <a:gd name="connsiteX53" fmla="*/ 252262 w 441400"/>
              <a:gd name="connsiteY53" fmla="*/ 206333 h 408845"/>
              <a:gd name="connsiteX54" fmla="*/ 254173 w 441400"/>
              <a:gd name="connsiteY54" fmla="*/ 206333 h 408845"/>
              <a:gd name="connsiteX55" fmla="*/ 271367 w 441400"/>
              <a:gd name="connsiteY55" fmla="*/ 223528 h 408845"/>
              <a:gd name="connsiteX56" fmla="*/ 271367 w 441400"/>
              <a:gd name="connsiteY56" fmla="*/ 223528 h 408845"/>
              <a:gd name="connsiteX57" fmla="*/ 364981 w 441400"/>
              <a:gd name="connsiteY57" fmla="*/ 19105 h 408845"/>
              <a:gd name="connsiteX58" fmla="*/ 387907 w 441400"/>
              <a:gd name="connsiteY58" fmla="*/ 42031 h 408845"/>
              <a:gd name="connsiteX59" fmla="*/ 191127 w 441400"/>
              <a:gd name="connsiteY59" fmla="*/ 240722 h 408845"/>
              <a:gd name="connsiteX60" fmla="*/ 145275 w 441400"/>
              <a:gd name="connsiteY60" fmla="*/ 240722 h 408845"/>
              <a:gd name="connsiteX61" fmla="*/ 364981 w 441400"/>
              <a:gd name="connsiteY61" fmla="*/ 19105 h 408845"/>
              <a:gd name="connsiteX62" fmla="*/ 66945 w 441400"/>
              <a:gd name="connsiteY62" fmla="*/ 263648 h 408845"/>
              <a:gd name="connsiteX63" fmla="*/ 61213 w 441400"/>
              <a:gd name="connsiteY63" fmla="*/ 250274 h 408845"/>
              <a:gd name="connsiteX64" fmla="*/ 66945 w 441400"/>
              <a:gd name="connsiteY64" fmla="*/ 236901 h 408845"/>
              <a:gd name="connsiteX65" fmla="*/ 179664 w 441400"/>
              <a:gd name="connsiteY65" fmla="*/ 124182 h 408845"/>
              <a:gd name="connsiteX66" fmla="*/ 223605 w 441400"/>
              <a:gd name="connsiteY66" fmla="*/ 105077 h 408845"/>
              <a:gd name="connsiteX67" fmla="*/ 250352 w 441400"/>
              <a:gd name="connsiteY67" fmla="*/ 105077 h 408845"/>
              <a:gd name="connsiteX68" fmla="*/ 91781 w 441400"/>
              <a:gd name="connsiteY68" fmla="*/ 263648 h 408845"/>
              <a:gd name="connsiteX69" fmla="*/ 91781 w 441400"/>
              <a:gd name="connsiteY69" fmla="*/ 263648 h 408845"/>
              <a:gd name="connsiteX70" fmla="*/ 66945 w 441400"/>
              <a:gd name="connsiteY70" fmla="*/ 263648 h 408845"/>
              <a:gd name="connsiteX71" fmla="*/ 55482 w 441400"/>
              <a:gd name="connsiteY71" fmla="*/ 374456 h 408845"/>
              <a:gd name="connsiteX72" fmla="*/ 21093 w 441400"/>
              <a:gd name="connsiteY72" fmla="*/ 389740 h 408845"/>
              <a:gd name="connsiteX73" fmla="*/ 19182 w 441400"/>
              <a:gd name="connsiteY73" fmla="*/ 387830 h 408845"/>
              <a:gd name="connsiteX74" fmla="*/ 19182 w 441400"/>
              <a:gd name="connsiteY74" fmla="*/ 387830 h 408845"/>
              <a:gd name="connsiteX75" fmla="*/ 32556 w 441400"/>
              <a:gd name="connsiteY75" fmla="*/ 351530 h 408845"/>
              <a:gd name="connsiteX76" fmla="*/ 99423 w 441400"/>
              <a:gd name="connsiteY76" fmla="*/ 284663 h 408845"/>
              <a:gd name="connsiteX77" fmla="*/ 114707 w 441400"/>
              <a:gd name="connsiteY77" fmla="*/ 315231 h 408845"/>
              <a:gd name="connsiteX78" fmla="*/ 55482 w 441400"/>
              <a:gd name="connsiteY78" fmla="*/ 374456 h 408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41400" h="408845">
                <a:moveTo>
                  <a:pt x="437580" y="320963"/>
                </a:moveTo>
                <a:cubicBezTo>
                  <a:pt x="433759" y="320963"/>
                  <a:pt x="429938" y="322873"/>
                  <a:pt x="428028" y="324784"/>
                </a:cubicBezTo>
                <a:cubicBezTo>
                  <a:pt x="401281" y="341978"/>
                  <a:pt x="368802" y="349620"/>
                  <a:pt x="336324" y="345799"/>
                </a:cubicBezTo>
                <a:cubicBezTo>
                  <a:pt x="317219" y="341978"/>
                  <a:pt x="300025" y="336247"/>
                  <a:pt x="284741" y="326694"/>
                </a:cubicBezTo>
                <a:cubicBezTo>
                  <a:pt x="265636" y="315231"/>
                  <a:pt x="244620" y="309500"/>
                  <a:pt x="223605" y="307589"/>
                </a:cubicBezTo>
                <a:lnTo>
                  <a:pt x="143364" y="307589"/>
                </a:lnTo>
                <a:cubicBezTo>
                  <a:pt x="129991" y="307589"/>
                  <a:pt x="120438" y="296126"/>
                  <a:pt x="120438" y="284663"/>
                </a:cubicBezTo>
                <a:cubicBezTo>
                  <a:pt x="120438" y="271290"/>
                  <a:pt x="131901" y="261737"/>
                  <a:pt x="145275" y="261737"/>
                </a:cubicBezTo>
                <a:lnTo>
                  <a:pt x="256083" y="261737"/>
                </a:lnTo>
                <a:cubicBezTo>
                  <a:pt x="277099" y="261737"/>
                  <a:pt x="292383" y="244543"/>
                  <a:pt x="292383" y="225438"/>
                </a:cubicBezTo>
                <a:cubicBezTo>
                  <a:pt x="292383" y="210154"/>
                  <a:pt x="282830" y="196781"/>
                  <a:pt x="269457" y="191049"/>
                </a:cubicBezTo>
                <a:lnTo>
                  <a:pt x="351608" y="108898"/>
                </a:lnTo>
                <a:lnTo>
                  <a:pt x="366892" y="108898"/>
                </a:lnTo>
                <a:cubicBezTo>
                  <a:pt x="374534" y="108898"/>
                  <a:pt x="384086" y="112719"/>
                  <a:pt x="389818" y="118450"/>
                </a:cubicBezTo>
                <a:lnTo>
                  <a:pt x="422296" y="156660"/>
                </a:lnTo>
                <a:cubicBezTo>
                  <a:pt x="426117" y="160481"/>
                  <a:pt x="431849" y="164302"/>
                  <a:pt x="437580" y="164302"/>
                </a:cubicBezTo>
                <a:lnTo>
                  <a:pt x="441401" y="164302"/>
                </a:lnTo>
                <a:lnTo>
                  <a:pt x="441401" y="145197"/>
                </a:lnTo>
                <a:lnTo>
                  <a:pt x="435670" y="145197"/>
                </a:lnTo>
                <a:lnTo>
                  <a:pt x="403191" y="105077"/>
                </a:lnTo>
                <a:cubicBezTo>
                  <a:pt x="395549" y="95525"/>
                  <a:pt x="382176" y="89793"/>
                  <a:pt x="370713" y="87883"/>
                </a:cubicBezTo>
                <a:lnTo>
                  <a:pt x="403191" y="55404"/>
                </a:lnTo>
                <a:cubicBezTo>
                  <a:pt x="410833" y="47762"/>
                  <a:pt x="410833" y="36299"/>
                  <a:pt x="403191" y="28657"/>
                </a:cubicBezTo>
                <a:lnTo>
                  <a:pt x="378355" y="5731"/>
                </a:lnTo>
                <a:cubicBezTo>
                  <a:pt x="374534" y="1910"/>
                  <a:pt x="370713" y="0"/>
                  <a:pt x="364981" y="0"/>
                </a:cubicBezTo>
                <a:cubicBezTo>
                  <a:pt x="359250" y="0"/>
                  <a:pt x="355429" y="1910"/>
                  <a:pt x="351608" y="5731"/>
                </a:cubicBezTo>
                <a:lnTo>
                  <a:pt x="269457" y="87883"/>
                </a:lnTo>
                <a:lnTo>
                  <a:pt x="223605" y="87883"/>
                </a:lnTo>
                <a:cubicBezTo>
                  <a:pt x="202590" y="87883"/>
                  <a:pt x="181574" y="97435"/>
                  <a:pt x="166290" y="110809"/>
                </a:cubicBezTo>
                <a:lnTo>
                  <a:pt x="53571" y="223528"/>
                </a:lnTo>
                <a:cubicBezTo>
                  <a:pt x="45929" y="231169"/>
                  <a:pt x="42108" y="240722"/>
                  <a:pt x="42108" y="250274"/>
                </a:cubicBezTo>
                <a:cubicBezTo>
                  <a:pt x="42108" y="267469"/>
                  <a:pt x="53571" y="282753"/>
                  <a:pt x="70766" y="286574"/>
                </a:cubicBezTo>
                <a:lnTo>
                  <a:pt x="19182" y="338157"/>
                </a:lnTo>
                <a:cubicBezTo>
                  <a:pt x="17272" y="340068"/>
                  <a:pt x="15361" y="341978"/>
                  <a:pt x="15361" y="343889"/>
                </a:cubicBezTo>
                <a:lnTo>
                  <a:pt x="1988" y="380188"/>
                </a:lnTo>
                <a:cubicBezTo>
                  <a:pt x="-1833" y="387830"/>
                  <a:pt x="77" y="397382"/>
                  <a:pt x="5809" y="403114"/>
                </a:cubicBezTo>
                <a:cubicBezTo>
                  <a:pt x="9630" y="406935"/>
                  <a:pt x="15361" y="408845"/>
                  <a:pt x="19182" y="408845"/>
                </a:cubicBezTo>
                <a:cubicBezTo>
                  <a:pt x="21093" y="408845"/>
                  <a:pt x="24914" y="408845"/>
                  <a:pt x="26824" y="406935"/>
                </a:cubicBezTo>
                <a:lnTo>
                  <a:pt x="63124" y="393561"/>
                </a:lnTo>
                <a:cubicBezTo>
                  <a:pt x="65034" y="391651"/>
                  <a:pt x="66945" y="391651"/>
                  <a:pt x="68855" y="389740"/>
                </a:cubicBezTo>
                <a:lnTo>
                  <a:pt x="131901" y="326694"/>
                </a:lnTo>
                <a:cubicBezTo>
                  <a:pt x="135722" y="326694"/>
                  <a:pt x="139543" y="326694"/>
                  <a:pt x="143364" y="326694"/>
                </a:cubicBezTo>
                <a:lnTo>
                  <a:pt x="221694" y="326694"/>
                </a:lnTo>
                <a:cubicBezTo>
                  <a:pt x="240799" y="328605"/>
                  <a:pt x="257994" y="334336"/>
                  <a:pt x="275188" y="343889"/>
                </a:cubicBezTo>
                <a:cubicBezTo>
                  <a:pt x="294293" y="353441"/>
                  <a:pt x="313398" y="359172"/>
                  <a:pt x="334413" y="362993"/>
                </a:cubicBezTo>
                <a:cubicBezTo>
                  <a:pt x="340145" y="362993"/>
                  <a:pt x="345876" y="362993"/>
                  <a:pt x="351608" y="362993"/>
                </a:cubicBezTo>
                <a:cubicBezTo>
                  <a:pt x="382176" y="362993"/>
                  <a:pt x="410833" y="355351"/>
                  <a:pt x="437580" y="338157"/>
                </a:cubicBezTo>
                <a:lnTo>
                  <a:pt x="441401" y="338157"/>
                </a:lnTo>
                <a:lnTo>
                  <a:pt x="441401" y="319052"/>
                </a:lnTo>
                <a:lnTo>
                  <a:pt x="437580" y="320963"/>
                </a:lnTo>
                <a:close/>
                <a:moveTo>
                  <a:pt x="271367" y="223528"/>
                </a:moveTo>
                <a:cubicBezTo>
                  <a:pt x="271367" y="233080"/>
                  <a:pt x="263725" y="240722"/>
                  <a:pt x="254173" y="240722"/>
                </a:cubicBezTo>
                <a:lnTo>
                  <a:pt x="217873" y="240722"/>
                </a:lnTo>
                <a:lnTo>
                  <a:pt x="252262" y="206333"/>
                </a:lnTo>
                <a:lnTo>
                  <a:pt x="254173" y="206333"/>
                </a:lnTo>
                <a:cubicBezTo>
                  <a:pt x="263725" y="206333"/>
                  <a:pt x="271367" y="213975"/>
                  <a:pt x="271367" y="223528"/>
                </a:cubicBezTo>
                <a:cubicBezTo>
                  <a:pt x="271367" y="223528"/>
                  <a:pt x="271367" y="223528"/>
                  <a:pt x="271367" y="223528"/>
                </a:cubicBezTo>
                <a:close/>
                <a:moveTo>
                  <a:pt x="364981" y="19105"/>
                </a:moveTo>
                <a:lnTo>
                  <a:pt x="387907" y="42031"/>
                </a:lnTo>
                <a:lnTo>
                  <a:pt x="191127" y="240722"/>
                </a:lnTo>
                <a:lnTo>
                  <a:pt x="145275" y="240722"/>
                </a:lnTo>
                <a:lnTo>
                  <a:pt x="364981" y="19105"/>
                </a:lnTo>
                <a:close/>
                <a:moveTo>
                  <a:pt x="66945" y="263648"/>
                </a:moveTo>
                <a:cubicBezTo>
                  <a:pt x="63124" y="259827"/>
                  <a:pt x="61213" y="254095"/>
                  <a:pt x="61213" y="250274"/>
                </a:cubicBezTo>
                <a:cubicBezTo>
                  <a:pt x="61213" y="244543"/>
                  <a:pt x="63124" y="240722"/>
                  <a:pt x="66945" y="236901"/>
                </a:cubicBezTo>
                <a:lnTo>
                  <a:pt x="179664" y="124182"/>
                </a:lnTo>
                <a:cubicBezTo>
                  <a:pt x="191127" y="112719"/>
                  <a:pt x="208321" y="105077"/>
                  <a:pt x="223605" y="105077"/>
                </a:cubicBezTo>
                <a:lnTo>
                  <a:pt x="250352" y="105077"/>
                </a:lnTo>
                <a:lnTo>
                  <a:pt x="91781" y="263648"/>
                </a:lnTo>
                <a:lnTo>
                  <a:pt x="91781" y="263648"/>
                </a:lnTo>
                <a:cubicBezTo>
                  <a:pt x="86050" y="271290"/>
                  <a:pt x="74587" y="271290"/>
                  <a:pt x="66945" y="263648"/>
                </a:cubicBezTo>
                <a:close/>
                <a:moveTo>
                  <a:pt x="55482" y="374456"/>
                </a:moveTo>
                <a:lnTo>
                  <a:pt x="21093" y="389740"/>
                </a:lnTo>
                <a:lnTo>
                  <a:pt x="19182" y="387830"/>
                </a:lnTo>
                <a:lnTo>
                  <a:pt x="19182" y="387830"/>
                </a:lnTo>
                <a:lnTo>
                  <a:pt x="32556" y="351530"/>
                </a:lnTo>
                <a:lnTo>
                  <a:pt x="99423" y="284663"/>
                </a:lnTo>
                <a:cubicBezTo>
                  <a:pt x="99423" y="296126"/>
                  <a:pt x="105154" y="307589"/>
                  <a:pt x="114707" y="315231"/>
                </a:cubicBezTo>
                <a:lnTo>
                  <a:pt x="55482" y="37445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8" descr="Drug utilization review (DUR) icon.">
            <a:extLst>
              <a:ext uri="{FF2B5EF4-FFF2-40B4-BE49-F238E27FC236}">
                <a16:creationId xmlns:a16="http://schemas.microsoft.com/office/drawing/2014/main" id="{225353EB-35D2-3B21-BB16-C7F5E32A2B35}"/>
              </a:ext>
            </a:extLst>
          </p:cNvPr>
          <p:cNvSpPr/>
          <p:nvPr/>
        </p:nvSpPr>
        <p:spPr>
          <a:xfrm>
            <a:off x="10808446" y="2242987"/>
            <a:ext cx="376237" cy="400050"/>
          </a:xfrm>
          <a:custGeom>
            <a:avLst/>
            <a:gdLst>
              <a:gd name="connsiteX0" fmla="*/ 190500 w 376237"/>
              <a:gd name="connsiteY0" fmla="*/ 114300 h 400050"/>
              <a:gd name="connsiteX1" fmla="*/ 285750 w 376237"/>
              <a:gd name="connsiteY1" fmla="*/ 114300 h 400050"/>
              <a:gd name="connsiteX2" fmla="*/ 285750 w 376237"/>
              <a:gd name="connsiteY2" fmla="*/ 133350 h 400050"/>
              <a:gd name="connsiteX3" fmla="*/ 190500 w 376237"/>
              <a:gd name="connsiteY3" fmla="*/ 133350 h 400050"/>
              <a:gd name="connsiteX4" fmla="*/ 190500 w 376237"/>
              <a:gd name="connsiteY4" fmla="*/ 114300 h 400050"/>
              <a:gd name="connsiteX5" fmla="*/ 142875 w 376237"/>
              <a:gd name="connsiteY5" fmla="*/ 361950 h 400050"/>
              <a:gd name="connsiteX6" fmla="*/ 142875 w 376237"/>
              <a:gd name="connsiteY6" fmla="*/ 381000 h 400050"/>
              <a:gd name="connsiteX7" fmla="*/ 57150 w 376237"/>
              <a:gd name="connsiteY7" fmla="*/ 381000 h 400050"/>
              <a:gd name="connsiteX8" fmla="*/ 38100 w 376237"/>
              <a:gd name="connsiteY8" fmla="*/ 361950 h 400050"/>
              <a:gd name="connsiteX9" fmla="*/ 38100 w 376237"/>
              <a:gd name="connsiteY9" fmla="*/ 342900 h 400050"/>
              <a:gd name="connsiteX10" fmla="*/ 19050 w 376237"/>
              <a:gd name="connsiteY10" fmla="*/ 342900 h 400050"/>
              <a:gd name="connsiteX11" fmla="*/ 0 w 376237"/>
              <a:gd name="connsiteY11" fmla="*/ 323850 h 400050"/>
              <a:gd name="connsiteX12" fmla="*/ 0 w 376237"/>
              <a:gd name="connsiteY12" fmla="*/ 19050 h 400050"/>
              <a:gd name="connsiteX13" fmla="*/ 19050 w 376237"/>
              <a:gd name="connsiteY13" fmla="*/ 0 h 400050"/>
              <a:gd name="connsiteX14" fmla="*/ 285750 w 376237"/>
              <a:gd name="connsiteY14" fmla="*/ 0 h 400050"/>
              <a:gd name="connsiteX15" fmla="*/ 304800 w 376237"/>
              <a:gd name="connsiteY15" fmla="*/ 19050 h 400050"/>
              <a:gd name="connsiteX16" fmla="*/ 304800 w 376237"/>
              <a:gd name="connsiteY16" fmla="*/ 38100 h 400050"/>
              <a:gd name="connsiteX17" fmla="*/ 323850 w 376237"/>
              <a:gd name="connsiteY17" fmla="*/ 38100 h 400050"/>
              <a:gd name="connsiteX18" fmla="*/ 342900 w 376237"/>
              <a:gd name="connsiteY18" fmla="*/ 57150 h 400050"/>
              <a:gd name="connsiteX19" fmla="*/ 342900 w 376237"/>
              <a:gd name="connsiteY19" fmla="*/ 276225 h 400050"/>
              <a:gd name="connsiteX20" fmla="*/ 323850 w 376237"/>
              <a:gd name="connsiteY20" fmla="*/ 276225 h 400050"/>
              <a:gd name="connsiteX21" fmla="*/ 323850 w 376237"/>
              <a:gd name="connsiteY21" fmla="*/ 57150 h 400050"/>
              <a:gd name="connsiteX22" fmla="*/ 57150 w 376237"/>
              <a:gd name="connsiteY22" fmla="*/ 57150 h 400050"/>
              <a:gd name="connsiteX23" fmla="*/ 57150 w 376237"/>
              <a:gd name="connsiteY23" fmla="*/ 361950 h 400050"/>
              <a:gd name="connsiteX24" fmla="*/ 142875 w 376237"/>
              <a:gd name="connsiteY24" fmla="*/ 361950 h 400050"/>
              <a:gd name="connsiteX25" fmla="*/ 57150 w 376237"/>
              <a:gd name="connsiteY25" fmla="*/ 38100 h 400050"/>
              <a:gd name="connsiteX26" fmla="*/ 285750 w 376237"/>
              <a:gd name="connsiteY26" fmla="*/ 38100 h 400050"/>
              <a:gd name="connsiteX27" fmla="*/ 285750 w 376237"/>
              <a:gd name="connsiteY27" fmla="*/ 19050 h 400050"/>
              <a:gd name="connsiteX28" fmla="*/ 19050 w 376237"/>
              <a:gd name="connsiteY28" fmla="*/ 19050 h 400050"/>
              <a:gd name="connsiteX29" fmla="*/ 19050 w 376237"/>
              <a:gd name="connsiteY29" fmla="*/ 323850 h 400050"/>
              <a:gd name="connsiteX30" fmla="*/ 38100 w 376237"/>
              <a:gd name="connsiteY30" fmla="*/ 323850 h 400050"/>
              <a:gd name="connsiteX31" fmla="*/ 38100 w 376237"/>
              <a:gd name="connsiteY31" fmla="*/ 57150 h 400050"/>
              <a:gd name="connsiteX32" fmla="*/ 57150 w 376237"/>
              <a:gd name="connsiteY32" fmla="*/ 38100 h 400050"/>
              <a:gd name="connsiteX33" fmla="*/ 304800 w 376237"/>
              <a:gd name="connsiteY33" fmla="*/ 85725 h 400050"/>
              <a:gd name="connsiteX34" fmla="*/ 304800 w 376237"/>
              <a:gd name="connsiteY34" fmla="*/ 76200 h 400050"/>
              <a:gd name="connsiteX35" fmla="*/ 190500 w 376237"/>
              <a:gd name="connsiteY35" fmla="*/ 76200 h 400050"/>
              <a:gd name="connsiteX36" fmla="*/ 190500 w 376237"/>
              <a:gd name="connsiteY36" fmla="*/ 95250 h 400050"/>
              <a:gd name="connsiteX37" fmla="*/ 304800 w 376237"/>
              <a:gd name="connsiteY37" fmla="*/ 95250 h 400050"/>
              <a:gd name="connsiteX38" fmla="*/ 304800 w 376237"/>
              <a:gd name="connsiteY38" fmla="*/ 85725 h 400050"/>
              <a:gd name="connsiteX39" fmla="*/ 163830 w 376237"/>
              <a:gd name="connsiteY39" fmla="*/ 203835 h 400050"/>
              <a:gd name="connsiteX40" fmla="*/ 150495 w 376237"/>
              <a:gd name="connsiteY40" fmla="*/ 222885 h 400050"/>
              <a:gd name="connsiteX41" fmla="*/ 125730 w 376237"/>
              <a:gd name="connsiteY41" fmla="*/ 222885 h 400050"/>
              <a:gd name="connsiteX42" fmla="*/ 152400 w 376237"/>
              <a:gd name="connsiteY42" fmla="*/ 188595 h 400050"/>
              <a:gd name="connsiteX43" fmla="*/ 118110 w 376237"/>
              <a:gd name="connsiteY43" fmla="*/ 146685 h 400050"/>
              <a:gd name="connsiteX44" fmla="*/ 95250 w 376237"/>
              <a:gd name="connsiteY44" fmla="*/ 146685 h 400050"/>
              <a:gd name="connsiteX45" fmla="*/ 95250 w 376237"/>
              <a:gd name="connsiteY45" fmla="*/ 190500 h 400050"/>
              <a:gd name="connsiteX46" fmla="*/ 76200 w 376237"/>
              <a:gd name="connsiteY46" fmla="*/ 190500 h 400050"/>
              <a:gd name="connsiteX47" fmla="*/ 76200 w 376237"/>
              <a:gd name="connsiteY47" fmla="*/ 76200 h 400050"/>
              <a:gd name="connsiteX48" fmla="*/ 129540 w 376237"/>
              <a:gd name="connsiteY48" fmla="*/ 76200 h 400050"/>
              <a:gd name="connsiteX49" fmla="*/ 129540 w 376237"/>
              <a:gd name="connsiteY49" fmla="*/ 76200 h 400050"/>
              <a:gd name="connsiteX50" fmla="*/ 148590 w 376237"/>
              <a:gd name="connsiteY50" fmla="*/ 83820 h 400050"/>
              <a:gd name="connsiteX51" fmla="*/ 156210 w 376237"/>
              <a:gd name="connsiteY51" fmla="*/ 102870 h 400050"/>
              <a:gd name="connsiteX52" fmla="*/ 156210 w 376237"/>
              <a:gd name="connsiteY52" fmla="*/ 120015 h 400050"/>
              <a:gd name="connsiteX53" fmla="*/ 140970 w 376237"/>
              <a:gd name="connsiteY53" fmla="*/ 144780 h 400050"/>
              <a:gd name="connsiteX54" fmla="*/ 163830 w 376237"/>
              <a:gd name="connsiteY54" fmla="*/ 173355 h 400050"/>
              <a:gd name="connsiteX55" fmla="*/ 180975 w 376237"/>
              <a:gd name="connsiteY55" fmla="*/ 152400 h 400050"/>
              <a:gd name="connsiteX56" fmla="*/ 205740 w 376237"/>
              <a:gd name="connsiteY56" fmla="*/ 152400 h 400050"/>
              <a:gd name="connsiteX57" fmla="*/ 177165 w 376237"/>
              <a:gd name="connsiteY57" fmla="*/ 188595 h 400050"/>
              <a:gd name="connsiteX58" fmla="*/ 203835 w 376237"/>
              <a:gd name="connsiteY58" fmla="*/ 222885 h 400050"/>
              <a:gd name="connsiteX59" fmla="*/ 179070 w 376237"/>
              <a:gd name="connsiteY59" fmla="*/ 222885 h 400050"/>
              <a:gd name="connsiteX60" fmla="*/ 163830 w 376237"/>
              <a:gd name="connsiteY60" fmla="*/ 203835 h 400050"/>
              <a:gd name="connsiteX61" fmla="*/ 137160 w 376237"/>
              <a:gd name="connsiteY61" fmla="*/ 102870 h 400050"/>
              <a:gd name="connsiteX62" fmla="*/ 135255 w 376237"/>
              <a:gd name="connsiteY62" fmla="*/ 97155 h 400050"/>
              <a:gd name="connsiteX63" fmla="*/ 129540 w 376237"/>
              <a:gd name="connsiteY63" fmla="*/ 95250 h 400050"/>
              <a:gd name="connsiteX64" fmla="*/ 95250 w 376237"/>
              <a:gd name="connsiteY64" fmla="*/ 95250 h 400050"/>
              <a:gd name="connsiteX65" fmla="*/ 95250 w 376237"/>
              <a:gd name="connsiteY65" fmla="*/ 95250 h 400050"/>
              <a:gd name="connsiteX66" fmla="*/ 95250 w 376237"/>
              <a:gd name="connsiteY66" fmla="*/ 127635 h 400050"/>
              <a:gd name="connsiteX67" fmla="*/ 129540 w 376237"/>
              <a:gd name="connsiteY67" fmla="*/ 127635 h 400050"/>
              <a:gd name="connsiteX68" fmla="*/ 137160 w 376237"/>
              <a:gd name="connsiteY68" fmla="*/ 121920 h 400050"/>
              <a:gd name="connsiteX69" fmla="*/ 137160 w 376237"/>
              <a:gd name="connsiteY69" fmla="*/ 118110 h 400050"/>
              <a:gd name="connsiteX70" fmla="*/ 137160 w 376237"/>
              <a:gd name="connsiteY70" fmla="*/ 100965 h 400050"/>
              <a:gd name="connsiteX71" fmla="*/ 373380 w 376237"/>
              <a:gd name="connsiteY71" fmla="*/ 390525 h 400050"/>
              <a:gd name="connsiteX72" fmla="*/ 356235 w 376237"/>
              <a:gd name="connsiteY72" fmla="*/ 400050 h 400050"/>
              <a:gd name="connsiteX73" fmla="*/ 173355 w 376237"/>
              <a:gd name="connsiteY73" fmla="*/ 400050 h 400050"/>
              <a:gd name="connsiteX74" fmla="*/ 156210 w 376237"/>
              <a:gd name="connsiteY74" fmla="*/ 390525 h 400050"/>
              <a:gd name="connsiteX75" fmla="*/ 156210 w 376237"/>
              <a:gd name="connsiteY75" fmla="*/ 371475 h 400050"/>
              <a:gd name="connsiteX76" fmla="*/ 247650 w 376237"/>
              <a:gd name="connsiteY76" fmla="*/ 220980 h 400050"/>
              <a:gd name="connsiteX77" fmla="*/ 264795 w 376237"/>
              <a:gd name="connsiteY77" fmla="*/ 211455 h 400050"/>
              <a:gd name="connsiteX78" fmla="*/ 264795 w 376237"/>
              <a:gd name="connsiteY78" fmla="*/ 211455 h 400050"/>
              <a:gd name="connsiteX79" fmla="*/ 281940 w 376237"/>
              <a:gd name="connsiteY79" fmla="*/ 220980 h 400050"/>
              <a:gd name="connsiteX80" fmla="*/ 373380 w 376237"/>
              <a:gd name="connsiteY80" fmla="*/ 371475 h 400050"/>
              <a:gd name="connsiteX81" fmla="*/ 373380 w 376237"/>
              <a:gd name="connsiteY81" fmla="*/ 390525 h 400050"/>
              <a:gd name="connsiteX82" fmla="*/ 358140 w 376237"/>
              <a:gd name="connsiteY82" fmla="*/ 381000 h 400050"/>
              <a:gd name="connsiteX83" fmla="*/ 266700 w 376237"/>
              <a:gd name="connsiteY83" fmla="*/ 230505 h 400050"/>
              <a:gd name="connsiteX84" fmla="*/ 175260 w 376237"/>
              <a:gd name="connsiteY84" fmla="*/ 381000 h 400050"/>
              <a:gd name="connsiteX85" fmla="*/ 358140 w 376237"/>
              <a:gd name="connsiteY85" fmla="*/ 381000 h 400050"/>
              <a:gd name="connsiteX86" fmla="*/ 358140 w 376237"/>
              <a:gd name="connsiteY86" fmla="*/ 381000 h 400050"/>
              <a:gd name="connsiteX87" fmla="*/ 257175 w 376237"/>
              <a:gd name="connsiteY87" fmla="*/ 361950 h 400050"/>
              <a:gd name="connsiteX88" fmla="*/ 276225 w 376237"/>
              <a:gd name="connsiteY88" fmla="*/ 361950 h 400050"/>
              <a:gd name="connsiteX89" fmla="*/ 276225 w 376237"/>
              <a:gd name="connsiteY89" fmla="*/ 342900 h 400050"/>
              <a:gd name="connsiteX90" fmla="*/ 257175 w 376237"/>
              <a:gd name="connsiteY90" fmla="*/ 342900 h 400050"/>
              <a:gd name="connsiteX91" fmla="*/ 257175 w 376237"/>
              <a:gd name="connsiteY91" fmla="*/ 361950 h 400050"/>
              <a:gd name="connsiteX92" fmla="*/ 257175 w 376237"/>
              <a:gd name="connsiteY92" fmla="*/ 333375 h 400050"/>
              <a:gd name="connsiteX93" fmla="*/ 276225 w 376237"/>
              <a:gd name="connsiteY93" fmla="*/ 333375 h 400050"/>
              <a:gd name="connsiteX94" fmla="*/ 276225 w 376237"/>
              <a:gd name="connsiteY94" fmla="*/ 276225 h 400050"/>
              <a:gd name="connsiteX95" fmla="*/ 257175 w 376237"/>
              <a:gd name="connsiteY95" fmla="*/ 276225 h 400050"/>
              <a:gd name="connsiteX96" fmla="*/ 257175 w 376237"/>
              <a:gd name="connsiteY96" fmla="*/ 333375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76237" h="400050">
                <a:moveTo>
                  <a:pt x="190500" y="114300"/>
                </a:moveTo>
                <a:lnTo>
                  <a:pt x="285750" y="114300"/>
                </a:lnTo>
                <a:lnTo>
                  <a:pt x="285750" y="133350"/>
                </a:lnTo>
                <a:lnTo>
                  <a:pt x="190500" y="133350"/>
                </a:lnTo>
                <a:lnTo>
                  <a:pt x="190500" y="114300"/>
                </a:lnTo>
                <a:close/>
                <a:moveTo>
                  <a:pt x="142875" y="361950"/>
                </a:moveTo>
                <a:lnTo>
                  <a:pt x="142875" y="381000"/>
                </a:lnTo>
                <a:cubicBezTo>
                  <a:pt x="142875" y="381000"/>
                  <a:pt x="57150" y="381000"/>
                  <a:pt x="57150" y="381000"/>
                </a:cubicBezTo>
                <a:cubicBezTo>
                  <a:pt x="47625" y="381000"/>
                  <a:pt x="38100" y="373380"/>
                  <a:pt x="38100" y="361950"/>
                </a:cubicBezTo>
                <a:lnTo>
                  <a:pt x="38100" y="342900"/>
                </a:lnTo>
                <a:lnTo>
                  <a:pt x="19050" y="342900"/>
                </a:lnTo>
                <a:cubicBezTo>
                  <a:pt x="7620" y="342900"/>
                  <a:pt x="0" y="335280"/>
                  <a:pt x="0" y="323850"/>
                </a:cubicBezTo>
                <a:lnTo>
                  <a:pt x="0" y="19050"/>
                </a:lnTo>
                <a:cubicBezTo>
                  <a:pt x="0" y="7620"/>
                  <a:pt x="9525" y="0"/>
                  <a:pt x="19050" y="0"/>
                </a:cubicBezTo>
                <a:lnTo>
                  <a:pt x="285750" y="0"/>
                </a:lnTo>
                <a:cubicBezTo>
                  <a:pt x="297180" y="0"/>
                  <a:pt x="304800" y="7620"/>
                  <a:pt x="304800" y="19050"/>
                </a:cubicBezTo>
                <a:lnTo>
                  <a:pt x="304800" y="38100"/>
                </a:lnTo>
                <a:lnTo>
                  <a:pt x="323850" y="38100"/>
                </a:lnTo>
                <a:cubicBezTo>
                  <a:pt x="335280" y="38100"/>
                  <a:pt x="342900" y="47625"/>
                  <a:pt x="342900" y="57150"/>
                </a:cubicBezTo>
                <a:lnTo>
                  <a:pt x="342900" y="276225"/>
                </a:lnTo>
                <a:lnTo>
                  <a:pt x="323850" y="276225"/>
                </a:lnTo>
                <a:lnTo>
                  <a:pt x="323850" y="57150"/>
                </a:lnTo>
                <a:lnTo>
                  <a:pt x="57150" y="57150"/>
                </a:lnTo>
                <a:cubicBezTo>
                  <a:pt x="57150" y="57150"/>
                  <a:pt x="57150" y="361950"/>
                  <a:pt x="57150" y="361950"/>
                </a:cubicBezTo>
                <a:lnTo>
                  <a:pt x="142875" y="361950"/>
                </a:lnTo>
                <a:close/>
                <a:moveTo>
                  <a:pt x="57150" y="38100"/>
                </a:moveTo>
                <a:lnTo>
                  <a:pt x="285750" y="38100"/>
                </a:lnTo>
                <a:lnTo>
                  <a:pt x="285750" y="19050"/>
                </a:lnTo>
                <a:lnTo>
                  <a:pt x="19050" y="19050"/>
                </a:lnTo>
                <a:cubicBezTo>
                  <a:pt x="19050" y="19050"/>
                  <a:pt x="19050" y="323850"/>
                  <a:pt x="19050" y="323850"/>
                </a:cubicBezTo>
                <a:lnTo>
                  <a:pt x="38100" y="323850"/>
                </a:lnTo>
                <a:lnTo>
                  <a:pt x="38100" y="57150"/>
                </a:lnTo>
                <a:cubicBezTo>
                  <a:pt x="38100" y="45720"/>
                  <a:pt x="45720" y="38100"/>
                  <a:pt x="57150" y="38100"/>
                </a:cubicBezTo>
                <a:close/>
                <a:moveTo>
                  <a:pt x="304800" y="85725"/>
                </a:moveTo>
                <a:lnTo>
                  <a:pt x="304800" y="76200"/>
                </a:lnTo>
                <a:lnTo>
                  <a:pt x="190500" y="76200"/>
                </a:lnTo>
                <a:lnTo>
                  <a:pt x="190500" y="95250"/>
                </a:lnTo>
                <a:lnTo>
                  <a:pt x="304800" y="95250"/>
                </a:lnTo>
                <a:lnTo>
                  <a:pt x="304800" y="85725"/>
                </a:lnTo>
                <a:close/>
                <a:moveTo>
                  <a:pt x="163830" y="203835"/>
                </a:moveTo>
                <a:lnTo>
                  <a:pt x="150495" y="222885"/>
                </a:lnTo>
                <a:lnTo>
                  <a:pt x="125730" y="222885"/>
                </a:lnTo>
                <a:lnTo>
                  <a:pt x="152400" y="188595"/>
                </a:lnTo>
                <a:lnTo>
                  <a:pt x="118110" y="146685"/>
                </a:lnTo>
                <a:lnTo>
                  <a:pt x="95250" y="146685"/>
                </a:lnTo>
                <a:lnTo>
                  <a:pt x="95250" y="190500"/>
                </a:lnTo>
                <a:lnTo>
                  <a:pt x="76200" y="190500"/>
                </a:lnTo>
                <a:lnTo>
                  <a:pt x="76200" y="76200"/>
                </a:lnTo>
                <a:cubicBezTo>
                  <a:pt x="76200" y="76200"/>
                  <a:pt x="129540" y="76200"/>
                  <a:pt x="129540" y="76200"/>
                </a:cubicBezTo>
                <a:lnTo>
                  <a:pt x="129540" y="76200"/>
                </a:lnTo>
                <a:cubicBezTo>
                  <a:pt x="137160" y="76200"/>
                  <a:pt x="142875" y="78105"/>
                  <a:pt x="148590" y="83820"/>
                </a:cubicBezTo>
                <a:cubicBezTo>
                  <a:pt x="154305" y="89535"/>
                  <a:pt x="156210" y="95250"/>
                  <a:pt x="156210" y="102870"/>
                </a:cubicBezTo>
                <a:lnTo>
                  <a:pt x="156210" y="120015"/>
                </a:lnTo>
                <a:cubicBezTo>
                  <a:pt x="156210" y="131445"/>
                  <a:pt x="150495" y="140970"/>
                  <a:pt x="140970" y="144780"/>
                </a:cubicBezTo>
                <a:lnTo>
                  <a:pt x="163830" y="173355"/>
                </a:lnTo>
                <a:lnTo>
                  <a:pt x="180975" y="152400"/>
                </a:lnTo>
                <a:lnTo>
                  <a:pt x="205740" y="152400"/>
                </a:lnTo>
                <a:cubicBezTo>
                  <a:pt x="205740" y="152400"/>
                  <a:pt x="177165" y="188595"/>
                  <a:pt x="177165" y="188595"/>
                </a:cubicBezTo>
                <a:lnTo>
                  <a:pt x="203835" y="222885"/>
                </a:lnTo>
                <a:lnTo>
                  <a:pt x="179070" y="222885"/>
                </a:lnTo>
                <a:lnTo>
                  <a:pt x="163830" y="203835"/>
                </a:lnTo>
                <a:close/>
                <a:moveTo>
                  <a:pt x="137160" y="102870"/>
                </a:moveTo>
                <a:cubicBezTo>
                  <a:pt x="137160" y="100965"/>
                  <a:pt x="137160" y="99060"/>
                  <a:pt x="135255" y="97155"/>
                </a:cubicBezTo>
                <a:cubicBezTo>
                  <a:pt x="133350" y="95250"/>
                  <a:pt x="131445" y="95250"/>
                  <a:pt x="129540" y="95250"/>
                </a:cubicBezTo>
                <a:lnTo>
                  <a:pt x="95250" y="95250"/>
                </a:lnTo>
                <a:cubicBezTo>
                  <a:pt x="95250" y="95250"/>
                  <a:pt x="95250" y="95250"/>
                  <a:pt x="95250" y="95250"/>
                </a:cubicBezTo>
                <a:lnTo>
                  <a:pt x="95250" y="127635"/>
                </a:lnTo>
                <a:lnTo>
                  <a:pt x="129540" y="127635"/>
                </a:lnTo>
                <a:cubicBezTo>
                  <a:pt x="133350" y="127635"/>
                  <a:pt x="135255" y="125730"/>
                  <a:pt x="137160" y="121920"/>
                </a:cubicBezTo>
                <a:cubicBezTo>
                  <a:pt x="137160" y="121920"/>
                  <a:pt x="137160" y="120015"/>
                  <a:pt x="137160" y="118110"/>
                </a:cubicBezTo>
                <a:lnTo>
                  <a:pt x="137160" y="100965"/>
                </a:lnTo>
                <a:close/>
                <a:moveTo>
                  <a:pt x="373380" y="390525"/>
                </a:moveTo>
                <a:cubicBezTo>
                  <a:pt x="369570" y="396240"/>
                  <a:pt x="363855" y="400050"/>
                  <a:pt x="356235" y="400050"/>
                </a:cubicBezTo>
                <a:lnTo>
                  <a:pt x="173355" y="400050"/>
                </a:lnTo>
                <a:cubicBezTo>
                  <a:pt x="165735" y="400050"/>
                  <a:pt x="158115" y="396240"/>
                  <a:pt x="156210" y="390525"/>
                </a:cubicBezTo>
                <a:cubicBezTo>
                  <a:pt x="152400" y="384810"/>
                  <a:pt x="154305" y="377190"/>
                  <a:pt x="156210" y="371475"/>
                </a:cubicBezTo>
                <a:lnTo>
                  <a:pt x="247650" y="220980"/>
                </a:lnTo>
                <a:cubicBezTo>
                  <a:pt x="251460" y="215265"/>
                  <a:pt x="257175" y="211455"/>
                  <a:pt x="264795" y="211455"/>
                </a:cubicBezTo>
                <a:lnTo>
                  <a:pt x="264795" y="211455"/>
                </a:lnTo>
                <a:cubicBezTo>
                  <a:pt x="272415" y="211455"/>
                  <a:pt x="278130" y="215265"/>
                  <a:pt x="281940" y="220980"/>
                </a:cubicBezTo>
                <a:lnTo>
                  <a:pt x="373380" y="371475"/>
                </a:lnTo>
                <a:cubicBezTo>
                  <a:pt x="377190" y="377190"/>
                  <a:pt x="377190" y="384810"/>
                  <a:pt x="373380" y="390525"/>
                </a:cubicBezTo>
                <a:close/>
                <a:moveTo>
                  <a:pt x="358140" y="381000"/>
                </a:moveTo>
                <a:lnTo>
                  <a:pt x="266700" y="230505"/>
                </a:lnTo>
                <a:lnTo>
                  <a:pt x="175260" y="381000"/>
                </a:lnTo>
                <a:lnTo>
                  <a:pt x="358140" y="381000"/>
                </a:lnTo>
                <a:cubicBezTo>
                  <a:pt x="358140" y="381000"/>
                  <a:pt x="358140" y="381000"/>
                  <a:pt x="358140" y="381000"/>
                </a:cubicBezTo>
                <a:close/>
                <a:moveTo>
                  <a:pt x="257175" y="361950"/>
                </a:moveTo>
                <a:lnTo>
                  <a:pt x="276225" y="361950"/>
                </a:lnTo>
                <a:lnTo>
                  <a:pt x="276225" y="342900"/>
                </a:lnTo>
                <a:lnTo>
                  <a:pt x="257175" y="342900"/>
                </a:lnTo>
                <a:lnTo>
                  <a:pt x="257175" y="361950"/>
                </a:lnTo>
                <a:close/>
                <a:moveTo>
                  <a:pt x="257175" y="333375"/>
                </a:moveTo>
                <a:lnTo>
                  <a:pt x="276225" y="333375"/>
                </a:lnTo>
                <a:cubicBezTo>
                  <a:pt x="276225" y="333375"/>
                  <a:pt x="276225" y="276225"/>
                  <a:pt x="276225" y="276225"/>
                </a:cubicBezTo>
                <a:lnTo>
                  <a:pt x="257175" y="276225"/>
                </a:lnTo>
                <a:lnTo>
                  <a:pt x="257175" y="33337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25" name="Graphic 163" descr="Pill capsule icon.">
            <a:extLst>
              <a:ext uri="{FF2B5EF4-FFF2-40B4-BE49-F238E27FC236}">
                <a16:creationId xmlns:a16="http://schemas.microsoft.com/office/drawing/2014/main" id="{F686BD6C-20B3-4872-9FEC-E675B21C5E1C}"/>
              </a:ext>
            </a:extLst>
          </p:cNvPr>
          <p:cNvSpPr>
            <a:spLocks noChangeAspect="1"/>
          </p:cNvSpPr>
          <p:nvPr/>
        </p:nvSpPr>
        <p:spPr>
          <a:xfrm>
            <a:off x="968618" y="3309447"/>
            <a:ext cx="418162" cy="421263"/>
          </a:xfrm>
          <a:custGeom>
            <a:avLst/>
            <a:gdLst>
              <a:gd name="connsiteX0" fmla="*/ 386875 w 418162"/>
              <a:gd name="connsiteY0" fmla="*/ 32956 h 421263"/>
              <a:gd name="connsiteX1" fmla="*/ 232125 w 418162"/>
              <a:gd name="connsiteY1" fmla="*/ 32956 h 421263"/>
              <a:gd name="connsiteX2" fmla="*/ 232125 w 418162"/>
              <a:gd name="connsiteY2" fmla="*/ 32956 h 421263"/>
              <a:gd name="connsiteX3" fmla="*/ 31523 w 418162"/>
              <a:gd name="connsiteY3" fmla="*/ 231647 h 421263"/>
              <a:gd name="connsiteX4" fmla="*/ 31523 w 418162"/>
              <a:gd name="connsiteY4" fmla="*/ 388307 h 421263"/>
              <a:gd name="connsiteX5" fmla="*/ 186273 w 418162"/>
              <a:gd name="connsiteY5" fmla="*/ 388307 h 421263"/>
              <a:gd name="connsiteX6" fmla="*/ 186273 w 418162"/>
              <a:gd name="connsiteY6" fmla="*/ 388307 h 421263"/>
              <a:gd name="connsiteX7" fmla="*/ 384964 w 418162"/>
              <a:gd name="connsiteY7" fmla="*/ 187706 h 421263"/>
              <a:gd name="connsiteX8" fmla="*/ 386875 w 418162"/>
              <a:gd name="connsiteY8" fmla="*/ 32956 h 421263"/>
              <a:gd name="connsiteX9" fmla="*/ 174810 w 418162"/>
              <a:gd name="connsiteY9" fmla="*/ 374934 h 421263"/>
              <a:gd name="connsiteX10" fmla="*/ 46807 w 418162"/>
              <a:gd name="connsiteY10" fmla="*/ 374934 h 421263"/>
              <a:gd name="connsiteX11" fmla="*/ 46807 w 418162"/>
              <a:gd name="connsiteY11" fmla="*/ 374934 h 421263"/>
              <a:gd name="connsiteX12" fmla="*/ 46807 w 418162"/>
              <a:gd name="connsiteY12" fmla="*/ 245021 h 421263"/>
              <a:gd name="connsiteX13" fmla="*/ 138511 w 418162"/>
              <a:gd name="connsiteY13" fmla="*/ 153317 h 421263"/>
              <a:gd name="connsiteX14" fmla="*/ 266514 w 418162"/>
              <a:gd name="connsiteY14" fmla="*/ 281320 h 421263"/>
              <a:gd name="connsiteX15" fmla="*/ 174810 w 418162"/>
              <a:gd name="connsiteY15" fmla="*/ 374934 h 421263"/>
              <a:gd name="connsiteX16" fmla="*/ 279887 w 418162"/>
              <a:gd name="connsiteY16" fmla="*/ 267946 h 421263"/>
              <a:gd name="connsiteX17" fmla="*/ 151884 w 418162"/>
              <a:gd name="connsiteY17" fmla="*/ 139944 h 421263"/>
              <a:gd name="connsiteX18" fmla="*/ 243588 w 418162"/>
              <a:gd name="connsiteY18" fmla="*/ 46329 h 421263"/>
              <a:gd name="connsiteX19" fmla="*/ 371591 w 418162"/>
              <a:gd name="connsiteY19" fmla="*/ 46329 h 421263"/>
              <a:gd name="connsiteX20" fmla="*/ 371591 w 418162"/>
              <a:gd name="connsiteY20" fmla="*/ 46329 h 421263"/>
              <a:gd name="connsiteX21" fmla="*/ 371591 w 418162"/>
              <a:gd name="connsiteY21" fmla="*/ 176243 h 421263"/>
              <a:gd name="connsiteX22" fmla="*/ 279887 w 418162"/>
              <a:gd name="connsiteY22" fmla="*/ 267946 h 421263"/>
              <a:gd name="connsiteX23" fmla="*/ 113674 w 418162"/>
              <a:gd name="connsiteY23" fmla="*/ 210632 h 421263"/>
              <a:gd name="connsiteX24" fmla="*/ 132779 w 418162"/>
              <a:gd name="connsiteY24" fmla="*/ 229737 h 421263"/>
              <a:gd name="connsiteX25" fmla="*/ 113674 w 418162"/>
              <a:gd name="connsiteY25" fmla="*/ 248842 h 421263"/>
              <a:gd name="connsiteX26" fmla="*/ 94569 w 418162"/>
              <a:gd name="connsiteY26" fmla="*/ 229737 h 421263"/>
              <a:gd name="connsiteX27" fmla="*/ 113674 w 418162"/>
              <a:gd name="connsiteY27" fmla="*/ 210632 h 421263"/>
              <a:gd name="connsiteX28" fmla="*/ 113674 w 418162"/>
              <a:gd name="connsiteY28" fmla="*/ 267946 h 421263"/>
              <a:gd name="connsiteX29" fmla="*/ 132779 w 418162"/>
              <a:gd name="connsiteY29" fmla="*/ 287051 h 421263"/>
              <a:gd name="connsiteX30" fmla="*/ 113674 w 418162"/>
              <a:gd name="connsiteY30" fmla="*/ 306156 h 421263"/>
              <a:gd name="connsiteX31" fmla="*/ 94569 w 418162"/>
              <a:gd name="connsiteY31" fmla="*/ 287051 h 421263"/>
              <a:gd name="connsiteX32" fmla="*/ 113674 w 418162"/>
              <a:gd name="connsiteY32" fmla="*/ 267946 h 421263"/>
              <a:gd name="connsiteX33" fmla="*/ 170989 w 418162"/>
              <a:gd name="connsiteY33" fmla="*/ 248842 h 421263"/>
              <a:gd name="connsiteX34" fmla="*/ 190094 w 418162"/>
              <a:gd name="connsiteY34" fmla="*/ 267946 h 421263"/>
              <a:gd name="connsiteX35" fmla="*/ 170989 w 418162"/>
              <a:gd name="connsiteY35" fmla="*/ 287051 h 421263"/>
              <a:gd name="connsiteX36" fmla="*/ 151884 w 418162"/>
              <a:gd name="connsiteY36" fmla="*/ 267946 h 421263"/>
              <a:gd name="connsiteX37" fmla="*/ 170989 w 418162"/>
              <a:gd name="connsiteY37" fmla="*/ 248842 h 421263"/>
              <a:gd name="connsiteX38" fmla="*/ 113674 w 418162"/>
              <a:gd name="connsiteY38" fmla="*/ 344366 h 421263"/>
              <a:gd name="connsiteX39" fmla="*/ 132779 w 418162"/>
              <a:gd name="connsiteY39" fmla="*/ 363471 h 421263"/>
              <a:gd name="connsiteX40" fmla="*/ 113674 w 418162"/>
              <a:gd name="connsiteY40" fmla="*/ 382576 h 421263"/>
              <a:gd name="connsiteX41" fmla="*/ 94569 w 418162"/>
              <a:gd name="connsiteY41" fmla="*/ 363471 h 421263"/>
              <a:gd name="connsiteX42" fmla="*/ 113674 w 418162"/>
              <a:gd name="connsiteY42" fmla="*/ 344366 h 421263"/>
              <a:gd name="connsiteX43" fmla="*/ 170989 w 418162"/>
              <a:gd name="connsiteY43" fmla="*/ 306156 h 421263"/>
              <a:gd name="connsiteX44" fmla="*/ 190094 w 418162"/>
              <a:gd name="connsiteY44" fmla="*/ 325261 h 421263"/>
              <a:gd name="connsiteX45" fmla="*/ 170989 w 418162"/>
              <a:gd name="connsiteY45" fmla="*/ 344366 h 421263"/>
              <a:gd name="connsiteX46" fmla="*/ 151884 w 418162"/>
              <a:gd name="connsiteY46" fmla="*/ 325261 h 421263"/>
              <a:gd name="connsiteX47" fmla="*/ 170989 w 418162"/>
              <a:gd name="connsiteY47" fmla="*/ 306156 h 421263"/>
              <a:gd name="connsiteX48" fmla="*/ 56360 w 418162"/>
              <a:gd name="connsiteY48" fmla="*/ 287051 h 421263"/>
              <a:gd name="connsiteX49" fmla="*/ 75464 w 418162"/>
              <a:gd name="connsiteY49" fmla="*/ 306156 h 421263"/>
              <a:gd name="connsiteX50" fmla="*/ 56360 w 418162"/>
              <a:gd name="connsiteY50" fmla="*/ 325261 h 421263"/>
              <a:gd name="connsiteX51" fmla="*/ 37255 w 418162"/>
              <a:gd name="connsiteY51" fmla="*/ 306156 h 421263"/>
              <a:gd name="connsiteX52" fmla="*/ 56360 w 418162"/>
              <a:gd name="connsiteY52" fmla="*/ 287051 h 421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18162" h="421263">
                <a:moveTo>
                  <a:pt x="386875" y="32956"/>
                </a:moveTo>
                <a:cubicBezTo>
                  <a:pt x="344844" y="-10985"/>
                  <a:pt x="274156" y="-10985"/>
                  <a:pt x="232125" y="32956"/>
                </a:cubicBezTo>
                <a:lnTo>
                  <a:pt x="232125" y="32956"/>
                </a:lnTo>
                <a:lnTo>
                  <a:pt x="31523" y="231647"/>
                </a:lnTo>
                <a:cubicBezTo>
                  <a:pt x="-10508" y="275588"/>
                  <a:pt x="-10508" y="344366"/>
                  <a:pt x="31523" y="388307"/>
                </a:cubicBezTo>
                <a:cubicBezTo>
                  <a:pt x="73554" y="432249"/>
                  <a:pt x="144242" y="432249"/>
                  <a:pt x="186273" y="388307"/>
                </a:cubicBezTo>
                <a:lnTo>
                  <a:pt x="186273" y="388307"/>
                </a:lnTo>
                <a:lnTo>
                  <a:pt x="384964" y="187706"/>
                </a:lnTo>
                <a:cubicBezTo>
                  <a:pt x="428905" y="145675"/>
                  <a:pt x="428905" y="76897"/>
                  <a:pt x="386875" y="32956"/>
                </a:cubicBezTo>
                <a:close/>
                <a:moveTo>
                  <a:pt x="174810" y="374934"/>
                </a:moveTo>
                <a:cubicBezTo>
                  <a:pt x="140421" y="411233"/>
                  <a:pt x="83106" y="411233"/>
                  <a:pt x="46807" y="374934"/>
                </a:cubicBezTo>
                <a:lnTo>
                  <a:pt x="46807" y="374934"/>
                </a:lnTo>
                <a:cubicBezTo>
                  <a:pt x="10508" y="338635"/>
                  <a:pt x="10508" y="281320"/>
                  <a:pt x="46807" y="245021"/>
                </a:cubicBezTo>
                <a:lnTo>
                  <a:pt x="138511" y="153317"/>
                </a:lnTo>
                <a:lnTo>
                  <a:pt x="266514" y="281320"/>
                </a:lnTo>
                <a:lnTo>
                  <a:pt x="174810" y="374934"/>
                </a:lnTo>
                <a:close/>
                <a:moveTo>
                  <a:pt x="279887" y="267946"/>
                </a:moveTo>
                <a:lnTo>
                  <a:pt x="151884" y="139944"/>
                </a:lnTo>
                <a:lnTo>
                  <a:pt x="243588" y="46329"/>
                </a:lnTo>
                <a:cubicBezTo>
                  <a:pt x="277977" y="10030"/>
                  <a:pt x="335291" y="10030"/>
                  <a:pt x="371591" y="46329"/>
                </a:cubicBezTo>
                <a:lnTo>
                  <a:pt x="371591" y="46329"/>
                </a:lnTo>
                <a:cubicBezTo>
                  <a:pt x="407890" y="82629"/>
                  <a:pt x="407890" y="139944"/>
                  <a:pt x="371591" y="176243"/>
                </a:cubicBezTo>
                <a:lnTo>
                  <a:pt x="279887" y="267946"/>
                </a:lnTo>
                <a:close/>
                <a:moveTo>
                  <a:pt x="113674" y="210632"/>
                </a:moveTo>
                <a:cubicBezTo>
                  <a:pt x="125137" y="210632"/>
                  <a:pt x="132779" y="218274"/>
                  <a:pt x="132779" y="229737"/>
                </a:cubicBezTo>
                <a:cubicBezTo>
                  <a:pt x="132779" y="241200"/>
                  <a:pt x="125137" y="248842"/>
                  <a:pt x="113674" y="248842"/>
                </a:cubicBezTo>
                <a:cubicBezTo>
                  <a:pt x="102211" y="248842"/>
                  <a:pt x="94569" y="241200"/>
                  <a:pt x="94569" y="229737"/>
                </a:cubicBezTo>
                <a:cubicBezTo>
                  <a:pt x="94569" y="218274"/>
                  <a:pt x="102211" y="210632"/>
                  <a:pt x="113674" y="210632"/>
                </a:cubicBezTo>
                <a:close/>
                <a:moveTo>
                  <a:pt x="113674" y="267946"/>
                </a:moveTo>
                <a:cubicBezTo>
                  <a:pt x="125137" y="267946"/>
                  <a:pt x="132779" y="275588"/>
                  <a:pt x="132779" y="287051"/>
                </a:cubicBezTo>
                <a:cubicBezTo>
                  <a:pt x="132779" y="298514"/>
                  <a:pt x="125137" y="306156"/>
                  <a:pt x="113674" y="306156"/>
                </a:cubicBezTo>
                <a:cubicBezTo>
                  <a:pt x="102211" y="306156"/>
                  <a:pt x="94569" y="298514"/>
                  <a:pt x="94569" y="287051"/>
                </a:cubicBezTo>
                <a:cubicBezTo>
                  <a:pt x="94569" y="275588"/>
                  <a:pt x="102211" y="267946"/>
                  <a:pt x="113674" y="267946"/>
                </a:cubicBezTo>
                <a:close/>
                <a:moveTo>
                  <a:pt x="170989" y="248842"/>
                </a:moveTo>
                <a:cubicBezTo>
                  <a:pt x="182452" y="248842"/>
                  <a:pt x="190094" y="256484"/>
                  <a:pt x="190094" y="267946"/>
                </a:cubicBezTo>
                <a:cubicBezTo>
                  <a:pt x="190094" y="279409"/>
                  <a:pt x="182452" y="287051"/>
                  <a:pt x="170989" y="287051"/>
                </a:cubicBezTo>
                <a:cubicBezTo>
                  <a:pt x="159526" y="287051"/>
                  <a:pt x="151884" y="279409"/>
                  <a:pt x="151884" y="267946"/>
                </a:cubicBezTo>
                <a:cubicBezTo>
                  <a:pt x="151884" y="256484"/>
                  <a:pt x="159526" y="248842"/>
                  <a:pt x="170989" y="248842"/>
                </a:cubicBezTo>
                <a:close/>
                <a:moveTo>
                  <a:pt x="113674" y="344366"/>
                </a:moveTo>
                <a:cubicBezTo>
                  <a:pt x="125137" y="344366"/>
                  <a:pt x="132779" y="352008"/>
                  <a:pt x="132779" y="363471"/>
                </a:cubicBezTo>
                <a:cubicBezTo>
                  <a:pt x="132779" y="374934"/>
                  <a:pt x="125137" y="382576"/>
                  <a:pt x="113674" y="382576"/>
                </a:cubicBezTo>
                <a:cubicBezTo>
                  <a:pt x="102211" y="382576"/>
                  <a:pt x="94569" y="374934"/>
                  <a:pt x="94569" y="363471"/>
                </a:cubicBezTo>
                <a:cubicBezTo>
                  <a:pt x="94569" y="352008"/>
                  <a:pt x="102211" y="344366"/>
                  <a:pt x="113674" y="344366"/>
                </a:cubicBezTo>
                <a:close/>
                <a:moveTo>
                  <a:pt x="170989" y="306156"/>
                </a:moveTo>
                <a:cubicBezTo>
                  <a:pt x="182452" y="306156"/>
                  <a:pt x="190094" y="313798"/>
                  <a:pt x="190094" y="325261"/>
                </a:cubicBezTo>
                <a:cubicBezTo>
                  <a:pt x="190094" y="336724"/>
                  <a:pt x="182452" y="344366"/>
                  <a:pt x="170989" y="344366"/>
                </a:cubicBezTo>
                <a:cubicBezTo>
                  <a:pt x="159526" y="344366"/>
                  <a:pt x="151884" y="336724"/>
                  <a:pt x="151884" y="325261"/>
                </a:cubicBezTo>
                <a:cubicBezTo>
                  <a:pt x="151884" y="313798"/>
                  <a:pt x="159526" y="306156"/>
                  <a:pt x="170989" y="306156"/>
                </a:cubicBezTo>
                <a:close/>
                <a:moveTo>
                  <a:pt x="56360" y="287051"/>
                </a:moveTo>
                <a:cubicBezTo>
                  <a:pt x="67822" y="287051"/>
                  <a:pt x="75464" y="294693"/>
                  <a:pt x="75464" y="306156"/>
                </a:cubicBezTo>
                <a:cubicBezTo>
                  <a:pt x="75464" y="317619"/>
                  <a:pt x="67822" y="325261"/>
                  <a:pt x="56360" y="325261"/>
                </a:cubicBezTo>
                <a:cubicBezTo>
                  <a:pt x="44897" y="325261"/>
                  <a:pt x="37255" y="317619"/>
                  <a:pt x="37255" y="306156"/>
                </a:cubicBezTo>
                <a:cubicBezTo>
                  <a:pt x="37255" y="294693"/>
                  <a:pt x="44897" y="287051"/>
                  <a:pt x="56360" y="28705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53" descr="Group of pills 1 icon.">
            <a:extLst>
              <a:ext uri="{FF2B5EF4-FFF2-40B4-BE49-F238E27FC236}">
                <a16:creationId xmlns:a16="http://schemas.microsoft.com/office/drawing/2014/main" id="{220C42BC-5927-415C-8F96-35F94D4428CC}"/>
              </a:ext>
            </a:extLst>
          </p:cNvPr>
          <p:cNvSpPr>
            <a:spLocks noChangeAspect="1"/>
          </p:cNvSpPr>
          <p:nvPr/>
        </p:nvSpPr>
        <p:spPr>
          <a:xfrm>
            <a:off x="2194206" y="3310880"/>
            <a:ext cx="419830" cy="419830"/>
          </a:xfrm>
          <a:custGeom>
            <a:avLst/>
            <a:gdLst>
              <a:gd name="connsiteX0" fmla="*/ 85972 w 419830"/>
              <a:gd name="connsiteY0" fmla="*/ 228781 h 419830"/>
              <a:gd name="connsiteX1" fmla="*/ 147108 w 419830"/>
              <a:gd name="connsiteY1" fmla="*/ 203945 h 419830"/>
              <a:gd name="connsiteX2" fmla="*/ 147108 w 419830"/>
              <a:gd name="connsiteY2" fmla="*/ 203945 h 419830"/>
              <a:gd name="connsiteX3" fmla="*/ 171944 w 419830"/>
              <a:gd name="connsiteY3" fmla="*/ 142809 h 419830"/>
              <a:gd name="connsiteX4" fmla="*/ 147108 w 419830"/>
              <a:gd name="connsiteY4" fmla="*/ 81674 h 419830"/>
              <a:gd name="connsiteX5" fmla="*/ 85972 w 419830"/>
              <a:gd name="connsiteY5" fmla="*/ 56837 h 419830"/>
              <a:gd name="connsiteX6" fmla="*/ 24836 w 419830"/>
              <a:gd name="connsiteY6" fmla="*/ 81674 h 419830"/>
              <a:gd name="connsiteX7" fmla="*/ 0 w 419830"/>
              <a:gd name="connsiteY7" fmla="*/ 142809 h 419830"/>
              <a:gd name="connsiteX8" fmla="*/ 24836 w 419830"/>
              <a:gd name="connsiteY8" fmla="*/ 203945 h 419830"/>
              <a:gd name="connsiteX9" fmla="*/ 85972 w 419830"/>
              <a:gd name="connsiteY9" fmla="*/ 228781 h 419830"/>
              <a:gd name="connsiteX10" fmla="*/ 133734 w 419830"/>
              <a:gd name="connsiteY10" fmla="*/ 190572 h 419830"/>
              <a:gd name="connsiteX11" fmla="*/ 40120 w 419830"/>
              <a:gd name="connsiteY11" fmla="*/ 190572 h 419830"/>
              <a:gd name="connsiteX12" fmla="*/ 21015 w 419830"/>
              <a:gd name="connsiteY12" fmla="*/ 152362 h 419830"/>
              <a:gd name="connsiteX13" fmla="*/ 152839 w 419830"/>
              <a:gd name="connsiteY13" fmla="*/ 152362 h 419830"/>
              <a:gd name="connsiteX14" fmla="*/ 133734 w 419830"/>
              <a:gd name="connsiteY14" fmla="*/ 190572 h 419830"/>
              <a:gd name="connsiteX15" fmla="*/ 38210 w 419830"/>
              <a:gd name="connsiteY15" fmla="*/ 95047 h 419830"/>
              <a:gd name="connsiteX16" fmla="*/ 85972 w 419830"/>
              <a:gd name="connsiteY16" fmla="*/ 75942 h 419830"/>
              <a:gd name="connsiteX17" fmla="*/ 133734 w 419830"/>
              <a:gd name="connsiteY17" fmla="*/ 95047 h 419830"/>
              <a:gd name="connsiteX18" fmla="*/ 152839 w 419830"/>
              <a:gd name="connsiteY18" fmla="*/ 133257 h 419830"/>
              <a:gd name="connsiteX19" fmla="*/ 19105 w 419830"/>
              <a:gd name="connsiteY19" fmla="*/ 133257 h 419830"/>
              <a:gd name="connsiteX20" fmla="*/ 38210 w 419830"/>
              <a:gd name="connsiteY20" fmla="*/ 95047 h 419830"/>
              <a:gd name="connsiteX21" fmla="*/ 315231 w 419830"/>
              <a:gd name="connsiteY21" fmla="*/ 247886 h 419830"/>
              <a:gd name="connsiteX22" fmla="*/ 105077 w 419830"/>
              <a:gd name="connsiteY22" fmla="*/ 247886 h 419830"/>
              <a:gd name="connsiteX23" fmla="*/ 19105 w 419830"/>
              <a:gd name="connsiteY23" fmla="*/ 333858 h 419830"/>
              <a:gd name="connsiteX24" fmla="*/ 105077 w 419830"/>
              <a:gd name="connsiteY24" fmla="*/ 419831 h 419830"/>
              <a:gd name="connsiteX25" fmla="*/ 315231 w 419830"/>
              <a:gd name="connsiteY25" fmla="*/ 419831 h 419830"/>
              <a:gd name="connsiteX26" fmla="*/ 401203 w 419830"/>
              <a:gd name="connsiteY26" fmla="*/ 333858 h 419830"/>
              <a:gd name="connsiteX27" fmla="*/ 315231 w 419830"/>
              <a:gd name="connsiteY27" fmla="*/ 247886 h 419830"/>
              <a:gd name="connsiteX28" fmla="*/ 38210 w 419830"/>
              <a:gd name="connsiteY28" fmla="*/ 333858 h 419830"/>
              <a:gd name="connsiteX29" fmla="*/ 105077 w 419830"/>
              <a:gd name="connsiteY29" fmla="*/ 266991 h 419830"/>
              <a:gd name="connsiteX30" fmla="*/ 200602 w 419830"/>
              <a:gd name="connsiteY30" fmla="*/ 266991 h 419830"/>
              <a:gd name="connsiteX31" fmla="*/ 200602 w 419830"/>
              <a:gd name="connsiteY31" fmla="*/ 400726 h 419830"/>
              <a:gd name="connsiteX32" fmla="*/ 105077 w 419830"/>
              <a:gd name="connsiteY32" fmla="*/ 400726 h 419830"/>
              <a:gd name="connsiteX33" fmla="*/ 38210 w 419830"/>
              <a:gd name="connsiteY33" fmla="*/ 333858 h 419830"/>
              <a:gd name="connsiteX34" fmla="*/ 315231 w 419830"/>
              <a:gd name="connsiteY34" fmla="*/ 400726 h 419830"/>
              <a:gd name="connsiteX35" fmla="*/ 219707 w 419830"/>
              <a:gd name="connsiteY35" fmla="*/ 400726 h 419830"/>
              <a:gd name="connsiteX36" fmla="*/ 219707 w 419830"/>
              <a:gd name="connsiteY36" fmla="*/ 266991 h 419830"/>
              <a:gd name="connsiteX37" fmla="*/ 315231 w 419830"/>
              <a:gd name="connsiteY37" fmla="*/ 266991 h 419830"/>
              <a:gd name="connsiteX38" fmla="*/ 382098 w 419830"/>
              <a:gd name="connsiteY38" fmla="*/ 333858 h 419830"/>
              <a:gd name="connsiteX39" fmla="*/ 315231 w 419830"/>
              <a:gd name="connsiteY39" fmla="*/ 400726 h 419830"/>
              <a:gd name="connsiteX40" fmla="*/ 401203 w 419830"/>
              <a:gd name="connsiteY40" fmla="*/ 18627 h 419830"/>
              <a:gd name="connsiteX41" fmla="*/ 311410 w 419830"/>
              <a:gd name="connsiteY41" fmla="*/ 18627 h 419830"/>
              <a:gd name="connsiteX42" fmla="*/ 210154 w 419830"/>
              <a:gd name="connsiteY42" fmla="*/ 121794 h 419830"/>
              <a:gd name="connsiteX43" fmla="*/ 210154 w 419830"/>
              <a:gd name="connsiteY43" fmla="*/ 211587 h 419830"/>
              <a:gd name="connsiteX44" fmla="*/ 254095 w 419830"/>
              <a:gd name="connsiteY44" fmla="*/ 230692 h 419830"/>
              <a:gd name="connsiteX45" fmla="*/ 298037 w 419830"/>
              <a:gd name="connsiteY45" fmla="*/ 211587 h 419830"/>
              <a:gd name="connsiteX46" fmla="*/ 401203 w 419830"/>
              <a:gd name="connsiteY46" fmla="*/ 106510 h 419830"/>
              <a:gd name="connsiteX47" fmla="*/ 401203 w 419830"/>
              <a:gd name="connsiteY47" fmla="*/ 18627 h 419830"/>
              <a:gd name="connsiteX48" fmla="*/ 284663 w 419830"/>
              <a:gd name="connsiteY48" fmla="*/ 196303 h 419830"/>
              <a:gd name="connsiteX49" fmla="*/ 223528 w 419830"/>
              <a:gd name="connsiteY49" fmla="*/ 196303 h 419830"/>
              <a:gd name="connsiteX50" fmla="*/ 223528 w 419830"/>
              <a:gd name="connsiteY50" fmla="*/ 135167 h 419830"/>
              <a:gd name="connsiteX51" fmla="*/ 267469 w 419830"/>
              <a:gd name="connsiteY51" fmla="*/ 89315 h 419830"/>
              <a:gd name="connsiteX52" fmla="*/ 330515 w 419830"/>
              <a:gd name="connsiteY52" fmla="*/ 152362 h 419830"/>
              <a:gd name="connsiteX53" fmla="*/ 284663 w 419830"/>
              <a:gd name="connsiteY53" fmla="*/ 196303 h 419830"/>
              <a:gd name="connsiteX54" fmla="*/ 387830 w 419830"/>
              <a:gd name="connsiteY54" fmla="*/ 93136 h 419830"/>
              <a:gd name="connsiteX55" fmla="*/ 343889 w 419830"/>
              <a:gd name="connsiteY55" fmla="*/ 138988 h 419830"/>
              <a:gd name="connsiteX56" fmla="*/ 280842 w 419830"/>
              <a:gd name="connsiteY56" fmla="*/ 75942 h 419830"/>
              <a:gd name="connsiteX57" fmla="*/ 326694 w 419830"/>
              <a:gd name="connsiteY57" fmla="*/ 30090 h 419830"/>
              <a:gd name="connsiteX58" fmla="*/ 357262 w 419830"/>
              <a:gd name="connsiteY58" fmla="*/ 16717 h 419830"/>
              <a:gd name="connsiteX59" fmla="*/ 387830 w 419830"/>
              <a:gd name="connsiteY59" fmla="*/ 30090 h 419830"/>
              <a:gd name="connsiteX60" fmla="*/ 387830 w 419830"/>
              <a:gd name="connsiteY60" fmla="*/ 93136 h 41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19830" h="419830">
                <a:moveTo>
                  <a:pt x="85972" y="228781"/>
                </a:moveTo>
                <a:cubicBezTo>
                  <a:pt x="108898" y="228781"/>
                  <a:pt x="129913" y="219229"/>
                  <a:pt x="147108" y="203945"/>
                </a:cubicBezTo>
                <a:lnTo>
                  <a:pt x="147108" y="203945"/>
                </a:lnTo>
                <a:cubicBezTo>
                  <a:pt x="162392" y="186751"/>
                  <a:pt x="171944" y="165735"/>
                  <a:pt x="171944" y="142809"/>
                </a:cubicBezTo>
                <a:cubicBezTo>
                  <a:pt x="171944" y="119883"/>
                  <a:pt x="162392" y="98868"/>
                  <a:pt x="147108" y="81674"/>
                </a:cubicBezTo>
                <a:cubicBezTo>
                  <a:pt x="129913" y="66390"/>
                  <a:pt x="108898" y="56837"/>
                  <a:pt x="85972" y="56837"/>
                </a:cubicBezTo>
                <a:cubicBezTo>
                  <a:pt x="63046" y="56837"/>
                  <a:pt x="42031" y="66390"/>
                  <a:pt x="24836" y="81674"/>
                </a:cubicBezTo>
                <a:cubicBezTo>
                  <a:pt x="9552" y="98868"/>
                  <a:pt x="0" y="119883"/>
                  <a:pt x="0" y="142809"/>
                </a:cubicBezTo>
                <a:cubicBezTo>
                  <a:pt x="0" y="165735"/>
                  <a:pt x="9552" y="186751"/>
                  <a:pt x="24836" y="203945"/>
                </a:cubicBezTo>
                <a:cubicBezTo>
                  <a:pt x="42031" y="219229"/>
                  <a:pt x="63046" y="228781"/>
                  <a:pt x="85972" y="228781"/>
                </a:cubicBezTo>
                <a:close/>
                <a:moveTo>
                  <a:pt x="133734" y="190572"/>
                </a:moveTo>
                <a:cubicBezTo>
                  <a:pt x="108898" y="215408"/>
                  <a:pt x="64957" y="215408"/>
                  <a:pt x="40120" y="190572"/>
                </a:cubicBezTo>
                <a:cubicBezTo>
                  <a:pt x="30568" y="181019"/>
                  <a:pt x="22926" y="167646"/>
                  <a:pt x="21015" y="152362"/>
                </a:cubicBezTo>
                <a:lnTo>
                  <a:pt x="152839" y="152362"/>
                </a:lnTo>
                <a:cubicBezTo>
                  <a:pt x="149018" y="165735"/>
                  <a:pt x="143287" y="179109"/>
                  <a:pt x="133734" y="190572"/>
                </a:cubicBezTo>
                <a:close/>
                <a:moveTo>
                  <a:pt x="38210" y="95047"/>
                </a:moveTo>
                <a:cubicBezTo>
                  <a:pt x="51583" y="81674"/>
                  <a:pt x="66867" y="75942"/>
                  <a:pt x="85972" y="75942"/>
                </a:cubicBezTo>
                <a:cubicBezTo>
                  <a:pt x="103167" y="75942"/>
                  <a:pt x="120361" y="83584"/>
                  <a:pt x="133734" y="95047"/>
                </a:cubicBezTo>
                <a:cubicBezTo>
                  <a:pt x="143287" y="104599"/>
                  <a:pt x="150929" y="117973"/>
                  <a:pt x="152839" y="133257"/>
                </a:cubicBezTo>
                <a:lnTo>
                  <a:pt x="19105" y="133257"/>
                </a:lnTo>
                <a:cubicBezTo>
                  <a:pt x="22926" y="119883"/>
                  <a:pt x="28657" y="106510"/>
                  <a:pt x="38210" y="95047"/>
                </a:cubicBezTo>
                <a:close/>
                <a:moveTo>
                  <a:pt x="315231" y="247886"/>
                </a:moveTo>
                <a:lnTo>
                  <a:pt x="105077" y="247886"/>
                </a:lnTo>
                <a:cubicBezTo>
                  <a:pt x="57315" y="247886"/>
                  <a:pt x="19105" y="286096"/>
                  <a:pt x="19105" y="333858"/>
                </a:cubicBezTo>
                <a:cubicBezTo>
                  <a:pt x="19105" y="381621"/>
                  <a:pt x="57315" y="419831"/>
                  <a:pt x="105077" y="419831"/>
                </a:cubicBezTo>
                <a:lnTo>
                  <a:pt x="315231" y="419831"/>
                </a:lnTo>
                <a:cubicBezTo>
                  <a:pt x="362993" y="419831"/>
                  <a:pt x="401203" y="381621"/>
                  <a:pt x="401203" y="333858"/>
                </a:cubicBezTo>
                <a:cubicBezTo>
                  <a:pt x="401203" y="286096"/>
                  <a:pt x="362993" y="247886"/>
                  <a:pt x="315231" y="247886"/>
                </a:cubicBezTo>
                <a:close/>
                <a:moveTo>
                  <a:pt x="38210" y="333858"/>
                </a:moveTo>
                <a:cubicBezTo>
                  <a:pt x="38210" y="297559"/>
                  <a:pt x="68778" y="266991"/>
                  <a:pt x="105077" y="266991"/>
                </a:cubicBezTo>
                <a:lnTo>
                  <a:pt x="200602" y="266991"/>
                </a:lnTo>
                <a:lnTo>
                  <a:pt x="200602" y="400726"/>
                </a:lnTo>
                <a:lnTo>
                  <a:pt x="105077" y="400726"/>
                </a:lnTo>
                <a:cubicBezTo>
                  <a:pt x="68778" y="400726"/>
                  <a:pt x="38210" y="370158"/>
                  <a:pt x="38210" y="333858"/>
                </a:cubicBezTo>
                <a:close/>
                <a:moveTo>
                  <a:pt x="315231" y="400726"/>
                </a:moveTo>
                <a:lnTo>
                  <a:pt x="219707" y="400726"/>
                </a:lnTo>
                <a:lnTo>
                  <a:pt x="219707" y="266991"/>
                </a:lnTo>
                <a:lnTo>
                  <a:pt x="315231" y="266991"/>
                </a:lnTo>
                <a:cubicBezTo>
                  <a:pt x="351530" y="266991"/>
                  <a:pt x="382098" y="297559"/>
                  <a:pt x="382098" y="333858"/>
                </a:cubicBezTo>
                <a:cubicBezTo>
                  <a:pt x="382098" y="370158"/>
                  <a:pt x="351530" y="400726"/>
                  <a:pt x="315231" y="400726"/>
                </a:cubicBezTo>
                <a:close/>
                <a:moveTo>
                  <a:pt x="401203" y="18627"/>
                </a:moveTo>
                <a:cubicBezTo>
                  <a:pt x="376367" y="-6209"/>
                  <a:pt x="336247" y="-6209"/>
                  <a:pt x="311410" y="18627"/>
                </a:cubicBezTo>
                <a:lnTo>
                  <a:pt x="210154" y="121794"/>
                </a:lnTo>
                <a:cubicBezTo>
                  <a:pt x="185318" y="146630"/>
                  <a:pt x="185318" y="186751"/>
                  <a:pt x="210154" y="211587"/>
                </a:cubicBezTo>
                <a:cubicBezTo>
                  <a:pt x="221617" y="223050"/>
                  <a:pt x="238811" y="230692"/>
                  <a:pt x="254095" y="230692"/>
                </a:cubicBezTo>
                <a:cubicBezTo>
                  <a:pt x="269379" y="230692"/>
                  <a:pt x="286574" y="224960"/>
                  <a:pt x="298037" y="211587"/>
                </a:cubicBezTo>
                <a:lnTo>
                  <a:pt x="401203" y="106510"/>
                </a:lnTo>
                <a:cubicBezTo>
                  <a:pt x="426040" y="81674"/>
                  <a:pt x="426040" y="41553"/>
                  <a:pt x="401203" y="18627"/>
                </a:cubicBezTo>
                <a:close/>
                <a:moveTo>
                  <a:pt x="284663" y="196303"/>
                </a:moveTo>
                <a:cubicBezTo>
                  <a:pt x="267469" y="213497"/>
                  <a:pt x="240722" y="213497"/>
                  <a:pt x="223528" y="196303"/>
                </a:cubicBezTo>
                <a:cubicBezTo>
                  <a:pt x="206333" y="179109"/>
                  <a:pt x="206333" y="152362"/>
                  <a:pt x="223528" y="135167"/>
                </a:cubicBezTo>
                <a:lnTo>
                  <a:pt x="267469" y="89315"/>
                </a:lnTo>
                <a:lnTo>
                  <a:pt x="330515" y="152362"/>
                </a:lnTo>
                <a:lnTo>
                  <a:pt x="284663" y="196303"/>
                </a:lnTo>
                <a:close/>
                <a:moveTo>
                  <a:pt x="387830" y="93136"/>
                </a:moveTo>
                <a:lnTo>
                  <a:pt x="343889" y="138988"/>
                </a:lnTo>
                <a:lnTo>
                  <a:pt x="280842" y="75942"/>
                </a:lnTo>
                <a:lnTo>
                  <a:pt x="326694" y="30090"/>
                </a:lnTo>
                <a:cubicBezTo>
                  <a:pt x="334336" y="22448"/>
                  <a:pt x="345799" y="16717"/>
                  <a:pt x="357262" y="16717"/>
                </a:cubicBezTo>
                <a:cubicBezTo>
                  <a:pt x="368725" y="16717"/>
                  <a:pt x="380188" y="20538"/>
                  <a:pt x="387830" y="30090"/>
                </a:cubicBezTo>
                <a:cubicBezTo>
                  <a:pt x="405024" y="49195"/>
                  <a:pt x="405024" y="75942"/>
                  <a:pt x="387830" y="9313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54" descr="Group of pills 2 icon.">
            <a:extLst>
              <a:ext uri="{FF2B5EF4-FFF2-40B4-BE49-F238E27FC236}">
                <a16:creationId xmlns:a16="http://schemas.microsoft.com/office/drawing/2014/main" id="{F16E6F17-F454-435F-BD89-C4235574D88E}"/>
              </a:ext>
            </a:extLst>
          </p:cNvPr>
          <p:cNvSpPr>
            <a:spLocks noChangeAspect="1"/>
          </p:cNvSpPr>
          <p:nvPr/>
        </p:nvSpPr>
        <p:spPr>
          <a:xfrm>
            <a:off x="3418941" y="3310402"/>
            <a:ext cx="421454" cy="420308"/>
          </a:xfrm>
          <a:custGeom>
            <a:avLst/>
            <a:gdLst>
              <a:gd name="connsiteX0" fmla="*/ 105077 w 421454"/>
              <a:gd name="connsiteY0" fmla="*/ 420308 h 420308"/>
              <a:gd name="connsiteX1" fmla="*/ 0 w 421454"/>
              <a:gd name="connsiteY1" fmla="*/ 210154 h 420308"/>
              <a:gd name="connsiteX2" fmla="*/ 105077 w 421454"/>
              <a:gd name="connsiteY2" fmla="*/ 0 h 420308"/>
              <a:gd name="connsiteX3" fmla="*/ 210154 w 421454"/>
              <a:gd name="connsiteY3" fmla="*/ 210154 h 420308"/>
              <a:gd name="connsiteX4" fmla="*/ 105077 w 421454"/>
              <a:gd name="connsiteY4" fmla="*/ 420308 h 420308"/>
              <a:gd name="connsiteX5" fmla="*/ 105077 w 421454"/>
              <a:gd name="connsiteY5" fmla="*/ 19105 h 420308"/>
              <a:gd name="connsiteX6" fmla="*/ 19105 w 421454"/>
              <a:gd name="connsiteY6" fmla="*/ 210154 h 420308"/>
              <a:gd name="connsiteX7" fmla="*/ 105077 w 421454"/>
              <a:gd name="connsiteY7" fmla="*/ 401203 h 420308"/>
              <a:gd name="connsiteX8" fmla="*/ 191049 w 421454"/>
              <a:gd name="connsiteY8" fmla="*/ 210154 h 420308"/>
              <a:gd name="connsiteX9" fmla="*/ 105077 w 421454"/>
              <a:gd name="connsiteY9" fmla="*/ 19105 h 420308"/>
              <a:gd name="connsiteX10" fmla="*/ 38210 w 421454"/>
              <a:gd name="connsiteY10" fmla="*/ 200602 h 420308"/>
              <a:gd name="connsiteX11" fmla="*/ 171944 w 421454"/>
              <a:gd name="connsiteY11" fmla="*/ 200602 h 420308"/>
              <a:gd name="connsiteX12" fmla="*/ 171944 w 421454"/>
              <a:gd name="connsiteY12" fmla="*/ 219707 h 420308"/>
              <a:gd name="connsiteX13" fmla="*/ 38210 w 421454"/>
              <a:gd name="connsiteY13" fmla="*/ 219707 h 420308"/>
              <a:gd name="connsiteX14" fmla="*/ 38210 w 421454"/>
              <a:gd name="connsiteY14" fmla="*/ 200602 h 420308"/>
              <a:gd name="connsiteX15" fmla="*/ 298037 w 421454"/>
              <a:gd name="connsiteY15" fmla="*/ 192960 h 420308"/>
              <a:gd name="connsiteX16" fmla="*/ 246453 w 421454"/>
              <a:gd name="connsiteY16" fmla="*/ 175765 h 420308"/>
              <a:gd name="connsiteX17" fmla="*/ 265558 w 421454"/>
              <a:gd name="connsiteY17" fmla="*/ 38210 h 420308"/>
              <a:gd name="connsiteX18" fmla="*/ 340068 w 421454"/>
              <a:gd name="connsiteY18" fmla="*/ 1910 h 420308"/>
              <a:gd name="connsiteX19" fmla="*/ 403114 w 421454"/>
              <a:gd name="connsiteY19" fmla="*/ 19105 h 420308"/>
              <a:gd name="connsiteX20" fmla="*/ 420308 w 421454"/>
              <a:gd name="connsiteY20" fmla="*/ 80241 h 420308"/>
              <a:gd name="connsiteX21" fmla="*/ 384009 w 421454"/>
              <a:gd name="connsiteY21" fmla="*/ 154750 h 420308"/>
              <a:gd name="connsiteX22" fmla="*/ 298037 w 421454"/>
              <a:gd name="connsiteY22" fmla="*/ 192960 h 420308"/>
              <a:gd name="connsiteX23" fmla="*/ 351530 w 421454"/>
              <a:gd name="connsiteY23" fmla="*/ 19105 h 420308"/>
              <a:gd name="connsiteX24" fmla="*/ 341978 w 421454"/>
              <a:gd name="connsiteY24" fmla="*/ 19105 h 420308"/>
              <a:gd name="connsiteX25" fmla="*/ 278932 w 421454"/>
              <a:gd name="connsiteY25" fmla="*/ 49673 h 420308"/>
              <a:gd name="connsiteX26" fmla="*/ 259827 w 421454"/>
              <a:gd name="connsiteY26" fmla="*/ 160481 h 420308"/>
              <a:gd name="connsiteX27" fmla="*/ 370635 w 421454"/>
              <a:gd name="connsiteY27" fmla="*/ 141376 h 420308"/>
              <a:gd name="connsiteX28" fmla="*/ 401203 w 421454"/>
              <a:gd name="connsiteY28" fmla="*/ 78330 h 420308"/>
              <a:gd name="connsiteX29" fmla="*/ 389740 w 421454"/>
              <a:gd name="connsiteY29" fmla="*/ 30568 h 420308"/>
              <a:gd name="connsiteX30" fmla="*/ 351530 w 421454"/>
              <a:gd name="connsiteY30" fmla="*/ 19105 h 420308"/>
              <a:gd name="connsiteX31" fmla="*/ 269379 w 421454"/>
              <a:gd name="connsiteY31" fmla="*/ 284663 h 420308"/>
              <a:gd name="connsiteX32" fmla="*/ 282753 w 421454"/>
              <a:gd name="connsiteY32" fmla="*/ 271290 h 420308"/>
              <a:gd name="connsiteX33" fmla="*/ 378277 w 421454"/>
              <a:gd name="connsiteY33" fmla="*/ 366814 h 420308"/>
              <a:gd name="connsiteX34" fmla="*/ 364904 w 421454"/>
              <a:gd name="connsiteY34" fmla="*/ 380188 h 420308"/>
              <a:gd name="connsiteX35" fmla="*/ 269379 w 421454"/>
              <a:gd name="connsiteY35" fmla="*/ 284663 h 420308"/>
              <a:gd name="connsiteX36" fmla="*/ 372546 w 421454"/>
              <a:gd name="connsiteY36" fmla="*/ 420308 h 420308"/>
              <a:gd name="connsiteX37" fmla="*/ 275111 w 421454"/>
              <a:gd name="connsiteY37" fmla="*/ 420308 h 420308"/>
              <a:gd name="connsiteX38" fmla="*/ 229259 w 421454"/>
              <a:gd name="connsiteY38" fmla="*/ 372546 h 420308"/>
              <a:gd name="connsiteX39" fmla="*/ 229259 w 421454"/>
              <a:gd name="connsiteY39" fmla="*/ 275111 h 420308"/>
              <a:gd name="connsiteX40" fmla="*/ 275111 w 421454"/>
              <a:gd name="connsiteY40" fmla="*/ 227349 h 420308"/>
              <a:gd name="connsiteX41" fmla="*/ 372546 w 421454"/>
              <a:gd name="connsiteY41" fmla="*/ 227349 h 420308"/>
              <a:gd name="connsiteX42" fmla="*/ 420308 w 421454"/>
              <a:gd name="connsiteY42" fmla="*/ 273200 h 420308"/>
              <a:gd name="connsiteX43" fmla="*/ 420308 w 421454"/>
              <a:gd name="connsiteY43" fmla="*/ 273200 h 420308"/>
              <a:gd name="connsiteX44" fmla="*/ 420308 w 421454"/>
              <a:gd name="connsiteY44" fmla="*/ 370635 h 420308"/>
              <a:gd name="connsiteX45" fmla="*/ 372546 w 421454"/>
              <a:gd name="connsiteY45" fmla="*/ 420308 h 420308"/>
              <a:gd name="connsiteX46" fmla="*/ 277021 w 421454"/>
              <a:gd name="connsiteY46" fmla="*/ 250274 h 420308"/>
              <a:gd name="connsiteX47" fmla="*/ 248364 w 421454"/>
              <a:gd name="connsiteY47" fmla="*/ 277021 h 420308"/>
              <a:gd name="connsiteX48" fmla="*/ 248364 w 421454"/>
              <a:gd name="connsiteY48" fmla="*/ 277021 h 420308"/>
              <a:gd name="connsiteX49" fmla="*/ 248364 w 421454"/>
              <a:gd name="connsiteY49" fmla="*/ 374456 h 420308"/>
              <a:gd name="connsiteX50" fmla="*/ 275111 w 421454"/>
              <a:gd name="connsiteY50" fmla="*/ 403114 h 420308"/>
              <a:gd name="connsiteX51" fmla="*/ 372546 w 421454"/>
              <a:gd name="connsiteY51" fmla="*/ 403114 h 420308"/>
              <a:gd name="connsiteX52" fmla="*/ 401203 w 421454"/>
              <a:gd name="connsiteY52" fmla="*/ 376367 h 420308"/>
              <a:gd name="connsiteX53" fmla="*/ 401203 w 421454"/>
              <a:gd name="connsiteY53" fmla="*/ 376367 h 420308"/>
              <a:gd name="connsiteX54" fmla="*/ 401203 w 421454"/>
              <a:gd name="connsiteY54" fmla="*/ 278932 h 420308"/>
              <a:gd name="connsiteX55" fmla="*/ 374456 w 421454"/>
              <a:gd name="connsiteY55" fmla="*/ 250274 h 420308"/>
              <a:gd name="connsiteX56" fmla="*/ 374456 w 421454"/>
              <a:gd name="connsiteY56" fmla="*/ 250274 h 420308"/>
              <a:gd name="connsiteX57" fmla="*/ 277021 w 421454"/>
              <a:gd name="connsiteY57" fmla="*/ 250274 h 420308"/>
              <a:gd name="connsiteX58" fmla="*/ 277021 w 421454"/>
              <a:gd name="connsiteY58" fmla="*/ 25027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21454" h="420308">
                <a:moveTo>
                  <a:pt x="105077" y="420308"/>
                </a:moveTo>
                <a:cubicBezTo>
                  <a:pt x="45852" y="420308"/>
                  <a:pt x="0" y="328605"/>
                  <a:pt x="0" y="210154"/>
                </a:cubicBezTo>
                <a:cubicBezTo>
                  <a:pt x="0" y="91704"/>
                  <a:pt x="45852" y="0"/>
                  <a:pt x="105077" y="0"/>
                </a:cubicBezTo>
                <a:cubicBezTo>
                  <a:pt x="164302" y="0"/>
                  <a:pt x="210154" y="93614"/>
                  <a:pt x="210154" y="210154"/>
                </a:cubicBezTo>
                <a:cubicBezTo>
                  <a:pt x="210154" y="326694"/>
                  <a:pt x="164302" y="420308"/>
                  <a:pt x="105077" y="420308"/>
                </a:cubicBezTo>
                <a:close/>
                <a:moveTo>
                  <a:pt x="105077" y="19105"/>
                </a:moveTo>
                <a:cubicBezTo>
                  <a:pt x="57315" y="19105"/>
                  <a:pt x="19105" y="106988"/>
                  <a:pt x="19105" y="210154"/>
                </a:cubicBezTo>
                <a:cubicBezTo>
                  <a:pt x="19105" y="313321"/>
                  <a:pt x="57315" y="401203"/>
                  <a:pt x="105077" y="401203"/>
                </a:cubicBezTo>
                <a:cubicBezTo>
                  <a:pt x="152839" y="401203"/>
                  <a:pt x="191049" y="315231"/>
                  <a:pt x="191049" y="210154"/>
                </a:cubicBezTo>
                <a:cubicBezTo>
                  <a:pt x="191049" y="105077"/>
                  <a:pt x="150929" y="19105"/>
                  <a:pt x="105077" y="19105"/>
                </a:cubicBezTo>
                <a:close/>
                <a:moveTo>
                  <a:pt x="38210" y="200602"/>
                </a:moveTo>
                <a:lnTo>
                  <a:pt x="171944" y="200602"/>
                </a:lnTo>
                <a:lnTo>
                  <a:pt x="171944" y="219707"/>
                </a:lnTo>
                <a:lnTo>
                  <a:pt x="38210" y="219707"/>
                </a:lnTo>
                <a:lnTo>
                  <a:pt x="38210" y="200602"/>
                </a:lnTo>
                <a:close/>
                <a:moveTo>
                  <a:pt x="298037" y="192960"/>
                </a:moveTo>
                <a:cubicBezTo>
                  <a:pt x="278932" y="192960"/>
                  <a:pt x="261737" y="187228"/>
                  <a:pt x="246453" y="175765"/>
                </a:cubicBezTo>
                <a:cubicBezTo>
                  <a:pt x="219707" y="149018"/>
                  <a:pt x="221617" y="82151"/>
                  <a:pt x="265558" y="38210"/>
                </a:cubicBezTo>
                <a:cubicBezTo>
                  <a:pt x="286574" y="17194"/>
                  <a:pt x="311410" y="5731"/>
                  <a:pt x="340068" y="1910"/>
                </a:cubicBezTo>
                <a:cubicBezTo>
                  <a:pt x="362993" y="-1910"/>
                  <a:pt x="385919" y="3821"/>
                  <a:pt x="403114" y="19105"/>
                </a:cubicBezTo>
                <a:cubicBezTo>
                  <a:pt x="418398" y="34389"/>
                  <a:pt x="424129" y="57315"/>
                  <a:pt x="420308" y="80241"/>
                </a:cubicBezTo>
                <a:cubicBezTo>
                  <a:pt x="416487" y="108898"/>
                  <a:pt x="405024" y="135645"/>
                  <a:pt x="384009" y="154750"/>
                </a:cubicBezTo>
                <a:cubicBezTo>
                  <a:pt x="361083" y="177676"/>
                  <a:pt x="330515" y="191049"/>
                  <a:pt x="298037" y="192960"/>
                </a:cubicBezTo>
                <a:close/>
                <a:moveTo>
                  <a:pt x="351530" y="19105"/>
                </a:moveTo>
                <a:lnTo>
                  <a:pt x="341978" y="19105"/>
                </a:lnTo>
                <a:cubicBezTo>
                  <a:pt x="317142" y="21015"/>
                  <a:pt x="296126" y="32478"/>
                  <a:pt x="278932" y="49673"/>
                </a:cubicBezTo>
                <a:cubicBezTo>
                  <a:pt x="240722" y="87883"/>
                  <a:pt x="240722" y="141376"/>
                  <a:pt x="259827" y="160481"/>
                </a:cubicBezTo>
                <a:cubicBezTo>
                  <a:pt x="278932" y="179586"/>
                  <a:pt x="332426" y="179586"/>
                  <a:pt x="370635" y="141376"/>
                </a:cubicBezTo>
                <a:cubicBezTo>
                  <a:pt x="387830" y="124182"/>
                  <a:pt x="399293" y="101256"/>
                  <a:pt x="401203" y="78330"/>
                </a:cubicBezTo>
                <a:cubicBezTo>
                  <a:pt x="405024" y="61136"/>
                  <a:pt x="399293" y="43941"/>
                  <a:pt x="389740" y="30568"/>
                </a:cubicBezTo>
                <a:cubicBezTo>
                  <a:pt x="378277" y="22926"/>
                  <a:pt x="364904" y="17194"/>
                  <a:pt x="351530" y="19105"/>
                </a:cubicBezTo>
                <a:close/>
                <a:moveTo>
                  <a:pt x="269379" y="284663"/>
                </a:moveTo>
                <a:lnTo>
                  <a:pt x="282753" y="271290"/>
                </a:lnTo>
                <a:lnTo>
                  <a:pt x="378277" y="366814"/>
                </a:lnTo>
                <a:lnTo>
                  <a:pt x="364904" y="380188"/>
                </a:lnTo>
                <a:lnTo>
                  <a:pt x="269379" y="284663"/>
                </a:lnTo>
                <a:close/>
                <a:moveTo>
                  <a:pt x="372546" y="420308"/>
                </a:moveTo>
                <a:lnTo>
                  <a:pt x="275111" y="420308"/>
                </a:lnTo>
                <a:cubicBezTo>
                  <a:pt x="250274" y="420308"/>
                  <a:pt x="229259" y="399293"/>
                  <a:pt x="229259" y="372546"/>
                </a:cubicBezTo>
                <a:lnTo>
                  <a:pt x="229259" y="275111"/>
                </a:lnTo>
                <a:cubicBezTo>
                  <a:pt x="229259" y="248364"/>
                  <a:pt x="250274" y="227349"/>
                  <a:pt x="275111" y="227349"/>
                </a:cubicBezTo>
                <a:lnTo>
                  <a:pt x="372546" y="227349"/>
                </a:lnTo>
                <a:cubicBezTo>
                  <a:pt x="399293" y="227349"/>
                  <a:pt x="420308" y="248364"/>
                  <a:pt x="420308" y="273200"/>
                </a:cubicBezTo>
                <a:lnTo>
                  <a:pt x="420308" y="273200"/>
                </a:lnTo>
                <a:lnTo>
                  <a:pt x="420308" y="370635"/>
                </a:lnTo>
                <a:cubicBezTo>
                  <a:pt x="420308" y="399293"/>
                  <a:pt x="399293" y="420308"/>
                  <a:pt x="372546" y="420308"/>
                </a:cubicBezTo>
                <a:close/>
                <a:moveTo>
                  <a:pt x="277021" y="250274"/>
                </a:moveTo>
                <a:cubicBezTo>
                  <a:pt x="261737" y="250274"/>
                  <a:pt x="248364" y="261737"/>
                  <a:pt x="248364" y="277021"/>
                </a:cubicBezTo>
                <a:lnTo>
                  <a:pt x="248364" y="277021"/>
                </a:lnTo>
                <a:lnTo>
                  <a:pt x="248364" y="374456"/>
                </a:lnTo>
                <a:cubicBezTo>
                  <a:pt x="248364" y="389740"/>
                  <a:pt x="261737" y="401203"/>
                  <a:pt x="275111" y="403114"/>
                </a:cubicBezTo>
                <a:lnTo>
                  <a:pt x="372546" y="403114"/>
                </a:lnTo>
                <a:cubicBezTo>
                  <a:pt x="387830" y="403114"/>
                  <a:pt x="401203" y="391651"/>
                  <a:pt x="401203" y="376367"/>
                </a:cubicBezTo>
                <a:lnTo>
                  <a:pt x="401203" y="376367"/>
                </a:lnTo>
                <a:lnTo>
                  <a:pt x="401203" y="278932"/>
                </a:lnTo>
                <a:cubicBezTo>
                  <a:pt x="401203" y="263648"/>
                  <a:pt x="389740" y="250274"/>
                  <a:pt x="374456" y="250274"/>
                </a:cubicBezTo>
                <a:lnTo>
                  <a:pt x="374456" y="250274"/>
                </a:lnTo>
                <a:lnTo>
                  <a:pt x="277021" y="250274"/>
                </a:lnTo>
                <a:lnTo>
                  <a:pt x="277021" y="2502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7" name="Graphic 165" descr="Pill identifier icon.">
            <a:extLst>
              <a:ext uri="{FF2B5EF4-FFF2-40B4-BE49-F238E27FC236}">
                <a16:creationId xmlns:a16="http://schemas.microsoft.com/office/drawing/2014/main" id="{9ACF00A9-53D7-4C08-88F5-4EF43AC466EE}"/>
              </a:ext>
            </a:extLst>
          </p:cNvPr>
          <p:cNvSpPr>
            <a:spLocks noChangeAspect="1"/>
          </p:cNvSpPr>
          <p:nvPr/>
        </p:nvSpPr>
        <p:spPr>
          <a:xfrm>
            <a:off x="4645800" y="3312313"/>
            <a:ext cx="420785" cy="418397"/>
          </a:xfrm>
          <a:custGeom>
            <a:avLst/>
            <a:gdLst>
              <a:gd name="connsiteX0" fmla="*/ 32956 w 420785"/>
              <a:gd name="connsiteY0" fmla="*/ 385442 h 418397"/>
              <a:gd name="connsiteX1" fmla="*/ 189616 w 420785"/>
              <a:gd name="connsiteY1" fmla="*/ 385442 h 418397"/>
              <a:gd name="connsiteX2" fmla="*/ 237379 w 420785"/>
              <a:gd name="connsiteY2" fmla="*/ 337679 h 418397"/>
              <a:gd name="connsiteX3" fmla="*/ 260305 w 420785"/>
              <a:gd name="connsiteY3" fmla="*/ 341500 h 418397"/>
              <a:gd name="connsiteX4" fmla="*/ 315709 w 420785"/>
              <a:gd name="connsiteY4" fmla="*/ 324306 h 418397"/>
              <a:gd name="connsiteX5" fmla="*/ 407412 w 420785"/>
              <a:gd name="connsiteY5" fmla="*/ 416010 h 418397"/>
              <a:gd name="connsiteX6" fmla="*/ 420786 w 420785"/>
              <a:gd name="connsiteY6" fmla="*/ 402636 h 418397"/>
              <a:gd name="connsiteX7" fmla="*/ 330993 w 420785"/>
              <a:gd name="connsiteY7" fmla="*/ 312843 h 418397"/>
              <a:gd name="connsiteX8" fmla="*/ 336724 w 420785"/>
              <a:gd name="connsiteY8" fmla="*/ 305201 h 418397"/>
              <a:gd name="connsiteX9" fmla="*/ 355829 w 420785"/>
              <a:gd name="connsiteY9" fmla="*/ 247886 h 418397"/>
              <a:gd name="connsiteX10" fmla="*/ 352008 w 420785"/>
              <a:gd name="connsiteY10" fmla="*/ 224960 h 418397"/>
              <a:gd name="connsiteX11" fmla="*/ 352008 w 420785"/>
              <a:gd name="connsiteY11" fmla="*/ 224960 h 418397"/>
              <a:gd name="connsiteX12" fmla="*/ 390218 w 420785"/>
              <a:gd name="connsiteY12" fmla="*/ 186751 h 418397"/>
              <a:gd name="connsiteX13" fmla="*/ 384486 w 420785"/>
              <a:gd name="connsiteY13" fmla="*/ 30090 h 418397"/>
              <a:gd name="connsiteX14" fmla="*/ 233558 w 420785"/>
              <a:gd name="connsiteY14" fmla="*/ 30090 h 418397"/>
              <a:gd name="connsiteX15" fmla="*/ 32956 w 420785"/>
              <a:gd name="connsiteY15" fmla="*/ 228781 h 418397"/>
              <a:gd name="connsiteX16" fmla="*/ 32956 w 420785"/>
              <a:gd name="connsiteY16" fmla="*/ 385442 h 418397"/>
              <a:gd name="connsiteX17" fmla="*/ 319530 w 420785"/>
              <a:gd name="connsiteY17" fmla="*/ 291828 h 418397"/>
              <a:gd name="connsiteX18" fmla="*/ 319530 w 420785"/>
              <a:gd name="connsiteY18" fmla="*/ 291828 h 418397"/>
              <a:gd name="connsiteX19" fmla="*/ 306156 w 420785"/>
              <a:gd name="connsiteY19" fmla="*/ 305201 h 418397"/>
              <a:gd name="connsiteX20" fmla="*/ 199169 w 420785"/>
              <a:gd name="connsiteY20" fmla="*/ 291828 h 418397"/>
              <a:gd name="connsiteX21" fmla="*/ 212542 w 420785"/>
              <a:gd name="connsiteY21" fmla="*/ 184840 h 418397"/>
              <a:gd name="connsiteX22" fmla="*/ 319530 w 420785"/>
              <a:gd name="connsiteY22" fmla="*/ 198214 h 418397"/>
              <a:gd name="connsiteX23" fmla="*/ 334814 w 420785"/>
              <a:gd name="connsiteY23" fmla="*/ 245976 h 418397"/>
              <a:gd name="connsiteX24" fmla="*/ 319530 w 420785"/>
              <a:gd name="connsiteY24" fmla="*/ 291828 h 418397"/>
              <a:gd name="connsiteX25" fmla="*/ 319530 w 420785"/>
              <a:gd name="connsiteY25" fmla="*/ 291828 h 418397"/>
              <a:gd name="connsiteX26" fmla="*/ 246931 w 420785"/>
              <a:gd name="connsiteY26" fmla="*/ 43464 h 418397"/>
              <a:gd name="connsiteX27" fmla="*/ 376845 w 420785"/>
              <a:gd name="connsiteY27" fmla="*/ 43464 h 418397"/>
              <a:gd name="connsiteX28" fmla="*/ 376845 w 420785"/>
              <a:gd name="connsiteY28" fmla="*/ 173377 h 418397"/>
              <a:gd name="connsiteX29" fmla="*/ 344366 w 420785"/>
              <a:gd name="connsiteY29" fmla="*/ 203945 h 418397"/>
              <a:gd name="connsiteX30" fmla="*/ 216363 w 420785"/>
              <a:gd name="connsiteY30" fmla="*/ 161914 h 418397"/>
              <a:gd name="connsiteX31" fmla="*/ 193437 w 420785"/>
              <a:gd name="connsiteY31" fmla="*/ 177198 h 418397"/>
              <a:gd name="connsiteX32" fmla="*/ 153317 w 420785"/>
              <a:gd name="connsiteY32" fmla="*/ 137078 h 418397"/>
              <a:gd name="connsiteX33" fmla="*/ 246931 w 420785"/>
              <a:gd name="connsiteY33" fmla="*/ 43464 h 418397"/>
              <a:gd name="connsiteX34" fmla="*/ 46329 w 420785"/>
              <a:gd name="connsiteY34" fmla="*/ 244065 h 418397"/>
              <a:gd name="connsiteX35" fmla="*/ 139944 w 420785"/>
              <a:gd name="connsiteY35" fmla="*/ 150451 h 418397"/>
              <a:gd name="connsiteX36" fmla="*/ 180064 w 420785"/>
              <a:gd name="connsiteY36" fmla="*/ 190572 h 418397"/>
              <a:gd name="connsiteX37" fmla="*/ 202990 w 420785"/>
              <a:gd name="connsiteY37" fmla="*/ 324306 h 418397"/>
              <a:gd name="connsiteX38" fmla="*/ 214453 w 420785"/>
              <a:gd name="connsiteY38" fmla="*/ 331948 h 418397"/>
              <a:gd name="connsiteX39" fmla="*/ 174332 w 420785"/>
              <a:gd name="connsiteY39" fmla="*/ 372068 h 418397"/>
              <a:gd name="connsiteX40" fmla="*/ 44419 w 420785"/>
              <a:gd name="connsiteY40" fmla="*/ 372068 h 418397"/>
              <a:gd name="connsiteX41" fmla="*/ 46329 w 420785"/>
              <a:gd name="connsiteY41" fmla="*/ 244065 h 418397"/>
              <a:gd name="connsiteX42" fmla="*/ 258394 w 420785"/>
              <a:gd name="connsiteY42" fmla="*/ 188661 h 418397"/>
              <a:gd name="connsiteX43" fmla="*/ 258394 w 420785"/>
              <a:gd name="connsiteY43" fmla="*/ 207766 h 418397"/>
              <a:gd name="connsiteX44" fmla="*/ 296604 w 420785"/>
              <a:gd name="connsiteY44" fmla="*/ 245976 h 418397"/>
              <a:gd name="connsiteX45" fmla="*/ 315709 w 420785"/>
              <a:gd name="connsiteY45" fmla="*/ 245976 h 418397"/>
              <a:gd name="connsiteX46" fmla="*/ 258394 w 420785"/>
              <a:gd name="connsiteY46" fmla="*/ 188661 h 418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20785" h="418397">
                <a:moveTo>
                  <a:pt x="32956" y="385442"/>
                </a:moveTo>
                <a:cubicBezTo>
                  <a:pt x="76897" y="429383"/>
                  <a:pt x="145675" y="429383"/>
                  <a:pt x="189616" y="385442"/>
                </a:cubicBezTo>
                <a:lnTo>
                  <a:pt x="237379" y="337679"/>
                </a:lnTo>
                <a:cubicBezTo>
                  <a:pt x="245021" y="339590"/>
                  <a:pt x="252663" y="339590"/>
                  <a:pt x="260305" y="341500"/>
                </a:cubicBezTo>
                <a:cubicBezTo>
                  <a:pt x="279409" y="341500"/>
                  <a:pt x="298514" y="335769"/>
                  <a:pt x="315709" y="324306"/>
                </a:cubicBezTo>
                <a:lnTo>
                  <a:pt x="407412" y="416010"/>
                </a:lnTo>
                <a:lnTo>
                  <a:pt x="420786" y="402636"/>
                </a:lnTo>
                <a:lnTo>
                  <a:pt x="330993" y="312843"/>
                </a:lnTo>
                <a:cubicBezTo>
                  <a:pt x="332903" y="310933"/>
                  <a:pt x="334814" y="307112"/>
                  <a:pt x="336724" y="305201"/>
                </a:cubicBezTo>
                <a:cubicBezTo>
                  <a:pt x="348187" y="288007"/>
                  <a:pt x="355829" y="268902"/>
                  <a:pt x="355829" y="247886"/>
                </a:cubicBezTo>
                <a:cubicBezTo>
                  <a:pt x="355829" y="240244"/>
                  <a:pt x="353919" y="232602"/>
                  <a:pt x="352008" y="224960"/>
                </a:cubicBezTo>
                <a:lnTo>
                  <a:pt x="352008" y="224960"/>
                </a:lnTo>
                <a:lnTo>
                  <a:pt x="390218" y="186751"/>
                </a:lnTo>
                <a:cubicBezTo>
                  <a:pt x="432249" y="142809"/>
                  <a:pt x="430338" y="72121"/>
                  <a:pt x="384486" y="30090"/>
                </a:cubicBezTo>
                <a:cubicBezTo>
                  <a:pt x="342456" y="-10030"/>
                  <a:pt x="275588" y="-10030"/>
                  <a:pt x="233558" y="30090"/>
                </a:cubicBezTo>
                <a:lnTo>
                  <a:pt x="32956" y="228781"/>
                </a:lnTo>
                <a:cubicBezTo>
                  <a:pt x="-10985" y="272723"/>
                  <a:pt x="-10985" y="343411"/>
                  <a:pt x="32956" y="385442"/>
                </a:cubicBezTo>
                <a:close/>
                <a:moveTo>
                  <a:pt x="319530" y="291828"/>
                </a:moveTo>
                <a:lnTo>
                  <a:pt x="319530" y="291828"/>
                </a:lnTo>
                <a:cubicBezTo>
                  <a:pt x="315709" y="297559"/>
                  <a:pt x="309977" y="301380"/>
                  <a:pt x="306156" y="305201"/>
                </a:cubicBezTo>
                <a:cubicBezTo>
                  <a:pt x="273678" y="331948"/>
                  <a:pt x="224005" y="324306"/>
                  <a:pt x="199169" y="291828"/>
                </a:cubicBezTo>
                <a:cubicBezTo>
                  <a:pt x="174332" y="259349"/>
                  <a:pt x="180064" y="209676"/>
                  <a:pt x="212542" y="184840"/>
                </a:cubicBezTo>
                <a:cubicBezTo>
                  <a:pt x="245021" y="160004"/>
                  <a:pt x="294693" y="165735"/>
                  <a:pt x="319530" y="198214"/>
                </a:cubicBezTo>
                <a:cubicBezTo>
                  <a:pt x="329082" y="211587"/>
                  <a:pt x="334814" y="228781"/>
                  <a:pt x="334814" y="245976"/>
                </a:cubicBezTo>
                <a:cubicBezTo>
                  <a:pt x="334814" y="263170"/>
                  <a:pt x="329082" y="278454"/>
                  <a:pt x="319530" y="291828"/>
                </a:cubicBezTo>
                <a:lnTo>
                  <a:pt x="319530" y="291828"/>
                </a:lnTo>
                <a:close/>
                <a:moveTo>
                  <a:pt x="246931" y="43464"/>
                </a:moveTo>
                <a:cubicBezTo>
                  <a:pt x="283230" y="7164"/>
                  <a:pt x="340545" y="7164"/>
                  <a:pt x="376845" y="43464"/>
                </a:cubicBezTo>
                <a:cubicBezTo>
                  <a:pt x="413144" y="79763"/>
                  <a:pt x="413144" y="137078"/>
                  <a:pt x="376845" y="173377"/>
                </a:cubicBezTo>
                <a:lnTo>
                  <a:pt x="344366" y="203945"/>
                </a:lnTo>
                <a:cubicBezTo>
                  <a:pt x="321440" y="156183"/>
                  <a:pt x="264125" y="137078"/>
                  <a:pt x="216363" y="161914"/>
                </a:cubicBezTo>
                <a:cubicBezTo>
                  <a:pt x="208721" y="165735"/>
                  <a:pt x="201079" y="171467"/>
                  <a:pt x="193437" y="177198"/>
                </a:cubicBezTo>
                <a:lnTo>
                  <a:pt x="153317" y="137078"/>
                </a:lnTo>
                <a:lnTo>
                  <a:pt x="246931" y="43464"/>
                </a:lnTo>
                <a:close/>
                <a:moveTo>
                  <a:pt x="46329" y="244065"/>
                </a:moveTo>
                <a:lnTo>
                  <a:pt x="139944" y="150451"/>
                </a:lnTo>
                <a:lnTo>
                  <a:pt x="180064" y="190572"/>
                </a:lnTo>
                <a:cubicBezTo>
                  <a:pt x="149496" y="234513"/>
                  <a:pt x="160959" y="293738"/>
                  <a:pt x="202990" y="324306"/>
                </a:cubicBezTo>
                <a:cubicBezTo>
                  <a:pt x="206811" y="326216"/>
                  <a:pt x="210632" y="330037"/>
                  <a:pt x="214453" y="331948"/>
                </a:cubicBezTo>
                <a:lnTo>
                  <a:pt x="174332" y="372068"/>
                </a:lnTo>
                <a:cubicBezTo>
                  <a:pt x="138033" y="408368"/>
                  <a:pt x="80718" y="408368"/>
                  <a:pt x="44419" y="372068"/>
                </a:cubicBezTo>
                <a:cubicBezTo>
                  <a:pt x="10030" y="335769"/>
                  <a:pt x="10030" y="278454"/>
                  <a:pt x="46329" y="244065"/>
                </a:cubicBezTo>
                <a:close/>
                <a:moveTo>
                  <a:pt x="258394" y="188661"/>
                </a:moveTo>
                <a:lnTo>
                  <a:pt x="258394" y="207766"/>
                </a:lnTo>
                <a:cubicBezTo>
                  <a:pt x="279409" y="209676"/>
                  <a:pt x="294693" y="224960"/>
                  <a:pt x="296604" y="245976"/>
                </a:cubicBezTo>
                <a:lnTo>
                  <a:pt x="315709" y="245976"/>
                </a:lnTo>
                <a:cubicBezTo>
                  <a:pt x="313798" y="215408"/>
                  <a:pt x="288962" y="190572"/>
                  <a:pt x="258394" y="18866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Graphic 161" descr="Multi-dose packaging icon.">
            <a:extLst>
              <a:ext uri="{FF2B5EF4-FFF2-40B4-BE49-F238E27FC236}">
                <a16:creationId xmlns:a16="http://schemas.microsoft.com/office/drawing/2014/main" id="{C6B0FFAA-AAE9-4CC9-851C-8F47EDDF67EE}"/>
              </a:ext>
            </a:extLst>
          </p:cNvPr>
          <p:cNvSpPr>
            <a:spLocks noChangeAspect="1"/>
          </p:cNvSpPr>
          <p:nvPr/>
        </p:nvSpPr>
        <p:spPr>
          <a:xfrm>
            <a:off x="5920701" y="3205516"/>
            <a:ext cx="343888" cy="458518"/>
          </a:xfrm>
          <a:custGeom>
            <a:avLst/>
            <a:gdLst>
              <a:gd name="connsiteX0" fmla="*/ 324784 w 343888"/>
              <a:gd name="connsiteY0" fmla="*/ 0 h 458518"/>
              <a:gd name="connsiteX1" fmla="*/ 19105 w 343888"/>
              <a:gd name="connsiteY1" fmla="*/ 0 h 458518"/>
              <a:gd name="connsiteX2" fmla="*/ 0 w 343888"/>
              <a:gd name="connsiteY2" fmla="*/ 19105 h 458518"/>
              <a:gd name="connsiteX3" fmla="*/ 0 w 343888"/>
              <a:gd name="connsiteY3" fmla="*/ 439413 h 458518"/>
              <a:gd name="connsiteX4" fmla="*/ 19105 w 343888"/>
              <a:gd name="connsiteY4" fmla="*/ 458518 h 458518"/>
              <a:gd name="connsiteX5" fmla="*/ 324784 w 343888"/>
              <a:gd name="connsiteY5" fmla="*/ 458518 h 458518"/>
              <a:gd name="connsiteX6" fmla="*/ 343889 w 343888"/>
              <a:gd name="connsiteY6" fmla="*/ 439413 h 458518"/>
              <a:gd name="connsiteX7" fmla="*/ 343889 w 343888"/>
              <a:gd name="connsiteY7" fmla="*/ 19105 h 458518"/>
              <a:gd name="connsiteX8" fmla="*/ 324784 w 343888"/>
              <a:gd name="connsiteY8" fmla="*/ 0 h 458518"/>
              <a:gd name="connsiteX9" fmla="*/ 324784 w 343888"/>
              <a:gd name="connsiteY9" fmla="*/ 439413 h 458518"/>
              <a:gd name="connsiteX10" fmla="*/ 19105 w 343888"/>
              <a:gd name="connsiteY10" fmla="*/ 439413 h 458518"/>
              <a:gd name="connsiteX11" fmla="*/ 19105 w 343888"/>
              <a:gd name="connsiteY11" fmla="*/ 19105 h 458518"/>
              <a:gd name="connsiteX12" fmla="*/ 324784 w 343888"/>
              <a:gd name="connsiteY12" fmla="*/ 19105 h 458518"/>
              <a:gd name="connsiteX13" fmla="*/ 324784 w 343888"/>
              <a:gd name="connsiteY13" fmla="*/ 439413 h 458518"/>
              <a:gd name="connsiteX14" fmla="*/ 105077 w 343888"/>
              <a:gd name="connsiteY14" fmla="*/ 191049 h 458518"/>
              <a:gd name="connsiteX15" fmla="*/ 152839 w 343888"/>
              <a:gd name="connsiteY15" fmla="*/ 171944 h 458518"/>
              <a:gd name="connsiteX16" fmla="*/ 152839 w 343888"/>
              <a:gd name="connsiteY16" fmla="*/ 171944 h 458518"/>
              <a:gd name="connsiteX17" fmla="*/ 154750 w 343888"/>
              <a:gd name="connsiteY17" fmla="*/ 78330 h 458518"/>
              <a:gd name="connsiteX18" fmla="*/ 152839 w 343888"/>
              <a:gd name="connsiteY18" fmla="*/ 76420 h 458518"/>
              <a:gd name="connsiteX19" fmla="*/ 57315 w 343888"/>
              <a:gd name="connsiteY19" fmla="*/ 76420 h 458518"/>
              <a:gd name="connsiteX20" fmla="*/ 57315 w 343888"/>
              <a:gd name="connsiteY20" fmla="*/ 171944 h 458518"/>
              <a:gd name="connsiteX21" fmla="*/ 105077 w 343888"/>
              <a:gd name="connsiteY21" fmla="*/ 191049 h 458518"/>
              <a:gd name="connsiteX22" fmla="*/ 70688 w 343888"/>
              <a:gd name="connsiteY22" fmla="*/ 158571 h 458518"/>
              <a:gd name="connsiteX23" fmla="*/ 59225 w 343888"/>
              <a:gd name="connsiteY23" fmla="*/ 133734 h 458518"/>
              <a:gd name="connsiteX24" fmla="*/ 152839 w 343888"/>
              <a:gd name="connsiteY24" fmla="*/ 133734 h 458518"/>
              <a:gd name="connsiteX25" fmla="*/ 139466 w 343888"/>
              <a:gd name="connsiteY25" fmla="*/ 158571 h 458518"/>
              <a:gd name="connsiteX26" fmla="*/ 70688 w 343888"/>
              <a:gd name="connsiteY26" fmla="*/ 158571 h 458518"/>
              <a:gd name="connsiteX27" fmla="*/ 105077 w 343888"/>
              <a:gd name="connsiteY27" fmla="*/ 76420 h 458518"/>
              <a:gd name="connsiteX28" fmla="*/ 152839 w 343888"/>
              <a:gd name="connsiteY28" fmla="*/ 114630 h 458518"/>
              <a:gd name="connsiteX29" fmla="*/ 59225 w 343888"/>
              <a:gd name="connsiteY29" fmla="*/ 114630 h 458518"/>
              <a:gd name="connsiteX30" fmla="*/ 105077 w 343888"/>
              <a:gd name="connsiteY30" fmla="*/ 76420 h 458518"/>
              <a:gd name="connsiteX31" fmla="*/ 133734 w 343888"/>
              <a:gd name="connsiteY31" fmla="*/ 219707 h 458518"/>
              <a:gd name="connsiteX32" fmla="*/ 55404 w 343888"/>
              <a:gd name="connsiteY32" fmla="*/ 221617 h 458518"/>
              <a:gd name="connsiteX33" fmla="*/ 38210 w 343888"/>
              <a:gd name="connsiteY33" fmla="*/ 261737 h 458518"/>
              <a:gd name="connsiteX34" fmla="*/ 53494 w 343888"/>
              <a:gd name="connsiteY34" fmla="*/ 301858 h 458518"/>
              <a:gd name="connsiteX35" fmla="*/ 139466 w 343888"/>
              <a:gd name="connsiteY35" fmla="*/ 387830 h 458518"/>
              <a:gd name="connsiteX36" fmla="*/ 175765 w 343888"/>
              <a:gd name="connsiteY36" fmla="*/ 403114 h 458518"/>
              <a:gd name="connsiteX37" fmla="*/ 217796 w 343888"/>
              <a:gd name="connsiteY37" fmla="*/ 385919 h 458518"/>
              <a:gd name="connsiteX38" fmla="*/ 219707 w 343888"/>
              <a:gd name="connsiteY38" fmla="*/ 307589 h 458518"/>
              <a:gd name="connsiteX39" fmla="*/ 133734 w 343888"/>
              <a:gd name="connsiteY39" fmla="*/ 219707 h 458518"/>
              <a:gd name="connsiteX40" fmla="*/ 66867 w 343888"/>
              <a:gd name="connsiteY40" fmla="*/ 286574 h 458518"/>
              <a:gd name="connsiteX41" fmla="*/ 57315 w 343888"/>
              <a:gd name="connsiteY41" fmla="*/ 261737 h 458518"/>
              <a:gd name="connsiteX42" fmla="*/ 97435 w 343888"/>
              <a:gd name="connsiteY42" fmla="*/ 223528 h 458518"/>
              <a:gd name="connsiteX43" fmla="*/ 120361 w 343888"/>
              <a:gd name="connsiteY43" fmla="*/ 233080 h 458518"/>
              <a:gd name="connsiteX44" fmla="*/ 156660 w 343888"/>
              <a:gd name="connsiteY44" fmla="*/ 269379 h 458518"/>
              <a:gd name="connsiteX45" fmla="*/ 103167 w 343888"/>
              <a:gd name="connsiteY45" fmla="*/ 322873 h 458518"/>
              <a:gd name="connsiteX46" fmla="*/ 66867 w 343888"/>
              <a:gd name="connsiteY46" fmla="*/ 286574 h 458518"/>
              <a:gd name="connsiteX47" fmla="*/ 204423 w 343888"/>
              <a:gd name="connsiteY47" fmla="*/ 370635 h 458518"/>
              <a:gd name="connsiteX48" fmla="*/ 177676 w 343888"/>
              <a:gd name="connsiteY48" fmla="*/ 382098 h 458518"/>
              <a:gd name="connsiteX49" fmla="*/ 152839 w 343888"/>
              <a:gd name="connsiteY49" fmla="*/ 372546 h 458518"/>
              <a:gd name="connsiteX50" fmla="*/ 116540 w 343888"/>
              <a:gd name="connsiteY50" fmla="*/ 336247 h 458518"/>
              <a:gd name="connsiteX51" fmla="*/ 170034 w 343888"/>
              <a:gd name="connsiteY51" fmla="*/ 282753 h 458518"/>
              <a:gd name="connsiteX52" fmla="*/ 206333 w 343888"/>
              <a:gd name="connsiteY52" fmla="*/ 319052 h 458518"/>
              <a:gd name="connsiteX53" fmla="*/ 204423 w 343888"/>
              <a:gd name="connsiteY53" fmla="*/ 370635 h 458518"/>
              <a:gd name="connsiteX54" fmla="*/ 204423 w 343888"/>
              <a:gd name="connsiteY54" fmla="*/ 370635 h 458518"/>
              <a:gd name="connsiteX55" fmla="*/ 210154 w 343888"/>
              <a:gd name="connsiteY55" fmla="*/ 248364 h 458518"/>
              <a:gd name="connsiteX56" fmla="*/ 286574 w 343888"/>
              <a:gd name="connsiteY56" fmla="*/ 248364 h 458518"/>
              <a:gd name="connsiteX57" fmla="*/ 305679 w 343888"/>
              <a:gd name="connsiteY57" fmla="*/ 229259 h 458518"/>
              <a:gd name="connsiteX58" fmla="*/ 305679 w 343888"/>
              <a:gd name="connsiteY58" fmla="*/ 152839 h 458518"/>
              <a:gd name="connsiteX59" fmla="*/ 286574 w 343888"/>
              <a:gd name="connsiteY59" fmla="*/ 133734 h 458518"/>
              <a:gd name="connsiteX60" fmla="*/ 210154 w 343888"/>
              <a:gd name="connsiteY60" fmla="*/ 133734 h 458518"/>
              <a:gd name="connsiteX61" fmla="*/ 191049 w 343888"/>
              <a:gd name="connsiteY61" fmla="*/ 152839 h 458518"/>
              <a:gd name="connsiteX62" fmla="*/ 191049 w 343888"/>
              <a:gd name="connsiteY62" fmla="*/ 229259 h 458518"/>
              <a:gd name="connsiteX63" fmla="*/ 210154 w 343888"/>
              <a:gd name="connsiteY63" fmla="*/ 248364 h 458518"/>
              <a:gd name="connsiteX64" fmla="*/ 223528 w 343888"/>
              <a:gd name="connsiteY64" fmla="*/ 229259 h 458518"/>
              <a:gd name="connsiteX65" fmla="*/ 286574 w 343888"/>
              <a:gd name="connsiteY65" fmla="*/ 166213 h 458518"/>
              <a:gd name="connsiteX66" fmla="*/ 286574 w 343888"/>
              <a:gd name="connsiteY66" fmla="*/ 229259 h 458518"/>
              <a:gd name="connsiteX67" fmla="*/ 223528 w 343888"/>
              <a:gd name="connsiteY67" fmla="*/ 229259 h 458518"/>
              <a:gd name="connsiteX68" fmla="*/ 273200 w 343888"/>
              <a:gd name="connsiteY68" fmla="*/ 152839 h 458518"/>
              <a:gd name="connsiteX69" fmla="*/ 210154 w 343888"/>
              <a:gd name="connsiteY69" fmla="*/ 215886 h 458518"/>
              <a:gd name="connsiteX70" fmla="*/ 210154 w 343888"/>
              <a:gd name="connsiteY70" fmla="*/ 152839 h 458518"/>
              <a:gd name="connsiteX71" fmla="*/ 273200 w 343888"/>
              <a:gd name="connsiteY71" fmla="*/ 15283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43888" h="458518">
                <a:moveTo>
                  <a:pt x="324784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close/>
                <a:moveTo>
                  <a:pt x="324784" y="439413"/>
                </a:moveTo>
                <a:lnTo>
                  <a:pt x="19105" y="439413"/>
                </a:lnTo>
                <a:lnTo>
                  <a:pt x="19105" y="19105"/>
                </a:lnTo>
                <a:lnTo>
                  <a:pt x="324784" y="19105"/>
                </a:lnTo>
                <a:lnTo>
                  <a:pt x="324784" y="439413"/>
                </a:lnTo>
                <a:close/>
                <a:moveTo>
                  <a:pt x="105077" y="191049"/>
                </a:moveTo>
                <a:cubicBezTo>
                  <a:pt x="122271" y="191049"/>
                  <a:pt x="139466" y="185318"/>
                  <a:pt x="152839" y="171944"/>
                </a:cubicBezTo>
                <a:lnTo>
                  <a:pt x="152839" y="171944"/>
                </a:lnTo>
                <a:cubicBezTo>
                  <a:pt x="179586" y="147108"/>
                  <a:pt x="179586" y="103167"/>
                  <a:pt x="154750" y="78330"/>
                </a:cubicBezTo>
                <a:cubicBezTo>
                  <a:pt x="152839" y="76420"/>
                  <a:pt x="152839" y="76420"/>
                  <a:pt x="152839" y="76420"/>
                </a:cubicBezTo>
                <a:cubicBezTo>
                  <a:pt x="126092" y="49673"/>
                  <a:pt x="84062" y="49673"/>
                  <a:pt x="57315" y="76420"/>
                </a:cubicBezTo>
                <a:cubicBezTo>
                  <a:pt x="30568" y="103167"/>
                  <a:pt x="30568" y="145197"/>
                  <a:pt x="57315" y="171944"/>
                </a:cubicBezTo>
                <a:cubicBezTo>
                  <a:pt x="68778" y="183407"/>
                  <a:pt x="87883" y="191049"/>
                  <a:pt x="105077" y="191049"/>
                </a:cubicBezTo>
                <a:close/>
                <a:moveTo>
                  <a:pt x="70688" y="158571"/>
                </a:moveTo>
                <a:cubicBezTo>
                  <a:pt x="64957" y="150929"/>
                  <a:pt x="59225" y="143287"/>
                  <a:pt x="59225" y="133734"/>
                </a:cubicBezTo>
                <a:lnTo>
                  <a:pt x="152839" y="133734"/>
                </a:lnTo>
                <a:cubicBezTo>
                  <a:pt x="150929" y="143287"/>
                  <a:pt x="147108" y="150929"/>
                  <a:pt x="139466" y="158571"/>
                </a:cubicBezTo>
                <a:cubicBezTo>
                  <a:pt x="120361" y="175765"/>
                  <a:pt x="89793" y="175765"/>
                  <a:pt x="70688" y="158571"/>
                </a:cubicBezTo>
                <a:close/>
                <a:moveTo>
                  <a:pt x="105077" y="76420"/>
                </a:moveTo>
                <a:cubicBezTo>
                  <a:pt x="128003" y="76420"/>
                  <a:pt x="149018" y="91704"/>
                  <a:pt x="152839" y="114630"/>
                </a:cubicBezTo>
                <a:lnTo>
                  <a:pt x="59225" y="114630"/>
                </a:lnTo>
                <a:cubicBezTo>
                  <a:pt x="63046" y="91704"/>
                  <a:pt x="82151" y="76420"/>
                  <a:pt x="105077" y="76420"/>
                </a:cubicBezTo>
                <a:close/>
                <a:moveTo>
                  <a:pt x="133734" y="219707"/>
                </a:moveTo>
                <a:cubicBezTo>
                  <a:pt x="110809" y="198691"/>
                  <a:pt x="76420" y="200602"/>
                  <a:pt x="55404" y="221617"/>
                </a:cubicBezTo>
                <a:cubicBezTo>
                  <a:pt x="43941" y="233080"/>
                  <a:pt x="38210" y="246453"/>
                  <a:pt x="38210" y="261737"/>
                </a:cubicBezTo>
                <a:cubicBezTo>
                  <a:pt x="38210" y="277021"/>
                  <a:pt x="43941" y="290395"/>
                  <a:pt x="53494" y="301858"/>
                </a:cubicBezTo>
                <a:lnTo>
                  <a:pt x="139466" y="387830"/>
                </a:lnTo>
                <a:cubicBezTo>
                  <a:pt x="149018" y="397382"/>
                  <a:pt x="162392" y="403114"/>
                  <a:pt x="175765" y="403114"/>
                </a:cubicBezTo>
                <a:cubicBezTo>
                  <a:pt x="191049" y="403114"/>
                  <a:pt x="206333" y="397382"/>
                  <a:pt x="217796" y="385919"/>
                </a:cubicBezTo>
                <a:cubicBezTo>
                  <a:pt x="238811" y="364904"/>
                  <a:pt x="240722" y="330515"/>
                  <a:pt x="219707" y="307589"/>
                </a:cubicBezTo>
                <a:lnTo>
                  <a:pt x="133734" y="219707"/>
                </a:lnTo>
                <a:close/>
                <a:moveTo>
                  <a:pt x="66867" y="286574"/>
                </a:moveTo>
                <a:cubicBezTo>
                  <a:pt x="61136" y="280842"/>
                  <a:pt x="57315" y="271290"/>
                  <a:pt x="57315" y="261737"/>
                </a:cubicBezTo>
                <a:cubicBezTo>
                  <a:pt x="59225" y="240722"/>
                  <a:pt x="76420" y="223528"/>
                  <a:pt x="97435" y="223528"/>
                </a:cubicBezTo>
                <a:cubicBezTo>
                  <a:pt x="106988" y="223528"/>
                  <a:pt x="114630" y="227349"/>
                  <a:pt x="120361" y="233080"/>
                </a:cubicBezTo>
                <a:lnTo>
                  <a:pt x="156660" y="269379"/>
                </a:lnTo>
                <a:lnTo>
                  <a:pt x="103167" y="322873"/>
                </a:lnTo>
                <a:lnTo>
                  <a:pt x="66867" y="286574"/>
                </a:lnTo>
                <a:close/>
                <a:moveTo>
                  <a:pt x="204423" y="370635"/>
                </a:moveTo>
                <a:cubicBezTo>
                  <a:pt x="196781" y="378277"/>
                  <a:pt x="187228" y="382098"/>
                  <a:pt x="177676" y="382098"/>
                </a:cubicBezTo>
                <a:cubicBezTo>
                  <a:pt x="168123" y="382098"/>
                  <a:pt x="158571" y="378277"/>
                  <a:pt x="152839" y="372546"/>
                </a:cubicBezTo>
                <a:lnTo>
                  <a:pt x="116540" y="336247"/>
                </a:lnTo>
                <a:lnTo>
                  <a:pt x="170034" y="282753"/>
                </a:lnTo>
                <a:lnTo>
                  <a:pt x="206333" y="319052"/>
                </a:lnTo>
                <a:cubicBezTo>
                  <a:pt x="219707" y="334336"/>
                  <a:pt x="219707" y="357262"/>
                  <a:pt x="204423" y="370635"/>
                </a:cubicBezTo>
                <a:lnTo>
                  <a:pt x="204423" y="370635"/>
                </a:lnTo>
                <a:close/>
                <a:moveTo>
                  <a:pt x="210154" y="248364"/>
                </a:moveTo>
                <a:lnTo>
                  <a:pt x="286574" y="248364"/>
                </a:lnTo>
                <a:cubicBezTo>
                  <a:pt x="298037" y="248364"/>
                  <a:pt x="305679" y="240722"/>
                  <a:pt x="305679" y="229259"/>
                </a:cubicBezTo>
                <a:lnTo>
                  <a:pt x="305679" y="152839"/>
                </a:lnTo>
                <a:cubicBezTo>
                  <a:pt x="305679" y="141376"/>
                  <a:pt x="298037" y="133734"/>
                  <a:pt x="286574" y="133734"/>
                </a:cubicBezTo>
                <a:lnTo>
                  <a:pt x="210154" y="133734"/>
                </a:lnTo>
                <a:cubicBezTo>
                  <a:pt x="198691" y="133734"/>
                  <a:pt x="191049" y="141376"/>
                  <a:pt x="191049" y="152839"/>
                </a:cubicBezTo>
                <a:lnTo>
                  <a:pt x="191049" y="229259"/>
                </a:lnTo>
                <a:cubicBezTo>
                  <a:pt x="191049" y="240722"/>
                  <a:pt x="198691" y="248364"/>
                  <a:pt x="210154" y="248364"/>
                </a:cubicBezTo>
                <a:close/>
                <a:moveTo>
                  <a:pt x="223528" y="229259"/>
                </a:moveTo>
                <a:lnTo>
                  <a:pt x="286574" y="166213"/>
                </a:lnTo>
                <a:lnTo>
                  <a:pt x="286574" y="229259"/>
                </a:lnTo>
                <a:lnTo>
                  <a:pt x="223528" y="229259"/>
                </a:lnTo>
                <a:close/>
                <a:moveTo>
                  <a:pt x="273200" y="152839"/>
                </a:moveTo>
                <a:lnTo>
                  <a:pt x="210154" y="215886"/>
                </a:lnTo>
                <a:lnTo>
                  <a:pt x="210154" y="152839"/>
                </a:lnTo>
                <a:lnTo>
                  <a:pt x="273200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51" descr="Drug information icon.">
            <a:extLst>
              <a:ext uri="{FF2B5EF4-FFF2-40B4-BE49-F238E27FC236}">
                <a16:creationId xmlns:a16="http://schemas.microsoft.com/office/drawing/2014/main" id="{FCBB7426-8CE2-4E65-9204-9ED99522403A}"/>
              </a:ext>
            </a:extLst>
          </p:cNvPr>
          <p:cNvSpPr>
            <a:spLocks noChangeAspect="1"/>
          </p:cNvSpPr>
          <p:nvPr/>
        </p:nvSpPr>
        <p:spPr>
          <a:xfrm>
            <a:off x="7110176" y="3307537"/>
            <a:ext cx="423173" cy="423173"/>
          </a:xfrm>
          <a:custGeom>
            <a:avLst/>
            <a:gdLst>
              <a:gd name="connsiteX0" fmla="*/ 174332 w 423173"/>
              <a:gd name="connsiteY0" fmla="*/ 378755 h 423173"/>
              <a:gd name="connsiteX1" fmla="*/ 44419 w 423173"/>
              <a:gd name="connsiteY1" fmla="*/ 378755 h 423173"/>
              <a:gd name="connsiteX2" fmla="*/ 44419 w 423173"/>
              <a:gd name="connsiteY2" fmla="*/ 378755 h 423173"/>
              <a:gd name="connsiteX3" fmla="*/ 44419 w 423173"/>
              <a:gd name="connsiteY3" fmla="*/ 248842 h 423173"/>
              <a:gd name="connsiteX4" fmla="*/ 138033 w 423173"/>
              <a:gd name="connsiteY4" fmla="*/ 155227 h 423173"/>
              <a:gd name="connsiteX5" fmla="*/ 220184 w 423173"/>
              <a:gd name="connsiteY5" fmla="*/ 237379 h 423173"/>
              <a:gd name="connsiteX6" fmla="*/ 233558 w 423173"/>
              <a:gd name="connsiteY6" fmla="*/ 224005 h 423173"/>
              <a:gd name="connsiteX7" fmla="*/ 153317 w 423173"/>
              <a:gd name="connsiteY7" fmla="*/ 139944 h 423173"/>
              <a:gd name="connsiteX8" fmla="*/ 246931 w 423173"/>
              <a:gd name="connsiteY8" fmla="*/ 46329 h 423173"/>
              <a:gd name="connsiteX9" fmla="*/ 376845 w 423173"/>
              <a:gd name="connsiteY9" fmla="*/ 46329 h 423173"/>
              <a:gd name="connsiteX10" fmla="*/ 376845 w 423173"/>
              <a:gd name="connsiteY10" fmla="*/ 46329 h 423173"/>
              <a:gd name="connsiteX11" fmla="*/ 376845 w 423173"/>
              <a:gd name="connsiteY11" fmla="*/ 176243 h 423173"/>
              <a:gd name="connsiteX12" fmla="*/ 353919 w 423173"/>
              <a:gd name="connsiteY12" fmla="*/ 199169 h 423173"/>
              <a:gd name="connsiteX13" fmla="*/ 373024 w 423173"/>
              <a:gd name="connsiteY13" fmla="*/ 206811 h 423173"/>
              <a:gd name="connsiteX14" fmla="*/ 390218 w 423173"/>
              <a:gd name="connsiteY14" fmla="*/ 189616 h 423173"/>
              <a:gd name="connsiteX15" fmla="*/ 390218 w 423173"/>
              <a:gd name="connsiteY15" fmla="*/ 32956 h 423173"/>
              <a:gd name="connsiteX16" fmla="*/ 233558 w 423173"/>
              <a:gd name="connsiteY16" fmla="*/ 32956 h 423173"/>
              <a:gd name="connsiteX17" fmla="*/ 233558 w 423173"/>
              <a:gd name="connsiteY17" fmla="*/ 32956 h 423173"/>
              <a:gd name="connsiteX18" fmla="*/ 32956 w 423173"/>
              <a:gd name="connsiteY18" fmla="*/ 233558 h 423173"/>
              <a:gd name="connsiteX19" fmla="*/ 32956 w 423173"/>
              <a:gd name="connsiteY19" fmla="*/ 390218 h 423173"/>
              <a:gd name="connsiteX20" fmla="*/ 189616 w 423173"/>
              <a:gd name="connsiteY20" fmla="*/ 390218 h 423173"/>
              <a:gd name="connsiteX21" fmla="*/ 189616 w 423173"/>
              <a:gd name="connsiteY21" fmla="*/ 390218 h 423173"/>
              <a:gd name="connsiteX22" fmla="*/ 206811 w 423173"/>
              <a:gd name="connsiteY22" fmla="*/ 373024 h 423173"/>
              <a:gd name="connsiteX23" fmla="*/ 199169 w 423173"/>
              <a:gd name="connsiteY23" fmla="*/ 353919 h 423173"/>
              <a:gd name="connsiteX24" fmla="*/ 174332 w 423173"/>
              <a:gd name="connsiteY24" fmla="*/ 378755 h 423173"/>
              <a:gd name="connsiteX25" fmla="*/ 315709 w 423173"/>
              <a:gd name="connsiteY25" fmla="*/ 212542 h 423173"/>
              <a:gd name="connsiteX26" fmla="*/ 210632 w 423173"/>
              <a:gd name="connsiteY26" fmla="*/ 317619 h 423173"/>
              <a:gd name="connsiteX27" fmla="*/ 315709 w 423173"/>
              <a:gd name="connsiteY27" fmla="*/ 422696 h 423173"/>
              <a:gd name="connsiteX28" fmla="*/ 420786 w 423173"/>
              <a:gd name="connsiteY28" fmla="*/ 317619 h 423173"/>
              <a:gd name="connsiteX29" fmla="*/ 315709 w 423173"/>
              <a:gd name="connsiteY29" fmla="*/ 212542 h 423173"/>
              <a:gd name="connsiteX30" fmla="*/ 306156 w 423173"/>
              <a:gd name="connsiteY30" fmla="*/ 250752 h 423173"/>
              <a:gd name="connsiteX31" fmla="*/ 325261 w 423173"/>
              <a:gd name="connsiteY31" fmla="*/ 250752 h 423173"/>
              <a:gd name="connsiteX32" fmla="*/ 325261 w 423173"/>
              <a:gd name="connsiteY32" fmla="*/ 269857 h 423173"/>
              <a:gd name="connsiteX33" fmla="*/ 306156 w 423173"/>
              <a:gd name="connsiteY33" fmla="*/ 269857 h 423173"/>
              <a:gd name="connsiteX34" fmla="*/ 306156 w 423173"/>
              <a:gd name="connsiteY34" fmla="*/ 250752 h 423173"/>
              <a:gd name="connsiteX35" fmla="*/ 325261 w 423173"/>
              <a:gd name="connsiteY35" fmla="*/ 384486 h 423173"/>
              <a:gd name="connsiteX36" fmla="*/ 306156 w 423173"/>
              <a:gd name="connsiteY36" fmla="*/ 384486 h 423173"/>
              <a:gd name="connsiteX37" fmla="*/ 306156 w 423173"/>
              <a:gd name="connsiteY37" fmla="*/ 288962 h 423173"/>
              <a:gd name="connsiteX38" fmla="*/ 325261 w 423173"/>
              <a:gd name="connsiteY38" fmla="*/ 288962 h 423173"/>
              <a:gd name="connsiteX39" fmla="*/ 325261 w 423173"/>
              <a:gd name="connsiteY39" fmla="*/ 384486 h 423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23173" h="423173">
                <a:moveTo>
                  <a:pt x="174332" y="378755"/>
                </a:moveTo>
                <a:cubicBezTo>
                  <a:pt x="138033" y="415054"/>
                  <a:pt x="80718" y="415054"/>
                  <a:pt x="44419" y="378755"/>
                </a:cubicBezTo>
                <a:cubicBezTo>
                  <a:pt x="44419" y="378755"/>
                  <a:pt x="44419" y="378755"/>
                  <a:pt x="44419" y="378755"/>
                </a:cubicBezTo>
                <a:cubicBezTo>
                  <a:pt x="8120" y="342456"/>
                  <a:pt x="8120" y="285141"/>
                  <a:pt x="44419" y="248842"/>
                </a:cubicBezTo>
                <a:lnTo>
                  <a:pt x="138033" y="155227"/>
                </a:lnTo>
                <a:lnTo>
                  <a:pt x="220184" y="237379"/>
                </a:lnTo>
                <a:cubicBezTo>
                  <a:pt x="224005" y="231647"/>
                  <a:pt x="229737" y="227826"/>
                  <a:pt x="233558" y="224005"/>
                </a:cubicBezTo>
                <a:lnTo>
                  <a:pt x="153317" y="139944"/>
                </a:lnTo>
                <a:lnTo>
                  <a:pt x="246931" y="46329"/>
                </a:lnTo>
                <a:cubicBezTo>
                  <a:pt x="283230" y="10030"/>
                  <a:pt x="340545" y="10030"/>
                  <a:pt x="376845" y="46329"/>
                </a:cubicBezTo>
                <a:cubicBezTo>
                  <a:pt x="376845" y="46329"/>
                  <a:pt x="376845" y="46329"/>
                  <a:pt x="376845" y="46329"/>
                </a:cubicBezTo>
                <a:cubicBezTo>
                  <a:pt x="413144" y="82629"/>
                  <a:pt x="413144" y="139944"/>
                  <a:pt x="376845" y="176243"/>
                </a:cubicBezTo>
                <a:lnTo>
                  <a:pt x="353919" y="199169"/>
                </a:lnTo>
                <a:cubicBezTo>
                  <a:pt x="359650" y="201079"/>
                  <a:pt x="367292" y="202990"/>
                  <a:pt x="373024" y="206811"/>
                </a:cubicBezTo>
                <a:lnTo>
                  <a:pt x="390218" y="189616"/>
                </a:lnTo>
                <a:cubicBezTo>
                  <a:pt x="434159" y="145675"/>
                  <a:pt x="434159" y="76897"/>
                  <a:pt x="390218" y="32956"/>
                </a:cubicBezTo>
                <a:cubicBezTo>
                  <a:pt x="346277" y="-10985"/>
                  <a:pt x="277499" y="-10985"/>
                  <a:pt x="233558" y="32956"/>
                </a:cubicBezTo>
                <a:cubicBezTo>
                  <a:pt x="233558" y="32956"/>
                  <a:pt x="233558" y="32956"/>
                  <a:pt x="233558" y="32956"/>
                </a:cubicBezTo>
                <a:lnTo>
                  <a:pt x="32956" y="233558"/>
                </a:lnTo>
                <a:cubicBezTo>
                  <a:pt x="-10985" y="277499"/>
                  <a:pt x="-10985" y="346277"/>
                  <a:pt x="32956" y="390218"/>
                </a:cubicBezTo>
                <a:cubicBezTo>
                  <a:pt x="76897" y="434159"/>
                  <a:pt x="145675" y="434159"/>
                  <a:pt x="189616" y="390218"/>
                </a:cubicBezTo>
                <a:cubicBezTo>
                  <a:pt x="189616" y="390218"/>
                  <a:pt x="189616" y="390218"/>
                  <a:pt x="189616" y="390218"/>
                </a:cubicBezTo>
                <a:lnTo>
                  <a:pt x="206811" y="373024"/>
                </a:lnTo>
                <a:cubicBezTo>
                  <a:pt x="202990" y="367292"/>
                  <a:pt x="201079" y="359650"/>
                  <a:pt x="199169" y="353919"/>
                </a:cubicBezTo>
                <a:lnTo>
                  <a:pt x="174332" y="378755"/>
                </a:lnTo>
                <a:close/>
                <a:moveTo>
                  <a:pt x="315709" y="212542"/>
                </a:moveTo>
                <a:cubicBezTo>
                  <a:pt x="258394" y="212542"/>
                  <a:pt x="210632" y="260304"/>
                  <a:pt x="210632" y="317619"/>
                </a:cubicBezTo>
                <a:cubicBezTo>
                  <a:pt x="210632" y="374934"/>
                  <a:pt x="258394" y="422696"/>
                  <a:pt x="315709" y="422696"/>
                </a:cubicBezTo>
                <a:cubicBezTo>
                  <a:pt x="373024" y="422696"/>
                  <a:pt x="420786" y="374934"/>
                  <a:pt x="420786" y="317619"/>
                </a:cubicBezTo>
                <a:cubicBezTo>
                  <a:pt x="420786" y="260304"/>
                  <a:pt x="373024" y="212542"/>
                  <a:pt x="315709" y="212542"/>
                </a:cubicBezTo>
                <a:close/>
                <a:moveTo>
                  <a:pt x="306156" y="250752"/>
                </a:moveTo>
                <a:lnTo>
                  <a:pt x="325261" y="250752"/>
                </a:lnTo>
                <a:lnTo>
                  <a:pt x="325261" y="269857"/>
                </a:lnTo>
                <a:lnTo>
                  <a:pt x="306156" y="269857"/>
                </a:lnTo>
                <a:lnTo>
                  <a:pt x="306156" y="250752"/>
                </a:lnTo>
                <a:close/>
                <a:moveTo>
                  <a:pt x="325261" y="384486"/>
                </a:moveTo>
                <a:lnTo>
                  <a:pt x="306156" y="384486"/>
                </a:lnTo>
                <a:lnTo>
                  <a:pt x="306156" y="288962"/>
                </a:lnTo>
                <a:lnTo>
                  <a:pt x="325261" y="288962"/>
                </a:lnTo>
                <a:lnTo>
                  <a:pt x="325261" y="38448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0" name="Graphic 10" descr="Drug interaction icon.">
            <a:extLst>
              <a:ext uri="{FF2B5EF4-FFF2-40B4-BE49-F238E27FC236}">
                <a16:creationId xmlns:a16="http://schemas.microsoft.com/office/drawing/2014/main" id="{45B859DE-DE0D-4DE3-B577-46E089B861E5}"/>
              </a:ext>
            </a:extLst>
          </p:cNvPr>
          <p:cNvSpPr>
            <a:spLocks noChangeAspect="1"/>
          </p:cNvSpPr>
          <p:nvPr/>
        </p:nvSpPr>
        <p:spPr>
          <a:xfrm>
            <a:off x="8329579" y="3301819"/>
            <a:ext cx="427208" cy="428891"/>
          </a:xfrm>
          <a:custGeom>
            <a:avLst/>
            <a:gdLst>
              <a:gd name="connsiteX0" fmla="*/ 479388 w 520173"/>
              <a:gd name="connsiteY0" fmla="*/ 40487 h 522222"/>
              <a:gd name="connsiteX1" fmla="*/ 286929 w 520173"/>
              <a:gd name="connsiteY1" fmla="*/ 40487 h 522222"/>
              <a:gd name="connsiteX2" fmla="*/ 286929 w 520173"/>
              <a:gd name="connsiteY2" fmla="*/ 40487 h 522222"/>
              <a:gd name="connsiteX3" fmla="*/ 261111 w 520173"/>
              <a:gd name="connsiteY3" fmla="*/ 66305 h 522222"/>
              <a:gd name="connsiteX4" fmla="*/ 66305 w 520173"/>
              <a:gd name="connsiteY4" fmla="*/ 26405 h 522222"/>
              <a:gd name="connsiteX5" fmla="*/ 24057 w 520173"/>
              <a:gd name="connsiteY5" fmla="*/ 221211 h 522222"/>
              <a:gd name="connsiteX6" fmla="*/ 66305 w 520173"/>
              <a:gd name="connsiteY6" fmla="*/ 263458 h 522222"/>
              <a:gd name="connsiteX7" fmla="*/ 40487 w 520173"/>
              <a:gd name="connsiteY7" fmla="*/ 289276 h 522222"/>
              <a:gd name="connsiteX8" fmla="*/ 40487 w 520173"/>
              <a:gd name="connsiteY8" fmla="*/ 481735 h 522222"/>
              <a:gd name="connsiteX9" fmla="*/ 232946 w 520173"/>
              <a:gd name="connsiteY9" fmla="*/ 481735 h 522222"/>
              <a:gd name="connsiteX10" fmla="*/ 232946 w 520173"/>
              <a:gd name="connsiteY10" fmla="*/ 481735 h 522222"/>
              <a:gd name="connsiteX11" fmla="*/ 254070 w 520173"/>
              <a:gd name="connsiteY11" fmla="*/ 460612 h 522222"/>
              <a:gd name="connsiteX12" fmla="*/ 244682 w 520173"/>
              <a:gd name="connsiteY12" fmla="*/ 437141 h 522222"/>
              <a:gd name="connsiteX13" fmla="*/ 216517 w 520173"/>
              <a:gd name="connsiteY13" fmla="*/ 465306 h 522222"/>
              <a:gd name="connsiteX14" fmla="*/ 56916 w 520173"/>
              <a:gd name="connsiteY14" fmla="*/ 465306 h 522222"/>
              <a:gd name="connsiteX15" fmla="*/ 56916 w 520173"/>
              <a:gd name="connsiteY15" fmla="*/ 465306 h 522222"/>
              <a:gd name="connsiteX16" fmla="*/ 56916 w 520173"/>
              <a:gd name="connsiteY16" fmla="*/ 305705 h 522222"/>
              <a:gd name="connsiteX17" fmla="*/ 171923 w 520173"/>
              <a:gd name="connsiteY17" fmla="*/ 190699 h 522222"/>
              <a:gd name="connsiteX18" fmla="*/ 272847 w 520173"/>
              <a:gd name="connsiteY18" fmla="*/ 291623 h 522222"/>
              <a:gd name="connsiteX19" fmla="*/ 289276 w 520173"/>
              <a:gd name="connsiteY19" fmla="*/ 275194 h 522222"/>
              <a:gd name="connsiteX20" fmla="*/ 190699 w 520173"/>
              <a:gd name="connsiteY20" fmla="*/ 171923 h 522222"/>
              <a:gd name="connsiteX21" fmla="*/ 305705 w 520173"/>
              <a:gd name="connsiteY21" fmla="*/ 56916 h 522222"/>
              <a:gd name="connsiteX22" fmla="*/ 465306 w 520173"/>
              <a:gd name="connsiteY22" fmla="*/ 56916 h 522222"/>
              <a:gd name="connsiteX23" fmla="*/ 465306 w 520173"/>
              <a:gd name="connsiteY23" fmla="*/ 56916 h 522222"/>
              <a:gd name="connsiteX24" fmla="*/ 465306 w 520173"/>
              <a:gd name="connsiteY24" fmla="*/ 216517 h 522222"/>
              <a:gd name="connsiteX25" fmla="*/ 437141 w 520173"/>
              <a:gd name="connsiteY25" fmla="*/ 244682 h 522222"/>
              <a:gd name="connsiteX26" fmla="*/ 460612 w 520173"/>
              <a:gd name="connsiteY26" fmla="*/ 254070 h 522222"/>
              <a:gd name="connsiteX27" fmla="*/ 481735 w 520173"/>
              <a:gd name="connsiteY27" fmla="*/ 232946 h 522222"/>
              <a:gd name="connsiteX28" fmla="*/ 479388 w 520173"/>
              <a:gd name="connsiteY28" fmla="*/ 40487 h 522222"/>
              <a:gd name="connsiteX29" fmla="*/ 143758 w 520173"/>
              <a:gd name="connsiteY29" fmla="*/ 26405 h 522222"/>
              <a:gd name="connsiteX30" fmla="*/ 244682 w 520173"/>
              <a:gd name="connsiteY30" fmla="*/ 85081 h 522222"/>
              <a:gd name="connsiteX31" fmla="*/ 197740 w 520173"/>
              <a:gd name="connsiteY31" fmla="*/ 132023 h 522222"/>
              <a:gd name="connsiteX32" fmla="*/ 26405 w 520173"/>
              <a:gd name="connsiteY32" fmla="*/ 132023 h 522222"/>
              <a:gd name="connsiteX33" fmla="*/ 143758 w 520173"/>
              <a:gd name="connsiteY33" fmla="*/ 26405 h 522222"/>
              <a:gd name="connsiteX34" fmla="*/ 26405 w 520173"/>
              <a:gd name="connsiteY34" fmla="*/ 155493 h 522222"/>
              <a:gd name="connsiteX35" fmla="*/ 174270 w 520173"/>
              <a:gd name="connsiteY35" fmla="*/ 155493 h 522222"/>
              <a:gd name="connsiteX36" fmla="*/ 85081 w 520173"/>
              <a:gd name="connsiteY36" fmla="*/ 244682 h 522222"/>
              <a:gd name="connsiteX37" fmla="*/ 26405 w 520173"/>
              <a:gd name="connsiteY37" fmla="*/ 155493 h 522222"/>
              <a:gd name="connsiteX38" fmla="*/ 390200 w 520173"/>
              <a:gd name="connsiteY38" fmla="*/ 261111 h 522222"/>
              <a:gd name="connsiteX39" fmla="*/ 261111 w 520173"/>
              <a:gd name="connsiteY39" fmla="*/ 390200 h 522222"/>
              <a:gd name="connsiteX40" fmla="*/ 390200 w 520173"/>
              <a:gd name="connsiteY40" fmla="*/ 519289 h 522222"/>
              <a:gd name="connsiteX41" fmla="*/ 519289 w 520173"/>
              <a:gd name="connsiteY41" fmla="*/ 390200 h 522222"/>
              <a:gd name="connsiteX42" fmla="*/ 390200 w 520173"/>
              <a:gd name="connsiteY42" fmla="*/ 261111 h 522222"/>
              <a:gd name="connsiteX43" fmla="*/ 378465 w 520173"/>
              <a:gd name="connsiteY43" fmla="*/ 308053 h 522222"/>
              <a:gd name="connsiteX44" fmla="*/ 401935 w 520173"/>
              <a:gd name="connsiteY44" fmla="*/ 308053 h 522222"/>
              <a:gd name="connsiteX45" fmla="*/ 401935 w 520173"/>
              <a:gd name="connsiteY45" fmla="*/ 331523 h 522222"/>
              <a:gd name="connsiteX46" fmla="*/ 378465 w 520173"/>
              <a:gd name="connsiteY46" fmla="*/ 331523 h 522222"/>
              <a:gd name="connsiteX47" fmla="*/ 378465 w 520173"/>
              <a:gd name="connsiteY47" fmla="*/ 308053 h 522222"/>
              <a:gd name="connsiteX48" fmla="*/ 401935 w 520173"/>
              <a:gd name="connsiteY48" fmla="*/ 472347 h 522222"/>
              <a:gd name="connsiteX49" fmla="*/ 378465 w 520173"/>
              <a:gd name="connsiteY49" fmla="*/ 472347 h 522222"/>
              <a:gd name="connsiteX50" fmla="*/ 378465 w 520173"/>
              <a:gd name="connsiteY50" fmla="*/ 354994 h 522222"/>
              <a:gd name="connsiteX51" fmla="*/ 401935 w 520173"/>
              <a:gd name="connsiteY51" fmla="*/ 354994 h 522222"/>
              <a:gd name="connsiteX52" fmla="*/ 401935 w 520173"/>
              <a:gd name="connsiteY52" fmla="*/ 472347 h 52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0173" h="522222">
                <a:moveTo>
                  <a:pt x="479388" y="40487"/>
                </a:moveTo>
                <a:cubicBezTo>
                  <a:pt x="425406" y="-13496"/>
                  <a:pt x="340911" y="-13496"/>
                  <a:pt x="286929" y="40487"/>
                </a:cubicBezTo>
                <a:lnTo>
                  <a:pt x="286929" y="40487"/>
                </a:lnTo>
                <a:lnTo>
                  <a:pt x="261111" y="66305"/>
                </a:lnTo>
                <a:cubicBezTo>
                  <a:pt x="218864" y="2934"/>
                  <a:pt x="132023" y="-15843"/>
                  <a:pt x="66305" y="26405"/>
                </a:cubicBezTo>
                <a:cubicBezTo>
                  <a:pt x="587" y="68652"/>
                  <a:pt x="-18190" y="155493"/>
                  <a:pt x="24057" y="221211"/>
                </a:cubicBezTo>
                <a:cubicBezTo>
                  <a:pt x="35793" y="237641"/>
                  <a:pt x="49875" y="251723"/>
                  <a:pt x="66305" y="263458"/>
                </a:cubicBezTo>
                <a:lnTo>
                  <a:pt x="40487" y="289276"/>
                </a:lnTo>
                <a:cubicBezTo>
                  <a:pt x="-13496" y="343259"/>
                  <a:pt x="-13496" y="427753"/>
                  <a:pt x="40487" y="481735"/>
                </a:cubicBezTo>
                <a:cubicBezTo>
                  <a:pt x="94469" y="535718"/>
                  <a:pt x="178964" y="535718"/>
                  <a:pt x="232946" y="481735"/>
                </a:cubicBezTo>
                <a:lnTo>
                  <a:pt x="232946" y="481735"/>
                </a:lnTo>
                <a:lnTo>
                  <a:pt x="254070" y="460612"/>
                </a:lnTo>
                <a:cubicBezTo>
                  <a:pt x="249376" y="453571"/>
                  <a:pt x="247029" y="444182"/>
                  <a:pt x="244682" y="437141"/>
                </a:cubicBezTo>
                <a:lnTo>
                  <a:pt x="216517" y="465306"/>
                </a:lnTo>
                <a:cubicBezTo>
                  <a:pt x="171923" y="509900"/>
                  <a:pt x="101511" y="509900"/>
                  <a:pt x="56916" y="465306"/>
                </a:cubicBezTo>
                <a:lnTo>
                  <a:pt x="56916" y="465306"/>
                </a:lnTo>
                <a:cubicBezTo>
                  <a:pt x="12322" y="420712"/>
                  <a:pt x="12322" y="350300"/>
                  <a:pt x="56916" y="305705"/>
                </a:cubicBezTo>
                <a:lnTo>
                  <a:pt x="171923" y="190699"/>
                </a:lnTo>
                <a:lnTo>
                  <a:pt x="272847" y="291623"/>
                </a:lnTo>
                <a:cubicBezTo>
                  <a:pt x="277541" y="284582"/>
                  <a:pt x="284582" y="279888"/>
                  <a:pt x="289276" y="275194"/>
                </a:cubicBezTo>
                <a:lnTo>
                  <a:pt x="190699" y="171923"/>
                </a:lnTo>
                <a:lnTo>
                  <a:pt x="305705" y="56916"/>
                </a:lnTo>
                <a:cubicBezTo>
                  <a:pt x="350300" y="12322"/>
                  <a:pt x="420712" y="12322"/>
                  <a:pt x="465306" y="56916"/>
                </a:cubicBezTo>
                <a:lnTo>
                  <a:pt x="465306" y="56916"/>
                </a:lnTo>
                <a:cubicBezTo>
                  <a:pt x="509900" y="101511"/>
                  <a:pt x="509900" y="171923"/>
                  <a:pt x="465306" y="216517"/>
                </a:cubicBezTo>
                <a:lnTo>
                  <a:pt x="437141" y="244682"/>
                </a:lnTo>
                <a:cubicBezTo>
                  <a:pt x="444182" y="247029"/>
                  <a:pt x="453571" y="249376"/>
                  <a:pt x="460612" y="254070"/>
                </a:cubicBezTo>
                <a:lnTo>
                  <a:pt x="481735" y="232946"/>
                </a:lnTo>
                <a:cubicBezTo>
                  <a:pt x="533371" y="181311"/>
                  <a:pt x="533371" y="94469"/>
                  <a:pt x="479388" y="40487"/>
                </a:cubicBezTo>
                <a:close/>
                <a:moveTo>
                  <a:pt x="143758" y="26405"/>
                </a:moveTo>
                <a:cubicBezTo>
                  <a:pt x="186005" y="26405"/>
                  <a:pt x="223558" y="47528"/>
                  <a:pt x="244682" y="85081"/>
                </a:cubicBezTo>
                <a:lnTo>
                  <a:pt x="197740" y="132023"/>
                </a:lnTo>
                <a:lnTo>
                  <a:pt x="26405" y="132023"/>
                </a:lnTo>
                <a:cubicBezTo>
                  <a:pt x="33446" y="70999"/>
                  <a:pt x="82734" y="26405"/>
                  <a:pt x="143758" y="26405"/>
                </a:cubicBezTo>
                <a:close/>
                <a:moveTo>
                  <a:pt x="26405" y="155493"/>
                </a:moveTo>
                <a:lnTo>
                  <a:pt x="174270" y="155493"/>
                </a:lnTo>
                <a:lnTo>
                  <a:pt x="85081" y="244682"/>
                </a:lnTo>
                <a:cubicBezTo>
                  <a:pt x="52222" y="225905"/>
                  <a:pt x="31099" y="193046"/>
                  <a:pt x="26405" y="155493"/>
                </a:cubicBezTo>
                <a:close/>
                <a:moveTo>
                  <a:pt x="390200" y="261111"/>
                </a:moveTo>
                <a:cubicBezTo>
                  <a:pt x="319788" y="261111"/>
                  <a:pt x="261111" y="319788"/>
                  <a:pt x="261111" y="390200"/>
                </a:cubicBezTo>
                <a:cubicBezTo>
                  <a:pt x="261111" y="460612"/>
                  <a:pt x="319788" y="519289"/>
                  <a:pt x="390200" y="519289"/>
                </a:cubicBezTo>
                <a:cubicBezTo>
                  <a:pt x="460612" y="519289"/>
                  <a:pt x="519289" y="460612"/>
                  <a:pt x="519289" y="390200"/>
                </a:cubicBezTo>
                <a:cubicBezTo>
                  <a:pt x="519289" y="319788"/>
                  <a:pt x="460612" y="261111"/>
                  <a:pt x="390200" y="261111"/>
                </a:cubicBezTo>
                <a:close/>
                <a:moveTo>
                  <a:pt x="378465" y="308053"/>
                </a:moveTo>
                <a:lnTo>
                  <a:pt x="401935" y="308053"/>
                </a:lnTo>
                <a:lnTo>
                  <a:pt x="401935" y="331523"/>
                </a:lnTo>
                <a:lnTo>
                  <a:pt x="378465" y="331523"/>
                </a:lnTo>
                <a:lnTo>
                  <a:pt x="378465" y="308053"/>
                </a:lnTo>
                <a:close/>
                <a:moveTo>
                  <a:pt x="401935" y="472347"/>
                </a:moveTo>
                <a:lnTo>
                  <a:pt x="378465" y="472347"/>
                </a:lnTo>
                <a:lnTo>
                  <a:pt x="378465" y="354994"/>
                </a:lnTo>
                <a:lnTo>
                  <a:pt x="401935" y="354994"/>
                </a:lnTo>
                <a:lnTo>
                  <a:pt x="401935" y="472347"/>
                </a:lnTo>
                <a:close/>
              </a:path>
            </a:pathLst>
          </a:custGeom>
          <a:solidFill>
            <a:srgbClr val="0B315E"/>
          </a:solidFill>
          <a:ln w="234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8" name="Graphic 166" descr="Pill with food icon.">
            <a:extLst>
              <a:ext uri="{FF2B5EF4-FFF2-40B4-BE49-F238E27FC236}">
                <a16:creationId xmlns:a16="http://schemas.microsoft.com/office/drawing/2014/main" id="{ABED120F-FA11-45A4-8173-0F994376A361}"/>
              </a:ext>
            </a:extLst>
          </p:cNvPr>
          <p:cNvSpPr>
            <a:spLocks noChangeAspect="1"/>
          </p:cNvSpPr>
          <p:nvPr/>
        </p:nvSpPr>
        <p:spPr>
          <a:xfrm>
            <a:off x="9541259" y="3310880"/>
            <a:ext cx="458663" cy="419830"/>
          </a:xfrm>
          <a:custGeom>
            <a:avLst/>
            <a:gdLst>
              <a:gd name="connsiteX0" fmla="*/ 238956 w 458663"/>
              <a:gd name="connsiteY0" fmla="*/ 142809 h 419830"/>
              <a:gd name="connsiteX1" fmla="*/ 172089 w 458663"/>
              <a:gd name="connsiteY1" fmla="*/ 209676 h 419830"/>
              <a:gd name="connsiteX2" fmla="*/ 172089 w 458663"/>
              <a:gd name="connsiteY2" fmla="*/ 276544 h 419830"/>
              <a:gd name="connsiteX3" fmla="*/ 206478 w 458663"/>
              <a:gd name="connsiteY3" fmla="*/ 289917 h 419830"/>
              <a:gd name="connsiteX4" fmla="*/ 240867 w 458663"/>
              <a:gd name="connsiteY4" fmla="*/ 276544 h 419830"/>
              <a:gd name="connsiteX5" fmla="*/ 305824 w 458663"/>
              <a:gd name="connsiteY5" fmla="*/ 209676 h 419830"/>
              <a:gd name="connsiteX6" fmla="*/ 300092 w 458663"/>
              <a:gd name="connsiteY6" fmla="*/ 142809 h 419830"/>
              <a:gd name="connsiteX7" fmla="*/ 238956 w 458663"/>
              <a:gd name="connsiteY7" fmla="*/ 142809 h 419830"/>
              <a:gd name="connsiteX8" fmla="*/ 225583 w 458663"/>
              <a:gd name="connsiteY8" fmla="*/ 263170 h 419830"/>
              <a:gd name="connsiteX9" fmla="*/ 185463 w 458663"/>
              <a:gd name="connsiteY9" fmla="*/ 263170 h 419830"/>
              <a:gd name="connsiteX10" fmla="*/ 177821 w 458663"/>
              <a:gd name="connsiteY10" fmla="*/ 242155 h 419830"/>
              <a:gd name="connsiteX11" fmla="*/ 185463 w 458663"/>
              <a:gd name="connsiteY11" fmla="*/ 223050 h 419830"/>
              <a:gd name="connsiteX12" fmla="*/ 212210 w 458663"/>
              <a:gd name="connsiteY12" fmla="*/ 196303 h 419830"/>
              <a:gd name="connsiteX13" fmla="*/ 252330 w 458663"/>
              <a:gd name="connsiteY13" fmla="*/ 236423 h 419830"/>
              <a:gd name="connsiteX14" fmla="*/ 225583 w 458663"/>
              <a:gd name="connsiteY14" fmla="*/ 263170 h 419830"/>
              <a:gd name="connsiteX15" fmla="*/ 292450 w 458663"/>
              <a:gd name="connsiteY15" fmla="*/ 196303 h 419830"/>
              <a:gd name="connsiteX16" fmla="*/ 265703 w 458663"/>
              <a:gd name="connsiteY16" fmla="*/ 223050 h 419830"/>
              <a:gd name="connsiteX17" fmla="*/ 225583 w 458663"/>
              <a:gd name="connsiteY17" fmla="*/ 182930 h 419830"/>
              <a:gd name="connsiteX18" fmla="*/ 252330 w 458663"/>
              <a:gd name="connsiteY18" fmla="*/ 156183 h 419830"/>
              <a:gd name="connsiteX19" fmla="*/ 292450 w 458663"/>
              <a:gd name="connsiteY19" fmla="*/ 156183 h 419830"/>
              <a:gd name="connsiteX20" fmla="*/ 300092 w 458663"/>
              <a:gd name="connsiteY20" fmla="*/ 175288 h 419830"/>
              <a:gd name="connsiteX21" fmla="*/ 292450 w 458663"/>
              <a:gd name="connsiteY21" fmla="*/ 196303 h 419830"/>
              <a:gd name="connsiteX22" fmla="*/ 76565 w 458663"/>
              <a:gd name="connsiteY22" fmla="*/ 400726 h 419830"/>
              <a:gd name="connsiteX23" fmla="*/ 76565 w 458663"/>
              <a:gd name="connsiteY23" fmla="*/ 190572 h 419830"/>
              <a:gd name="connsiteX24" fmla="*/ 57460 w 458663"/>
              <a:gd name="connsiteY24" fmla="*/ 171467 h 419830"/>
              <a:gd name="connsiteX25" fmla="*/ 57460 w 458663"/>
              <a:gd name="connsiteY25" fmla="*/ 133257 h 419830"/>
              <a:gd name="connsiteX26" fmla="*/ 95670 w 458663"/>
              <a:gd name="connsiteY26" fmla="*/ 81674 h 419830"/>
              <a:gd name="connsiteX27" fmla="*/ 95670 w 458663"/>
              <a:gd name="connsiteY27" fmla="*/ 9075 h 419830"/>
              <a:gd name="connsiteX28" fmla="*/ 76565 w 458663"/>
              <a:gd name="connsiteY28" fmla="*/ 9075 h 419830"/>
              <a:gd name="connsiteX29" fmla="*/ 76565 w 458663"/>
              <a:gd name="connsiteY29" fmla="*/ 75942 h 419830"/>
              <a:gd name="connsiteX30" fmla="*/ 57460 w 458663"/>
              <a:gd name="connsiteY30" fmla="*/ 75942 h 419830"/>
              <a:gd name="connsiteX31" fmla="*/ 57460 w 458663"/>
              <a:gd name="connsiteY31" fmla="*/ 9075 h 419830"/>
              <a:gd name="connsiteX32" fmla="*/ 38355 w 458663"/>
              <a:gd name="connsiteY32" fmla="*/ 9075 h 419830"/>
              <a:gd name="connsiteX33" fmla="*/ 38355 w 458663"/>
              <a:gd name="connsiteY33" fmla="*/ 75942 h 419830"/>
              <a:gd name="connsiteX34" fmla="*/ 19250 w 458663"/>
              <a:gd name="connsiteY34" fmla="*/ 75942 h 419830"/>
              <a:gd name="connsiteX35" fmla="*/ 19250 w 458663"/>
              <a:gd name="connsiteY35" fmla="*/ 9075 h 419830"/>
              <a:gd name="connsiteX36" fmla="*/ 145 w 458663"/>
              <a:gd name="connsiteY36" fmla="*/ 9075 h 419830"/>
              <a:gd name="connsiteX37" fmla="*/ 145 w 458663"/>
              <a:gd name="connsiteY37" fmla="*/ 81674 h 419830"/>
              <a:gd name="connsiteX38" fmla="*/ 38355 w 458663"/>
              <a:gd name="connsiteY38" fmla="*/ 133257 h 419830"/>
              <a:gd name="connsiteX39" fmla="*/ 38355 w 458663"/>
              <a:gd name="connsiteY39" fmla="*/ 171467 h 419830"/>
              <a:gd name="connsiteX40" fmla="*/ 19250 w 458663"/>
              <a:gd name="connsiteY40" fmla="*/ 190572 h 419830"/>
              <a:gd name="connsiteX41" fmla="*/ 19250 w 458663"/>
              <a:gd name="connsiteY41" fmla="*/ 400726 h 419830"/>
              <a:gd name="connsiteX42" fmla="*/ 38355 w 458663"/>
              <a:gd name="connsiteY42" fmla="*/ 419831 h 419830"/>
              <a:gd name="connsiteX43" fmla="*/ 57460 w 458663"/>
              <a:gd name="connsiteY43" fmla="*/ 419831 h 419830"/>
              <a:gd name="connsiteX44" fmla="*/ 76565 w 458663"/>
              <a:gd name="connsiteY44" fmla="*/ 400726 h 419830"/>
              <a:gd name="connsiteX45" fmla="*/ 21160 w 458663"/>
              <a:gd name="connsiteY45" fmla="*/ 95047 h 419830"/>
              <a:gd name="connsiteX46" fmla="*/ 72744 w 458663"/>
              <a:gd name="connsiteY46" fmla="*/ 95047 h 419830"/>
              <a:gd name="connsiteX47" fmla="*/ 47907 w 458663"/>
              <a:gd name="connsiteY47" fmla="*/ 114152 h 419830"/>
              <a:gd name="connsiteX48" fmla="*/ 21160 w 458663"/>
              <a:gd name="connsiteY48" fmla="*/ 95047 h 419830"/>
              <a:gd name="connsiteX49" fmla="*/ 38355 w 458663"/>
              <a:gd name="connsiteY49" fmla="*/ 400726 h 419830"/>
              <a:gd name="connsiteX50" fmla="*/ 38355 w 458663"/>
              <a:gd name="connsiteY50" fmla="*/ 190572 h 419830"/>
              <a:gd name="connsiteX51" fmla="*/ 57460 w 458663"/>
              <a:gd name="connsiteY51" fmla="*/ 190572 h 419830"/>
              <a:gd name="connsiteX52" fmla="*/ 57460 w 458663"/>
              <a:gd name="connsiteY52" fmla="*/ 400726 h 419830"/>
              <a:gd name="connsiteX53" fmla="*/ 38355 w 458663"/>
              <a:gd name="connsiteY53" fmla="*/ 400726 h 419830"/>
              <a:gd name="connsiteX54" fmla="*/ 238956 w 458663"/>
              <a:gd name="connsiteY54" fmla="*/ 66390 h 419830"/>
              <a:gd name="connsiteX55" fmla="*/ 95670 w 458663"/>
              <a:gd name="connsiteY55" fmla="*/ 209676 h 419830"/>
              <a:gd name="connsiteX56" fmla="*/ 238956 w 458663"/>
              <a:gd name="connsiteY56" fmla="*/ 352963 h 419830"/>
              <a:gd name="connsiteX57" fmla="*/ 382243 w 458663"/>
              <a:gd name="connsiteY57" fmla="*/ 209676 h 419830"/>
              <a:gd name="connsiteX58" fmla="*/ 238956 w 458663"/>
              <a:gd name="connsiteY58" fmla="*/ 66390 h 419830"/>
              <a:gd name="connsiteX59" fmla="*/ 238956 w 458663"/>
              <a:gd name="connsiteY59" fmla="*/ 333858 h 419830"/>
              <a:gd name="connsiteX60" fmla="*/ 114775 w 458663"/>
              <a:gd name="connsiteY60" fmla="*/ 209676 h 419830"/>
              <a:gd name="connsiteX61" fmla="*/ 238956 w 458663"/>
              <a:gd name="connsiteY61" fmla="*/ 85495 h 419830"/>
              <a:gd name="connsiteX62" fmla="*/ 363138 w 458663"/>
              <a:gd name="connsiteY62" fmla="*/ 209676 h 419830"/>
              <a:gd name="connsiteX63" fmla="*/ 238956 w 458663"/>
              <a:gd name="connsiteY63" fmla="*/ 333858 h 419830"/>
              <a:gd name="connsiteX64" fmla="*/ 449111 w 458663"/>
              <a:gd name="connsiteY64" fmla="*/ 1433 h 419830"/>
              <a:gd name="connsiteX65" fmla="*/ 433827 w 458663"/>
              <a:gd name="connsiteY65" fmla="*/ 1433 h 419830"/>
              <a:gd name="connsiteX66" fmla="*/ 401348 w 458663"/>
              <a:gd name="connsiteY66" fmla="*/ 60658 h 419830"/>
              <a:gd name="connsiteX67" fmla="*/ 401348 w 458663"/>
              <a:gd name="connsiteY67" fmla="*/ 398815 h 419830"/>
              <a:gd name="connsiteX68" fmla="*/ 420453 w 458663"/>
              <a:gd name="connsiteY68" fmla="*/ 419831 h 419830"/>
              <a:gd name="connsiteX69" fmla="*/ 439558 w 458663"/>
              <a:gd name="connsiteY69" fmla="*/ 419831 h 419830"/>
              <a:gd name="connsiteX70" fmla="*/ 458663 w 458663"/>
              <a:gd name="connsiteY70" fmla="*/ 398815 h 419830"/>
              <a:gd name="connsiteX71" fmla="*/ 458663 w 458663"/>
              <a:gd name="connsiteY71" fmla="*/ 18627 h 419830"/>
              <a:gd name="connsiteX72" fmla="*/ 449111 w 458663"/>
              <a:gd name="connsiteY72" fmla="*/ 1433 h 419830"/>
              <a:gd name="connsiteX73" fmla="*/ 439558 w 458663"/>
              <a:gd name="connsiteY73" fmla="*/ 398815 h 419830"/>
              <a:gd name="connsiteX74" fmla="*/ 439558 w 458663"/>
              <a:gd name="connsiteY74" fmla="*/ 400726 h 419830"/>
              <a:gd name="connsiteX75" fmla="*/ 420453 w 458663"/>
              <a:gd name="connsiteY75" fmla="*/ 400726 h 419830"/>
              <a:gd name="connsiteX76" fmla="*/ 420453 w 458663"/>
              <a:gd name="connsiteY76" fmla="*/ 398815 h 419830"/>
              <a:gd name="connsiteX77" fmla="*/ 420453 w 458663"/>
              <a:gd name="connsiteY77" fmla="*/ 209676 h 419830"/>
              <a:gd name="connsiteX78" fmla="*/ 439558 w 458663"/>
              <a:gd name="connsiteY78" fmla="*/ 209676 h 419830"/>
              <a:gd name="connsiteX79" fmla="*/ 439558 w 458663"/>
              <a:gd name="connsiteY79" fmla="*/ 398815 h 419830"/>
              <a:gd name="connsiteX80" fmla="*/ 439558 w 458663"/>
              <a:gd name="connsiteY80" fmla="*/ 190572 h 419830"/>
              <a:gd name="connsiteX81" fmla="*/ 420453 w 458663"/>
              <a:gd name="connsiteY81" fmla="*/ 190572 h 419830"/>
              <a:gd name="connsiteX82" fmla="*/ 420453 w 458663"/>
              <a:gd name="connsiteY82" fmla="*/ 60658 h 419830"/>
              <a:gd name="connsiteX83" fmla="*/ 439558 w 458663"/>
              <a:gd name="connsiteY83" fmla="*/ 20538 h 419830"/>
              <a:gd name="connsiteX84" fmla="*/ 439558 w 458663"/>
              <a:gd name="connsiteY84" fmla="*/ 190572 h 41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58663" h="419830">
                <a:moveTo>
                  <a:pt x="238956" y="142809"/>
                </a:moveTo>
                <a:lnTo>
                  <a:pt x="172089" y="209676"/>
                </a:lnTo>
                <a:cubicBezTo>
                  <a:pt x="152984" y="228781"/>
                  <a:pt x="152984" y="257439"/>
                  <a:pt x="172089" y="276544"/>
                </a:cubicBezTo>
                <a:cubicBezTo>
                  <a:pt x="181642" y="286096"/>
                  <a:pt x="193105" y="289917"/>
                  <a:pt x="206478" y="289917"/>
                </a:cubicBezTo>
                <a:cubicBezTo>
                  <a:pt x="219852" y="289917"/>
                  <a:pt x="231315" y="284186"/>
                  <a:pt x="240867" y="276544"/>
                </a:cubicBezTo>
                <a:lnTo>
                  <a:pt x="305824" y="209676"/>
                </a:lnTo>
                <a:cubicBezTo>
                  <a:pt x="323018" y="190572"/>
                  <a:pt x="321108" y="160004"/>
                  <a:pt x="300092" y="142809"/>
                </a:cubicBezTo>
                <a:cubicBezTo>
                  <a:pt x="282898" y="127525"/>
                  <a:pt x="256151" y="127525"/>
                  <a:pt x="238956" y="142809"/>
                </a:cubicBezTo>
                <a:close/>
                <a:moveTo>
                  <a:pt x="225583" y="263170"/>
                </a:moveTo>
                <a:cubicBezTo>
                  <a:pt x="214120" y="274633"/>
                  <a:pt x="196926" y="274633"/>
                  <a:pt x="185463" y="263170"/>
                </a:cubicBezTo>
                <a:cubicBezTo>
                  <a:pt x="179731" y="257439"/>
                  <a:pt x="177821" y="249797"/>
                  <a:pt x="177821" y="242155"/>
                </a:cubicBezTo>
                <a:cubicBezTo>
                  <a:pt x="177821" y="234513"/>
                  <a:pt x="181642" y="228781"/>
                  <a:pt x="185463" y="223050"/>
                </a:cubicBezTo>
                <a:lnTo>
                  <a:pt x="212210" y="196303"/>
                </a:lnTo>
                <a:lnTo>
                  <a:pt x="252330" y="236423"/>
                </a:lnTo>
                <a:lnTo>
                  <a:pt x="225583" y="263170"/>
                </a:lnTo>
                <a:close/>
                <a:moveTo>
                  <a:pt x="292450" y="196303"/>
                </a:moveTo>
                <a:lnTo>
                  <a:pt x="265703" y="223050"/>
                </a:lnTo>
                <a:lnTo>
                  <a:pt x="225583" y="182930"/>
                </a:lnTo>
                <a:lnTo>
                  <a:pt x="252330" y="156183"/>
                </a:lnTo>
                <a:cubicBezTo>
                  <a:pt x="263793" y="144720"/>
                  <a:pt x="280987" y="144720"/>
                  <a:pt x="292450" y="156183"/>
                </a:cubicBezTo>
                <a:cubicBezTo>
                  <a:pt x="298182" y="161914"/>
                  <a:pt x="300092" y="169556"/>
                  <a:pt x="300092" y="175288"/>
                </a:cubicBezTo>
                <a:cubicBezTo>
                  <a:pt x="300092" y="182930"/>
                  <a:pt x="298182" y="190572"/>
                  <a:pt x="292450" y="196303"/>
                </a:cubicBezTo>
                <a:close/>
                <a:moveTo>
                  <a:pt x="76565" y="400726"/>
                </a:moveTo>
                <a:lnTo>
                  <a:pt x="76565" y="190572"/>
                </a:lnTo>
                <a:cubicBezTo>
                  <a:pt x="76565" y="179109"/>
                  <a:pt x="68923" y="171467"/>
                  <a:pt x="57460" y="171467"/>
                </a:cubicBezTo>
                <a:lnTo>
                  <a:pt x="57460" y="133257"/>
                </a:lnTo>
                <a:cubicBezTo>
                  <a:pt x="80386" y="127525"/>
                  <a:pt x="97580" y="106510"/>
                  <a:pt x="95670" y="81674"/>
                </a:cubicBezTo>
                <a:lnTo>
                  <a:pt x="95670" y="9075"/>
                </a:lnTo>
                <a:lnTo>
                  <a:pt x="76565" y="9075"/>
                </a:lnTo>
                <a:lnTo>
                  <a:pt x="76565" y="75942"/>
                </a:lnTo>
                <a:lnTo>
                  <a:pt x="57460" y="75942"/>
                </a:lnTo>
                <a:lnTo>
                  <a:pt x="57460" y="9075"/>
                </a:lnTo>
                <a:lnTo>
                  <a:pt x="38355" y="9075"/>
                </a:lnTo>
                <a:lnTo>
                  <a:pt x="38355" y="75942"/>
                </a:lnTo>
                <a:lnTo>
                  <a:pt x="19250" y="75942"/>
                </a:lnTo>
                <a:lnTo>
                  <a:pt x="19250" y="9075"/>
                </a:lnTo>
                <a:lnTo>
                  <a:pt x="145" y="9075"/>
                </a:lnTo>
                <a:lnTo>
                  <a:pt x="145" y="81674"/>
                </a:lnTo>
                <a:cubicBezTo>
                  <a:pt x="-1765" y="106510"/>
                  <a:pt x="15429" y="127525"/>
                  <a:pt x="38355" y="133257"/>
                </a:cubicBezTo>
                <a:lnTo>
                  <a:pt x="38355" y="171467"/>
                </a:lnTo>
                <a:cubicBezTo>
                  <a:pt x="26892" y="171467"/>
                  <a:pt x="19250" y="179109"/>
                  <a:pt x="19250" y="190572"/>
                </a:cubicBezTo>
                <a:lnTo>
                  <a:pt x="19250" y="400726"/>
                </a:lnTo>
                <a:cubicBezTo>
                  <a:pt x="19250" y="412189"/>
                  <a:pt x="26892" y="419831"/>
                  <a:pt x="38355" y="419831"/>
                </a:cubicBezTo>
                <a:lnTo>
                  <a:pt x="57460" y="419831"/>
                </a:lnTo>
                <a:cubicBezTo>
                  <a:pt x="68923" y="419831"/>
                  <a:pt x="76565" y="412189"/>
                  <a:pt x="76565" y="400726"/>
                </a:cubicBezTo>
                <a:close/>
                <a:moveTo>
                  <a:pt x="21160" y="95047"/>
                </a:moveTo>
                <a:lnTo>
                  <a:pt x="72744" y="95047"/>
                </a:lnTo>
                <a:cubicBezTo>
                  <a:pt x="70833" y="106510"/>
                  <a:pt x="59370" y="114152"/>
                  <a:pt x="47907" y="114152"/>
                </a:cubicBezTo>
                <a:cubicBezTo>
                  <a:pt x="36444" y="114152"/>
                  <a:pt x="24981" y="106510"/>
                  <a:pt x="21160" y="95047"/>
                </a:cubicBezTo>
                <a:close/>
                <a:moveTo>
                  <a:pt x="38355" y="400726"/>
                </a:moveTo>
                <a:lnTo>
                  <a:pt x="38355" y="190572"/>
                </a:lnTo>
                <a:lnTo>
                  <a:pt x="57460" y="190572"/>
                </a:lnTo>
                <a:lnTo>
                  <a:pt x="57460" y="400726"/>
                </a:lnTo>
                <a:lnTo>
                  <a:pt x="38355" y="400726"/>
                </a:lnTo>
                <a:close/>
                <a:moveTo>
                  <a:pt x="238956" y="66390"/>
                </a:moveTo>
                <a:cubicBezTo>
                  <a:pt x="160626" y="66390"/>
                  <a:pt x="95670" y="131346"/>
                  <a:pt x="95670" y="209676"/>
                </a:cubicBezTo>
                <a:cubicBezTo>
                  <a:pt x="95670" y="288007"/>
                  <a:pt x="160626" y="352963"/>
                  <a:pt x="238956" y="352963"/>
                </a:cubicBezTo>
                <a:cubicBezTo>
                  <a:pt x="317287" y="352963"/>
                  <a:pt x="382243" y="288007"/>
                  <a:pt x="382243" y="209676"/>
                </a:cubicBezTo>
                <a:cubicBezTo>
                  <a:pt x="382243" y="131346"/>
                  <a:pt x="317287" y="66390"/>
                  <a:pt x="238956" y="66390"/>
                </a:cubicBezTo>
                <a:close/>
                <a:moveTo>
                  <a:pt x="238956" y="333858"/>
                </a:moveTo>
                <a:cubicBezTo>
                  <a:pt x="170179" y="333858"/>
                  <a:pt x="114775" y="278454"/>
                  <a:pt x="114775" y="209676"/>
                </a:cubicBezTo>
                <a:cubicBezTo>
                  <a:pt x="114775" y="140899"/>
                  <a:pt x="170179" y="85495"/>
                  <a:pt x="238956" y="85495"/>
                </a:cubicBezTo>
                <a:cubicBezTo>
                  <a:pt x="307734" y="85495"/>
                  <a:pt x="363138" y="140899"/>
                  <a:pt x="363138" y="209676"/>
                </a:cubicBezTo>
                <a:cubicBezTo>
                  <a:pt x="363138" y="278454"/>
                  <a:pt x="307734" y="333858"/>
                  <a:pt x="238956" y="333858"/>
                </a:cubicBezTo>
                <a:close/>
                <a:moveTo>
                  <a:pt x="449111" y="1433"/>
                </a:moveTo>
                <a:cubicBezTo>
                  <a:pt x="445290" y="-478"/>
                  <a:pt x="439558" y="-478"/>
                  <a:pt x="433827" y="1433"/>
                </a:cubicBezTo>
                <a:cubicBezTo>
                  <a:pt x="412811" y="14806"/>
                  <a:pt x="401348" y="35822"/>
                  <a:pt x="401348" y="60658"/>
                </a:cubicBezTo>
                <a:lnTo>
                  <a:pt x="401348" y="398815"/>
                </a:lnTo>
                <a:cubicBezTo>
                  <a:pt x="401348" y="410278"/>
                  <a:pt x="408990" y="419831"/>
                  <a:pt x="420453" y="419831"/>
                </a:cubicBezTo>
                <a:lnTo>
                  <a:pt x="439558" y="419831"/>
                </a:lnTo>
                <a:cubicBezTo>
                  <a:pt x="451021" y="419831"/>
                  <a:pt x="458663" y="410278"/>
                  <a:pt x="458663" y="398815"/>
                </a:cubicBezTo>
                <a:lnTo>
                  <a:pt x="458663" y="18627"/>
                </a:lnTo>
                <a:cubicBezTo>
                  <a:pt x="458663" y="10985"/>
                  <a:pt x="454842" y="5254"/>
                  <a:pt x="449111" y="1433"/>
                </a:cubicBezTo>
                <a:close/>
                <a:moveTo>
                  <a:pt x="439558" y="398815"/>
                </a:moveTo>
                <a:cubicBezTo>
                  <a:pt x="439558" y="400726"/>
                  <a:pt x="439558" y="400726"/>
                  <a:pt x="439558" y="400726"/>
                </a:cubicBezTo>
                <a:lnTo>
                  <a:pt x="420453" y="400726"/>
                </a:lnTo>
                <a:lnTo>
                  <a:pt x="420453" y="398815"/>
                </a:lnTo>
                <a:lnTo>
                  <a:pt x="420453" y="209676"/>
                </a:lnTo>
                <a:lnTo>
                  <a:pt x="439558" y="209676"/>
                </a:lnTo>
                <a:lnTo>
                  <a:pt x="439558" y="398815"/>
                </a:lnTo>
                <a:close/>
                <a:moveTo>
                  <a:pt x="439558" y="190572"/>
                </a:moveTo>
                <a:lnTo>
                  <a:pt x="420453" y="190572"/>
                </a:lnTo>
                <a:lnTo>
                  <a:pt x="420453" y="60658"/>
                </a:lnTo>
                <a:cubicBezTo>
                  <a:pt x="420453" y="45374"/>
                  <a:pt x="428095" y="30090"/>
                  <a:pt x="439558" y="20538"/>
                </a:cubicBezTo>
                <a:lnTo>
                  <a:pt x="439558" y="19057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6" name="Graphic 164" descr="Pill dispenser icon.">
            <a:extLst>
              <a:ext uri="{FF2B5EF4-FFF2-40B4-BE49-F238E27FC236}">
                <a16:creationId xmlns:a16="http://schemas.microsoft.com/office/drawing/2014/main" id="{8BEC3015-D309-4A20-A961-E1F340AAF459}"/>
              </a:ext>
            </a:extLst>
          </p:cNvPr>
          <p:cNvSpPr>
            <a:spLocks noChangeAspect="1"/>
          </p:cNvSpPr>
          <p:nvPr/>
        </p:nvSpPr>
        <p:spPr>
          <a:xfrm>
            <a:off x="10824621" y="3291297"/>
            <a:ext cx="343888" cy="439413"/>
          </a:xfrm>
          <a:custGeom>
            <a:avLst/>
            <a:gdLst>
              <a:gd name="connsiteX0" fmla="*/ 277021 w 343888"/>
              <a:gd name="connsiteY0" fmla="*/ 353441 h 439413"/>
              <a:gd name="connsiteX1" fmla="*/ 313321 w 343888"/>
              <a:gd name="connsiteY1" fmla="*/ 324784 h 439413"/>
              <a:gd name="connsiteX2" fmla="*/ 324784 w 343888"/>
              <a:gd name="connsiteY2" fmla="*/ 324784 h 439413"/>
              <a:gd name="connsiteX3" fmla="*/ 343889 w 343888"/>
              <a:gd name="connsiteY3" fmla="*/ 305679 h 439413"/>
              <a:gd name="connsiteX4" fmla="*/ 343889 w 343888"/>
              <a:gd name="connsiteY4" fmla="*/ 181497 h 439413"/>
              <a:gd name="connsiteX5" fmla="*/ 324784 w 343888"/>
              <a:gd name="connsiteY5" fmla="*/ 162392 h 439413"/>
              <a:gd name="connsiteX6" fmla="*/ 296126 w 343888"/>
              <a:gd name="connsiteY6" fmla="*/ 162392 h 439413"/>
              <a:gd name="connsiteX7" fmla="*/ 296126 w 343888"/>
              <a:gd name="connsiteY7" fmla="*/ 152839 h 439413"/>
              <a:gd name="connsiteX8" fmla="*/ 309500 w 343888"/>
              <a:gd name="connsiteY8" fmla="*/ 152839 h 439413"/>
              <a:gd name="connsiteX9" fmla="*/ 328605 w 343888"/>
              <a:gd name="connsiteY9" fmla="*/ 135645 h 439413"/>
              <a:gd name="connsiteX10" fmla="*/ 343889 w 343888"/>
              <a:gd name="connsiteY10" fmla="*/ 22926 h 439413"/>
              <a:gd name="connsiteX11" fmla="*/ 340068 w 343888"/>
              <a:gd name="connsiteY11" fmla="*/ 5731 h 439413"/>
              <a:gd name="connsiteX12" fmla="*/ 324784 w 343888"/>
              <a:gd name="connsiteY12" fmla="*/ 0 h 439413"/>
              <a:gd name="connsiteX13" fmla="*/ 196781 w 343888"/>
              <a:gd name="connsiteY13" fmla="*/ 0 h 439413"/>
              <a:gd name="connsiteX14" fmla="*/ 177676 w 343888"/>
              <a:gd name="connsiteY14" fmla="*/ 17194 h 439413"/>
              <a:gd name="connsiteX15" fmla="*/ 162392 w 343888"/>
              <a:gd name="connsiteY15" fmla="*/ 129913 h 439413"/>
              <a:gd name="connsiteX16" fmla="*/ 166213 w 343888"/>
              <a:gd name="connsiteY16" fmla="*/ 147108 h 439413"/>
              <a:gd name="connsiteX17" fmla="*/ 179586 w 343888"/>
              <a:gd name="connsiteY17" fmla="*/ 152839 h 439413"/>
              <a:gd name="connsiteX18" fmla="*/ 198691 w 343888"/>
              <a:gd name="connsiteY18" fmla="*/ 152839 h 439413"/>
              <a:gd name="connsiteX19" fmla="*/ 198691 w 343888"/>
              <a:gd name="connsiteY19" fmla="*/ 162392 h 439413"/>
              <a:gd name="connsiteX20" fmla="*/ 19105 w 343888"/>
              <a:gd name="connsiteY20" fmla="*/ 162392 h 439413"/>
              <a:gd name="connsiteX21" fmla="*/ 0 w 343888"/>
              <a:gd name="connsiteY21" fmla="*/ 181497 h 439413"/>
              <a:gd name="connsiteX22" fmla="*/ 0 w 343888"/>
              <a:gd name="connsiteY22" fmla="*/ 305679 h 439413"/>
              <a:gd name="connsiteX23" fmla="*/ 19105 w 343888"/>
              <a:gd name="connsiteY23" fmla="*/ 324784 h 439413"/>
              <a:gd name="connsiteX24" fmla="*/ 30568 w 343888"/>
              <a:gd name="connsiteY24" fmla="*/ 324784 h 439413"/>
              <a:gd name="connsiteX25" fmla="*/ 66867 w 343888"/>
              <a:gd name="connsiteY25" fmla="*/ 353441 h 439413"/>
              <a:gd name="connsiteX26" fmla="*/ 114630 w 343888"/>
              <a:gd name="connsiteY26" fmla="*/ 353441 h 439413"/>
              <a:gd name="connsiteX27" fmla="*/ 150929 w 343888"/>
              <a:gd name="connsiteY27" fmla="*/ 324784 h 439413"/>
              <a:gd name="connsiteX28" fmla="*/ 191049 w 343888"/>
              <a:gd name="connsiteY28" fmla="*/ 324784 h 439413"/>
              <a:gd name="connsiteX29" fmla="*/ 227349 w 343888"/>
              <a:gd name="connsiteY29" fmla="*/ 353441 h 439413"/>
              <a:gd name="connsiteX30" fmla="*/ 277021 w 343888"/>
              <a:gd name="connsiteY30" fmla="*/ 353441 h 439413"/>
              <a:gd name="connsiteX31" fmla="*/ 114630 w 343888"/>
              <a:gd name="connsiteY31" fmla="*/ 334336 h 439413"/>
              <a:gd name="connsiteX32" fmla="*/ 66867 w 343888"/>
              <a:gd name="connsiteY32" fmla="*/ 334336 h 439413"/>
              <a:gd name="connsiteX33" fmla="*/ 49673 w 343888"/>
              <a:gd name="connsiteY33" fmla="*/ 324784 h 439413"/>
              <a:gd name="connsiteX34" fmla="*/ 129913 w 343888"/>
              <a:gd name="connsiteY34" fmla="*/ 324784 h 439413"/>
              <a:gd name="connsiteX35" fmla="*/ 114630 w 343888"/>
              <a:gd name="connsiteY35" fmla="*/ 334336 h 439413"/>
              <a:gd name="connsiteX36" fmla="*/ 162392 w 343888"/>
              <a:gd name="connsiteY36" fmla="*/ 305679 h 439413"/>
              <a:gd name="connsiteX37" fmla="*/ 19105 w 343888"/>
              <a:gd name="connsiteY37" fmla="*/ 305679 h 439413"/>
              <a:gd name="connsiteX38" fmla="*/ 19105 w 343888"/>
              <a:gd name="connsiteY38" fmla="*/ 181497 h 439413"/>
              <a:gd name="connsiteX39" fmla="*/ 162392 w 343888"/>
              <a:gd name="connsiteY39" fmla="*/ 181497 h 439413"/>
              <a:gd name="connsiteX40" fmla="*/ 162392 w 343888"/>
              <a:gd name="connsiteY40" fmla="*/ 305679 h 439413"/>
              <a:gd name="connsiteX41" fmla="*/ 181497 w 343888"/>
              <a:gd name="connsiteY41" fmla="*/ 133734 h 439413"/>
              <a:gd name="connsiteX42" fmla="*/ 181497 w 343888"/>
              <a:gd name="connsiteY42" fmla="*/ 133734 h 439413"/>
              <a:gd name="connsiteX43" fmla="*/ 196781 w 343888"/>
              <a:gd name="connsiteY43" fmla="*/ 19105 h 439413"/>
              <a:gd name="connsiteX44" fmla="*/ 324784 w 343888"/>
              <a:gd name="connsiteY44" fmla="*/ 19105 h 439413"/>
              <a:gd name="connsiteX45" fmla="*/ 309500 w 343888"/>
              <a:gd name="connsiteY45" fmla="*/ 133734 h 439413"/>
              <a:gd name="connsiteX46" fmla="*/ 181497 w 343888"/>
              <a:gd name="connsiteY46" fmla="*/ 133734 h 439413"/>
              <a:gd name="connsiteX47" fmla="*/ 181497 w 343888"/>
              <a:gd name="connsiteY47" fmla="*/ 133734 h 439413"/>
              <a:gd name="connsiteX48" fmla="*/ 277021 w 343888"/>
              <a:gd name="connsiteY48" fmla="*/ 152839 h 439413"/>
              <a:gd name="connsiteX49" fmla="*/ 277021 w 343888"/>
              <a:gd name="connsiteY49" fmla="*/ 162392 h 439413"/>
              <a:gd name="connsiteX50" fmla="*/ 219707 w 343888"/>
              <a:gd name="connsiteY50" fmla="*/ 162392 h 439413"/>
              <a:gd name="connsiteX51" fmla="*/ 219707 w 343888"/>
              <a:gd name="connsiteY51" fmla="*/ 152839 h 439413"/>
              <a:gd name="connsiteX52" fmla="*/ 277021 w 343888"/>
              <a:gd name="connsiteY52" fmla="*/ 152839 h 439413"/>
              <a:gd name="connsiteX53" fmla="*/ 191049 w 343888"/>
              <a:gd name="connsiteY53" fmla="*/ 305679 h 439413"/>
              <a:gd name="connsiteX54" fmla="*/ 181497 w 343888"/>
              <a:gd name="connsiteY54" fmla="*/ 305679 h 439413"/>
              <a:gd name="connsiteX55" fmla="*/ 181497 w 343888"/>
              <a:gd name="connsiteY55" fmla="*/ 181497 h 439413"/>
              <a:gd name="connsiteX56" fmla="*/ 324784 w 343888"/>
              <a:gd name="connsiteY56" fmla="*/ 181497 h 439413"/>
              <a:gd name="connsiteX57" fmla="*/ 324784 w 343888"/>
              <a:gd name="connsiteY57" fmla="*/ 305679 h 439413"/>
              <a:gd name="connsiteX58" fmla="*/ 191049 w 343888"/>
              <a:gd name="connsiteY58" fmla="*/ 305679 h 439413"/>
              <a:gd name="connsiteX59" fmla="*/ 212065 w 343888"/>
              <a:gd name="connsiteY59" fmla="*/ 324784 h 439413"/>
              <a:gd name="connsiteX60" fmla="*/ 292305 w 343888"/>
              <a:gd name="connsiteY60" fmla="*/ 324784 h 439413"/>
              <a:gd name="connsiteX61" fmla="*/ 275111 w 343888"/>
              <a:gd name="connsiteY61" fmla="*/ 334336 h 439413"/>
              <a:gd name="connsiteX62" fmla="*/ 229259 w 343888"/>
              <a:gd name="connsiteY62" fmla="*/ 334336 h 439413"/>
              <a:gd name="connsiteX63" fmla="*/ 212065 w 343888"/>
              <a:gd name="connsiteY63" fmla="*/ 324784 h 439413"/>
              <a:gd name="connsiteX64" fmla="*/ 133734 w 343888"/>
              <a:gd name="connsiteY64" fmla="*/ 382098 h 439413"/>
              <a:gd name="connsiteX65" fmla="*/ 105077 w 343888"/>
              <a:gd name="connsiteY65" fmla="*/ 410756 h 439413"/>
              <a:gd name="connsiteX66" fmla="*/ 133734 w 343888"/>
              <a:gd name="connsiteY66" fmla="*/ 439413 h 439413"/>
              <a:gd name="connsiteX67" fmla="*/ 191049 w 343888"/>
              <a:gd name="connsiteY67" fmla="*/ 439413 h 439413"/>
              <a:gd name="connsiteX68" fmla="*/ 219707 w 343888"/>
              <a:gd name="connsiteY68" fmla="*/ 410756 h 439413"/>
              <a:gd name="connsiteX69" fmla="*/ 191049 w 343888"/>
              <a:gd name="connsiteY69" fmla="*/ 382098 h 439413"/>
              <a:gd name="connsiteX70" fmla="*/ 133734 w 343888"/>
              <a:gd name="connsiteY70" fmla="*/ 382098 h 439413"/>
              <a:gd name="connsiteX71" fmla="*/ 152839 w 343888"/>
              <a:gd name="connsiteY71" fmla="*/ 420308 h 439413"/>
              <a:gd name="connsiteX72" fmla="*/ 133734 w 343888"/>
              <a:gd name="connsiteY72" fmla="*/ 420308 h 439413"/>
              <a:gd name="connsiteX73" fmla="*/ 124182 w 343888"/>
              <a:gd name="connsiteY73" fmla="*/ 410756 h 439413"/>
              <a:gd name="connsiteX74" fmla="*/ 133734 w 343888"/>
              <a:gd name="connsiteY74" fmla="*/ 401203 h 439413"/>
              <a:gd name="connsiteX75" fmla="*/ 152839 w 343888"/>
              <a:gd name="connsiteY75" fmla="*/ 401203 h 439413"/>
              <a:gd name="connsiteX76" fmla="*/ 152839 w 343888"/>
              <a:gd name="connsiteY76" fmla="*/ 420308 h 439413"/>
              <a:gd name="connsiteX77" fmla="*/ 200602 w 343888"/>
              <a:gd name="connsiteY77" fmla="*/ 410756 h 439413"/>
              <a:gd name="connsiteX78" fmla="*/ 191049 w 343888"/>
              <a:gd name="connsiteY78" fmla="*/ 420308 h 439413"/>
              <a:gd name="connsiteX79" fmla="*/ 171944 w 343888"/>
              <a:gd name="connsiteY79" fmla="*/ 420308 h 439413"/>
              <a:gd name="connsiteX80" fmla="*/ 171944 w 343888"/>
              <a:gd name="connsiteY80" fmla="*/ 401203 h 439413"/>
              <a:gd name="connsiteX81" fmla="*/ 191049 w 343888"/>
              <a:gd name="connsiteY81" fmla="*/ 401203 h 439413"/>
              <a:gd name="connsiteX82" fmla="*/ 200602 w 343888"/>
              <a:gd name="connsiteY82" fmla="*/ 410756 h 439413"/>
              <a:gd name="connsiteX83" fmla="*/ 252185 w 343888"/>
              <a:gd name="connsiteY83" fmla="*/ 202512 h 439413"/>
              <a:gd name="connsiteX84" fmla="*/ 212065 w 343888"/>
              <a:gd name="connsiteY84" fmla="*/ 204423 h 439413"/>
              <a:gd name="connsiteX85" fmla="*/ 212065 w 343888"/>
              <a:gd name="connsiteY85" fmla="*/ 242632 h 439413"/>
              <a:gd name="connsiteX86" fmla="*/ 252185 w 343888"/>
              <a:gd name="connsiteY86" fmla="*/ 282753 h 439413"/>
              <a:gd name="connsiteX87" fmla="*/ 292305 w 343888"/>
              <a:gd name="connsiteY87" fmla="*/ 282753 h 439413"/>
              <a:gd name="connsiteX88" fmla="*/ 292305 w 343888"/>
              <a:gd name="connsiteY88" fmla="*/ 242632 h 439413"/>
              <a:gd name="connsiteX89" fmla="*/ 292305 w 343888"/>
              <a:gd name="connsiteY89" fmla="*/ 242632 h 439413"/>
              <a:gd name="connsiteX90" fmla="*/ 252185 w 343888"/>
              <a:gd name="connsiteY90" fmla="*/ 202512 h 439413"/>
              <a:gd name="connsiteX91" fmla="*/ 238811 w 343888"/>
              <a:gd name="connsiteY91" fmla="*/ 244543 h 439413"/>
              <a:gd name="connsiteX92" fmla="*/ 225438 w 343888"/>
              <a:gd name="connsiteY92" fmla="*/ 229259 h 439413"/>
              <a:gd name="connsiteX93" fmla="*/ 225438 w 343888"/>
              <a:gd name="connsiteY93" fmla="*/ 215886 h 439413"/>
              <a:gd name="connsiteX94" fmla="*/ 225438 w 343888"/>
              <a:gd name="connsiteY94" fmla="*/ 215886 h 439413"/>
              <a:gd name="connsiteX95" fmla="*/ 238811 w 343888"/>
              <a:gd name="connsiteY95" fmla="*/ 215886 h 439413"/>
              <a:gd name="connsiteX96" fmla="*/ 238811 w 343888"/>
              <a:gd name="connsiteY96" fmla="*/ 215886 h 439413"/>
              <a:gd name="connsiteX97" fmla="*/ 252185 w 343888"/>
              <a:gd name="connsiteY97" fmla="*/ 229259 h 439413"/>
              <a:gd name="connsiteX98" fmla="*/ 238811 w 343888"/>
              <a:gd name="connsiteY98" fmla="*/ 244543 h 439413"/>
              <a:gd name="connsiteX99" fmla="*/ 280842 w 343888"/>
              <a:gd name="connsiteY99" fmla="*/ 271290 h 439413"/>
              <a:gd name="connsiteX100" fmla="*/ 267469 w 343888"/>
              <a:gd name="connsiteY100" fmla="*/ 271290 h 439413"/>
              <a:gd name="connsiteX101" fmla="*/ 267469 w 343888"/>
              <a:gd name="connsiteY101" fmla="*/ 271290 h 439413"/>
              <a:gd name="connsiteX102" fmla="*/ 254095 w 343888"/>
              <a:gd name="connsiteY102" fmla="*/ 257916 h 439413"/>
              <a:gd name="connsiteX103" fmla="*/ 267469 w 343888"/>
              <a:gd name="connsiteY103" fmla="*/ 244543 h 439413"/>
              <a:gd name="connsiteX104" fmla="*/ 280842 w 343888"/>
              <a:gd name="connsiteY104" fmla="*/ 257916 h 439413"/>
              <a:gd name="connsiteX105" fmla="*/ 280842 w 343888"/>
              <a:gd name="connsiteY105" fmla="*/ 271290 h 439413"/>
              <a:gd name="connsiteX106" fmla="*/ 280842 w 343888"/>
              <a:gd name="connsiteY106" fmla="*/ 271290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343888" h="439413">
                <a:moveTo>
                  <a:pt x="277021" y="353441"/>
                </a:moveTo>
                <a:cubicBezTo>
                  <a:pt x="294216" y="353441"/>
                  <a:pt x="309500" y="341978"/>
                  <a:pt x="313321" y="324784"/>
                </a:cubicBezTo>
                <a:lnTo>
                  <a:pt x="324784" y="324784"/>
                </a:lnTo>
                <a:cubicBezTo>
                  <a:pt x="336247" y="324784"/>
                  <a:pt x="343889" y="317142"/>
                  <a:pt x="343889" y="305679"/>
                </a:cubicBezTo>
                <a:lnTo>
                  <a:pt x="343889" y="181497"/>
                </a:lnTo>
                <a:cubicBezTo>
                  <a:pt x="343889" y="170034"/>
                  <a:pt x="336247" y="162392"/>
                  <a:pt x="324784" y="162392"/>
                </a:cubicBezTo>
                <a:lnTo>
                  <a:pt x="296126" y="162392"/>
                </a:lnTo>
                <a:lnTo>
                  <a:pt x="296126" y="152839"/>
                </a:lnTo>
                <a:lnTo>
                  <a:pt x="309500" y="152839"/>
                </a:lnTo>
                <a:cubicBezTo>
                  <a:pt x="319052" y="152839"/>
                  <a:pt x="326694" y="145197"/>
                  <a:pt x="328605" y="135645"/>
                </a:cubicBezTo>
                <a:lnTo>
                  <a:pt x="343889" y="22926"/>
                </a:lnTo>
                <a:cubicBezTo>
                  <a:pt x="343889" y="17194"/>
                  <a:pt x="341978" y="11463"/>
                  <a:pt x="340068" y="5731"/>
                </a:cubicBezTo>
                <a:cubicBezTo>
                  <a:pt x="336247" y="1910"/>
                  <a:pt x="330515" y="0"/>
                  <a:pt x="324784" y="0"/>
                </a:cubicBezTo>
                <a:lnTo>
                  <a:pt x="196781" y="0"/>
                </a:lnTo>
                <a:cubicBezTo>
                  <a:pt x="187228" y="0"/>
                  <a:pt x="179586" y="7642"/>
                  <a:pt x="177676" y="17194"/>
                </a:cubicBezTo>
                <a:lnTo>
                  <a:pt x="162392" y="129913"/>
                </a:lnTo>
                <a:cubicBezTo>
                  <a:pt x="162392" y="135645"/>
                  <a:pt x="162392" y="141376"/>
                  <a:pt x="166213" y="147108"/>
                </a:cubicBezTo>
                <a:cubicBezTo>
                  <a:pt x="170034" y="150929"/>
                  <a:pt x="175765" y="152839"/>
                  <a:pt x="179586" y="152839"/>
                </a:cubicBezTo>
                <a:lnTo>
                  <a:pt x="198691" y="152839"/>
                </a:lnTo>
                <a:lnTo>
                  <a:pt x="198691" y="162392"/>
                </a:lnTo>
                <a:lnTo>
                  <a:pt x="19105" y="162392"/>
                </a:lnTo>
                <a:cubicBezTo>
                  <a:pt x="7642" y="162392"/>
                  <a:pt x="0" y="170034"/>
                  <a:pt x="0" y="181497"/>
                </a:cubicBezTo>
                <a:lnTo>
                  <a:pt x="0" y="305679"/>
                </a:lnTo>
                <a:cubicBezTo>
                  <a:pt x="0" y="317142"/>
                  <a:pt x="7642" y="324784"/>
                  <a:pt x="19105" y="324784"/>
                </a:cubicBezTo>
                <a:lnTo>
                  <a:pt x="30568" y="324784"/>
                </a:lnTo>
                <a:cubicBezTo>
                  <a:pt x="34389" y="341978"/>
                  <a:pt x="49673" y="353441"/>
                  <a:pt x="66867" y="353441"/>
                </a:cubicBezTo>
                <a:lnTo>
                  <a:pt x="114630" y="353441"/>
                </a:lnTo>
                <a:cubicBezTo>
                  <a:pt x="131824" y="353441"/>
                  <a:pt x="147108" y="341978"/>
                  <a:pt x="150929" y="324784"/>
                </a:cubicBezTo>
                <a:lnTo>
                  <a:pt x="191049" y="324784"/>
                </a:lnTo>
                <a:cubicBezTo>
                  <a:pt x="194870" y="341978"/>
                  <a:pt x="210154" y="353441"/>
                  <a:pt x="227349" y="353441"/>
                </a:cubicBezTo>
                <a:lnTo>
                  <a:pt x="277021" y="353441"/>
                </a:lnTo>
                <a:close/>
                <a:moveTo>
                  <a:pt x="114630" y="334336"/>
                </a:moveTo>
                <a:lnTo>
                  <a:pt x="66867" y="334336"/>
                </a:lnTo>
                <a:cubicBezTo>
                  <a:pt x="59225" y="334336"/>
                  <a:pt x="53494" y="330515"/>
                  <a:pt x="49673" y="324784"/>
                </a:cubicBezTo>
                <a:lnTo>
                  <a:pt x="129913" y="324784"/>
                </a:lnTo>
                <a:cubicBezTo>
                  <a:pt x="128003" y="330515"/>
                  <a:pt x="122271" y="334336"/>
                  <a:pt x="114630" y="334336"/>
                </a:cubicBezTo>
                <a:close/>
                <a:moveTo>
                  <a:pt x="162392" y="305679"/>
                </a:moveTo>
                <a:lnTo>
                  <a:pt x="19105" y="305679"/>
                </a:lnTo>
                <a:lnTo>
                  <a:pt x="19105" y="181497"/>
                </a:lnTo>
                <a:lnTo>
                  <a:pt x="162392" y="181497"/>
                </a:lnTo>
                <a:lnTo>
                  <a:pt x="162392" y="305679"/>
                </a:lnTo>
                <a:close/>
                <a:moveTo>
                  <a:pt x="181497" y="133734"/>
                </a:moveTo>
                <a:lnTo>
                  <a:pt x="181497" y="133734"/>
                </a:lnTo>
                <a:lnTo>
                  <a:pt x="196781" y="19105"/>
                </a:lnTo>
                <a:lnTo>
                  <a:pt x="324784" y="19105"/>
                </a:lnTo>
                <a:lnTo>
                  <a:pt x="309500" y="133734"/>
                </a:lnTo>
                <a:lnTo>
                  <a:pt x="181497" y="133734"/>
                </a:lnTo>
                <a:lnTo>
                  <a:pt x="181497" y="133734"/>
                </a:lnTo>
                <a:close/>
                <a:moveTo>
                  <a:pt x="277021" y="152839"/>
                </a:moveTo>
                <a:lnTo>
                  <a:pt x="277021" y="162392"/>
                </a:lnTo>
                <a:lnTo>
                  <a:pt x="219707" y="162392"/>
                </a:lnTo>
                <a:lnTo>
                  <a:pt x="219707" y="152839"/>
                </a:lnTo>
                <a:lnTo>
                  <a:pt x="277021" y="152839"/>
                </a:lnTo>
                <a:close/>
                <a:moveTo>
                  <a:pt x="191049" y="305679"/>
                </a:moveTo>
                <a:lnTo>
                  <a:pt x="181497" y="305679"/>
                </a:lnTo>
                <a:lnTo>
                  <a:pt x="181497" y="181497"/>
                </a:lnTo>
                <a:lnTo>
                  <a:pt x="324784" y="181497"/>
                </a:lnTo>
                <a:lnTo>
                  <a:pt x="324784" y="305679"/>
                </a:lnTo>
                <a:lnTo>
                  <a:pt x="191049" y="305679"/>
                </a:lnTo>
                <a:close/>
                <a:moveTo>
                  <a:pt x="212065" y="324784"/>
                </a:moveTo>
                <a:lnTo>
                  <a:pt x="292305" y="324784"/>
                </a:lnTo>
                <a:cubicBezTo>
                  <a:pt x="288484" y="330515"/>
                  <a:pt x="282753" y="334336"/>
                  <a:pt x="275111" y="334336"/>
                </a:cubicBezTo>
                <a:lnTo>
                  <a:pt x="229259" y="334336"/>
                </a:lnTo>
                <a:cubicBezTo>
                  <a:pt x="221617" y="334336"/>
                  <a:pt x="215886" y="330515"/>
                  <a:pt x="212065" y="324784"/>
                </a:cubicBezTo>
                <a:close/>
                <a:moveTo>
                  <a:pt x="133734" y="382098"/>
                </a:moveTo>
                <a:cubicBezTo>
                  <a:pt x="118450" y="382098"/>
                  <a:pt x="105077" y="395472"/>
                  <a:pt x="105077" y="410756"/>
                </a:cubicBezTo>
                <a:cubicBezTo>
                  <a:pt x="105077" y="426040"/>
                  <a:pt x="118450" y="439413"/>
                  <a:pt x="133734" y="439413"/>
                </a:cubicBezTo>
                <a:lnTo>
                  <a:pt x="191049" y="439413"/>
                </a:lnTo>
                <a:cubicBezTo>
                  <a:pt x="206333" y="439413"/>
                  <a:pt x="219707" y="426040"/>
                  <a:pt x="219707" y="410756"/>
                </a:cubicBezTo>
                <a:cubicBezTo>
                  <a:pt x="219707" y="395472"/>
                  <a:pt x="206333" y="382098"/>
                  <a:pt x="191049" y="382098"/>
                </a:cubicBezTo>
                <a:lnTo>
                  <a:pt x="133734" y="382098"/>
                </a:lnTo>
                <a:close/>
                <a:moveTo>
                  <a:pt x="152839" y="420308"/>
                </a:moveTo>
                <a:lnTo>
                  <a:pt x="133734" y="420308"/>
                </a:lnTo>
                <a:cubicBezTo>
                  <a:pt x="128003" y="420308"/>
                  <a:pt x="124182" y="416487"/>
                  <a:pt x="124182" y="410756"/>
                </a:cubicBezTo>
                <a:cubicBezTo>
                  <a:pt x="124182" y="405024"/>
                  <a:pt x="128003" y="401203"/>
                  <a:pt x="133734" y="401203"/>
                </a:cubicBezTo>
                <a:lnTo>
                  <a:pt x="152839" y="401203"/>
                </a:lnTo>
                <a:lnTo>
                  <a:pt x="152839" y="420308"/>
                </a:lnTo>
                <a:close/>
                <a:moveTo>
                  <a:pt x="200602" y="410756"/>
                </a:moveTo>
                <a:cubicBezTo>
                  <a:pt x="200602" y="416487"/>
                  <a:pt x="196781" y="420308"/>
                  <a:pt x="191049" y="420308"/>
                </a:cubicBezTo>
                <a:lnTo>
                  <a:pt x="171944" y="420308"/>
                </a:lnTo>
                <a:lnTo>
                  <a:pt x="171944" y="401203"/>
                </a:lnTo>
                <a:lnTo>
                  <a:pt x="191049" y="401203"/>
                </a:lnTo>
                <a:cubicBezTo>
                  <a:pt x="196781" y="401203"/>
                  <a:pt x="200602" y="405024"/>
                  <a:pt x="200602" y="410756"/>
                </a:cubicBezTo>
                <a:close/>
                <a:moveTo>
                  <a:pt x="252185" y="202512"/>
                </a:moveTo>
                <a:cubicBezTo>
                  <a:pt x="240722" y="191049"/>
                  <a:pt x="221617" y="192960"/>
                  <a:pt x="212065" y="204423"/>
                </a:cubicBezTo>
                <a:cubicBezTo>
                  <a:pt x="202512" y="215886"/>
                  <a:pt x="202512" y="233080"/>
                  <a:pt x="212065" y="242632"/>
                </a:cubicBezTo>
                <a:lnTo>
                  <a:pt x="252185" y="282753"/>
                </a:lnTo>
                <a:cubicBezTo>
                  <a:pt x="263648" y="294216"/>
                  <a:pt x="280842" y="294216"/>
                  <a:pt x="292305" y="282753"/>
                </a:cubicBezTo>
                <a:cubicBezTo>
                  <a:pt x="303768" y="271290"/>
                  <a:pt x="303768" y="254095"/>
                  <a:pt x="292305" y="242632"/>
                </a:cubicBezTo>
                <a:lnTo>
                  <a:pt x="292305" y="242632"/>
                </a:lnTo>
                <a:lnTo>
                  <a:pt x="252185" y="202512"/>
                </a:lnTo>
                <a:close/>
                <a:moveTo>
                  <a:pt x="238811" y="244543"/>
                </a:moveTo>
                <a:lnTo>
                  <a:pt x="225438" y="229259"/>
                </a:lnTo>
                <a:cubicBezTo>
                  <a:pt x="221617" y="225438"/>
                  <a:pt x="221617" y="219707"/>
                  <a:pt x="225438" y="215886"/>
                </a:cubicBezTo>
                <a:lnTo>
                  <a:pt x="225438" y="215886"/>
                </a:lnTo>
                <a:cubicBezTo>
                  <a:pt x="229259" y="212065"/>
                  <a:pt x="234990" y="212065"/>
                  <a:pt x="238811" y="215886"/>
                </a:cubicBezTo>
                <a:lnTo>
                  <a:pt x="238811" y="215886"/>
                </a:lnTo>
                <a:lnTo>
                  <a:pt x="252185" y="229259"/>
                </a:lnTo>
                <a:lnTo>
                  <a:pt x="238811" y="244543"/>
                </a:lnTo>
                <a:close/>
                <a:moveTo>
                  <a:pt x="280842" y="271290"/>
                </a:moveTo>
                <a:cubicBezTo>
                  <a:pt x="277021" y="275111"/>
                  <a:pt x="271290" y="275111"/>
                  <a:pt x="267469" y="271290"/>
                </a:cubicBezTo>
                <a:lnTo>
                  <a:pt x="267469" y="271290"/>
                </a:lnTo>
                <a:lnTo>
                  <a:pt x="254095" y="257916"/>
                </a:lnTo>
                <a:lnTo>
                  <a:pt x="267469" y="244543"/>
                </a:lnTo>
                <a:lnTo>
                  <a:pt x="280842" y="257916"/>
                </a:lnTo>
                <a:cubicBezTo>
                  <a:pt x="284663" y="259827"/>
                  <a:pt x="284663" y="265558"/>
                  <a:pt x="280842" y="271290"/>
                </a:cubicBezTo>
                <a:cubicBezTo>
                  <a:pt x="280842" y="269379"/>
                  <a:pt x="280842" y="271290"/>
                  <a:pt x="280842" y="27129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157" descr="Mailbox icon.">
            <a:extLst>
              <a:ext uri="{FF2B5EF4-FFF2-40B4-BE49-F238E27FC236}">
                <a16:creationId xmlns:a16="http://schemas.microsoft.com/office/drawing/2014/main" id="{70EF07CE-B95D-4AAC-B3B7-EFD05D6C6E34}"/>
              </a:ext>
            </a:extLst>
          </p:cNvPr>
          <p:cNvSpPr>
            <a:spLocks noChangeAspect="1"/>
          </p:cNvSpPr>
          <p:nvPr/>
        </p:nvSpPr>
        <p:spPr>
          <a:xfrm>
            <a:off x="948440" y="4219677"/>
            <a:ext cx="458518" cy="458518"/>
          </a:xfrm>
          <a:custGeom>
            <a:avLst/>
            <a:gdLst>
              <a:gd name="connsiteX0" fmla="*/ 366814 w 458518"/>
              <a:gd name="connsiteY0" fmla="*/ 202512 h 458518"/>
              <a:gd name="connsiteX1" fmla="*/ 355351 w 458518"/>
              <a:gd name="connsiteY1" fmla="*/ 196781 h 458518"/>
              <a:gd name="connsiteX2" fmla="*/ 343889 w 458518"/>
              <a:gd name="connsiteY2" fmla="*/ 202512 h 458518"/>
              <a:gd name="connsiteX3" fmla="*/ 324784 w 458518"/>
              <a:gd name="connsiteY3" fmla="*/ 221617 h 458518"/>
              <a:gd name="connsiteX4" fmla="*/ 305679 w 458518"/>
              <a:gd name="connsiteY4" fmla="*/ 202512 h 458518"/>
              <a:gd name="connsiteX5" fmla="*/ 294216 w 458518"/>
              <a:gd name="connsiteY5" fmla="*/ 196781 h 458518"/>
              <a:gd name="connsiteX6" fmla="*/ 282753 w 458518"/>
              <a:gd name="connsiteY6" fmla="*/ 200602 h 458518"/>
              <a:gd name="connsiteX7" fmla="*/ 257916 w 458518"/>
              <a:gd name="connsiteY7" fmla="*/ 223528 h 458518"/>
              <a:gd name="connsiteX8" fmla="*/ 257916 w 458518"/>
              <a:gd name="connsiteY8" fmla="*/ 246453 h 458518"/>
              <a:gd name="connsiteX9" fmla="*/ 257916 w 458518"/>
              <a:gd name="connsiteY9" fmla="*/ 246453 h 458518"/>
              <a:gd name="connsiteX10" fmla="*/ 324784 w 458518"/>
              <a:gd name="connsiteY10" fmla="*/ 313321 h 458518"/>
              <a:gd name="connsiteX11" fmla="*/ 391651 w 458518"/>
              <a:gd name="connsiteY11" fmla="*/ 246453 h 458518"/>
              <a:gd name="connsiteX12" fmla="*/ 391651 w 458518"/>
              <a:gd name="connsiteY12" fmla="*/ 223528 h 458518"/>
              <a:gd name="connsiteX13" fmla="*/ 391651 w 458518"/>
              <a:gd name="connsiteY13" fmla="*/ 223528 h 458518"/>
              <a:gd name="connsiteX14" fmla="*/ 366814 w 458518"/>
              <a:gd name="connsiteY14" fmla="*/ 202512 h 458518"/>
              <a:gd name="connsiteX15" fmla="*/ 353441 w 458518"/>
              <a:gd name="connsiteY15" fmla="*/ 114630 h 458518"/>
              <a:gd name="connsiteX16" fmla="*/ 191049 w 458518"/>
              <a:gd name="connsiteY16" fmla="*/ 114630 h 458518"/>
              <a:gd name="connsiteX17" fmla="*/ 191049 w 458518"/>
              <a:gd name="connsiteY17" fmla="*/ 76420 h 458518"/>
              <a:gd name="connsiteX18" fmla="*/ 286574 w 458518"/>
              <a:gd name="connsiteY18" fmla="*/ 76420 h 458518"/>
              <a:gd name="connsiteX19" fmla="*/ 305679 w 458518"/>
              <a:gd name="connsiteY19" fmla="*/ 57315 h 458518"/>
              <a:gd name="connsiteX20" fmla="*/ 305679 w 458518"/>
              <a:gd name="connsiteY20" fmla="*/ 19105 h 458518"/>
              <a:gd name="connsiteX21" fmla="*/ 286574 w 458518"/>
              <a:gd name="connsiteY21" fmla="*/ 0 h 458518"/>
              <a:gd name="connsiteX22" fmla="*/ 191049 w 458518"/>
              <a:gd name="connsiteY22" fmla="*/ 0 h 458518"/>
              <a:gd name="connsiteX23" fmla="*/ 171944 w 458518"/>
              <a:gd name="connsiteY23" fmla="*/ 19105 h 458518"/>
              <a:gd name="connsiteX24" fmla="*/ 171944 w 458518"/>
              <a:gd name="connsiteY24" fmla="*/ 114630 h 458518"/>
              <a:gd name="connsiteX25" fmla="*/ 105077 w 458518"/>
              <a:gd name="connsiteY25" fmla="*/ 114630 h 458518"/>
              <a:gd name="connsiteX26" fmla="*/ 0 w 458518"/>
              <a:gd name="connsiteY26" fmla="*/ 219707 h 458518"/>
              <a:gd name="connsiteX27" fmla="*/ 0 w 458518"/>
              <a:gd name="connsiteY27" fmla="*/ 362993 h 458518"/>
              <a:gd name="connsiteX28" fmla="*/ 19105 w 458518"/>
              <a:gd name="connsiteY28" fmla="*/ 382098 h 458518"/>
              <a:gd name="connsiteX29" fmla="*/ 191049 w 458518"/>
              <a:gd name="connsiteY29" fmla="*/ 382098 h 458518"/>
              <a:gd name="connsiteX30" fmla="*/ 191049 w 458518"/>
              <a:gd name="connsiteY30" fmla="*/ 439413 h 458518"/>
              <a:gd name="connsiteX31" fmla="*/ 210154 w 458518"/>
              <a:gd name="connsiteY31" fmla="*/ 458518 h 458518"/>
              <a:gd name="connsiteX32" fmla="*/ 248364 w 458518"/>
              <a:gd name="connsiteY32" fmla="*/ 458518 h 458518"/>
              <a:gd name="connsiteX33" fmla="*/ 267469 w 458518"/>
              <a:gd name="connsiteY33" fmla="*/ 439413 h 458518"/>
              <a:gd name="connsiteX34" fmla="*/ 267469 w 458518"/>
              <a:gd name="connsiteY34" fmla="*/ 382098 h 458518"/>
              <a:gd name="connsiteX35" fmla="*/ 439413 w 458518"/>
              <a:gd name="connsiteY35" fmla="*/ 382098 h 458518"/>
              <a:gd name="connsiteX36" fmla="*/ 458518 w 458518"/>
              <a:gd name="connsiteY36" fmla="*/ 362993 h 458518"/>
              <a:gd name="connsiteX37" fmla="*/ 458518 w 458518"/>
              <a:gd name="connsiteY37" fmla="*/ 219707 h 458518"/>
              <a:gd name="connsiteX38" fmla="*/ 353441 w 458518"/>
              <a:gd name="connsiteY38" fmla="*/ 114630 h 458518"/>
              <a:gd name="connsiteX39" fmla="*/ 191049 w 458518"/>
              <a:gd name="connsiteY39" fmla="*/ 19105 h 458518"/>
              <a:gd name="connsiteX40" fmla="*/ 286574 w 458518"/>
              <a:gd name="connsiteY40" fmla="*/ 19105 h 458518"/>
              <a:gd name="connsiteX41" fmla="*/ 286574 w 458518"/>
              <a:gd name="connsiteY41" fmla="*/ 57315 h 458518"/>
              <a:gd name="connsiteX42" fmla="*/ 191049 w 458518"/>
              <a:gd name="connsiteY42" fmla="*/ 57315 h 458518"/>
              <a:gd name="connsiteX43" fmla="*/ 191049 w 458518"/>
              <a:gd name="connsiteY43" fmla="*/ 19105 h 458518"/>
              <a:gd name="connsiteX44" fmla="*/ 19105 w 458518"/>
              <a:gd name="connsiteY44" fmla="*/ 219707 h 458518"/>
              <a:gd name="connsiteX45" fmla="*/ 105077 w 458518"/>
              <a:gd name="connsiteY45" fmla="*/ 133734 h 458518"/>
              <a:gd name="connsiteX46" fmla="*/ 191049 w 458518"/>
              <a:gd name="connsiteY46" fmla="*/ 219707 h 458518"/>
              <a:gd name="connsiteX47" fmla="*/ 191049 w 458518"/>
              <a:gd name="connsiteY47" fmla="*/ 362993 h 458518"/>
              <a:gd name="connsiteX48" fmla="*/ 19105 w 458518"/>
              <a:gd name="connsiteY48" fmla="*/ 362993 h 458518"/>
              <a:gd name="connsiteX49" fmla="*/ 19105 w 458518"/>
              <a:gd name="connsiteY49" fmla="*/ 219707 h 458518"/>
              <a:gd name="connsiteX50" fmla="*/ 248364 w 458518"/>
              <a:gd name="connsiteY50" fmla="*/ 439413 h 458518"/>
              <a:gd name="connsiteX51" fmla="*/ 210154 w 458518"/>
              <a:gd name="connsiteY51" fmla="*/ 439413 h 458518"/>
              <a:gd name="connsiteX52" fmla="*/ 210154 w 458518"/>
              <a:gd name="connsiteY52" fmla="*/ 382098 h 458518"/>
              <a:gd name="connsiteX53" fmla="*/ 248364 w 458518"/>
              <a:gd name="connsiteY53" fmla="*/ 382098 h 458518"/>
              <a:gd name="connsiteX54" fmla="*/ 248364 w 458518"/>
              <a:gd name="connsiteY54" fmla="*/ 439413 h 458518"/>
              <a:gd name="connsiteX55" fmla="*/ 439413 w 458518"/>
              <a:gd name="connsiteY55" fmla="*/ 362993 h 458518"/>
              <a:gd name="connsiteX56" fmla="*/ 210154 w 458518"/>
              <a:gd name="connsiteY56" fmla="*/ 362993 h 458518"/>
              <a:gd name="connsiteX57" fmla="*/ 210154 w 458518"/>
              <a:gd name="connsiteY57" fmla="*/ 219707 h 458518"/>
              <a:gd name="connsiteX58" fmla="*/ 164302 w 458518"/>
              <a:gd name="connsiteY58" fmla="*/ 133734 h 458518"/>
              <a:gd name="connsiteX59" fmla="*/ 353441 w 458518"/>
              <a:gd name="connsiteY59" fmla="*/ 133734 h 458518"/>
              <a:gd name="connsiteX60" fmla="*/ 439413 w 458518"/>
              <a:gd name="connsiteY60" fmla="*/ 219707 h 458518"/>
              <a:gd name="connsiteX61" fmla="*/ 439413 w 458518"/>
              <a:gd name="connsiteY61" fmla="*/ 36299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58518" h="458518">
                <a:moveTo>
                  <a:pt x="366814" y="202512"/>
                </a:moveTo>
                <a:cubicBezTo>
                  <a:pt x="362993" y="198691"/>
                  <a:pt x="359172" y="196781"/>
                  <a:pt x="355351" y="196781"/>
                </a:cubicBezTo>
                <a:cubicBezTo>
                  <a:pt x="351530" y="196781"/>
                  <a:pt x="345799" y="198691"/>
                  <a:pt x="343889" y="202512"/>
                </a:cubicBezTo>
                <a:lnTo>
                  <a:pt x="324784" y="221617"/>
                </a:lnTo>
                <a:lnTo>
                  <a:pt x="305679" y="202512"/>
                </a:lnTo>
                <a:cubicBezTo>
                  <a:pt x="301858" y="198691"/>
                  <a:pt x="298037" y="196781"/>
                  <a:pt x="294216" y="196781"/>
                </a:cubicBezTo>
                <a:cubicBezTo>
                  <a:pt x="290395" y="196781"/>
                  <a:pt x="284663" y="198691"/>
                  <a:pt x="282753" y="200602"/>
                </a:cubicBezTo>
                <a:lnTo>
                  <a:pt x="257916" y="223528"/>
                </a:lnTo>
                <a:cubicBezTo>
                  <a:pt x="252185" y="229259"/>
                  <a:pt x="252185" y="240722"/>
                  <a:pt x="257916" y="246453"/>
                </a:cubicBezTo>
                <a:cubicBezTo>
                  <a:pt x="257916" y="246453"/>
                  <a:pt x="257916" y="246453"/>
                  <a:pt x="257916" y="246453"/>
                </a:cubicBezTo>
                <a:lnTo>
                  <a:pt x="324784" y="313321"/>
                </a:lnTo>
                <a:lnTo>
                  <a:pt x="391651" y="246453"/>
                </a:lnTo>
                <a:cubicBezTo>
                  <a:pt x="397382" y="240722"/>
                  <a:pt x="397382" y="229259"/>
                  <a:pt x="391651" y="223528"/>
                </a:cubicBezTo>
                <a:cubicBezTo>
                  <a:pt x="391651" y="223528"/>
                  <a:pt x="391651" y="223528"/>
                  <a:pt x="391651" y="223528"/>
                </a:cubicBezTo>
                <a:lnTo>
                  <a:pt x="366814" y="202512"/>
                </a:lnTo>
                <a:close/>
                <a:moveTo>
                  <a:pt x="353441" y="114630"/>
                </a:moveTo>
                <a:lnTo>
                  <a:pt x="191049" y="114630"/>
                </a:lnTo>
                <a:lnTo>
                  <a:pt x="191049" y="76420"/>
                </a:lnTo>
                <a:lnTo>
                  <a:pt x="286574" y="76420"/>
                </a:lnTo>
                <a:cubicBezTo>
                  <a:pt x="298037" y="76420"/>
                  <a:pt x="305679" y="68778"/>
                  <a:pt x="305679" y="57315"/>
                </a:cubicBezTo>
                <a:lnTo>
                  <a:pt x="305679" y="19105"/>
                </a:lnTo>
                <a:cubicBezTo>
                  <a:pt x="305679" y="7642"/>
                  <a:pt x="298037" y="0"/>
                  <a:pt x="286574" y="0"/>
                </a:cubicBezTo>
                <a:lnTo>
                  <a:pt x="191049" y="0"/>
                </a:lnTo>
                <a:cubicBezTo>
                  <a:pt x="179586" y="0"/>
                  <a:pt x="171944" y="7642"/>
                  <a:pt x="171944" y="19105"/>
                </a:cubicBezTo>
                <a:lnTo>
                  <a:pt x="171944" y="114630"/>
                </a:lnTo>
                <a:lnTo>
                  <a:pt x="105077" y="114630"/>
                </a:lnTo>
                <a:cubicBezTo>
                  <a:pt x="47762" y="114630"/>
                  <a:pt x="0" y="162392"/>
                  <a:pt x="0" y="219707"/>
                </a:cubicBez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191049" y="382098"/>
                </a:lnTo>
                <a:lnTo>
                  <a:pt x="191049" y="439413"/>
                </a:lnTo>
                <a:cubicBezTo>
                  <a:pt x="191049" y="450876"/>
                  <a:pt x="198691" y="458518"/>
                  <a:pt x="210154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382098"/>
                </a:lnTo>
                <a:lnTo>
                  <a:pt x="439413" y="382098"/>
                </a:lnTo>
                <a:cubicBezTo>
                  <a:pt x="450876" y="382098"/>
                  <a:pt x="458518" y="374456"/>
                  <a:pt x="458518" y="362993"/>
                </a:cubicBezTo>
                <a:lnTo>
                  <a:pt x="458518" y="219707"/>
                </a:lnTo>
                <a:cubicBezTo>
                  <a:pt x="458518" y="162392"/>
                  <a:pt x="410756" y="114630"/>
                  <a:pt x="353441" y="114630"/>
                </a:cubicBezTo>
                <a:close/>
                <a:moveTo>
                  <a:pt x="191049" y="19105"/>
                </a:moveTo>
                <a:lnTo>
                  <a:pt x="286574" y="19105"/>
                </a:lnTo>
                <a:lnTo>
                  <a:pt x="286574" y="57315"/>
                </a:lnTo>
                <a:lnTo>
                  <a:pt x="191049" y="57315"/>
                </a:lnTo>
                <a:lnTo>
                  <a:pt x="191049" y="19105"/>
                </a:lnTo>
                <a:close/>
                <a:moveTo>
                  <a:pt x="19105" y="219707"/>
                </a:moveTo>
                <a:cubicBezTo>
                  <a:pt x="19105" y="171944"/>
                  <a:pt x="57315" y="133734"/>
                  <a:pt x="105077" y="133734"/>
                </a:cubicBezTo>
                <a:cubicBezTo>
                  <a:pt x="152839" y="133734"/>
                  <a:pt x="191049" y="171944"/>
                  <a:pt x="191049" y="219707"/>
                </a:cubicBezTo>
                <a:lnTo>
                  <a:pt x="191049" y="362993"/>
                </a:lnTo>
                <a:lnTo>
                  <a:pt x="19105" y="362993"/>
                </a:lnTo>
                <a:lnTo>
                  <a:pt x="19105" y="219707"/>
                </a:lnTo>
                <a:close/>
                <a:moveTo>
                  <a:pt x="248364" y="439413"/>
                </a:moveTo>
                <a:lnTo>
                  <a:pt x="210154" y="439413"/>
                </a:lnTo>
                <a:lnTo>
                  <a:pt x="210154" y="382098"/>
                </a:lnTo>
                <a:lnTo>
                  <a:pt x="248364" y="382098"/>
                </a:lnTo>
                <a:lnTo>
                  <a:pt x="248364" y="439413"/>
                </a:lnTo>
                <a:close/>
                <a:moveTo>
                  <a:pt x="439413" y="362993"/>
                </a:moveTo>
                <a:lnTo>
                  <a:pt x="210154" y="362993"/>
                </a:lnTo>
                <a:lnTo>
                  <a:pt x="210154" y="219707"/>
                </a:lnTo>
                <a:cubicBezTo>
                  <a:pt x="210154" y="185318"/>
                  <a:pt x="192960" y="152839"/>
                  <a:pt x="164302" y="133734"/>
                </a:cubicBezTo>
                <a:lnTo>
                  <a:pt x="353441" y="133734"/>
                </a:lnTo>
                <a:cubicBezTo>
                  <a:pt x="401203" y="133734"/>
                  <a:pt x="439413" y="171944"/>
                  <a:pt x="439413" y="219707"/>
                </a:cubicBezTo>
                <a:lnTo>
                  <a:pt x="439413" y="36299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58" descr="Mailbox with bottle icon.">
            <a:extLst>
              <a:ext uri="{FF2B5EF4-FFF2-40B4-BE49-F238E27FC236}">
                <a16:creationId xmlns:a16="http://schemas.microsoft.com/office/drawing/2014/main" id="{768CC57D-2DAD-4034-AC00-5DF22ACE4B38}"/>
              </a:ext>
            </a:extLst>
          </p:cNvPr>
          <p:cNvSpPr>
            <a:spLocks noChangeAspect="1"/>
          </p:cNvSpPr>
          <p:nvPr/>
        </p:nvSpPr>
        <p:spPr>
          <a:xfrm>
            <a:off x="2174862" y="4257887"/>
            <a:ext cx="458518" cy="420308"/>
          </a:xfrm>
          <a:custGeom>
            <a:avLst/>
            <a:gdLst>
              <a:gd name="connsiteX0" fmla="*/ 74509 w 458518"/>
              <a:gd name="connsiteY0" fmla="*/ 196781 h 420308"/>
              <a:gd name="connsiteX1" fmla="*/ 85972 w 458518"/>
              <a:gd name="connsiteY1" fmla="*/ 200602 h 420308"/>
              <a:gd name="connsiteX2" fmla="*/ 105077 w 458518"/>
              <a:gd name="connsiteY2" fmla="*/ 219707 h 420308"/>
              <a:gd name="connsiteX3" fmla="*/ 124182 w 458518"/>
              <a:gd name="connsiteY3" fmla="*/ 200602 h 420308"/>
              <a:gd name="connsiteX4" fmla="*/ 135645 w 458518"/>
              <a:gd name="connsiteY4" fmla="*/ 194870 h 420308"/>
              <a:gd name="connsiteX5" fmla="*/ 147108 w 458518"/>
              <a:gd name="connsiteY5" fmla="*/ 200602 h 420308"/>
              <a:gd name="connsiteX6" fmla="*/ 171944 w 458518"/>
              <a:gd name="connsiteY6" fmla="*/ 225438 h 420308"/>
              <a:gd name="connsiteX7" fmla="*/ 171944 w 458518"/>
              <a:gd name="connsiteY7" fmla="*/ 248364 h 420308"/>
              <a:gd name="connsiteX8" fmla="*/ 171944 w 458518"/>
              <a:gd name="connsiteY8" fmla="*/ 248364 h 420308"/>
              <a:gd name="connsiteX9" fmla="*/ 105077 w 458518"/>
              <a:gd name="connsiteY9" fmla="*/ 315231 h 420308"/>
              <a:gd name="connsiteX10" fmla="*/ 38210 w 458518"/>
              <a:gd name="connsiteY10" fmla="*/ 248364 h 420308"/>
              <a:gd name="connsiteX11" fmla="*/ 38210 w 458518"/>
              <a:gd name="connsiteY11" fmla="*/ 225438 h 420308"/>
              <a:gd name="connsiteX12" fmla="*/ 38210 w 458518"/>
              <a:gd name="connsiteY12" fmla="*/ 225438 h 420308"/>
              <a:gd name="connsiteX13" fmla="*/ 61136 w 458518"/>
              <a:gd name="connsiteY13" fmla="*/ 202512 h 420308"/>
              <a:gd name="connsiteX14" fmla="*/ 74509 w 458518"/>
              <a:gd name="connsiteY14" fmla="*/ 196781 h 420308"/>
              <a:gd name="connsiteX15" fmla="*/ 353441 w 458518"/>
              <a:gd name="connsiteY15" fmla="*/ 114630 h 420308"/>
              <a:gd name="connsiteX16" fmla="*/ 191049 w 458518"/>
              <a:gd name="connsiteY16" fmla="*/ 114630 h 420308"/>
              <a:gd name="connsiteX17" fmla="*/ 191049 w 458518"/>
              <a:gd name="connsiteY17" fmla="*/ 76420 h 420308"/>
              <a:gd name="connsiteX18" fmla="*/ 286574 w 458518"/>
              <a:gd name="connsiteY18" fmla="*/ 76420 h 420308"/>
              <a:gd name="connsiteX19" fmla="*/ 305679 w 458518"/>
              <a:gd name="connsiteY19" fmla="*/ 57315 h 420308"/>
              <a:gd name="connsiteX20" fmla="*/ 305679 w 458518"/>
              <a:gd name="connsiteY20" fmla="*/ 19105 h 420308"/>
              <a:gd name="connsiteX21" fmla="*/ 286574 w 458518"/>
              <a:gd name="connsiteY21" fmla="*/ 0 h 420308"/>
              <a:gd name="connsiteX22" fmla="*/ 191049 w 458518"/>
              <a:gd name="connsiteY22" fmla="*/ 0 h 420308"/>
              <a:gd name="connsiteX23" fmla="*/ 171944 w 458518"/>
              <a:gd name="connsiteY23" fmla="*/ 19105 h 420308"/>
              <a:gd name="connsiteX24" fmla="*/ 171944 w 458518"/>
              <a:gd name="connsiteY24" fmla="*/ 114630 h 420308"/>
              <a:gd name="connsiteX25" fmla="*/ 105077 w 458518"/>
              <a:gd name="connsiteY25" fmla="*/ 114630 h 420308"/>
              <a:gd name="connsiteX26" fmla="*/ 0 w 458518"/>
              <a:gd name="connsiteY26" fmla="*/ 219707 h 420308"/>
              <a:gd name="connsiteX27" fmla="*/ 0 w 458518"/>
              <a:gd name="connsiteY27" fmla="*/ 362993 h 420308"/>
              <a:gd name="connsiteX28" fmla="*/ 19105 w 458518"/>
              <a:gd name="connsiteY28" fmla="*/ 382098 h 420308"/>
              <a:gd name="connsiteX29" fmla="*/ 248364 w 458518"/>
              <a:gd name="connsiteY29" fmla="*/ 382098 h 420308"/>
              <a:gd name="connsiteX30" fmla="*/ 248364 w 458518"/>
              <a:gd name="connsiteY30" fmla="*/ 401203 h 420308"/>
              <a:gd name="connsiteX31" fmla="*/ 267469 w 458518"/>
              <a:gd name="connsiteY31" fmla="*/ 420308 h 420308"/>
              <a:gd name="connsiteX32" fmla="*/ 382098 w 458518"/>
              <a:gd name="connsiteY32" fmla="*/ 420308 h 420308"/>
              <a:gd name="connsiteX33" fmla="*/ 401203 w 458518"/>
              <a:gd name="connsiteY33" fmla="*/ 401203 h 420308"/>
              <a:gd name="connsiteX34" fmla="*/ 401203 w 458518"/>
              <a:gd name="connsiteY34" fmla="*/ 382098 h 420308"/>
              <a:gd name="connsiteX35" fmla="*/ 439413 w 458518"/>
              <a:gd name="connsiteY35" fmla="*/ 382098 h 420308"/>
              <a:gd name="connsiteX36" fmla="*/ 458518 w 458518"/>
              <a:gd name="connsiteY36" fmla="*/ 362993 h 420308"/>
              <a:gd name="connsiteX37" fmla="*/ 458518 w 458518"/>
              <a:gd name="connsiteY37" fmla="*/ 219707 h 420308"/>
              <a:gd name="connsiteX38" fmla="*/ 353441 w 458518"/>
              <a:gd name="connsiteY38" fmla="*/ 114630 h 420308"/>
              <a:gd name="connsiteX39" fmla="*/ 191049 w 458518"/>
              <a:gd name="connsiteY39" fmla="*/ 19105 h 420308"/>
              <a:gd name="connsiteX40" fmla="*/ 286574 w 458518"/>
              <a:gd name="connsiteY40" fmla="*/ 19105 h 420308"/>
              <a:gd name="connsiteX41" fmla="*/ 286574 w 458518"/>
              <a:gd name="connsiteY41" fmla="*/ 57315 h 420308"/>
              <a:gd name="connsiteX42" fmla="*/ 191049 w 458518"/>
              <a:gd name="connsiteY42" fmla="*/ 57315 h 420308"/>
              <a:gd name="connsiteX43" fmla="*/ 191049 w 458518"/>
              <a:gd name="connsiteY43" fmla="*/ 19105 h 420308"/>
              <a:gd name="connsiteX44" fmla="*/ 19105 w 458518"/>
              <a:gd name="connsiteY44" fmla="*/ 219707 h 420308"/>
              <a:gd name="connsiteX45" fmla="*/ 105077 w 458518"/>
              <a:gd name="connsiteY45" fmla="*/ 133734 h 420308"/>
              <a:gd name="connsiteX46" fmla="*/ 191049 w 458518"/>
              <a:gd name="connsiteY46" fmla="*/ 219707 h 420308"/>
              <a:gd name="connsiteX47" fmla="*/ 191049 w 458518"/>
              <a:gd name="connsiteY47" fmla="*/ 362993 h 420308"/>
              <a:gd name="connsiteX48" fmla="*/ 19105 w 458518"/>
              <a:gd name="connsiteY48" fmla="*/ 362993 h 420308"/>
              <a:gd name="connsiteX49" fmla="*/ 19105 w 458518"/>
              <a:gd name="connsiteY49" fmla="*/ 219707 h 420308"/>
              <a:gd name="connsiteX50" fmla="*/ 267469 w 458518"/>
              <a:gd name="connsiteY50" fmla="*/ 401203 h 420308"/>
              <a:gd name="connsiteX51" fmla="*/ 267469 w 458518"/>
              <a:gd name="connsiteY51" fmla="*/ 267469 h 420308"/>
              <a:gd name="connsiteX52" fmla="*/ 382098 w 458518"/>
              <a:gd name="connsiteY52" fmla="*/ 267469 h 420308"/>
              <a:gd name="connsiteX53" fmla="*/ 382098 w 458518"/>
              <a:gd name="connsiteY53" fmla="*/ 401203 h 420308"/>
              <a:gd name="connsiteX54" fmla="*/ 267469 w 458518"/>
              <a:gd name="connsiteY54" fmla="*/ 401203 h 420308"/>
              <a:gd name="connsiteX55" fmla="*/ 248364 w 458518"/>
              <a:gd name="connsiteY55" fmla="*/ 248364 h 420308"/>
              <a:gd name="connsiteX56" fmla="*/ 248364 w 458518"/>
              <a:gd name="connsiteY56" fmla="*/ 219707 h 420308"/>
              <a:gd name="connsiteX57" fmla="*/ 401203 w 458518"/>
              <a:gd name="connsiteY57" fmla="*/ 219707 h 420308"/>
              <a:gd name="connsiteX58" fmla="*/ 401203 w 458518"/>
              <a:gd name="connsiteY58" fmla="*/ 248364 h 420308"/>
              <a:gd name="connsiteX59" fmla="*/ 248364 w 458518"/>
              <a:gd name="connsiteY59" fmla="*/ 248364 h 420308"/>
              <a:gd name="connsiteX60" fmla="*/ 439413 w 458518"/>
              <a:gd name="connsiteY60" fmla="*/ 362993 h 420308"/>
              <a:gd name="connsiteX61" fmla="*/ 401203 w 458518"/>
              <a:gd name="connsiteY61" fmla="*/ 362993 h 420308"/>
              <a:gd name="connsiteX62" fmla="*/ 401203 w 458518"/>
              <a:gd name="connsiteY62" fmla="*/ 267469 h 420308"/>
              <a:gd name="connsiteX63" fmla="*/ 401203 w 458518"/>
              <a:gd name="connsiteY63" fmla="*/ 267469 h 420308"/>
              <a:gd name="connsiteX64" fmla="*/ 420308 w 458518"/>
              <a:gd name="connsiteY64" fmla="*/ 248364 h 420308"/>
              <a:gd name="connsiteX65" fmla="*/ 420308 w 458518"/>
              <a:gd name="connsiteY65" fmla="*/ 219707 h 420308"/>
              <a:gd name="connsiteX66" fmla="*/ 401203 w 458518"/>
              <a:gd name="connsiteY66" fmla="*/ 200602 h 420308"/>
              <a:gd name="connsiteX67" fmla="*/ 248364 w 458518"/>
              <a:gd name="connsiteY67" fmla="*/ 200602 h 420308"/>
              <a:gd name="connsiteX68" fmla="*/ 229259 w 458518"/>
              <a:gd name="connsiteY68" fmla="*/ 219707 h 420308"/>
              <a:gd name="connsiteX69" fmla="*/ 229259 w 458518"/>
              <a:gd name="connsiteY69" fmla="*/ 248364 h 420308"/>
              <a:gd name="connsiteX70" fmla="*/ 248364 w 458518"/>
              <a:gd name="connsiteY70" fmla="*/ 267469 h 420308"/>
              <a:gd name="connsiteX71" fmla="*/ 248364 w 458518"/>
              <a:gd name="connsiteY71" fmla="*/ 267469 h 420308"/>
              <a:gd name="connsiteX72" fmla="*/ 248364 w 458518"/>
              <a:gd name="connsiteY72" fmla="*/ 362993 h 420308"/>
              <a:gd name="connsiteX73" fmla="*/ 210154 w 458518"/>
              <a:gd name="connsiteY73" fmla="*/ 362993 h 420308"/>
              <a:gd name="connsiteX74" fmla="*/ 210154 w 458518"/>
              <a:gd name="connsiteY74" fmla="*/ 219707 h 420308"/>
              <a:gd name="connsiteX75" fmla="*/ 164302 w 458518"/>
              <a:gd name="connsiteY75" fmla="*/ 133734 h 420308"/>
              <a:gd name="connsiteX76" fmla="*/ 353441 w 458518"/>
              <a:gd name="connsiteY76" fmla="*/ 133734 h 420308"/>
              <a:gd name="connsiteX77" fmla="*/ 439413 w 458518"/>
              <a:gd name="connsiteY77" fmla="*/ 219707 h 420308"/>
              <a:gd name="connsiteX78" fmla="*/ 439413 w 458518"/>
              <a:gd name="connsiteY78" fmla="*/ 36299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58518" h="420308">
                <a:moveTo>
                  <a:pt x="74509" y="196781"/>
                </a:moveTo>
                <a:cubicBezTo>
                  <a:pt x="78330" y="196781"/>
                  <a:pt x="84062" y="198691"/>
                  <a:pt x="85972" y="200602"/>
                </a:cubicBezTo>
                <a:lnTo>
                  <a:pt x="105077" y="219707"/>
                </a:lnTo>
                <a:lnTo>
                  <a:pt x="124182" y="200602"/>
                </a:lnTo>
                <a:cubicBezTo>
                  <a:pt x="128003" y="196781"/>
                  <a:pt x="131824" y="194870"/>
                  <a:pt x="135645" y="194870"/>
                </a:cubicBezTo>
                <a:cubicBezTo>
                  <a:pt x="139466" y="194870"/>
                  <a:pt x="145197" y="196781"/>
                  <a:pt x="147108" y="200602"/>
                </a:cubicBezTo>
                <a:lnTo>
                  <a:pt x="171944" y="225438"/>
                </a:lnTo>
                <a:cubicBezTo>
                  <a:pt x="177676" y="231170"/>
                  <a:pt x="177676" y="242632"/>
                  <a:pt x="171944" y="248364"/>
                </a:cubicBezTo>
                <a:lnTo>
                  <a:pt x="171944" y="248364"/>
                </a:lnTo>
                <a:lnTo>
                  <a:pt x="105077" y="315231"/>
                </a:lnTo>
                <a:lnTo>
                  <a:pt x="38210" y="248364"/>
                </a:lnTo>
                <a:cubicBezTo>
                  <a:pt x="32478" y="242632"/>
                  <a:pt x="30568" y="231170"/>
                  <a:pt x="38210" y="225438"/>
                </a:cubicBezTo>
                <a:lnTo>
                  <a:pt x="38210" y="225438"/>
                </a:lnTo>
                <a:lnTo>
                  <a:pt x="61136" y="202512"/>
                </a:lnTo>
                <a:cubicBezTo>
                  <a:pt x="64957" y="198691"/>
                  <a:pt x="68778" y="196781"/>
                  <a:pt x="74509" y="196781"/>
                </a:cubicBezTo>
                <a:moveTo>
                  <a:pt x="353441" y="114630"/>
                </a:moveTo>
                <a:lnTo>
                  <a:pt x="191049" y="114630"/>
                </a:lnTo>
                <a:lnTo>
                  <a:pt x="191049" y="76420"/>
                </a:lnTo>
                <a:lnTo>
                  <a:pt x="286574" y="76420"/>
                </a:lnTo>
                <a:cubicBezTo>
                  <a:pt x="298037" y="76420"/>
                  <a:pt x="305679" y="68778"/>
                  <a:pt x="305679" y="57315"/>
                </a:cubicBezTo>
                <a:lnTo>
                  <a:pt x="305679" y="19105"/>
                </a:lnTo>
                <a:cubicBezTo>
                  <a:pt x="305679" y="7642"/>
                  <a:pt x="298037" y="0"/>
                  <a:pt x="286574" y="0"/>
                </a:cubicBezTo>
                <a:lnTo>
                  <a:pt x="191049" y="0"/>
                </a:lnTo>
                <a:cubicBezTo>
                  <a:pt x="179586" y="0"/>
                  <a:pt x="171944" y="7642"/>
                  <a:pt x="171944" y="19105"/>
                </a:cubicBezTo>
                <a:lnTo>
                  <a:pt x="171944" y="114630"/>
                </a:lnTo>
                <a:lnTo>
                  <a:pt x="105077" y="114630"/>
                </a:lnTo>
                <a:cubicBezTo>
                  <a:pt x="47762" y="114630"/>
                  <a:pt x="0" y="162392"/>
                  <a:pt x="0" y="219707"/>
                </a:cubicBez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248364" y="382098"/>
                </a:lnTo>
                <a:lnTo>
                  <a:pt x="248364" y="401203"/>
                </a:lnTo>
                <a:cubicBezTo>
                  <a:pt x="248364" y="412666"/>
                  <a:pt x="256006" y="420308"/>
                  <a:pt x="267469" y="420308"/>
                </a:cubicBezTo>
                <a:lnTo>
                  <a:pt x="382098" y="420308"/>
                </a:lnTo>
                <a:cubicBezTo>
                  <a:pt x="393561" y="420308"/>
                  <a:pt x="401203" y="412666"/>
                  <a:pt x="401203" y="401203"/>
                </a:cubicBezTo>
                <a:lnTo>
                  <a:pt x="401203" y="382098"/>
                </a:lnTo>
                <a:lnTo>
                  <a:pt x="439413" y="382098"/>
                </a:lnTo>
                <a:cubicBezTo>
                  <a:pt x="450876" y="382098"/>
                  <a:pt x="458518" y="374456"/>
                  <a:pt x="458518" y="362993"/>
                </a:cubicBezTo>
                <a:lnTo>
                  <a:pt x="458518" y="219707"/>
                </a:lnTo>
                <a:cubicBezTo>
                  <a:pt x="458518" y="162392"/>
                  <a:pt x="410756" y="114630"/>
                  <a:pt x="353441" y="114630"/>
                </a:cubicBezTo>
                <a:close/>
                <a:moveTo>
                  <a:pt x="191049" y="19105"/>
                </a:moveTo>
                <a:lnTo>
                  <a:pt x="286574" y="19105"/>
                </a:lnTo>
                <a:lnTo>
                  <a:pt x="286574" y="57315"/>
                </a:lnTo>
                <a:lnTo>
                  <a:pt x="191049" y="57315"/>
                </a:lnTo>
                <a:lnTo>
                  <a:pt x="191049" y="19105"/>
                </a:lnTo>
                <a:close/>
                <a:moveTo>
                  <a:pt x="19105" y="219707"/>
                </a:moveTo>
                <a:cubicBezTo>
                  <a:pt x="19105" y="171944"/>
                  <a:pt x="57315" y="133734"/>
                  <a:pt x="105077" y="133734"/>
                </a:cubicBezTo>
                <a:cubicBezTo>
                  <a:pt x="152839" y="133734"/>
                  <a:pt x="191049" y="171944"/>
                  <a:pt x="191049" y="219707"/>
                </a:cubicBezTo>
                <a:lnTo>
                  <a:pt x="191049" y="362993"/>
                </a:lnTo>
                <a:lnTo>
                  <a:pt x="19105" y="362993"/>
                </a:lnTo>
                <a:lnTo>
                  <a:pt x="19105" y="219707"/>
                </a:lnTo>
                <a:close/>
                <a:moveTo>
                  <a:pt x="267469" y="401203"/>
                </a:moveTo>
                <a:lnTo>
                  <a:pt x="267469" y="267469"/>
                </a:lnTo>
                <a:lnTo>
                  <a:pt x="382098" y="267469"/>
                </a:lnTo>
                <a:lnTo>
                  <a:pt x="382098" y="401203"/>
                </a:lnTo>
                <a:lnTo>
                  <a:pt x="267469" y="401203"/>
                </a:lnTo>
                <a:close/>
                <a:moveTo>
                  <a:pt x="248364" y="248364"/>
                </a:moveTo>
                <a:lnTo>
                  <a:pt x="248364" y="219707"/>
                </a:lnTo>
                <a:lnTo>
                  <a:pt x="401203" y="219707"/>
                </a:lnTo>
                <a:lnTo>
                  <a:pt x="401203" y="248364"/>
                </a:lnTo>
                <a:lnTo>
                  <a:pt x="248364" y="248364"/>
                </a:lnTo>
                <a:close/>
                <a:moveTo>
                  <a:pt x="439413" y="362993"/>
                </a:moveTo>
                <a:lnTo>
                  <a:pt x="401203" y="362993"/>
                </a:lnTo>
                <a:lnTo>
                  <a:pt x="401203" y="267469"/>
                </a:lnTo>
                <a:lnTo>
                  <a:pt x="401203" y="267469"/>
                </a:lnTo>
                <a:cubicBezTo>
                  <a:pt x="412666" y="267469"/>
                  <a:pt x="420308" y="259827"/>
                  <a:pt x="420308" y="248364"/>
                </a:cubicBezTo>
                <a:lnTo>
                  <a:pt x="420308" y="219707"/>
                </a:lnTo>
                <a:cubicBezTo>
                  <a:pt x="420308" y="208244"/>
                  <a:pt x="412666" y="200602"/>
                  <a:pt x="401203" y="200602"/>
                </a:cubicBezTo>
                <a:lnTo>
                  <a:pt x="248364" y="200602"/>
                </a:lnTo>
                <a:cubicBezTo>
                  <a:pt x="236901" y="200602"/>
                  <a:pt x="229259" y="208244"/>
                  <a:pt x="229259" y="219707"/>
                </a:cubicBezTo>
                <a:lnTo>
                  <a:pt x="229259" y="248364"/>
                </a:lnTo>
                <a:cubicBezTo>
                  <a:pt x="229259" y="259827"/>
                  <a:pt x="236901" y="267469"/>
                  <a:pt x="248364" y="267469"/>
                </a:cubicBezTo>
                <a:lnTo>
                  <a:pt x="248364" y="267469"/>
                </a:lnTo>
                <a:lnTo>
                  <a:pt x="248364" y="362993"/>
                </a:lnTo>
                <a:lnTo>
                  <a:pt x="210154" y="362993"/>
                </a:lnTo>
                <a:lnTo>
                  <a:pt x="210154" y="219707"/>
                </a:lnTo>
                <a:cubicBezTo>
                  <a:pt x="210154" y="185318"/>
                  <a:pt x="192960" y="152839"/>
                  <a:pt x="164302" y="133734"/>
                </a:cubicBezTo>
                <a:lnTo>
                  <a:pt x="353441" y="133734"/>
                </a:lnTo>
                <a:cubicBezTo>
                  <a:pt x="401203" y="133734"/>
                  <a:pt x="439413" y="171944"/>
                  <a:pt x="439413" y="219707"/>
                </a:cubicBezTo>
                <a:lnTo>
                  <a:pt x="439413" y="36299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159" descr="Mailbox with Rx icon.">
            <a:extLst>
              <a:ext uri="{FF2B5EF4-FFF2-40B4-BE49-F238E27FC236}">
                <a16:creationId xmlns:a16="http://schemas.microsoft.com/office/drawing/2014/main" id="{245E6563-F6BB-4B06-886A-10BED9302848}"/>
              </a:ext>
            </a:extLst>
          </p:cNvPr>
          <p:cNvSpPr>
            <a:spLocks noChangeAspect="1"/>
          </p:cNvSpPr>
          <p:nvPr/>
        </p:nvSpPr>
        <p:spPr>
          <a:xfrm>
            <a:off x="3400409" y="4257887"/>
            <a:ext cx="458518" cy="420308"/>
          </a:xfrm>
          <a:custGeom>
            <a:avLst/>
            <a:gdLst>
              <a:gd name="connsiteX0" fmla="*/ 74509 w 458518"/>
              <a:gd name="connsiteY0" fmla="*/ 196781 h 420308"/>
              <a:gd name="connsiteX1" fmla="*/ 85972 w 458518"/>
              <a:gd name="connsiteY1" fmla="*/ 202512 h 420308"/>
              <a:gd name="connsiteX2" fmla="*/ 105077 w 458518"/>
              <a:gd name="connsiteY2" fmla="*/ 221617 h 420308"/>
              <a:gd name="connsiteX3" fmla="*/ 124182 w 458518"/>
              <a:gd name="connsiteY3" fmla="*/ 202512 h 420308"/>
              <a:gd name="connsiteX4" fmla="*/ 135645 w 458518"/>
              <a:gd name="connsiteY4" fmla="*/ 196781 h 420308"/>
              <a:gd name="connsiteX5" fmla="*/ 147108 w 458518"/>
              <a:gd name="connsiteY5" fmla="*/ 202512 h 420308"/>
              <a:gd name="connsiteX6" fmla="*/ 171944 w 458518"/>
              <a:gd name="connsiteY6" fmla="*/ 225438 h 420308"/>
              <a:gd name="connsiteX7" fmla="*/ 171944 w 458518"/>
              <a:gd name="connsiteY7" fmla="*/ 248364 h 420308"/>
              <a:gd name="connsiteX8" fmla="*/ 171944 w 458518"/>
              <a:gd name="connsiteY8" fmla="*/ 248364 h 420308"/>
              <a:gd name="connsiteX9" fmla="*/ 105077 w 458518"/>
              <a:gd name="connsiteY9" fmla="*/ 315231 h 420308"/>
              <a:gd name="connsiteX10" fmla="*/ 38210 w 458518"/>
              <a:gd name="connsiteY10" fmla="*/ 248364 h 420308"/>
              <a:gd name="connsiteX11" fmla="*/ 38210 w 458518"/>
              <a:gd name="connsiteY11" fmla="*/ 225438 h 420308"/>
              <a:gd name="connsiteX12" fmla="*/ 38210 w 458518"/>
              <a:gd name="connsiteY12" fmla="*/ 225438 h 420308"/>
              <a:gd name="connsiteX13" fmla="*/ 61136 w 458518"/>
              <a:gd name="connsiteY13" fmla="*/ 202512 h 420308"/>
              <a:gd name="connsiteX14" fmla="*/ 74509 w 458518"/>
              <a:gd name="connsiteY14" fmla="*/ 196781 h 420308"/>
              <a:gd name="connsiteX15" fmla="*/ 353441 w 458518"/>
              <a:gd name="connsiteY15" fmla="*/ 114630 h 420308"/>
              <a:gd name="connsiteX16" fmla="*/ 191049 w 458518"/>
              <a:gd name="connsiteY16" fmla="*/ 114630 h 420308"/>
              <a:gd name="connsiteX17" fmla="*/ 191049 w 458518"/>
              <a:gd name="connsiteY17" fmla="*/ 76420 h 420308"/>
              <a:gd name="connsiteX18" fmla="*/ 286574 w 458518"/>
              <a:gd name="connsiteY18" fmla="*/ 76420 h 420308"/>
              <a:gd name="connsiteX19" fmla="*/ 305679 w 458518"/>
              <a:gd name="connsiteY19" fmla="*/ 57315 h 420308"/>
              <a:gd name="connsiteX20" fmla="*/ 305679 w 458518"/>
              <a:gd name="connsiteY20" fmla="*/ 19105 h 420308"/>
              <a:gd name="connsiteX21" fmla="*/ 286574 w 458518"/>
              <a:gd name="connsiteY21" fmla="*/ 0 h 420308"/>
              <a:gd name="connsiteX22" fmla="*/ 191049 w 458518"/>
              <a:gd name="connsiteY22" fmla="*/ 0 h 420308"/>
              <a:gd name="connsiteX23" fmla="*/ 171944 w 458518"/>
              <a:gd name="connsiteY23" fmla="*/ 19105 h 420308"/>
              <a:gd name="connsiteX24" fmla="*/ 171944 w 458518"/>
              <a:gd name="connsiteY24" fmla="*/ 114630 h 420308"/>
              <a:gd name="connsiteX25" fmla="*/ 105077 w 458518"/>
              <a:gd name="connsiteY25" fmla="*/ 114630 h 420308"/>
              <a:gd name="connsiteX26" fmla="*/ 0 w 458518"/>
              <a:gd name="connsiteY26" fmla="*/ 219707 h 420308"/>
              <a:gd name="connsiteX27" fmla="*/ 0 w 458518"/>
              <a:gd name="connsiteY27" fmla="*/ 362993 h 420308"/>
              <a:gd name="connsiteX28" fmla="*/ 19105 w 458518"/>
              <a:gd name="connsiteY28" fmla="*/ 382098 h 420308"/>
              <a:gd name="connsiteX29" fmla="*/ 229259 w 458518"/>
              <a:gd name="connsiteY29" fmla="*/ 382098 h 420308"/>
              <a:gd name="connsiteX30" fmla="*/ 229259 w 458518"/>
              <a:gd name="connsiteY30" fmla="*/ 401203 h 420308"/>
              <a:gd name="connsiteX31" fmla="*/ 248364 w 458518"/>
              <a:gd name="connsiteY31" fmla="*/ 420308 h 420308"/>
              <a:gd name="connsiteX32" fmla="*/ 410756 w 458518"/>
              <a:gd name="connsiteY32" fmla="*/ 420308 h 420308"/>
              <a:gd name="connsiteX33" fmla="*/ 429861 w 458518"/>
              <a:gd name="connsiteY33" fmla="*/ 401203 h 420308"/>
              <a:gd name="connsiteX34" fmla="*/ 429861 w 458518"/>
              <a:gd name="connsiteY34" fmla="*/ 382098 h 420308"/>
              <a:gd name="connsiteX35" fmla="*/ 439413 w 458518"/>
              <a:gd name="connsiteY35" fmla="*/ 382098 h 420308"/>
              <a:gd name="connsiteX36" fmla="*/ 458518 w 458518"/>
              <a:gd name="connsiteY36" fmla="*/ 362993 h 420308"/>
              <a:gd name="connsiteX37" fmla="*/ 458518 w 458518"/>
              <a:gd name="connsiteY37" fmla="*/ 219707 h 420308"/>
              <a:gd name="connsiteX38" fmla="*/ 353441 w 458518"/>
              <a:gd name="connsiteY38" fmla="*/ 114630 h 420308"/>
              <a:gd name="connsiteX39" fmla="*/ 191049 w 458518"/>
              <a:gd name="connsiteY39" fmla="*/ 19105 h 420308"/>
              <a:gd name="connsiteX40" fmla="*/ 286574 w 458518"/>
              <a:gd name="connsiteY40" fmla="*/ 19105 h 420308"/>
              <a:gd name="connsiteX41" fmla="*/ 286574 w 458518"/>
              <a:gd name="connsiteY41" fmla="*/ 57315 h 420308"/>
              <a:gd name="connsiteX42" fmla="*/ 191049 w 458518"/>
              <a:gd name="connsiteY42" fmla="*/ 57315 h 420308"/>
              <a:gd name="connsiteX43" fmla="*/ 191049 w 458518"/>
              <a:gd name="connsiteY43" fmla="*/ 19105 h 420308"/>
              <a:gd name="connsiteX44" fmla="*/ 191049 w 458518"/>
              <a:gd name="connsiteY44" fmla="*/ 362993 h 420308"/>
              <a:gd name="connsiteX45" fmla="*/ 19105 w 458518"/>
              <a:gd name="connsiteY45" fmla="*/ 362993 h 420308"/>
              <a:gd name="connsiteX46" fmla="*/ 19105 w 458518"/>
              <a:gd name="connsiteY46" fmla="*/ 219707 h 420308"/>
              <a:gd name="connsiteX47" fmla="*/ 105077 w 458518"/>
              <a:gd name="connsiteY47" fmla="*/ 133734 h 420308"/>
              <a:gd name="connsiteX48" fmla="*/ 191049 w 458518"/>
              <a:gd name="connsiteY48" fmla="*/ 219707 h 420308"/>
              <a:gd name="connsiteX49" fmla="*/ 191049 w 458518"/>
              <a:gd name="connsiteY49" fmla="*/ 362993 h 420308"/>
              <a:gd name="connsiteX50" fmla="*/ 410756 w 458518"/>
              <a:gd name="connsiteY50" fmla="*/ 401203 h 420308"/>
              <a:gd name="connsiteX51" fmla="*/ 248364 w 458518"/>
              <a:gd name="connsiteY51" fmla="*/ 401203 h 420308"/>
              <a:gd name="connsiteX52" fmla="*/ 248364 w 458518"/>
              <a:gd name="connsiteY52" fmla="*/ 210154 h 420308"/>
              <a:gd name="connsiteX53" fmla="*/ 410756 w 458518"/>
              <a:gd name="connsiteY53" fmla="*/ 210154 h 420308"/>
              <a:gd name="connsiteX54" fmla="*/ 410756 w 458518"/>
              <a:gd name="connsiteY54" fmla="*/ 401203 h 420308"/>
              <a:gd name="connsiteX55" fmla="*/ 439413 w 458518"/>
              <a:gd name="connsiteY55" fmla="*/ 362993 h 420308"/>
              <a:gd name="connsiteX56" fmla="*/ 429861 w 458518"/>
              <a:gd name="connsiteY56" fmla="*/ 362993 h 420308"/>
              <a:gd name="connsiteX57" fmla="*/ 429861 w 458518"/>
              <a:gd name="connsiteY57" fmla="*/ 210154 h 420308"/>
              <a:gd name="connsiteX58" fmla="*/ 410756 w 458518"/>
              <a:gd name="connsiteY58" fmla="*/ 191049 h 420308"/>
              <a:gd name="connsiteX59" fmla="*/ 248364 w 458518"/>
              <a:gd name="connsiteY59" fmla="*/ 191049 h 420308"/>
              <a:gd name="connsiteX60" fmla="*/ 234990 w 458518"/>
              <a:gd name="connsiteY60" fmla="*/ 196781 h 420308"/>
              <a:gd name="connsiteX61" fmla="*/ 229259 w 458518"/>
              <a:gd name="connsiteY61" fmla="*/ 210154 h 420308"/>
              <a:gd name="connsiteX62" fmla="*/ 229259 w 458518"/>
              <a:gd name="connsiteY62" fmla="*/ 362993 h 420308"/>
              <a:gd name="connsiteX63" fmla="*/ 210154 w 458518"/>
              <a:gd name="connsiteY63" fmla="*/ 362993 h 420308"/>
              <a:gd name="connsiteX64" fmla="*/ 210154 w 458518"/>
              <a:gd name="connsiteY64" fmla="*/ 219707 h 420308"/>
              <a:gd name="connsiteX65" fmla="*/ 164302 w 458518"/>
              <a:gd name="connsiteY65" fmla="*/ 133734 h 420308"/>
              <a:gd name="connsiteX66" fmla="*/ 353441 w 458518"/>
              <a:gd name="connsiteY66" fmla="*/ 133734 h 420308"/>
              <a:gd name="connsiteX67" fmla="*/ 439413 w 458518"/>
              <a:gd name="connsiteY67" fmla="*/ 219707 h 420308"/>
              <a:gd name="connsiteX68" fmla="*/ 439413 w 458518"/>
              <a:gd name="connsiteY68" fmla="*/ 362993 h 420308"/>
              <a:gd name="connsiteX69" fmla="*/ 401203 w 458518"/>
              <a:gd name="connsiteY69" fmla="*/ 311410 h 420308"/>
              <a:gd name="connsiteX70" fmla="*/ 376367 w 458518"/>
              <a:gd name="connsiteY70" fmla="*/ 311410 h 420308"/>
              <a:gd name="connsiteX71" fmla="*/ 359172 w 458518"/>
              <a:gd name="connsiteY71" fmla="*/ 334336 h 420308"/>
              <a:gd name="connsiteX72" fmla="*/ 332426 w 458518"/>
              <a:gd name="connsiteY72" fmla="*/ 299947 h 420308"/>
              <a:gd name="connsiteX73" fmla="*/ 351530 w 458518"/>
              <a:gd name="connsiteY73" fmla="*/ 275111 h 420308"/>
              <a:gd name="connsiteX74" fmla="*/ 351530 w 458518"/>
              <a:gd name="connsiteY74" fmla="*/ 256006 h 420308"/>
              <a:gd name="connsiteX75" fmla="*/ 322873 w 458518"/>
              <a:gd name="connsiteY75" fmla="*/ 229259 h 420308"/>
              <a:gd name="connsiteX76" fmla="*/ 275111 w 458518"/>
              <a:gd name="connsiteY76" fmla="*/ 229259 h 420308"/>
              <a:gd name="connsiteX77" fmla="*/ 267469 w 458518"/>
              <a:gd name="connsiteY77" fmla="*/ 236901 h 420308"/>
              <a:gd name="connsiteX78" fmla="*/ 267469 w 458518"/>
              <a:gd name="connsiteY78" fmla="*/ 301858 h 420308"/>
              <a:gd name="connsiteX79" fmla="*/ 267469 w 458518"/>
              <a:gd name="connsiteY79" fmla="*/ 301858 h 420308"/>
              <a:gd name="connsiteX80" fmla="*/ 267469 w 458518"/>
              <a:gd name="connsiteY80" fmla="*/ 347710 h 420308"/>
              <a:gd name="connsiteX81" fmla="*/ 286574 w 458518"/>
              <a:gd name="connsiteY81" fmla="*/ 347710 h 420308"/>
              <a:gd name="connsiteX82" fmla="*/ 286574 w 458518"/>
              <a:gd name="connsiteY82" fmla="*/ 301858 h 420308"/>
              <a:gd name="connsiteX83" fmla="*/ 309500 w 458518"/>
              <a:gd name="connsiteY83" fmla="*/ 301858 h 420308"/>
              <a:gd name="connsiteX84" fmla="*/ 347710 w 458518"/>
              <a:gd name="connsiteY84" fmla="*/ 347710 h 420308"/>
              <a:gd name="connsiteX85" fmla="*/ 319052 w 458518"/>
              <a:gd name="connsiteY85" fmla="*/ 384009 h 420308"/>
              <a:gd name="connsiteX86" fmla="*/ 341978 w 458518"/>
              <a:gd name="connsiteY86" fmla="*/ 384009 h 420308"/>
              <a:gd name="connsiteX87" fmla="*/ 359172 w 458518"/>
              <a:gd name="connsiteY87" fmla="*/ 361083 h 420308"/>
              <a:gd name="connsiteX88" fmla="*/ 376367 w 458518"/>
              <a:gd name="connsiteY88" fmla="*/ 382098 h 420308"/>
              <a:gd name="connsiteX89" fmla="*/ 401203 w 458518"/>
              <a:gd name="connsiteY89" fmla="*/ 382098 h 420308"/>
              <a:gd name="connsiteX90" fmla="*/ 370635 w 458518"/>
              <a:gd name="connsiteY90" fmla="*/ 345799 h 420308"/>
              <a:gd name="connsiteX91" fmla="*/ 401203 w 458518"/>
              <a:gd name="connsiteY91" fmla="*/ 311410 h 420308"/>
              <a:gd name="connsiteX92" fmla="*/ 324784 w 458518"/>
              <a:gd name="connsiteY92" fmla="*/ 284663 h 420308"/>
              <a:gd name="connsiteX93" fmla="*/ 286574 w 458518"/>
              <a:gd name="connsiteY93" fmla="*/ 284663 h 420308"/>
              <a:gd name="connsiteX94" fmla="*/ 286574 w 458518"/>
              <a:gd name="connsiteY94" fmla="*/ 282753 h 420308"/>
              <a:gd name="connsiteX95" fmla="*/ 286574 w 458518"/>
              <a:gd name="connsiteY95" fmla="*/ 282753 h 420308"/>
              <a:gd name="connsiteX96" fmla="*/ 286574 w 458518"/>
              <a:gd name="connsiteY96" fmla="*/ 248364 h 420308"/>
              <a:gd name="connsiteX97" fmla="*/ 322873 w 458518"/>
              <a:gd name="connsiteY97" fmla="*/ 248364 h 420308"/>
              <a:gd name="connsiteX98" fmla="*/ 332426 w 458518"/>
              <a:gd name="connsiteY98" fmla="*/ 257916 h 420308"/>
              <a:gd name="connsiteX99" fmla="*/ 332426 w 458518"/>
              <a:gd name="connsiteY99" fmla="*/ 277021 h 420308"/>
              <a:gd name="connsiteX100" fmla="*/ 324784 w 458518"/>
              <a:gd name="connsiteY100" fmla="*/ 284663 h 420308"/>
              <a:gd name="connsiteX101" fmla="*/ 324784 w 458518"/>
              <a:gd name="connsiteY101" fmla="*/ 28466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58518" h="420308">
                <a:moveTo>
                  <a:pt x="74509" y="196781"/>
                </a:moveTo>
                <a:cubicBezTo>
                  <a:pt x="78330" y="196781"/>
                  <a:pt x="84062" y="198691"/>
                  <a:pt x="85972" y="202512"/>
                </a:cubicBezTo>
                <a:lnTo>
                  <a:pt x="105077" y="221617"/>
                </a:lnTo>
                <a:lnTo>
                  <a:pt x="124182" y="202512"/>
                </a:lnTo>
                <a:cubicBezTo>
                  <a:pt x="128003" y="198691"/>
                  <a:pt x="131824" y="196781"/>
                  <a:pt x="135645" y="196781"/>
                </a:cubicBezTo>
                <a:cubicBezTo>
                  <a:pt x="139466" y="196781"/>
                  <a:pt x="145197" y="198691"/>
                  <a:pt x="147108" y="202512"/>
                </a:cubicBezTo>
                <a:lnTo>
                  <a:pt x="171944" y="225438"/>
                </a:lnTo>
                <a:cubicBezTo>
                  <a:pt x="177676" y="231170"/>
                  <a:pt x="177676" y="242632"/>
                  <a:pt x="171944" y="248364"/>
                </a:cubicBezTo>
                <a:lnTo>
                  <a:pt x="171944" y="248364"/>
                </a:lnTo>
                <a:lnTo>
                  <a:pt x="105077" y="315231"/>
                </a:lnTo>
                <a:lnTo>
                  <a:pt x="38210" y="248364"/>
                </a:lnTo>
                <a:cubicBezTo>
                  <a:pt x="32478" y="242632"/>
                  <a:pt x="30568" y="231170"/>
                  <a:pt x="38210" y="225438"/>
                </a:cubicBezTo>
                <a:lnTo>
                  <a:pt x="38210" y="225438"/>
                </a:lnTo>
                <a:lnTo>
                  <a:pt x="61136" y="202512"/>
                </a:lnTo>
                <a:cubicBezTo>
                  <a:pt x="64957" y="198691"/>
                  <a:pt x="68778" y="196781"/>
                  <a:pt x="74509" y="196781"/>
                </a:cubicBezTo>
                <a:moveTo>
                  <a:pt x="353441" y="114630"/>
                </a:moveTo>
                <a:lnTo>
                  <a:pt x="191049" y="114630"/>
                </a:lnTo>
                <a:lnTo>
                  <a:pt x="191049" y="76420"/>
                </a:lnTo>
                <a:lnTo>
                  <a:pt x="286574" y="76420"/>
                </a:lnTo>
                <a:cubicBezTo>
                  <a:pt x="298037" y="76420"/>
                  <a:pt x="305679" y="68778"/>
                  <a:pt x="305679" y="57315"/>
                </a:cubicBezTo>
                <a:lnTo>
                  <a:pt x="305679" y="19105"/>
                </a:lnTo>
                <a:cubicBezTo>
                  <a:pt x="305679" y="7642"/>
                  <a:pt x="298037" y="0"/>
                  <a:pt x="286574" y="0"/>
                </a:cubicBezTo>
                <a:lnTo>
                  <a:pt x="191049" y="0"/>
                </a:lnTo>
                <a:cubicBezTo>
                  <a:pt x="179586" y="0"/>
                  <a:pt x="171944" y="7642"/>
                  <a:pt x="171944" y="19105"/>
                </a:cubicBezTo>
                <a:lnTo>
                  <a:pt x="171944" y="114630"/>
                </a:lnTo>
                <a:lnTo>
                  <a:pt x="105077" y="114630"/>
                </a:lnTo>
                <a:cubicBezTo>
                  <a:pt x="47762" y="114630"/>
                  <a:pt x="0" y="162392"/>
                  <a:pt x="0" y="219707"/>
                </a:cubicBez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229259" y="382098"/>
                </a:lnTo>
                <a:lnTo>
                  <a:pt x="229259" y="401203"/>
                </a:lnTo>
                <a:cubicBezTo>
                  <a:pt x="229259" y="412666"/>
                  <a:pt x="236901" y="420308"/>
                  <a:pt x="248364" y="420308"/>
                </a:cubicBezTo>
                <a:lnTo>
                  <a:pt x="410756" y="420308"/>
                </a:lnTo>
                <a:cubicBezTo>
                  <a:pt x="422219" y="420308"/>
                  <a:pt x="429861" y="412666"/>
                  <a:pt x="429861" y="401203"/>
                </a:cubicBezTo>
                <a:lnTo>
                  <a:pt x="429861" y="382098"/>
                </a:lnTo>
                <a:lnTo>
                  <a:pt x="439413" y="382098"/>
                </a:lnTo>
                <a:cubicBezTo>
                  <a:pt x="450876" y="382098"/>
                  <a:pt x="458518" y="374456"/>
                  <a:pt x="458518" y="362993"/>
                </a:cubicBezTo>
                <a:lnTo>
                  <a:pt x="458518" y="219707"/>
                </a:lnTo>
                <a:cubicBezTo>
                  <a:pt x="458518" y="162392"/>
                  <a:pt x="410756" y="114630"/>
                  <a:pt x="353441" y="114630"/>
                </a:cubicBezTo>
                <a:close/>
                <a:moveTo>
                  <a:pt x="191049" y="19105"/>
                </a:moveTo>
                <a:lnTo>
                  <a:pt x="286574" y="19105"/>
                </a:lnTo>
                <a:lnTo>
                  <a:pt x="286574" y="57315"/>
                </a:lnTo>
                <a:lnTo>
                  <a:pt x="191049" y="57315"/>
                </a:lnTo>
                <a:lnTo>
                  <a:pt x="191049" y="19105"/>
                </a:lnTo>
                <a:close/>
                <a:moveTo>
                  <a:pt x="191049" y="362993"/>
                </a:moveTo>
                <a:lnTo>
                  <a:pt x="19105" y="362993"/>
                </a:lnTo>
                <a:lnTo>
                  <a:pt x="19105" y="219707"/>
                </a:lnTo>
                <a:cubicBezTo>
                  <a:pt x="19105" y="171944"/>
                  <a:pt x="57315" y="133734"/>
                  <a:pt x="105077" y="133734"/>
                </a:cubicBezTo>
                <a:cubicBezTo>
                  <a:pt x="152839" y="133734"/>
                  <a:pt x="191049" y="171944"/>
                  <a:pt x="191049" y="219707"/>
                </a:cubicBezTo>
                <a:lnTo>
                  <a:pt x="191049" y="362993"/>
                </a:lnTo>
                <a:close/>
                <a:moveTo>
                  <a:pt x="410756" y="401203"/>
                </a:moveTo>
                <a:lnTo>
                  <a:pt x="248364" y="401203"/>
                </a:lnTo>
                <a:lnTo>
                  <a:pt x="248364" y="210154"/>
                </a:lnTo>
                <a:lnTo>
                  <a:pt x="410756" y="210154"/>
                </a:lnTo>
                <a:lnTo>
                  <a:pt x="410756" y="401203"/>
                </a:lnTo>
                <a:close/>
                <a:moveTo>
                  <a:pt x="439413" y="362993"/>
                </a:moveTo>
                <a:lnTo>
                  <a:pt x="429861" y="362993"/>
                </a:lnTo>
                <a:lnTo>
                  <a:pt x="429861" y="210154"/>
                </a:lnTo>
                <a:cubicBezTo>
                  <a:pt x="429861" y="198691"/>
                  <a:pt x="422219" y="191049"/>
                  <a:pt x="410756" y="191049"/>
                </a:cubicBezTo>
                <a:lnTo>
                  <a:pt x="248364" y="191049"/>
                </a:lnTo>
                <a:cubicBezTo>
                  <a:pt x="242632" y="191049"/>
                  <a:pt x="238811" y="192960"/>
                  <a:pt x="234990" y="196781"/>
                </a:cubicBezTo>
                <a:cubicBezTo>
                  <a:pt x="231170" y="200602"/>
                  <a:pt x="229259" y="204423"/>
                  <a:pt x="229259" y="210154"/>
                </a:cubicBezTo>
                <a:lnTo>
                  <a:pt x="229259" y="362993"/>
                </a:lnTo>
                <a:lnTo>
                  <a:pt x="210154" y="362993"/>
                </a:lnTo>
                <a:lnTo>
                  <a:pt x="210154" y="219707"/>
                </a:lnTo>
                <a:cubicBezTo>
                  <a:pt x="210154" y="185318"/>
                  <a:pt x="192960" y="152839"/>
                  <a:pt x="164302" y="133734"/>
                </a:cubicBezTo>
                <a:lnTo>
                  <a:pt x="353441" y="133734"/>
                </a:lnTo>
                <a:cubicBezTo>
                  <a:pt x="401203" y="133734"/>
                  <a:pt x="439413" y="171944"/>
                  <a:pt x="439413" y="219707"/>
                </a:cubicBezTo>
                <a:lnTo>
                  <a:pt x="439413" y="362993"/>
                </a:lnTo>
                <a:close/>
                <a:moveTo>
                  <a:pt x="401203" y="311410"/>
                </a:moveTo>
                <a:lnTo>
                  <a:pt x="376367" y="311410"/>
                </a:lnTo>
                <a:lnTo>
                  <a:pt x="359172" y="334336"/>
                </a:lnTo>
                <a:lnTo>
                  <a:pt x="332426" y="299947"/>
                </a:lnTo>
                <a:cubicBezTo>
                  <a:pt x="343889" y="296126"/>
                  <a:pt x="351530" y="286574"/>
                  <a:pt x="351530" y="275111"/>
                </a:cubicBezTo>
                <a:lnTo>
                  <a:pt x="351530" y="256006"/>
                </a:lnTo>
                <a:cubicBezTo>
                  <a:pt x="351530" y="240722"/>
                  <a:pt x="338157" y="229259"/>
                  <a:pt x="322873" y="229259"/>
                </a:cubicBezTo>
                <a:lnTo>
                  <a:pt x="275111" y="229259"/>
                </a:lnTo>
                <a:cubicBezTo>
                  <a:pt x="271290" y="229259"/>
                  <a:pt x="267469" y="233080"/>
                  <a:pt x="267469" y="236901"/>
                </a:cubicBezTo>
                <a:lnTo>
                  <a:pt x="267469" y="301858"/>
                </a:lnTo>
                <a:lnTo>
                  <a:pt x="267469" y="301858"/>
                </a:lnTo>
                <a:lnTo>
                  <a:pt x="267469" y="347710"/>
                </a:lnTo>
                <a:lnTo>
                  <a:pt x="286574" y="347710"/>
                </a:lnTo>
                <a:lnTo>
                  <a:pt x="286574" y="301858"/>
                </a:lnTo>
                <a:lnTo>
                  <a:pt x="309500" y="301858"/>
                </a:lnTo>
                <a:lnTo>
                  <a:pt x="347710" y="347710"/>
                </a:lnTo>
                <a:lnTo>
                  <a:pt x="319052" y="384009"/>
                </a:lnTo>
                <a:lnTo>
                  <a:pt x="341978" y="384009"/>
                </a:lnTo>
                <a:lnTo>
                  <a:pt x="359172" y="361083"/>
                </a:lnTo>
                <a:lnTo>
                  <a:pt x="376367" y="382098"/>
                </a:lnTo>
                <a:lnTo>
                  <a:pt x="401203" y="382098"/>
                </a:lnTo>
                <a:lnTo>
                  <a:pt x="370635" y="345799"/>
                </a:lnTo>
                <a:lnTo>
                  <a:pt x="401203" y="311410"/>
                </a:lnTo>
                <a:close/>
                <a:moveTo>
                  <a:pt x="324784" y="284663"/>
                </a:moveTo>
                <a:lnTo>
                  <a:pt x="286574" y="284663"/>
                </a:lnTo>
                <a:lnTo>
                  <a:pt x="286574" y="282753"/>
                </a:lnTo>
                <a:lnTo>
                  <a:pt x="286574" y="282753"/>
                </a:lnTo>
                <a:lnTo>
                  <a:pt x="286574" y="248364"/>
                </a:lnTo>
                <a:lnTo>
                  <a:pt x="322873" y="248364"/>
                </a:lnTo>
                <a:cubicBezTo>
                  <a:pt x="328605" y="248364"/>
                  <a:pt x="332426" y="252185"/>
                  <a:pt x="332426" y="257916"/>
                </a:cubicBezTo>
                <a:lnTo>
                  <a:pt x="332426" y="277021"/>
                </a:lnTo>
                <a:cubicBezTo>
                  <a:pt x="332426" y="280842"/>
                  <a:pt x="328605" y="284663"/>
                  <a:pt x="324784" y="284663"/>
                </a:cubicBezTo>
                <a:lnTo>
                  <a:pt x="324784" y="28466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Graphic 78" descr="Formula test tubes icon.">
            <a:extLst>
              <a:ext uri="{FF2B5EF4-FFF2-40B4-BE49-F238E27FC236}">
                <a16:creationId xmlns:a16="http://schemas.microsoft.com/office/drawing/2014/main" id="{70AE7854-67FB-463C-9CAB-053AE00EED0C}"/>
              </a:ext>
            </a:extLst>
          </p:cNvPr>
          <p:cNvSpPr/>
          <p:nvPr/>
        </p:nvSpPr>
        <p:spPr>
          <a:xfrm>
            <a:off x="4626292" y="4333345"/>
            <a:ext cx="459801" cy="344850"/>
          </a:xfrm>
          <a:custGeom>
            <a:avLst/>
            <a:gdLst>
              <a:gd name="connsiteX0" fmla="*/ 440643 w 459801"/>
              <a:gd name="connsiteY0" fmla="*/ 229901 h 344850"/>
              <a:gd name="connsiteX1" fmla="*/ 411905 w 459801"/>
              <a:gd name="connsiteY1" fmla="*/ 229901 h 344850"/>
              <a:gd name="connsiteX2" fmla="*/ 411905 w 459801"/>
              <a:gd name="connsiteY2" fmla="*/ 44831 h 344850"/>
              <a:gd name="connsiteX3" fmla="*/ 421484 w 459801"/>
              <a:gd name="connsiteY3" fmla="*/ 28546 h 344850"/>
              <a:gd name="connsiteX4" fmla="*/ 421484 w 459801"/>
              <a:gd name="connsiteY4" fmla="*/ 19158 h 344850"/>
              <a:gd name="connsiteX5" fmla="*/ 402326 w 459801"/>
              <a:gd name="connsiteY5" fmla="*/ 0 h 344850"/>
              <a:gd name="connsiteX6" fmla="*/ 325692 w 459801"/>
              <a:gd name="connsiteY6" fmla="*/ 0 h 344850"/>
              <a:gd name="connsiteX7" fmla="*/ 306534 w 459801"/>
              <a:gd name="connsiteY7" fmla="*/ 19158 h 344850"/>
              <a:gd name="connsiteX8" fmla="*/ 306534 w 459801"/>
              <a:gd name="connsiteY8" fmla="*/ 28163 h 344850"/>
              <a:gd name="connsiteX9" fmla="*/ 315922 w 459801"/>
              <a:gd name="connsiteY9" fmla="*/ 44256 h 344850"/>
              <a:gd name="connsiteX10" fmla="*/ 315922 w 459801"/>
              <a:gd name="connsiteY10" fmla="*/ 229901 h 344850"/>
              <a:gd name="connsiteX11" fmla="*/ 277605 w 459801"/>
              <a:gd name="connsiteY11" fmla="*/ 229901 h 344850"/>
              <a:gd name="connsiteX12" fmla="*/ 277605 w 459801"/>
              <a:gd name="connsiteY12" fmla="*/ 44831 h 344850"/>
              <a:gd name="connsiteX13" fmla="*/ 287184 w 459801"/>
              <a:gd name="connsiteY13" fmla="*/ 28546 h 344850"/>
              <a:gd name="connsiteX14" fmla="*/ 287184 w 459801"/>
              <a:gd name="connsiteY14" fmla="*/ 19158 h 344850"/>
              <a:gd name="connsiteX15" fmla="*/ 268026 w 459801"/>
              <a:gd name="connsiteY15" fmla="*/ 0 h 344850"/>
              <a:gd name="connsiteX16" fmla="*/ 191584 w 459801"/>
              <a:gd name="connsiteY16" fmla="*/ 0 h 344850"/>
              <a:gd name="connsiteX17" fmla="*/ 172425 w 459801"/>
              <a:gd name="connsiteY17" fmla="*/ 19158 h 344850"/>
              <a:gd name="connsiteX18" fmla="*/ 172425 w 459801"/>
              <a:gd name="connsiteY18" fmla="*/ 28163 h 344850"/>
              <a:gd name="connsiteX19" fmla="*/ 181813 w 459801"/>
              <a:gd name="connsiteY19" fmla="*/ 44256 h 344850"/>
              <a:gd name="connsiteX20" fmla="*/ 181813 w 459801"/>
              <a:gd name="connsiteY20" fmla="*/ 229901 h 344850"/>
              <a:gd name="connsiteX21" fmla="*/ 143496 w 459801"/>
              <a:gd name="connsiteY21" fmla="*/ 229901 h 344850"/>
              <a:gd name="connsiteX22" fmla="*/ 143496 w 459801"/>
              <a:gd name="connsiteY22" fmla="*/ 45022 h 344850"/>
              <a:gd name="connsiteX23" fmla="*/ 153267 w 459801"/>
              <a:gd name="connsiteY23" fmla="*/ 28738 h 344850"/>
              <a:gd name="connsiteX24" fmla="*/ 153267 w 459801"/>
              <a:gd name="connsiteY24" fmla="*/ 19158 h 344850"/>
              <a:gd name="connsiteX25" fmla="*/ 134109 w 459801"/>
              <a:gd name="connsiteY25" fmla="*/ 0 h 344850"/>
              <a:gd name="connsiteX26" fmla="*/ 57475 w 459801"/>
              <a:gd name="connsiteY26" fmla="*/ 0 h 344850"/>
              <a:gd name="connsiteX27" fmla="*/ 38317 w 459801"/>
              <a:gd name="connsiteY27" fmla="*/ 19158 h 344850"/>
              <a:gd name="connsiteX28" fmla="*/ 38317 w 459801"/>
              <a:gd name="connsiteY28" fmla="*/ 28738 h 344850"/>
              <a:gd name="connsiteX29" fmla="*/ 47896 w 459801"/>
              <a:gd name="connsiteY29" fmla="*/ 45022 h 344850"/>
              <a:gd name="connsiteX30" fmla="*/ 47896 w 459801"/>
              <a:gd name="connsiteY30" fmla="*/ 229901 h 344850"/>
              <a:gd name="connsiteX31" fmla="*/ 19158 w 459801"/>
              <a:gd name="connsiteY31" fmla="*/ 229901 h 344850"/>
              <a:gd name="connsiteX32" fmla="*/ 0 w 459801"/>
              <a:gd name="connsiteY32" fmla="*/ 249059 h 344850"/>
              <a:gd name="connsiteX33" fmla="*/ 0 w 459801"/>
              <a:gd name="connsiteY33" fmla="*/ 325692 h 344850"/>
              <a:gd name="connsiteX34" fmla="*/ 19158 w 459801"/>
              <a:gd name="connsiteY34" fmla="*/ 344851 h 344850"/>
              <a:gd name="connsiteX35" fmla="*/ 440643 w 459801"/>
              <a:gd name="connsiteY35" fmla="*/ 344851 h 344850"/>
              <a:gd name="connsiteX36" fmla="*/ 459801 w 459801"/>
              <a:gd name="connsiteY36" fmla="*/ 325692 h 344850"/>
              <a:gd name="connsiteX37" fmla="*/ 459801 w 459801"/>
              <a:gd name="connsiteY37" fmla="*/ 249059 h 344850"/>
              <a:gd name="connsiteX38" fmla="*/ 440643 w 459801"/>
              <a:gd name="connsiteY38" fmla="*/ 229901 h 344850"/>
              <a:gd name="connsiteX39" fmla="*/ 335080 w 459801"/>
              <a:gd name="connsiteY39" fmla="*/ 47704 h 344850"/>
              <a:gd name="connsiteX40" fmla="*/ 392555 w 459801"/>
              <a:gd name="connsiteY40" fmla="*/ 47704 h 344850"/>
              <a:gd name="connsiteX41" fmla="*/ 392555 w 459801"/>
              <a:gd name="connsiteY41" fmla="*/ 114950 h 344850"/>
              <a:gd name="connsiteX42" fmla="*/ 335080 w 459801"/>
              <a:gd name="connsiteY42" fmla="*/ 114950 h 344850"/>
              <a:gd name="connsiteX43" fmla="*/ 402326 w 459801"/>
              <a:gd name="connsiteY43" fmla="*/ 19158 h 344850"/>
              <a:gd name="connsiteX44" fmla="*/ 402326 w 459801"/>
              <a:gd name="connsiteY44" fmla="*/ 28163 h 344850"/>
              <a:gd name="connsiteX45" fmla="*/ 325692 w 459801"/>
              <a:gd name="connsiteY45" fmla="*/ 28163 h 344850"/>
              <a:gd name="connsiteX46" fmla="*/ 325692 w 459801"/>
              <a:gd name="connsiteY46" fmla="*/ 19158 h 344850"/>
              <a:gd name="connsiteX47" fmla="*/ 335080 w 459801"/>
              <a:gd name="connsiteY47" fmla="*/ 134109 h 344850"/>
              <a:gd name="connsiteX48" fmla="*/ 392555 w 459801"/>
              <a:gd name="connsiteY48" fmla="*/ 134109 h 344850"/>
              <a:gd name="connsiteX49" fmla="*/ 392555 w 459801"/>
              <a:gd name="connsiteY49" fmla="*/ 229901 h 344850"/>
              <a:gd name="connsiteX50" fmla="*/ 335080 w 459801"/>
              <a:gd name="connsiteY50" fmla="*/ 229901 h 344850"/>
              <a:gd name="connsiteX51" fmla="*/ 335080 w 459801"/>
              <a:gd name="connsiteY51" fmla="*/ 249059 h 344850"/>
              <a:gd name="connsiteX52" fmla="*/ 392555 w 459801"/>
              <a:gd name="connsiteY52" fmla="*/ 249059 h 344850"/>
              <a:gd name="connsiteX53" fmla="*/ 392555 w 459801"/>
              <a:gd name="connsiteY53" fmla="*/ 270899 h 344850"/>
              <a:gd name="connsiteX54" fmla="*/ 359108 w 459801"/>
              <a:gd name="connsiteY54" fmla="*/ 294928 h 344850"/>
              <a:gd name="connsiteX55" fmla="*/ 335080 w 459801"/>
              <a:gd name="connsiteY55" fmla="*/ 270899 h 344850"/>
              <a:gd name="connsiteX56" fmla="*/ 200971 w 459801"/>
              <a:gd name="connsiteY56" fmla="*/ 47704 h 344850"/>
              <a:gd name="connsiteX57" fmla="*/ 258446 w 459801"/>
              <a:gd name="connsiteY57" fmla="*/ 47704 h 344850"/>
              <a:gd name="connsiteX58" fmla="*/ 258446 w 459801"/>
              <a:gd name="connsiteY58" fmla="*/ 114950 h 344850"/>
              <a:gd name="connsiteX59" fmla="*/ 200971 w 459801"/>
              <a:gd name="connsiteY59" fmla="*/ 114950 h 344850"/>
              <a:gd name="connsiteX60" fmla="*/ 268217 w 459801"/>
              <a:gd name="connsiteY60" fmla="*/ 19158 h 344850"/>
              <a:gd name="connsiteX61" fmla="*/ 268217 w 459801"/>
              <a:gd name="connsiteY61" fmla="*/ 28163 h 344850"/>
              <a:gd name="connsiteX62" fmla="*/ 191584 w 459801"/>
              <a:gd name="connsiteY62" fmla="*/ 28163 h 344850"/>
              <a:gd name="connsiteX63" fmla="*/ 191584 w 459801"/>
              <a:gd name="connsiteY63" fmla="*/ 19158 h 344850"/>
              <a:gd name="connsiteX64" fmla="*/ 200971 w 459801"/>
              <a:gd name="connsiteY64" fmla="*/ 134109 h 344850"/>
              <a:gd name="connsiteX65" fmla="*/ 258446 w 459801"/>
              <a:gd name="connsiteY65" fmla="*/ 134109 h 344850"/>
              <a:gd name="connsiteX66" fmla="*/ 258446 w 459801"/>
              <a:gd name="connsiteY66" fmla="*/ 229901 h 344850"/>
              <a:gd name="connsiteX67" fmla="*/ 200971 w 459801"/>
              <a:gd name="connsiteY67" fmla="*/ 229901 h 344850"/>
              <a:gd name="connsiteX68" fmla="*/ 200971 w 459801"/>
              <a:gd name="connsiteY68" fmla="*/ 249059 h 344850"/>
              <a:gd name="connsiteX69" fmla="*/ 258446 w 459801"/>
              <a:gd name="connsiteY69" fmla="*/ 249059 h 344850"/>
              <a:gd name="connsiteX70" fmla="*/ 258446 w 459801"/>
              <a:gd name="connsiteY70" fmla="*/ 270899 h 344850"/>
              <a:gd name="connsiteX71" fmla="*/ 229901 w 459801"/>
              <a:gd name="connsiteY71" fmla="*/ 296572 h 344850"/>
              <a:gd name="connsiteX72" fmla="*/ 201163 w 459801"/>
              <a:gd name="connsiteY72" fmla="*/ 270899 h 344850"/>
              <a:gd name="connsiteX73" fmla="*/ 67054 w 459801"/>
              <a:gd name="connsiteY73" fmla="*/ 48088 h 344850"/>
              <a:gd name="connsiteX74" fmla="*/ 124529 w 459801"/>
              <a:gd name="connsiteY74" fmla="*/ 48088 h 344850"/>
              <a:gd name="connsiteX75" fmla="*/ 124529 w 459801"/>
              <a:gd name="connsiteY75" fmla="*/ 114950 h 344850"/>
              <a:gd name="connsiteX76" fmla="*/ 67054 w 459801"/>
              <a:gd name="connsiteY76" fmla="*/ 114950 h 344850"/>
              <a:gd name="connsiteX77" fmla="*/ 134109 w 459801"/>
              <a:gd name="connsiteY77" fmla="*/ 19158 h 344850"/>
              <a:gd name="connsiteX78" fmla="*/ 134109 w 459801"/>
              <a:gd name="connsiteY78" fmla="*/ 28546 h 344850"/>
              <a:gd name="connsiteX79" fmla="*/ 57475 w 459801"/>
              <a:gd name="connsiteY79" fmla="*/ 28546 h 344850"/>
              <a:gd name="connsiteX80" fmla="*/ 57475 w 459801"/>
              <a:gd name="connsiteY80" fmla="*/ 19158 h 344850"/>
              <a:gd name="connsiteX81" fmla="*/ 67054 w 459801"/>
              <a:gd name="connsiteY81" fmla="*/ 134109 h 344850"/>
              <a:gd name="connsiteX82" fmla="*/ 124529 w 459801"/>
              <a:gd name="connsiteY82" fmla="*/ 134109 h 344850"/>
              <a:gd name="connsiteX83" fmla="*/ 124529 w 459801"/>
              <a:gd name="connsiteY83" fmla="*/ 229901 h 344850"/>
              <a:gd name="connsiteX84" fmla="*/ 67054 w 459801"/>
              <a:gd name="connsiteY84" fmla="*/ 229901 h 344850"/>
              <a:gd name="connsiteX85" fmla="*/ 67054 w 459801"/>
              <a:gd name="connsiteY85" fmla="*/ 249059 h 344850"/>
              <a:gd name="connsiteX86" fmla="*/ 124529 w 459801"/>
              <a:gd name="connsiteY86" fmla="*/ 249059 h 344850"/>
              <a:gd name="connsiteX87" fmla="*/ 124529 w 459801"/>
              <a:gd name="connsiteY87" fmla="*/ 271283 h 344850"/>
              <a:gd name="connsiteX88" fmla="*/ 95792 w 459801"/>
              <a:gd name="connsiteY88" fmla="*/ 296955 h 344850"/>
              <a:gd name="connsiteX89" fmla="*/ 67054 w 459801"/>
              <a:gd name="connsiteY89" fmla="*/ 271283 h 344850"/>
              <a:gd name="connsiteX90" fmla="*/ 440643 w 459801"/>
              <a:gd name="connsiteY90" fmla="*/ 325692 h 344850"/>
              <a:gd name="connsiteX91" fmla="*/ 19158 w 459801"/>
              <a:gd name="connsiteY91" fmla="*/ 325692 h 344850"/>
              <a:gd name="connsiteX92" fmla="*/ 19158 w 459801"/>
              <a:gd name="connsiteY92" fmla="*/ 249059 h 344850"/>
              <a:gd name="connsiteX93" fmla="*/ 47896 w 459801"/>
              <a:gd name="connsiteY93" fmla="*/ 249059 h 344850"/>
              <a:gd name="connsiteX94" fmla="*/ 47896 w 459801"/>
              <a:gd name="connsiteY94" fmla="*/ 271283 h 344850"/>
              <a:gd name="connsiteX95" fmla="*/ 95792 w 459801"/>
              <a:gd name="connsiteY95" fmla="*/ 316113 h 344850"/>
              <a:gd name="connsiteX96" fmla="*/ 143688 w 459801"/>
              <a:gd name="connsiteY96" fmla="*/ 271283 h 344850"/>
              <a:gd name="connsiteX97" fmla="*/ 143688 w 459801"/>
              <a:gd name="connsiteY97" fmla="*/ 249059 h 344850"/>
              <a:gd name="connsiteX98" fmla="*/ 182005 w 459801"/>
              <a:gd name="connsiteY98" fmla="*/ 249059 h 344850"/>
              <a:gd name="connsiteX99" fmla="*/ 182005 w 459801"/>
              <a:gd name="connsiteY99" fmla="*/ 270899 h 344850"/>
              <a:gd name="connsiteX100" fmla="*/ 229901 w 459801"/>
              <a:gd name="connsiteY100" fmla="*/ 315730 h 344850"/>
              <a:gd name="connsiteX101" fmla="*/ 277988 w 459801"/>
              <a:gd name="connsiteY101" fmla="*/ 270899 h 344850"/>
              <a:gd name="connsiteX102" fmla="*/ 277988 w 459801"/>
              <a:gd name="connsiteY102" fmla="*/ 249059 h 344850"/>
              <a:gd name="connsiteX103" fmla="*/ 316305 w 459801"/>
              <a:gd name="connsiteY103" fmla="*/ 249059 h 344850"/>
              <a:gd name="connsiteX104" fmla="*/ 316305 w 459801"/>
              <a:gd name="connsiteY104" fmla="*/ 270899 h 344850"/>
              <a:gd name="connsiteX105" fmla="*/ 368488 w 459801"/>
              <a:gd name="connsiteY105" fmla="*/ 314508 h 344850"/>
              <a:gd name="connsiteX106" fmla="*/ 412097 w 459801"/>
              <a:gd name="connsiteY106" fmla="*/ 270899 h 344850"/>
              <a:gd name="connsiteX107" fmla="*/ 412097 w 459801"/>
              <a:gd name="connsiteY107" fmla="*/ 249059 h 344850"/>
              <a:gd name="connsiteX108" fmla="*/ 440643 w 459801"/>
              <a:gd name="connsiteY108" fmla="*/ 249059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459801" h="344850">
                <a:moveTo>
                  <a:pt x="440643" y="229901"/>
                </a:moveTo>
                <a:lnTo>
                  <a:pt x="411905" y="229901"/>
                </a:lnTo>
                <a:lnTo>
                  <a:pt x="411905" y="44831"/>
                </a:lnTo>
                <a:cubicBezTo>
                  <a:pt x="417739" y="41464"/>
                  <a:pt x="421375" y="35281"/>
                  <a:pt x="421484" y="28546"/>
                </a:cubicBezTo>
                <a:lnTo>
                  <a:pt x="421484" y="19158"/>
                </a:lnTo>
                <a:cubicBezTo>
                  <a:pt x="421484" y="8578"/>
                  <a:pt x="412907" y="0"/>
                  <a:pt x="402326" y="0"/>
                </a:cubicBezTo>
                <a:lnTo>
                  <a:pt x="325692" y="0"/>
                </a:lnTo>
                <a:cubicBezTo>
                  <a:pt x="315111" y="0"/>
                  <a:pt x="306534" y="8578"/>
                  <a:pt x="306534" y="19158"/>
                </a:cubicBezTo>
                <a:lnTo>
                  <a:pt x="306534" y="28163"/>
                </a:lnTo>
                <a:cubicBezTo>
                  <a:pt x="306668" y="34790"/>
                  <a:pt x="310220" y="40877"/>
                  <a:pt x="315922" y="44256"/>
                </a:cubicBezTo>
                <a:lnTo>
                  <a:pt x="315922" y="229901"/>
                </a:lnTo>
                <a:lnTo>
                  <a:pt x="277605" y="229901"/>
                </a:lnTo>
                <a:lnTo>
                  <a:pt x="277605" y="44831"/>
                </a:lnTo>
                <a:cubicBezTo>
                  <a:pt x="283439" y="41464"/>
                  <a:pt x="287075" y="35281"/>
                  <a:pt x="287184" y="28546"/>
                </a:cubicBezTo>
                <a:lnTo>
                  <a:pt x="287184" y="19158"/>
                </a:lnTo>
                <a:cubicBezTo>
                  <a:pt x="287184" y="8578"/>
                  <a:pt x="278607" y="0"/>
                  <a:pt x="268026" y="0"/>
                </a:cubicBezTo>
                <a:lnTo>
                  <a:pt x="191584" y="0"/>
                </a:lnTo>
                <a:cubicBezTo>
                  <a:pt x="181003" y="0"/>
                  <a:pt x="172425" y="8578"/>
                  <a:pt x="172425" y="19158"/>
                </a:cubicBezTo>
                <a:lnTo>
                  <a:pt x="172425" y="28163"/>
                </a:lnTo>
                <a:cubicBezTo>
                  <a:pt x="172560" y="34790"/>
                  <a:pt x="176111" y="40877"/>
                  <a:pt x="181813" y="44256"/>
                </a:cubicBezTo>
                <a:lnTo>
                  <a:pt x="181813" y="229901"/>
                </a:lnTo>
                <a:lnTo>
                  <a:pt x="143496" y="229901"/>
                </a:lnTo>
                <a:lnTo>
                  <a:pt x="143496" y="45022"/>
                </a:lnTo>
                <a:cubicBezTo>
                  <a:pt x="149404" y="41704"/>
                  <a:pt x="153119" y="35512"/>
                  <a:pt x="153267" y="28738"/>
                </a:cubicBezTo>
                <a:lnTo>
                  <a:pt x="153267" y="19158"/>
                </a:lnTo>
                <a:cubicBezTo>
                  <a:pt x="153267" y="8578"/>
                  <a:pt x="144689" y="0"/>
                  <a:pt x="134109" y="0"/>
                </a:cubicBezTo>
                <a:lnTo>
                  <a:pt x="57475" y="0"/>
                </a:lnTo>
                <a:cubicBezTo>
                  <a:pt x="46894" y="0"/>
                  <a:pt x="38317" y="8578"/>
                  <a:pt x="38317" y="19158"/>
                </a:cubicBezTo>
                <a:lnTo>
                  <a:pt x="38317" y="28738"/>
                </a:lnTo>
                <a:cubicBezTo>
                  <a:pt x="38425" y="35472"/>
                  <a:pt x="42062" y="41655"/>
                  <a:pt x="47896" y="45022"/>
                </a:cubicBezTo>
                <a:lnTo>
                  <a:pt x="47896" y="229901"/>
                </a:lnTo>
                <a:lnTo>
                  <a:pt x="19158" y="229901"/>
                </a:lnTo>
                <a:cubicBezTo>
                  <a:pt x="8577" y="229901"/>
                  <a:pt x="0" y="238478"/>
                  <a:pt x="0" y="249059"/>
                </a:cubicBezTo>
                <a:lnTo>
                  <a:pt x="0" y="325692"/>
                </a:lnTo>
                <a:cubicBezTo>
                  <a:pt x="0" y="336274"/>
                  <a:pt x="8577" y="344851"/>
                  <a:pt x="19158" y="344851"/>
                </a:cubicBezTo>
                <a:lnTo>
                  <a:pt x="440643" y="344851"/>
                </a:lnTo>
                <a:cubicBezTo>
                  <a:pt x="451224" y="344851"/>
                  <a:pt x="459801" y="336274"/>
                  <a:pt x="459801" y="325692"/>
                </a:cubicBezTo>
                <a:lnTo>
                  <a:pt x="459801" y="249059"/>
                </a:lnTo>
                <a:cubicBezTo>
                  <a:pt x="459801" y="238478"/>
                  <a:pt x="451224" y="229901"/>
                  <a:pt x="440643" y="229901"/>
                </a:cubicBezTo>
                <a:close/>
                <a:moveTo>
                  <a:pt x="335080" y="47704"/>
                </a:moveTo>
                <a:lnTo>
                  <a:pt x="392555" y="47704"/>
                </a:lnTo>
                <a:lnTo>
                  <a:pt x="392555" y="114950"/>
                </a:lnTo>
                <a:lnTo>
                  <a:pt x="335080" y="114950"/>
                </a:lnTo>
                <a:close/>
                <a:moveTo>
                  <a:pt x="402326" y="19158"/>
                </a:moveTo>
                <a:lnTo>
                  <a:pt x="402326" y="28163"/>
                </a:lnTo>
                <a:lnTo>
                  <a:pt x="325692" y="28163"/>
                </a:lnTo>
                <a:lnTo>
                  <a:pt x="325692" y="19158"/>
                </a:lnTo>
                <a:close/>
                <a:moveTo>
                  <a:pt x="335080" y="134109"/>
                </a:moveTo>
                <a:lnTo>
                  <a:pt x="392555" y="134109"/>
                </a:lnTo>
                <a:lnTo>
                  <a:pt x="392555" y="229901"/>
                </a:lnTo>
                <a:lnTo>
                  <a:pt x="335080" y="229901"/>
                </a:lnTo>
                <a:close/>
                <a:moveTo>
                  <a:pt x="335080" y="249059"/>
                </a:moveTo>
                <a:lnTo>
                  <a:pt x="392555" y="249059"/>
                </a:lnTo>
                <a:lnTo>
                  <a:pt x="392555" y="270899"/>
                </a:lnTo>
                <a:cubicBezTo>
                  <a:pt x="389955" y="286770"/>
                  <a:pt x="374981" y="297530"/>
                  <a:pt x="359108" y="294928"/>
                </a:cubicBezTo>
                <a:cubicBezTo>
                  <a:pt x="346772" y="292907"/>
                  <a:pt x="337101" y="283237"/>
                  <a:pt x="335080" y="270899"/>
                </a:cubicBezTo>
                <a:close/>
                <a:moveTo>
                  <a:pt x="200971" y="47704"/>
                </a:moveTo>
                <a:lnTo>
                  <a:pt x="258446" y="47704"/>
                </a:lnTo>
                <a:lnTo>
                  <a:pt x="258446" y="114950"/>
                </a:lnTo>
                <a:lnTo>
                  <a:pt x="200971" y="114950"/>
                </a:lnTo>
                <a:close/>
                <a:moveTo>
                  <a:pt x="268217" y="19158"/>
                </a:moveTo>
                <a:lnTo>
                  <a:pt x="268217" y="28163"/>
                </a:lnTo>
                <a:lnTo>
                  <a:pt x="191584" y="28163"/>
                </a:lnTo>
                <a:lnTo>
                  <a:pt x="191584" y="19158"/>
                </a:lnTo>
                <a:close/>
                <a:moveTo>
                  <a:pt x="200971" y="134109"/>
                </a:moveTo>
                <a:lnTo>
                  <a:pt x="258446" y="134109"/>
                </a:lnTo>
                <a:lnTo>
                  <a:pt x="258446" y="229901"/>
                </a:lnTo>
                <a:lnTo>
                  <a:pt x="200971" y="229901"/>
                </a:lnTo>
                <a:close/>
                <a:moveTo>
                  <a:pt x="200971" y="249059"/>
                </a:moveTo>
                <a:lnTo>
                  <a:pt x="258446" y="249059"/>
                </a:lnTo>
                <a:lnTo>
                  <a:pt x="258446" y="270899"/>
                </a:lnTo>
                <a:cubicBezTo>
                  <a:pt x="257422" y="285761"/>
                  <a:pt x="244787" y="297123"/>
                  <a:pt x="229901" y="296572"/>
                </a:cubicBezTo>
                <a:cubicBezTo>
                  <a:pt x="214905" y="297336"/>
                  <a:pt x="202088" y="285885"/>
                  <a:pt x="201163" y="270899"/>
                </a:cubicBezTo>
                <a:close/>
                <a:moveTo>
                  <a:pt x="67054" y="48088"/>
                </a:moveTo>
                <a:lnTo>
                  <a:pt x="124529" y="48088"/>
                </a:lnTo>
                <a:lnTo>
                  <a:pt x="124529" y="114950"/>
                </a:lnTo>
                <a:lnTo>
                  <a:pt x="67054" y="114950"/>
                </a:lnTo>
                <a:close/>
                <a:moveTo>
                  <a:pt x="134109" y="19158"/>
                </a:moveTo>
                <a:lnTo>
                  <a:pt x="134109" y="28546"/>
                </a:lnTo>
                <a:lnTo>
                  <a:pt x="57475" y="28546"/>
                </a:lnTo>
                <a:lnTo>
                  <a:pt x="57475" y="19158"/>
                </a:lnTo>
                <a:close/>
                <a:moveTo>
                  <a:pt x="67054" y="134109"/>
                </a:moveTo>
                <a:lnTo>
                  <a:pt x="124529" y="134109"/>
                </a:lnTo>
                <a:lnTo>
                  <a:pt x="124529" y="229901"/>
                </a:lnTo>
                <a:lnTo>
                  <a:pt x="67054" y="229901"/>
                </a:lnTo>
                <a:close/>
                <a:moveTo>
                  <a:pt x="67054" y="249059"/>
                </a:moveTo>
                <a:lnTo>
                  <a:pt x="124529" y="249059"/>
                </a:lnTo>
                <a:lnTo>
                  <a:pt x="124529" y="271283"/>
                </a:lnTo>
                <a:cubicBezTo>
                  <a:pt x="123604" y="286268"/>
                  <a:pt x="110788" y="297719"/>
                  <a:pt x="95792" y="296955"/>
                </a:cubicBezTo>
                <a:cubicBezTo>
                  <a:pt x="80796" y="297719"/>
                  <a:pt x="67980" y="286268"/>
                  <a:pt x="67054" y="271283"/>
                </a:cubicBezTo>
                <a:close/>
                <a:moveTo>
                  <a:pt x="440643" y="325692"/>
                </a:moveTo>
                <a:lnTo>
                  <a:pt x="19158" y="325692"/>
                </a:lnTo>
                <a:lnTo>
                  <a:pt x="19158" y="249059"/>
                </a:lnTo>
                <a:lnTo>
                  <a:pt x="47896" y="249059"/>
                </a:lnTo>
                <a:lnTo>
                  <a:pt x="47896" y="271283"/>
                </a:lnTo>
                <a:cubicBezTo>
                  <a:pt x="48832" y="296848"/>
                  <a:pt x="70221" y="316868"/>
                  <a:pt x="95792" y="316113"/>
                </a:cubicBezTo>
                <a:cubicBezTo>
                  <a:pt x="121363" y="316868"/>
                  <a:pt x="142752" y="296848"/>
                  <a:pt x="143688" y="271283"/>
                </a:cubicBezTo>
                <a:lnTo>
                  <a:pt x="143688" y="249059"/>
                </a:lnTo>
                <a:lnTo>
                  <a:pt x="182005" y="249059"/>
                </a:lnTo>
                <a:lnTo>
                  <a:pt x="182005" y="270899"/>
                </a:lnTo>
                <a:cubicBezTo>
                  <a:pt x="182941" y="296464"/>
                  <a:pt x="204330" y="316485"/>
                  <a:pt x="229901" y="315730"/>
                </a:cubicBezTo>
                <a:cubicBezTo>
                  <a:pt x="255546" y="316592"/>
                  <a:pt x="277053" y="296541"/>
                  <a:pt x="277988" y="270899"/>
                </a:cubicBezTo>
                <a:lnTo>
                  <a:pt x="277988" y="249059"/>
                </a:lnTo>
                <a:lnTo>
                  <a:pt x="316305" y="249059"/>
                </a:lnTo>
                <a:lnTo>
                  <a:pt x="316305" y="270899"/>
                </a:lnTo>
                <a:cubicBezTo>
                  <a:pt x="318673" y="297351"/>
                  <a:pt x="342036" y="316876"/>
                  <a:pt x="368488" y="314508"/>
                </a:cubicBezTo>
                <a:cubicBezTo>
                  <a:pt x="391658" y="312433"/>
                  <a:pt x="410022" y="294070"/>
                  <a:pt x="412097" y="270899"/>
                </a:cubicBezTo>
                <a:lnTo>
                  <a:pt x="412097" y="249059"/>
                </a:lnTo>
                <a:lnTo>
                  <a:pt x="440643" y="24905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4" name="Graphic 29" descr="Biologic drugs infusion bag icon.">
            <a:extLst>
              <a:ext uri="{FF2B5EF4-FFF2-40B4-BE49-F238E27FC236}">
                <a16:creationId xmlns:a16="http://schemas.microsoft.com/office/drawing/2014/main" id="{7A9D5CAD-6159-4F5F-86D1-CE54923DA63A}"/>
              </a:ext>
            </a:extLst>
          </p:cNvPr>
          <p:cNvSpPr/>
          <p:nvPr/>
        </p:nvSpPr>
        <p:spPr>
          <a:xfrm>
            <a:off x="5902020" y="4146894"/>
            <a:ext cx="381251" cy="440642"/>
          </a:xfrm>
          <a:custGeom>
            <a:avLst/>
            <a:gdLst>
              <a:gd name="connsiteX0" fmla="*/ 231816 w 381251"/>
              <a:gd name="connsiteY0" fmla="*/ 364009 h 440642"/>
              <a:gd name="connsiteX1" fmla="*/ 187752 w 381251"/>
              <a:gd name="connsiteY1" fmla="*/ 383168 h 440642"/>
              <a:gd name="connsiteX2" fmla="*/ 143688 w 381251"/>
              <a:gd name="connsiteY2" fmla="*/ 383168 h 440642"/>
              <a:gd name="connsiteX3" fmla="*/ 143688 w 381251"/>
              <a:gd name="connsiteY3" fmla="*/ 364009 h 440642"/>
              <a:gd name="connsiteX4" fmla="*/ 168594 w 381251"/>
              <a:gd name="connsiteY4" fmla="*/ 364009 h 440642"/>
              <a:gd name="connsiteX5" fmla="*/ 229901 w 381251"/>
              <a:gd name="connsiteY5" fmla="*/ 302702 h 440642"/>
              <a:gd name="connsiteX6" fmla="*/ 229901 w 381251"/>
              <a:gd name="connsiteY6" fmla="*/ 114950 h 440642"/>
              <a:gd name="connsiteX7" fmla="*/ 210742 w 381251"/>
              <a:gd name="connsiteY7" fmla="*/ 95792 h 440642"/>
              <a:gd name="connsiteX8" fmla="*/ 57475 w 381251"/>
              <a:gd name="connsiteY8" fmla="*/ 95792 h 440642"/>
              <a:gd name="connsiteX9" fmla="*/ 38317 w 381251"/>
              <a:gd name="connsiteY9" fmla="*/ 114950 h 440642"/>
              <a:gd name="connsiteX10" fmla="*/ 38317 w 381251"/>
              <a:gd name="connsiteY10" fmla="*/ 302702 h 440642"/>
              <a:gd name="connsiteX11" fmla="*/ 99624 w 381251"/>
              <a:gd name="connsiteY11" fmla="*/ 364009 h 440642"/>
              <a:gd name="connsiteX12" fmla="*/ 124529 w 381251"/>
              <a:gd name="connsiteY12" fmla="*/ 364009 h 440642"/>
              <a:gd name="connsiteX13" fmla="*/ 124529 w 381251"/>
              <a:gd name="connsiteY13" fmla="*/ 383168 h 440642"/>
              <a:gd name="connsiteX14" fmla="*/ 82381 w 381251"/>
              <a:gd name="connsiteY14" fmla="*/ 383168 h 440642"/>
              <a:gd name="connsiteX15" fmla="*/ 21074 w 381251"/>
              <a:gd name="connsiteY15" fmla="*/ 321861 h 440642"/>
              <a:gd name="connsiteX16" fmla="*/ 21074 w 381251"/>
              <a:gd name="connsiteY16" fmla="*/ 76634 h 440642"/>
              <a:gd name="connsiteX17" fmla="*/ 250975 w 381251"/>
              <a:gd name="connsiteY17" fmla="*/ 76634 h 440642"/>
              <a:gd name="connsiteX18" fmla="*/ 250975 w 381251"/>
              <a:gd name="connsiteY18" fmla="*/ 191584 h 440642"/>
              <a:gd name="connsiteX19" fmla="*/ 270133 w 381251"/>
              <a:gd name="connsiteY19" fmla="*/ 191584 h 440642"/>
              <a:gd name="connsiteX20" fmla="*/ 270133 w 381251"/>
              <a:gd name="connsiteY20" fmla="*/ 76634 h 440642"/>
              <a:gd name="connsiteX21" fmla="*/ 250975 w 381251"/>
              <a:gd name="connsiteY21" fmla="*/ 57475 h 440642"/>
              <a:gd name="connsiteX22" fmla="*/ 172425 w 381251"/>
              <a:gd name="connsiteY22" fmla="*/ 57475 h 440642"/>
              <a:gd name="connsiteX23" fmla="*/ 134109 w 381251"/>
              <a:gd name="connsiteY23" fmla="*/ 19158 h 440642"/>
              <a:gd name="connsiteX24" fmla="*/ 327608 w 381251"/>
              <a:gd name="connsiteY24" fmla="*/ 19158 h 440642"/>
              <a:gd name="connsiteX25" fmla="*/ 327608 w 381251"/>
              <a:gd name="connsiteY25" fmla="*/ 191584 h 440642"/>
              <a:gd name="connsiteX26" fmla="*/ 346767 w 381251"/>
              <a:gd name="connsiteY26" fmla="*/ 191584 h 440642"/>
              <a:gd name="connsiteX27" fmla="*/ 346767 w 381251"/>
              <a:gd name="connsiteY27" fmla="*/ 19158 h 440642"/>
              <a:gd name="connsiteX28" fmla="*/ 327608 w 381251"/>
              <a:gd name="connsiteY28" fmla="*/ 0 h 440642"/>
              <a:gd name="connsiteX29" fmla="*/ 59391 w 381251"/>
              <a:gd name="connsiteY29" fmla="*/ 0 h 440642"/>
              <a:gd name="connsiteX30" fmla="*/ 59391 w 381251"/>
              <a:gd name="connsiteY30" fmla="*/ 19158 h 440642"/>
              <a:gd name="connsiteX31" fmla="*/ 134109 w 381251"/>
              <a:gd name="connsiteY31" fmla="*/ 19158 h 440642"/>
              <a:gd name="connsiteX32" fmla="*/ 95792 w 381251"/>
              <a:gd name="connsiteY32" fmla="*/ 57475 h 440642"/>
              <a:gd name="connsiteX33" fmla="*/ 19158 w 381251"/>
              <a:gd name="connsiteY33" fmla="*/ 57475 h 440642"/>
              <a:gd name="connsiteX34" fmla="*/ 0 w 381251"/>
              <a:gd name="connsiteY34" fmla="*/ 76634 h 440642"/>
              <a:gd name="connsiteX35" fmla="*/ 0 w 381251"/>
              <a:gd name="connsiteY35" fmla="*/ 321861 h 440642"/>
              <a:gd name="connsiteX36" fmla="*/ 80465 w 381251"/>
              <a:gd name="connsiteY36" fmla="*/ 402326 h 440642"/>
              <a:gd name="connsiteX37" fmla="*/ 124529 w 381251"/>
              <a:gd name="connsiteY37" fmla="*/ 402326 h 440642"/>
              <a:gd name="connsiteX38" fmla="*/ 124529 w 381251"/>
              <a:gd name="connsiteY38" fmla="*/ 440643 h 440642"/>
              <a:gd name="connsiteX39" fmla="*/ 143688 w 381251"/>
              <a:gd name="connsiteY39" fmla="*/ 440643 h 440642"/>
              <a:gd name="connsiteX40" fmla="*/ 143688 w 381251"/>
              <a:gd name="connsiteY40" fmla="*/ 402326 h 440642"/>
              <a:gd name="connsiteX41" fmla="*/ 185836 w 381251"/>
              <a:gd name="connsiteY41" fmla="*/ 402326 h 440642"/>
              <a:gd name="connsiteX42" fmla="*/ 254806 w 381251"/>
              <a:gd name="connsiteY42" fmla="*/ 364009 h 440642"/>
              <a:gd name="connsiteX43" fmla="*/ 231816 w 381251"/>
              <a:gd name="connsiteY43" fmla="*/ 364009 h 440642"/>
              <a:gd name="connsiteX44" fmla="*/ 132193 w 381251"/>
              <a:gd name="connsiteY44" fmla="*/ 38317 h 440642"/>
              <a:gd name="connsiteX45" fmla="*/ 151351 w 381251"/>
              <a:gd name="connsiteY45" fmla="*/ 57475 h 440642"/>
              <a:gd name="connsiteX46" fmla="*/ 113034 w 381251"/>
              <a:gd name="connsiteY46" fmla="*/ 57475 h 440642"/>
              <a:gd name="connsiteX47" fmla="*/ 132193 w 381251"/>
              <a:gd name="connsiteY47" fmla="*/ 38317 h 440642"/>
              <a:gd name="connsiteX48" fmla="*/ 99624 w 381251"/>
              <a:gd name="connsiteY48" fmla="*/ 344851 h 440642"/>
              <a:gd name="connsiteX49" fmla="*/ 57475 w 381251"/>
              <a:gd name="connsiteY49" fmla="*/ 302702 h 440642"/>
              <a:gd name="connsiteX50" fmla="*/ 57475 w 381251"/>
              <a:gd name="connsiteY50" fmla="*/ 287376 h 440642"/>
              <a:gd name="connsiteX51" fmla="*/ 114950 w 381251"/>
              <a:gd name="connsiteY51" fmla="*/ 287376 h 440642"/>
              <a:gd name="connsiteX52" fmla="*/ 114950 w 381251"/>
              <a:gd name="connsiteY52" fmla="*/ 268217 h 440642"/>
              <a:gd name="connsiteX53" fmla="*/ 57475 w 381251"/>
              <a:gd name="connsiteY53" fmla="*/ 268217 h 440642"/>
              <a:gd name="connsiteX54" fmla="*/ 57475 w 381251"/>
              <a:gd name="connsiteY54" fmla="*/ 229901 h 440642"/>
              <a:gd name="connsiteX55" fmla="*/ 95792 w 381251"/>
              <a:gd name="connsiteY55" fmla="*/ 229901 h 440642"/>
              <a:gd name="connsiteX56" fmla="*/ 95792 w 381251"/>
              <a:gd name="connsiteY56" fmla="*/ 210742 h 440642"/>
              <a:gd name="connsiteX57" fmla="*/ 57475 w 381251"/>
              <a:gd name="connsiteY57" fmla="*/ 210742 h 440642"/>
              <a:gd name="connsiteX58" fmla="*/ 57475 w 381251"/>
              <a:gd name="connsiteY58" fmla="*/ 172425 h 440642"/>
              <a:gd name="connsiteX59" fmla="*/ 114950 w 381251"/>
              <a:gd name="connsiteY59" fmla="*/ 172425 h 440642"/>
              <a:gd name="connsiteX60" fmla="*/ 114950 w 381251"/>
              <a:gd name="connsiteY60" fmla="*/ 153267 h 440642"/>
              <a:gd name="connsiteX61" fmla="*/ 57475 w 381251"/>
              <a:gd name="connsiteY61" fmla="*/ 153267 h 440642"/>
              <a:gd name="connsiteX62" fmla="*/ 57475 w 381251"/>
              <a:gd name="connsiteY62" fmla="*/ 114950 h 440642"/>
              <a:gd name="connsiteX63" fmla="*/ 210742 w 381251"/>
              <a:gd name="connsiteY63" fmla="*/ 114950 h 440642"/>
              <a:gd name="connsiteX64" fmla="*/ 210742 w 381251"/>
              <a:gd name="connsiteY64" fmla="*/ 302702 h 440642"/>
              <a:gd name="connsiteX65" fmla="*/ 168594 w 381251"/>
              <a:gd name="connsiteY65" fmla="*/ 344851 h 440642"/>
              <a:gd name="connsiteX66" fmla="*/ 99624 w 381251"/>
              <a:gd name="connsiteY66" fmla="*/ 344851 h 440642"/>
              <a:gd name="connsiteX67" fmla="*/ 348682 w 381251"/>
              <a:gd name="connsiteY67" fmla="*/ 375504 h 440642"/>
              <a:gd name="connsiteX68" fmla="*/ 339103 w 381251"/>
              <a:gd name="connsiteY68" fmla="*/ 367841 h 440642"/>
              <a:gd name="connsiteX69" fmla="*/ 339103 w 381251"/>
              <a:gd name="connsiteY69" fmla="*/ 367841 h 440642"/>
              <a:gd name="connsiteX70" fmla="*/ 354430 w 381251"/>
              <a:gd name="connsiteY70" fmla="*/ 360177 h 440642"/>
              <a:gd name="connsiteX71" fmla="*/ 371672 w 381251"/>
              <a:gd name="connsiteY71" fmla="*/ 344851 h 440642"/>
              <a:gd name="connsiteX72" fmla="*/ 379336 w 381251"/>
              <a:gd name="connsiteY72" fmla="*/ 323777 h 440642"/>
              <a:gd name="connsiteX73" fmla="*/ 365925 w 381251"/>
              <a:gd name="connsiteY73" fmla="*/ 291207 h 440642"/>
              <a:gd name="connsiteX74" fmla="*/ 365925 w 381251"/>
              <a:gd name="connsiteY74" fmla="*/ 291207 h 440642"/>
              <a:gd name="connsiteX75" fmla="*/ 342935 w 381251"/>
              <a:gd name="connsiteY75" fmla="*/ 275881 h 440642"/>
              <a:gd name="connsiteX76" fmla="*/ 339103 w 381251"/>
              <a:gd name="connsiteY76" fmla="*/ 273965 h 440642"/>
              <a:gd name="connsiteX77" fmla="*/ 348682 w 381251"/>
              <a:gd name="connsiteY77" fmla="*/ 268217 h 440642"/>
              <a:gd name="connsiteX78" fmla="*/ 379336 w 381251"/>
              <a:gd name="connsiteY78" fmla="*/ 218405 h 440642"/>
              <a:gd name="connsiteX79" fmla="*/ 379336 w 381251"/>
              <a:gd name="connsiteY79" fmla="*/ 210742 h 440642"/>
              <a:gd name="connsiteX80" fmla="*/ 360177 w 381251"/>
              <a:gd name="connsiteY80" fmla="*/ 210742 h 440642"/>
              <a:gd name="connsiteX81" fmla="*/ 360177 w 381251"/>
              <a:gd name="connsiteY81" fmla="*/ 218405 h 440642"/>
              <a:gd name="connsiteX82" fmla="*/ 360177 w 381251"/>
              <a:gd name="connsiteY82" fmla="*/ 220321 h 440642"/>
              <a:gd name="connsiteX83" fmla="*/ 270133 w 381251"/>
              <a:gd name="connsiteY83" fmla="*/ 220321 h 440642"/>
              <a:gd name="connsiteX84" fmla="*/ 270133 w 381251"/>
              <a:gd name="connsiteY84" fmla="*/ 218405 h 440642"/>
              <a:gd name="connsiteX85" fmla="*/ 270133 w 381251"/>
              <a:gd name="connsiteY85" fmla="*/ 210742 h 440642"/>
              <a:gd name="connsiteX86" fmla="*/ 250975 w 381251"/>
              <a:gd name="connsiteY86" fmla="*/ 210742 h 440642"/>
              <a:gd name="connsiteX87" fmla="*/ 250975 w 381251"/>
              <a:gd name="connsiteY87" fmla="*/ 218405 h 440642"/>
              <a:gd name="connsiteX88" fmla="*/ 281628 w 381251"/>
              <a:gd name="connsiteY88" fmla="*/ 268217 h 440642"/>
              <a:gd name="connsiteX89" fmla="*/ 291207 w 381251"/>
              <a:gd name="connsiteY89" fmla="*/ 275881 h 440642"/>
              <a:gd name="connsiteX90" fmla="*/ 289291 w 381251"/>
              <a:gd name="connsiteY90" fmla="*/ 277796 h 440642"/>
              <a:gd name="connsiteX91" fmla="*/ 266301 w 381251"/>
              <a:gd name="connsiteY91" fmla="*/ 293123 h 440642"/>
              <a:gd name="connsiteX92" fmla="*/ 252891 w 381251"/>
              <a:gd name="connsiteY92" fmla="*/ 325692 h 440642"/>
              <a:gd name="connsiteX93" fmla="*/ 260554 w 381251"/>
              <a:gd name="connsiteY93" fmla="*/ 344851 h 440642"/>
              <a:gd name="connsiteX94" fmla="*/ 277796 w 381251"/>
              <a:gd name="connsiteY94" fmla="*/ 360177 h 440642"/>
              <a:gd name="connsiteX95" fmla="*/ 293123 w 381251"/>
              <a:gd name="connsiteY95" fmla="*/ 367841 h 440642"/>
              <a:gd name="connsiteX96" fmla="*/ 293123 w 381251"/>
              <a:gd name="connsiteY96" fmla="*/ 367841 h 440642"/>
              <a:gd name="connsiteX97" fmla="*/ 281628 w 381251"/>
              <a:gd name="connsiteY97" fmla="*/ 375504 h 440642"/>
              <a:gd name="connsiteX98" fmla="*/ 252891 w 381251"/>
              <a:gd name="connsiteY98" fmla="*/ 423400 h 440642"/>
              <a:gd name="connsiteX99" fmla="*/ 252891 w 381251"/>
              <a:gd name="connsiteY99" fmla="*/ 440643 h 440642"/>
              <a:gd name="connsiteX100" fmla="*/ 272049 w 381251"/>
              <a:gd name="connsiteY100" fmla="*/ 440643 h 440642"/>
              <a:gd name="connsiteX101" fmla="*/ 272049 w 381251"/>
              <a:gd name="connsiteY101" fmla="*/ 423400 h 440642"/>
              <a:gd name="connsiteX102" fmla="*/ 272049 w 381251"/>
              <a:gd name="connsiteY102" fmla="*/ 421484 h 440642"/>
              <a:gd name="connsiteX103" fmla="*/ 362093 w 381251"/>
              <a:gd name="connsiteY103" fmla="*/ 421484 h 440642"/>
              <a:gd name="connsiteX104" fmla="*/ 362093 w 381251"/>
              <a:gd name="connsiteY104" fmla="*/ 423400 h 440642"/>
              <a:gd name="connsiteX105" fmla="*/ 362093 w 381251"/>
              <a:gd name="connsiteY105" fmla="*/ 440643 h 440642"/>
              <a:gd name="connsiteX106" fmla="*/ 381252 w 381251"/>
              <a:gd name="connsiteY106" fmla="*/ 440643 h 440642"/>
              <a:gd name="connsiteX107" fmla="*/ 381252 w 381251"/>
              <a:gd name="connsiteY107" fmla="*/ 423400 h 440642"/>
              <a:gd name="connsiteX108" fmla="*/ 348682 w 381251"/>
              <a:gd name="connsiteY108" fmla="*/ 375504 h 440642"/>
              <a:gd name="connsiteX109" fmla="*/ 277796 w 381251"/>
              <a:gd name="connsiteY109" fmla="*/ 239480 h 440642"/>
              <a:gd name="connsiteX110" fmla="*/ 350598 w 381251"/>
              <a:gd name="connsiteY110" fmla="*/ 239480 h 440642"/>
              <a:gd name="connsiteX111" fmla="*/ 314197 w 381251"/>
              <a:gd name="connsiteY111" fmla="*/ 264386 h 440642"/>
              <a:gd name="connsiteX112" fmla="*/ 314197 w 381251"/>
              <a:gd name="connsiteY112" fmla="*/ 264386 h 440642"/>
              <a:gd name="connsiteX113" fmla="*/ 277796 w 381251"/>
              <a:gd name="connsiteY113" fmla="*/ 239480 h 440642"/>
              <a:gd name="connsiteX114" fmla="*/ 275881 w 381251"/>
              <a:gd name="connsiteY114" fmla="*/ 302702 h 440642"/>
              <a:gd name="connsiteX115" fmla="*/ 295039 w 381251"/>
              <a:gd name="connsiteY115" fmla="*/ 293123 h 440642"/>
              <a:gd name="connsiteX116" fmla="*/ 314197 w 381251"/>
              <a:gd name="connsiteY116" fmla="*/ 285460 h 440642"/>
              <a:gd name="connsiteX117" fmla="*/ 335272 w 381251"/>
              <a:gd name="connsiteY117" fmla="*/ 293123 h 440642"/>
              <a:gd name="connsiteX118" fmla="*/ 354430 w 381251"/>
              <a:gd name="connsiteY118" fmla="*/ 304618 h 440642"/>
              <a:gd name="connsiteX119" fmla="*/ 360177 w 381251"/>
              <a:gd name="connsiteY119" fmla="*/ 312282 h 440642"/>
              <a:gd name="connsiteX120" fmla="*/ 272049 w 381251"/>
              <a:gd name="connsiteY120" fmla="*/ 312282 h 440642"/>
              <a:gd name="connsiteX121" fmla="*/ 275881 w 381251"/>
              <a:gd name="connsiteY121" fmla="*/ 302702 h 440642"/>
              <a:gd name="connsiteX122" fmla="*/ 275881 w 381251"/>
              <a:gd name="connsiteY122" fmla="*/ 302702 h 440642"/>
              <a:gd name="connsiteX123" fmla="*/ 283544 w 381251"/>
              <a:gd name="connsiteY123" fmla="*/ 344851 h 440642"/>
              <a:gd name="connsiteX124" fmla="*/ 272049 w 381251"/>
              <a:gd name="connsiteY124" fmla="*/ 335272 h 440642"/>
              <a:gd name="connsiteX125" fmla="*/ 270133 w 381251"/>
              <a:gd name="connsiteY125" fmla="*/ 331440 h 440642"/>
              <a:gd name="connsiteX126" fmla="*/ 358262 w 381251"/>
              <a:gd name="connsiteY126" fmla="*/ 331440 h 440642"/>
              <a:gd name="connsiteX127" fmla="*/ 356346 w 381251"/>
              <a:gd name="connsiteY127" fmla="*/ 335272 h 440642"/>
              <a:gd name="connsiteX128" fmla="*/ 344851 w 381251"/>
              <a:gd name="connsiteY128" fmla="*/ 344851 h 440642"/>
              <a:gd name="connsiteX129" fmla="*/ 331440 w 381251"/>
              <a:gd name="connsiteY129" fmla="*/ 350598 h 440642"/>
              <a:gd name="connsiteX130" fmla="*/ 314197 w 381251"/>
              <a:gd name="connsiteY130" fmla="*/ 358262 h 440642"/>
              <a:gd name="connsiteX131" fmla="*/ 296955 w 381251"/>
              <a:gd name="connsiteY131" fmla="*/ 350598 h 440642"/>
              <a:gd name="connsiteX132" fmla="*/ 283544 w 381251"/>
              <a:gd name="connsiteY132" fmla="*/ 344851 h 440642"/>
              <a:gd name="connsiteX133" fmla="*/ 277796 w 381251"/>
              <a:gd name="connsiteY133" fmla="*/ 402326 h 440642"/>
              <a:gd name="connsiteX134" fmla="*/ 314197 w 381251"/>
              <a:gd name="connsiteY134" fmla="*/ 377420 h 440642"/>
              <a:gd name="connsiteX135" fmla="*/ 314197 w 381251"/>
              <a:gd name="connsiteY135" fmla="*/ 377420 h 440642"/>
              <a:gd name="connsiteX136" fmla="*/ 350598 w 381251"/>
              <a:gd name="connsiteY136" fmla="*/ 402326 h 440642"/>
              <a:gd name="connsiteX137" fmla="*/ 277796 w 381251"/>
              <a:gd name="connsiteY137" fmla="*/ 402326 h 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381251" h="440642">
                <a:moveTo>
                  <a:pt x="231816" y="364009"/>
                </a:moveTo>
                <a:cubicBezTo>
                  <a:pt x="220321" y="375504"/>
                  <a:pt x="204995" y="383168"/>
                  <a:pt x="187752" y="383168"/>
                </a:cubicBezTo>
                <a:lnTo>
                  <a:pt x="143688" y="383168"/>
                </a:lnTo>
                <a:lnTo>
                  <a:pt x="143688" y="364009"/>
                </a:lnTo>
                <a:lnTo>
                  <a:pt x="168594" y="364009"/>
                </a:lnTo>
                <a:cubicBezTo>
                  <a:pt x="203079" y="364009"/>
                  <a:pt x="229901" y="337187"/>
                  <a:pt x="229901" y="302702"/>
                </a:cubicBezTo>
                <a:lnTo>
                  <a:pt x="229901" y="114950"/>
                </a:lnTo>
                <a:cubicBezTo>
                  <a:pt x="229901" y="103455"/>
                  <a:pt x="222237" y="95792"/>
                  <a:pt x="210742" y="95792"/>
                </a:cubicBezTo>
                <a:lnTo>
                  <a:pt x="57475" y="95792"/>
                </a:lnTo>
                <a:cubicBezTo>
                  <a:pt x="45980" y="95792"/>
                  <a:pt x="38317" y="103455"/>
                  <a:pt x="38317" y="114950"/>
                </a:cubicBezTo>
                <a:lnTo>
                  <a:pt x="38317" y="302702"/>
                </a:lnTo>
                <a:cubicBezTo>
                  <a:pt x="38317" y="337187"/>
                  <a:pt x="65138" y="364009"/>
                  <a:pt x="99624" y="364009"/>
                </a:cubicBezTo>
                <a:lnTo>
                  <a:pt x="124529" y="364009"/>
                </a:lnTo>
                <a:lnTo>
                  <a:pt x="124529" y="383168"/>
                </a:lnTo>
                <a:lnTo>
                  <a:pt x="82381" y="383168"/>
                </a:lnTo>
                <a:cubicBezTo>
                  <a:pt x="47896" y="383168"/>
                  <a:pt x="21074" y="354430"/>
                  <a:pt x="21074" y="321861"/>
                </a:cubicBezTo>
                <a:lnTo>
                  <a:pt x="21074" y="76634"/>
                </a:lnTo>
                <a:lnTo>
                  <a:pt x="250975" y="76634"/>
                </a:lnTo>
                <a:lnTo>
                  <a:pt x="250975" y="191584"/>
                </a:lnTo>
                <a:lnTo>
                  <a:pt x="270133" y="191584"/>
                </a:lnTo>
                <a:lnTo>
                  <a:pt x="270133" y="76634"/>
                </a:lnTo>
                <a:cubicBezTo>
                  <a:pt x="270133" y="65138"/>
                  <a:pt x="262470" y="57475"/>
                  <a:pt x="250975" y="57475"/>
                </a:cubicBezTo>
                <a:lnTo>
                  <a:pt x="172425" y="57475"/>
                </a:lnTo>
                <a:cubicBezTo>
                  <a:pt x="172425" y="36401"/>
                  <a:pt x="155183" y="19158"/>
                  <a:pt x="134109" y="19158"/>
                </a:cubicBezTo>
                <a:lnTo>
                  <a:pt x="327608" y="19158"/>
                </a:lnTo>
                <a:lnTo>
                  <a:pt x="327608" y="191584"/>
                </a:lnTo>
                <a:lnTo>
                  <a:pt x="346767" y="191584"/>
                </a:lnTo>
                <a:lnTo>
                  <a:pt x="346767" y="19158"/>
                </a:lnTo>
                <a:cubicBezTo>
                  <a:pt x="346767" y="7663"/>
                  <a:pt x="339103" y="0"/>
                  <a:pt x="327608" y="0"/>
                </a:cubicBezTo>
                <a:lnTo>
                  <a:pt x="59391" y="0"/>
                </a:lnTo>
                <a:lnTo>
                  <a:pt x="59391" y="19158"/>
                </a:lnTo>
                <a:lnTo>
                  <a:pt x="134109" y="19158"/>
                </a:lnTo>
                <a:cubicBezTo>
                  <a:pt x="113034" y="19158"/>
                  <a:pt x="95792" y="36401"/>
                  <a:pt x="95792" y="57475"/>
                </a:cubicBezTo>
                <a:lnTo>
                  <a:pt x="19158" y="57475"/>
                </a:lnTo>
                <a:cubicBezTo>
                  <a:pt x="7663" y="57475"/>
                  <a:pt x="0" y="65138"/>
                  <a:pt x="0" y="76634"/>
                </a:cubicBezTo>
                <a:lnTo>
                  <a:pt x="0" y="321861"/>
                </a:lnTo>
                <a:cubicBezTo>
                  <a:pt x="0" y="365925"/>
                  <a:pt x="36401" y="402326"/>
                  <a:pt x="80465" y="402326"/>
                </a:cubicBezTo>
                <a:lnTo>
                  <a:pt x="124529" y="402326"/>
                </a:lnTo>
                <a:lnTo>
                  <a:pt x="124529" y="440643"/>
                </a:lnTo>
                <a:lnTo>
                  <a:pt x="143688" y="440643"/>
                </a:lnTo>
                <a:lnTo>
                  <a:pt x="143688" y="402326"/>
                </a:lnTo>
                <a:lnTo>
                  <a:pt x="185836" y="402326"/>
                </a:lnTo>
                <a:cubicBezTo>
                  <a:pt x="214574" y="402326"/>
                  <a:pt x="239480" y="386999"/>
                  <a:pt x="254806" y="364009"/>
                </a:cubicBezTo>
                <a:lnTo>
                  <a:pt x="231816" y="364009"/>
                </a:lnTo>
                <a:close/>
                <a:moveTo>
                  <a:pt x="132193" y="38317"/>
                </a:moveTo>
                <a:cubicBezTo>
                  <a:pt x="143688" y="38317"/>
                  <a:pt x="151351" y="45980"/>
                  <a:pt x="151351" y="57475"/>
                </a:cubicBezTo>
                <a:lnTo>
                  <a:pt x="113034" y="57475"/>
                </a:lnTo>
                <a:cubicBezTo>
                  <a:pt x="113034" y="45980"/>
                  <a:pt x="120698" y="38317"/>
                  <a:pt x="132193" y="38317"/>
                </a:cubicBezTo>
                <a:close/>
                <a:moveTo>
                  <a:pt x="99624" y="344851"/>
                </a:moveTo>
                <a:cubicBezTo>
                  <a:pt x="76634" y="344851"/>
                  <a:pt x="57475" y="325692"/>
                  <a:pt x="57475" y="302702"/>
                </a:cubicBezTo>
                <a:lnTo>
                  <a:pt x="57475" y="287376"/>
                </a:lnTo>
                <a:lnTo>
                  <a:pt x="114950" y="287376"/>
                </a:lnTo>
                <a:lnTo>
                  <a:pt x="114950" y="268217"/>
                </a:lnTo>
                <a:lnTo>
                  <a:pt x="57475" y="268217"/>
                </a:lnTo>
                <a:lnTo>
                  <a:pt x="57475" y="229901"/>
                </a:lnTo>
                <a:lnTo>
                  <a:pt x="95792" y="229901"/>
                </a:lnTo>
                <a:lnTo>
                  <a:pt x="95792" y="210742"/>
                </a:lnTo>
                <a:lnTo>
                  <a:pt x="57475" y="210742"/>
                </a:lnTo>
                <a:lnTo>
                  <a:pt x="57475" y="172425"/>
                </a:lnTo>
                <a:lnTo>
                  <a:pt x="114950" y="172425"/>
                </a:lnTo>
                <a:lnTo>
                  <a:pt x="114950" y="153267"/>
                </a:lnTo>
                <a:lnTo>
                  <a:pt x="57475" y="153267"/>
                </a:lnTo>
                <a:lnTo>
                  <a:pt x="57475" y="114950"/>
                </a:lnTo>
                <a:lnTo>
                  <a:pt x="210742" y="114950"/>
                </a:lnTo>
                <a:lnTo>
                  <a:pt x="210742" y="302702"/>
                </a:lnTo>
                <a:cubicBezTo>
                  <a:pt x="210742" y="325692"/>
                  <a:pt x="191584" y="344851"/>
                  <a:pt x="168594" y="344851"/>
                </a:cubicBezTo>
                <a:lnTo>
                  <a:pt x="99624" y="344851"/>
                </a:lnTo>
                <a:close/>
                <a:moveTo>
                  <a:pt x="348682" y="375504"/>
                </a:moveTo>
                <a:cubicBezTo>
                  <a:pt x="344851" y="373588"/>
                  <a:pt x="341019" y="369757"/>
                  <a:pt x="339103" y="367841"/>
                </a:cubicBezTo>
                <a:lnTo>
                  <a:pt x="339103" y="367841"/>
                </a:lnTo>
                <a:cubicBezTo>
                  <a:pt x="344851" y="365925"/>
                  <a:pt x="348682" y="364009"/>
                  <a:pt x="354430" y="360177"/>
                </a:cubicBezTo>
                <a:cubicBezTo>
                  <a:pt x="360177" y="356346"/>
                  <a:pt x="365925" y="350598"/>
                  <a:pt x="371672" y="344851"/>
                </a:cubicBezTo>
                <a:cubicBezTo>
                  <a:pt x="375504" y="339103"/>
                  <a:pt x="379336" y="331440"/>
                  <a:pt x="379336" y="323777"/>
                </a:cubicBezTo>
                <a:cubicBezTo>
                  <a:pt x="379336" y="310366"/>
                  <a:pt x="375504" y="298871"/>
                  <a:pt x="365925" y="291207"/>
                </a:cubicBezTo>
                <a:lnTo>
                  <a:pt x="365925" y="291207"/>
                </a:lnTo>
                <a:cubicBezTo>
                  <a:pt x="358262" y="285460"/>
                  <a:pt x="350598" y="279712"/>
                  <a:pt x="342935" y="275881"/>
                </a:cubicBezTo>
                <a:lnTo>
                  <a:pt x="339103" y="273965"/>
                </a:lnTo>
                <a:cubicBezTo>
                  <a:pt x="344851" y="270133"/>
                  <a:pt x="348682" y="268217"/>
                  <a:pt x="348682" y="268217"/>
                </a:cubicBezTo>
                <a:cubicBezTo>
                  <a:pt x="365925" y="256722"/>
                  <a:pt x="377420" y="239480"/>
                  <a:pt x="379336" y="218405"/>
                </a:cubicBezTo>
                <a:lnTo>
                  <a:pt x="379336" y="210742"/>
                </a:lnTo>
                <a:lnTo>
                  <a:pt x="360177" y="210742"/>
                </a:lnTo>
                <a:lnTo>
                  <a:pt x="360177" y="218405"/>
                </a:lnTo>
                <a:cubicBezTo>
                  <a:pt x="360177" y="218405"/>
                  <a:pt x="360177" y="220321"/>
                  <a:pt x="360177" y="220321"/>
                </a:cubicBezTo>
                <a:lnTo>
                  <a:pt x="270133" y="220321"/>
                </a:lnTo>
                <a:cubicBezTo>
                  <a:pt x="270133" y="220321"/>
                  <a:pt x="270133" y="218405"/>
                  <a:pt x="270133" y="218405"/>
                </a:cubicBezTo>
                <a:lnTo>
                  <a:pt x="270133" y="210742"/>
                </a:lnTo>
                <a:lnTo>
                  <a:pt x="250975" y="210742"/>
                </a:lnTo>
                <a:lnTo>
                  <a:pt x="250975" y="218405"/>
                </a:lnTo>
                <a:cubicBezTo>
                  <a:pt x="252891" y="239480"/>
                  <a:pt x="262470" y="258638"/>
                  <a:pt x="281628" y="268217"/>
                </a:cubicBezTo>
                <a:cubicBezTo>
                  <a:pt x="281628" y="268217"/>
                  <a:pt x="285460" y="272049"/>
                  <a:pt x="291207" y="275881"/>
                </a:cubicBezTo>
                <a:lnTo>
                  <a:pt x="289291" y="277796"/>
                </a:lnTo>
                <a:cubicBezTo>
                  <a:pt x="279712" y="281628"/>
                  <a:pt x="272049" y="287376"/>
                  <a:pt x="266301" y="293123"/>
                </a:cubicBezTo>
                <a:cubicBezTo>
                  <a:pt x="256722" y="302702"/>
                  <a:pt x="252891" y="314197"/>
                  <a:pt x="252891" y="325692"/>
                </a:cubicBezTo>
                <a:cubicBezTo>
                  <a:pt x="252891" y="333356"/>
                  <a:pt x="256722" y="339103"/>
                  <a:pt x="260554" y="344851"/>
                </a:cubicBezTo>
                <a:cubicBezTo>
                  <a:pt x="264386" y="350598"/>
                  <a:pt x="270133" y="356346"/>
                  <a:pt x="277796" y="360177"/>
                </a:cubicBezTo>
                <a:cubicBezTo>
                  <a:pt x="283544" y="364009"/>
                  <a:pt x="287376" y="365925"/>
                  <a:pt x="293123" y="367841"/>
                </a:cubicBezTo>
                <a:lnTo>
                  <a:pt x="293123" y="367841"/>
                </a:lnTo>
                <a:cubicBezTo>
                  <a:pt x="289291" y="369757"/>
                  <a:pt x="285460" y="373588"/>
                  <a:pt x="281628" y="375504"/>
                </a:cubicBezTo>
                <a:cubicBezTo>
                  <a:pt x="264386" y="386999"/>
                  <a:pt x="254806" y="404242"/>
                  <a:pt x="252891" y="423400"/>
                </a:cubicBezTo>
                <a:lnTo>
                  <a:pt x="252891" y="440643"/>
                </a:lnTo>
                <a:lnTo>
                  <a:pt x="272049" y="440643"/>
                </a:lnTo>
                <a:lnTo>
                  <a:pt x="272049" y="423400"/>
                </a:lnTo>
                <a:cubicBezTo>
                  <a:pt x="272049" y="423400"/>
                  <a:pt x="272049" y="421484"/>
                  <a:pt x="272049" y="421484"/>
                </a:cubicBezTo>
                <a:lnTo>
                  <a:pt x="362093" y="421484"/>
                </a:lnTo>
                <a:cubicBezTo>
                  <a:pt x="362093" y="421484"/>
                  <a:pt x="362093" y="423400"/>
                  <a:pt x="362093" y="423400"/>
                </a:cubicBezTo>
                <a:lnTo>
                  <a:pt x="362093" y="440643"/>
                </a:lnTo>
                <a:lnTo>
                  <a:pt x="381252" y="440643"/>
                </a:lnTo>
                <a:lnTo>
                  <a:pt x="381252" y="423400"/>
                </a:lnTo>
                <a:cubicBezTo>
                  <a:pt x="375504" y="404242"/>
                  <a:pt x="365925" y="386999"/>
                  <a:pt x="348682" y="375504"/>
                </a:cubicBezTo>
                <a:close/>
                <a:moveTo>
                  <a:pt x="277796" y="239480"/>
                </a:moveTo>
                <a:lnTo>
                  <a:pt x="350598" y="239480"/>
                </a:lnTo>
                <a:cubicBezTo>
                  <a:pt x="341019" y="250975"/>
                  <a:pt x="327608" y="258638"/>
                  <a:pt x="314197" y="264386"/>
                </a:cubicBezTo>
                <a:lnTo>
                  <a:pt x="314197" y="264386"/>
                </a:lnTo>
                <a:cubicBezTo>
                  <a:pt x="300787" y="260554"/>
                  <a:pt x="287376" y="250975"/>
                  <a:pt x="277796" y="239480"/>
                </a:cubicBezTo>
                <a:close/>
                <a:moveTo>
                  <a:pt x="275881" y="302702"/>
                </a:moveTo>
                <a:cubicBezTo>
                  <a:pt x="281628" y="296955"/>
                  <a:pt x="287376" y="295039"/>
                  <a:pt x="295039" y="293123"/>
                </a:cubicBezTo>
                <a:cubicBezTo>
                  <a:pt x="300787" y="291207"/>
                  <a:pt x="312282" y="285460"/>
                  <a:pt x="314197" y="285460"/>
                </a:cubicBezTo>
                <a:cubicBezTo>
                  <a:pt x="321861" y="287376"/>
                  <a:pt x="327608" y="289291"/>
                  <a:pt x="335272" y="293123"/>
                </a:cubicBezTo>
                <a:cubicBezTo>
                  <a:pt x="341019" y="295039"/>
                  <a:pt x="348682" y="298871"/>
                  <a:pt x="354430" y="304618"/>
                </a:cubicBezTo>
                <a:cubicBezTo>
                  <a:pt x="356346" y="306534"/>
                  <a:pt x="358262" y="308450"/>
                  <a:pt x="360177" y="312282"/>
                </a:cubicBezTo>
                <a:lnTo>
                  <a:pt x="272049" y="312282"/>
                </a:lnTo>
                <a:cubicBezTo>
                  <a:pt x="272049" y="308450"/>
                  <a:pt x="273965" y="306534"/>
                  <a:pt x="275881" y="302702"/>
                </a:cubicBezTo>
                <a:lnTo>
                  <a:pt x="275881" y="302702"/>
                </a:lnTo>
                <a:close/>
                <a:moveTo>
                  <a:pt x="283544" y="344851"/>
                </a:moveTo>
                <a:cubicBezTo>
                  <a:pt x="279712" y="342935"/>
                  <a:pt x="275881" y="339103"/>
                  <a:pt x="272049" y="335272"/>
                </a:cubicBezTo>
                <a:cubicBezTo>
                  <a:pt x="272049" y="333356"/>
                  <a:pt x="270133" y="333356"/>
                  <a:pt x="270133" y="331440"/>
                </a:cubicBezTo>
                <a:lnTo>
                  <a:pt x="358262" y="331440"/>
                </a:lnTo>
                <a:cubicBezTo>
                  <a:pt x="358262" y="333356"/>
                  <a:pt x="356346" y="333356"/>
                  <a:pt x="356346" y="335272"/>
                </a:cubicBezTo>
                <a:cubicBezTo>
                  <a:pt x="352514" y="339103"/>
                  <a:pt x="350598" y="342935"/>
                  <a:pt x="344851" y="344851"/>
                </a:cubicBezTo>
                <a:cubicBezTo>
                  <a:pt x="341019" y="346767"/>
                  <a:pt x="337187" y="348682"/>
                  <a:pt x="331440" y="350598"/>
                </a:cubicBezTo>
                <a:cubicBezTo>
                  <a:pt x="327608" y="352514"/>
                  <a:pt x="318029" y="356346"/>
                  <a:pt x="314197" y="358262"/>
                </a:cubicBezTo>
                <a:cubicBezTo>
                  <a:pt x="310366" y="360177"/>
                  <a:pt x="298871" y="352514"/>
                  <a:pt x="296955" y="350598"/>
                </a:cubicBezTo>
                <a:cubicBezTo>
                  <a:pt x="291207" y="348682"/>
                  <a:pt x="287376" y="346767"/>
                  <a:pt x="283544" y="344851"/>
                </a:cubicBezTo>
                <a:close/>
                <a:moveTo>
                  <a:pt x="277796" y="402326"/>
                </a:moveTo>
                <a:cubicBezTo>
                  <a:pt x="287376" y="390831"/>
                  <a:pt x="300787" y="383168"/>
                  <a:pt x="314197" y="377420"/>
                </a:cubicBezTo>
                <a:lnTo>
                  <a:pt x="314197" y="377420"/>
                </a:lnTo>
                <a:cubicBezTo>
                  <a:pt x="327608" y="383168"/>
                  <a:pt x="341019" y="392747"/>
                  <a:pt x="350598" y="402326"/>
                </a:cubicBezTo>
                <a:lnTo>
                  <a:pt x="277796" y="40232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Graphic 31" descr="Biologic drugs injection icon.">
            <a:extLst>
              <a:ext uri="{FF2B5EF4-FFF2-40B4-BE49-F238E27FC236}">
                <a16:creationId xmlns:a16="http://schemas.microsoft.com/office/drawing/2014/main" id="{5AEA3390-1F33-49A0-ADFE-17AA162322DD}"/>
              </a:ext>
            </a:extLst>
          </p:cNvPr>
          <p:cNvSpPr/>
          <p:nvPr/>
        </p:nvSpPr>
        <p:spPr>
          <a:xfrm>
            <a:off x="7112936" y="4146894"/>
            <a:ext cx="417652" cy="440642"/>
          </a:xfrm>
          <a:custGeom>
            <a:avLst/>
            <a:gdLst>
              <a:gd name="connsiteX0" fmla="*/ 404242 w 417652"/>
              <a:gd name="connsiteY0" fmla="*/ 191584 h 440642"/>
              <a:gd name="connsiteX1" fmla="*/ 404242 w 417652"/>
              <a:gd name="connsiteY1" fmla="*/ 191584 h 440642"/>
              <a:gd name="connsiteX2" fmla="*/ 404242 w 417652"/>
              <a:gd name="connsiteY2" fmla="*/ 191584 h 440642"/>
              <a:gd name="connsiteX3" fmla="*/ 404242 w 417652"/>
              <a:gd name="connsiteY3" fmla="*/ 191584 h 440642"/>
              <a:gd name="connsiteX4" fmla="*/ 377420 w 417652"/>
              <a:gd name="connsiteY4" fmla="*/ 53643 h 440642"/>
              <a:gd name="connsiteX5" fmla="*/ 404242 w 417652"/>
              <a:gd name="connsiteY5" fmla="*/ 80465 h 440642"/>
              <a:gd name="connsiteX6" fmla="*/ 417653 w 417652"/>
              <a:gd name="connsiteY6" fmla="*/ 67054 h 440642"/>
              <a:gd name="connsiteX7" fmla="*/ 350598 w 417652"/>
              <a:gd name="connsiteY7" fmla="*/ 0 h 440642"/>
              <a:gd name="connsiteX8" fmla="*/ 337187 w 417652"/>
              <a:gd name="connsiteY8" fmla="*/ 13411 h 440642"/>
              <a:gd name="connsiteX9" fmla="*/ 364009 w 417652"/>
              <a:gd name="connsiteY9" fmla="*/ 40233 h 440642"/>
              <a:gd name="connsiteX10" fmla="*/ 321861 w 417652"/>
              <a:gd name="connsiteY10" fmla="*/ 82381 h 440642"/>
              <a:gd name="connsiteX11" fmla="*/ 241396 w 417652"/>
              <a:gd name="connsiteY11" fmla="*/ 1916 h 440642"/>
              <a:gd name="connsiteX12" fmla="*/ 227985 w 417652"/>
              <a:gd name="connsiteY12" fmla="*/ 15327 h 440642"/>
              <a:gd name="connsiteX13" fmla="*/ 258638 w 417652"/>
              <a:gd name="connsiteY13" fmla="*/ 45980 h 440642"/>
              <a:gd name="connsiteX14" fmla="*/ 49812 w 417652"/>
              <a:gd name="connsiteY14" fmla="*/ 252891 h 440642"/>
              <a:gd name="connsiteX15" fmla="*/ 45980 w 417652"/>
              <a:gd name="connsiteY15" fmla="*/ 260554 h 440642"/>
              <a:gd name="connsiteX16" fmla="*/ 38317 w 417652"/>
              <a:gd name="connsiteY16" fmla="*/ 293123 h 440642"/>
              <a:gd name="connsiteX17" fmla="*/ 45980 w 417652"/>
              <a:gd name="connsiteY17" fmla="*/ 316113 h 440642"/>
              <a:gd name="connsiteX18" fmla="*/ 68970 w 417652"/>
              <a:gd name="connsiteY18" fmla="*/ 339103 h 440642"/>
              <a:gd name="connsiteX19" fmla="*/ 0 w 417652"/>
              <a:gd name="connsiteY19" fmla="*/ 408073 h 440642"/>
              <a:gd name="connsiteX20" fmla="*/ 13411 w 417652"/>
              <a:gd name="connsiteY20" fmla="*/ 421484 h 440642"/>
              <a:gd name="connsiteX21" fmla="*/ 82381 w 417652"/>
              <a:gd name="connsiteY21" fmla="*/ 352514 h 440642"/>
              <a:gd name="connsiteX22" fmla="*/ 103455 w 417652"/>
              <a:gd name="connsiteY22" fmla="*/ 373588 h 440642"/>
              <a:gd name="connsiteX23" fmla="*/ 120698 w 417652"/>
              <a:gd name="connsiteY23" fmla="*/ 381252 h 440642"/>
              <a:gd name="connsiteX24" fmla="*/ 124529 w 417652"/>
              <a:gd name="connsiteY24" fmla="*/ 381252 h 440642"/>
              <a:gd name="connsiteX25" fmla="*/ 155183 w 417652"/>
              <a:gd name="connsiteY25" fmla="*/ 373588 h 440642"/>
              <a:gd name="connsiteX26" fmla="*/ 162846 w 417652"/>
              <a:gd name="connsiteY26" fmla="*/ 369757 h 440642"/>
              <a:gd name="connsiteX27" fmla="*/ 245227 w 417652"/>
              <a:gd name="connsiteY27" fmla="*/ 289291 h 440642"/>
              <a:gd name="connsiteX28" fmla="*/ 245227 w 417652"/>
              <a:gd name="connsiteY28" fmla="*/ 260554 h 440642"/>
              <a:gd name="connsiteX29" fmla="*/ 151351 w 417652"/>
              <a:gd name="connsiteY29" fmla="*/ 356346 h 440642"/>
              <a:gd name="connsiteX30" fmla="*/ 120698 w 417652"/>
              <a:gd name="connsiteY30" fmla="*/ 364009 h 440642"/>
              <a:gd name="connsiteX31" fmla="*/ 116866 w 417652"/>
              <a:gd name="connsiteY31" fmla="*/ 362093 h 440642"/>
              <a:gd name="connsiteX32" fmla="*/ 59391 w 417652"/>
              <a:gd name="connsiteY32" fmla="*/ 304618 h 440642"/>
              <a:gd name="connsiteX33" fmla="*/ 57475 w 417652"/>
              <a:gd name="connsiteY33" fmla="*/ 296955 h 440642"/>
              <a:gd name="connsiteX34" fmla="*/ 65138 w 417652"/>
              <a:gd name="connsiteY34" fmla="*/ 266301 h 440642"/>
              <a:gd name="connsiteX35" fmla="*/ 109203 w 417652"/>
              <a:gd name="connsiteY35" fmla="*/ 222237 h 440642"/>
              <a:gd name="connsiteX36" fmla="*/ 149435 w 417652"/>
              <a:gd name="connsiteY36" fmla="*/ 262470 h 440642"/>
              <a:gd name="connsiteX37" fmla="*/ 162846 w 417652"/>
              <a:gd name="connsiteY37" fmla="*/ 249059 h 440642"/>
              <a:gd name="connsiteX38" fmla="*/ 122614 w 417652"/>
              <a:gd name="connsiteY38" fmla="*/ 208826 h 440642"/>
              <a:gd name="connsiteX39" fmla="*/ 157099 w 417652"/>
              <a:gd name="connsiteY39" fmla="*/ 172425 h 440642"/>
              <a:gd name="connsiteX40" fmla="*/ 197331 w 417652"/>
              <a:gd name="connsiteY40" fmla="*/ 212658 h 440642"/>
              <a:gd name="connsiteX41" fmla="*/ 210742 w 417652"/>
              <a:gd name="connsiteY41" fmla="*/ 199247 h 440642"/>
              <a:gd name="connsiteX42" fmla="*/ 170510 w 417652"/>
              <a:gd name="connsiteY42" fmla="*/ 159015 h 440642"/>
              <a:gd name="connsiteX43" fmla="*/ 206910 w 417652"/>
              <a:gd name="connsiteY43" fmla="*/ 122614 h 440642"/>
              <a:gd name="connsiteX44" fmla="*/ 247143 w 417652"/>
              <a:gd name="connsiteY44" fmla="*/ 162846 h 440642"/>
              <a:gd name="connsiteX45" fmla="*/ 260554 w 417652"/>
              <a:gd name="connsiteY45" fmla="*/ 149435 h 440642"/>
              <a:gd name="connsiteX46" fmla="*/ 220321 w 417652"/>
              <a:gd name="connsiteY46" fmla="*/ 109203 h 440642"/>
              <a:gd name="connsiteX47" fmla="*/ 270133 w 417652"/>
              <a:gd name="connsiteY47" fmla="*/ 59391 h 440642"/>
              <a:gd name="connsiteX48" fmla="*/ 358262 w 417652"/>
              <a:gd name="connsiteY48" fmla="*/ 147519 h 440642"/>
              <a:gd name="connsiteX49" fmla="*/ 314197 w 417652"/>
              <a:gd name="connsiteY49" fmla="*/ 191584 h 440642"/>
              <a:gd name="connsiteX50" fmla="*/ 342935 w 417652"/>
              <a:gd name="connsiteY50" fmla="*/ 191584 h 440642"/>
              <a:gd name="connsiteX51" fmla="*/ 371672 w 417652"/>
              <a:gd name="connsiteY51" fmla="*/ 160930 h 440642"/>
              <a:gd name="connsiteX52" fmla="*/ 402326 w 417652"/>
              <a:gd name="connsiteY52" fmla="*/ 191584 h 440642"/>
              <a:gd name="connsiteX53" fmla="*/ 402326 w 417652"/>
              <a:gd name="connsiteY53" fmla="*/ 191584 h 440642"/>
              <a:gd name="connsiteX54" fmla="*/ 415737 w 417652"/>
              <a:gd name="connsiteY54" fmla="*/ 178173 h 440642"/>
              <a:gd name="connsiteX55" fmla="*/ 335272 w 417652"/>
              <a:gd name="connsiteY55" fmla="*/ 95792 h 440642"/>
              <a:gd name="connsiteX56" fmla="*/ 377420 w 417652"/>
              <a:gd name="connsiteY56" fmla="*/ 53643 h 440642"/>
              <a:gd name="connsiteX57" fmla="*/ 365925 w 417652"/>
              <a:gd name="connsiteY57" fmla="*/ 375504 h 440642"/>
              <a:gd name="connsiteX58" fmla="*/ 356346 w 417652"/>
              <a:gd name="connsiteY58" fmla="*/ 367841 h 440642"/>
              <a:gd name="connsiteX59" fmla="*/ 356346 w 417652"/>
              <a:gd name="connsiteY59" fmla="*/ 367841 h 440642"/>
              <a:gd name="connsiteX60" fmla="*/ 371672 w 417652"/>
              <a:gd name="connsiteY60" fmla="*/ 360177 h 440642"/>
              <a:gd name="connsiteX61" fmla="*/ 388915 w 417652"/>
              <a:gd name="connsiteY61" fmla="*/ 344851 h 440642"/>
              <a:gd name="connsiteX62" fmla="*/ 396578 w 417652"/>
              <a:gd name="connsiteY62" fmla="*/ 323777 h 440642"/>
              <a:gd name="connsiteX63" fmla="*/ 383168 w 417652"/>
              <a:gd name="connsiteY63" fmla="*/ 291207 h 440642"/>
              <a:gd name="connsiteX64" fmla="*/ 383168 w 417652"/>
              <a:gd name="connsiteY64" fmla="*/ 291207 h 440642"/>
              <a:gd name="connsiteX65" fmla="*/ 360177 w 417652"/>
              <a:gd name="connsiteY65" fmla="*/ 275881 h 440642"/>
              <a:gd name="connsiteX66" fmla="*/ 356346 w 417652"/>
              <a:gd name="connsiteY66" fmla="*/ 273965 h 440642"/>
              <a:gd name="connsiteX67" fmla="*/ 365925 w 417652"/>
              <a:gd name="connsiteY67" fmla="*/ 268217 h 440642"/>
              <a:gd name="connsiteX68" fmla="*/ 396578 w 417652"/>
              <a:gd name="connsiteY68" fmla="*/ 218405 h 440642"/>
              <a:gd name="connsiteX69" fmla="*/ 396578 w 417652"/>
              <a:gd name="connsiteY69" fmla="*/ 210742 h 440642"/>
              <a:gd name="connsiteX70" fmla="*/ 377420 w 417652"/>
              <a:gd name="connsiteY70" fmla="*/ 210742 h 440642"/>
              <a:gd name="connsiteX71" fmla="*/ 377420 w 417652"/>
              <a:gd name="connsiteY71" fmla="*/ 218405 h 440642"/>
              <a:gd name="connsiteX72" fmla="*/ 377420 w 417652"/>
              <a:gd name="connsiteY72" fmla="*/ 220321 h 440642"/>
              <a:gd name="connsiteX73" fmla="*/ 287376 w 417652"/>
              <a:gd name="connsiteY73" fmla="*/ 220321 h 440642"/>
              <a:gd name="connsiteX74" fmla="*/ 287376 w 417652"/>
              <a:gd name="connsiteY74" fmla="*/ 210742 h 440642"/>
              <a:gd name="connsiteX75" fmla="*/ 268217 w 417652"/>
              <a:gd name="connsiteY75" fmla="*/ 210742 h 440642"/>
              <a:gd name="connsiteX76" fmla="*/ 268217 w 417652"/>
              <a:gd name="connsiteY76" fmla="*/ 220321 h 440642"/>
              <a:gd name="connsiteX77" fmla="*/ 296955 w 417652"/>
              <a:gd name="connsiteY77" fmla="*/ 266301 h 440642"/>
              <a:gd name="connsiteX78" fmla="*/ 308450 w 417652"/>
              <a:gd name="connsiteY78" fmla="*/ 273965 h 440642"/>
              <a:gd name="connsiteX79" fmla="*/ 306534 w 417652"/>
              <a:gd name="connsiteY79" fmla="*/ 273965 h 440642"/>
              <a:gd name="connsiteX80" fmla="*/ 283544 w 417652"/>
              <a:gd name="connsiteY80" fmla="*/ 289291 h 440642"/>
              <a:gd name="connsiteX81" fmla="*/ 270133 w 417652"/>
              <a:gd name="connsiteY81" fmla="*/ 321861 h 440642"/>
              <a:gd name="connsiteX82" fmla="*/ 277796 w 417652"/>
              <a:gd name="connsiteY82" fmla="*/ 344851 h 440642"/>
              <a:gd name="connsiteX83" fmla="*/ 295039 w 417652"/>
              <a:gd name="connsiteY83" fmla="*/ 360177 h 440642"/>
              <a:gd name="connsiteX84" fmla="*/ 310366 w 417652"/>
              <a:gd name="connsiteY84" fmla="*/ 367841 h 440642"/>
              <a:gd name="connsiteX85" fmla="*/ 310366 w 417652"/>
              <a:gd name="connsiteY85" fmla="*/ 367841 h 440642"/>
              <a:gd name="connsiteX86" fmla="*/ 298871 w 417652"/>
              <a:gd name="connsiteY86" fmla="*/ 375504 h 440642"/>
              <a:gd name="connsiteX87" fmla="*/ 270133 w 417652"/>
              <a:gd name="connsiteY87" fmla="*/ 423400 h 440642"/>
              <a:gd name="connsiteX88" fmla="*/ 270133 w 417652"/>
              <a:gd name="connsiteY88" fmla="*/ 440643 h 440642"/>
              <a:gd name="connsiteX89" fmla="*/ 289291 w 417652"/>
              <a:gd name="connsiteY89" fmla="*/ 440643 h 440642"/>
              <a:gd name="connsiteX90" fmla="*/ 289291 w 417652"/>
              <a:gd name="connsiteY90" fmla="*/ 423400 h 440642"/>
              <a:gd name="connsiteX91" fmla="*/ 289291 w 417652"/>
              <a:gd name="connsiteY91" fmla="*/ 421484 h 440642"/>
              <a:gd name="connsiteX92" fmla="*/ 379336 w 417652"/>
              <a:gd name="connsiteY92" fmla="*/ 421484 h 440642"/>
              <a:gd name="connsiteX93" fmla="*/ 379336 w 417652"/>
              <a:gd name="connsiteY93" fmla="*/ 423400 h 440642"/>
              <a:gd name="connsiteX94" fmla="*/ 379336 w 417652"/>
              <a:gd name="connsiteY94" fmla="*/ 440643 h 440642"/>
              <a:gd name="connsiteX95" fmla="*/ 398494 w 417652"/>
              <a:gd name="connsiteY95" fmla="*/ 440643 h 440642"/>
              <a:gd name="connsiteX96" fmla="*/ 398494 w 417652"/>
              <a:gd name="connsiteY96" fmla="*/ 423400 h 440642"/>
              <a:gd name="connsiteX97" fmla="*/ 365925 w 417652"/>
              <a:gd name="connsiteY97" fmla="*/ 375504 h 440642"/>
              <a:gd name="connsiteX98" fmla="*/ 293123 w 417652"/>
              <a:gd name="connsiteY98" fmla="*/ 239480 h 440642"/>
              <a:gd name="connsiteX99" fmla="*/ 365925 w 417652"/>
              <a:gd name="connsiteY99" fmla="*/ 239480 h 440642"/>
              <a:gd name="connsiteX100" fmla="*/ 329524 w 417652"/>
              <a:gd name="connsiteY100" fmla="*/ 266301 h 440642"/>
              <a:gd name="connsiteX101" fmla="*/ 329524 w 417652"/>
              <a:gd name="connsiteY101" fmla="*/ 266301 h 440642"/>
              <a:gd name="connsiteX102" fmla="*/ 293123 w 417652"/>
              <a:gd name="connsiteY102" fmla="*/ 239480 h 440642"/>
              <a:gd name="connsiteX103" fmla="*/ 293123 w 417652"/>
              <a:gd name="connsiteY103" fmla="*/ 304618 h 440642"/>
              <a:gd name="connsiteX104" fmla="*/ 312282 w 417652"/>
              <a:gd name="connsiteY104" fmla="*/ 293123 h 440642"/>
              <a:gd name="connsiteX105" fmla="*/ 331440 w 417652"/>
              <a:gd name="connsiteY105" fmla="*/ 285460 h 440642"/>
              <a:gd name="connsiteX106" fmla="*/ 352514 w 417652"/>
              <a:gd name="connsiteY106" fmla="*/ 293123 h 440642"/>
              <a:gd name="connsiteX107" fmla="*/ 371672 w 417652"/>
              <a:gd name="connsiteY107" fmla="*/ 304618 h 440642"/>
              <a:gd name="connsiteX108" fmla="*/ 377420 w 417652"/>
              <a:gd name="connsiteY108" fmla="*/ 312282 h 440642"/>
              <a:gd name="connsiteX109" fmla="*/ 287376 w 417652"/>
              <a:gd name="connsiteY109" fmla="*/ 312282 h 440642"/>
              <a:gd name="connsiteX110" fmla="*/ 293123 w 417652"/>
              <a:gd name="connsiteY110" fmla="*/ 304618 h 440642"/>
              <a:gd name="connsiteX111" fmla="*/ 293123 w 417652"/>
              <a:gd name="connsiteY111" fmla="*/ 304618 h 440642"/>
              <a:gd name="connsiteX112" fmla="*/ 300787 w 417652"/>
              <a:gd name="connsiteY112" fmla="*/ 344851 h 440642"/>
              <a:gd name="connsiteX113" fmla="*/ 289291 w 417652"/>
              <a:gd name="connsiteY113" fmla="*/ 335272 h 440642"/>
              <a:gd name="connsiteX114" fmla="*/ 287376 w 417652"/>
              <a:gd name="connsiteY114" fmla="*/ 331440 h 440642"/>
              <a:gd name="connsiteX115" fmla="*/ 375504 w 417652"/>
              <a:gd name="connsiteY115" fmla="*/ 331440 h 440642"/>
              <a:gd name="connsiteX116" fmla="*/ 373588 w 417652"/>
              <a:gd name="connsiteY116" fmla="*/ 335272 h 440642"/>
              <a:gd name="connsiteX117" fmla="*/ 362093 w 417652"/>
              <a:gd name="connsiteY117" fmla="*/ 344851 h 440642"/>
              <a:gd name="connsiteX118" fmla="*/ 348682 w 417652"/>
              <a:gd name="connsiteY118" fmla="*/ 350598 h 440642"/>
              <a:gd name="connsiteX119" fmla="*/ 331440 w 417652"/>
              <a:gd name="connsiteY119" fmla="*/ 356346 h 440642"/>
              <a:gd name="connsiteX120" fmla="*/ 314197 w 417652"/>
              <a:gd name="connsiteY120" fmla="*/ 350598 h 440642"/>
              <a:gd name="connsiteX121" fmla="*/ 300787 w 417652"/>
              <a:gd name="connsiteY121" fmla="*/ 344851 h 440642"/>
              <a:gd name="connsiteX122" fmla="*/ 295039 w 417652"/>
              <a:gd name="connsiteY122" fmla="*/ 402326 h 440642"/>
              <a:gd name="connsiteX123" fmla="*/ 331440 w 417652"/>
              <a:gd name="connsiteY123" fmla="*/ 377420 h 440642"/>
              <a:gd name="connsiteX124" fmla="*/ 331440 w 417652"/>
              <a:gd name="connsiteY124" fmla="*/ 377420 h 440642"/>
              <a:gd name="connsiteX125" fmla="*/ 367841 w 417652"/>
              <a:gd name="connsiteY125" fmla="*/ 402326 h 440642"/>
              <a:gd name="connsiteX126" fmla="*/ 295039 w 417652"/>
              <a:gd name="connsiteY126" fmla="*/ 402326 h 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17652" h="440642">
                <a:moveTo>
                  <a:pt x="404242" y="191584"/>
                </a:moveTo>
                <a:lnTo>
                  <a:pt x="404242" y="191584"/>
                </a:lnTo>
                <a:lnTo>
                  <a:pt x="404242" y="191584"/>
                </a:lnTo>
                <a:lnTo>
                  <a:pt x="404242" y="191584"/>
                </a:lnTo>
                <a:close/>
                <a:moveTo>
                  <a:pt x="377420" y="53643"/>
                </a:moveTo>
                <a:lnTo>
                  <a:pt x="404242" y="80465"/>
                </a:lnTo>
                <a:lnTo>
                  <a:pt x="417653" y="67054"/>
                </a:lnTo>
                <a:lnTo>
                  <a:pt x="350598" y="0"/>
                </a:lnTo>
                <a:lnTo>
                  <a:pt x="337187" y="13411"/>
                </a:lnTo>
                <a:lnTo>
                  <a:pt x="364009" y="40233"/>
                </a:lnTo>
                <a:lnTo>
                  <a:pt x="321861" y="82381"/>
                </a:lnTo>
                <a:lnTo>
                  <a:pt x="241396" y="1916"/>
                </a:lnTo>
                <a:lnTo>
                  <a:pt x="227985" y="15327"/>
                </a:lnTo>
                <a:lnTo>
                  <a:pt x="258638" y="45980"/>
                </a:lnTo>
                <a:lnTo>
                  <a:pt x="49812" y="252891"/>
                </a:lnTo>
                <a:cubicBezTo>
                  <a:pt x="47896" y="254806"/>
                  <a:pt x="45980" y="258638"/>
                  <a:pt x="45980" y="260554"/>
                </a:cubicBezTo>
                <a:lnTo>
                  <a:pt x="38317" y="293123"/>
                </a:lnTo>
                <a:cubicBezTo>
                  <a:pt x="36401" y="300787"/>
                  <a:pt x="40233" y="310366"/>
                  <a:pt x="45980" y="316113"/>
                </a:cubicBezTo>
                <a:lnTo>
                  <a:pt x="68970" y="339103"/>
                </a:lnTo>
                <a:lnTo>
                  <a:pt x="0" y="408073"/>
                </a:lnTo>
                <a:lnTo>
                  <a:pt x="13411" y="421484"/>
                </a:lnTo>
                <a:lnTo>
                  <a:pt x="82381" y="352514"/>
                </a:lnTo>
                <a:lnTo>
                  <a:pt x="103455" y="373588"/>
                </a:lnTo>
                <a:cubicBezTo>
                  <a:pt x="107287" y="379336"/>
                  <a:pt x="114950" y="381252"/>
                  <a:pt x="120698" y="381252"/>
                </a:cubicBezTo>
                <a:cubicBezTo>
                  <a:pt x="122614" y="381252"/>
                  <a:pt x="124529" y="381252"/>
                  <a:pt x="124529" y="381252"/>
                </a:cubicBezTo>
                <a:lnTo>
                  <a:pt x="155183" y="373588"/>
                </a:lnTo>
                <a:cubicBezTo>
                  <a:pt x="159015" y="373588"/>
                  <a:pt x="160930" y="371672"/>
                  <a:pt x="162846" y="369757"/>
                </a:cubicBezTo>
                <a:lnTo>
                  <a:pt x="245227" y="289291"/>
                </a:lnTo>
                <a:lnTo>
                  <a:pt x="245227" y="260554"/>
                </a:lnTo>
                <a:lnTo>
                  <a:pt x="151351" y="356346"/>
                </a:lnTo>
                <a:lnTo>
                  <a:pt x="120698" y="364009"/>
                </a:lnTo>
                <a:cubicBezTo>
                  <a:pt x="118782" y="364009"/>
                  <a:pt x="116866" y="362093"/>
                  <a:pt x="116866" y="362093"/>
                </a:cubicBezTo>
                <a:lnTo>
                  <a:pt x="59391" y="304618"/>
                </a:lnTo>
                <a:cubicBezTo>
                  <a:pt x="59391" y="300787"/>
                  <a:pt x="57475" y="298871"/>
                  <a:pt x="57475" y="296955"/>
                </a:cubicBezTo>
                <a:lnTo>
                  <a:pt x="65138" y="266301"/>
                </a:lnTo>
                <a:lnTo>
                  <a:pt x="109203" y="222237"/>
                </a:lnTo>
                <a:lnTo>
                  <a:pt x="149435" y="262470"/>
                </a:lnTo>
                <a:lnTo>
                  <a:pt x="162846" y="249059"/>
                </a:lnTo>
                <a:lnTo>
                  <a:pt x="122614" y="208826"/>
                </a:lnTo>
                <a:lnTo>
                  <a:pt x="157099" y="172425"/>
                </a:lnTo>
                <a:lnTo>
                  <a:pt x="197331" y="212658"/>
                </a:lnTo>
                <a:lnTo>
                  <a:pt x="210742" y="199247"/>
                </a:lnTo>
                <a:lnTo>
                  <a:pt x="170510" y="159015"/>
                </a:lnTo>
                <a:lnTo>
                  <a:pt x="206910" y="122614"/>
                </a:lnTo>
                <a:lnTo>
                  <a:pt x="247143" y="162846"/>
                </a:lnTo>
                <a:lnTo>
                  <a:pt x="260554" y="149435"/>
                </a:lnTo>
                <a:lnTo>
                  <a:pt x="220321" y="109203"/>
                </a:lnTo>
                <a:lnTo>
                  <a:pt x="270133" y="59391"/>
                </a:lnTo>
                <a:lnTo>
                  <a:pt x="358262" y="147519"/>
                </a:lnTo>
                <a:lnTo>
                  <a:pt x="314197" y="191584"/>
                </a:lnTo>
                <a:lnTo>
                  <a:pt x="342935" y="191584"/>
                </a:lnTo>
                <a:lnTo>
                  <a:pt x="371672" y="160930"/>
                </a:lnTo>
                <a:lnTo>
                  <a:pt x="402326" y="191584"/>
                </a:lnTo>
                <a:lnTo>
                  <a:pt x="402326" y="191584"/>
                </a:lnTo>
                <a:lnTo>
                  <a:pt x="415737" y="178173"/>
                </a:lnTo>
                <a:lnTo>
                  <a:pt x="335272" y="95792"/>
                </a:lnTo>
                <a:lnTo>
                  <a:pt x="377420" y="53643"/>
                </a:lnTo>
                <a:close/>
                <a:moveTo>
                  <a:pt x="365925" y="375504"/>
                </a:moveTo>
                <a:cubicBezTo>
                  <a:pt x="365925" y="375504"/>
                  <a:pt x="362093" y="371672"/>
                  <a:pt x="356346" y="367841"/>
                </a:cubicBezTo>
                <a:lnTo>
                  <a:pt x="356346" y="367841"/>
                </a:lnTo>
                <a:cubicBezTo>
                  <a:pt x="362093" y="365925"/>
                  <a:pt x="365925" y="364009"/>
                  <a:pt x="371672" y="360177"/>
                </a:cubicBezTo>
                <a:cubicBezTo>
                  <a:pt x="379336" y="356346"/>
                  <a:pt x="385083" y="350598"/>
                  <a:pt x="388915" y="344851"/>
                </a:cubicBezTo>
                <a:cubicBezTo>
                  <a:pt x="392747" y="339103"/>
                  <a:pt x="396578" y="331440"/>
                  <a:pt x="396578" y="323777"/>
                </a:cubicBezTo>
                <a:cubicBezTo>
                  <a:pt x="396578" y="310366"/>
                  <a:pt x="392747" y="298871"/>
                  <a:pt x="383168" y="291207"/>
                </a:cubicBezTo>
                <a:lnTo>
                  <a:pt x="383168" y="291207"/>
                </a:lnTo>
                <a:cubicBezTo>
                  <a:pt x="375504" y="285460"/>
                  <a:pt x="367841" y="279712"/>
                  <a:pt x="360177" y="275881"/>
                </a:cubicBezTo>
                <a:lnTo>
                  <a:pt x="356346" y="273965"/>
                </a:lnTo>
                <a:cubicBezTo>
                  <a:pt x="362093" y="270133"/>
                  <a:pt x="365925" y="268217"/>
                  <a:pt x="365925" y="268217"/>
                </a:cubicBezTo>
                <a:cubicBezTo>
                  <a:pt x="383168" y="256722"/>
                  <a:pt x="394663" y="239480"/>
                  <a:pt x="396578" y="218405"/>
                </a:cubicBezTo>
                <a:lnTo>
                  <a:pt x="396578" y="210742"/>
                </a:lnTo>
                <a:lnTo>
                  <a:pt x="377420" y="210742"/>
                </a:lnTo>
                <a:lnTo>
                  <a:pt x="377420" y="218405"/>
                </a:lnTo>
                <a:cubicBezTo>
                  <a:pt x="377420" y="220321"/>
                  <a:pt x="377420" y="220321"/>
                  <a:pt x="377420" y="220321"/>
                </a:cubicBezTo>
                <a:lnTo>
                  <a:pt x="287376" y="220321"/>
                </a:lnTo>
                <a:lnTo>
                  <a:pt x="287376" y="210742"/>
                </a:lnTo>
                <a:lnTo>
                  <a:pt x="268217" y="210742"/>
                </a:lnTo>
                <a:lnTo>
                  <a:pt x="268217" y="220321"/>
                </a:lnTo>
                <a:cubicBezTo>
                  <a:pt x="270133" y="239480"/>
                  <a:pt x="279712" y="256722"/>
                  <a:pt x="296955" y="266301"/>
                </a:cubicBezTo>
                <a:cubicBezTo>
                  <a:pt x="298871" y="268217"/>
                  <a:pt x="302702" y="270133"/>
                  <a:pt x="308450" y="273965"/>
                </a:cubicBezTo>
                <a:lnTo>
                  <a:pt x="306534" y="273965"/>
                </a:lnTo>
                <a:cubicBezTo>
                  <a:pt x="296955" y="277796"/>
                  <a:pt x="289291" y="281628"/>
                  <a:pt x="283544" y="289291"/>
                </a:cubicBezTo>
                <a:cubicBezTo>
                  <a:pt x="273965" y="298871"/>
                  <a:pt x="270133" y="310366"/>
                  <a:pt x="270133" y="321861"/>
                </a:cubicBezTo>
                <a:cubicBezTo>
                  <a:pt x="270133" y="329524"/>
                  <a:pt x="272049" y="337187"/>
                  <a:pt x="277796" y="344851"/>
                </a:cubicBezTo>
                <a:cubicBezTo>
                  <a:pt x="281628" y="350598"/>
                  <a:pt x="287376" y="356346"/>
                  <a:pt x="295039" y="360177"/>
                </a:cubicBezTo>
                <a:cubicBezTo>
                  <a:pt x="300787" y="362093"/>
                  <a:pt x="304618" y="365925"/>
                  <a:pt x="310366" y="367841"/>
                </a:cubicBezTo>
                <a:lnTo>
                  <a:pt x="310366" y="367841"/>
                </a:lnTo>
                <a:cubicBezTo>
                  <a:pt x="304618" y="371672"/>
                  <a:pt x="298871" y="375504"/>
                  <a:pt x="298871" y="375504"/>
                </a:cubicBezTo>
                <a:cubicBezTo>
                  <a:pt x="281628" y="385083"/>
                  <a:pt x="272049" y="404242"/>
                  <a:pt x="270133" y="423400"/>
                </a:cubicBezTo>
                <a:lnTo>
                  <a:pt x="270133" y="440643"/>
                </a:lnTo>
                <a:lnTo>
                  <a:pt x="289291" y="440643"/>
                </a:lnTo>
                <a:lnTo>
                  <a:pt x="289291" y="423400"/>
                </a:lnTo>
                <a:cubicBezTo>
                  <a:pt x="289291" y="423400"/>
                  <a:pt x="289291" y="421484"/>
                  <a:pt x="289291" y="421484"/>
                </a:cubicBezTo>
                <a:lnTo>
                  <a:pt x="379336" y="421484"/>
                </a:lnTo>
                <a:cubicBezTo>
                  <a:pt x="379336" y="421484"/>
                  <a:pt x="379336" y="423400"/>
                  <a:pt x="379336" y="423400"/>
                </a:cubicBezTo>
                <a:lnTo>
                  <a:pt x="379336" y="440643"/>
                </a:lnTo>
                <a:lnTo>
                  <a:pt x="398494" y="440643"/>
                </a:lnTo>
                <a:lnTo>
                  <a:pt x="398494" y="423400"/>
                </a:lnTo>
                <a:cubicBezTo>
                  <a:pt x="392747" y="404242"/>
                  <a:pt x="383168" y="385083"/>
                  <a:pt x="365925" y="375504"/>
                </a:cubicBezTo>
                <a:close/>
                <a:moveTo>
                  <a:pt x="293123" y="239480"/>
                </a:moveTo>
                <a:lnTo>
                  <a:pt x="365925" y="239480"/>
                </a:lnTo>
                <a:cubicBezTo>
                  <a:pt x="356346" y="250975"/>
                  <a:pt x="342935" y="258638"/>
                  <a:pt x="329524" y="266301"/>
                </a:cubicBezTo>
                <a:lnTo>
                  <a:pt x="329524" y="266301"/>
                </a:lnTo>
                <a:cubicBezTo>
                  <a:pt x="318029" y="260554"/>
                  <a:pt x="304618" y="250975"/>
                  <a:pt x="293123" y="239480"/>
                </a:cubicBezTo>
                <a:close/>
                <a:moveTo>
                  <a:pt x="293123" y="304618"/>
                </a:moveTo>
                <a:cubicBezTo>
                  <a:pt x="298871" y="298871"/>
                  <a:pt x="304618" y="295039"/>
                  <a:pt x="312282" y="293123"/>
                </a:cubicBezTo>
                <a:lnTo>
                  <a:pt x="331440" y="285460"/>
                </a:lnTo>
                <a:cubicBezTo>
                  <a:pt x="339103" y="287376"/>
                  <a:pt x="344851" y="291207"/>
                  <a:pt x="352514" y="293123"/>
                </a:cubicBezTo>
                <a:cubicBezTo>
                  <a:pt x="358262" y="295039"/>
                  <a:pt x="365925" y="298871"/>
                  <a:pt x="371672" y="304618"/>
                </a:cubicBezTo>
                <a:cubicBezTo>
                  <a:pt x="373588" y="306534"/>
                  <a:pt x="375504" y="308450"/>
                  <a:pt x="377420" y="312282"/>
                </a:cubicBezTo>
                <a:lnTo>
                  <a:pt x="287376" y="312282"/>
                </a:lnTo>
                <a:cubicBezTo>
                  <a:pt x="289291" y="308450"/>
                  <a:pt x="291207" y="306534"/>
                  <a:pt x="293123" y="304618"/>
                </a:cubicBezTo>
                <a:lnTo>
                  <a:pt x="293123" y="304618"/>
                </a:lnTo>
                <a:close/>
                <a:moveTo>
                  <a:pt x="300787" y="344851"/>
                </a:moveTo>
                <a:cubicBezTo>
                  <a:pt x="296955" y="342935"/>
                  <a:pt x="293123" y="339103"/>
                  <a:pt x="289291" y="335272"/>
                </a:cubicBezTo>
                <a:cubicBezTo>
                  <a:pt x="289291" y="333356"/>
                  <a:pt x="287376" y="333356"/>
                  <a:pt x="287376" y="331440"/>
                </a:cubicBezTo>
                <a:lnTo>
                  <a:pt x="375504" y="331440"/>
                </a:lnTo>
                <a:cubicBezTo>
                  <a:pt x="375504" y="333356"/>
                  <a:pt x="373588" y="333356"/>
                  <a:pt x="373588" y="335272"/>
                </a:cubicBezTo>
                <a:cubicBezTo>
                  <a:pt x="369757" y="339103"/>
                  <a:pt x="367841" y="342935"/>
                  <a:pt x="362093" y="344851"/>
                </a:cubicBezTo>
                <a:cubicBezTo>
                  <a:pt x="358262" y="346767"/>
                  <a:pt x="354430" y="348682"/>
                  <a:pt x="348682" y="350598"/>
                </a:cubicBezTo>
                <a:cubicBezTo>
                  <a:pt x="344851" y="352514"/>
                  <a:pt x="335272" y="356346"/>
                  <a:pt x="331440" y="356346"/>
                </a:cubicBezTo>
                <a:cubicBezTo>
                  <a:pt x="327608" y="356346"/>
                  <a:pt x="316113" y="350598"/>
                  <a:pt x="314197" y="350598"/>
                </a:cubicBezTo>
                <a:cubicBezTo>
                  <a:pt x="308450" y="348682"/>
                  <a:pt x="304618" y="346767"/>
                  <a:pt x="300787" y="344851"/>
                </a:cubicBezTo>
                <a:close/>
                <a:moveTo>
                  <a:pt x="295039" y="402326"/>
                </a:moveTo>
                <a:cubicBezTo>
                  <a:pt x="304618" y="390831"/>
                  <a:pt x="318029" y="383168"/>
                  <a:pt x="331440" y="377420"/>
                </a:cubicBezTo>
                <a:lnTo>
                  <a:pt x="331440" y="377420"/>
                </a:lnTo>
                <a:cubicBezTo>
                  <a:pt x="344851" y="383168"/>
                  <a:pt x="358262" y="390831"/>
                  <a:pt x="367841" y="402326"/>
                </a:cubicBezTo>
                <a:lnTo>
                  <a:pt x="295039" y="40232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" name="Graphic 33" descr="Biologic drugs pills icon.">
            <a:extLst>
              <a:ext uri="{FF2B5EF4-FFF2-40B4-BE49-F238E27FC236}">
                <a16:creationId xmlns:a16="http://schemas.microsoft.com/office/drawing/2014/main" id="{C65293BD-33EF-407A-B876-A134DE6646E6}"/>
              </a:ext>
            </a:extLst>
          </p:cNvPr>
          <p:cNvSpPr/>
          <p:nvPr/>
        </p:nvSpPr>
        <p:spPr>
          <a:xfrm>
            <a:off x="8351600" y="4166052"/>
            <a:ext cx="383167" cy="421484"/>
          </a:xfrm>
          <a:custGeom>
            <a:avLst/>
            <a:gdLst>
              <a:gd name="connsiteX0" fmla="*/ 364009 w 383167"/>
              <a:gd name="connsiteY0" fmla="*/ 0 h 421484"/>
              <a:gd name="connsiteX1" fmla="*/ 19158 w 383167"/>
              <a:gd name="connsiteY1" fmla="*/ 0 h 421484"/>
              <a:gd name="connsiteX2" fmla="*/ 0 w 383167"/>
              <a:gd name="connsiteY2" fmla="*/ 19158 h 421484"/>
              <a:gd name="connsiteX3" fmla="*/ 0 w 383167"/>
              <a:gd name="connsiteY3" fmla="*/ 95792 h 421484"/>
              <a:gd name="connsiteX4" fmla="*/ 19158 w 383167"/>
              <a:gd name="connsiteY4" fmla="*/ 114950 h 421484"/>
              <a:gd name="connsiteX5" fmla="*/ 38317 w 383167"/>
              <a:gd name="connsiteY5" fmla="*/ 114950 h 421484"/>
              <a:gd name="connsiteX6" fmla="*/ 38317 w 383167"/>
              <a:gd name="connsiteY6" fmla="*/ 402326 h 421484"/>
              <a:gd name="connsiteX7" fmla="*/ 57475 w 383167"/>
              <a:gd name="connsiteY7" fmla="*/ 421484 h 421484"/>
              <a:gd name="connsiteX8" fmla="*/ 191584 w 383167"/>
              <a:gd name="connsiteY8" fmla="*/ 421484 h 421484"/>
              <a:gd name="connsiteX9" fmla="*/ 191584 w 383167"/>
              <a:gd name="connsiteY9" fmla="*/ 402326 h 421484"/>
              <a:gd name="connsiteX10" fmla="*/ 57475 w 383167"/>
              <a:gd name="connsiteY10" fmla="*/ 402326 h 421484"/>
              <a:gd name="connsiteX11" fmla="*/ 57475 w 383167"/>
              <a:gd name="connsiteY11" fmla="*/ 114950 h 421484"/>
              <a:gd name="connsiteX12" fmla="*/ 325692 w 383167"/>
              <a:gd name="connsiteY12" fmla="*/ 114950 h 421484"/>
              <a:gd name="connsiteX13" fmla="*/ 325692 w 383167"/>
              <a:gd name="connsiteY13" fmla="*/ 153267 h 421484"/>
              <a:gd name="connsiteX14" fmla="*/ 344851 w 383167"/>
              <a:gd name="connsiteY14" fmla="*/ 153267 h 421484"/>
              <a:gd name="connsiteX15" fmla="*/ 344851 w 383167"/>
              <a:gd name="connsiteY15" fmla="*/ 114950 h 421484"/>
              <a:gd name="connsiteX16" fmla="*/ 364009 w 383167"/>
              <a:gd name="connsiteY16" fmla="*/ 114950 h 421484"/>
              <a:gd name="connsiteX17" fmla="*/ 383168 w 383167"/>
              <a:gd name="connsiteY17" fmla="*/ 95792 h 421484"/>
              <a:gd name="connsiteX18" fmla="*/ 383168 w 383167"/>
              <a:gd name="connsiteY18" fmla="*/ 19158 h 421484"/>
              <a:gd name="connsiteX19" fmla="*/ 364009 w 383167"/>
              <a:gd name="connsiteY19" fmla="*/ 0 h 421484"/>
              <a:gd name="connsiteX20" fmla="*/ 364009 w 383167"/>
              <a:gd name="connsiteY20" fmla="*/ 95792 h 421484"/>
              <a:gd name="connsiteX21" fmla="*/ 19158 w 383167"/>
              <a:gd name="connsiteY21" fmla="*/ 95792 h 421484"/>
              <a:gd name="connsiteX22" fmla="*/ 19158 w 383167"/>
              <a:gd name="connsiteY22" fmla="*/ 19158 h 421484"/>
              <a:gd name="connsiteX23" fmla="*/ 114950 w 383167"/>
              <a:gd name="connsiteY23" fmla="*/ 19158 h 421484"/>
              <a:gd name="connsiteX24" fmla="*/ 114950 w 383167"/>
              <a:gd name="connsiteY24" fmla="*/ 76634 h 421484"/>
              <a:gd name="connsiteX25" fmla="*/ 134109 w 383167"/>
              <a:gd name="connsiteY25" fmla="*/ 76634 h 421484"/>
              <a:gd name="connsiteX26" fmla="*/ 134109 w 383167"/>
              <a:gd name="connsiteY26" fmla="*/ 19158 h 421484"/>
              <a:gd name="connsiteX27" fmla="*/ 249059 w 383167"/>
              <a:gd name="connsiteY27" fmla="*/ 19158 h 421484"/>
              <a:gd name="connsiteX28" fmla="*/ 249059 w 383167"/>
              <a:gd name="connsiteY28" fmla="*/ 76634 h 421484"/>
              <a:gd name="connsiteX29" fmla="*/ 268217 w 383167"/>
              <a:gd name="connsiteY29" fmla="*/ 76634 h 421484"/>
              <a:gd name="connsiteX30" fmla="*/ 268217 w 383167"/>
              <a:gd name="connsiteY30" fmla="*/ 19158 h 421484"/>
              <a:gd name="connsiteX31" fmla="*/ 364009 w 383167"/>
              <a:gd name="connsiteY31" fmla="*/ 19158 h 421484"/>
              <a:gd name="connsiteX32" fmla="*/ 364009 w 383167"/>
              <a:gd name="connsiteY32" fmla="*/ 95792 h 421484"/>
              <a:gd name="connsiteX33" fmla="*/ 383168 w 383167"/>
              <a:gd name="connsiteY33" fmla="*/ 411905 h 421484"/>
              <a:gd name="connsiteX34" fmla="*/ 348682 w 383167"/>
              <a:gd name="connsiteY34" fmla="*/ 354430 h 421484"/>
              <a:gd name="connsiteX35" fmla="*/ 333356 w 383167"/>
              <a:gd name="connsiteY35" fmla="*/ 344851 h 421484"/>
              <a:gd name="connsiteX36" fmla="*/ 337187 w 383167"/>
              <a:gd name="connsiteY36" fmla="*/ 342935 h 421484"/>
              <a:gd name="connsiteX37" fmla="*/ 354430 w 383167"/>
              <a:gd name="connsiteY37" fmla="*/ 333356 h 421484"/>
              <a:gd name="connsiteX38" fmla="*/ 373588 w 383167"/>
              <a:gd name="connsiteY38" fmla="*/ 314197 h 421484"/>
              <a:gd name="connsiteX39" fmla="*/ 381252 w 383167"/>
              <a:gd name="connsiteY39" fmla="*/ 289291 h 421484"/>
              <a:gd name="connsiteX40" fmla="*/ 365925 w 383167"/>
              <a:gd name="connsiteY40" fmla="*/ 250975 h 421484"/>
              <a:gd name="connsiteX41" fmla="*/ 337187 w 383167"/>
              <a:gd name="connsiteY41" fmla="*/ 233732 h 421484"/>
              <a:gd name="connsiteX42" fmla="*/ 329524 w 383167"/>
              <a:gd name="connsiteY42" fmla="*/ 229901 h 421484"/>
              <a:gd name="connsiteX43" fmla="*/ 344851 w 383167"/>
              <a:gd name="connsiteY43" fmla="*/ 220321 h 421484"/>
              <a:gd name="connsiteX44" fmla="*/ 381252 w 383167"/>
              <a:gd name="connsiteY44" fmla="*/ 160930 h 421484"/>
              <a:gd name="connsiteX45" fmla="*/ 381252 w 383167"/>
              <a:gd name="connsiteY45" fmla="*/ 153267 h 421484"/>
              <a:gd name="connsiteX46" fmla="*/ 362093 w 383167"/>
              <a:gd name="connsiteY46" fmla="*/ 153267 h 421484"/>
              <a:gd name="connsiteX47" fmla="*/ 362093 w 383167"/>
              <a:gd name="connsiteY47" fmla="*/ 162846 h 421484"/>
              <a:gd name="connsiteX48" fmla="*/ 360177 w 383167"/>
              <a:gd name="connsiteY48" fmla="*/ 172425 h 421484"/>
              <a:gd name="connsiteX49" fmla="*/ 249059 w 383167"/>
              <a:gd name="connsiteY49" fmla="*/ 172425 h 421484"/>
              <a:gd name="connsiteX50" fmla="*/ 249059 w 383167"/>
              <a:gd name="connsiteY50" fmla="*/ 162846 h 421484"/>
              <a:gd name="connsiteX51" fmla="*/ 249059 w 383167"/>
              <a:gd name="connsiteY51" fmla="*/ 153267 h 421484"/>
              <a:gd name="connsiteX52" fmla="*/ 229901 w 383167"/>
              <a:gd name="connsiteY52" fmla="*/ 153267 h 421484"/>
              <a:gd name="connsiteX53" fmla="*/ 229901 w 383167"/>
              <a:gd name="connsiteY53" fmla="*/ 162846 h 421484"/>
              <a:gd name="connsiteX54" fmla="*/ 266301 w 383167"/>
              <a:gd name="connsiteY54" fmla="*/ 220321 h 421484"/>
              <a:gd name="connsiteX55" fmla="*/ 281628 w 383167"/>
              <a:gd name="connsiteY55" fmla="*/ 229901 h 421484"/>
              <a:gd name="connsiteX56" fmla="*/ 273965 w 383167"/>
              <a:gd name="connsiteY56" fmla="*/ 231816 h 421484"/>
              <a:gd name="connsiteX57" fmla="*/ 245227 w 383167"/>
              <a:gd name="connsiteY57" fmla="*/ 249059 h 421484"/>
              <a:gd name="connsiteX58" fmla="*/ 229901 w 383167"/>
              <a:gd name="connsiteY58" fmla="*/ 287376 h 421484"/>
              <a:gd name="connsiteX59" fmla="*/ 237564 w 383167"/>
              <a:gd name="connsiteY59" fmla="*/ 312282 h 421484"/>
              <a:gd name="connsiteX60" fmla="*/ 256722 w 383167"/>
              <a:gd name="connsiteY60" fmla="*/ 331440 h 421484"/>
              <a:gd name="connsiteX61" fmla="*/ 273965 w 383167"/>
              <a:gd name="connsiteY61" fmla="*/ 341019 h 421484"/>
              <a:gd name="connsiteX62" fmla="*/ 277796 w 383167"/>
              <a:gd name="connsiteY62" fmla="*/ 342935 h 421484"/>
              <a:gd name="connsiteX63" fmla="*/ 260554 w 383167"/>
              <a:gd name="connsiteY63" fmla="*/ 354430 h 421484"/>
              <a:gd name="connsiteX64" fmla="*/ 226069 w 383167"/>
              <a:gd name="connsiteY64" fmla="*/ 411905 h 421484"/>
              <a:gd name="connsiteX65" fmla="*/ 226069 w 383167"/>
              <a:gd name="connsiteY65" fmla="*/ 421484 h 421484"/>
              <a:gd name="connsiteX66" fmla="*/ 245227 w 383167"/>
              <a:gd name="connsiteY66" fmla="*/ 421484 h 421484"/>
              <a:gd name="connsiteX67" fmla="*/ 245227 w 383167"/>
              <a:gd name="connsiteY67" fmla="*/ 411905 h 421484"/>
              <a:gd name="connsiteX68" fmla="*/ 247143 w 383167"/>
              <a:gd name="connsiteY68" fmla="*/ 402326 h 421484"/>
              <a:gd name="connsiteX69" fmla="*/ 358262 w 383167"/>
              <a:gd name="connsiteY69" fmla="*/ 402326 h 421484"/>
              <a:gd name="connsiteX70" fmla="*/ 360177 w 383167"/>
              <a:gd name="connsiteY70" fmla="*/ 411905 h 421484"/>
              <a:gd name="connsiteX71" fmla="*/ 360177 w 383167"/>
              <a:gd name="connsiteY71" fmla="*/ 421484 h 421484"/>
              <a:gd name="connsiteX72" fmla="*/ 379336 w 383167"/>
              <a:gd name="connsiteY72" fmla="*/ 421484 h 421484"/>
              <a:gd name="connsiteX73" fmla="*/ 379336 w 383167"/>
              <a:gd name="connsiteY73" fmla="*/ 411905 h 421484"/>
              <a:gd name="connsiteX74" fmla="*/ 262470 w 383167"/>
              <a:gd name="connsiteY74" fmla="*/ 191584 h 421484"/>
              <a:gd name="connsiteX75" fmla="*/ 350598 w 383167"/>
              <a:gd name="connsiteY75" fmla="*/ 191584 h 421484"/>
              <a:gd name="connsiteX76" fmla="*/ 306534 w 383167"/>
              <a:gd name="connsiteY76" fmla="*/ 222237 h 421484"/>
              <a:gd name="connsiteX77" fmla="*/ 306534 w 383167"/>
              <a:gd name="connsiteY77" fmla="*/ 222237 h 421484"/>
              <a:gd name="connsiteX78" fmla="*/ 262470 w 383167"/>
              <a:gd name="connsiteY78" fmla="*/ 191584 h 421484"/>
              <a:gd name="connsiteX79" fmla="*/ 281628 w 383167"/>
              <a:gd name="connsiteY79" fmla="*/ 250975 h 421484"/>
              <a:gd name="connsiteX80" fmla="*/ 306534 w 383167"/>
              <a:gd name="connsiteY80" fmla="*/ 241396 h 421484"/>
              <a:gd name="connsiteX81" fmla="*/ 331440 w 383167"/>
              <a:gd name="connsiteY81" fmla="*/ 250975 h 421484"/>
              <a:gd name="connsiteX82" fmla="*/ 354430 w 383167"/>
              <a:gd name="connsiteY82" fmla="*/ 264386 h 421484"/>
              <a:gd name="connsiteX83" fmla="*/ 354430 w 383167"/>
              <a:gd name="connsiteY83" fmla="*/ 264386 h 421484"/>
              <a:gd name="connsiteX84" fmla="*/ 362093 w 383167"/>
              <a:gd name="connsiteY84" fmla="*/ 275881 h 421484"/>
              <a:gd name="connsiteX85" fmla="*/ 252891 w 383167"/>
              <a:gd name="connsiteY85" fmla="*/ 275881 h 421484"/>
              <a:gd name="connsiteX86" fmla="*/ 260554 w 383167"/>
              <a:gd name="connsiteY86" fmla="*/ 264386 h 421484"/>
              <a:gd name="connsiteX87" fmla="*/ 281628 w 383167"/>
              <a:gd name="connsiteY87" fmla="*/ 250975 h 421484"/>
              <a:gd name="connsiteX88" fmla="*/ 281628 w 383167"/>
              <a:gd name="connsiteY88" fmla="*/ 250975 h 421484"/>
              <a:gd name="connsiteX89" fmla="*/ 268217 w 383167"/>
              <a:gd name="connsiteY89" fmla="*/ 318029 h 421484"/>
              <a:gd name="connsiteX90" fmla="*/ 254806 w 383167"/>
              <a:gd name="connsiteY90" fmla="*/ 306534 h 421484"/>
              <a:gd name="connsiteX91" fmla="*/ 250975 w 383167"/>
              <a:gd name="connsiteY91" fmla="*/ 298871 h 421484"/>
              <a:gd name="connsiteX92" fmla="*/ 362093 w 383167"/>
              <a:gd name="connsiteY92" fmla="*/ 298871 h 421484"/>
              <a:gd name="connsiteX93" fmla="*/ 358262 w 383167"/>
              <a:gd name="connsiteY93" fmla="*/ 306534 h 421484"/>
              <a:gd name="connsiteX94" fmla="*/ 344851 w 383167"/>
              <a:gd name="connsiteY94" fmla="*/ 319945 h 421484"/>
              <a:gd name="connsiteX95" fmla="*/ 329524 w 383167"/>
              <a:gd name="connsiteY95" fmla="*/ 327608 h 421484"/>
              <a:gd name="connsiteX96" fmla="*/ 306534 w 383167"/>
              <a:gd name="connsiteY96" fmla="*/ 335272 h 421484"/>
              <a:gd name="connsiteX97" fmla="*/ 283544 w 383167"/>
              <a:gd name="connsiteY97" fmla="*/ 327608 h 421484"/>
              <a:gd name="connsiteX98" fmla="*/ 268217 w 383167"/>
              <a:gd name="connsiteY98" fmla="*/ 318029 h 421484"/>
              <a:gd name="connsiteX99" fmla="*/ 262470 w 383167"/>
              <a:gd name="connsiteY99" fmla="*/ 383168 h 421484"/>
              <a:gd name="connsiteX100" fmla="*/ 306534 w 383167"/>
              <a:gd name="connsiteY100" fmla="*/ 354430 h 421484"/>
              <a:gd name="connsiteX101" fmla="*/ 306534 w 383167"/>
              <a:gd name="connsiteY101" fmla="*/ 354430 h 421484"/>
              <a:gd name="connsiteX102" fmla="*/ 350598 w 383167"/>
              <a:gd name="connsiteY102" fmla="*/ 383168 h 421484"/>
              <a:gd name="connsiteX103" fmla="*/ 262470 w 383167"/>
              <a:gd name="connsiteY103" fmla="*/ 383168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383167" h="421484">
                <a:moveTo>
                  <a:pt x="364009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95792"/>
                </a:lnTo>
                <a:cubicBezTo>
                  <a:pt x="0" y="107287"/>
                  <a:pt x="7663" y="114950"/>
                  <a:pt x="19158" y="114950"/>
                </a:cubicBezTo>
                <a:lnTo>
                  <a:pt x="38317" y="114950"/>
                </a:lnTo>
                <a:lnTo>
                  <a:pt x="38317" y="402326"/>
                </a:lnTo>
                <a:cubicBezTo>
                  <a:pt x="38317" y="413821"/>
                  <a:pt x="45980" y="421484"/>
                  <a:pt x="57475" y="421484"/>
                </a:cubicBezTo>
                <a:lnTo>
                  <a:pt x="191584" y="421484"/>
                </a:lnTo>
                <a:lnTo>
                  <a:pt x="191584" y="402326"/>
                </a:lnTo>
                <a:lnTo>
                  <a:pt x="57475" y="402326"/>
                </a:lnTo>
                <a:lnTo>
                  <a:pt x="57475" y="114950"/>
                </a:lnTo>
                <a:lnTo>
                  <a:pt x="325692" y="114950"/>
                </a:lnTo>
                <a:lnTo>
                  <a:pt x="325692" y="153267"/>
                </a:lnTo>
                <a:lnTo>
                  <a:pt x="344851" y="153267"/>
                </a:lnTo>
                <a:lnTo>
                  <a:pt x="344851" y="114950"/>
                </a:lnTo>
                <a:lnTo>
                  <a:pt x="364009" y="114950"/>
                </a:lnTo>
                <a:cubicBezTo>
                  <a:pt x="375504" y="114950"/>
                  <a:pt x="383168" y="107287"/>
                  <a:pt x="383168" y="95792"/>
                </a:cubicBezTo>
                <a:lnTo>
                  <a:pt x="383168" y="19158"/>
                </a:lnTo>
                <a:cubicBezTo>
                  <a:pt x="383168" y="7663"/>
                  <a:pt x="375504" y="0"/>
                  <a:pt x="364009" y="0"/>
                </a:cubicBezTo>
                <a:close/>
                <a:moveTo>
                  <a:pt x="364009" y="95792"/>
                </a:moveTo>
                <a:lnTo>
                  <a:pt x="19158" y="95792"/>
                </a:lnTo>
                <a:lnTo>
                  <a:pt x="19158" y="19158"/>
                </a:lnTo>
                <a:lnTo>
                  <a:pt x="114950" y="19158"/>
                </a:lnTo>
                <a:lnTo>
                  <a:pt x="114950" y="76634"/>
                </a:lnTo>
                <a:lnTo>
                  <a:pt x="134109" y="76634"/>
                </a:lnTo>
                <a:lnTo>
                  <a:pt x="134109" y="19158"/>
                </a:lnTo>
                <a:lnTo>
                  <a:pt x="249059" y="19158"/>
                </a:lnTo>
                <a:lnTo>
                  <a:pt x="249059" y="76634"/>
                </a:lnTo>
                <a:lnTo>
                  <a:pt x="268217" y="76634"/>
                </a:lnTo>
                <a:lnTo>
                  <a:pt x="268217" y="19158"/>
                </a:lnTo>
                <a:lnTo>
                  <a:pt x="364009" y="19158"/>
                </a:lnTo>
                <a:lnTo>
                  <a:pt x="364009" y="95792"/>
                </a:lnTo>
                <a:close/>
                <a:moveTo>
                  <a:pt x="383168" y="411905"/>
                </a:moveTo>
                <a:cubicBezTo>
                  <a:pt x="381252" y="388915"/>
                  <a:pt x="367841" y="365925"/>
                  <a:pt x="348682" y="354430"/>
                </a:cubicBezTo>
                <a:cubicBezTo>
                  <a:pt x="342935" y="350598"/>
                  <a:pt x="339103" y="346767"/>
                  <a:pt x="333356" y="344851"/>
                </a:cubicBezTo>
                <a:lnTo>
                  <a:pt x="337187" y="342935"/>
                </a:lnTo>
                <a:cubicBezTo>
                  <a:pt x="342935" y="341019"/>
                  <a:pt x="348682" y="337187"/>
                  <a:pt x="354430" y="333356"/>
                </a:cubicBezTo>
                <a:cubicBezTo>
                  <a:pt x="362093" y="329524"/>
                  <a:pt x="367841" y="321861"/>
                  <a:pt x="373588" y="314197"/>
                </a:cubicBezTo>
                <a:cubicBezTo>
                  <a:pt x="379336" y="306534"/>
                  <a:pt x="381252" y="298871"/>
                  <a:pt x="381252" y="289291"/>
                </a:cubicBezTo>
                <a:cubicBezTo>
                  <a:pt x="381252" y="273965"/>
                  <a:pt x="375504" y="260554"/>
                  <a:pt x="365925" y="250975"/>
                </a:cubicBezTo>
                <a:cubicBezTo>
                  <a:pt x="358262" y="243311"/>
                  <a:pt x="348682" y="237564"/>
                  <a:pt x="337187" y="233732"/>
                </a:cubicBezTo>
                <a:lnTo>
                  <a:pt x="329524" y="229901"/>
                </a:lnTo>
                <a:cubicBezTo>
                  <a:pt x="337187" y="226069"/>
                  <a:pt x="344851" y="220321"/>
                  <a:pt x="344851" y="220321"/>
                </a:cubicBezTo>
                <a:cubicBezTo>
                  <a:pt x="365925" y="206910"/>
                  <a:pt x="379336" y="185836"/>
                  <a:pt x="381252" y="160930"/>
                </a:cubicBezTo>
                <a:lnTo>
                  <a:pt x="381252" y="153267"/>
                </a:lnTo>
                <a:lnTo>
                  <a:pt x="362093" y="153267"/>
                </a:lnTo>
                <a:lnTo>
                  <a:pt x="362093" y="162846"/>
                </a:lnTo>
                <a:cubicBezTo>
                  <a:pt x="362093" y="166678"/>
                  <a:pt x="362093" y="168594"/>
                  <a:pt x="360177" y="172425"/>
                </a:cubicBezTo>
                <a:lnTo>
                  <a:pt x="249059" y="172425"/>
                </a:lnTo>
                <a:cubicBezTo>
                  <a:pt x="249059" y="168594"/>
                  <a:pt x="249059" y="166678"/>
                  <a:pt x="249059" y="162846"/>
                </a:cubicBezTo>
                <a:lnTo>
                  <a:pt x="249059" y="153267"/>
                </a:lnTo>
                <a:lnTo>
                  <a:pt x="229901" y="153267"/>
                </a:lnTo>
                <a:lnTo>
                  <a:pt x="229901" y="162846"/>
                </a:lnTo>
                <a:cubicBezTo>
                  <a:pt x="231816" y="185836"/>
                  <a:pt x="245227" y="206910"/>
                  <a:pt x="266301" y="220321"/>
                </a:cubicBezTo>
                <a:cubicBezTo>
                  <a:pt x="272049" y="224153"/>
                  <a:pt x="275881" y="227985"/>
                  <a:pt x="281628" y="229901"/>
                </a:cubicBezTo>
                <a:lnTo>
                  <a:pt x="273965" y="231816"/>
                </a:lnTo>
                <a:cubicBezTo>
                  <a:pt x="264386" y="235648"/>
                  <a:pt x="254806" y="241396"/>
                  <a:pt x="245227" y="249059"/>
                </a:cubicBezTo>
                <a:cubicBezTo>
                  <a:pt x="235648" y="258638"/>
                  <a:pt x="229901" y="272049"/>
                  <a:pt x="229901" y="287376"/>
                </a:cubicBezTo>
                <a:cubicBezTo>
                  <a:pt x="229901" y="296955"/>
                  <a:pt x="233732" y="304618"/>
                  <a:pt x="237564" y="312282"/>
                </a:cubicBezTo>
                <a:cubicBezTo>
                  <a:pt x="243311" y="319945"/>
                  <a:pt x="249059" y="325692"/>
                  <a:pt x="256722" y="331440"/>
                </a:cubicBezTo>
                <a:cubicBezTo>
                  <a:pt x="262470" y="335272"/>
                  <a:pt x="268217" y="337187"/>
                  <a:pt x="273965" y="341019"/>
                </a:cubicBezTo>
                <a:lnTo>
                  <a:pt x="277796" y="342935"/>
                </a:lnTo>
                <a:cubicBezTo>
                  <a:pt x="272049" y="346767"/>
                  <a:pt x="266301" y="350598"/>
                  <a:pt x="260554" y="354430"/>
                </a:cubicBezTo>
                <a:cubicBezTo>
                  <a:pt x="241396" y="367841"/>
                  <a:pt x="227985" y="388915"/>
                  <a:pt x="226069" y="411905"/>
                </a:cubicBezTo>
                <a:lnTo>
                  <a:pt x="226069" y="421484"/>
                </a:lnTo>
                <a:lnTo>
                  <a:pt x="245227" y="421484"/>
                </a:lnTo>
                <a:lnTo>
                  <a:pt x="245227" y="411905"/>
                </a:lnTo>
                <a:cubicBezTo>
                  <a:pt x="245227" y="408073"/>
                  <a:pt x="245227" y="406158"/>
                  <a:pt x="247143" y="402326"/>
                </a:cubicBezTo>
                <a:lnTo>
                  <a:pt x="358262" y="402326"/>
                </a:lnTo>
                <a:cubicBezTo>
                  <a:pt x="360177" y="406158"/>
                  <a:pt x="360177" y="408073"/>
                  <a:pt x="360177" y="411905"/>
                </a:cubicBezTo>
                <a:lnTo>
                  <a:pt x="360177" y="421484"/>
                </a:lnTo>
                <a:lnTo>
                  <a:pt x="379336" y="421484"/>
                </a:lnTo>
                <a:lnTo>
                  <a:pt x="379336" y="411905"/>
                </a:lnTo>
                <a:close/>
                <a:moveTo>
                  <a:pt x="262470" y="191584"/>
                </a:moveTo>
                <a:lnTo>
                  <a:pt x="350598" y="191584"/>
                </a:lnTo>
                <a:cubicBezTo>
                  <a:pt x="337187" y="204995"/>
                  <a:pt x="323777" y="216490"/>
                  <a:pt x="306534" y="222237"/>
                </a:cubicBezTo>
                <a:lnTo>
                  <a:pt x="306534" y="222237"/>
                </a:lnTo>
                <a:cubicBezTo>
                  <a:pt x="289291" y="214574"/>
                  <a:pt x="273965" y="204995"/>
                  <a:pt x="262470" y="191584"/>
                </a:cubicBezTo>
                <a:close/>
                <a:moveTo>
                  <a:pt x="281628" y="250975"/>
                </a:moveTo>
                <a:cubicBezTo>
                  <a:pt x="289291" y="247143"/>
                  <a:pt x="304618" y="241396"/>
                  <a:pt x="306534" y="241396"/>
                </a:cubicBezTo>
                <a:cubicBezTo>
                  <a:pt x="316113" y="243311"/>
                  <a:pt x="323777" y="247143"/>
                  <a:pt x="331440" y="250975"/>
                </a:cubicBezTo>
                <a:cubicBezTo>
                  <a:pt x="339103" y="254806"/>
                  <a:pt x="346767" y="258638"/>
                  <a:pt x="354430" y="264386"/>
                </a:cubicBezTo>
                <a:lnTo>
                  <a:pt x="354430" y="264386"/>
                </a:lnTo>
                <a:cubicBezTo>
                  <a:pt x="358262" y="268217"/>
                  <a:pt x="360177" y="272049"/>
                  <a:pt x="362093" y="275881"/>
                </a:cubicBezTo>
                <a:lnTo>
                  <a:pt x="252891" y="275881"/>
                </a:lnTo>
                <a:cubicBezTo>
                  <a:pt x="254806" y="272049"/>
                  <a:pt x="256722" y="266301"/>
                  <a:pt x="260554" y="264386"/>
                </a:cubicBezTo>
                <a:cubicBezTo>
                  <a:pt x="266301" y="260554"/>
                  <a:pt x="273965" y="254806"/>
                  <a:pt x="281628" y="250975"/>
                </a:cubicBezTo>
                <a:lnTo>
                  <a:pt x="281628" y="250975"/>
                </a:lnTo>
                <a:close/>
                <a:moveTo>
                  <a:pt x="268217" y="318029"/>
                </a:moveTo>
                <a:cubicBezTo>
                  <a:pt x="262470" y="314197"/>
                  <a:pt x="258638" y="310366"/>
                  <a:pt x="254806" y="306534"/>
                </a:cubicBezTo>
                <a:cubicBezTo>
                  <a:pt x="252891" y="304618"/>
                  <a:pt x="250975" y="300787"/>
                  <a:pt x="250975" y="298871"/>
                </a:cubicBezTo>
                <a:lnTo>
                  <a:pt x="362093" y="298871"/>
                </a:lnTo>
                <a:cubicBezTo>
                  <a:pt x="362093" y="300787"/>
                  <a:pt x="360177" y="304618"/>
                  <a:pt x="358262" y="306534"/>
                </a:cubicBezTo>
                <a:cubicBezTo>
                  <a:pt x="354430" y="312282"/>
                  <a:pt x="350598" y="316113"/>
                  <a:pt x="344851" y="319945"/>
                </a:cubicBezTo>
                <a:cubicBezTo>
                  <a:pt x="339103" y="323777"/>
                  <a:pt x="335272" y="325692"/>
                  <a:pt x="329524" y="327608"/>
                </a:cubicBezTo>
                <a:cubicBezTo>
                  <a:pt x="325692" y="329524"/>
                  <a:pt x="312282" y="335272"/>
                  <a:pt x="306534" y="335272"/>
                </a:cubicBezTo>
                <a:cubicBezTo>
                  <a:pt x="300787" y="333356"/>
                  <a:pt x="287376" y="329524"/>
                  <a:pt x="283544" y="327608"/>
                </a:cubicBezTo>
                <a:cubicBezTo>
                  <a:pt x="277796" y="323777"/>
                  <a:pt x="273965" y="319945"/>
                  <a:pt x="268217" y="318029"/>
                </a:cubicBezTo>
                <a:close/>
                <a:moveTo>
                  <a:pt x="262470" y="383168"/>
                </a:moveTo>
                <a:cubicBezTo>
                  <a:pt x="275881" y="369757"/>
                  <a:pt x="289291" y="360177"/>
                  <a:pt x="306534" y="354430"/>
                </a:cubicBezTo>
                <a:lnTo>
                  <a:pt x="306534" y="354430"/>
                </a:lnTo>
                <a:cubicBezTo>
                  <a:pt x="323777" y="360177"/>
                  <a:pt x="339103" y="371672"/>
                  <a:pt x="350598" y="383168"/>
                </a:cubicBezTo>
                <a:lnTo>
                  <a:pt x="262470" y="38316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7" name="Graphic 35" descr="Biologic drugs specialty icon.">
            <a:extLst>
              <a:ext uri="{FF2B5EF4-FFF2-40B4-BE49-F238E27FC236}">
                <a16:creationId xmlns:a16="http://schemas.microsoft.com/office/drawing/2014/main" id="{31F40DBB-FD1F-439A-A280-344A50B75A6F}"/>
              </a:ext>
            </a:extLst>
          </p:cNvPr>
          <p:cNvSpPr/>
          <p:nvPr/>
        </p:nvSpPr>
        <p:spPr>
          <a:xfrm>
            <a:off x="9617323" y="4127735"/>
            <a:ext cx="306534" cy="459801"/>
          </a:xfrm>
          <a:custGeom>
            <a:avLst/>
            <a:gdLst>
              <a:gd name="connsiteX0" fmla="*/ 19158 w 306534"/>
              <a:gd name="connsiteY0" fmla="*/ 185836 h 459801"/>
              <a:gd name="connsiteX1" fmla="*/ 68970 w 306534"/>
              <a:gd name="connsiteY1" fmla="*/ 143688 h 459801"/>
              <a:gd name="connsiteX2" fmla="*/ 76634 w 306534"/>
              <a:gd name="connsiteY2" fmla="*/ 130277 h 459801"/>
              <a:gd name="connsiteX3" fmla="*/ 76634 w 306534"/>
              <a:gd name="connsiteY3" fmla="*/ 95792 h 459801"/>
              <a:gd name="connsiteX4" fmla="*/ 191584 w 306534"/>
              <a:gd name="connsiteY4" fmla="*/ 95792 h 459801"/>
              <a:gd name="connsiteX5" fmla="*/ 191584 w 306534"/>
              <a:gd name="connsiteY5" fmla="*/ 130277 h 459801"/>
              <a:gd name="connsiteX6" fmla="*/ 199247 w 306534"/>
              <a:gd name="connsiteY6" fmla="*/ 145604 h 459801"/>
              <a:gd name="connsiteX7" fmla="*/ 249059 w 306534"/>
              <a:gd name="connsiteY7" fmla="*/ 185836 h 459801"/>
              <a:gd name="connsiteX8" fmla="*/ 249059 w 306534"/>
              <a:gd name="connsiteY8" fmla="*/ 191584 h 459801"/>
              <a:gd name="connsiteX9" fmla="*/ 268217 w 306534"/>
              <a:gd name="connsiteY9" fmla="*/ 191584 h 459801"/>
              <a:gd name="connsiteX10" fmla="*/ 268217 w 306534"/>
              <a:gd name="connsiteY10" fmla="*/ 185836 h 459801"/>
              <a:gd name="connsiteX11" fmla="*/ 260554 w 306534"/>
              <a:gd name="connsiteY11" fmla="*/ 172425 h 459801"/>
              <a:gd name="connsiteX12" fmla="*/ 210742 w 306534"/>
              <a:gd name="connsiteY12" fmla="*/ 130277 h 459801"/>
              <a:gd name="connsiteX13" fmla="*/ 210742 w 306534"/>
              <a:gd name="connsiteY13" fmla="*/ 95792 h 459801"/>
              <a:gd name="connsiteX14" fmla="*/ 229901 w 306534"/>
              <a:gd name="connsiteY14" fmla="*/ 76634 h 459801"/>
              <a:gd name="connsiteX15" fmla="*/ 229901 w 306534"/>
              <a:gd name="connsiteY15" fmla="*/ 19158 h 459801"/>
              <a:gd name="connsiteX16" fmla="*/ 210742 w 306534"/>
              <a:gd name="connsiteY16" fmla="*/ 0 h 459801"/>
              <a:gd name="connsiteX17" fmla="*/ 57475 w 306534"/>
              <a:gd name="connsiteY17" fmla="*/ 0 h 459801"/>
              <a:gd name="connsiteX18" fmla="*/ 38317 w 306534"/>
              <a:gd name="connsiteY18" fmla="*/ 19158 h 459801"/>
              <a:gd name="connsiteX19" fmla="*/ 38317 w 306534"/>
              <a:gd name="connsiteY19" fmla="*/ 76634 h 459801"/>
              <a:gd name="connsiteX20" fmla="*/ 57475 w 306534"/>
              <a:gd name="connsiteY20" fmla="*/ 95792 h 459801"/>
              <a:gd name="connsiteX21" fmla="*/ 57475 w 306534"/>
              <a:gd name="connsiteY21" fmla="*/ 130277 h 459801"/>
              <a:gd name="connsiteX22" fmla="*/ 7663 w 306534"/>
              <a:gd name="connsiteY22" fmla="*/ 172425 h 459801"/>
              <a:gd name="connsiteX23" fmla="*/ 0 w 306534"/>
              <a:gd name="connsiteY23" fmla="*/ 185836 h 459801"/>
              <a:gd name="connsiteX24" fmla="*/ 0 w 306534"/>
              <a:gd name="connsiteY24" fmla="*/ 440643 h 459801"/>
              <a:gd name="connsiteX25" fmla="*/ 19158 w 306534"/>
              <a:gd name="connsiteY25" fmla="*/ 459801 h 459801"/>
              <a:gd name="connsiteX26" fmla="*/ 134109 w 306534"/>
              <a:gd name="connsiteY26" fmla="*/ 459801 h 459801"/>
              <a:gd name="connsiteX27" fmla="*/ 134109 w 306534"/>
              <a:gd name="connsiteY27" fmla="*/ 440643 h 459801"/>
              <a:gd name="connsiteX28" fmla="*/ 19158 w 306534"/>
              <a:gd name="connsiteY28" fmla="*/ 440643 h 459801"/>
              <a:gd name="connsiteX29" fmla="*/ 19158 w 306534"/>
              <a:gd name="connsiteY29" fmla="*/ 185836 h 459801"/>
              <a:gd name="connsiteX30" fmla="*/ 57475 w 306534"/>
              <a:gd name="connsiteY30" fmla="*/ 19158 h 459801"/>
              <a:gd name="connsiteX31" fmla="*/ 210742 w 306534"/>
              <a:gd name="connsiteY31" fmla="*/ 19158 h 459801"/>
              <a:gd name="connsiteX32" fmla="*/ 210742 w 306534"/>
              <a:gd name="connsiteY32" fmla="*/ 76634 h 459801"/>
              <a:gd name="connsiteX33" fmla="*/ 57475 w 306534"/>
              <a:gd name="connsiteY33" fmla="*/ 76634 h 459801"/>
              <a:gd name="connsiteX34" fmla="*/ 57475 w 306534"/>
              <a:gd name="connsiteY34" fmla="*/ 19158 h 459801"/>
              <a:gd name="connsiteX35" fmla="*/ 306534 w 306534"/>
              <a:gd name="connsiteY35" fmla="*/ 450222 h 459801"/>
              <a:gd name="connsiteX36" fmla="*/ 272049 w 306534"/>
              <a:gd name="connsiteY36" fmla="*/ 392747 h 459801"/>
              <a:gd name="connsiteX37" fmla="*/ 256722 w 306534"/>
              <a:gd name="connsiteY37" fmla="*/ 383168 h 459801"/>
              <a:gd name="connsiteX38" fmla="*/ 260554 w 306534"/>
              <a:gd name="connsiteY38" fmla="*/ 381252 h 459801"/>
              <a:gd name="connsiteX39" fmla="*/ 277796 w 306534"/>
              <a:gd name="connsiteY39" fmla="*/ 371672 h 459801"/>
              <a:gd name="connsiteX40" fmla="*/ 296955 w 306534"/>
              <a:gd name="connsiteY40" fmla="*/ 352514 h 459801"/>
              <a:gd name="connsiteX41" fmla="*/ 304618 w 306534"/>
              <a:gd name="connsiteY41" fmla="*/ 327608 h 459801"/>
              <a:gd name="connsiteX42" fmla="*/ 289291 w 306534"/>
              <a:gd name="connsiteY42" fmla="*/ 289291 h 459801"/>
              <a:gd name="connsiteX43" fmla="*/ 260554 w 306534"/>
              <a:gd name="connsiteY43" fmla="*/ 272049 h 459801"/>
              <a:gd name="connsiteX44" fmla="*/ 252891 w 306534"/>
              <a:gd name="connsiteY44" fmla="*/ 268217 h 459801"/>
              <a:gd name="connsiteX45" fmla="*/ 268217 w 306534"/>
              <a:gd name="connsiteY45" fmla="*/ 258638 h 459801"/>
              <a:gd name="connsiteX46" fmla="*/ 304618 w 306534"/>
              <a:gd name="connsiteY46" fmla="*/ 199247 h 459801"/>
              <a:gd name="connsiteX47" fmla="*/ 304618 w 306534"/>
              <a:gd name="connsiteY47" fmla="*/ 191584 h 459801"/>
              <a:gd name="connsiteX48" fmla="*/ 285460 w 306534"/>
              <a:gd name="connsiteY48" fmla="*/ 191584 h 459801"/>
              <a:gd name="connsiteX49" fmla="*/ 285460 w 306534"/>
              <a:gd name="connsiteY49" fmla="*/ 201163 h 459801"/>
              <a:gd name="connsiteX50" fmla="*/ 283544 w 306534"/>
              <a:gd name="connsiteY50" fmla="*/ 210742 h 459801"/>
              <a:gd name="connsiteX51" fmla="*/ 172425 w 306534"/>
              <a:gd name="connsiteY51" fmla="*/ 210742 h 459801"/>
              <a:gd name="connsiteX52" fmla="*/ 172425 w 306534"/>
              <a:gd name="connsiteY52" fmla="*/ 201163 h 459801"/>
              <a:gd name="connsiteX53" fmla="*/ 172425 w 306534"/>
              <a:gd name="connsiteY53" fmla="*/ 191584 h 459801"/>
              <a:gd name="connsiteX54" fmla="*/ 153267 w 306534"/>
              <a:gd name="connsiteY54" fmla="*/ 191584 h 459801"/>
              <a:gd name="connsiteX55" fmla="*/ 153267 w 306534"/>
              <a:gd name="connsiteY55" fmla="*/ 201163 h 459801"/>
              <a:gd name="connsiteX56" fmla="*/ 189668 w 306534"/>
              <a:gd name="connsiteY56" fmla="*/ 258638 h 459801"/>
              <a:gd name="connsiteX57" fmla="*/ 204995 w 306534"/>
              <a:gd name="connsiteY57" fmla="*/ 268217 h 459801"/>
              <a:gd name="connsiteX58" fmla="*/ 197331 w 306534"/>
              <a:gd name="connsiteY58" fmla="*/ 270133 h 459801"/>
              <a:gd name="connsiteX59" fmla="*/ 168594 w 306534"/>
              <a:gd name="connsiteY59" fmla="*/ 287376 h 459801"/>
              <a:gd name="connsiteX60" fmla="*/ 153267 w 306534"/>
              <a:gd name="connsiteY60" fmla="*/ 325692 h 459801"/>
              <a:gd name="connsiteX61" fmla="*/ 160930 w 306534"/>
              <a:gd name="connsiteY61" fmla="*/ 350598 h 459801"/>
              <a:gd name="connsiteX62" fmla="*/ 180089 w 306534"/>
              <a:gd name="connsiteY62" fmla="*/ 369757 h 459801"/>
              <a:gd name="connsiteX63" fmla="*/ 197331 w 306534"/>
              <a:gd name="connsiteY63" fmla="*/ 379336 h 459801"/>
              <a:gd name="connsiteX64" fmla="*/ 201163 w 306534"/>
              <a:gd name="connsiteY64" fmla="*/ 381252 h 459801"/>
              <a:gd name="connsiteX65" fmla="*/ 183920 w 306534"/>
              <a:gd name="connsiteY65" fmla="*/ 390831 h 459801"/>
              <a:gd name="connsiteX66" fmla="*/ 149435 w 306534"/>
              <a:gd name="connsiteY66" fmla="*/ 448306 h 459801"/>
              <a:gd name="connsiteX67" fmla="*/ 149435 w 306534"/>
              <a:gd name="connsiteY67" fmla="*/ 459801 h 459801"/>
              <a:gd name="connsiteX68" fmla="*/ 168594 w 306534"/>
              <a:gd name="connsiteY68" fmla="*/ 459801 h 459801"/>
              <a:gd name="connsiteX69" fmla="*/ 168594 w 306534"/>
              <a:gd name="connsiteY69" fmla="*/ 450222 h 459801"/>
              <a:gd name="connsiteX70" fmla="*/ 170510 w 306534"/>
              <a:gd name="connsiteY70" fmla="*/ 440643 h 459801"/>
              <a:gd name="connsiteX71" fmla="*/ 281628 w 306534"/>
              <a:gd name="connsiteY71" fmla="*/ 440643 h 459801"/>
              <a:gd name="connsiteX72" fmla="*/ 283544 w 306534"/>
              <a:gd name="connsiteY72" fmla="*/ 450222 h 459801"/>
              <a:gd name="connsiteX73" fmla="*/ 283544 w 306534"/>
              <a:gd name="connsiteY73" fmla="*/ 459801 h 459801"/>
              <a:gd name="connsiteX74" fmla="*/ 302702 w 306534"/>
              <a:gd name="connsiteY74" fmla="*/ 459801 h 459801"/>
              <a:gd name="connsiteX75" fmla="*/ 306534 w 306534"/>
              <a:gd name="connsiteY75" fmla="*/ 450222 h 459801"/>
              <a:gd name="connsiteX76" fmla="*/ 185836 w 306534"/>
              <a:gd name="connsiteY76" fmla="*/ 229901 h 459801"/>
              <a:gd name="connsiteX77" fmla="*/ 275881 w 306534"/>
              <a:gd name="connsiteY77" fmla="*/ 229901 h 459801"/>
              <a:gd name="connsiteX78" fmla="*/ 231816 w 306534"/>
              <a:gd name="connsiteY78" fmla="*/ 260554 h 459801"/>
              <a:gd name="connsiteX79" fmla="*/ 231816 w 306534"/>
              <a:gd name="connsiteY79" fmla="*/ 260554 h 459801"/>
              <a:gd name="connsiteX80" fmla="*/ 185836 w 306534"/>
              <a:gd name="connsiteY80" fmla="*/ 229901 h 459801"/>
              <a:gd name="connsiteX81" fmla="*/ 182005 w 306534"/>
              <a:gd name="connsiteY81" fmla="*/ 304618 h 459801"/>
              <a:gd name="connsiteX82" fmla="*/ 204995 w 306534"/>
              <a:gd name="connsiteY82" fmla="*/ 291207 h 459801"/>
              <a:gd name="connsiteX83" fmla="*/ 229901 w 306534"/>
              <a:gd name="connsiteY83" fmla="*/ 281628 h 459801"/>
              <a:gd name="connsiteX84" fmla="*/ 254806 w 306534"/>
              <a:gd name="connsiteY84" fmla="*/ 291207 h 459801"/>
              <a:gd name="connsiteX85" fmla="*/ 277796 w 306534"/>
              <a:gd name="connsiteY85" fmla="*/ 304618 h 459801"/>
              <a:gd name="connsiteX86" fmla="*/ 285460 w 306534"/>
              <a:gd name="connsiteY86" fmla="*/ 316113 h 459801"/>
              <a:gd name="connsiteX87" fmla="*/ 174341 w 306534"/>
              <a:gd name="connsiteY87" fmla="*/ 316113 h 459801"/>
              <a:gd name="connsiteX88" fmla="*/ 182005 w 306534"/>
              <a:gd name="connsiteY88" fmla="*/ 304618 h 459801"/>
              <a:gd name="connsiteX89" fmla="*/ 191584 w 306534"/>
              <a:gd name="connsiteY89" fmla="*/ 356346 h 459801"/>
              <a:gd name="connsiteX90" fmla="*/ 178173 w 306534"/>
              <a:gd name="connsiteY90" fmla="*/ 344851 h 459801"/>
              <a:gd name="connsiteX91" fmla="*/ 174341 w 306534"/>
              <a:gd name="connsiteY91" fmla="*/ 337187 h 459801"/>
              <a:gd name="connsiteX92" fmla="*/ 285460 w 306534"/>
              <a:gd name="connsiteY92" fmla="*/ 337187 h 459801"/>
              <a:gd name="connsiteX93" fmla="*/ 281628 w 306534"/>
              <a:gd name="connsiteY93" fmla="*/ 344851 h 459801"/>
              <a:gd name="connsiteX94" fmla="*/ 268217 w 306534"/>
              <a:gd name="connsiteY94" fmla="*/ 358262 h 459801"/>
              <a:gd name="connsiteX95" fmla="*/ 252891 w 306534"/>
              <a:gd name="connsiteY95" fmla="*/ 365925 h 459801"/>
              <a:gd name="connsiteX96" fmla="*/ 229901 w 306534"/>
              <a:gd name="connsiteY96" fmla="*/ 373588 h 459801"/>
              <a:gd name="connsiteX97" fmla="*/ 206910 w 306534"/>
              <a:gd name="connsiteY97" fmla="*/ 365925 h 459801"/>
              <a:gd name="connsiteX98" fmla="*/ 191584 w 306534"/>
              <a:gd name="connsiteY98" fmla="*/ 356346 h 459801"/>
              <a:gd name="connsiteX99" fmla="*/ 191584 w 306534"/>
              <a:gd name="connsiteY99" fmla="*/ 356346 h 459801"/>
              <a:gd name="connsiteX100" fmla="*/ 185836 w 306534"/>
              <a:gd name="connsiteY100" fmla="*/ 421484 h 459801"/>
              <a:gd name="connsiteX101" fmla="*/ 229901 w 306534"/>
              <a:gd name="connsiteY101" fmla="*/ 392747 h 459801"/>
              <a:gd name="connsiteX102" fmla="*/ 229901 w 306534"/>
              <a:gd name="connsiteY102" fmla="*/ 392747 h 459801"/>
              <a:gd name="connsiteX103" fmla="*/ 273965 w 306534"/>
              <a:gd name="connsiteY103" fmla="*/ 421484 h 459801"/>
              <a:gd name="connsiteX104" fmla="*/ 185836 w 306534"/>
              <a:gd name="connsiteY104" fmla="*/ 421484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306534" h="459801">
                <a:moveTo>
                  <a:pt x="19158" y="185836"/>
                </a:moveTo>
                <a:lnTo>
                  <a:pt x="68970" y="143688"/>
                </a:lnTo>
                <a:cubicBezTo>
                  <a:pt x="74718" y="139856"/>
                  <a:pt x="76634" y="136024"/>
                  <a:pt x="76634" y="130277"/>
                </a:cubicBezTo>
                <a:lnTo>
                  <a:pt x="76634" y="95792"/>
                </a:lnTo>
                <a:lnTo>
                  <a:pt x="191584" y="95792"/>
                </a:lnTo>
                <a:lnTo>
                  <a:pt x="191584" y="130277"/>
                </a:lnTo>
                <a:cubicBezTo>
                  <a:pt x="191584" y="136024"/>
                  <a:pt x="193500" y="141772"/>
                  <a:pt x="199247" y="145604"/>
                </a:cubicBezTo>
                <a:lnTo>
                  <a:pt x="249059" y="185836"/>
                </a:lnTo>
                <a:lnTo>
                  <a:pt x="249059" y="191584"/>
                </a:lnTo>
                <a:lnTo>
                  <a:pt x="268217" y="191584"/>
                </a:lnTo>
                <a:lnTo>
                  <a:pt x="268217" y="185836"/>
                </a:lnTo>
                <a:cubicBezTo>
                  <a:pt x="268217" y="180089"/>
                  <a:pt x="266301" y="176257"/>
                  <a:pt x="260554" y="172425"/>
                </a:cubicBezTo>
                <a:lnTo>
                  <a:pt x="210742" y="130277"/>
                </a:lnTo>
                <a:lnTo>
                  <a:pt x="210742" y="95792"/>
                </a:lnTo>
                <a:cubicBezTo>
                  <a:pt x="222237" y="95792"/>
                  <a:pt x="229901" y="88129"/>
                  <a:pt x="229901" y="76634"/>
                </a:cubicBezTo>
                <a:lnTo>
                  <a:pt x="229901" y="19158"/>
                </a:lnTo>
                <a:cubicBezTo>
                  <a:pt x="229901" y="7663"/>
                  <a:pt x="222237" y="0"/>
                  <a:pt x="210742" y="0"/>
                </a:cubicBezTo>
                <a:lnTo>
                  <a:pt x="57475" y="0"/>
                </a:lnTo>
                <a:cubicBezTo>
                  <a:pt x="45980" y="0"/>
                  <a:pt x="38317" y="7663"/>
                  <a:pt x="38317" y="19158"/>
                </a:cubicBezTo>
                <a:lnTo>
                  <a:pt x="38317" y="76634"/>
                </a:lnTo>
                <a:cubicBezTo>
                  <a:pt x="38317" y="88129"/>
                  <a:pt x="45980" y="95792"/>
                  <a:pt x="57475" y="95792"/>
                </a:cubicBezTo>
                <a:lnTo>
                  <a:pt x="57475" y="130277"/>
                </a:lnTo>
                <a:lnTo>
                  <a:pt x="7663" y="172425"/>
                </a:lnTo>
                <a:cubicBezTo>
                  <a:pt x="1916" y="176257"/>
                  <a:pt x="0" y="180089"/>
                  <a:pt x="0" y="185836"/>
                </a:cubicBezTo>
                <a:lnTo>
                  <a:pt x="0" y="440643"/>
                </a:lnTo>
                <a:cubicBezTo>
                  <a:pt x="0" y="452138"/>
                  <a:pt x="7663" y="459801"/>
                  <a:pt x="19158" y="459801"/>
                </a:cubicBezTo>
                <a:lnTo>
                  <a:pt x="134109" y="459801"/>
                </a:lnTo>
                <a:lnTo>
                  <a:pt x="134109" y="440643"/>
                </a:lnTo>
                <a:lnTo>
                  <a:pt x="19158" y="440643"/>
                </a:lnTo>
                <a:lnTo>
                  <a:pt x="19158" y="185836"/>
                </a:lnTo>
                <a:close/>
                <a:moveTo>
                  <a:pt x="57475" y="19158"/>
                </a:moveTo>
                <a:lnTo>
                  <a:pt x="210742" y="19158"/>
                </a:lnTo>
                <a:lnTo>
                  <a:pt x="210742" y="76634"/>
                </a:lnTo>
                <a:lnTo>
                  <a:pt x="57475" y="76634"/>
                </a:lnTo>
                <a:lnTo>
                  <a:pt x="57475" y="19158"/>
                </a:lnTo>
                <a:close/>
                <a:moveTo>
                  <a:pt x="306534" y="450222"/>
                </a:moveTo>
                <a:cubicBezTo>
                  <a:pt x="304618" y="427232"/>
                  <a:pt x="291207" y="404242"/>
                  <a:pt x="272049" y="392747"/>
                </a:cubicBezTo>
                <a:cubicBezTo>
                  <a:pt x="266301" y="388915"/>
                  <a:pt x="262470" y="385083"/>
                  <a:pt x="256722" y="383168"/>
                </a:cubicBezTo>
                <a:lnTo>
                  <a:pt x="260554" y="381252"/>
                </a:lnTo>
                <a:cubicBezTo>
                  <a:pt x="266301" y="379336"/>
                  <a:pt x="272049" y="375504"/>
                  <a:pt x="277796" y="371672"/>
                </a:cubicBezTo>
                <a:cubicBezTo>
                  <a:pt x="285460" y="367841"/>
                  <a:pt x="291207" y="360177"/>
                  <a:pt x="296955" y="352514"/>
                </a:cubicBezTo>
                <a:cubicBezTo>
                  <a:pt x="302702" y="344851"/>
                  <a:pt x="304618" y="337187"/>
                  <a:pt x="304618" y="327608"/>
                </a:cubicBezTo>
                <a:cubicBezTo>
                  <a:pt x="304618" y="314197"/>
                  <a:pt x="298871" y="298871"/>
                  <a:pt x="289291" y="289291"/>
                </a:cubicBezTo>
                <a:cubicBezTo>
                  <a:pt x="281628" y="281628"/>
                  <a:pt x="272049" y="275881"/>
                  <a:pt x="260554" y="272049"/>
                </a:cubicBezTo>
                <a:lnTo>
                  <a:pt x="252891" y="268217"/>
                </a:lnTo>
                <a:cubicBezTo>
                  <a:pt x="260554" y="264386"/>
                  <a:pt x="268217" y="258638"/>
                  <a:pt x="268217" y="258638"/>
                </a:cubicBezTo>
                <a:cubicBezTo>
                  <a:pt x="289291" y="245227"/>
                  <a:pt x="302702" y="224153"/>
                  <a:pt x="304618" y="199247"/>
                </a:cubicBezTo>
                <a:lnTo>
                  <a:pt x="304618" y="191584"/>
                </a:lnTo>
                <a:lnTo>
                  <a:pt x="285460" y="191584"/>
                </a:lnTo>
                <a:lnTo>
                  <a:pt x="285460" y="201163"/>
                </a:lnTo>
                <a:cubicBezTo>
                  <a:pt x="285460" y="204995"/>
                  <a:pt x="285460" y="206910"/>
                  <a:pt x="283544" y="210742"/>
                </a:cubicBezTo>
                <a:lnTo>
                  <a:pt x="172425" y="210742"/>
                </a:lnTo>
                <a:cubicBezTo>
                  <a:pt x="172425" y="206910"/>
                  <a:pt x="172425" y="204995"/>
                  <a:pt x="172425" y="201163"/>
                </a:cubicBezTo>
                <a:lnTo>
                  <a:pt x="172425" y="191584"/>
                </a:lnTo>
                <a:lnTo>
                  <a:pt x="153267" y="191584"/>
                </a:lnTo>
                <a:lnTo>
                  <a:pt x="153267" y="201163"/>
                </a:lnTo>
                <a:cubicBezTo>
                  <a:pt x="155183" y="224153"/>
                  <a:pt x="168594" y="245227"/>
                  <a:pt x="189668" y="258638"/>
                </a:cubicBezTo>
                <a:cubicBezTo>
                  <a:pt x="191584" y="260554"/>
                  <a:pt x="197331" y="264386"/>
                  <a:pt x="204995" y="268217"/>
                </a:cubicBezTo>
                <a:lnTo>
                  <a:pt x="197331" y="270133"/>
                </a:lnTo>
                <a:cubicBezTo>
                  <a:pt x="187752" y="273965"/>
                  <a:pt x="178173" y="279712"/>
                  <a:pt x="168594" y="287376"/>
                </a:cubicBezTo>
                <a:cubicBezTo>
                  <a:pt x="159015" y="296955"/>
                  <a:pt x="153267" y="310366"/>
                  <a:pt x="153267" y="325692"/>
                </a:cubicBezTo>
                <a:cubicBezTo>
                  <a:pt x="153267" y="335272"/>
                  <a:pt x="157099" y="342935"/>
                  <a:pt x="160930" y="350598"/>
                </a:cubicBezTo>
                <a:cubicBezTo>
                  <a:pt x="166678" y="358262"/>
                  <a:pt x="172425" y="364009"/>
                  <a:pt x="180089" y="369757"/>
                </a:cubicBezTo>
                <a:cubicBezTo>
                  <a:pt x="185836" y="373588"/>
                  <a:pt x="191584" y="375504"/>
                  <a:pt x="197331" y="379336"/>
                </a:cubicBezTo>
                <a:lnTo>
                  <a:pt x="201163" y="381252"/>
                </a:lnTo>
                <a:cubicBezTo>
                  <a:pt x="193500" y="385083"/>
                  <a:pt x="187752" y="388915"/>
                  <a:pt x="183920" y="390831"/>
                </a:cubicBezTo>
                <a:cubicBezTo>
                  <a:pt x="162846" y="402326"/>
                  <a:pt x="151351" y="425316"/>
                  <a:pt x="149435" y="448306"/>
                </a:cubicBezTo>
                <a:lnTo>
                  <a:pt x="149435" y="459801"/>
                </a:lnTo>
                <a:lnTo>
                  <a:pt x="168594" y="459801"/>
                </a:lnTo>
                <a:lnTo>
                  <a:pt x="168594" y="450222"/>
                </a:lnTo>
                <a:cubicBezTo>
                  <a:pt x="168594" y="446390"/>
                  <a:pt x="168594" y="444474"/>
                  <a:pt x="170510" y="440643"/>
                </a:cubicBezTo>
                <a:lnTo>
                  <a:pt x="281628" y="440643"/>
                </a:lnTo>
                <a:cubicBezTo>
                  <a:pt x="283544" y="444474"/>
                  <a:pt x="283544" y="446390"/>
                  <a:pt x="283544" y="450222"/>
                </a:cubicBezTo>
                <a:lnTo>
                  <a:pt x="283544" y="459801"/>
                </a:lnTo>
                <a:lnTo>
                  <a:pt x="302702" y="459801"/>
                </a:lnTo>
                <a:lnTo>
                  <a:pt x="306534" y="450222"/>
                </a:lnTo>
                <a:close/>
                <a:moveTo>
                  <a:pt x="185836" y="229901"/>
                </a:moveTo>
                <a:lnTo>
                  <a:pt x="275881" y="229901"/>
                </a:lnTo>
                <a:cubicBezTo>
                  <a:pt x="262470" y="243311"/>
                  <a:pt x="249059" y="254806"/>
                  <a:pt x="231816" y="260554"/>
                </a:cubicBezTo>
                <a:lnTo>
                  <a:pt x="231816" y="260554"/>
                </a:lnTo>
                <a:cubicBezTo>
                  <a:pt x="212658" y="254806"/>
                  <a:pt x="197331" y="243311"/>
                  <a:pt x="185836" y="229901"/>
                </a:cubicBezTo>
                <a:close/>
                <a:moveTo>
                  <a:pt x="182005" y="304618"/>
                </a:moveTo>
                <a:cubicBezTo>
                  <a:pt x="187752" y="298871"/>
                  <a:pt x="195415" y="293123"/>
                  <a:pt x="204995" y="291207"/>
                </a:cubicBezTo>
                <a:cubicBezTo>
                  <a:pt x="212658" y="287376"/>
                  <a:pt x="227985" y="281628"/>
                  <a:pt x="229901" y="281628"/>
                </a:cubicBezTo>
                <a:cubicBezTo>
                  <a:pt x="239480" y="283544"/>
                  <a:pt x="247143" y="287376"/>
                  <a:pt x="254806" y="291207"/>
                </a:cubicBezTo>
                <a:cubicBezTo>
                  <a:pt x="262470" y="295039"/>
                  <a:pt x="270133" y="298871"/>
                  <a:pt x="277796" y="304618"/>
                </a:cubicBezTo>
                <a:cubicBezTo>
                  <a:pt x="281628" y="308450"/>
                  <a:pt x="283544" y="312282"/>
                  <a:pt x="285460" y="316113"/>
                </a:cubicBezTo>
                <a:lnTo>
                  <a:pt x="174341" y="316113"/>
                </a:lnTo>
                <a:cubicBezTo>
                  <a:pt x="176257" y="312282"/>
                  <a:pt x="180089" y="306534"/>
                  <a:pt x="182005" y="304618"/>
                </a:cubicBezTo>
                <a:close/>
                <a:moveTo>
                  <a:pt x="191584" y="356346"/>
                </a:moveTo>
                <a:cubicBezTo>
                  <a:pt x="185836" y="352514"/>
                  <a:pt x="182005" y="348682"/>
                  <a:pt x="178173" y="344851"/>
                </a:cubicBezTo>
                <a:cubicBezTo>
                  <a:pt x="176257" y="342935"/>
                  <a:pt x="174341" y="339103"/>
                  <a:pt x="174341" y="337187"/>
                </a:cubicBezTo>
                <a:lnTo>
                  <a:pt x="285460" y="337187"/>
                </a:lnTo>
                <a:cubicBezTo>
                  <a:pt x="285460" y="341019"/>
                  <a:pt x="283544" y="342935"/>
                  <a:pt x="281628" y="344851"/>
                </a:cubicBezTo>
                <a:cubicBezTo>
                  <a:pt x="277796" y="350598"/>
                  <a:pt x="273965" y="354430"/>
                  <a:pt x="268217" y="358262"/>
                </a:cubicBezTo>
                <a:cubicBezTo>
                  <a:pt x="262470" y="362093"/>
                  <a:pt x="258638" y="364009"/>
                  <a:pt x="252891" y="365925"/>
                </a:cubicBezTo>
                <a:cubicBezTo>
                  <a:pt x="249059" y="367841"/>
                  <a:pt x="235648" y="373588"/>
                  <a:pt x="229901" y="373588"/>
                </a:cubicBezTo>
                <a:cubicBezTo>
                  <a:pt x="224153" y="371672"/>
                  <a:pt x="210742" y="367841"/>
                  <a:pt x="206910" y="365925"/>
                </a:cubicBezTo>
                <a:cubicBezTo>
                  <a:pt x="201163" y="362093"/>
                  <a:pt x="197331" y="358262"/>
                  <a:pt x="191584" y="356346"/>
                </a:cubicBezTo>
                <a:lnTo>
                  <a:pt x="191584" y="356346"/>
                </a:lnTo>
                <a:close/>
                <a:moveTo>
                  <a:pt x="185836" y="421484"/>
                </a:moveTo>
                <a:cubicBezTo>
                  <a:pt x="199247" y="408073"/>
                  <a:pt x="212658" y="398494"/>
                  <a:pt x="229901" y="392747"/>
                </a:cubicBezTo>
                <a:lnTo>
                  <a:pt x="229901" y="392747"/>
                </a:lnTo>
                <a:cubicBezTo>
                  <a:pt x="247143" y="398494"/>
                  <a:pt x="262470" y="409989"/>
                  <a:pt x="273965" y="421484"/>
                </a:cubicBezTo>
                <a:lnTo>
                  <a:pt x="185836" y="4214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" name="Graphic 37" descr="Biologic drugs symbol icon.">
            <a:extLst>
              <a:ext uri="{FF2B5EF4-FFF2-40B4-BE49-F238E27FC236}">
                <a16:creationId xmlns:a16="http://schemas.microsoft.com/office/drawing/2014/main" id="{F8F79443-1E0F-4C1B-A905-8D6B8618AFA6}"/>
              </a:ext>
            </a:extLst>
          </p:cNvPr>
          <p:cNvSpPr/>
          <p:nvPr/>
        </p:nvSpPr>
        <p:spPr>
          <a:xfrm>
            <a:off x="10815010" y="4155515"/>
            <a:ext cx="425375" cy="423400"/>
          </a:xfrm>
          <a:custGeom>
            <a:avLst/>
            <a:gdLst>
              <a:gd name="connsiteX0" fmla="*/ 61366 w 425375"/>
              <a:gd name="connsiteY0" fmla="*/ 402326 h 423400"/>
              <a:gd name="connsiteX1" fmla="*/ 55619 w 425375"/>
              <a:gd name="connsiteY1" fmla="*/ 402326 h 423400"/>
              <a:gd name="connsiteX2" fmla="*/ 23050 w 425375"/>
              <a:gd name="connsiteY2" fmla="*/ 386999 h 423400"/>
              <a:gd name="connsiteX3" fmla="*/ 26881 w 425375"/>
              <a:gd name="connsiteY3" fmla="*/ 346767 h 423400"/>
              <a:gd name="connsiteX4" fmla="*/ 42208 w 425375"/>
              <a:gd name="connsiteY4" fmla="*/ 316113 h 423400"/>
              <a:gd name="connsiteX5" fmla="*/ 84356 w 425375"/>
              <a:gd name="connsiteY5" fmla="*/ 229901 h 423400"/>
              <a:gd name="connsiteX6" fmla="*/ 241455 w 425375"/>
              <a:gd name="connsiteY6" fmla="*/ 229901 h 423400"/>
              <a:gd name="connsiteX7" fmla="*/ 251034 w 425375"/>
              <a:gd name="connsiteY7" fmla="*/ 249059 h 423400"/>
              <a:gd name="connsiteX8" fmla="*/ 272109 w 425375"/>
              <a:gd name="connsiteY8" fmla="*/ 249059 h 423400"/>
              <a:gd name="connsiteX9" fmla="*/ 210802 w 425375"/>
              <a:gd name="connsiteY9" fmla="*/ 124529 h 423400"/>
              <a:gd name="connsiteX10" fmla="*/ 210802 w 425375"/>
              <a:gd name="connsiteY10" fmla="*/ 57475 h 423400"/>
              <a:gd name="connsiteX11" fmla="*/ 229960 w 425375"/>
              <a:gd name="connsiteY11" fmla="*/ 38317 h 423400"/>
              <a:gd name="connsiteX12" fmla="*/ 229960 w 425375"/>
              <a:gd name="connsiteY12" fmla="*/ 19158 h 423400"/>
              <a:gd name="connsiteX13" fmla="*/ 210802 w 425375"/>
              <a:gd name="connsiteY13" fmla="*/ 0 h 423400"/>
              <a:gd name="connsiteX14" fmla="*/ 115010 w 425375"/>
              <a:gd name="connsiteY14" fmla="*/ 0 h 423400"/>
              <a:gd name="connsiteX15" fmla="*/ 95851 w 425375"/>
              <a:gd name="connsiteY15" fmla="*/ 19158 h 423400"/>
              <a:gd name="connsiteX16" fmla="*/ 95851 w 425375"/>
              <a:gd name="connsiteY16" fmla="*/ 38317 h 423400"/>
              <a:gd name="connsiteX17" fmla="*/ 115010 w 425375"/>
              <a:gd name="connsiteY17" fmla="*/ 57475 h 423400"/>
              <a:gd name="connsiteX18" fmla="*/ 115010 w 425375"/>
              <a:gd name="connsiteY18" fmla="*/ 124529 h 423400"/>
              <a:gd name="connsiteX19" fmla="*/ 24965 w 425375"/>
              <a:gd name="connsiteY19" fmla="*/ 308450 h 423400"/>
              <a:gd name="connsiteX20" fmla="*/ 9639 w 425375"/>
              <a:gd name="connsiteY20" fmla="*/ 339103 h 423400"/>
              <a:gd name="connsiteX21" fmla="*/ 7723 w 425375"/>
              <a:gd name="connsiteY21" fmla="*/ 398494 h 423400"/>
              <a:gd name="connsiteX22" fmla="*/ 55619 w 425375"/>
              <a:gd name="connsiteY22" fmla="*/ 423400 h 423400"/>
              <a:gd name="connsiteX23" fmla="*/ 61366 w 425375"/>
              <a:gd name="connsiteY23" fmla="*/ 423400 h 423400"/>
              <a:gd name="connsiteX24" fmla="*/ 252950 w 425375"/>
              <a:gd name="connsiteY24" fmla="*/ 423400 h 423400"/>
              <a:gd name="connsiteX25" fmla="*/ 252950 w 425375"/>
              <a:gd name="connsiteY25" fmla="*/ 404242 h 423400"/>
              <a:gd name="connsiteX26" fmla="*/ 61366 w 425375"/>
              <a:gd name="connsiteY26" fmla="*/ 404242 h 423400"/>
              <a:gd name="connsiteX27" fmla="*/ 115010 w 425375"/>
              <a:gd name="connsiteY27" fmla="*/ 19158 h 423400"/>
              <a:gd name="connsiteX28" fmla="*/ 210802 w 425375"/>
              <a:gd name="connsiteY28" fmla="*/ 19158 h 423400"/>
              <a:gd name="connsiteX29" fmla="*/ 210802 w 425375"/>
              <a:gd name="connsiteY29" fmla="*/ 38317 h 423400"/>
              <a:gd name="connsiteX30" fmla="*/ 115010 w 425375"/>
              <a:gd name="connsiteY30" fmla="*/ 38317 h 423400"/>
              <a:gd name="connsiteX31" fmla="*/ 115010 w 425375"/>
              <a:gd name="connsiteY31" fmla="*/ 19158 h 423400"/>
              <a:gd name="connsiteX32" fmla="*/ 132252 w 425375"/>
              <a:gd name="connsiteY32" fmla="*/ 134109 h 423400"/>
              <a:gd name="connsiteX33" fmla="*/ 134168 w 425375"/>
              <a:gd name="connsiteY33" fmla="*/ 126445 h 423400"/>
              <a:gd name="connsiteX34" fmla="*/ 134168 w 425375"/>
              <a:gd name="connsiteY34" fmla="*/ 57475 h 423400"/>
              <a:gd name="connsiteX35" fmla="*/ 191643 w 425375"/>
              <a:gd name="connsiteY35" fmla="*/ 57475 h 423400"/>
              <a:gd name="connsiteX36" fmla="*/ 191643 w 425375"/>
              <a:gd name="connsiteY36" fmla="*/ 124529 h 423400"/>
              <a:gd name="connsiteX37" fmla="*/ 193559 w 425375"/>
              <a:gd name="connsiteY37" fmla="*/ 132193 h 423400"/>
              <a:gd name="connsiteX38" fmla="*/ 231876 w 425375"/>
              <a:gd name="connsiteY38" fmla="*/ 208826 h 423400"/>
              <a:gd name="connsiteX39" fmla="*/ 93936 w 425375"/>
              <a:gd name="connsiteY39" fmla="*/ 208826 h 423400"/>
              <a:gd name="connsiteX40" fmla="*/ 132252 w 425375"/>
              <a:gd name="connsiteY40" fmla="*/ 134109 h 423400"/>
              <a:gd name="connsiteX41" fmla="*/ 425376 w 425375"/>
              <a:gd name="connsiteY41" fmla="*/ 411905 h 423400"/>
              <a:gd name="connsiteX42" fmla="*/ 390890 w 425375"/>
              <a:gd name="connsiteY42" fmla="*/ 354430 h 423400"/>
              <a:gd name="connsiteX43" fmla="*/ 375564 w 425375"/>
              <a:gd name="connsiteY43" fmla="*/ 344851 h 423400"/>
              <a:gd name="connsiteX44" fmla="*/ 379395 w 425375"/>
              <a:gd name="connsiteY44" fmla="*/ 342935 h 423400"/>
              <a:gd name="connsiteX45" fmla="*/ 396638 w 425375"/>
              <a:gd name="connsiteY45" fmla="*/ 333356 h 423400"/>
              <a:gd name="connsiteX46" fmla="*/ 415796 w 425375"/>
              <a:gd name="connsiteY46" fmla="*/ 316113 h 423400"/>
              <a:gd name="connsiteX47" fmla="*/ 425376 w 425375"/>
              <a:gd name="connsiteY47" fmla="*/ 291207 h 423400"/>
              <a:gd name="connsiteX48" fmla="*/ 410049 w 425375"/>
              <a:gd name="connsiteY48" fmla="*/ 252891 h 423400"/>
              <a:gd name="connsiteX49" fmla="*/ 381311 w 425375"/>
              <a:gd name="connsiteY49" fmla="*/ 235648 h 423400"/>
              <a:gd name="connsiteX50" fmla="*/ 373648 w 425375"/>
              <a:gd name="connsiteY50" fmla="*/ 231816 h 423400"/>
              <a:gd name="connsiteX51" fmla="*/ 388975 w 425375"/>
              <a:gd name="connsiteY51" fmla="*/ 222237 h 423400"/>
              <a:gd name="connsiteX52" fmla="*/ 425376 w 425375"/>
              <a:gd name="connsiteY52" fmla="*/ 162846 h 423400"/>
              <a:gd name="connsiteX53" fmla="*/ 425376 w 425375"/>
              <a:gd name="connsiteY53" fmla="*/ 153267 h 423400"/>
              <a:gd name="connsiteX54" fmla="*/ 406217 w 425375"/>
              <a:gd name="connsiteY54" fmla="*/ 153267 h 423400"/>
              <a:gd name="connsiteX55" fmla="*/ 406217 w 425375"/>
              <a:gd name="connsiteY55" fmla="*/ 162846 h 423400"/>
              <a:gd name="connsiteX56" fmla="*/ 404301 w 425375"/>
              <a:gd name="connsiteY56" fmla="*/ 172425 h 423400"/>
              <a:gd name="connsiteX57" fmla="*/ 293183 w 425375"/>
              <a:gd name="connsiteY57" fmla="*/ 172425 h 423400"/>
              <a:gd name="connsiteX58" fmla="*/ 291267 w 425375"/>
              <a:gd name="connsiteY58" fmla="*/ 162846 h 423400"/>
              <a:gd name="connsiteX59" fmla="*/ 291267 w 425375"/>
              <a:gd name="connsiteY59" fmla="*/ 153267 h 423400"/>
              <a:gd name="connsiteX60" fmla="*/ 272109 w 425375"/>
              <a:gd name="connsiteY60" fmla="*/ 153267 h 423400"/>
              <a:gd name="connsiteX61" fmla="*/ 272109 w 425375"/>
              <a:gd name="connsiteY61" fmla="*/ 162846 h 423400"/>
              <a:gd name="connsiteX62" fmla="*/ 308509 w 425375"/>
              <a:gd name="connsiteY62" fmla="*/ 220321 h 423400"/>
              <a:gd name="connsiteX63" fmla="*/ 323836 w 425375"/>
              <a:gd name="connsiteY63" fmla="*/ 229901 h 423400"/>
              <a:gd name="connsiteX64" fmla="*/ 316173 w 425375"/>
              <a:gd name="connsiteY64" fmla="*/ 231816 h 423400"/>
              <a:gd name="connsiteX65" fmla="*/ 287435 w 425375"/>
              <a:gd name="connsiteY65" fmla="*/ 249059 h 423400"/>
              <a:gd name="connsiteX66" fmla="*/ 272109 w 425375"/>
              <a:gd name="connsiteY66" fmla="*/ 287376 h 423400"/>
              <a:gd name="connsiteX67" fmla="*/ 279772 w 425375"/>
              <a:gd name="connsiteY67" fmla="*/ 312282 h 423400"/>
              <a:gd name="connsiteX68" fmla="*/ 298930 w 425375"/>
              <a:gd name="connsiteY68" fmla="*/ 329524 h 423400"/>
              <a:gd name="connsiteX69" fmla="*/ 316173 w 425375"/>
              <a:gd name="connsiteY69" fmla="*/ 339103 h 423400"/>
              <a:gd name="connsiteX70" fmla="*/ 320004 w 425375"/>
              <a:gd name="connsiteY70" fmla="*/ 341019 h 423400"/>
              <a:gd name="connsiteX71" fmla="*/ 302762 w 425375"/>
              <a:gd name="connsiteY71" fmla="*/ 352514 h 423400"/>
              <a:gd name="connsiteX72" fmla="*/ 268277 w 425375"/>
              <a:gd name="connsiteY72" fmla="*/ 409989 h 423400"/>
              <a:gd name="connsiteX73" fmla="*/ 268277 w 425375"/>
              <a:gd name="connsiteY73" fmla="*/ 421484 h 423400"/>
              <a:gd name="connsiteX74" fmla="*/ 287435 w 425375"/>
              <a:gd name="connsiteY74" fmla="*/ 421484 h 423400"/>
              <a:gd name="connsiteX75" fmla="*/ 287435 w 425375"/>
              <a:gd name="connsiteY75" fmla="*/ 411905 h 423400"/>
              <a:gd name="connsiteX76" fmla="*/ 289351 w 425375"/>
              <a:gd name="connsiteY76" fmla="*/ 402326 h 423400"/>
              <a:gd name="connsiteX77" fmla="*/ 400470 w 425375"/>
              <a:gd name="connsiteY77" fmla="*/ 402326 h 423400"/>
              <a:gd name="connsiteX78" fmla="*/ 402385 w 425375"/>
              <a:gd name="connsiteY78" fmla="*/ 411905 h 423400"/>
              <a:gd name="connsiteX79" fmla="*/ 402385 w 425375"/>
              <a:gd name="connsiteY79" fmla="*/ 421484 h 423400"/>
              <a:gd name="connsiteX80" fmla="*/ 421544 w 425375"/>
              <a:gd name="connsiteY80" fmla="*/ 421484 h 423400"/>
              <a:gd name="connsiteX81" fmla="*/ 425376 w 425375"/>
              <a:gd name="connsiteY81" fmla="*/ 411905 h 423400"/>
              <a:gd name="connsiteX82" fmla="*/ 304678 w 425375"/>
              <a:gd name="connsiteY82" fmla="*/ 191584 h 423400"/>
              <a:gd name="connsiteX83" fmla="*/ 392806 w 425375"/>
              <a:gd name="connsiteY83" fmla="*/ 191584 h 423400"/>
              <a:gd name="connsiteX84" fmla="*/ 348742 w 425375"/>
              <a:gd name="connsiteY84" fmla="*/ 222237 h 423400"/>
              <a:gd name="connsiteX85" fmla="*/ 348742 w 425375"/>
              <a:gd name="connsiteY85" fmla="*/ 222237 h 423400"/>
              <a:gd name="connsiteX86" fmla="*/ 304678 w 425375"/>
              <a:gd name="connsiteY86" fmla="*/ 191584 h 423400"/>
              <a:gd name="connsiteX87" fmla="*/ 300846 w 425375"/>
              <a:gd name="connsiteY87" fmla="*/ 266301 h 423400"/>
              <a:gd name="connsiteX88" fmla="*/ 323836 w 425375"/>
              <a:gd name="connsiteY88" fmla="*/ 252891 h 423400"/>
              <a:gd name="connsiteX89" fmla="*/ 348742 w 425375"/>
              <a:gd name="connsiteY89" fmla="*/ 243311 h 423400"/>
              <a:gd name="connsiteX90" fmla="*/ 373648 w 425375"/>
              <a:gd name="connsiteY90" fmla="*/ 252891 h 423400"/>
              <a:gd name="connsiteX91" fmla="*/ 396638 w 425375"/>
              <a:gd name="connsiteY91" fmla="*/ 266301 h 423400"/>
              <a:gd name="connsiteX92" fmla="*/ 404301 w 425375"/>
              <a:gd name="connsiteY92" fmla="*/ 277796 h 423400"/>
              <a:gd name="connsiteX93" fmla="*/ 293183 w 425375"/>
              <a:gd name="connsiteY93" fmla="*/ 277796 h 423400"/>
              <a:gd name="connsiteX94" fmla="*/ 300846 w 425375"/>
              <a:gd name="connsiteY94" fmla="*/ 266301 h 423400"/>
              <a:gd name="connsiteX95" fmla="*/ 310425 w 425375"/>
              <a:gd name="connsiteY95" fmla="*/ 318029 h 423400"/>
              <a:gd name="connsiteX96" fmla="*/ 297014 w 425375"/>
              <a:gd name="connsiteY96" fmla="*/ 304618 h 423400"/>
              <a:gd name="connsiteX97" fmla="*/ 293183 w 425375"/>
              <a:gd name="connsiteY97" fmla="*/ 296955 h 423400"/>
              <a:gd name="connsiteX98" fmla="*/ 404301 w 425375"/>
              <a:gd name="connsiteY98" fmla="*/ 296955 h 423400"/>
              <a:gd name="connsiteX99" fmla="*/ 400470 w 425375"/>
              <a:gd name="connsiteY99" fmla="*/ 304618 h 423400"/>
              <a:gd name="connsiteX100" fmla="*/ 387059 w 425375"/>
              <a:gd name="connsiteY100" fmla="*/ 318029 h 423400"/>
              <a:gd name="connsiteX101" fmla="*/ 371732 w 425375"/>
              <a:gd name="connsiteY101" fmla="*/ 325692 h 423400"/>
              <a:gd name="connsiteX102" fmla="*/ 348742 w 425375"/>
              <a:gd name="connsiteY102" fmla="*/ 333356 h 423400"/>
              <a:gd name="connsiteX103" fmla="*/ 325752 w 425375"/>
              <a:gd name="connsiteY103" fmla="*/ 325692 h 423400"/>
              <a:gd name="connsiteX104" fmla="*/ 310425 w 425375"/>
              <a:gd name="connsiteY104" fmla="*/ 318029 h 423400"/>
              <a:gd name="connsiteX105" fmla="*/ 304678 w 425375"/>
              <a:gd name="connsiteY105" fmla="*/ 383168 h 423400"/>
              <a:gd name="connsiteX106" fmla="*/ 348742 w 425375"/>
              <a:gd name="connsiteY106" fmla="*/ 354430 h 423400"/>
              <a:gd name="connsiteX107" fmla="*/ 348742 w 425375"/>
              <a:gd name="connsiteY107" fmla="*/ 354430 h 423400"/>
              <a:gd name="connsiteX108" fmla="*/ 392806 w 425375"/>
              <a:gd name="connsiteY108" fmla="*/ 383168 h 423400"/>
              <a:gd name="connsiteX109" fmla="*/ 304678 w 425375"/>
              <a:gd name="connsiteY109" fmla="*/ 383168 h 42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25375" h="423400">
                <a:moveTo>
                  <a:pt x="61366" y="402326"/>
                </a:moveTo>
                <a:lnTo>
                  <a:pt x="55619" y="402326"/>
                </a:lnTo>
                <a:cubicBezTo>
                  <a:pt x="42208" y="404242"/>
                  <a:pt x="30713" y="398494"/>
                  <a:pt x="23050" y="386999"/>
                </a:cubicBezTo>
                <a:cubicBezTo>
                  <a:pt x="17302" y="373588"/>
                  <a:pt x="17302" y="358262"/>
                  <a:pt x="26881" y="346767"/>
                </a:cubicBezTo>
                <a:cubicBezTo>
                  <a:pt x="28797" y="342935"/>
                  <a:pt x="34545" y="331440"/>
                  <a:pt x="42208" y="316113"/>
                </a:cubicBezTo>
                <a:lnTo>
                  <a:pt x="84356" y="229901"/>
                </a:lnTo>
                <a:lnTo>
                  <a:pt x="241455" y="229901"/>
                </a:lnTo>
                <a:lnTo>
                  <a:pt x="251034" y="249059"/>
                </a:lnTo>
                <a:lnTo>
                  <a:pt x="272109" y="249059"/>
                </a:lnTo>
                <a:lnTo>
                  <a:pt x="210802" y="124529"/>
                </a:lnTo>
                <a:lnTo>
                  <a:pt x="210802" y="57475"/>
                </a:lnTo>
                <a:cubicBezTo>
                  <a:pt x="222297" y="57475"/>
                  <a:pt x="229960" y="49812"/>
                  <a:pt x="229960" y="38317"/>
                </a:cubicBezTo>
                <a:lnTo>
                  <a:pt x="229960" y="19158"/>
                </a:lnTo>
                <a:cubicBezTo>
                  <a:pt x="229960" y="7663"/>
                  <a:pt x="222297" y="0"/>
                  <a:pt x="210802" y="0"/>
                </a:cubicBezTo>
                <a:lnTo>
                  <a:pt x="115010" y="0"/>
                </a:lnTo>
                <a:cubicBezTo>
                  <a:pt x="103515" y="0"/>
                  <a:pt x="95851" y="7663"/>
                  <a:pt x="95851" y="19158"/>
                </a:cubicBezTo>
                <a:lnTo>
                  <a:pt x="95851" y="38317"/>
                </a:lnTo>
                <a:cubicBezTo>
                  <a:pt x="95851" y="49812"/>
                  <a:pt x="103515" y="57475"/>
                  <a:pt x="115010" y="57475"/>
                </a:cubicBezTo>
                <a:lnTo>
                  <a:pt x="115010" y="124529"/>
                </a:lnTo>
                <a:lnTo>
                  <a:pt x="24965" y="308450"/>
                </a:lnTo>
                <a:cubicBezTo>
                  <a:pt x="17302" y="323777"/>
                  <a:pt x="11555" y="335272"/>
                  <a:pt x="9639" y="339103"/>
                </a:cubicBezTo>
                <a:cubicBezTo>
                  <a:pt x="-1856" y="356346"/>
                  <a:pt x="-3772" y="379336"/>
                  <a:pt x="7723" y="398494"/>
                </a:cubicBezTo>
                <a:cubicBezTo>
                  <a:pt x="19218" y="413821"/>
                  <a:pt x="36461" y="423400"/>
                  <a:pt x="55619" y="423400"/>
                </a:cubicBezTo>
                <a:lnTo>
                  <a:pt x="61366" y="423400"/>
                </a:lnTo>
                <a:cubicBezTo>
                  <a:pt x="172485" y="423400"/>
                  <a:pt x="226128" y="423400"/>
                  <a:pt x="252950" y="423400"/>
                </a:cubicBezTo>
                <a:lnTo>
                  <a:pt x="252950" y="404242"/>
                </a:lnTo>
                <a:lnTo>
                  <a:pt x="61366" y="404242"/>
                </a:lnTo>
                <a:close/>
                <a:moveTo>
                  <a:pt x="115010" y="19158"/>
                </a:moveTo>
                <a:lnTo>
                  <a:pt x="210802" y="19158"/>
                </a:lnTo>
                <a:lnTo>
                  <a:pt x="210802" y="38317"/>
                </a:lnTo>
                <a:lnTo>
                  <a:pt x="115010" y="38317"/>
                </a:lnTo>
                <a:lnTo>
                  <a:pt x="115010" y="19158"/>
                </a:lnTo>
                <a:close/>
                <a:moveTo>
                  <a:pt x="132252" y="134109"/>
                </a:moveTo>
                <a:cubicBezTo>
                  <a:pt x="134168" y="132193"/>
                  <a:pt x="134168" y="128361"/>
                  <a:pt x="134168" y="126445"/>
                </a:cubicBezTo>
                <a:lnTo>
                  <a:pt x="134168" y="57475"/>
                </a:lnTo>
                <a:lnTo>
                  <a:pt x="191643" y="57475"/>
                </a:lnTo>
                <a:lnTo>
                  <a:pt x="191643" y="124529"/>
                </a:lnTo>
                <a:cubicBezTo>
                  <a:pt x="191643" y="128361"/>
                  <a:pt x="191643" y="130277"/>
                  <a:pt x="193559" y="132193"/>
                </a:cubicBezTo>
                <a:lnTo>
                  <a:pt x="231876" y="208826"/>
                </a:lnTo>
                <a:lnTo>
                  <a:pt x="93936" y="208826"/>
                </a:lnTo>
                <a:lnTo>
                  <a:pt x="132252" y="134109"/>
                </a:lnTo>
                <a:close/>
                <a:moveTo>
                  <a:pt x="425376" y="411905"/>
                </a:moveTo>
                <a:cubicBezTo>
                  <a:pt x="423460" y="388915"/>
                  <a:pt x="410049" y="365925"/>
                  <a:pt x="390890" y="354430"/>
                </a:cubicBezTo>
                <a:cubicBezTo>
                  <a:pt x="385143" y="350598"/>
                  <a:pt x="381311" y="346767"/>
                  <a:pt x="375564" y="344851"/>
                </a:cubicBezTo>
                <a:lnTo>
                  <a:pt x="379395" y="342935"/>
                </a:lnTo>
                <a:cubicBezTo>
                  <a:pt x="385143" y="341019"/>
                  <a:pt x="390890" y="337187"/>
                  <a:pt x="396638" y="333356"/>
                </a:cubicBezTo>
                <a:cubicBezTo>
                  <a:pt x="404301" y="329524"/>
                  <a:pt x="410049" y="321861"/>
                  <a:pt x="415796" y="316113"/>
                </a:cubicBezTo>
                <a:cubicBezTo>
                  <a:pt x="421544" y="308450"/>
                  <a:pt x="423460" y="300787"/>
                  <a:pt x="425376" y="291207"/>
                </a:cubicBezTo>
                <a:cubicBezTo>
                  <a:pt x="425376" y="275881"/>
                  <a:pt x="419628" y="262470"/>
                  <a:pt x="410049" y="252891"/>
                </a:cubicBezTo>
                <a:cubicBezTo>
                  <a:pt x="402385" y="245227"/>
                  <a:pt x="392806" y="239480"/>
                  <a:pt x="381311" y="235648"/>
                </a:cubicBezTo>
                <a:lnTo>
                  <a:pt x="373648" y="231816"/>
                </a:lnTo>
                <a:cubicBezTo>
                  <a:pt x="381311" y="227985"/>
                  <a:pt x="388975" y="222237"/>
                  <a:pt x="388975" y="222237"/>
                </a:cubicBezTo>
                <a:cubicBezTo>
                  <a:pt x="410049" y="208826"/>
                  <a:pt x="423460" y="187752"/>
                  <a:pt x="425376" y="162846"/>
                </a:cubicBezTo>
                <a:lnTo>
                  <a:pt x="425376" y="153267"/>
                </a:lnTo>
                <a:lnTo>
                  <a:pt x="406217" y="153267"/>
                </a:lnTo>
                <a:lnTo>
                  <a:pt x="406217" y="162846"/>
                </a:lnTo>
                <a:cubicBezTo>
                  <a:pt x="406217" y="166678"/>
                  <a:pt x="406217" y="168594"/>
                  <a:pt x="404301" y="172425"/>
                </a:cubicBezTo>
                <a:lnTo>
                  <a:pt x="293183" y="172425"/>
                </a:lnTo>
                <a:cubicBezTo>
                  <a:pt x="291267" y="168594"/>
                  <a:pt x="291267" y="166678"/>
                  <a:pt x="291267" y="162846"/>
                </a:cubicBezTo>
                <a:lnTo>
                  <a:pt x="291267" y="153267"/>
                </a:lnTo>
                <a:lnTo>
                  <a:pt x="272109" y="153267"/>
                </a:lnTo>
                <a:lnTo>
                  <a:pt x="272109" y="162846"/>
                </a:lnTo>
                <a:cubicBezTo>
                  <a:pt x="274024" y="185836"/>
                  <a:pt x="287435" y="208826"/>
                  <a:pt x="308509" y="220321"/>
                </a:cubicBezTo>
                <a:cubicBezTo>
                  <a:pt x="314257" y="224153"/>
                  <a:pt x="318089" y="227985"/>
                  <a:pt x="323836" y="229901"/>
                </a:cubicBezTo>
                <a:lnTo>
                  <a:pt x="316173" y="231816"/>
                </a:lnTo>
                <a:cubicBezTo>
                  <a:pt x="306594" y="235648"/>
                  <a:pt x="297014" y="241396"/>
                  <a:pt x="287435" y="249059"/>
                </a:cubicBezTo>
                <a:cubicBezTo>
                  <a:pt x="277856" y="258638"/>
                  <a:pt x="272109" y="272049"/>
                  <a:pt x="272109" y="287376"/>
                </a:cubicBezTo>
                <a:cubicBezTo>
                  <a:pt x="272109" y="296955"/>
                  <a:pt x="275940" y="304618"/>
                  <a:pt x="279772" y="312282"/>
                </a:cubicBezTo>
                <a:cubicBezTo>
                  <a:pt x="285519" y="319945"/>
                  <a:pt x="291267" y="325692"/>
                  <a:pt x="298930" y="329524"/>
                </a:cubicBezTo>
                <a:cubicBezTo>
                  <a:pt x="304678" y="333356"/>
                  <a:pt x="310425" y="335272"/>
                  <a:pt x="316173" y="339103"/>
                </a:cubicBezTo>
                <a:lnTo>
                  <a:pt x="320004" y="341019"/>
                </a:lnTo>
                <a:cubicBezTo>
                  <a:pt x="314257" y="344851"/>
                  <a:pt x="308509" y="348682"/>
                  <a:pt x="302762" y="352514"/>
                </a:cubicBezTo>
                <a:cubicBezTo>
                  <a:pt x="283604" y="365925"/>
                  <a:pt x="270193" y="386999"/>
                  <a:pt x="268277" y="409989"/>
                </a:cubicBezTo>
                <a:lnTo>
                  <a:pt x="268277" y="421484"/>
                </a:lnTo>
                <a:lnTo>
                  <a:pt x="287435" y="421484"/>
                </a:lnTo>
                <a:lnTo>
                  <a:pt x="287435" y="411905"/>
                </a:lnTo>
                <a:cubicBezTo>
                  <a:pt x="287435" y="408073"/>
                  <a:pt x="287435" y="406158"/>
                  <a:pt x="289351" y="402326"/>
                </a:cubicBezTo>
                <a:lnTo>
                  <a:pt x="400470" y="402326"/>
                </a:lnTo>
                <a:cubicBezTo>
                  <a:pt x="402385" y="406158"/>
                  <a:pt x="402385" y="408073"/>
                  <a:pt x="402385" y="411905"/>
                </a:cubicBezTo>
                <a:lnTo>
                  <a:pt x="402385" y="421484"/>
                </a:lnTo>
                <a:lnTo>
                  <a:pt x="421544" y="421484"/>
                </a:lnTo>
                <a:lnTo>
                  <a:pt x="425376" y="411905"/>
                </a:lnTo>
                <a:close/>
                <a:moveTo>
                  <a:pt x="304678" y="191584"/>
                </a:moveTo>
                <a:lnTo>
                  <a:pt x="392806" y="191584"/>
                </a:lnTo>
                <a:cubicBezTo>
                  <a:pt x="381311" y="204995"/>
                  <a:pt x="365985" y="216490"/>
                  <a:pt x="348742" y="222237"/>
                </a:cubicBezTo>
                <a:lnTo>
                  <a:pt x="348742" y="222237"/>
                </a:lnTo>
                <a:cubicBezTo>
                  <a:pt x="331500" y="214574"/>
                  <a:pt x="316173" y="204995"/>
                  <a:pt x="304678" y="191584"/>
                </a:cubicBezTo>
                <a:close/>
                <a:moveTo>
                  <a:pt x="300846" y="266301"/>
                </a:moveTo>
                <a:cubicBezTo>
                  <a:pt x="306594" y="260554"/>
                  <a:pt x="314257" y="254806"/>
                  <a:pt x="323836" y="252891"/>
                </a:cubicBezTo>
                <a:cubicBezTo>
                  <a:pt x="331500" y="249059"/>
                  <a:pt x="346826" y="243311"/>
                  <a:pt x="348742" y="243311"/>
                </a:cubicBezTo>
                <a:cubicBezTo>
                  <a:pt x="358321" y="245227"/>
                  <a:pt x="365985" y="249059"/>
                  <a:pt x="373648" y="252891"/>
                </a:cubicBezTo>
                <a:cubicBezTo>
                  <a:pt x="381311" y="256722"/>
                  <a:pt x="388975" y="260554"/>
                  <a:pt x="396638" y="266301"/>
                </a:cubicBezTo>
                <a:cubicBezTo>
                  <a:pt x="400470" y="270133"/>
                  <a:pt x="402385" y="273965"/>
                  <a:pt x="404301" y="277796"/>
                </a:cubicBezTo>
                <a:lnTo>
                  <a:pt x="293183" y="277796"/>
                </a:lnTo>
                <a:cubicBezTo>
                  <a:pt x="295099" y="273965"/>
                  <a:pt x="297014" y="268217"/>
                  <a:pt x="300846" y="266301"/>
                </a:cubicBezTo>
                <a:close/>
                <a:moveTo>
                  <a:pt x="310425" y="318029"/>
                </a:moveTo>
                <a:cubicBezTo>
                  <a:pt x="304678" y="314197"/>
                  <a:pt x="300846" y="310366"/>
                  <a:pt x="297014" y="304618"/>
                </a:cubicBezTo>
                <a:cubicBezTo>
                  <a:pt x="295099" y="302702"/>
                  <a:pt x="293183" y="298871"/>
                  <a:pt x="293183" y="296955"/>
                </a:cubicBezTo>
                <a:lnTo>
                  <a:pt x="404301" y="296955"/>
                </a:lnTo>
                <a:cubicBezTo>
                  <a:pt x="404301" y="298871"/>
                  <a:pt x="402385" y="302702"/>
                  <a:pt x="400470" y="304618"/>
                </a:cubicBezTo>
                <a:cubicBezTo>
                  <a:pt x="396638" y="310366"/>
                  <a:pt x="392806" y="314197"/>
                  <a:pt x="387059" y="318029"/>
                </a:cubicBezTo>
                <a:cubicBezTo>
                  <a:pt x="381311" y="321861"/>
                  <a:pt x="377480" y="323777"/>
                  <a:pt x="371732" y="325692"/>
                </a:cubicBezTo>
                <a:cubicBezTo>
                  <a:pt x="367900" y="327608"/>
                  <a:pt x="354490" y="333356"/>
                  <a:pt x="348742" y="333356"/>
                </a:cubicBezTo>
                <a:cubicBezTo>
                  <a:pt x="342995" y="331440"/>
                  <a:pt x="329584" y="327608"/>
                  <a:pt x="325752" y="325692"/>
                </a:cubicBezTo>
                <a:cubicBezTo>
                  <a:pt x="320004" y="323777"/>
                  <a:pt x="316173" y="319945"/>
                  <a:pt x="310425" y="318029"/>
                </a:cubicBezTo>
                <a:close/>
                <a:moveTo>
                  <a:pt x="304678" y="383168"/>
                </a:moveTo>
                <a:cubicBezTo>
                  <a:pt x="316173" y="369757"/>
                  <a:pt x="331500" y="360177"/>
                  <a:pt x="348742" y="354430"/>
                </a:cubicBezTo>
                <a:lnTo>
                  <a:pt x="348742" y="354430"/>
                </a:lnTo>
                <a:cubicBezTo>
                  <a:pt x="365985" y="360177"/>
                  <a:pt x="381311" y="371672"/>
                  <a:pt x="392806" y="383168"/>
                </a:cubicBezTo>
                <a:lnTo>
                  <a:pt x="304678" y="38316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72" descr="Dosing frequency icon.">
            <a:extLst>
              <a:ext uri="{FF2B5EF4-FFF2-40B4-BE49-F238E27FC236}">
                <a16:creationId xmlns:a16="http://schemas.microsoft.com/office/drawing/2014/main" id="{DD4015B4-D4C5-4B9E-BD45-6C5050F8BEA6}"/>
              </a:ext>
            </a:extLst>
          </p:cNvPr>
          <p:cNvSpPr/>
          <p:nvPr/>
        </p:nvSpPr>
        <p:spPr>
          <a:xfrm>
            <a:off x="957618" y="5090182"/>
            <a:ext cx="440163" cy="459638"/>
          </a:xfrm>
          <a:custGeom>
            <a:avLst/>
            <a:gdLst>
              <a:gd name="connsiteX0" fmla="*/ 172425 w 440163"/>
              <a:gd name="connsiteY0" fmla="*/ 210742 h 459638"/>
              <a:gd name="connsiteX1" fmla="*/ 95792 w 440163"/>
              <a:gd name="connsiteY1" fmla="*/ 210742 h 459638"/>
              <a:gd name="connsiteX2" fmla="*/ 76634 w 440163"/>
              <a:gd name="connsiteY2" fmla="*/ 229901 h 459638"/>
              <a:gd name="connsiteX3" fmla="*/ 76634 w 440163"/>
              <a:gd name="connsiteY3" fmla="*/ 306534 h 459638"/>
              <a:gd name="connsiteX4" fmla="*/ 95792 w 440163"/>
              <a:gd name="connsiteY4" fmla="*/ 325692 h 459638"/>
              <a:gd name="connsiteX5" fmla="*/ 172425 w 440163"/>
              <a:gd name="connsiteY5" fmla="*/ 325692 h 459638"/>
              <a:gd name="connsiteX6" fmla="*/ 191584 w 440163"/>
              <a:gd name="connsiteY6" fmla="*/ 306534 h 459638"/>
              <a:gd name="connsiteX7" fmla="*/ 191584 w 440163"/>
              <a:gd name="connsiteY7" fmla="*/ 229901 h 459638"/>
              <a:gd name="connsiteX8" fmla="*/ 172425 w 440163"/>
              <a:gd name="connsiteY8" fmla="*/ 210742 h 459638"/>
              <a:gd name="connsiteX9" fmla="*/ 172425 w 440163"/>
              <a:gd name="connsiteY9" fmla="*/ 306534 h 459638"/>
              <a:gd name="connsiteX10" fmla="*/ 95792 w 440163"/>
              <a:gd name="connsiteY10" fmla="*/ 306534 h 459638"/>
              <a:gd name="connsiteX11" fmla="*/ 95792 w 440163"/>
              <a:gd name="connsiteY11" fmla="*/ 229901 h 459638"/>
              <a:gd name="connsiteX12" fmla="*/ 172425 w 440163"/>
              <a:gd name="connsiteY12" fmla="*/ 229901 h 459638"/>
              <a:gd name="connsiteX13" fmla="*/ 172425 w 440163"/>
              <a:gd name="connsiteY13" fmla="*/ 306534 h 459638"/>
              <a:gd name="connsiteX14" fmla="*/ 172425 w 440163"/>
              <a:gd name="connsiteY14" fmla="*/ 306534 h 459638"/>
              <a:gd name="connsiteX15" fmla="*/ 421484 w 440163"/>
              <a:gd name="connsiteY15" fmla="*/ 281628 h 459638"/>
              <a:gd name="connsiteX16" fmla="*/ 421484 w 440163"/>
              <a:gd name="connsiteY16" fmla="*/ 57475 h 459638"/>
              <a:gd name="connsiteX17" fmla="*/ 402326 w 440163"/>
              <a:gd name="connsiteY17" fmla="*/ 38317 h 459638"/>
              <a:gd name="connsiteX18" fmla="*/ 325692 w 440163"/>
              <a:gd name="connsiteY18" fmla="*/ 38317 h 459638"/>
              <a:gd name="connsiteX19" fmla="*/ 325692 w 440163"/>
              <a:gd name="connsiteY19" fmla="*/ 0 h 459638"/>
              <a:gd name="connsiteX20" fmla="*/ 306534 w 440163"/>
              <a:gd name="connsiteY20" fmla="*/ 0 h 459638"/>
              <a:gd name="connsiteX21" fmla="*/ 306534 w 440163"/>
              <a:gd name="connsiteY21" fmla="*/ 38317 h 459638"/>
              <a:gd name="connsiteX22" fmla="*/ 114950 w 440163"/>
              <a:gd name="connsiteY22" fmla="*/ 38317 h 459638"/>
              <a:gd name="connsiteX23" fmla="*/ 114950 w 440163"/>
              <a:gd name="connsiteY23" fmla="*/ 0 h 459638"/>
              <a:gd name="connsiteX24" fmla="*/ 95792 w 440163"/>
              <a:gd name="connsiteY24" fmla="*/ 0 h 459638"/>
              <a:gd name="connsiteX25" fmla="*/ 95792 w 440163"/>
              <a:gd name="connsiteY25" fmla="*/ 38317 h 459638"/>
              <a:gd name="connsiteX26" fmla="*/ 19158 w 440163"/>
              <a:gd name="connsiteY26" fmla="*/ 38317 h 459638"/>
              <a:gd name="connsiteX27" fmla="*/ 0 w 440163"/>
              <a:gd name="connsiteY27" fmla="*/ 57475 h 459638"/>
              <a:gd name="connsiteX28" fmla="*/ 0 w 440163"/>
              <a:gd name="connsiteY28" fmla="*/ 421484 h 459638"/>
              <a:gd name="connsiteX29" fmla="*/ 19158 w 440163"/>
              <a:gd name="connsiteY29" fmla="*/ 440643 h 459638"/>
              <a:gd name="connsiteX30" fmla="*/ 262470 w 440163"/>
              <a:gd name="connsiteY30" fmla="*/ 440643 h 459638"/>
              <a:gd name="connsiteX31" fmla="*/ 421484 w 440163"/>
              <a:gd name="connsiteY31" fmla="*/ 408073 h 459638"/>
              <a:gd name="connsiteX32" fmla="*/ 421484 w 440163"/>
              <a:gd name="connsiteY32" fmla="*/ 281628 h 459638"/>
              <a:gd name="connsiteX33" fmla="*/ 19158 w 440163"/>
              <a:gd name="connsiteY33" fmla="*/ 57475 h 459638"/>
              <a:gd name="connsiteX34" fmla="*/ 95792 w 440163"/>
              <a:gd name="connsiteY34" fmla="*/ 57475 h 459638"/>
              <a:gd name="connsiteX35" fmla="*/ 95792 w 440163"/>
              <a:gd name="connsiteY35" fmla="*/ 95792 h 459638"/>
              <a:gd name="connsiteX36" fmla="*/ 114950 w 440163"/>
              <a:gd name="connsiteY36" fmla="*/ 95792 h 459638"/>
              <a:gd name="connsiteX37" fmla="*/ 114950 w 440163"/>
              <a:gd name="connsiteY37" fmla="*/ 57475 h 459638"/>
              <a:gd name="connsiteX38" fmla="*/ 306534 w 440163"/>
              <a:gd name="connsiteY38" fmla="*/ 57475 h 459638"/>
              <a:gd name="connsiteX39" fmla="*/ 306534 w 440163"/>
              <a:gd name="connsiteY39" fmla="*/ 95792 h 459638"/>
              <a:gd name="connsiteX40" fmla="*/ 325692 w 440163"/>
              <a:gd name="connsiteY40" fmla="*/ 95792 h 459638"/>
              <a:gd name="connsiteX41" fmla="*/ 325692 w 440163"/>
              <a:gd name="connsiteY41" fmla="*/ 57475 h 459638"/>
              <a:gd name="connsiteX42" fmla="*/ 402326 w 440163"/>
              <a:gd name="connsiteY42" fmla="*/ 57475 h 459638"/>
              <a:gd name="connsiteX43" fmla="*/ 402326 w 440163"/>
              <a:gd name="connsiteY43" fmla="*/ 134109 h 459638"/>
              <a:gd name="connsiteX44" fmla="*/ 19158 w 440163"/>
              <a:gd name="connsiteY44" fmla="*/ 134109 h 459638"/>
              <a:gd name="connsiteX45" fmla="*/ 19158 w 440163"/>
              <a:gd name="connsiteY45" fmla="*/ 57475 h 459638"/>
              <a:gd name="connsiteX46" fmla="*/ 19158 w 440163"/>
              <a:gd name="connsiteY46" fmla="*/ 153267 h 459638"/>
              <a:gd name="connsiteX47" fmla="*/ 402326 w 440163"/>
              <a:gd name="connsiteY47" fmla="*/ 153267 h 459638"/>
              <a:gd name="connsiteX48" fmla="*/ 402326 w 440163"/>
              <a:gd name="connsiteY48" fmla="*/ 258638 h 459638"/>
              <a:gd name="connsiteX49" fmla="*/ 239480 w 440163"/>
              <a:gd name="connsiteY49" fmla="*/ 272049 h 459638"/>
              <a:gd name="connsiteX50" fmla="*/ 239480 w 440163"/>
              <a:gd name="connsiteY50" fmla="*/ 421484 h 459638"/>
              <a:gd name="connsiteX51" fmla="*/ 19158 w 440163"/>
              <a:gd name="connsiteY51" fmla="*/ 421484 h 459638"/>
              <a:gd name="connsiteX52" fmla="*/ 19158 w 440163"/>
              <a:gd name="connsiteY52" fmla="*/ 153267 h 459638"/>
              <a:gd name="connsiteX53" fmla="*/ 325692 w 440163"/>
              <a:gd name="connsiteY53" fmla="*/ 440643 h 459638"/>
              <a:gd name="connsiteX54" fmla="*/ 229901 w 440163"/>
              <a:gd name="connsiteY54" fmla="*/ 344851 h 459638"/>
              <a:gd name="connsiteX55" fmla="*/ 325692 w 440163"/>
              <a:gd name="connsiteY55" fmla="*/ 249059 h 459638"/>
              <a:gd name="connsiteX56" fmla="*/ 421484 w 440163"/>
              <a:gd name="connsiteY56" fmla="*/ 344851 h 459638"/>
              <a:gd name="connsiteX57" fmla="*/ 325692 w 440163"/>
              <a:gd name="connsiteY57" fmla="*/ 440643 h 459638"/>
              <a:gd name="connsiteX58" fmla="*/ 268217 w 440163"/>
              <a:gd name="connsiteY58" fmla="*/ 354430 h 459638"/>
              <a:gd name="connsiteX59" fmla="*/ 316113 w 440163"/>
              <a:gd name="connsiteY59" fmla="*/ 354430 h 459638"/>
              <a:gd name="connsiteX60" fmla="*/ 316113 w 440163"/>
              <a:gd name="connsiteY60" fmla="*/ 421484 h 459638"/>
              <a:gd name="connsiteX61" fmla="*/ 335272 w 440163"/>
              <a:gd name="connsiteY61" fmla="*/ 421484 h 459638"/>
              <a:gd name="connsiteX62" fmla="*/ 335272 w 440163"/>
              <a:gd name="connsiteY62" fmla="*/ 335272 h 459638"/>
              <a:gd name="connsiteX63" fmla="*/ 268217 w 440163"/>
              <a:gd name="connsiteY63" fmla="*/ 335272 h 459638"/>
              <a:gd name="connsiteX64" fmla="*/ 268217 w 440163"/>
              <a:gd name="connsiteY64" fmla="*/ 354430 h 45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40163" h="459638">
                <a:moveTo>
                  <a:pt x="172425" y="210742"/>
                </a:moveTo>
                <a:lnTo>
                  <a:pt x="95792" y="210742"/>
                </a:lnTo>
                <a:cubicBezTo>
                  <a:pt x="84297" y="210742"/>
                  <a:pt x="76634" y="218405"/>
                  <a:pt x="76634" y="229901"/>
                </a:cubicBezTo>
                <a:lnTo>
                  <a:pt x="76634" y="306534"/>
                </a:lnTo>
                <a:cubicBezTo>
                  <a:pt x="76634" y="318029"/>
                  <a:pt x="84297" y="325692"/>
                  <a:pt x="95792" y="325692"/>
                </a:cubicBezTo>
                <a:lnTo>
                  <a:pt x="172425" y="325692"/>
                </a:lnTo>
                <a:cubicBezTo>
                  <a:pt x="183920" y="325692"/>
                  <a:pt x="191584" y="318029"/>
                  <a:pt x="191584" y="306534"/>
                </a:cubicBezTo>
                <a:lnTo>
                  <a:pt x="191584" y="229901"/>
                </a:lnTo>
                <a:cubicBezTo>
                  <a:pt x="191584" y="218405"/>
                  <a:pt x="183920" y="210742"/>
                  <a:pt x="172425" y="210742"/>
                </a:cubicBezTo>
                <a:close/>
                <a:moveTo>
                  <a:pt x="172425" y="306534"/>
                </a:moveTo>
                <a:lnTo>
                  <a:pt x="95792" y="306534"/>
                </a:lnTo>
                <a:lnTo>
                  <a:pt x="95792" y="229901"/>
                </a:lnTo>
                <a:lnTo>
                  <a:pt x="172425" y="229901"/>
                </a:lnTo>
                <a:lnTo>
                  <a:pt x="172425" y="306534"/>
                </a:lnTo>
                <a:lnTo>
                  <a:pt x="172425" y="306534"/>
                </a:lnTo>
                <a:moveTo>
                  <a:pt x="421484" y="281628"/>
                </a:moveTo>
                <a:lnTo>
                  <a:pt x="421484" y="57475"/>
                </a:lnTo>
                <a:cubicBezTo>
                  <a:pt x="421484" y="45980"/>
                  <a:pt x="413821" y="38317"/>
                  <a:pt x="402326" y="38317"/>
                </a:cubicBezTo>
                <a:lnTo>
                  <a:pt x="325692" y="38317"/>
                </a:lnTo>
                <a:lnTo>
                  <a:pt x="325692" y="0"/>
                </a:lnTo>
                <a:lnTo>
                  <a:pt x="306534" y="0"/>
                </a:lnTo>
                <a:lnTo>
                  <a:pt x="306534" y="38317"/>
                </a:lnTo>
                <a:lnTo>
                  <a:pt x="114950" y="38317"/>
                </a:lnTo>
                <a:lnTo>
                  <a:pt x="114950" y="0"/>
                </a:lnTo>
                <a:lnTo>
                  <a:pt x="95792" y="0"/>
                </a:lnTo>
                <a:lnTo>
                  <a:pt x="95792" y="38317"/>
                </a:lnTo>
                <a:lnTo>
                  <a:pt x="19158" y="38317"/>
                </a:lnTo>
                <a:cubicBezTo>
                  <a:pt x="7663" y="38317"/>
                  <a:pt x="0" y="45980"/>
                  <a:pt x="0" y="57475"/>
                </a:cubicBezTo>
                <a:lnTo>
                  <a:pt x="0" y="421484"/>
                </a:lnTo>
                <a:cubicBezTo>
                  <a:pt x="0" y="432979"/>
                  <a:pt x="7663" y="440643"/>
                  <a:pt x="19158" y="440643"/>
                </a:cubicBezTo>
                <a:lnTo>
                  <a:pt x="262470" y="440643"/>
                </a:lnTo>
                <a:cubicBezTo>
                  <a:pt x="316113" y="475128"/>
                  <a:pt x="386999" y="461717"/>
                  <a:pt x="421484" y="408073"/>
                </a:cubicBezTo>
                <a:cubicBezTo>
                  <a:pt x="446390" y="369757"/>
                  <a:pt x="446390" y="319945"/>
                  <a:pt x="421484" y="281628"/>
                </a:cubicBezTo>
                <a:close/>
                <a:moveTo>
                  <a:pt x="19158" y="57475"/>
                </a:moveTo>
                <a:lnTo>
                  <a:pt x="95792" y="57475"/>
                </a:lnTo>
                <a:lnTo>
                  <a:pt x="95792" y="95792"/>
                </a:lnTo>
                <a:lnTo>
                  <a:pt x="114950" y="95792"/>
                </a:lnTo>
                <a:lnTo>
                  <a:pt x="114950" y="57475"/>
                </a:lnTo>
                <a:lnTo>
                  <a:pt x="306534" y="57475"/>
                </a:lnTo>
                <a:lnTo>
                  <a:pt x="306534" y="95792"/>
                </a:lnTo>
                <a:lnTo>
                  <a:pt x="325692" y="95792"/>
                </a:lnTo>
                <a:lnTo>
                  <a:pt x="325692" y="57475"/>
                </a:lnTo>
                <a:lnTo>
                  <a:pt x="402326" y="57475"/>
                </a:lnTo>
                <a:lnTo>
                  <a:pt x="402326" y="134109"/>
                </a:lnTo>
                <a:lnTo>
                  <a:pt x="19158" y="134109"/>
                </a:lnTo>
                <a:lnTo>
                  <a:pt x="19158" y="57475"/>
                </a:lnTo>
                <a:close/>
                <a:moveTo>
                  <a:pt x="19158" y="153267"/>
                </a:moveTo>
                <a:lnTo>
                  <a:pt x="402326" y="153267"/>
                </a:lnTo>
                <a:lnTo>
                  <a:pt x="402326" y="258638"/>
                </a:lnTo>
                <a:cubicBezTo>
                  <a:pt x="354430" y="216490"/>
                  <a:pt x="281628" y="222237"/>
                  <a:pt x="239480" y="272049"/>
                </a:cubicBezTo>
                <a:cubicBezTo>
                  <a:pt x="203079" y="314197"/>
                  <a:pt x="203079" y="379336"/>
                  <a:pt x="239480" y="421484"/>
                </a:cubicBezTo>
                <a:lnTo>
                  <a:pt x="19158" y="421484"/>
                </a:lnTo>
                <a:lnTo>
                  <a:pt x="19158" y="153267"/>
                </a:lnTo>
                <a:close/>
                <a:moveTo>
                  <a:pt x="325692" y="440643"/>
                </a:moveTo>
                <a:cubicBezTo>
                  <a:pt x="272049" y="440643"/>
                  <a:pt x="229901" y="398494"/>
                  <a:pt x="229901" y="344851"/>
                </a:cubicBezTo>
                <a:cubicBezTo>
                  <a:pt x="229901" y="291207"/>
                  <a:pt x="272049" y="249059"/>
                  <a:pt x="325692" y="249059"/>
                </a:cubicBezTo>
                <a:cubicBezTo>
                  <a:pt x="379336" y="249059"/>
                  <a:pt x="421484" y="291207"/>
                  <a:pt x="421484" y="344851"/>
                </a:cubicBezTo>
                <a:cubicBezTo>
                  <a:pt x="421484" y="398494"/>
                  <a:pt x="379336" y="440643"/>
                  <a:pt x="325692" y="440643"/>
                </a:cubicBezTo>
                <a:close/>
                <a:moveTo>
                  <a:pt x="268217" y="354430"/>
                </a:moveTo>
                <a:lnTo>
                  <a:pt x="316113" y="354430"/>
                </a:lnTo>
                <a:lnTo>
                  <a:pt x="316113" y="421484"/>
                </a:lnTo>
                <a:lnTo>
                  <a:pt x="335272" y="421484"/>
                </a:lnTo>
                <a:lnTo>
                  <a:pt x="335272" y="335272"/>
                </a:lnTo>
                <a:lnTo>
                  <a:pt x="268217" y="335272"/>
                </a:lnTo>
                <a:lnTo>
                  <a:pt x="268217" y="35443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0" name="Graphic 74" descr="Dosing one injection icon.">
            <a:extLst>
              <a:ext uri="{FF2B5EF4-FFF2-40B4-BE49-F238E27FC236}">
                <a16:creationId xmlns:a16="http://schemas.microsoft.com/office/drawing/2014/main" id="{3189CF73-939C-4A36-BC05-FAC261DCEF45}"/>
              </a:ext>
            </a:extLst>
          </p:cNvPr>
          <p:cNvSpPr/>
          <p:nvPr/>
        </p:nvSpPr>
        <p:spPr>
          <a:xfrm>
            <a:off x="2183800" y="5090182"/>
            <a:ext cx="440642" cy="461716"/>
          </a:xfrm>
          <a:custGeom>
            <a:avLst/>
            <a:gdLst>
              <a:gd name="connsiteX0" fmla="*/ 95792 w 440642"/>
              <a:gd name="connsiteY0" fmla="*/ 210742 h 461716"/>
              <a:gd name="connsiteX1" fmla="*/ 76634 w 440642"/>
              <a:gd name="connsiteY1" fmla="*/ 229901 h 461716"/>
              <a:gd name="connsiteX2" fmla="*/ 76634 w 440642"/>
              <a:gd name="connsiteY2" fmla="*/ 306534 h 461716"/>
              <a:gd name="connsiteX3" fmla="*/ 95792 w 440642"/>
              <a:gd name="connsiteY3" fmla="*/ 325692 h 461716"/>
              <a:gd name="connsiteX4" fmla="*/ 172425 w 440642"/>
              <a:gd name="connsiteY4" fmla="*/ 325692 h 461716"/>
              <a:gd name="connsiteX5" fmla="*/ 191584 w 440642"/>
              <a:gd name="connsiteY5" fmla="*/ 306534 h 461716"/>
              <a:gd name="connsiteX6" fmla="*/ 191584 w 440642"/>
              <a:gd name="connsiteY6" fmla="*/ 229901 h 461716"/>
              <a:gd name="connsiteX7" fmla="*/ 172425 w 440642"/>
              <a:gd name="connsiteY7" fmla="*/ 210742 h 461716"/>
              <a:gd name="connsiteX8" fmla="*/ 95792 w 440642"/>
              <a:gd name="connsiteY8" fmla="*/ 210742 h 461716"/>
              <a:gd name="connsiteX9" fmla="*/ 172425 w 440642"/>
              <a:gd name="connsiteY9" fmla="*/ 306534 h 461716"/>
              <a:gd name="connsiteX10" fmla="*/ 95792 w 440642"/>
              <a:gd name="connsiteY10" fmla="*/ 306534 h 461716"/>
              <a:gd name="connsiteX11" fmla="*/ 95792 w 440642"/>
              <a:gd name="connsiteY11" fmla="*/ 229901 h 461716"/>
              <a:gd name="connsiteX12" fmla="*/ 172425 w 440642"/>
              <a:gd name="connsiteY12" fmla="*/ 229901 h 461716"/>
              <a:gd name="connsiteX13" fmla="*/ 172425 w 440642"/>
              <a:gd name="connsiteY13" fmla="*/ 306534 h 461716"/>
              <a:gd name="connsiteX14" fmla="*/ 172425 w 440642"/>
              <a:gd name="connsiteY14" fmla="*/ 316113 h 461716"/>
              <a:gd name="connsiteX15" fmla="*/ 172425 w 440642"/>
              <a:gd name="connsiteY15" fmla="*/ 306534 h 461716"/>
              <a:gd name="connsiteX16" fmla="*/ 172425 w 440642"/>
              <a:gd name="connsiteY16" fmla="*/ 306534 h 461716"/>
              <a:gd name="connsiteX17" fmla="*/ 172425 w 440642"/>
              <a:gd name="connsiteY17" fmla="*/ 316113 h 461716"/>
              <a:gd name="connsiteX18" fmla="*/ 19158 w 440642"/>
              <a:gd name="connsiteY18" fmla="*/ 153267 h 461716"/>
              <a:gd name="connsiteX19" fmla="*/ 306534 w 440642"/>
              <a:gd name="connsiteY19" fmla="*/ 153267 h 461716"/>
              <a:gd name="connsiteX20" fmla="*/ 306534 w 440642"/>
              <a:gd name="connsiteY20" fmla="*/ 134109 h 461716"/>
              <a:gd name="connsiteX21" fmla="*/ 19158 w 440642"/>
              <a:gd name="connsiteY21" fmla="*/ 134109 h 461716"/>
              <a:gd name="connsiteX22" fmla="*/ 19158 w 440642"/>
              <a:gd name="connsiteY22" fmla="*/ 57475 h 461716"/>
              <a:gd name="connsiteX23" fmla="*/ 95792 w 440642"/>
              <a:gd name="connsiteY23" fmla="*/ 57475 h 461716"/>
              <a:gd name="connsiteX24" fmla="*/ 95792 w 440642"/>
              <a:gd name="connsiteY24" fmla="*/ 95792 h 461716"/>
              <a:gd name="connsiteX25" fmla="*/ 114950 w 440642"/>
              <a:gd name="connsiteY25" fmla="*/ 95792 h 461716"/>
              <a:gd name="connsiteX26" fmla="*/ 114950 w 440642"/>
              <a:gd name="connsiteY26" fmla="*/ 57475 h 461716"/>
              <a:gd name="connsiteX27" fmla="*/ 306534 w 440642"/>
              <a:gd name="connsiteY27" fmla="*/ 57475 h 461716"/>
              <a:gd name="connsiteX28" fmla="*/ 306534 w 440642"/>
              <a:gd name="connsiteY28" fmla="*/ 95792 h 461716"/>
              <a:gd name="connsiteX29" fmla="*/ 325692 w 440642"/>
              <a:gd name="connsiteY29" fmla="*/ 95792 h 461716"/>
              <a:gd name="connsiteX30" fmla="*/ 325692 w 440642"/>
              <a:gd name="connsiteY30" fmla="*/ 57475 h 461716"/>
              <a:gd name="connsiteX31" fmla="*/ 402326 w 440642"/>
              <a:gd name="connsiteY31" fmla="*/ 57475 h 461716"/>
              <a:gd name="connsiteX32" fmla="*/ 402326 w 440642"/>
              <a:gd name="connsiteY32" fmla="*/ 114950 h 461716"/>
              <a:gd name="connsiteX33" fmla="*/ 421484 w 440642"/>
              <a:gd name="connsiteY33" fmla="*/ 114950 h 461716"/>
              <a:gd name="connsiteX34" fmla="*/ 421484 w 440642"/>
              <a:gd name="connsiteY34" fmla="*/ 57475 h 461716"/>
              <a:gd name="connsiteX35" fmla="*/ 402326 w 440642"/>
              <a:gd name="connsiteY35" fmla="*/ 38317 h 461716"/>
              <a:gd name="connsiteX36" fmla="*/ 325692 w 440642"/>
              <a:gd name="connsiteY36" fmla="*/ 38317 h 461716"/>
              <a:gd name="connsiteX37" fmla="*/ 325692 w 440642"/>
              <a:gd name="connsiteY37" fmla="*/ 0 h 461716"/>
              <a:gd name="connsiteX38" fmla="*/ 306534 w 440642"/>
              <a:gd name="connsiteY38" fmla="*/ 0 h 461716"/>
              <a:gd name="connsiteX39" fmla="*/ 306534 w 440642"/>
              <a:gd name="connsiteY39" fmla="*/ 38317 h 461716"/>
              <a:gd name="connsiteX40" fmla="*/ 114950 w 440642"/>
              <a:gd name="connsiteY40" fmla="*/ 38317 h 461716"/>
              <a:gd name="connsiteX41" fmla="*/ 114950 w 440642"/>
              <a:gd name="connsiteY41" fmla="*/ 0 h 461716"/>
              <a:gd name="connsiteX42" fmla="*/ 95792 w 440642"/>
              <a:gd name="connsiteY42" fmla="*/ 0 h 461716"/>
              <a:gd name="connsiteX43" fmla="*/ 95792 w 440642"/>
              <a:gd name="connsiteY43" fmla="*/ 38317 h 461716"/>
              <a:gd name="connsiteX44" fmla="*/ 19158 w 440642"/>
              <a:gd name="connsiteY44" fmla="*/ 38317 h 461716"/>
              <a:gd name="connsiteX45" fmla="*/ 0 w 440642"/>
              <a:gd name="connsiteY45" fmla="*/ 57475 h 461716"/>
              <a:gd name="connsiteX46" fmla="*/ 0 w 440642"/>
              <a:gd name="connsiteY46" fmla="*/ 421484 h 461716"/>
              <a:gd name="connsiteX47" fmla="*/ 19158 w 440642"/>
              <a:gd name="connsiteY47" fmla="*/ 440643 h 461716"/>
              <a:gd name="connsiteX48" fmla="*/ 306534 w 440642"/>
              <a:gd name="connsiteY48" fmla="*/ 440643 h 461716"/>
              <a:gd name="connsiteX49" fmla="*/ 306534 w 440642"/>
              <a:gd name="connsiteY49" fmla="*/ 421484 h 461716"/>
              <a:gd name="connsiteX50" fmla="*/ 19158 w 440642"/>
              <a:gd name="connsiteY50" fmla="*/ 421484 h 461716"/>
              <a:gd name="connsiteX51" fmla="*/ 19158 w 440642"/>
              <a:gd name="connsiteY51" fmla="*/ 153267 h 461716"/>
              <a:gd name="connsiteX52" fmla="*/ 440643 w 440642"/>
              <a:gd name="connsiteY52" fmla="*/ 182005 h 461716"/>
              <a:gd name="connsiteX53" fmla="*/ 383168 w 440642"/>
              <a:gd name="connsiteY53" fmla="*/ 182005 h 461716"/>
              <a:gd name="connsiteX54" fmla="*/ 383168 w 440642"/>
              <a:gd name="connsiteY54" fmla="*/ 153267 h 461716"/>
              <a:gd name="connsiteX55" fmla="*/ 421484 w 440642"/>
              <a:gd name="connsiteY55" fmla="*/ 153267 h 461716"/>
              <a:gd name="connsiteX56" fmla="*/ 421484 w 440642"/>
              <a:gd name="connsiteY56" fmla="*/ 134109 h 461716"/>
              <a:gd name="connsiteX57" fmla="*/ 325692 w 440642"/>
              <a:gd name="connsiteY57" fmla="*/ 134109 h 461716"/>
              <a:gd name="connsiteX58" fmla="*/ 325692 w 440642"/>
              <a:gd name="connsiteY58" fmla="*/ 153267 h 461716"/>
              <a:gd name="connsiteX59" fmla="*/ 364009 w 440642"/>
              <a:gd name="connsiteY59" fmla="*/ 153267 h 461716"/>
              <a:gd name="connsiteX60" fmla="*/ 364009 w 440642"/>
              <a:gd name="connsiteY60" fmla="*/ 182005 h 461716"/>
              <a:gd name="connsiteX61" fmla="*/ 306534 w 440642"/>
              <a:gd name="connsiteY61" fmla="*/ 182005 h 461716"/>
              <a:gd name="connsiteX62" fmla="*/ 306534 w 440642"/>
              <a:gd name="connsiteY62" fmla="*/ 201163 h 461716"/>
              <a:gd name="connsiteX63" fmla="*/ 325692 w 440642"/>
              <a:gd name="connsiteY63" fmla="*/ 201163 h 461716"/>
              <a:gd name="connsiteX64" fmla="*/ 325692 w 440642"/>
              <a:gd name="connsiteY64" fmla="*/ 369757 h 461716"/>
              <a:gd name="connsiteX65" fmla="*/ 327608 w 440642"/>
              <a:gd name="connsiteY65" fmla="*/ 377420 h 461716"/>
              <a:gd name="connsiteX66" fmla="*/ 337187 w 440642"/>
              <a:gd name="connsiteY66" fmla="*/ 394663 h 461716"/>
              <a:gd name="connsiteX67" fmla="*/ 352514 w 440642"/>
              <a:gd name="connsiteY67" fmla="*/ 404242 h 461716"/>
              <a:gd name="connsiteX68" fmla="*/ 364009 w 440642"/>
              <a:gd name="connsiteY68" fmla="*/ 404242 h 461716"/>
              <a:gd name="connsiteX69" fmla="*/ 364009 w 440642"/>
              <a:gd name="connsiteY69" fmla="*/ 461717 h 461716"/>
              <a:gd name="connsiteX70" fmla="*/ 383168 w 440642"/>
              <a:gd name="connsiteY70" fmla="*/ 461717 h 461716"/>
              <a:gd name="connsiteX71" fmla="*/ 383168 w 440642"/>
              <a:gd name="connsiteY71" fmla="*/ 404242 h 461716"/>
              <a:gd name="connsiteX72" fmla="*/ 394663 w 440642"/>
              <a:gd name="connsiteY72" fmla="*/ 404242 h 461716"/>
              <a:gd name="connsiteX73" fmla="*/ 409989 w 440642"/>
              <a:gd name="connsiteY73" fmla="*/ 394663 h 461716"/>
              <a:gd name="connsiteX74" fmla="*/ 419568 w 440642"/>
              <a:gd name="connsiteY74" fmla="*/ 377420 h 461716"/>
              <a:gd name="connsiteX75" fmla="*/ 421484 w 440642"/>
              <a:gd name="connsiteY75" fmla="*/ 371672 h 461716"/>
              <a:gd name="connsiteX76" fmla="*/ 421484 w 440642"/>
              <a:gd name="connsiteY76" fmla="*/ 203079 h 461716"/>
              <a:gd name="connsiteX77" fmla="*/ 440643 w 440642"/>
              <a:gd name="connsiteY77" fmla="*/ 203079 h 461716"/>
              <a:gd name="connsiteX78" fmla="*/ 440643 w 440642"/>
              <a:gd name="connsiteY78" fmla="*/ 182005 h 461716"/>
              <a:gd name="connsiteX79" fmla="*/ 402326 w 440642"/>
              <a:gd name="connsiteY79" fmla="*/ 367841 h 461716"/>
              <a:gd name="connsiteX80" fmla="*/ 394663 w 440642"/>
              <a:gd name="connsiteY80" fmla="*/ 383168 h 461716"/>
              <a:gd name="connsiteX81" fmla="*/ 352514 w 440642"/>
              <a:gd name="connsiteY81" fmla="*/ 383168 h 461716"/>
              <a:gd name="connsiteX82" fmla="*/ 344851 w 440642"/>
              <a:gd name="connsiteY82" fmla="*/ 367841 h 461716"/>
              <a:gd name="connsiteX83" fmla="*/ 344851 w 440642"/>
              <a:gd name="connsiteY83" fmla="*/ 344851 h 461716"/>
              <a:gd name="connsiteX84" fmla="*/ 373588 w 440642"/>
              <a:gd name="connsiteY84" fmla="*/ 344851 h 461716"/>
              <a:gd name="connsiteX85" fmla="*/ 373588 w 440642"/>
              <a:gd name="connsiteY85" fmla="*/ 325692 h 461716"/>
              <a:gd name="connsiteX86" fmla="*/ 344851 w 440642"/>
              <a:gd name="connsiteY86" fmla="*/ 325692 h 461716"/>
              <a:gd name="connsiteX87" fmla="*/ 344851 w 440642"/>
              <a:gd name="connsiteY87" fmla="*/ 296955 h 461716"/>
              <a:gd name="connsiteX88" fmla="*/ 373588 w 440642"/>
              <a:gd name="connsiteY88" fmla="*/ 296955 h 461716"/>
              <a:gd name="connsiteX89" fmla="*/ 373588 w 440642"/>
              <a:gd name="connsiteY89" fmla="*/ 277796 h 461716"/>
              <a:gd name="connsiteX90" fmla="*/ 344851 w 440642"/>
              <a:gd name="connsiteY90" fmla="*/ 277796 h 461716"/>
              <a:gd name="connsiteX91" fmla="*/ 344851 w 440642"/>
              <a:gd name="connsiteY91" fmla="*/ 249059 h 461716"/>
              <a:gd name="connsiteX92" fmla="*/ 373588 w 440642"/>
              <a:gd name="connsiteY92" fmla="*/ 249059 h 461716"/>
              <a:gd name="connsiteX93" fmla="*/ 373588 w 440642"/>
              <a:gd name="connsiteY93" fmla="*/ 229901 h 461716"/>
              <a:gd name="connsiteX94" fmla="*/ 344851 w 440642"/>
              <a:gd name="connsiteY94" fmla="*/ 229901 h 461716"/>
              <a:gd name="connsiteX95" fmla="*/ 344851 w 440642"/>
              <a:gd name="connsiteY95" fmla="*/ 201163 h 461716"/>
              <a:gd name="connsiteX96" fmla="*/ 402326 w 440642"/>
              <a:gd name="connsiteY96" fmla="*/ 201163 h 461716"/>
              <a:gd name="connsiteX97" fmla="*/ 402326 w 440642"/>
              <a:gd name="connsiteY97" fmla="*/ 367841 h 46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40642" h="461716">
                <a:moveTo>
                  <a:pt x="95792" y="210742"/>
                </a:moveTo>
                <a:cubicBezTo>
                  <a:pt x="84297" y="210742"/>
                  <a:pt x="76634" y="218405"/>
                  <a:pt x="76634" y="229901"/>
                </a:cubicBezTo>
                <a:lnTo>
                  <a:pt x="76634" y="306534"/>
                </a:lnTo>
                <a:cubicBezTo>
                  <a:pt x="76634" y="318029"/>
                  <a:pt x="84297" y="325692"/>
                  <a:pt x="95792" y="325692"/>
                </a:cubicBezTo>
                <a:lnTo>
                  <a:pt x="172425" y="325692"/>
                </a:lnTo>
                <a:cubicBezTo>
                  <a:pt x="183920" y="325692"/>
                  <a:pt x="191584" y="318029"/>
                  <a:pt x="191584" y="306534"/>
                </a:cubicBezTo>
                <a:lnTo>
                  <a:pt x="191584" y="229901"/>
                </a:lnTo>
                <a:cubicBezTo>
                  <a:pt x="191584" y="218405"/>
                  <a:pt x="183920" y="210742"/>
                  <a:pt x="172425" y="210742"/>
                </a:cubicBezTo>
                <a:lnTo>
                  <a:pt x="95792" y="210742"/>
                </a:lnTo>
                <a:close/>
                <a:moveTo>
                  <a:pt x="172425" y="306534"/>
                </a:moveTo>
                <a:lnTo>
                  <a:pt x="95792" y="306534"/>
                </a:lnTo>
                <a:lnTo>
                  <a:pt x="95792" y="229901"/>
                </a:lnTo>
                <a:lnTo>
                  <a:pt x="172425" y="229901"/>
                </a:lnTo>
                <a:lnTo>
                  <a:pt x="172425" y="306534"/>
                </a:lnTo>
                <a:close/>
                <a:moveTo>
                  <a:pt x="172425" y="316113"/>
                </a:moveTo>
                <a:lnTo>
                  <a:pt x="172425" y="306534"/>
                </a:lnTo>
                <a:lnTo>
                  <a:pt x="172425" y="306534"/>
                </a:lnTo>
                <a:lnTo>
                  <a:pt x="172425" y="316113"/>
                </a:lnTo>
                <a:close/>
                <a:moveTo>
                  <a:pt x="19158" y="153267"/>
                </a:moveTo>
                <a:lnTo>
                  <a:pt x="306534" y="153267"/>
                </a:lnTo>
                <a:lnTo>
                  <a:pt x="306534" y="134109"/>
                </a:lnTo>
                <a:lnTo>
                  <a:pt x="19158" y="134109"/>
                </a:lnTo>
                <a:lnTo>
                  <a:pt x="19158" y="57475"/>
                </a:lnTo>
                <a:lnTo>
                  <a:pt x="95792" y="57475"/>
                </a:lnTo>
                <a:lnTo>
                  <a:pt x="95792" y="95792"/>
                </a:lnTo>
                <a:lnTo>
                  <a:pt x="114950" y="95792"/>
                </a:lnTo>
                <a:lnTo>
                  <a:pt x="114950" y="57475"/>
                </a:lnTo>
                <a:lnTo>
                  <a:pt x="306534" y="57475"/>
                </a:lnTo>
                <a:lnTo>
                  <a:pt x="306534" y="95792"/>
                </a:lnTo>
                <a:lnTo>
                  <a:pt x="325692" y="95792"/>
                </a:lnTo>
                <a:lnTo>
                  <a:pt x="325692" y="57475"/>
                </a:lnTo>
                <a:lnTo>
                  <a:pt x="402326" y="57475"/>
                </a:lnTo>
                <a:lnTo>
                  <a:pt x="402326" y="114950"/>
                </a:lnTo>
                <a:lnTo>
                  <a:pt x="421484" y="114950"/>
                </a:lnTo>
                <a:lnTo>
                  <a:pt x="421484" y="57475"/>
                </a:lnTo>
                <a:cubicBezTo>
                  <a:pt x="421484" y="45980"/>
                  <a:pt x="413821" y="38317"/>
                  <a:pt x="402326" y="38317"/>
                </a:cubicBezTo>
                <a:lnTo>
                  <a:pt x="325692" y="38317"/>
                </a:lnTo>
                <a:lnTo>
                  <a:pt x="325692" y="0"/>
                </a:lnTo>
                <a:lnTo>
                  <a:pt x="306534" y="0"/>
                </a:lnTo>
                <a:lnTo>
                  <a:pt x="306534" y="38317"/>
                </a:lnTo>
                <a:lnTo>
                  <a:pt x="114950" y="38317"/>
                </a:lnTo>
                <a:lnTo>
                  <a:pt x="114950" y="0"/>
                </a:lnTo>
                <a:lnTo>
                  <a:pt x="95792" y="0"/>
                </a:lnTo>
                <a:lnTo>
                  <a:pt x="95792" y="38317"/>
                </a:lnTo>
                <a:lnTo>
                  <a:pt x="19158" y="38317"/>
                </a:lnTo>
                <a:cubicBezTo>
                  <a:pt x="7663" y="38317"/>
                  <a:pt x="0" y="45980"/>
                  <a:pt x="0" y="57475"/>
                </a:cubicBezTo>
                <a:lnTo>
                  <a:pt x="0" y="421484"/>
                </a:lnTo>
                <a:cubicBezTo>
                  <a:pt x="0" y="432979"/>
                  <a:pt x="7663" y="440643"/>
                  <a:pt x="19158" y="440643"/>
                </a:cubicBezTo>
                <a:lnTo>
                  <a:pt x="306534" y="440643"/>
                </a:lnTo>
                <a:lnTo>
                  <a:pt x="306534" y="421484"/>
                </a:lnTo>
                <a:lnTo>
                  <a:pt x="19158" y="421484"/>
                </a:lnTo>
                <a:lnTo>
                  <a:pt x="19158" y="153267"/>
                </a:lnTo>
                <a:close/>
                <a:moveTo>
                  <a:pt x="440643" y="182005"/>
                </a:moveTo>
                <a:lnTo>
                  <a:pt x="383168" y="182005"/>
                </a:lnTo>
                <a:lnTo>
                  <a:pt x="383168" y="153267"/>
                </a:lnTo>
                <a:lnTo>
                  <a:pt x="421484" y="153267"/>
                </a:lnTo>
                <a:lnTo>
                  <a:pt x="421484" y="134109"/>
                </a:lnTo>
                <a:lnTo>
                  <a:pt x="325692" y="134109"/>
                </a:lnTo>
                <a:lnTo>
                  <a:pt x="325692" y="153267"/>
                </a:lnTo>
                <a:lnTo>
                  <a:pt x="364009" y="153267"/>
                </a:lnTo>
                <a:lnTo>
                  <a:pt x="364009" y="182005"/>
                </a:lnTo>
                <a:lnTo>
                  <a:pt x="306534" y="182005"/>
                </a:lnTo>
                <a:lnTo>
                  <a:pt x="306534" y="201163"/>
                </a:lnTo>
                <a:lnTo>
                  <a:pt x="325692" y="201163"/>
                </a:lnTo>
                <a:lnTo>
                  <a:pt x="325692" y="369757"/>
                </a:lnTo>
                <a:cubicBezTo>
                  <a:pt x="325692" y="371672"/>
                  <a:pt x="325692" y="373588"/>
                  <a:pt x="327608" y="377420"/>
                </a:cubicBezTo>
                <a:lnTo>
                  <a:pt x="337187" y="394663"/>
                </a:lnTo>
                <a:cubicBezTo>
                  <a:pt x="341019" y="400410"/>
                  <a:pt x="346767" y="404242"/>
                  <a:pt x="352514" y="404242"/>
                </a:cubicBezTo>
                <a:lnTo>
                  <a:pt x="364009" y="404242"/>
                </a:lnTo>
                <a:lnTo>
                  <a:pt x="364009" y="461717"/>
                </a:lnTo>
                <a:lnTo>
                  <a:pt x="383168" y="461717"/>
                </a:lnTo>
                <a:lnTo>
                  <a:pt x="383168" y="404242"/>
                </a:lnTo>
                <a:lnTo>
                  <a:pt x="394663" y="404242"/>
                </a:lnTo>
                <a:cubicBezTo>
                  <a:pt x="400410" y="404242"/>
                  <a:pt x="406158" y="400410"/>
                  <a:pt x="409989" y="394663"/>
                </a:cubicBezTo>
                <a:lnTo>
                  <a:pt x="419568" y="377420"/>
                </a:lnTo>
                <a:cubicBezTo>
                  <a:pt x="421484" y="375504"/>
                  <a:pt x="421484" y="373588"/>
                  <a:pt x="421484" y="371672"/>
                </a:cubicBezTo>
                <a:lnTo>
                  <a:pt x="421484" y="203079"/>
                </a:lnTo>
                <a:lnTo>
                  <a:pt x="440643" y="203079"/>
                </a:lnTo>
                <a:lnTo>
                  <a:pt x="440643" y="182005"/>
                </a:lnTo>
                <a:close/>
                <a:moveTo>
                  <a:pt x="402326" y="367841"/>
                </a:moveTo>
                <a:lnTo>
                  <a:pt x="394663" y="383168"/>
                </a:lnTo>
                <a:lnTo>
                  <a:pt x="352514" y="383168"/>
                </a:lnTo>
                <a:lnTo>
                  <a:pt x="344851" y="367841"/>
                </a:lnTo>
                <a:lnTo>
                  <a:pt x="344851" y="344851"/>
                </a:lnTo>
                <a:lnTo>
                  <a:pt x="373588" y="344851"/>
                </a:lnTo>
                <a:lnTo>
                  <a:pt x="373588" y="325692"/>
                </a:lnTo>
                <a:lnTo>
                  <a:pt x="344851" y="325692"/>
                </a:lnTo>
                <a:lnTo>
                  <a:pt x="344851" y="296955"/>
                </a:lnTo>
                <a:lnTo>
                  <a:pt x="373588" y="296955"/>
                </a:lnTo>
                <a:lnTo>
                  <a:pt x="373588" y="277796"/>
                </a:lnTo>
                <a:lnTo>
                  <a:pt x="344851" y="277796"/>
                </a:lnTo>
                <a:lnTo>
                  <a:pt x="344851" y="249059"/>
                </a:lnTo>
                <a:lnTo>
                  <a:pt x="373588" y="249059"/>
                </a:lnTo>
                <a:lnTo>
                  <a:pt x="373588" y="229901"/>
                </a:lnTo>
                <a:lnTo>
                  <a:pt x="344851" y="229901"/>
                </a:lnTo>
                <a:lnTo>
                  <a:pt x="344851" y="201163"/>
                </a:lnTo>
                <a:lnTo>
                  <a:pt x="402326" y="201163"/>
                </a:lnTo>
                <a:lnTo>
                  <a:pt x="402326" y="36784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76" descr="Dosing two injections icon.">
            <a:extLst>
              <a:ext uri="{FF2B5EF4-FFF2-40B4-BE49-F238E27FC236}">
                <a16:creationId xmlns:a16="http://schemas.microsoft.com/office/drawing/2014/main" id="{0D6DC364-B4C6-48F7-8D51-5581BBD50220}"/>
              </a:ext>
            </a:extLst>
          </p:cNvPr>
          <p:cNvSpPr/>
          <p:nvPr/>
        </p:nvSpPr>
        <p:spPr>
          <a:xfrm>
            <a:off x="3409347" y="5090182"/>
            <a:ext cx="440642" cy="461716"/>
          </a:xfrm>
          <a:custGeom>
            <a:avLst/>
            <a:gdLst>
              <a:gd name="connsiteX0" fmla="*/ 57475 w 440642"/>
              <a:gd name="connsiteY0" fmla="*/ 172425 h 461716"/>
              <a:gd name="connsiteX1" fmla="*/ 38317 w 440642"/>
              <a:gd name="connsiteY1" fmla="*/ 191584 h 461716"/>
              <a:gd name="connsiteX2" fmla="*/ 38317 w 440642"/>
              <a:gd name="connsiteY2" fmla="*/ 268217 h 461716"/>
              <a:gd name="connsiteX3" fmla="*/ 57475 w 440642"/>
              <a:gd name="connsiteY3" fmla="*/ 287376 h 461716"/>
              <a:gd name="connsiteX4" fmla="*/ 134109 w 440642"/>
              <a:gd name="connsiteY4" fmla="*/ 287376 h 461716"/>
              <a:gd name="connsiteX5" fmla="*/ 153267 w 440642"/>
              <a:gd name="connsiteY5" fmla="*/ 268217 h 461716"/>
              <a:gd name="connsiteX6" fmla="*/ 153267 w 440642"/>
              <a:gd name="connsiteY6" fmla="*/ 191584 h 461716"/>
              <a:gd name="connsiteX7" fmla="*/ 134109 w 440642"/>
              <a:gd name="connsiteY7" fmla="*/ 172425 h 461716"/>
              <a:gd name="connsiteX8" fmla="*/ 57475 w 440642"/>
              <a:gd name="connsiteY8" fmla="*/ 172425 h 461716"/>
              <a:gd name="connsiteX9" fmla="*/ 134109 w 440642"/>
              <a:gd name="connsiteY9" fmla="*/ 268217 h 461716"/>
              <a:gd name="connsiteX10" fmla="*/ 57475 w 440642"/>
              <a:gd name="connsiteY10" fmla="*/ 268217 h 461716"/>
              <a:gd name="connsiteX11" fmla="*/ 57475 w 440642"/>
              <a:gd name="connsiteY11" fmla="*/ 191584 h 461716"/>
              <a:gd name="connsiteX12" fmla="*/ 134109 w 440642"/>
              <a:gd name="connsiteY12" fmla="*/ 191584 h 461716"/>
              <a:gd name="connsiteX13" fmla="*/ 134109 w 440642"/>
              <a:gd name="connsiteY13" fmla="*/ 268217 h 461716"/>
              <a:gd name="connsiteX14" fmla="*/ 134109 w 440642"/>
              <a:gd name="connsiteY14" fmla="*/ 268217 h 461716"/>
              <a:gd name="connsiteX15" fmla="*/ 191584 w 440642"/>
              <a:gd name="connsiteY15" fmla="*/ 287376 h 461716"/>
              <a:gd name="connsiteX16" fmla="*/ 172425 w 440642"/>
              <a:gd name="connsiteY16" fmla="*/ 306534 h 461716"/>
              <a:gd name="connsiteX17" fmla="*/ 172425 w 440642"/>
              <a:gd name="connsiteY17" fmla="*/ 383168 h 461716"/>
              <a:gd name="connsiteX18" fmla="*/ 191584 w 440642"/>
              <a:gd name="connsiteY18" fmla="*/ 402326 h 461716"/>
              <a:gd name="connsiteX19" fmla="*/ 268217 w 440642"/>
              <a:gd name="connsiteY19" fmla="*/ 402326 h 461716"/>
              <a:gd name="connsiteX20" fmla="*/ 287376 w 440642"/>
              <a:gd name="connsiteY20" fmla="*/ 383168 h 461716"/>
              <a:gd name="connsiteX21" fmla="*/ 287376 w 440642"/>
              <a:gd name="connsiteY21" fmla="*/ 306534 h 461716"/>
              <a:gd name="connsiteX22" fmla="*/ 268217 w 440642"/>
              <a:gd name="connsiteY22" fmla="*/ 287376 h 461716"/>
              <a:gd name="connsiteX23" fmla="*/ 191584 w 440642"/>
              <a:gd name="connsiteY23" fmla="*/ 287376 h 461716"/>
              <a:gd name="connsiteX24" fmla="*/ 268217 w 440642"/>
              <a:gd name="connsiteY24" fmla="*/ 383168 h 461716"/>
              <a:gd name="connsiteX25" fmla="*/ 191584 w 440642"/>
              <a:gd name="connsiteY25" fmla="*/ 383168 h 461716"/>
              <a:gd name="connsiteX26" fmla="*/ 191584 w 440642"/>
              <a:gd name="connsiteY26" fmla="*/ 306534 h 461716"/>
              <a:gd name="connsiteX27" fmla="*/ 268217 w 440642"/>
              <a:gd name="connsiteY27" fmla="*/ 306534 h 461716"/>
              <a:gd name="connsiteX28" fmla="*/ 268217 w 440642"/>
              <a:gd name="connsiteY28" fmla="*/ 383168 h 461716"/>
              <a:gd name="connsiteX29" fmla="*/ 268217 w 440642"/>
              <a:gd name="connsiteY29" fmla="*/ 383168 h 461716"/>
              <a:gd name="connsiteX30" fmla="*/ 19158 w 440642"/>
              <a:gd name="connsiteY30" fmla="*/ 153267 h 461716"/>
              <a:gd name="connsiteX31" fmla="*/ 306534 w 440642"/>
              <a:gd name="connsiteY31" fmla="*/ 153267 h 461716"/>
              <a:gd name="connsiteX32" fmla="*/ 306534 w 440642"/>
              <a:gd name="connsiteY32" fmla="*/ 134109 h 461716"/>
              <a:gd name="connsiteX33" fmla="*/ 19158 w 440642"/>
              <a:gd name="connsiteY33" fmla="*/ 134109 h 461716"/>
              <a:gd name="connsiteX34" fmla="*/ 19158 w 440642"/>
              <a:gd name="connsiteY34" fmla="*/ 57475 h 461716"/>
              <a:gd name="connsiteX35" fmla="*/ 95792 w 440642"/>
              <a:gd name="connsiteY35" fmla="*/ 57475 h 461716"/>
              <a:gd name="connsiteX36" fmla="*/ 95792 w 440642"/>
              <a:gd name="connsiteY36" fmla="*/ 95792 h 461716"/>
              <a:gd name="connsiteX37" fmla="*/ 114950 w 440642"/>
              <a:gd name="connsiteY37" fmla="*/ 95792 h 461716"/>
              <a:gd name="connsiteX38" fmla="*/ 114950 w 440642"/>
              <a:gd name="connsiteY38" fmla="*/ 57475 h 461716"/>
              <a:gd name="connsiteX39" fmla="*/ 306534 w 440642"/>
              <a:gd name="connsiteY39" fmla="*/ 57475 h 461716"/>
              <a:gd name="connsiteX40" fmla="*/ 306534 w 440642"/>
              <a:gd name="connsiteY40" fmla="*/ 95792 h 461716"/>
              <a:gd name="connsiteX41" fmla="*/ 325692 w 440642"/>
              <a:gd name="connsiteY41" fmla="*/ 95792 h 461716"/>
              <a:gd name="connsiteX42" fmla="*/ 325692 w 440642"/>
              <a:gd name="connsiteY42" fmla="*/ 57475 h 461716"/>
              <a:gd name="connsiteX43" fmla="*/ 402326 w 440642"/>
              <a:gd name="connsiteY43" fmla="*/ 57475 h 461716"/>
              <a:gd name="connsiteX44" fmla="*/ 402326 w 440642"/>
              <a:gd name="connsiteY44" fmla="*/ 114950 h 461716"/>
              <a:gd name="connsiteX45" fmla="*/ 421484 w 440642"/>
              <a:gd name="connsiteY45" fmla="*/ 114950 h 461716"/>
              <a:gd name="connsiteX46" fmla="*/ 421484 w 440642"/>
              <a:gd name="connsiteY46" fmla="*/ 57475 h 461716"/>
              <a:gd name="connsiteX47" fmla="*/ 402326 w 440642"/>
              <a:gd name="connsiteY47" fmla="*/ 38317 h 461716"/>
              <a:gd name="connsiteX48" fmla="*/ 325692 w 440642"/>
              <a:gd name="connsiteY48" fmla="*/ 38317 h 461716"/>
              <a:gd name="connsiteX49" fmla="*/ 325692 w 440642"/>
              <a:gd name="connsiteY49" fmla="*/ 0 h 461716"/>
              <a:gd name="connsiteX50" fmla="*/ 306534 w 440642"/>
              <a:gd name="connsiteY50" fmla="*/ 0 h 461716"/>
              <a:gd name="connsiteX51" fmla="*/ 306534 w 440642"/>
              <a:gd name="connsiteY51" fmla="*/ 38317 h 461716"/>
              <a:gd name="connsiteX52" fmla="*/ 114950 w 440642"/>
              <a:gd name="connsiteY52" fmla="*/ 38317 h 461716"/>
              <a:gd name="connsiteX53" fmla="*/ 114950 w 440642"/>
              <a:gd name="connsiteY53" fmla="*/ 0 h 461716"/>
              <a:gd name="connsiteX54" fmla="*/ 95792 w 440642"/>
              <a:gd name="connsiteY54" fmla="*/ 0 h 461716"/>
              <a:gd name="connsiteX55" fmla="*/ 95792 w 440642"/>
              <a:gd name="connsiteY55" fmla="*/ 38317 h 461716"/>
              <a:gd name="connsiteX56" fmla="*/ 19158 w 440642"/>
              <a:gd name="connsiteY56" fmla="*/ 38317 h 461716"/>
              <a:gd name="connsiteX57" fmla="*/ 0 w 440642"/>
              <a:gd name="connsiteY57" fmla="*/ 57475 h 461716"/>
              <a:gd name="connsiteX58" fmla="*/ 0 w 440642"/>
              <a:gd name="connsiteY58" fmla="*/ 421484 h 461716"/>
              <a:gd name="connsiteX59" fmla="*/ 19158 w 440642"/>
              <a:gd name="connsiteY59" fmla="*/ 440643 h 461716"/>
              <a:gd name="connsiteX60" fmla="*/ 306534 w 440642"/>
              <a:gd name="connsiteY60" fmla="*/ 440643 h 461716"/>
              <a:gd name="connsiteX61" fmla="*/ 306534 w 440642"/>
              <a:gd name="connsiteY61" fmla="*/ 421484 h 461716"/>
              <a:gd name="connsiteX62" fmla="*/ 19158 w 440642"/>
              <a:gd name="connsiteY62" fmla="*/ 421484 h 461716"/>
              <a:gd name="connsiteX63" fmla="*/ 19158 w 440642"/>
              <a:gd name="connsiteY63" fmla="*/ 153267 h 461716"/>
              <a:gd name="connsiteX64" fmla="*/ 440643 w 440642"/>
              <a:gd name="connsiteY64" fmla="*/ 182005 h 461716"/>
              <a:gd name="connsiteX65" fmla="*/ 383168 w 440642"/>
              <a:gd name="connsiteY65" fmla="*/ 182005 h 461716"/>
              <a:gd name="connsiteX66" fmla="*/ 383168 w 440642"/>
              <a:gd name="connsiteY66" fmla="*/ 153267 h 461716"/>
              <a:gd name="connsiteX67" fmla="*/ 421484 w 440642"/>
              <a:gd name="connsiteY67" fmla="*/ 153267 h 461716"/>
              <a:gd name="connsiteX68" fmla="*/ 421484 w 440642"/>
              <a:gd name="connsiteY68" fmla="*/ 134109 h 461716"/>
              <a:gd name="connsiteX69" fmla="*/ 325692 w 440642"/>
              <a:gd name="connsiteY69" fmla="*/ 134109 h 461716"/>
              <a:gd name="connsiteX70" fmla="*/ 325692 w 440642"/>
              <a:gd name="connsiteY70" fmla="*/ 153267 h 461716"/>
              <a:gd name="connsiteX71" fmla="*/ 364009 w 440642"/>
              <a:gd name="connsiteY71" fmla="*/ 153267 h 461716"/>
              <a:gd name="connsiteX72" fmla="*/ 364009 w 440642"/>
              <a:gd name="connsiteY72" fmla="*/ 182005 h 461716"/>
              <a:gd name="connsiteX73" fmla="*/ 306534 w 440642"/>
              <a:gd name="connsiteY73" fmla="*/ 182005 h 461716"/>
              <a:gd name="connsiteX74" fmla="*/ 306534 w 440642"/>
              <a:gd name="connsiteY74" fmla="*/ 201163 h 461716"/>
              <a:gd name="connsiteX75" fmla="*/ 325692 w 440642"/>
              <a:gd name="connsiteY75" fmla="*/ 201163 h 461716"/>
              <a:gd name="connsiteX76" fmla="*/ 325692 w 440642"/>
              <a:gd name="connsiteY76" fmla="*/ 369757 h 461716"/>
              <a:gd name="connsiteX77" fmla="*/ 327608 w 440642"/>
              <a:gd name="connsiteY77" fmla="*/ 377420 h 461716"/>
              <a:gd name="connsiteX78" fmla="*/ 337187 w 440642"/>
              <a:gd name="connsiteY78" fmla="*/ 394663 h 461716"/>
              <a:gd name="connsiteX79" fmla="*/ 352514 w 440642"/>
              <a:gd name="connsiteY79" fmla="*/ 404242 h 461716"/>
              <a:gd name="connsiteX80" fmla="*/ 364009 w 440642"/>
              <a:gd name="connsiteY80" fmla="*/ 404242 h 461716"/>
              <a:gd name="connsiteX81" fmla="*/ 364009 w 440642"/>
              <a:gd name="connsiteY81" fmla="*/ 461717 h 461716"/>
              <a:gd name="connsiteX82" fmla="*/ 383168 w 440642"/>
              <a:gd name="connsiteY82" fmla="*/ 461717 h 461716"/>
              <a:gd name="connsiteX83" fmla="*/ 383168 w 440642"/>
              <a:gd name="connsiteY83" fmla="*/ 404242 h 461716"/>
              <a:gd name="connsiteX84" fmla="*/ 394663 w 440642"/>
              <a:gd name="connsiteY84" fmla="*/ 404242 h 461716"/>
              <a:gd name="connsiteX85" fmla="*/ 409989 w 440642"/>
              <a:gd name="connsiteY85" fmla="*/ 394663 h 461716"/>
              <a:gd name="connsiteX86" fmla="*/ 419568 w 440642"/>
              <a:gd name="connsiteY86" fmla="*/ 377420 h 461716"/>
              <a:gd name="connsiteX87" fmla="*/ 421484 w 440642"/>
              <a:gd name="connsiteY87" fmla="*/ 371672 h 461716"/>
              <a:gd name="connsiteX88" fmla="*/ 421484 w 440642"/>
              <a:gd name="connsiteY88" fmla="*/ 203079 h 461716"/>
              <a:gd name="connsiteX89" fmla="*/ 440643 w 440642"/>
              <a:gd name="connsiteY89" fmla="*/ 203079 h 461716"/>
              <a:gd name="connsiteX90" fmla="*/ 440643 w 440642"/>
              <a:gd name="connsiteY90" fmla="*/ 182005 h 461716"/>
              <a:gd name="connsiteX91" fmla="*/ 402326 w 440642"/>
              <a:gd name="connsiteY91" fmla="*/ 367841 h 461716"/>
              <a:gd name="connsiteX92" fmla="*/ 394663 w 440642"/>
              <a:gd name="connsiteY92" fmla="*/ 383168 h 461716"/>
              <a:gd name="connsiteX93" fmla="*/ 352514 w 440642"/>
              <a:gd name="connsiteY93" fmla="*/ 383168 h 461716"/>
              <a:gd name="connsiteX94" fmla="*/ 344851 w 440642"/>
              <a:gd name="connsiteY94" fmla="*/ 367841 h 461716"/>
              <a:gd name="connsiteX95" fmla="*/ 344851 w 440642"/>
              <a:gd name="connsiteY95" fmla="*/ 344851 h 461716"/>
              <a:gd name="connsiteX96" fmla="*/ 373588 w 440642"/>
              <a:gd name="connsiteY96" fmla="*/ 344851 h 461716"/>
              <a:gd name="connsiteX97" fmla="*/ 373588 w 440642"/>
              <a:gd name="connsiteY97" fmla="*/ 325692 h 461716"/>
              <a:gd name="connsiteX98" fmla="*/ 344851 w 440642"/>
              <a:gd name="connsiteY98" fmla="*/ 325692 h 461716"/>
              <a:gd name="connsiteX99" fmla="*/ 344851 w 440642"/>
              <a:gd name="connsiteY99" fmla="*/ 296955 h 461716"/>
              <a:gd name="connsiteX100" fmla="*/ 373588 w 440642"/>
              <a:gd name="connsiteY100" fmla="*/ 296955 h 461716"/>
              <a:gd name="connsiteX101" fmla="*/ 373588 w 440642"/>
              <a:gd name="connsiteY101" fmla="*/ 277796 h 461716"/>
              <a:gd name="connsiteX102" fmla="*/ 344851 w 440642"/>
              <a:gd name="connsiteY102" fmla="*/ 277796 h 461716"/>
              <a:gd name="connsiteX103" fmla="*/ 344851 w 440642"/>
              <a:gd name="connsiteY103" fmla="*/ 249059 h 461716"/>
              <a:gd name="connsiteX104" fmla="*/ 373588 w 440642"/>
              <a:gd name="connsiteY104" fmla="*/ 249059 h 461716"/>
              <a:gd name="connsiteX105" fmla="*/ 373588 w 440642"/>
              <a:gd name="connsiteY105" fmla="*/ 229901 h 461716"/>
              <a:gd name="connsiteX106" fmla="*/ 344851 w 440642"/>
              <a:gd name="connsiteY106" fmla="*/ 229901 h 461716"/>
              <a:gd name="connsiteX107" fmla="*/ 344851 w 440642"/>
              <a:gd name="connsiteY107" fmla="*/ 201163 h 461716"/>
              <a:gd name="connsiteX108" fmla="*/ 402326 w 440642"/>
              <a:gd name="connsiteY108" fmla="*/ 201163 h 461716"/>
              <a:gd name="connsiteX109" fmla="*/ 402326 w 440642"/>
              <a:gd name="connsiteY109" fmla="*/ 367841 h 46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40642" h="461716">
                <a:moveTo>
                  <a:pt x="57475" y="172425"/>
                </a:moveTo>
                <a:cubicBezTo>
                  <a:pt x="45980" y="172425"/>
                  <a:pt x="38317" y="180089"/>
                  <a:pt x="38317" y="191584"/>
                </a:cubicBezTo>
                <a:lnTo>
                  <a:pt x="38317" y="268217"/>
                </a:lnTo>
                <a:cubicBezTo>
                  <a:pt x="38317" y="279712"/>
                  <a:pt x="45980" y="287376"/>
                  <a:pt x="57475" y="287376"/>
                </a:cubicBezTo>
                <a:lnTo>
                  <a:pt x="134109" y="287376"/>
                </a:lnTo>
                <a:cubicBezTo>
                  <a:pt x="145604" y="287376"/>
                  <a:pt x="153267" y="279712"/>
                  <a:pt x="153267" y="268217"/>
                </a:cubicBezTo>
                <a:lnTo>
                  <a:pt x="153267" y="191584"/>
                </a:lnTo>
                <a:cubicBezTo>
                  <a:pt x="153267" y="180089"/>
                  <a:pt x="145604" y="172425"/>
                  <a:pt x="134109" y="172425"/>
                </a:cubicBezTo>
                <a:lnTo>
                  <a:pt x="57475" y="172425"/>
                </a:lnTo>
                <a:close/>
                <a:moveTo>
                  <a:pt x="134109" y="268217"/>
                </a:moveTo>
                <a:lnTo>
                  <a:pt x="57475" y="268217"/>
                </a:lnTo>
                <a:lnTo>
                  <a:pt x="57475" y="191584"/>
                </a:lnTo>
                <a:lnTo>
                  <a:pt x="134109" y="191584"/>
                </a:lnTo>
                <a:lnTo>
                  <a:pt x="134109" y="268217"/>
                </a:lnTo>
                <a:lnTo>
                  <a:pt x="134109" y="268217"/>
                </a:lnTo>
                <a:moveTo>
                  <a:pt x="191584" y="287376"/>
                </a:moveTo>
                <a:cubicBezTo>
                  <a:pt x="180089" y="287376"/>
                  <a:pt x="172425" y="295039"/>
                  <a:pt x="172425" y="306534"/>
                </a:cubicBezTo>
                <a:lnTo>
                  <a:pt x="172425" y="383168"/>
                </a:lnTo>
                <a:cubicBezTo>
                  <a:pt x="172425" y="394663"/>
                  <a:pt x="180089" y="402326"/>
                  <a:pt x="191584" y="402326"/>
                </a:cubicBezTo>
                <a:lnTo>
                  <a:pt x="268217" y="402326"/>
                </a:lnTo>
                <a:cubicBezTo>
                  <a:pt x="279712" y="402326"/>
                  <a:pt x="287376" y="394663"/>
                  <a:pt x="287376" y="383168"/>
                </a:cubicBezTo>
                <a:lnTo>
                  <a:pt x="287376" y="306534"/>
                </a:lnTo>
                <a:cubicBezTo>
                  <a:pt x="287376" y="295039"/>
                  <a:pt x="279712" y="287376"/>
                  <a:pt x="268217" y="287376"/>
                </a:cubicBezTo>
                <a:lnTo>
                  <a:pt x="191584" y="287376"/>
                </a:lnTo>
                <a:close/>
                <a:moveTo>
                  <a:pt x="268217" y="383168"/>
                </a:moveTo>
                <a:lnTo>
                  <a:pt x="191584" y="383168"/>
                </a:lnTo>
                <a:lnTo>
                  <a:pt x="191584" y="306534"/>
                </a:lnTo>
                <a:lnTo>
                  <a:pt x="268217" y="306534"/>
                </a:lnTo>
                <a:lnTo>
                  <a:pt x="268217" y="383168"/>
                </a:lnTo>
                <a:lnTo>
                  <a:pt x="268217" y="383168"/>
                </a:lnTo>
                <a:moveTo>
                  <a:pt x="19158" y="153267"/>
                </a:moveTo>
                <a:lnTo>
                  <a:pt x="306534" y="153267"/>
                </a:lnTo>
                <a:lnTo>
                  <a:pt x="306534" y="134109"/>
                </a:lnTo>
                <a:lnTo>
                  <a:pt x="19158" y="134109"/>
                </a:lnTo>
                <a:lnTo>
                  <a:pt x="19158" y="57475"/>
                </a:lnTo>
                <a:lnTo>
                  <a:pt x="95792" y="57475"/>
                </a:lnTo>
                <a:lnTo>
                  <a:pt x="95792" y="95792"/>
                </a:lnTo>
                <a:lnTo>
                  <a:pt x="114950" y="95792"/>
                </a:lnTo>
                <a:lnTo>
                  <a:pt x="114950" y="57475"/>
                </a:lnTo>
                <a:lnTo>
                  <a:pt x="306534" y="57475"/>
                </a:lnTo>
                <a:lnTo>
                  <a:pt x="306534" y="95792"/>
                </a:lnTo>
                <a:lnTo>
                  <a:pt x="325692" y="95792"/>
                </a:lnTo>
                <a:lnTo>
                  <a:pt x="325692" y="57475"/>
                </a:lnTo>
                <a:lnTo>
                  <a:pt x="402326" y="57475"/>
                </a:lnTo>
                <a:lnTo>
                  <a:pt x="402326" y="114950"/>
                </a:lnTo>
                <a:lnTo>
                  <a:pt x="421484" y="114950"/>
                </a:lnTo>
                <a:lnTo>
                  <a:pt x="421484" y="57475"/>
                </a:lnTo>
                <a:cubicBezTo>
                  <a:pt x="421484" y="45980"/>
                  <a:pt x="413821" y="38317"/>
                  <a:pt x="402326" y="38317"/>
                </a:cubicBezTo>
                <a:lnTo>
                  <a:pt x="325692" y="38317"/>
                </a:lnTo>
                <a:lnTo>
                  <a:pt x="325692" y="0"/>
                </a:lnTo>
                <a:lnTo>
                  <a:pt x="306534" y="0"/>
                </a:lnTo>
                <a:lnTo>
                  <a:pt x="306534" y="38317"/>
                </a:lnTo>
                <a:lnTo>
                  <a:pt x="114950" y="38317"/>
                </a:lnTo>
                <a:lnTo>
                  <a:pt x="114950" y="0"/>
                </a:lnTo>
                <a:lnTo>
                  <a:pt x="95792" y="0"/>
                </a:lnTo>
                <a:lnTo>
                  <a:pt x="95792" y="38317"/>
                </a:lnTo>
                <a:lnTo>
                  <a:pt x="19158" y="38317"/>
                </a:lnTo>
                <a:cubicBezTo>
                  <a:pt x="7663" y="38317"/>
                  <a:pt x="0" y="45980"/>
                  <a:pt x="0" y="57475"/>
                </a:cubicBezTo>
                <a:lnTo>
                  <a:pt x="0" y="421484"/>
                </a:lnTo>
                <a:cubicBezTo>
                  <a:pt x="0" y="432979"/>
                  <a:pt x="7663" y="440643"/>
                  <a:pt x="19158" y="440643"/>
                </a:cubicBezTo>
                <a:lnTo>
                  <a:pt x="306534" y="440643"/>
                </a:lnTo>
                <a:lnTo>
                  <a:pt x="306534" y="421484"/>
                </a:lnTo>
                <a:lnTo>
                  <a:pt x="19158" y="421484"/>
                </a:lnTo>
                <a:lnTo>
                  <a:pt x="19158" y="153267"/>
                </a:lnTo>
                <a:close/>
                <a:moveTo>
                  <a:pt x="440643" y="182005"/>
                </a:moveTo>
                <a:lnTo>
                  <a:pt x="383168" y="182005"/>
                </a:lnTo>
                <a:lnTo>
                  <a:pt x="383168" y="153267"/>
                </a:lnTo>
                <a:lnTo>
                  <a:pt x="421484" y="153267"/>
                </a:lnTo>
                <a:lnTo>
                  <a:pt x="421484" y="134109"/>
                </a:lnTo>
                <a:lnTo>
                  <a:pt x="325692" y="134109"/>
                </a:lnTo>
                <a:lnTo>
                  <a:pt x="325692" y="153267"/>
                </a:lnTo>
                <a:lnTo>
                  <a:pt x="364009" y="153267"/>
                </a:lnTo>
                <a:lnTo>
                  <a:pt x="364009" y="182005"/>
                </a:lnTo>
                <a:lnTo>
                  <a:pt x="306534" y="182005"/>
                </a:lnTo>
                <a:lnTo>
                  <a:pt x="306534" y="201163"/>
                </a:lnTo>
                <a:lnTo>
                  <a:pt x="325692" y="201163"/>
                </a:lnTo>
                <a:lnTo>
                  <a:pt x="325692" y="369757"/>
                </a:lnTo>
                <a:cubicBezTo>
                  <a:pt x="325692" y="371672"/>
                  <a:pt x="325692" y="373588"/>
                  <a:pt x="327608" y="377420"/>
                </a:cubicBezTo>
                <a:lnTo>
                  <a:pt x="337187" y="394663"/>
                </a:lnTo>
                <a:cubicBezTo>
                  <a:pt x="341019" y="400410"/>
                  <a:pt x="346767" y="404242"/>
                  <a:pt x="352514" y="404242"/>
                </a:cubicBezTo>
                <a:lnTo>
                  <a:pt x="364009" y="404242"/>
                </a:lnTo>
                <a:lnTo>
                  <a:pt x="364009" y="461717"/>
                </a:lnTo>
                <a:lnTo>
                  <a:pt x="383168" y="461717"/>
                </a:lnTo>
                <a:lnTo>
                  <a:pt x="383168" y="404242"/>
                </a:lnTo>
                <a:lnTo>
                  <a:pt x="394663" y="404242"/>
                </a:lnTo>
                <a:cubicBezTo>
                  <a:pt x="400410" y="404242"/>
                  <a:pt x="406158" y="400410"/>
                  <a:pt x="409989" y="394663"/>
                </a:cubicBezTo>
                <a:lnTo>
                  <a:pt x="419568" y="377420"/>
                </a:lnTo>
                <a:cubicBezTo>
                  <a:pt x="421484" y="375504"/>
                  <a:pt x="421484" y="373588"/>
                  <a:pt x="421484" y="371672"/>
                </a:cubicBezTo>
                <a:lnTo>
                  <a:pt x="421484" y="203079"/>
                </a:lnTo>
                <a:lnTo>
                  <a:pt x="440643" y="203079"/>
                </a:lnTo>
                <a:lnTo>
                  <a:pt x="440643" y="182005"/>
                </a:lnTo>
                <a:close/>
                <a:moveTo>
                  <a:pt x="402326" y="367841"/>
                </a:moveTo>
                <a:lnTo>
                  <a:pt x="394663" y="383168"/>
                </a:lnTo>
                <a:lnTo>
                  <a:pt x="352514" y="383168"/>
                </a:lnTo>
                <a:lnTo>
                  <a:pt x="344851" y="367841"/>
                </a:lnTo>
                <a:lnTo>
                  <a:pt x="344851" y="344851"/>
                </a:lnTo>
                <a:lnTo>
                  <a:pt x="373588" y="344851"/>
                </a:lnTo>
                <a:lnTo>
                  <a:pt x="373588" y="325692"/>
                </a:lnTo>
                <a:lnTo>
                  <a:pt x="344851" y="325692"/>
                </a:lnTo>
                <a:lnTo>
                  <a:pt x="344851" y="296955"/>
                </a:lnTo>
                <a:lnTo>
                  <a:pt x="373588" y="296955"/>
                </a:lnTo>
                <a:lnTo>
                  <a:pt x="373588" y="277796"/>
                </a:lnTo>
                <a:lnTo>
                  <a:pt x="344851" y="277796"/>
                </a:lnTo>
                <a:lnTo>
                  <a:pt x="344851" y="249059"/>
                </a:lnTo>
                <a:lnTo>
                  <a:pt x="373588" y="249059"/>
                </a:lnTo>
                <a:lnTo>
                  <a:pt x="373588" y="229901"/>
                </a:lnTo>
                <a:lnTo>
                  <a:pt x="344851" y="229901"/>
                </a:lnTo>
                <a:lnTo>
                  <a:pt x="344851" y="201163"/>
                </a:lnTo>
                <a:lnTo>
                  <a:pt x="402326" y="201163"/>
                </a:lnTo>
                <a:lnTo>
                  <a:pt x="402326" y="36784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Graphic 144" descr="Spoon icon.">
            <a:extLst>
              <a:ext uri="{FF2B5EF4-FFF2-40B4-BE49-F238E27FC236}">
                <a16:creationId xmlns:a16="http://schemas.microsoft.com/office/drawing/2014/main" id="{EBE50F5D-F512-4781-B253-CEEAA35973E2}"/>
              </a:ext>
            </a:extLst>
          </p:cNvPr>
          <p:cNvSpPr>
            <a:spLocks noChangeAspect="1"/>
          </p:cNvSpPr>
          <p:nvPr/>
        </p:nvSpPr>
        <p:spPr>
          <a:xfrm>
            <a:off x="4626752" y="5154219"/>
            <a:ext cx="458880" cy="458880"/>
          </a:xfrm>
          <a:custGeom>
            <a:avLst/>
            <a:gdLst>
              <a:gd name="connsiteX0" fmla="*/ 458880 w 458880"/>
              <a:gd name="connsiteY0" fmla="*/ 76420 h 458880"/>
              <a:gd name="connsiteX1" fmla="*/ 451238 w 458880"/>
              <a:gd name="connsiteY1" fmla="*/ 59225 h 458880"/>
              <a:gd name="connsiteX2" fmla="*/ 401565 w 458880"/>
              <a:gd name="connsiteY2" fmla="*/ 7642 h 458880"/>
              <a:gd name="connsiteX3" fmla="*/ 382460 w 458880"/>
              <a:gd name="connsiteY3" fmla="*/ 0 h 458880"/>
              <a:gd name="connsiteX4" fmla="*/ 365266 w 458880"/>
              <a:gd name="connsiteY4" fmla="*/ 7642 h 458880"/>
              <a:gd name="connsiteX5" fmla="*/ 181859 w 458880"/>
              <a:gd name="connsiteY5" fmla="*/ 236901 h 458880"/>
              <a:gd name="connsiteX6" fmla="*/ 61498 w 458880"/>
              <a:gd name="connsiteY6" fmla="*/ 261737 h 458880"/>
              <a:gd name="connsiteX7" fmla="*/ 362 w 458880"/>
              <a:gd name="connsiteY7" fmla="*/ 399293 h 458880"/>
              <a:gd name="connsiteX8" fmla="*/ 15646 w 458880"/>
              <a:gd name="connsiteY8" fmla="*/ 443234 h 458880"/>
              <a:gd name="connsiteX9" fmla="*/ 59587 w 458880"/>
              <a:gd name="connsiteY9" fmla="*/ 458518 h 458880"/>
              <a:gd name="connsiteX10" fmla="*/ 197143 w 458880"/>
              <a:gd name="connsiteY10" fmla="*/ 397382 h 458880"/>
              <a:gd name="connsiteX11" fmla="*/ 231532 w 458880"/>
              <a:gd name="connsiteY11" fmla="*/ 317142 h 458880"/>
              <a:gd name="connsiteX12" fmla="*/ 223890 w 458880"/>
              <a:gd name="connsiteY12" fmla="*/ 278932 h 458880"/>
              <a:gd name="connsiteX13" fmla="*/ 451238 w 458880"/>
              <a:gd name="connsiteY13" fmla="*/ 91704 h 458880"/>
              <a:gd name="connsiteX14" fmla="*/ 458880 w 458880"/>
              <a:gd name="connsiteY14" fmla="*/ 76420 h 458880"/>
              <a:gd name="connsiteX15" fmla="*/ 183769 w 458880"/>
              <a:gd name="connsiteY15" fmla="*/ 384009 h 458880"/>
              <a:gd name="connsiteX16" fmla="*/ 29019 w 458880"/>
              <a:gd name="connsiteY16" fmla="*/ 429861 h 458880"/>
              <a:gd name="connsiteX17" fmla="*/ 19467 w 458880"/>
              <a:gd name="connsiteY17" fmla="*/ 399293 h 458880"/>
              <a:gd name="connsiteX18" fmla="*/ 74871 w 458880"/>
              <a:gd name="connsiteY18" fmla="*/ 275111 h 458880"/>
              <a:gd name="connsiteX19" fmla="*/ 141738 w 458880"/>
              <a:gd name="connsiteY19" fmla="*/ 246453 h 458880"/>
              <a:gd name="connsiteX20" fmla="*/ 214337 w 458880"/>
              <a:gd name="connsiteY20" fmla="*/ 315231 h 458880"/>
              <a:gd name="connsiteX21" fmla="*/ 214337 w 458880"/>
              <a:gd name="connsiteY21" fmla="*/ 319052 h 458880"/>
              <a:gd name="connsiteX22" fmla="*/ 183769 w 458880"/>
              <a:gd name="connsiteY22" fmla="*/ 384009 h 458880"/>
              <a:gd name="connsiteX23" fmla="*/ 437865 w 458880"/>
              <a:gd name="connsiteY23" fmla="*/ 78330 h 458880"/>
              <a:gd name="connsiteX24" fmla="*/ 212427 w 458880"/>
              <a:gd name="connsiteY24" fmla="*/ 261737 h 458880"/>
              <a:gd name="connsiteX25" fmla="*/ 204785 w 458880"/>
              <a:gd name="connsiteY25" fmla="*/ 252185 h 458880"/>
              <a:gd name="connsiteX26" fmla="*/ 197143 w 458880"/>
              <a:gd name="connsiteY26" fmla="*/ 246453 h 458880"/>
              <a:gd name="connsiteX27" fmla="*/ 378639 w 458880"/>
              <a:gd name="connsiteY27" fmla="*/ 21015 h 458880"/>
              <a:gd name="connsiteX28" fmla="*/ 382460 w 458880"/>
              <a:gd name="connsiteY28" fmla="*/ 19105 h 458880"/>
              <a:gd name="connsiteX29" fmla="*/ 386281 w 458880"/>
              <a:gd name="connsiteY29" fmla="*/ 21015 h 458880"/>
              <a:gd name="connsiteX30" fmla="*/ 437865 w 458880"/>
              <a:gd name="connsiteY30" fmla="*/ 72599 h 458880"/>
              <a:gd name="connsiteX31" fmla="*/ 439775 w 458880"/>
              <a:gd name="connsiteY31" fmla="*/ 76420 h 458880"/>
              <a:gd name="connsiteX32" fmla="*/ 437865 w 458880"/>
              <a:gd name="connsiteY32" fmla="*/ 78330 h 458880"/>
              <a:gd name="connsiteX33" fmla="*/ 437865 w 458880"/>
              <a:gd name="connsiteY33" fmla="*/ 78330 h 458880"/>
              <a:gd name="connsiteX34" fmla="*/ 134096 w 458880"/>
              <a:gd name="connsiteY34" fmla="*/ 269379 h 458880"/>
              <a:gd name="connsiteX35" fmla="*/ 134096 w 458880"/>
              <a:gd name="connsiteY35" fmla="*/ 288484 h 458880"/>
              <a:gd name="connsiteX36" fmla="*/ 170396 w 458880"/>
              <a:gd name="connsiteY36" fmla="*/ 324784 h 458880"/>
              <a:gd name="connsiteX37" fmla="*/ 189501 w 458880"/>
              <a:gd name="connsiteY37" fmla="*/ 324784 h 458880"/>
              <a:gd name="connsiteX38" fmla="*/ 134096 w 458880"/>
              <a:gd name="connsiteY38" fmla="*/ 269379 h 45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58880" h="458880">
                <a:moveTo>
                  <a:pt x="458880" y="76420"/>
                </a:moveTo>
                <a:cubicBezTo>
                  <a:pt x="458880" y="70688"/>
                  <a:pt x="456970" y="63046"/>
                  <a:pt x="451238" y="59225"/>
                </a:cubicBezTo>
                <a:lnTo>
                  <a:pt x="401565" y="7642"/>
                </a:lnTo>
                <a:cubicBezTo>
                  <a:pt x="395834" y="1910"/>
                  <a:pt x="390102" y="0"/>
                  <a:pt x="382460" y="0"/>
                </a:cubicBezTo>
                <a:cubicBezTo>
                  <a:pt x="374818" y="0"/>
                  <a:pt x="369087" y="3821"/>
                  <a:pt x="365266" y="7642"/>
                </a:cubicBezTo>
                <a:lnTo>
                  <a:pt x="181859" y="236901"/>
                </a:lnTo>
                <a:cubicBezTo>
                  <a:pt x="139828" y="219707"/>
                  <a:pt x="92066" y="229259"/>
                  <a:pt x="61498" y="261737"/>
                </a:cubicBezTo>
                <a:cubicBezTo>
                  <a:pt x="27109" y="299947"/>
                  <a:pt x="4183" y="347710"/>
                  <a:pt x="362" y="399293"/>
                </a:cubicBezTo>
                <a:cubicBezTo>
                  <a:pt x="-1548" y="416487"/>
                  <a:pt x="4183" y="431771"/>
                  <a:pt x="15646" y="443234"/>
                </a:cubicBezTo>
                <a:cubicBezTo>
                  <a:pt x="27109" y="454697"/>
                  <a:pt x="44303" y="460429"/>
                  <a:pt x="59587" y="458518"/>
                </a:cubicBezTo>
                <a:cubicBezTo>
                  <a:pt x="111171" y="454697"/>
                  <a:pt x="158933" y="433682"/>
                  <a:pt x="197143" y="397382"/>
                </a:cubicBezTo>
                <a:cubicBezTo>
                  <a:pt x="218158" y="376367"/>
                  <a:pt x="231532" y="347710"/>
                  <a:pt x="231532" y="317142"/>
                </a:cubicBezTo>
                <a:cubicBezTo>
                  <a:pt x="231532" y="303768"/>
                  <a:pt x="227711" y="290395"/>
                  <a:pt x="223890" y="278932"/>
                </a:cubicBezTo>
                <a:lnTo>
                  <a:pt x="451238" y="91704"/>
                </a:lnTo>
                <a:cubicBezTo>
                  <a:pt x="455059" y="89793"/>
                  <a:pt x="458880" y="84062"/>
                  <a:pt x="458880" y="76420"/>
                </a:cubicBezTo>
                <a:close/>
                <a:moveTo>
                  <a:pt x="183769" y="384009"/>
                </a:moveTo>
                <a:cubicBezTo>
                  <a:pt x="147470" y="420308"/>
                  <a:pt x="57677" y="456608"/>
                  <a:pt x="29019" y="429861"/>
                </a:cubicBezTo>
                <a:cubicBezTo>
                  <a:pt x="21377" y="420308"/>
                  <a:pt x="19467" y="410756"/>
                  <a:pt x="19467" y="399293"/>
                </a:cubicBezTo>
                <a:cubicBezTo>
                  <a:pt x="23288" y="353441"/>
                  <a:pt x="42393" y="309500"/>
                  <a:pt x="74871" y="275111"/>
                </a:cubicBezTo>
                <a:cubicBezTo>
                  <a:pt x="92066" y="257916"/>
                  <a:pt x="116902" y="246453"/>
                  <a:pt x="141738" y="246453"/>
                </a:cubicBezTo>
                <a:cubicBezTo>
                  <a:pt x="179948" y="244543"/>
                  <a:pt x="212427" y="277021"/>
                  <a:pt x="214337" y="315231"/>
                </a:cubicBezTo>
                <a:cubicBezTo>
                  <a:pt x="214337" y="317142"/>
                  <a:pt x="214337" y="317142"/>
                  <a:pt x="214337" y="319052"/>
                </a:cubicBezTo>
                <a:cubicBezTo>
                  <a:pt x="212427" y="343889"/>
                  <a:pt x="202874" y="366814"/>
                  <a:pt x="183769" y="384009"/>
                </a:cubicBezTo>
                <a:close/>
                <a:moveTo>
                  <a:pt x="437865" y="78330"/>
                </a:moveTo>
                <a:lnTo>
                  <a:pt x="212427" y="261737"/>
                </a:lnTo>
                <a:cubicBezTo>
                  <a:pt x="210516" y="257916"/>
                  <a:pt x="206695" y="256006"/>
                  <a:pt x="204785" y="252185"/>
                </a:cubicBezTo>
                <a:cubicBezTo>
                  <a:pt x="202874" y="250274"/>
                  <a:pt x="199053" y="248364"/>
                  <a:pt x="197143" y="246453"/>
                </a:cubicBezTo>
                <a:lnTo>
                  <a:pt x="378639" y="21015"/>
                </a:lnTo>
                <a:cubicBezTo>
                  <a:pt x="380550" y="19105"/>
                  <a:pt x="380550" y="19105"/>
                  <a:pt x="382460" y="19105"/>
                </a:cubicBezTo>
                <a:cubicBezTo>
                  <a:pt x="384371" y="19105"/>
                  <a:pt x="384371" y="19105"/>
                  <a:pt x="386281" y="21015"/>
                </a:cubicBezTo>
                <a:lnTo>
                  <a:pt x="437865" y="72599"/>
                </a:lnTo>
                <a:cubicBezTo>
                  <a:pt x="439775" y="74509"/>
                  <a:pt x="439775" y="74509"/>
                  <a:pt x="439775" y="76420"/>
                </a:cubicBezTo>
                <a:cubicBezTo>
                  <a:pt x="439775" y="78330"/>
                  <a:pt x="439775" y="78330"/>
                  <a:pt x="437865" y="78330"/>
                </a:cubicBezTo>
                <a:lnTo>
                  <a:pt x="437865" y="78330"/>
                </a:lnTo>
                <a:close/>
                <a:moveTo>
                  <a:pt x="134096" y="269379"/>
                </a:moveTo>
                <a:lnTo>
                  <a:pt x="134096" y="288484"/>
                </a:lnTo>
                <a:cubicBezTo>
                  <a:pt x="153201" y="290395"/>
                  <a:pt x="168485" y="305679"/>
                  <a:pt x="170396" y="324784"/>
                </a:cubicBezTo>
                <a:lnTo>
                  <a:pt x="189501" y="324784"/>
                </a:lnTo>
                <a:cubicBezTo>
                  <a:pt x="187590" y="296126"/>
                  <a:pt x="162754" y="271290"/>
                  <a:pt x="134096" y="26937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Graphic 160" descr="Mortar and pestle icon.">
            <a:extLst>
              <a:ext uri="{FF2B5EF4-FFF2-40B4-BE49-F238E27FC236}">
                <a16:creationId xmlns:a16="http://schemas.microsoft.com/office/drawing/2014/main" id="{3CC20F14-7E9B-4ACD-994F-1CACE03A0A91}"/>
              </a:ext>
            </a:extLst>
          </p:cNvPr>
          <p:cNvSpPr>
            <a:spLocks noChangeAspect="1"/>
          </p:cNvSpPr>
          <p:nvPr/>
        </p:nvSpPr>
        <p:spPr>
          <a:xfrm>
            <a:off x="5881536" y="5173686"/>
            <a:ext cx="422218" cy="439413"/>
          </a:xfrm>
          <a:custGeom>
            <a:avLst/>
            <a:gdLst>
              <a:gd name="connsiteX0" fmla="*/ 420308 w 422218"/>
              <a:gd name="connsiteY0" fmla="*/ 168123 h 439413"/>
              <a:gd name="connsiteX1" fmla="*/ 405024 w 422218"/>
              <a:gd name="connsiteY1" fmla="*/ 152839 h 439413"/>
              <a:gd name="connsiteX2" fmla="*/ 322873 w 422218"/>
              <a:gd name="connsiteY2" fmla="*/ 152839 h 439413"/>
              <a:gd name="connsiteX3" fmla="*/ 376367 w 422218"/>
              <a:gd name="connsiteY3" fmla="*/ 99346 h 439413"/>
              <a:gd name="connsiteX4" fmla="*/ 376367 w 422218"/>
              <a:gd name="connsiteY4" fmla="*/ 99346 h 439413"/>
              <a:gd name="connsiteX5" fmla="*/ 403114 w 422218"/>
              <a:gd name="connsiteY5" fmla="*/ 99346 h 439413"/>
              <a:gd name="connsiteX6" fmla="*/ 416487 w 422218"/>
              <a:gd name="connsiteY6" fmla="*/ 85972 h 439413"/>
              <a:gd name="connsiteX7" fmla="*/ 416487 w 422218"/>
              <a:gd name="connsiteY7" fmla="*/ 59225 h 439413"/>
              <a:gd name="connsiteX8" fmla="*/ 362993 w 422218"/>
              <a:gd name="connsiteY8" fmla="*/ 5731 h 439413"/>
              <a:gd name="connsiteX9" fmla="*/ 336247 w 422218"/>
              <a:gd name="connsiteY9" fmla="*/ 5731 h 439413"/>
              <a:gd name="connsiteX10" fmla="*/ 336247 w 422218"/>
              <a:gd name="connsiteY10" fmla="*/ 5731 h 439413"/>
              <a:gd name="connsiteX11" fmla="*/ 320963 w 422218"/>
              <a:gd name="connsiteY11" fmla="*/ 19105 h 439413"/>
              <a:gd name="connsiteX12" fmla="*/ 315231 w 422218"/>
              <a:gd name="connsiteY12" fmla="*/ 32478 h 439413"/>
              <a:gd name="connsiteX13" fmla="*/ 320963 w 422218"/>
              <a:gd name="connsiteY13" fmla="*/ 45852 h 439413"/>
              <a:gd name="connsiteX14" fmla="*/ 213975 w 422218"/>
              <a:gd name="connsiteY14" fmla="*/ 152839 h 439413"/>
              <a:gd name="connsiteX15" fmla="*/ 19105 w 422218"/>
              <a:gd name="connsiteY15" fmla="*/ 152839 h 439413"/>
              <a:gd name="connsiteX16" fmla="*/ 5731 w 422218"/>
              <a:gd name="connsiteY16" fmla="*/ 158571 h 439413"/>
              <a:gd name="connsiteX17" fmla="*/ 0 w 422218"/>
              <a:gd name="connsiteY17" fmla="*/ 171944 h 439413"/>
              <a:gd name="connsiteX18" fmla="*/ 0 w 422218"/>
              <a:gd name="connsiteY18" fmla="*/ 191049 h 439413"/>
              <a:gd name="connsiteX19" fmla="*/ 61136 w 422218"/>
              <a:gd name="connsiteY19" fmla="*/ 330515 h 439413"/>
              <a:gd name="connsiteX20" fmla="*/ 145197 w 422218"/>
              <a:gd name="connsiteY20" fmla="*/ 374456 h 439413"/>
              <a:gd name="connsiteX21" fmla="*/ 95525 w 422218"/>
              <a:gd name="connsiteY21" fmla="*/ 416487 h 439413"/>
              <a:gd name="connsiteX22" fmla="*/ 97435 w 422218"/>
              <a:gd name="connsiteY22" fmla="*/ 431771 h 439413"/>
              <a:gd name="connsiteX23" fmla="*/ 116540 w 422218"/>
              <a:gd name="connsiteY23" fmla="*/ 439413 h 439413"/>
              <a:gd name="connsiteX24" fmla="*/ 303768 w 422218"/>
              <a:gd name="connsiteY24" fmla="*/ 439413 h 439413"/>
              <a:gd name="connsiteX25" fmla="*/ 319052 w 422218"/>
              <a:gd name="connsiteY25" fmla="*/ 431771 h 439413"/>
              <a:gd name="connsiteX26" fmla="*/ 320963 w 422218"/>
              <a:gd name="connsiteY26" fmla="*/ 416487 h 439413"/>
              <a:gd name="connsiteX27" fmla="*/ 267469 w 422218"/>
              <a:gd name="connsiteY27" fmla="*/ 372546 h 439413"/>
              <a:gd name="connsiteX28" fmla="*/ 420308 w 422218"/>
              <a:gd name="connsiteY28" fmla="*/ 168123 h 439413"/>
              <a:gd name="connsiteX29" fmla="*/ 347710 w 422218"/>
              <a:gd name="connsiteY29" fmla="*/ 19105 h 439413"/>
              <a:gd name="connsiteX30" fmla="*/ 401203 w 422218"/>
              <a:gd name="connsiteY30" fmla="*/ 72599 h 439413"/>
              <a:gd name="connsiteX31" fmla="*/ 387830 w 422218"/>
              <a:gd name="connsiteY31" fmla="*/ 85972 h 439413"/>
              <a:gd name="connsiteX32" fmla="*/ 334336 w 422218"/>
              <a:gd name="connsiteY32" fmla="*/ 32478 h 439413"/>
              <a:gd name="connsiteX33" fmla="*/ 347710 w 422218"/>
              <a:gd name="connsiteY33" fmla="*/ 19105 h 439413"/>
              <a:gd name="connsiteX34" fmla="*/ 334336 w 422218"/>
              <a:gd name="connsiteY34" fmla="*/ 59225 h 439413"/>
              <a:gd name="connsiteX35" fmla="*/ 361083 w 422218"/>
              <a:gd name="connsiteY35" fmla="*/ 85972 h 439413"/>
              <a:gd name="connsiteX36" fmla="*/ 294216 w 422218"/>
              <a:gd name="connsiteY36" fmla="*/ 152839 h 439413"/>
              <a:gd name="connsiteX37" fmla="*/ 240722 w 422218"/>
              <a:gd name="connsiteY37" fmla="*/ 152839 h 439413"/>
              <a:gd name="connsiteX38" fmla="*/ 334336 w 422218"/>
              <a:gd name="connsiteY38" fmla="*/ 59225 h 439413"/>
              <a:gd name="connsiteX39" fmla="*/ 19105 w 422218"/>
              <a:gd name="connsiteY39" fmla="*/ 191049 h 439413"/>
              <a:gd name="connsiteX40" fmla="*/ 19105 w 422218"/>
              <a:gd name="connsiteY40" fmla="*/ 171944 h 439413"/>
              <a:gd name="connsiteX41" fmla="*/ 401203 w 422218"/>
              <a:gd name="connsiteY41" fmla="*/ 171944 h 439413"/>
              <a:gd name="connsiteX42" fmla="*/ 397382 w 422218"/>
              <a:gd name="connsiteY42" fmla="*/ 210154 h 439413"/>
              <a:gd name="connsiteX43" fmla="*/ 21015 w 422218"/>
              <a:gd name="connsiteY43" fmla="*/ 210154 h 439413"/>
              <a:gd name="connsiteX44" fmla="*/ 19105 w 422218"/>
              <a:gd name="connsiteY44" fmla="*/ 191049 h 439413"/>
              <a:gd name="connsiteX45" fmla="*/ 303768 w 422218"/>
              <a:gd name="connsiteY45" fmla="*/ 420308 h 439413"/>
              <a:gd name="connsiteX46" fmla="*/ 116540 w 422218"/>
              <a:gd name="connsiteY46" fmla="*/ 420308 h 439413"/>
              <a:gd name="connsiteX47" fmla="*/ 208244 w 422218"/>
              <a:gd name="connsiteY47" fmla="*/ 382098 h 439413"/>
              <a:gd name="connsiteX48" fmla="*/ 210154 w 422218"/>
              <a:gd name="connsiteY48" fmla="*/ 382098 h 439413"/>
              <a:gd name="connsiteX49" fmla="*/ 303768 w 422218"/>
              <a:gd name="connsiteY49" fmla="*/ 420308 h 439413"/>
              <a:gd name="connsiteX50" fmla="*/ 210154 w 422218"/>
              <a:gd name="connsiteY50" fmla="*/ 362993 h 439413"/>
              <a:gd name="connsiteX51" fmla="*/ 210154 w 422218"/>
              <a:gd name="connsiteY51" fmla="*/ 362993 h 439413"/>
              <a:gd name="connsiteX52" fmla="*/ 74509 w 422218"/>
              <a:gd name="connsiteY52" fmla="*/ 315231 h 439413"/>
              <a:gd name="connsiteX53" fmla="*/ 22926 w 422218"/>
              <a:gd name="connsiteY53" fmla="*/ 229259 h 439413"/>
              <a:gd name="connsiteX54" fmla="*/ 389740 w 422218"/>
              <a:gd name="connsiteY54" fmla="*/ 229259 h 439413"/>
              <a:gd name="connsiteX55" fmla="*/ 210154 w 422218"/>
              <a:gd name="connsiteY55" fmla="*/ 362993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22218" h="439413">
                <a:moveTo>
                  <a:pt x="420308" y="168123"/>
                </a:moveTo>
                <a:cubicBezTo>
                  <a:pt x="420308" y="160481"/>
                  <a:pt x="412666" y="152839"/>
                  <a:pt x="405024" y="152839"/>
                </a:cubicBezTo>
                <a:lnTo>
                  <a:pt x="322873" y="152839"/>
                </a:lnTo>
                <a:lnTo>
                  <a:pt x="376367" y="99346"/>
                </a:lnTo>
                <a:lnTo>
                  <a:pt x="376367" y="99346"/>
                </a:lnTo>
                <a:cubicBezTo>
                  <a:pt x="384009" y="106988"/>
                  <a:pt x="395472" y="106988"/>
                  <a:pt x="403114" y="99346"/>
                </a:cubicBezTo>
                <a:lnTo>
                  <a:pt x="416487" y="85972"/>
                </a:lnTo>
                <a:cubicBezTo>
                  <a:pt x="424129" y="78330"/>
                  <a:pt x="424129" y="66867"/>
                  <a:pt x="416487" y="59225"/>
                </a:cubicBezTo>
                <a:lnTo>
                  <a:pt x="362993" y="5731"/>
                </a:lnTo>
                <a:cubicBezTo>
                  <a:pt x="355351" y="-1910"/>
                  <a:pt x="343889" y="-1910"/>
                  <a:pt x="336247" y="5731"/>
                </a:cubicBezTo>
                <a:cubicBezTo>
                  <a:pt x="336247" y="5731"/>
                  <a:pt x="336247" y="5731"/>
                  <a:pt x="336247" y="5731"/>
                </a:cubicBezTo>
                <a:lnTo>
                  <a:pt x="320963" y="19105"/>
                </a:lnTo>
                <a:cubicBezTo>
                  <a:pt x="317142" y="22926"/>
                  <a:pt x="315231" y="26747"/>
                  <a:pt x="315231" y="32478"/>
                </a:cubicBezTo>
                <a:cubicBezTo>
                  <a:pt x="315231" y="38210"/>
                  <a:pt x="317142" y="42031"/>
                  <a:pt x="320963" y="45852"/>
                </a:cubicBezTo>
                <a:lnTo>
                  <a:pt x="213975" y="152839"/>
                </a:lnTo>
                <a:lnTo>
                  <a:pt x="19105" y="152839"/>
                </a:lnTo>
                <a:cubicBezTo>
                  <a:pt x="13373" y="152839"/>
                  <a:pt x="9552" y="154750"/>
                  <a:pt x="5731" y="158571"/>
                </a:cubicBezTo>
                <a:cubicBezTo>
                  <a:pt x="1910" y="162392"/>
                  <a:pt x="0" y="166213"/>
                  <a:pt x="0" y="171944"/>
                </a:cubicBezTo>
                <a:lnTo>
                  <a:pt x="0" y="191049"/>
                </a:lnTo>
                <a:cubicBezTo>
                  <a:pt x="0" y="244543"/>
                  <a:pt x="21015" y="296126"/>
                  <a:pt x="61136" y="330515"/>
                </a:cubicBezTo>
                <a:cubicBezTo>
                  <a:pt x="85972" y="351530"/>
                  <a:pt x="114630" y="366814"/>
                  <a:pt x="145197" y="374456"/>
                </a:cubicBezTo>
                <a:cubicBezTo>
                  <a:pt x="124182" y="380188"/>
                  <a:pt x="105077" y="395472"/>
                  <a:pt x="95525" y="416487"/>
                </a:cubicBezTo>
                <a:cubicBezTo>
                  <a:pt x="93614" y="422219"/>
                  <a:pt x="95525" y="426040"/>
                  <a:pt x="97435" y="431771"/>
                </a:cubicBezTo>
                <a:cubicBezTo>
                  <a:pt x="103167" y="437503"/>
                  <a:pt x="108898" y="439413"/>
                  <a:pt x="116540" y="439413"/>
                </a:cubicBezTo>
                <a:lnTo>
                  <a:pt x="303768" y="439413"/>
                </a:lnTo>
                <a:cubicBezTo>
                  <a:pt x="309500" y="439413"/>
                  <a:pt x="315231" y="437503"/>
                  <a:pt x="319052" y="431771"/>
                </a:cubicBezTo>
                <a:cubicBezTo>
                  <a:pt x="322873" y="427950"/>
                  <a:pt x="322873" y="422219"/>
                  <a:pt x="320963" y="416487"/>
                </a:cubicBezTo>
                <a:cubicBezTo>
                  <a:pt x="309500" y="395472"/>
                  <a:pt x="290395" y="380188"/>
                  <a:pt x="267469" y="372546"/>
                </a:cubicBezTo>
                <a:cubicBezTo>
                  <a:pt x="359172" y="343889"/>
                  <a:pt x="420308" y="261737"/>
                  <a:pt x="420308" y="168123"/>
                </a:cubicBezTo>
                <a:close/>
                <a:moveTo>
                  <a:pt x="347710" y="19105"/>
                </a:moveTo>
                <a:lnTo>
                  <a:pt x="401203" y="72599"/>
                </a:lnTo>
                <a:lnTo>
                  <a:pt x="387830" y="85972"/>
                </a:lnTo>
                <a:lnTo>
                  <a:pt x="334336" y="32478"/>
                </a:lnTo>
                <a:lnTo>
                  <a:pt x="347710" y="19105"/>
                </a:lnTo>
                <a:close/>
                <a:moveTo>
                  <a:pt x="334336" y="59225"/>
                </a:moveTo>
                <a:lnTo>
                  <a:pt x="361083" y="85972"/>
                </a:lnTo>
                <a:lnTo>
                  <a:pt x="294216" y="152839"/>
                </a:lnTo>
                <a:lnTo>
                  <a:pt x="240722" y="152839"/>
                </a:lnTo>
                <a:lnTo>
                  <a:pt x="334336" y="59225"/>
                </a:lnTo>
                <a:close/>
                <a:moveTo>
                  <a:pt x="19105" y="191049"/>
                </a:moveTo>
                <a:lnTo>
                  <a:pt x="19105" y="171944"/>
                </a:lnTo>
                <a:lnTo>
                  <a:pt x="401203" y="171944"/>
                </a:lnTo>
                <a:cubicBezTo>
                  <a:pt x="401203" y="185318"/>
                  <a:pt x="399293" y="196781"/>
                  <a:pt x="397382" y="210154"/>
                </a:cubicBezTo>
                <a:lnTo>
                  <a:pt x="21015" y="210154"/>
                </a:lnTo>
                <a:cubicBezTo>
                  <a:pt x="19105" y="204423"/>
                  <a:pt x="19105" y="196781"/>
                  <a:pt x="19105" y="191049"/>
                </a:cubicBezTo>
                <a:close/>
                <a:moveTo>
                  <a:pt x="303768" y="420308"/>
                </a:moveTo>
                <a:lnTo>
                  <a:pt x="116540" y="420308"/>
                </a:lnTo>
                <a:cubicBezTo>
                  <a:pt x="124182" y="401203"/>
                  <a:pt x="158571" y="382098"/>
                  <a:pt x="208244" y="382098"/>
                </a:cubicBezTo>
                <a:lnTo>
                  <a:pt x="210154" y="382098"/>
                </a:lnTo>
                <a:cubicBezTo>
                  <a:pt x="259827" y="382098"/>
                  <a:pt x="294216" y="401203"/>
                  <a:pt x="303768" y="420308"/>
                </a:cubicBezTo>
                <a:close/>
                <a:moveTo>
                  <a:pt x="210154" y="362993"/>
                </a:moveTo>
                <a:lnTo>
                  <a:pt x="210154" y="362993"/>
                </a:lnTo>
                <a:cubicBezTo>
                  <a:pt x="160481" y="364904"/>
                  <a:pt x="112719" y="347710"/>
                  <a:pt x="74509" y="315231"/>
                </a:cubicBezTo>
                <a:cubicBezTo>
                  <a:pt x="47762" y="292305"/>
                  <a:pt x="30568" y="261737"/>
                  <a:pt x="22926" y="229259"/>
                </a:cubicBezTo>
                <a:lnTo>
                  <a:pt x="389740" y="229259"/>
                </a:lnTo>
                <a:cubicBezTo>
                  <a:pt x="364904" y="307589"/>
                  <a:pt x="292305" y="361083"/>
                  <a:pt x="210154" y="36299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60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Health care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(3 of 3)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CE071A8-D099-4C02-929A-F5477E5E289B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5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1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Brain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Stomach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Lungs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Kidneys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Bladder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Liver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Pancreas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Uterus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Uterus with ovaries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Nervous system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Spine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Hips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Knee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Closed hand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Pointing finger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Handshake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Thumbs 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Handwashing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Bone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Tooth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Eye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Eye with droplet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Eye chart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Eye exam tool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Eye drops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Contact solution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Contact case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Female/male frames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Female/male frames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Cold-flu-chest congestion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Cold-flu-cough throat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Cold-flu-immune support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Cold-flu-lip-nasal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Cold-flu-sinus-pain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Acupuncture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Massage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Mental health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Health equity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60" name="Graphic 251" descr="Brain icon.">
            <a:extLst>
              <a:ext uri="{FF2B5EF4-FFF2-40B4-BE49-F238E27FC236}">
                <a16:creationId xmlns:a16="http://schemas.microsoft.com/office/drawing/2014/main" id="{130AE0FF-3AC5-48AF-999D-28D53B1AC09C}"/>
              </a:ext>
            </a:extLst>
          </p:cNvPr>
          <p:cNvSpPr>
            <a:spLocks noChangeAspect="1"/>
          </p:cNvSpPr>
          <p:nvPr/>
        </p:nvSpPr>
        <p:spPr>
          <a:xfrm flipV="1">
            <a:off x="973482" y="1372582"/>
            <a:ext cx="422638" cy="457006"/>
          </a:xfrm>
          <a:custGeom>
            <a:avLst/>
            <a:gdLst>
              <a:gd name="connsiteX0" fmla="*/ 394900 w 422638"/>
              <a:gd name="connsiteY0" fmla="*/ 228625 h 457006"/>
              <a:gd name="connsiteX1" fmla="*/ 400631 w 422638"/>
              <a:gd name="connsiteY1" fmla="*/ 121637 h 457006"/>
              <a:gd name="connsiteX2" fmla="*/ 362422 w 422638"/>
              <a:gd name="connsiteY2" fmla="*/ 98711 h 457006"/>
              <a:gd name="connsiteX3" fmla="*/ 354780 w 422638"/>
              <a:gd name="connsiteY3" fmla="*/ 54770 h 457006"/>
              <a:gd name="connsiteX4" fmla="*/ 310838 w 422638"/>
              <a:gd name="connsiteY4" fmla="*/ 22291 h 457006"/>
              <a:gd name="connsiteX5" fmla="*/ 278360 w 422638"/>
              <a:gd name="connsiteY5" fmla="*/ 22291 h 457006"/>
              <a:gd name="connsiteX6" fmla="*/ 213403 w 422638"/>
              <a:gd name="connsiteY6" fmla="*/ 8918 h 457006"/>
              <a:gd name="connsiteX7" fmla="*/ 211493 w 422638"/>
              <a:gd name="connsiteY7" fmla="*/ 10829 h 457006"/>
              <a:gd name="connsiteX8" fmla="*/ 211493 w 422638"/>
              <a:gd name="connsiteY8" fmla="*/ 10829 h 457006"/>
              <a:gd name="connsiteX9" fmla="*/ 144626 w 422638"/>
              <a:gd name="connsiteY9" fmla="*/ 18470 h 457006"/>
              <a:gd name="connsiteX10" fmla="*/ 142715 w 422638"/>
              <a:gd name="connsiteY10" fmla="*/ 20381 h 457006"/>
              <a:gd name="connsiteX11" fmla="*/ 68206 w 422638"/>
              <a:gd name="connsiteY11" fmla="*/ 52859 h 457006"/>
              <a:gd name="connsiteX12" fmla="*/ 60564 w 422638"/>
              <a:gd name="connsiteY12" fmla="*/ 96801 h 457006"/>
              <a:gd name="connsiteX13" fmla="*/ 3249 w 422638"/>
              <a:gd name="connsiteY13" fmla="*/ 188504 h 457006"/>
              <a:gd name="connsiteX14" fmla="*/ 26175 w 422638"/>
              <a:gd name="connsiteY14" fmla="*/ 228625 h 457006"/>
              <a:gd name="connsiteX15" fmla="*/ 18533 w 422638"/>
              <a:gd name="connsiteY15" fmla="*/ 335612 h 457006"/>
              <a:gd name="connsiteX16" fmla="*/ 39548 w 422638"/>
              <a:gd name="connsiteY16" fmla="*/ 352807 h 457006"/>
              <a:gd name="connsiteX17" fmla="*/ 43369 w 422638"/>
              <a:gd name="connsiteY17" fmla="*/ 394837 h 457006"/>
              <a:gd name="connsiteX18" fmla="*/ 127431 w 422638"/>
              <a:gd name="connsiteY18" fmla="*/ 434958 h 457006"/>
              <a:gd name="connsiteX19" fmla="*/ 146536 w 422638"/>
              <a:gd name="connsiteY19" fmla="*/ 423495 h 457006"/>
              <a:gd name="connsiteX20" fmla="*/ 253524 w 422638"/>
              <a:gd name="connsiteY20" fmla="*/ 444510 h 457006"/>
              <a:gd name="connsiteX21" fmla="*/ 274539 w 422638"/>
              <a:gd name="connsiteY21" fmla="*/ 423495 h 457006"/>
              <a:gd name="connsiteX22" fmla="*/ 368153 w 422638"/>
              <a:gd name="connsiteY22" fmla="*/ 413942 h 457006"/>
              <a:gd name="connsiteX23" fmla="*/ 379616 w 422638"/>
              <a:gd name="connsiteY23" fmla="*/ 394837 h 457006"/>
              <a:gd name="connsiteX24" fmla="*/ 381526 w 422638"/>
              <a:gd name="connsiteY24" fmla="*/ 352807 h 457006"/>
              <a:gd name="connsiteX25" fmla="*/ 414005 w 422638"/>
              <a:gd name="connsiteY25" fmla="*/ 249640 h 457006"/>
              <a:gd name="connsiteX26" fmla="*/ 394900 w 422638"/>
              <a:gd name="connsiteY26" fmla="*/ 228625 h 457006"/>
              <a:gd name="connsiteX27" fmla="*/ 163730 w 422638"/>
              <a:gd name="connsiteY27" fmla="*/ 413942 h 457006"/>
              <a:gd name="connsiteX28" fmla="*/ 150357 w 422638"/>
              <a:gd name="connsiteY28" fmla="*/ 406300 h 457006"/>
              <a:gd name="connsiteX29" fmla="*/ 148446 w 422638"/>
              <a:gd name="connsiteY29" fmla="*/ 406300 h 457006"/>
              <a:gd name="connsiteX30" fmla="*/ 136984 w 422638"/>
              <a:gd name="connsiteY30" fmla="*/ 410121 h 457006"/>
              <a:gd name="connsiteX31" fmla="*/ 70116 w 422638"/>
              <a:gd name="connsiteY31" fmla="*/ 404390 h 457006"/>
              <a:gd name="connsiteX32" fmla="*/ 58653 w 422638"/>
              <a:gd name="connsiteY32" fmla="*/ 358538 h 457006"/>
              <a:gd name="connsiteX33" fmla="*/ 49101 w 422638"/>
              <a:gd name="connsiteY33" fmla="*/ 335612 h 457006"/>
              <a:gd name="connsiteX34" fmla="*/ 26175 w 422638"/>
              <a:gd name="connsiteY34" fmla="*/ 257282 h 457006"/>
              <a:gd name="connsiteX35" fmla="*/ 39548 w 422638"/>
              <a:gd name="connsiteY35" fmla="*/ 243909 h 457006"/>
              <a:gd name="connsiteX36" fmla="*/ 43369 w 422638"/>
              <a:gd name="connsiteY36" fmla="*/ 240088 h 457006"/>
              <a:gd name="connsiteX37" fmla="*/ 106416 w 422638"/>
              <a:gd name="connsiteY37" fmla="*/ 240088 h 457006"/>
              <a:gd name="connsiteX38" fmla="*/ 131252 w 422638"/>
              <a:gd name="connsiteY38" fmla="*/ 291671 h 457006"/>
              <a:gd name="connsiteX39" fmla="*/ 144626 w 422638"/>
              <a:gd name="connsiteY39" fmla="*/ 278297 h 457006"/>
              <a:gd name="connsiteX40" fmla="*/ 144626 w 422638"/>
              <a:gd name="connsiteY40" fmla="*/ 184683 h 457006"/>
              <a:gd name="connsiteX41" fmla="*/ 129342 w 422638"/>
              <a:gd name="connsiteY41" fmla="*/ 169399 h 457006"/>
              <a:gd name="connsiteX42" fmla="*/ 106416 w 422638"/>
              <a:gd name="connsiteY42" fmla="*/ 219072 h 457006"/>
              <a:gd name="connsiteX43" fmla="*/ 43369 w 422638"/>
              <a:gd name="connsiteY43" fmla="*/ 219072 h 457006"/>
              <a:gd name="connsiteX44" fmla="*/ 39548 w 422638"/>
              <a:gd name="connsiteY44" fmla="*/ 215251 h 457006"/>
              <a:gd name="connsiteX45" fmla="*/ 20444 w 422638"/>
              <a:gd name="connsiteY45" fmla="*/ 171310 h 457006"/>
              <a:gd name="connsiteX46" fmla="*/ 64385 w 422638"/>
              <a:gd name="connsiteY46" fmla="*/ 115906 h 457006"/>
              <a:gd name="connsiteX47" fmla="*/ 77758 w 422638"/>
              <a:gd name="connsiteY47" fmla="*/ 92980 h 457006"/>
              <a:gd name="connsiteX48" fmla="*/ 83490 w 422638"/>
              <a:gd name="connsiteY48" fmla="*/ 62412 h 457006"/>
              <a:gd name="connsiteX49" fmla="*/ 115968 w 422638"/>
              <a:gd name="connsiteY49" fmla="*/ 39486 h 457006"/>
              <a:gd name="connsiteX50" fmla="*/ 142715 w 422638"/>
              <a:gd name="connsiteY50" fmla="*/ 39486 h 457006"/>
              <a:gd name="connsiteX51" fmla="*/ 159909 w 422638"/>
              <a:gd name="connsiteY51" fmla="*/ 31844 h 457006"/>
              <a:gd name="connsiteX52" fmla="*/ 200030 w 422638"/>
              <a:gd name="connsiteY52" fmla="*/ 22291 h 457006"/>
              <a:gd name="connsiteX53" fmla="*/ 203851 w 422638"/>
              <a:gd name="connsiteY53" fmla="*/ 24202 h 457006"/>
              <a:gd name="connsiteX54" fmla="*/ 203851 w 422638"/>
              <a:gd name="connsiteY54" fmla="*/ 434958 h 457006"/>
              <a:gd name="connsiteX55" fmla="*/ 163730 w 422638"/>
              <a:gd name="connsiteY55" fmla="*/ 413942 h 457006"/>
              <a:gd name="connsiteX56" fmla="*/ 402542 w 422638"/>
              <a:gd name="connsiteY56" fmla="*/ 285939 h 457006"/>
              <a:gd name="connsiteX57" fmla="*/ 371974 w 422638"/>
              <a:gd name="connsiteY57" fmla="*/ 335612 h 457006"/>
              <a:gd name="connsiteX58" fmla="*/ 362422 w 422638"/>
              <a:gd name="connsiteY58" fmla="*/ 358538 h 457006"/>
              <a:gd name="connsiteX59" fmla="*/ 328033 w 422638"/>
              <a:gd name="connsiteY59" fmla="*/ 417763 h 457006"/>
              <a:gd name="connsiteX60" fmla="*/ 287912 w 422638"/>
              <a:gd name="connsiteY60" fmla="*/ 410121 h 457006"/>
              <a:gd name="connsiteX61" fmla="*/ 272628 w 422638"/>
              <a:gd name="connsiteY61" fmla="*/ 406300 h 457006"/>
              <a:gd name="connsiteX62" fmla="*/ 259255 w 422638"/>
              <a:gd name="connsiteY62" fmla="*/ 413942 h 457006"/>
              <a:gd name="connsiteX63" fmla="*/ 221045 w 422638"/>
              <a:gd name="connsiteY63" fmla="*/ 438779 h 457006"/>
              <a:gd name="connsiteX64" fmla="*/ 221045 w 422638"/>
              <a:gd name="connsiteY64" fmla="*/ 305044 h 457006"/>
              <a:gd name="connsiteX65" fmla="*/ 253524 w 422638"/>
              <a:gd name="connsiteY65" fmla="*/ 305044 h 457006"/>
              <a:gd name="connsiteX66" fmla="*/ 295554 w 422638"/>
              <a:gd name="connsiteY66" fmla="*/ 348986 h 457006"/>
              <a:gd name="connsiteX67" fmla="*/ 314659 w 422638"/>
              <a:gd name="connsiteY67" fmla="*/ 348986 h 457006"/>
              <a:gd name="connsiteX68" fmla="*/ 251613 w 422638"/>
              <a:gd name="connsiteY68" fmla="*/ 285939 h 457006"/>
              <a:gd name="connsiteX69" fmla="*/ 251613 w 422638"/>
              <a:gd name="connsiteY69" fmla="*/ 285939 h 457006"/>
              <a:gd name="connsiteX70" fmla="*/ 219135 w 422638"/>
              <a:gd name="connsiteY70" fmla="*/ 285939 h 457006"/>
              <a:gd name="connsiteX71" fmla="*/ 219135 w 422638"/>
              <a:gd name="connsiteY71" fmla="*/ 163668 h 457006"/>
              <a:gd name="connsiteX72" fmla="*/ 257345 w 422638"/>
              <a:gd name="connsiteY72" fmla="*/ 163668 h 457006"/>
              <a:gd name="connsiteX73" fmla="*/ 276449 w 422638"/>
              <a:gd name="connsiteY73" fmla="*/ 201878 h 457006"/>
              <a:gd name="connsiteX74" fmla="*/ 289823 w 422638"/>
              <a:gd name="connsiteY74" fmla="*/ 188504 h 457006"/>
              <a:gd name="connsiteX75" fmla="*/ 289823 w 422638"/>
              <a:gd name="connsiteY75" fmla="*/ 119727 h 457006"/>
              <a:gd name="connsiteX76" fmla="*/ 289823 w 422638"/>
              <a:gd name="connsiteY76" fmla="*/ 119727 h 457006"/>
              <a:gd name="connsiteX77" fmla="*/ 276449 w 422638"/>
              <a:gd name="connsiteY77" fmla="*/ 106353 h 457006"/>
              <a:gd name="connsiteX78" fmla="*/ 257345 w 422638"/>
              <a:gd name="connsiteY78" fmla="*/ 144563 h 457006"/>
              <a:gd name="connsiteX79" fmla="*/ 219135 w 422638"/>
              <a:gd name="connsiteY79" fmla="*/ 144563 h 457006"/>
              <a:gd name="connsiteX80" fmla="*/ 219135 w 422638"/>
              <a:gd name="connsiteY80" fmla="*/ 26112 h 457006"/>
              <a:gd name="connsiteX81" fmla="*/ 261166 w 422638"/>
              <a:gd name="connsiteY81" fmla="*/ 29933 h 457006"/>
              <a:gd name="connsiteX82" fmla="*/ 263076 w 422638"/>
              <a:gd name="connsiteY82" fmla="*/ 33754 h 457006"/>
              <a:gd name="connsiteX83" fmla="*/ 280270 w 422638"/>
              <a:gd name="connsiteY83" fmla="*/ 41396 h 457006"/>
              <a:gd name="connsiteX84" fmla="*/ 307017 w 422638"/>
              <a:gd name="connsiteY84" fmla="*/ 39486 h 457006"/>
              <a:gd name="connsiteX85" fmla="*/ 337585 w 422638"/>
              <a:gd name="connsiteY85" fmla="*/ 64322 h 457006"/>
              <a:gd name="connsiteX86" fmla="*/ 345227 w 422638"/>
              <a:gd name="connsiteY86" fmla="*/ 94890 h 457006"/>
              <a:gd name="connsiteX87" fmla="*/ 358601 w 422638"/>
              <a:gd name="connsiteY87" fmla="*/ 117816 h 457006"/>
              <a:gd name="connsiteX88" fmla="*/ 402542 w 422638"/>
              <a:gd name="connsiteY88" fmla="*/ 171310 h 457006"/>
              <a:gd name="connsiteX89" fmla="*/ 383437 w 422638"/>
              <a:gd name="connsiteY89" fmla="*/ 213341 h 457006"/>
              <a:gd name="connsiteX90" fmla="*/ 381526 w 422638"/>
              <a:gd name="connsiteY90" fmla="*/ 240088 h 457006"/>
              <a:gd name="connsiteX91" fmla="*/ 383437 w 422638"/>
              <a:gd name="connsiteY91" fmla="*/ 241998 h 457006"/>
              <a:gd name="connsiteX92" fmla="*/ 402542 w 422638"/>
              <a:gd name="connsiteY92" fmla="*/ 285939 h 45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422638" h="457006">
                <a:moveTo>
                  <a:pt x="394900" y="228625"/>
                </a:moveTo>
                <a:cubicBezTo>
                  <a:pt x="427378" y="199967"/>
                  <a:pt x="429289" y="152205"/>
                  <a:pt x="400631" y="121637"/>
                </a:cubicBezTo>
                <a:cubicBezTo>
                  <a:pt x="391079" y="110174"/>
                  <a:pt x="377706" y="102532"/>
                  <a:pt x="362422" y="98711"/>
                </a:cubicBezTo>
                <a:cubicBezTo>
                  <a:pt x="366243" y="83427"/>
                  <a:pt x="362422" y="68143"/>
                  <a:pt x="354780" y="54770"/>
                </a:cubicBezTo>
                <a:cubicBezTo>
                  <a:pt x="345227" y="37575"/>
                  <a:pt x="329943" y="26112"/>
                  <a:pt x="310838" y="22291"/>
                </a:cubicBezTo>
                <a:cubicBezTo>
                  <a:pt x="301286" y="20381"/>
                  <a:pt x="289823" y="20381"/>
                  <a:pt x="278360" y="22291"/>
                </a:cubicBezTo>
                <a:cubicBezTo>
                  <a:pt x="263076" y="1276"/>
                  <a:pt x="234419" y="-4455"/>
                  <a:pt x="213403" y="8918"/>
                </a:cubicBezTo>
                <a:cubicBezTo>
                  <a:pt x="213403" y="8918"/>
                  <a:pt x="211493" y="10829"/>
                  <a:pt x="211493" y="10829"/>
                </a:cubicBezTo>
                <a:lnTo>
                  <a:pt x="211493" y="10829"/>
                </a:lnTo>
                <a:cubicBezTo>
                  <a:pt x="190477" y="-6366"/>
                  <a:pt x="159909" y="-2545"/>
                  <a:pt x="144626" y="18470"/>
                </a:cubicBezTo>
                <a:cubicBezTo>
                  <a:pt x="144626" y="18470"/>
                  <a:pt x="142715" y="20381"/>
                  <a:pt x="142715" y="20381"/>
                </a:cubicBezTo>
                <a:cubicBezTo>
                  <a:pt x="114058" y="12739"/>
                  <a:pt x="81579" y="26112"/>
                  <a:pt x="68206" y="52859"/>
                </a:cubicBezTo>
                <a:cubicBezTo>
                  <a:pt x="60564" y="66233"/>
                  <a:pt x="56743" y="81517"/>
                  <a:pt x="60564" y="96801"/>
                </a:cubicBezTo>
                <a:cubicBezTo>
                  <a:pt x="20444" y="106353"/>
                  <a:pt x="-6303" y="148384"/>
                  <a:pt x="3249" y="188504"/>
                </a:cubicBezTo>
                <a:cubicBezTo>
                  <a:pt x="7070" y="203788"/>
                  <a:pt x="14712" y="217162"/>
                  <a:pt x="26175" y="228625"/>
                </a:cubicBezTo>
                <a:cubicBezTo>
                  <a:pt x="-6303" y="257282"/>
                  <a:pt x="-8214" y="305044"/>
                  <a:pt x="18533" y="335612"/>
                </a:cubicBezTo>
                <a:cubicBezTo>
                  <a:pt x="24265" y="343254"/>
                  <a:pt x="31906" y="348986"/>
                  <a:pt x="39548" y="352807"/>
                </a:cubicBezTo>
                <a:cubicBezTo>
                  <a:pt x="37638" y="366180"/>
                  <a:pt x="39548" y="381464"/>
                  <a:pt x="43369" y="394837"/>
                </a:cubicBezTo>
                <a:cubicBezTo>
                  <a:pt x="56743" y="429226"/>
                  <a:pt x="93042" y="446421"/>
                  <a:pt x="127431" y="434958"/>
                </a:cubicBezTo>
                <a:cubicBezTo>
                  <a:pt x="135073" y="433047"/>
                  <a:pt x="140805" y="429226"/>
                  <a:pt x="146536" y="423495"/>
                </a:cubicBezTo>
                <a:cubicBezTo>
                  <a:pt x="169462" y="457884"/>
                  <a:pt x="217224" y="467436"/>
                  <a:pt x="253524" y="444510"/>
                </a:cubicBezTo>
                <a:cubicBezTo>
                  <a:pt x="261166" y="438779"/>
                  <a:pt x="268807" y="431137"/>
                  <a:pt x="274539" y="423495"/>
                </a:cubicBezTo>
                <a:cubicBezTo>
                  <a:pt x="303196" y="446421"/>
                  <a:pt x="345227" y="442600"/>
                  <a:pt x="368153" y="413942"/>
                </a:cubicBezTo>
                <a:cubicBezTo>
                  <a:pt x="371974" y="408211"/>
                  <a:pt x="375795" y="402479"/>
                  <a:pt x="379616" y="394837"/>
                </a:cubicBezTo>
                <a:cubicBezTo>
                  <a:pt x="385347" y="381464"/>
                  <a:pt x="385347" y="366180"/>
                  <a:pt x="381526" y="352807"/>
                </a:cubicBezTo>
                <a:cubicBezTo>
                  <a:pt x="419736" y="333702"/>
                  <a:pt x="433110" y="285939"/>
                  <a:pt x="414005" y="249640"/>
                </a:cubicBezTo>
                <a:cubicBezTo>
                  <a:pt x="408273" y="241998"/>
                  <a:pt x="402542" y="234356"/>
                  <a:pt x="394900" y="228625"/>
                </a:cubicBezTo>
                <a:close/>
                <a:moveTo>
                  <a:pt x="163730" y="413942"/>
                </a:moveTo>
                <a:cubicBezTo>
                  <a:pt x="159909" y="410121"/>
                  <a:pt x="156088" y="406300"/>
                  <a:pt x="150357" y="406300"/>
                </a:cubicBezTo>
                <a:lnTo>
                  <a:pt x="148446" y="406300"/>
                </a:lnTo>
                <a:cubicBezTo>
                  <a:pt x="144626" y="406300"/>
                  <a:pt x="138894" y="408211"/>
                  <a:pt x="136984" y="410121"/>
                </a:cubicBezTo>
                <a:cubicBezTo>
                  <a:pt x="117879" y="427316"/>
                  <a:pt x="87311" y="425405"/>
                  <a:pt x="70116" y="404390"/>
                </a:cubicBezTo>
                <a:cubicBezTo>
                  <a:pt x="58653" y="391016"/>
                  <a:pt x="54832" y="373822"/>
                  <a:pt x="58653" y="358538"/>
                </a:cubicBezTo>
                <a:cubicBezTo>
                  <a:pt x="60564" y="348986"/>
                  <a:pt x="56743" y="341344"/>
                  <a:pt x="49101" y="335612"/>
                </a:cubicBezTo>
                <a:cubicBezTo>
                  <a:pt x="20444" y="320328"/>
                  <a:pt x="10891" y="285939"/>
                  <a:pt x="26175" y="257282"/>
                </a:cubicBezTo>
                <a:cubicBezTo>
                  <a:pt x="29996" y="253461"/>
                  <a:pt x="33817" y="247729"/>
                  <a:pt x="39548" y="243909"/>
                </a:cubicBezTo>
                <a:cubicBezTo>
                  <a:pt x="41459" y="241998"/>
                  <a:pt x="41459" y="240088"/>
                  <a:pt x="43369" y="240088"/>
                </a:cubicBezTo>
                <a:lnTo>
                  <a:pt x="106416" y="240088"/>
                </a:lnTo>
                <a:cubicBezTo>
                  <a:pt x="108326" y="259192"/>
                  <a:pt x="115968" y="278297"/>
                  <a:pt x="131252" y="291671"/>
                </a:cubicBezTo>
                <a:lnTo>
                  <a:pt x="144626" y="278297"/>
                </a:lnTo>
                <a:cubicBezTo>
                  <a:pt x="119789" y="251550"/>
                  <a:pt x="119789" y="211430"/>
                  <a:pt x="144626" y="184683"/>
                </a:cubicBezTo>
                <a:lnTo>
                  <a:pt x="129342" y="169399"/>
                </a:lnTo>
                <a:cubicBezTo>
                  <a:pt x="115968" y="182773"/>
                  <a:pt x="108326" y="199967"/>
                  <a:pt x="106416" y="219072"/>
                </a:cubicBezTo>
                <a:lnTo>
                  <a:pt x="43369" y="219072"/>
                </a:lnTo>
                <a:cubicBezTo>
                  <a:pt x="41459" y="217162"/>
                  <a:pt x="41459" y="215251"/>
                  <a:pt x="39548" y="215251"/>
                </a:cubicBezTo>
                <a:cubicBezTo>
                  <a:pt x="28086" y="203788"/>
                  <a:pt x="20444" y="188504"/>
                  <a:pt x="20444" y="171310"/>
                </a:cubicBezTo>
                <a:cubicBezTo>
                  <a:pt x="20444" y="144563"/>
                  <a:pt x="39548" y="121637"/>
                  <a:pt x="64385" y="115906"/>
                </a:cubicBezTo>
                <a:cubicBezTo>
                  <a:pt x="73937" y="112085"/>
                  <a:pt x="79669" y="102532"/>
                  <a:pt x="77758" y="92980"/>
                </a:cubicBezTo>
                <a:cubicBezTo>
                  <a:pt x="75848" y="83427"/>
                  <a:pt x="77758" y="71964"/>
                  <a:pt x="83490" y="62412"/>
                </a:cubicBezTo>
                <a:cubicBezTo>
                  <a:pt x="91132" y="50949"/>
                  <a:pt x="102595" y="41396"/>
                  <a:pt x="115968" y="39486"/>
                </a:cubicBezTo>
                <a:cubicBezTo>
                  <a:pt x="125521" y="37575"/>
                  <a:pt x="133163" y="37575"/>
                  <a:pt x="142715" y="39486"/>
                </a:cubicBezTo>
                <a:cubicBezTo>
                  <a:pt x="148446" y="41396"/>
                  <a:pt x="156088" y="37575"/>
                  <a:pt x="159909" y="31844"/>
                </a:cubicBezTo>
                <a:cubicBezTo>
                  <a:pt x="169462" y="18470"/>
                  <a:pt x="186656" y="14649"/>
                  <a:pt x="200030" y="22291"/>
                </a:cubicBezTo>
                <a:cubicBezTo>
                  <a:pt x="201940" y="22291"/>
                  <a:pt x="201940" y="24202"/>
                  <a:pt x="203851" y="24202"/>
                </a:cubicBezTo>
                <a:lnTo>
                  <a:pt x="203851" y="434958"/>
                </a:lnTo>
                <a:cubicBezTo>
                  <a:pt x="186656" y="434958"/>
                  <a:pt x="173283" y="427316"/>
                  <a:pt x="163730" y="413942"/>
                </a:cubicBezTo>
                <a:close/>
                <a:moveTo>
                  <a:pt x="402542" y="285939"/>
                </a:moveTo>
                <a:cubicBezTo>
                  <a:pt x="402542" y="306955"/>
                  <a:pt x="391079" y="326060"/>
                  <a:pt x="371974" y="335612"/>
                </a:cubicBezTo>
                <a:cubicBezTo>
                  <a:pt x="364332" y="339433"/>
                  <a:pt x="360511" y="348986"/>
                  <a:pt x="362422" y="358538"/>
                </a:cubicBezTo>
                <a:cubicBezTo>
                  <a:pt x="370064" y="383374"/>
                  <a:pt x="354780" y="410121"/>
                  <a:pt x="328033" y="417763"/>
                </a:cubicBezTo>
                <a:cubicBezTo>
                  <a:pt x="314659" y="421584"/>
                  <a:pt x="299375" y="417763"/>
                  <a:pt x="287912" y="410121"/>
                </a:cubicBezTo>
                <a:cubicBezTo>
                  <a:pt x="284091" y="406300"/>
                  <a:pt x="278360" y="404390"/>
                  <a:pt x="272628" y="406300"/>
                </a:cubicBezTo>
                <a:cubicBezTo>
                  <a:pt x="266897" y="406300"/>
                  <a:pt x="263076" y="410121"/>
                  <a:pt x="259255" y="413942"/>
                </a:cubicBezTo>
                <a:cubicBezTo>
                  <a:pt x="249703" y="427316"/>
                  <a:pt x="236329" y="434958"/>
                  <a:pt x="221045" y="438779"/>
                </a:cubicBezTo>
                <a:lnTo>
                  <a:pt x="221045" y="305044"/>
                </a:lnTo>
                <a:lnTo>
                  <a:pt x="253524" y="305044"/>
                </a:lnTo>
                <a:cubicBezTo>
                  <a:pt x="276449" y="305044"/>
                  <a:pt x="297465" y="324149"/>
                  <a:pt x="295554" y="348986"/>
                </a:cubicBezTo>
                <a:lnTo>
                  <a:pt x="314659" y="348986"/>
                </a:lnTo>
                <a:cubicBezTo>
                  <a:pt x="314659" y="314597"/>
                  <a:pt x="286002" y="285939"/>
                  <a:pt x="251613" y="285939"/>
                </a:cubicBezTo>
                <a:cubicBezTo>
                  <a:pt x="251613" y="285939"/>
                  <a:pt x="251613" y="285939"/>
                  <a:pt x="251613" y="285939"/>
                </a:cubicBezTo>
                <a:lnTo>
                  <a:pt x="219135" y="285939"/>
                </a:lnTo>
                <a:lnTo>
                  <a:pt x="219135" y="163668"/>
                </a:lnTo>
                <a:lnTo>
                  <a:pt x="257345" y="163668"/>
                </a:lnTo>
                <a:cubicBezTo>
                  <a:pt x="259255" y="178952"/>
                  <a:pt x="266897" y="192325"/>
                  <a:pt x="276449" y="201878"/>
                </a:cubicBezTo>
                <a:lnTo>
                  <a:pt x="289823" y="188504"/>
                </a:lnTo>
                <a:cubicBezTo>
                  <a:pt x="270718" y="169399"/>
                  <a:pt x="270718" y="138831"/>
                  <a:pt x="289823" y="119727"/>
                </a:cubicBezTo>
                <a:cubicBezTo>
                  <a:pt x="289823" y="119727"/>
                  <a:pt x="289823" y="119727"/>
                  <a:pt x="289823" y="119727"/>
                </a:cubicBezTo>
                <a:lnTo>
                  <a:pt x="276449" y="106353"/>
                </a:lnTo>
                <a:cubicBezTo>
                  <a:pt x="266897" y="115906"/>
                  <a:pt x="259255" y="129279"/>
                  <a:pt x="257345" y="144563"/>
                </a:cubicBezTo>
                <a:lnTo>
                  <a:pt x="219135" y="144563"/>
                </a:lnTo>
                <a:lnTo>
                  <a:pt x="219135" y="26112"/>
                </a:lnTo>
                <a:cubicBezTo>
                  <a:pt x="230598" y="14649"/>
                  <a:pt x="249703" y="16560"/>
                  <a:pt x="261166" y="29933"/>
                </a:cubicBezTo>
                <a:cubicBezTo>
                  <a:pt x="261166" y="31844"/>
                  <a:pt x="263076" y="31844"/>
                  <a:pt x="263076" y="33754"/>
                </a:cubicBezTo>
                <a:cubicBezTo>
                  <a:pt x="266897" y="39486"/>
                  <a:pt x="272628" y="43307"/>
                  <a:pt x="280270" y="41396"/>
                </a:cubicBezTo>
                <a:cubicBezTo>
                  <a:pt x="289823" y="37575"/>
                  <a:pt x="299375" y="37575"/>
                  <a:pt x="307017" y="39486"/>
                </a:cubicBezTo>
                <a:cubicBezTo>
                  <a:pt x="320391" y="43307"/>
                  <a:pt x="331854" y="50949"/>
                  <a:pt x="337585" y="64322"/>
                </a:cubicBezTo>
                <a:cubicBezTo>
                  <a:pt x="343317" y="73875"/>
                  <a:pt x="345227" y="83427"/>
                  <a:pt x="345227" y="94890"/>
                </a:cubicBezTo>
                <a:cubicBezTo>
                  <a:pt x="343317" y="104443"/>
                  <a:pt x="349048" y="113995"/>
                  <a:pt x="358601" y="117816"/>
                </a:cubicBezTo>
                <a:cubicBezTo>
                  <a:pt x="385347" y="121637"/>
                  <a:pt x="402542" y="144563"/>
                  <a:pt x="402542" y="171310"/>
                </a:cubicBezTo>
                <a:cubicBezTo>
                  <a:pt x="402542" y="188504"/>
                  <a:pt x="394900" y="203788"/>
                  <a:pt x="383437" y="213341"/>
                </a:cubicBezTo>
                <a:cubicBezTo>
                  <a:pt x="375795" y="220983"/>
                  <a:pt x="373885" y="232446"/>
                  <a:pt x="381526" y="240088"/>
                </a:cubicBezTo>
                <a:cubicBezTo>
                  <a:pt x="381526" y="240088"/>
                  <a:pt x="383437" y="241998"/>
                  <a:pt x="383437" y="241998"/>
                </a:cubicBezTo>
                <a:cubicBezTo>
                  <a:pt x="394900" y="253461"/>
                  <a:pt x="402542" y="268745"/>
                  <a:pt x="402542" y="28593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277" descr="Ear icon.">
            <a:extLst>
              <a:ext uri="{FF2B5EF4-FFF2-40B4-BE49-F238E27FC236}">
                <a16:creationId xmlns:a16="http://schemas.microsoft.com/office/drawing/2014/main" id="{0554EEF6-7C24-41CA-AA62-1A4E65A259DF}"/>
              </a:ext>
            </a:extLst>
          </p:cNvPr>
          <p:cNvSpPr>
            <a:spLocks noChangeAspect="1"/>
          </p:cNvSpPr>
          <p:nvPr/>
        </p:nvSpPr>
        <p:spPr>
          <a:xfrm>
            <a:off x="2280544" y="1370947"/>
            <a:ext cx="286617" cy="458641"/>
          </a:xfrm>
          <a:custGeom>
            <a:avLst/>
            <a:gdLst>
              <a:gd name="connsiteX0" fmla="*/ 78374 w 286617"/>
              <a:gd name="connsiteY0" fmla="*/ 458562 h 458641"/>
              <a:gd name="connsiteX1" fmla="*/ 44 w 286617"/>
              <a:gd name="connsiteY1" fmla="*/ 385963 h 458641"/>
              <a:gd name="connsiteX2" fmla="*/ 44 w 286617"/>
              <a:gd name="connsiteY2" fmla="*/ 382142 h 458641"/>
              <a:gd name="connsiteX3" fmla="*/ 19148 w 286617"/>
              <a:gd name="connsiteY3" fmla="*/ 382142 h 458641"/>
              <a:gd name="connsiteX4" fmla="*/ 74553 w 286617"/>
              <a:gd name="connsiteY4" fmla="*/ 439457 h 458641"/>
              <a:gd name="connsiteX5" fmla="*/ 78374 w 286617"/>
              <a:gd name="connsiteY5" fmla="*/ 439457 h 458641"/>
              <a:gd name="connsiteX6" fmla="*/ 166256 w 286617"/>
              <a:gd name="connsiteY6" fmla="*/ 376410 h 458641"/>
              <a:gd name="connsiteX7" fmla="*/ 269423 w 286617"/>
              <a:gd name="connsiteY7" fmla="*/ 143330 h 458641"/>
              <a:gd name="connsiteX8" fmla="*/ 149062 w 286617"/>
              <a:gd name="connsiteY8" fmla="*/ 19148 h 458641"/>
              <a:gd name="connsiteX9" fmla="*/ 143330 w 286617"/>
              <a:gd name="connsiteY9" fmla="*/ 19148 h 458641"/>
              <a:gd name="connsiteX10" fmla="*/ 19148 w 286617"/>
              <a:gd name="connsiteY10" fmla="*/ 137599 h 458641"/>
              <a:gd name="connsiteX11" fmla="*/ 19148 w 286617"/>
              <a:gd name="connsiteY11" fmla="*/ 143330 h 458641"/>
              <a:gd name="connsiteX12" fmla="*/ 44 w 286617"/>
              <a:gd name="connsiteY12" fmla="*/ 143330 h 458641"/>
              <a:gd name="connsiteX13" fmla="*/ 137599 w 286617"/>
              <a:gd name="connsiteY13" fmla="*/ 44 h 458641"/>
              <a:gd name="connsiteX14" fmla="*/ 143330 w 286617"/>
              <a:gd name="connsiteY14" fmla="*/ 44 h 458641"/>
              <a:gd name="connsiteX15" fmla="*/ 286617 w 286617"/>
              <a:gd name="connsiteY15" fmla="*/ 137599 h 458641"/>
              <a:gd name="connsiteX16" fmla="*/ 286617 w 286617"/>
              <a:gd name="connsiteY16" fmla="*/ 143330 h 458641"/>
              <a:gd name="connsiteX17" fmla="*/ 179630 w 286617"/>
              <a:gd name="connsiteY17" fmla="*/ 387873 h 458641"/>
              <a:gd name="connsiteX18" fmla="*/ 78374 w 286617"/>
              <a:gd name="connsiteY18" fmla="*/ 458562 h 458641"/>
              <a:gd name="connsiteX19" fmla="*/ 66911 w 286617"/>
              <a:gd name="connsiteY19" fmla="*/ 324827 h 458641"/>
              <a:gd name="connsiteX20" fmla="*/ 66911 w 286617"/>
              <a:gd name="connsiteY20" fmla="*/ 305722 h 458641"/>
              <a:gd name="connsiteX21" fmla="*/ 97479 w 286617"/>
              <a:gd name="connsiteY21" fmla="*/ 278975 h 458641"/>
              <a:gd name="connsiteX22" fmla="*/ 70732 w 286617"/>
              <a:gd name="connsiteY22" fmla="*/ 248408 h 458641"/>
              <a:gd name="connsiteX23" fmla="*/ 57358 w 286617"/>
              <a:gd name="connsiteY23" fmla="*/ 229303 h 458641"/>
              <a:gd name="connsiteX24" fmla="*/ 57358 w 286617"/>
              <a:gd name="connsiteY24" fmla="*/ 143330 h 458641"/>
              <a:gd name="connsiteX25" fmla="*/ 135689 w 286617"/>
              <a:gd name="connsiteY25" fmla="*/ 57358 h 458641"/>
              <a:gd name="connsiteX26" fmla="*/ 143330 w 286617"/>
              <a:gd name="connsiteY26" fmla="*/ 57358 h 458641"/>
              <a:gd name="connsiteX27" fmla="*/ 204466 w 286617"/>
              <a:gd name="connsiteY27" fmla="*/ 80284 h 458641"/>
              <a:gd name="connsiteX28" fmla="*/ 229303 w 286617"/>
              <a:gd name="connsiteY28" fmla="*/ 152883 h 458641"/>
              <a:gd name="connsiteX29" fmla="*/ 210198 w 286617"/>
              <a:gd name="connsiteY29" fmla="*/ 152883 h 458641"/>
              <a:gd name="connsiteX30" fmla="*/ 191093 w 286617"/>
              <a:gd name="connsiteY30" fmla="*/ 93658 h 458641"/>
              <a:gd name="connsiteX31" fmla="*/ 143330 w 286617"/>
              <a:gd name="connsiteY31" fmla="*/ 76463 h 458641"/>
              <a:gd name="connsiteX32" fmla="*/ 76463 w 286617"/>
              <a:gd name="connsiteY32" fmla="*/ 135688 h 458641"/>
              <a:gd name="connsiteX33" fmla="*/ 76463 w 286617"/>
              <a:gd name="connsiteY33" fmla="*/ 143330 h 458641"/>
              <a:gd name="connsiteX34" fmla="*/ 76463 w 286617"/>
              <a:gd name="connsiteY34" fmla="*/ 231213 h 458641"/>
              <a:gd name="connsiteX35" fmla="*/ 114673 w 286617"/>
              <a:gd name="connsiteY35" fmla="*/ 286617 h 458641"/>
              <a:gd name="connsiteX36" fmla="*/ 66911 w 286617"/>
              <a:gd name="connsiteY36" fmla="*/ 324827 h 45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86617" h="458641">
                <a:moveTo>
                  <a:pt x="78374" y="458562"/>
                </a:moveTo>
                <a:cubicBezTo>
                  <a:pt x="36343" y="460472"/>
                  <a:pt x="1954" y="427994"/>
                  <a:pt x="44" y="385963"/>
                </a:cubicBezTo>
                <a:cubicBezTo>
                  <a:pt x="44" y="384052"/>
                  <a:pt x="44" y="384052"/>
                  <a:pt x="44" y="382142"/>
                </a:cubicBezTo>
                <a:lnTo>
                  <a:pt x="19148" y="382142"/>
                </a:lnTo>
                <a:cubicBezTo>
                  <a:pt x="19148" y="412710"/>
                  <a:pt x="42074" y="439457"/>
                  <a:pt x="74553" y="439457"/>
                </a:cubicBezTo>
                <a:cubicBezTo>
                  <a:pt x="76463" y="439457"/>
                  <a:pt x="76463" y="439457"/>
                  <a:pt x="78374" y="439457"/>
                </a:cubicBezTo>
                <a:cubicBezTo>
                  <a:pt x="112763" y="439457"/>
                  <a:pt x="141420" y="406978"/>
                  <a:pt x="166256" y="376410"/>
                </a:cubicBezTo>
                <a:cubicBezTo>
                  <a:pt x="214019" y="317185"/>
                  <a:pt x="269423" y="235034"/>
                  <a:pt x="269423" y="143330"/>
                </a:cubicBezTo>
                <a:cubicBezTo>
                  <a:pt x="269423" y="76463"/>
                  <a:pt x="215929" y="21059"/>
                  <a:pt x="149062" y="19148"/>
                </a:cubicBezTo>
                <a:cubicBezTo>
                  <a:pt x="147151" y="19148"/>
                  <a:pt x="145241" y="19148"/>
                  <a:pt x="143330" y="19148"/>
                </a:cubicBezTo>
                <a:cubicBezTo>
                  <a:pt x="76463" y="17238"/>
                  <a:pt x="21059" y="70732"/>
                  <a:pt x="19148" y="137599"/>
                </a:cubicBezTo>
                <a:cubicBezTo>
                  <a:pt x="19148" y="139509"/>
                  <a:pt x="19148" y="141420"/>
                  <a:pt x="19148" y="143330"/>
                </a:cubicBezTo>
                <a:lnTo>
                  <a:pt x="44" y="143330"/>
                </a:lnTo>
                <a:cubicBezTo>
                  <a:pt x="-1867" y="66911"/>
                  <a:pt x="59269" y="1954"/>
                  <a:pt x="137599" y="44"/>
                </a:cubicBezTo>
                <a:cubicBezTo>
                  <a:pt x="139509" y="44"/>
                  <a:pt x="141420" y="44"/>
                  <a:pt x="143330" y="44"/>
                </a:cubicBezTo>
                <a:cubicBezTo>
                  <a:pt x="219750" y="-1867"/>
                  <a:pt x="284707" y="59269"/>
                  <a:pt x="286617" y="137599"/>
                </a:cubicBezTo>
                <a:cubicBezTo>
                  <a:pt x="286617" y="139509"/>
                  <a:pt x="286617" y="141420"/>
                  <a:pt x="286617" y="143330"/>
                </a:cubicBezTo>
                <a:cubicBezTo>
                  <a:pt x="286617" y="240766"/>
                  <a:pt x="229303" y="326738"/>
                  <a:pt x="179630" y="387873"/>
                </a:cubicBezTo>
                <a:cubicBezTo>
                  <a:pt x="152883" y="422262"/>
                  <a:pt x="120405" y="458562"/>
                  <a:pt x="78374" y="458562"/>
                </a:cubicBezTo>
                <a:close/>
                <a:moveTo>
                  <a:pt x="66911" y="324827"/>
                </a:moveTo>
                <a:lnTo>
                  <a:pt x="66911" y="305722"/>
                </a:lnTo>
                <a:cubicBezTo>
                  <a:pt x="82195" y="307633"/>
                  <a:pt x="97479" y="296170"/>
                  <a:pt x="97479" y="278975"/>
                </a:cubicBezTo>
                <a:cubicBezTo>
                  <a:pt x="99389" y="263691"/>
                  <a:pt x="87926" y="248408"/>
                  <a:pt x="70732" y="248408"/>
                </a:cubicBezTo>
                <a:cubicBezTo>
                  <a:pt x="63090" y="246497"/>
                  <a:pt x="57358" y="238855"/>
                  <a:pt x="57358" y="229303"/>
                </a:cubicBezTo>
                <a:lnTo>
                  <a:pt x="57358" y="143330"/>
                </a:lnTo>
                <a:cubicBezTo>
                  <a:pt x="55448" y="97479"/>
                  <a:pt x="89837" y="59269"/>
                  <a:pt x="135689" y="57358"/>
                </a:cubicBezTo>
                <a:cubicBezTo>
                  <a:pt x="137599" y="57358"/>
                  <a:pt x="141420" y="57358"/>
                  <a:pt x="143330" y="57358"/>
                </a:cubicBezTo>
                <a:cubicBezTo>
                  <a:pt x="166256" y="55448"/>
                  <a:pt x="187272" y="65000"/>
                  <a:pt x="204466" y="80284"/>
                </a:cubicBezTo>
                <a:cubicBezTo>
                  <a:pt x="221661" y="99389"/>
                  <a:pt x="231213" y="126136"/>
                  <a:pt x="229303" y="152883"/>
                </a:cubicBezTo>
                <a:lnTo>
                  <a:pt x="210198" y="152883"/>
                </a:lnTo>
                <a:cubicBezTo>
                  <a:pt x="212108" y="131868"/>
                  <a:pt x="204466" y="108942"/>
                  <a:pt x="191093" y="93658"/>
                </a:cubicBezTo>
                <a:cubicBezTo>
                  <a:pt x="177719" y="82195"/>
                  <a:pt x="160525" y="76463"/>
                  <a:pt x="143330" y="76463"/>
                </a:cubicBezTo>
                <a:cubicBezTo>
                  <a:pt x="108942" y="74553"/>
                  <a:pt x="78374" y="101300"/>
                  <a:pt x="76463" y="135688"/>
                </a:cubicBezTo>
                <a:cubicBezTo>
                  <a:pt x="76463" y="137599"/>
                  <a:pt x="76463" y="139509"/>
                  <a:pt x="76463" y="143330"/>
                </a:cubicBezTo>
                <a:lnTo>
                  <a:pt x="76463" y="231213"/>
                </a:lnTo>
                <a:cubicBezTo>
                  <a:pt x="103210" y="236945"/>
                  <a:pt x="118494" y="261781"/>
                  <a:pt x="114673" y="286617"/>
                </a:cubicBezTo>
                <a:cubicBezTo>
                  <a:pt x="108942" y="309543"/>
                  <a:pt x="89837" y="324827"/>
                  <a:pt x="66911" y="32482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2" name="Graphic 136" descr="Nose icon.">
            <a:extLst>
              <a:ext uri="{FF2B5EF4-FFF2-40B4-BE49-F238E27FC236}">
                <a16:creationId xmlns:a16="http://schemas.microsoft.com/office/drawing/2014/main" id="{0F56AE31-B7E3-4A19-9A18-8CDD524E8EEB}"/>
              </a:ext>
            </a:extLst>
          </p:cNvPr>
          <p:cNvSpPr>
            <a:spLocks noChangeAspect="1"/>
          </p:cNvSpPr>
          <p:nvPr/>
        </p:nvSpPr>
        <p:spPr>
          <a:xfrm>
            <a:off x="3467567" y="1372691"/>
            <a:ext cx="343888" cy="456897"/>
          </a:xfrm>
          <a:custGeom>
            <a:avLst/>
            <a:gdLst>
              <a:gd name="connsiteX0" fmla="*/ 299947 w 343888"/>
              <a:gd name="connsiteY0" fmla="*/ 286574 h 456897"/>
              <a:gd name="connsiteX1" fmla="*/ 288484 w 343888"/>
              <a:gd name="connsiteY1" fmla="*/ 301858 h 456897"/>
              <a:gd name="connsiteX2" fmla="*/ 324784 w 343888"/>
              <a:gd name="connsiteY2" fmla="*/ 366814 h 456897"/>
              <a:gd name="connsiteX3" fmla="*/ 265558 w 343888"/>
              <a:gd name="connsiteY3" fmla="*/ 437503 h 456897"/>
              <a:gd name="connsiteX4" fmla="*/ 254095 w 343888"/>
              <a:gd name="connsiteY4" fmla="*/ 437503 h 456897"/>
              <a:gd name="connsiteX5" fmla="*/ 231170 w 343888"/>
              <a:gd name="connsiteY5" fmla="*/ 427950 h 456897"/>
              <a:gd name="connsiteX6" fmla="*/ 177676 w 343888"/>
              <a:gd name="connsiteY6" fmla="*/ 412666 h 456897"/>
              <a:gd name="connsiteX7" fmla="*/ 112719 w 343888"/>
              <a:gd name="connsiteY7" fmla="*/ 431771 h 456897"/>
              <a:gd name="connsiteX8" fmla="*/ 101256 w 343888"/>
              <a:gd name="connsiteY8" fmla="*/ 437503 h 456897"/>
              <a:gd name="connsiteX9" fmla="*/ 85972 w 343888"/>
              <a:gd name="connsiteY9" fmla="*/ 437503 h 456897"/>
              <a:gd name="connsiteX10" fmla="*/ 19105 w 343888"/>
              <a:gd name="connsiteY10" fmla="*/ 378277 h 456897"/>
              <a:gd name="connsiteX11" fmla="*/ 19105 w 343888"/>
              <a:gd name="connsiteY11" fmla="*/ 376367 h 456897"/>
              <a:gd name="connsiteX12" fmla="*/ 70688 w 343888"/>
              <a:gd name="connsiteY12" fmla="*/ 273200 h 456897"/>
              <a:gd name="connsiteX13" fmla="*/ 210154 w 343888"/>
              <a:gd name="connsiteY13" fmla="*/ 5731 h 456897"/>
              <a:gd name="connsiteX14" fmla="*/ 191049 w 343888"/>
              <a:gd name="connsiteY14" fmla="*/ 0 h 456897"/>
              <a:gd name="connsiteX15" fmla="*/ 55404 w 343888"/>
              <a:gd name="connsiteY15" fmla="*/ 261737 h 456897"/>
              <a:gd name="connsiteX16" fmla="*/ 0 w 343888"/>
              <a:gd name="connsiteY16" fmla="*/ 376367 h 456897"/>
              <a:gd name="connsiteX17" fmla="*/ 84062 w 343888"/>
              <a:gd name="connsiteY17" fmla="*/ 456608 h 456897"/>
              <a:gd name="connsiteX18" fmla="*/ 85972 w 343888"/>
              <a:gd name="connsiteY18" fmla="*/ 456608 h 456897"/>
              <a:gd name="connsiteX19" fmla="*/ 101256 w 343888"/>
              <a:gd name="connsiteY19" fmla="*/ 456608 h 456897"/>
              <a:gd name="connsiteX20" fmla="*/ 120361 w 343888"/>
              <a:gd name="connsiteY20" fmla="*/ 448966 h 456897"/>
              <a:gd name="connsiteX21" fmla="*/ 177676 w 343888"/>
              <a:gd name="connsiteY21" fmla="*/ 431771 h 456897"/>
              <a:gd name="connsiteX22" fmla="*/ 221617 w 343888"/>
              <a:gd name="connsiteY22" fmla="*/ 445145 h 456897"/>
              <a:gd name="connsiteX23" fmla="*/ 254095 w 343888"/>
              <a:gd name="connsiteY23" fmla="*/ 456608 h 456897"/>
              <a:gd name="connsiteX24" fmla="*/ 343889 w 343888"/>
              <a:gd name="connsiteY24" fmla="*/ 378277 h 456897"/>
              <a:gd name="connsiteX25" fmla="*/ 343889 w 343888"/>
              <a:gd name="connsiteY25" fmla="*/ 366814 h 456897"/>
              <a:gd name="connsiteX26" fmla="*/ 299947 w 343888"/>
              <a:gd name="connsiteY26" fmla="*/ 286574 h 45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43888" h="456897">
                <a:moveTo>
                  <a:pt x="299947" y="286574"/>
                </a:moveTo>
                <a:lnTo>
                  <a:pt x="288484" y="301858"/>
                </a:lnTo>
                <a:cubicBezTo>
                  <a:pt x="309500" y="317142"/>
                  <a:pt x="322873" y="341978"/>
                  <a:pt x="324784" y="366814"/>
                </a:cubicBezTo>
                <a:cubicBezTo>
                  <a:pt x="328605" y="403114"/>
                  <a:pt x="301858" y="433682"/>
                  <a:pt x="265558" y="437503"/>
                </a:cubicBezTo>
                <a:cubicBezTo>
                  <a:pt x="261737" y="437503"/>
                  <a:pt x="257916" y="437503"/>
                  <a:pt x="254095" y="437503"/>
                </a:cubicBezTo>
                <a:cubicBezTo>
                  <a:pt x="246453" y="437503"/>
                  <a:pt x="236901" y="433682"/>
                  <a:pt x="231170" y="427950"/>
                </a:cubicBezTo>
                <a:cubicBezTo>
                  <a:pt x="215886" y="416487"/>
                  <a:pt x="196781" y="412666"/>
                  <a:pt x="177676" y="412666"/>
                </a:cubicBezTo>
                <a:cubicBezTo>
                  <a:pt x="154750" y="412666"/>
                  <a:pt x="131824" y="420308"/>
                  <a:pt x="112719" y="431771"/>
                </a:cubicBezTo>
                <a:cubicBezTo>
                  <a:pt x="108898" y="433682"/>
                  <a:pt x="105077" y="435592"/>
                  <a:pt x="101256" y="437503"/>
                </a:cubicBezTo>
                <a:lnTo>
                  <a:pt x="85972" y="437503"/>
                </a:lnTo>
                <a:cubicBezTo>
                  <a:pt x="51583" y="439413"/>
                  <a:pt x="21015" y="412666"/>
                  <a:pt x="19105" y="378277"/>
                </a:cubicBezTo>
                <a:lnTo>
                  <a:pt x="19105" y="376367"/>
                </a:lnTo>
                <a:cubicBezTo>
                  <a:pt x="19105" y="345799"/>
                  <a:pt x="40120" y="317142"/>
                  <a:pt x="70688" y="273200"/>
                </a:cubicBezTo>
                <a:cubicBezTo>
                  <a:pt x="131824" y="191049"/>
                  <a:pt x="179586" y="101256"/>
                  <a:pt x="210154" y="5731"/>
                </a:cubicBezTo>
                <a:lnTo>
                  <a:pt x="191049" y="0"/>
                </a:lnTo>
                <a:cubicBezTo>
                  <a:pt x="160481" y="93614"/>
                  <a:pt x="114630" y="183407"/>
                  <a:pt x="55404" y="261737"/>
                </a:cubicBezTo>
                <a:cubicBezTo>
                  <a:pt x="22926" y="307589"/>
                  <a:pt x="0" y="340068"/>
                  <a:pt x="0" y="376367"/>
                </a:cubicBezTo>
                <a:cubicBezTo>
                  <a:pt x="1910" y="422219"/>
                  <a:pt x="38210" y="458518"/>
                  <a:pt x="84062" y="456608"/>
                </a:cubicBezTo>
                <a:cubicBezTo>
                  <a:pt x="84062" y="456608"/>
                  <a:pt x="84062" y="456608"/>
                  <a:pt x="85972" y="456608"/>
                </a:cubicBezTo>
                <a:lnTo>
                  <a:pt x="101256" y="456608"/>
                </a:lnTo>
                <a:cubicBezTo>
                  <a:pt x="108898" y="454697"/>
                  <a:pt x="114630" y="452787"/>
                  <a:pt x="120361" y="448966"/>
                </a:cubicBezTo>
                <a:cubicBezTo>
                  <a:pt x="137555" y="439413"/>
                  <a:pt x="156660" y="433682"/>
                  <a:pt x="177676" y="431771"/>
                </a:cubicBezTo>
                <a:cubicBezTo>
                  <a:pt x="192960" y="431771"/>
                  <a:pt x="208244" y="435592"/>
                  <a:pt x="221617" y="445145"/>
                </a:cubicBezTo>
                <a:cubicBezTo>
                  <a:pt x="231170" y="452787"/>
                  <a:pt x="242632" y="456608"/>
                  <a:pt x="254095" y="456608"/>
                </a:cubicBezTo>
                <a:cubicBezTo>
                  <a:pt x="299947" y="460429"/>
                  <a:pt x="340068" y="426040"/>
                  <a:pt x="343889" y="378277"/>
                </a:cubicBezTo>
                <a:cubicBezTo>
                  <a:pt x="343889" y="374456"/>
                  <a:pt x="343889" y="370635"/>
                  <a:pt x="343889" y="366814"/>
                </a:cubicBezTo>
                <a:cubicBezTo>
                  <a:pt x="341978" y="336247"/>
                  <a:pt x="324784" y="305679"/>
                  <a:pt x="299947" y="28657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3" name="Graphic 145" descr="Stomach icon.">
            <a:extLst>
              <a:ext uri="{FF2B5EF4-FFF2-40B4-BE49-F238E27FC236}">
                <a16:creationId xmlns:a16="http://schemas.microsoft.com/office/drawing/2014/main" id="{850E4996-0B81-40DC-AA74-52C5DB291123}"/>
              </a:ext>
            </a:extLst>
          </p:cNvPr>
          <p:cNvSpPr>
            <a:spLocks noChangeAspect="1"/>
          </p:cNvSpPr>
          <p:nvPr/>
        </p:nvSpPr>
        <p:spPr>
          <a:xfrm>
            <a:off x="4662500" y="1397976"/>
            <a:ext cx="418806" cy="422218"/>
          </a:xfrm>
          <a:custGeom>
            <a:avLst/>
            <a:gdLst>
              <a:gd name="connsiteX0" fmla="*/ 72599 w 418806"/>
              <a:gd name="connsiteY0" fmla="*/ 278932 h 422218"/>
              <a:gd name="connsiteX1" fmla="*/ 118450 w 418806"/>
              <a:gd name="connsiteY1" fmla="*/ 280842 h 422218"/>
              <a:gd name="connsiteX2" fmla="*/ 120361 w 418806"/>
              <a:gd name="connsiteY2" fmla="*/ 280842 h 422218"/>
              <a:gd name="connsiteX3" fmla="*/ 194870 w 418806"/>
              <a:gd name="connsiteY3" fmla="*/ 257916 h 422218"/>
              <a:gd name="connsiteX4" fmla="*/ 223528 w 418806"/>
              <a:gd name="connsiteY4" fmla="*/ 145197 h 422218"/>
              <a:gd name="connsiteX5" fmla="*/ 198691 w 418806"/>
              <a:gd name="connsiteY5" fmla="*/ 103167 h 422218"/>
              <a:gd name="connsiteX6" fmla="*/ 179586 w 418806"/>
              <a:gd name="connsiteY6" fmla="*/ 64957 h 422218"/>
              <a:gd name="connsiteX7" fmla="*/ 171944 w 418806"/>
              <a:gd name="connsiteY7" fmla="*/ 0 h 422218"/>
              <a:gd name="connsiteX8" fmla="*/ 152839 w 418806"/>
              <a:gd name="connsiteY8" fmla="*/ 0 h 422218"/>
              <a:gd name="connsiteX9" fmla="*/ 160481 w 418806"/>
              <a:gd name="connsiteY9" fmla="*/ 70688 h 422218"/>
              <a:gd name="connsiteX10" fmla="*/ 181497 w 418806"/>
              <a:gd name="connsiteY10" fmla="*/ 114630 h 422218"/>
              <a:gd name="connsiteX11" fmla="*/ 204423 w 418806"/>
              <a:gd name="connsiteY11" fmla="*/ 154750 h 422218"/>
              <a:gd name="connsiteX12" fmla="*/ 181497 w 418806"/>
              <a:gd name="connsiteY12" fmla="*/ 244543 h 422218"/>
              <a:gd name="connsiteX13" fmla="*/ 124182 w 418806"/>
              <a:gd name="connsiteY13" fmla="*/ 261737 h 422218"/>
              <a:gd name="connsiteX14" fmla="*/ 122271 w 418806"/>
              <a:gd name="connsiteY14" fmla="*/ 261737 h 422218"/>
              <a:gd name="connsiteX15" fmla="*/ 68778 w 418806"/>
              <a:gd name="connsiteY15" fmla="*/ 259827 h 422218"/>
              <a:gd name="connsiteX16" fmla="*/ 0 w 418806"/>
              <a:gd name="connsiteY16" fmla="*/ 401203 h 422218"/>
              <a:gd name="connsiteX17" fmla="*/ 0 w 418806"/>
              <a:gd name="connsiteY17" fmla="*/ 420308 h 422218"/>
              <a:gd name="connsiteX18" fmla="*/ 19105 w 418806"/>
              <a:gd name="connsiteY18" fmla="*/ 420308 h 422218"/>
              <a:gd name="connsiteX19" fmla="*/ 19105 w 418806"/>
              <a:gd name="connsiteY19" fmla="*/ 401203 h 422218"/>
              <a:gd name="connsiteX20" fmla="*/ 72599 w 418806"/>
              <a:gd name="connsiteY20" fmla="*/ 278932 h 422218"/>
              <a:gd name="connsiteX21" fmla="*/ 385919 w 418806"/>
              <a:gd name="connsiteY21" fmla="*/ 76420 h 422218"/>
              <a:gd name="connsiteX22" fmla="*/ 324784 w 418806"/>
              <a:gd name="connsiteY22" fmla="*/ 42031 h 422218"/>
              <a:gd name="connsiteX23" fmla="*/ 265558 w 418806"/>
              <a:gd name="connsiteY23" fmla="*/ 61136 h 422218"/>
              <a:gd name="connsiteX24" fmla="*/ 257916 w 418806"/>
              <a:gd name="connsiteY24" fmla="*/ 66867 h 422218"/>
              <a:gd name="connsiteX25" fmla="*/ 242632 w 418806"/>
              <a:gd name="connsiteY25" fmla="*/ 68778 h 422218"/>
              <a:gd name="connsiteX26" fmla="*/ 231170 w 418806"/>
              <a:gd name="connsiteY26" fmla="*/ 53494 h 422218"/>
              <a:gd name="connsiteX27" fmla="*/ 229259 w 418806"/>
              <a:gd name="connsiteY27" fmla="*/ 13373 h 422218"/>
              <a:gd name="connsiteX28" fmla="*/ 229259 w 418806"/>
              <a:gd name="connsiteY28" fmla="*/ 0 h 422218"/>
              <a:gd name="connsiteX29" fmla="*/ 210154 w 418806"/>
              <a:gd name="connsiteY29" fmla="*/ 0 h 422218"/>
              <a:gd name="connsiteX30" fmla="*/ 210154 w 418806"/>
              <a:gd name="connsiteY30" fmla="*/ 13373 h 422218"/>
              <a:gd name="connsiteX31" fmla="*/ 213975 w 418806"/>
              <a:gd name="connsiteY31" fmla="*/ 61136 h 422218"/>
              <a:gd name="connsiteX32" fmla="*/ 236901 w 418806"/>
              <a:gd name="connsiteY32" fmla="*/ 87883 h 422218"/>
              <a:gd name="connsiteX33" fmla="*/ 267469 w 418806"/>
              <a:gd name="connsiteY33" fmla="*/ 84062 h 422218"/>
              <a:gd name="connsiteX34" fmla="*/ 275111 w 418806"/>
              <a:gd name="connsiteY34" fmla="*/ 78330 h 422218"/>
              <a:gd name="connsiteX35" fmla="*/ 322873 w 418806"/>
              <a:gd name="connsiteY35" fmla="*/ 63046 h 422218"/>
              <a:gd name="connsiteX36" fmla="*/ 370635 w 418806"/>
              <a:gd name="connsiteY36" fmla="*/ 89793 h 422218"/>
              <a:gd name="connsiteX37" fmla="*/ 399293 w 418806"/>
              <a:gd name="connsiteY37" fmla="*/ 194870 h 422218"/>
              <a:gd name="connsiteX38" fmla="*/ 357262 w 418806"/>
              <a:gd name="connsiteY38" fmla="*/ 324784 h 422218"/>
              <a:gd name="connsiteX39" fmla="*/ 221617 w 418806"/>
              <a:gd name="connsiteY39" fmla="*/ 387830 h 422218"/>
              <a:gd name="connsiteX40" fmla="*/ 221617 w 418806"/>
              <a:gd name="connsiteY40" fmla="*/ 387830 h 422218"/>
              <a:gd name="connsiteX41" fmla="*/ 181497 w 418806"/>
              <a:gd name="connsiteY41" fmla="*/ 380188 h 422218"/>
              <a:gd name="connsiteX42" fmla="*/ 171944 w 418806"/>
              <a:gd name="connsiteY42" fmla="*/ 376367 h 422218"/>
              <a:gd name="connsiteX43" fmla="*/ 137555 w 418806"/>
              <a:gd name="connsiteY43" fmla="*/ 349620 h 422218"/>
              <a:gd name="connsiteX44" fmla="*/ 101256 w 418806"/>
              <a:gd name="connsiteY44" fmla="*/ 326694 h 422218"/>
              <a:gd name="connsiteX45" fmla="*/ 63046 w 418806"/>
              <a:gd name="connsiteY45" fmla="*/ 343889 h 422218"/>
              <a:gd name="connsiteX46" fmla="*/ 57315 w 418806"/>
              <a:gd name="connsiteY46" fmla="*/ 362993 h 422218"/>
              <a:gd name="connsiteX47" fmla="*/ 57315 w 418806"/>
              <a:gd name="connsiteY47" fmla="*/ 403114 h 422218"/>
              <a:gd name="connsiteX48" fmla="*/ 57315 w 418806"/>
              <a:gd name="connsiteY48" fmla="*/ 422219 h 422218"/>
              <a:gd name="connsiteX49" fmla="*/ 76420 w 418806"/>
              <a:gd name="connsiteY49" fmla="*/ 422219 h 422218"/>
              <a:gd name="connsiteX50" fmla="*/ 76420 w 418806"/>
              <a:gd name="connsiteY50" fmla="*/ 403114 h 422218"/>
              <a:gd name="connsiteX51" fmla="*/ 76420 w 418806"/>
              <a:gd name="connsiteY51" fmla="*/ 364904 h 422218"/>
              <a:gd name="connsiteX52" fmla="*/ 80241 w 418806"/>
              <a:gd name="connsiteY52" fmla="*/ 351530 h 422218"/>
              <a:gd name="connsiteX53" fmla="*/ 99346 w 418806"/>
              <a:gd name="connsiteY53" fmla="*/ 343889 h 422218"/>
              <a:gd name="connsiteX54" fmla="*/ 124182 w 418806"/>
              <a:gd name="connsiteY54" fmla="*/ 361083 h 422218"/>
              <a:gd name="connsiteX55" fmla="*/ 164302 w 418806"/>
              <a:gd name="connsiteY55" fmla="*/ 391651 h 422218"/>
              <a:gd name="connsiteX56" fmla="*/ 175765 w 418806"/>
              <a:gd name="connsiteY56" fmla="*/ 395472 h 422218"/>
              <a:gd name="connsiteX57" fmla="*/ 221617 w 418806"/>
              <a:gd name="connsiteY57" fmla="*/ 403114 h 422218"/>
              <a:gd name="connsiteX58" fmla="*/ 221617 w 418806"/>
              <a:gd name="connsiteY58" fmla="*/ 403114 h 422218"/>
              <a:gd name="connsiteX59" fmla="*/ 372546 w 418806"/>
              <a:gd name="connsiteY59" fmla="*/ 332426 h 422218"/>
              <a:gd name="connsiteX60" fmla="*/ 418398 w 418806"/>
              <a:gd name="connsiteY60" fmla="*/ 189139 h 422218"/>
              <a:gd name="connsiteX61" fmla="*/ 385919 w 418806"/>
              <a:gd name="connsiteY61" fmla="*/ 76420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18806" h="422218">
                <a:moveTo>
                  <a:pt x="72599" y="278932"/>
                </a:moveTo>
                <a:cubicBezTo>
                  <a:pt x="87883" y="277021"/>
                  <a:pt x="103167" y="277021"/>
                  <a:pt x="118450" y="280842"/>
                </a:cubicBezTo>
                <a:lnTo>
                  <a:pt x="120361" y="280842"/>
                </a:lnTo>
                <a:cubicBezTo>
                  <a:pt x="147108" y="286574"/>
                  <a:pt x="175765" y="277021"/>
                  <a:pt x="194870" y="257916"/>
                </a:cubicBezTo>
                <a:cubicBezTo>
                  <a:pt x="223528" y="231170"/>
                  <a:pt x="240722" y="183407"/>
                  <a:pt x="223528" y="145197"/>
                </a:cubicBezTo>
                <a:cubicBezTo>
                  <a:pt x="215886" y="129913"/>
                  <a:pt x="208244" y="116540"/>
                  <a:pt x="198691" y="103167"/>
                </a:cubicBezTo>
                <a:cubicBezTo>
                  <a:pt x="191049" y="91704"/>
                  <a:pt x="183407" y="78330"/>
                  <a:pt x="179586" y="64957"/>
                </a:cubicBezTo>
                <a:cubicBezTo>
                  <a:pt x="173855" y="43941"/>
                  <a:pt x="170034" y="21015"/>
                  <a:pt x="171944" y="0"/>
                </a:cubicBezTo>
                <a:lnTo>
                  <a:pt x="152839" y="0"/>
                </a:lnTo>
                <a:cubicBezTo>
                  <a:pt x="152839" y="22926"/>
                  <a:pt x="154750" y="47762"/>
                  <a:pt x="160481" y="70688"/>
                </a:cubicBezTo>
                <a:cubicBezTo>
                  <a:pt x="164302" y="85972"/>
                  <a:pt x="171944" y="101256"/>
                  <a:pt x="181497" y="114630"/>
                </a:cubicBezTo>
                <a:cubicBezTo>
                  <a:pt x="191049" y="128003"/>
                  <a:pt x="198691" y="141376"/>
                  <a:pt x="204423" y="154750"/>
                </a:cubicBezTo>
                <a:cubicBezTo>
                  <a:pt x="219707" y="183407"/>
                  <a:pt x="202512" y="223528"/>
                  <a:pt x="181497" y="244543"/>
                </a:cubicBezTo>
                <a:cubicBezTo>
                  <a:pt x="166213" y="259827"/>
                  <a:pt x="145197" y="265558"/>
                  <a:pt x="124182" y="261737"/>
                </a:cubicBezTo>
                <a:lnTo>
                  <a:pt x="122271" y="261737"/>
                </a:lnTo>
                <a:cubicBezTo>
                  <a:pt x="105077" y="257916"/>
                  <a:pt x="85972" y="256006"/>
                  <a:pt x="68778" y="259827"/>
                </a:cubicBezTo>
                <a:cubicBezTo>
                  <a:pt x="24836" y="271290"/>
                  <a:pt x="0" y="322873"/>
                  <a:pt x="0" y="401203"/>
                </a:cubicBezTo>
                <a:lnTo>
                  <a:pt x="0" y="420308"/>
                </a:lnTo>
                <a:lnTo>
                  <a:pt x="19105" y="420308"/>
                </a:lnTo>
                <a:lnTo>
                  <a:pt x="19105" y="401203"/>
                </a:lnTo>
                <a:cubicBezTo>
                  <a:pt x="19105" y="334336"/>
                  <a:pt x="40120" y="288484"/>
                  <a:pt x="72599" y="278932"/>
                </a:cubicBezTo>
                <a:close/>
                <a:moveTo>
                  <a:pt x="385919" y="76420"/>
                </a:moveTo>
                <a:cubicBezTo>
                  <a:pt x="370635" y="57315"/>
                  <a:pt x="349620" y="45852"/>
                  <a:pt x="324784" y="42031"/>
                </a:cubicBezTo>
                <a:cubicBezTo>
                  <a:pt x="303768" y="40120"/>
                  <a:pt x="282753" y="47762"/>
                  <a:pt x="265558" y="61136"/>
                </a:cubicBezTo>
                <a:lnTo>
                  <a:pt x="257916" y="66867"/>
                </a:lnTo>
                <a:cubicBezTo>
                  <a:pt x="254095" y="70688"/>
                  <a:pt x="248364" y="70688"/>
                  <a:pt x="242632" y="68778"/>
                </a:cubicBezTo>
                <a:cubicBezTo>
                  <a:pt x="236901" y="66867"/>
                  <a:pt x="233080" y="61136"/>
                  <a:pt x="231170" y="53494"/>
                </a:cubicBezTo>
                <a:cubicBezTo>
                  <a:pt x="229259" y="42031"/>
                  <a:pt x="227349" y="28657"/>
                  <a:pt x="229259" y="13373"/>
                </a:cubicBezTo>
                <a:lnTo>
                  <a:pt x="229259" y="0"/>
                </a:lnTo>
                <a:lnTo>
                  <a:pt x="210154" y="0"/>
                </a:lnTo>
                <a:lnTo>
                  <a:pt x="210154" y="13373"/>
                </a:lnTo>
                <a:cubicBezTo>
                  <a:pt x="208244" y="28657"/>
                  <a:pt x="210154" y="45852"/>
                  <a:pt x="213975" y="61136"/>
                </a:cubicBezTo>
                <a:cubicBezTo>
                  <a:pt x="217796" y="72599"/>
                  <a:pt x="225438" y="82151"/>
                  <a:pt x="236901" y="87883"/>
                </a:cubicBezTo>
                <a:cubicBezTo>
                  <a:pt x="246453" y="91704"/>
                  <a:pt x="257916" y="89793"/>
                  <a:pt x="267469" y="84062"/>
                </a:cubicBezTo>
                <a:lnTo>
                  <a:pt x="275111" y="78330"/>
                </a:lnTo>
                <a:cubicBezTo>
                  <a:pt x="288484" y="66867"/>
                  <a:pt x="305679" y="61136"/>
                  <a:pt x="322873" y="63046"/>
                </a:cubicBezTo>
                <a:cubicBezTo>
                  <a:pt x="341978" y="64957"/>
                  <a:pt x="359172" y="74509"/>
                  <a:pt x="370635" y="89793"/>
                </a:cubicBezTo>
                <a:cubicBezTo>
                  <a:pt x="389740" y="112719"/>
                  <a:pt x="399293" y="147108"/>
                  <a:pt x="399293" y="194870"/>
                </a:cubicBezTo>
                <a:cubicBezTo>
                  <a:pt x="399293" y="242632"/>
                  <a:pt x="384009" y="286574"/>
                  <a:pt x="357262" y="324784"/>
                </a:cubicBezTo>
                <a:cubicBezTo>
                  <a:pt x="324784" y="364904"/>
                  <a:pt x="275111" y="389740"/>
                  <a:pt x="221617" y="387830"/>
                </a:cubicBezTo>
                <a:lnTo>
                  <a:pt x="221617" y="387830"/>
                </a:lnTo>
                <a:cubicBezTo>
                  <a:pt x="208244" y="387830"/>
                  <a:pt x="194870" y="385919"/>
                  <a:pt x="181497" y="380188"/>
                </a:cubicBezTo>
                <a:cubicBezTo>
                  <a:pt x="177676" y="378277"/>
                  <a:pt x="173855" y="378277"/>
                  <a:pt x="171944" y="376367"/>
                </a:cubicBezTo>
                <a:cubicBezTo>
                  <a:pt x="158571" y="370635"/>
                  <a:pt x="147108" y="361083"/>
                  <a:pt x="137555" y="349620"/>
                </a:cubicBezTo>
                <a:cubicBezTo>
                  <a:pt x="128003" y="338157"/>
                  <a:pt x="116540" y="330515"/>
                  <a:pt x="101256" y="326694"/>
                </a:cubicBezTo>
                <a:cubicBezTo>
                  <a:pt x="85972" y="324784"/>
                  <a:pt x="70688" y="330515"/>
                  <a:pt x="63046" y="343889"/>
                </a:cubicBezTo>
                <a:cubicBezTo>
                  <a:pt x="61136" y="347710"/>
                  <a:pt x="57315" y="355351"/>
                  <a:pt x="57315" y="362993"/>
                </a:cubicBezTo>
                <a:cubicBezTo>
                  <a:pt x="57315" y="374456"/>
                  <a:pt x="57315" y="389740"/>
                  <a:pt x="57315" y="403114"/>
                </a:cubicBezTo>
                <a:cubicBezTo>
                  <a:pt x="57315" y="408845"/>
                  <a:pt x="57315" y="414577"/>
                  <a:pt x="57315" y="422219"/>
                </a:cubicBezTo>
                <a:lnTo>
                  <a:pt x="76420" y="422219"/>
                </a:lnTo>
                <a:cubicBezTo>
                  <a:pt x="76420" y="416487"/>
                  <a:pt x="76420" y="410756"/>
                  <a:pt x="76420" y="403114"/>
                </a:cubicBezTo>
                <a:cubicBezTo>
                  <a:pt x="76420" y="389740"/>
                  <a:pt x="76420" y="376367"/>
                  <a:pt x="76420" y="364904"/>
                </a:cubicBezTo>
                <a:cubicBezTo>
                  <a:pt x="76420" y="361083"/>
                  <a:pt x="78330" y="355351"/>
                  <a:pt x="80241" y="351530"/>
                </a:cubicBezTo>
                <a:cubicBezTo>
                  <a:pt x="84062" y="345799"/>
                  <a:pt x="91704" y="341978"/>
                  <a:pt x="99346" y="343889"/>
                </a:cubicBezTo>
                <a:cubicBezTo>
                  <a:pt x="108898" y="347710"/>
                  <a:pt x="118450" y="353441"/>
                  <a:pt x="124182" y="361083"/>
                </a:cubicBezTo>
                <a:cubicBezTo>
                  <a:pt x="135645" y="374456"/>
                  <a:pt x="149018" y="384009"/>
                  <a:pt x="164302" y="391651"/>
                </a:cubicBezTo>
                <a:cubicBezTo>
                  <a:pt x="168123" y="393561"/>
                  <a:pt x="171944" y="395472"/>
                  <a:pt x="175765" y="395472"/>
                </a:cubicBezTo>
                <a:cubicBezTo>
                  <a:pt x="191049" y="401203"/>
                  <a:pt x="206333" y="403114"/>
                  <a:pt x="221617" y="403114"/>
                </a:cubicBezTo>
                <a:lnTo>
                  <a:pt x="221617" y="403114"/>
                </a:lnTo>
                <a:cubicBezTo>
                  <a:pt x="280842" y="405024"/>
                  <a:pt x="336247" y="378277"/>
                  <a:pt x="372546" y="332426"/>
                </a:cubicBezTo>
                <a:cubicBezTo>
                  <a:pt x="403114" y="290395"/>
                  <a:pt x="420308" y="240722"/>
                  <a:pt x="418398" y="189139"/>
                </a:cubicBezTo>
                <a:cubicBezTo>
                  <a:pt x="420308" y="160481"/>
                  <a:pt x="416487" y="112719"/>
                  <a:pt x="385919" y="7642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" name="Freeform 34" descr="Lungs icon.">
            <a:extLst>
              <a:ext uri="{FF2B5EF4-FFF2-40B4-BE49-F238E27FC236}">
                <a16:creationId xmlns:a16="http://schemas.microsoft.com/office/drawing/2014/main" id="{0A7B8D0D-0922-4D86-A987-8B6D86231B6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859320" y="1399570"/>
            <a:ext cx="456948" cy="420624"/>
          </a:xfrm>
          <a:custGeom>
            <a:avLst/>
            <a:gdLst>
              <a:gd name="T0" fmla="*/ 1863 w 2753"/>
              <a:gd name="T1" fmla="*/ 336 h 2536"/>
              <a:gd name="T2" fmla="*/ 1606 w 2753"/>
              <a:gd name="T3" fmla="*/ 461 h 2536"/>
              <a:gd name="T4" fmla="*/ 1376 w 2753"/>
              <a:gd name="T5" fmla="*/ 0 h 2536"/>
              <a:gd name="T6" fmla="*/ 1146 w 2753"/>
              <a:gd name="T7" fmla="*/ 115 h 2536"/>
              <a:gd name="T8" fmla="*/ 1056 w 2753"/>
              <a:gd name="T9" fmla="*/ 415 h 2536"/>
              <a:gd name="T10" fmla="*/ 559 w 2753"/>
              <a:gd name="T11" fmla="*/ 504 h 2536"/>
              <a:gd name="T12" fmla="*/ 448 w 2753"/>
              <a:gd name="T13" fmla="*/ 2536 h 2536"/>
              <a:gd name="T14" fmla="*/ 1091 w 2753"/>
              <a:gd name="T15" fmla="*/ 2207 h 2536"/>
              <a:gd name="T16" fmla="*/ 1310 w 2753"/>
              <a:gd name="T17" fmla="*/ 1783 h 2536"/>
              <a:gd name="T18" fmla="*/ 1285 w 2753"/>
              <a:gd name="T19" fmla="*/ 865 h 2536"/>
              <a:gd name="T20" fmla="*/ 1430 w 2753"/>
              <a:gd name="T21" fmla="*/ 781 h 2536"/>
              <a:gd name="T22" fmla="*/ 1468 w 2753"/>
              <a:gd name="T23" fmla="*/ 865 h 2536"/>
              <a:gd name="T24" fmla="*/ 1442 w 2753"/>
              <a:gd name="T25" fmla="*/ 1783 h 2536"/>
              <a:gd name="T26" fmla="*/ 1661 w 2753"/>
              <a:gd name="T27" fmla="*/ 2207 h 2536"/>
              <a:gd name="T28" fmla="*/ 2303 w 2753"/>
              <a:gd name="T29" fmla="*/ 2536 h 2536"/>
              <a:gd name="T30" fmla="*/ 2195 w 2753"/>
              <a:gd name="T31" fmla="*/ 506 h 2536"/>
              <a:gd name="T32" fmla="*/ 983 w 2753"/>
              <a:gd name="T33" fmla="*/ 895 h 2536"/>
              <a:gd name="T34" fmla="*/ 619 w 2753"/>
              <a:gd name="T35" fmla="*/ 1195 h 2536"/>
              <a:gd name="T36" fmla="*/ 823 w 2753"/>
              <a:gd name="T37" fmla="*/ 1275 h 2536"/>
              <a:gd name="T38" fmla="*/ 638 w 2753"/>
              <a:gd name="T39" fmla="*/ 1747 h 2536"/>
              <a:gd name="T40" fmla="*/ 627 w 2753"/>
              <a:gd name="T41" fmla="*/ 1880 h 2536"/>
              <a:gd name="T42" fmla="*/ 743 w 2753"/>
              <a:gd name="T43" fmla="*/ 1797 h 2536"/>
              <a:gd name="T44" fmla="*/ 930 w 2753"/>
              <a:gd name="T45" fmla="*/ 1318 h 2536"/>
              <a:gd name="T46" fmla="*/ 1162 w 2753"/>
              <a:gd name="T47" fmla="*/ 850 h 2536"/>
              <a:gd name="T48" fmla="*/ 1195 w 2753"/>
              <a:gd name="T49" fmla="*/ 1437 h 2536"/>
              <a:gd name="T50" fmla="*/ 1139 w 2753"/>
              <a:gd name="T51" fmla="*/ 2033 h 2536"/>
              <a:gd name="T52" fmla="*/ 574 w 2753"/>
              <a:gd name="T53" fmla="*/ 2387 h 2536"/>
              <a:gd name="T54" fmla="*/ 641 w 2753"/>
              <a:gd name="T55" fmla="*/ 585 h 2536"/>
              <a:gd name="T56" fmla="*/ 985 w 2753"/>
              <a:gd name="T57" fmla="*/ 506 h 2536"/>
              <a:gd name="T58" fmla="*/ 1261 w 2753"/>
              <a:gd name="T59" fmla="*/ 461 h 2536"/>
              <a:gd name="T60" fmla="*/ 1376 w 2753"/>
              <a:gd name="T61" fmla="*/ 115 h 2536"/>
              <a:gd name="T62" fmla="*/ 1587 w 2753"/>
              <a:gd name="T63" fmla="*/ 574 h 2536"/>
              <a:gd name="T64" fmla="*/ 1873 w 2753"/>
              <a:gd name="T65" fmla="*/ 451 h 2536"/>
              <a:gd name="T66" fmla="*/ 2509 w 2753"/>
              <a:gd name="T67" fmla="*/ 2103 h 2536"/>
              <a:gd name="T68" fmla="*/ 1761 w 2753"/>
              <a:gd name="T69" fmla="*/ 2132 h 2536"/>
              <a:gd name="T70" fmla="*/ 1557 w 2753"/>
              <a:gd name="T71" fmla="*/ 1799 h 2536"/>
              <a:gd name="T72" fmla="*/ 1559 w 2753"/>
              <a:gd name="T73" fmla="*/ 1206 h 2536"/>
              <a:gd name="T74" fmla="*/ 1650 w 2753"/>
              <a:gd name="T75" fmla="*/ 898 h 2536"/>
              <a:gd name="T76" fmla="*/ 1836 w 2753"/>
              <a:gd name="T77" fmla="*/ 1320 h 2536"/>
              <a:gd name="T78" fmla="*/ 2012 w 2753"/>
              <a:gd name="T79" fmla="*/ 1786 h 2536"/>
              <a:gd name="T80" fmla="*/ 2125 w 2753"/>
              <a:gd name="T81" fmla="*/ 2074 h 2536"/>
              <a:gd name="T82" fmla="*/ 2386 w 2753"/>
              <a:gd name="T83" fmla="*/ 1866 h 2536"/>
              <a:gd name="T84" fmla="*/ 2061 w 2753"/>
              <a:gd name="T85" fmla="*/ 1588 h 2536"/>
              <a:gd name="T86" fmla="*/ 2120 w 2753"/>
              <a:gd name="T87" fmla="*/ 1307 h 2536"/>
              <a:gd name="T88" fmla="*/ 1851 w 2753"/>
              <a:gd name="T89" fmla="*/ 1038 h 2536"/>
              <a:gd name="T90" fmla="*/ 1447 w 2753"/>
              <a:gd name="T91" fmla="*/ 667 h 2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53" h="2536">
                <a:moveTo>
                  <a:pt x="2195" y="506"/>
                </a:moveTo>
                <a:cubicBezTo>
                  <a:pt x="2146" y="453"/>
                  <a:pt x="2097" y="411"/>
                  <a:pt x="2046" y="380"/>
                </a:cubicBezTo>
                <a:cubicBezTo>
                  <a:pt x="1991" y="346"/>
                  <a:pt x="1926" y="330"/>
                  <a:pt x="1863" y="336"/>
                </a:cubicBezTo>
                <a:cubicBezTo>
                  <a:pt x="1808" y="341"/>
                  <a:pt x="1753" y="367"/>
                  <a:pt x="1692" y="419"/>
                </a:cubicBezTo>
                <a:cubicBezTo>
                  <a:pt x="1659" y="447"/>
                  <a:pt x="1638" y="465"/>
                  <a:pt x="1614" y="461"/>
                </a:cubicBezTo>
                <a:cubicBezTo>
                  <a:pt x="1606" y="461"/>
                  <a:pt x="1606" y="461"/>
                  <a:pt x="1606" y="461"/>
                </a:cubicBezTo>
                <a:cubicBezTo>
                  <a:pt x="1606" y="115"/>
                  <a:pt x="1606" y="115"/>
                  <a:pt x="1606" y="115"/>
                </a:cubicBezTo>
                <a:cubicBezTo>
                  <a:pt x="1606" y="52"/>
                  <a:pt x="1555" y="0"/>
                  <a:pt x="1491" y="0"/>
                </a:cubicBezTo>
                <a:cubicBezTo>
                  <a:pt x="1376" y="0"/>
                  <a:pt x="1376" y="0"/>
                  <a:pt x="1376" y="0"/>
                </a:cubicBezTo>
                <a:cubicBezTo>
                  <a:pt x="1376" y="0"/>
                  <a:pt x="1376" y="0"/>
                  <a:pt x="1376" y="0"/>
                </a:cubicBezTo>
                <a:cubicBezTo>
                  <a:pt x="1261" y="0"/>
                  <a:pt x="1261" y="0"/>
                  <a:pt x="1261" y="0"/>
                </a:cubicBezTo>
                <a:cubicBezTo>
                  <a:pt x="1198" y="0"/>
                  <a:pt x="1146" y="52"/>
                  <a:pt x="1146" y="115"/>
                </a:cubicBezTo>
                <a:cubicBezTo>
                  <a:pt x="1146" y="461"/>
                  <a:pt x="1146" y="461"/>
                  <a:pt x="1146" y="461"/>
                </a:cubicBezTo>
                <a:cubicBezTo>
                  <a:pt x="1138" y="461"/>
                  <a:pt x="1138" y="461"/>
                  <a:pt x="1138" y="461"/>
                </a:cubicBezTo>
                <a:cubicBezTo>
                  <a:pt x="1115" y="465"/>
                  <a:pt x="1093" y="447"/>
                  <a:pt x="1056" y="415"/>
                </a:cubicBezTo>
                <a:cubicBezTo>
                  <a:pt x="999" y="367"/>
                  <a:pt x="945" y="341"/>
                  <a:pt x="889" y="336"/>
                </a:cubicBezTo>
                <a:cubicBezTo>
                  <a:pt x="827" y="331"/>
                  <a:pt x="761" y="346"/>
                  <a:pt x="706" y="380"/>
                </a:cubicBezTo>
                <a:cubicBezTo>
                  <a:pt x="655" y="411"/>
                  <a:pt x="607" y="453"/>
                  <a:pt x="559" y="504"/>
                </a:cubicBezTo>
                <a:cubicBezTo>
                  <a:pt x="536" y="527"/>
                  <a:pt x="0" y="1066"/>
                  <a:pt x="128" y="2110"/>
                </a:cubicBezTo>
                <a:cubicBezTo>
                  <a:pt x="129" y="2122"/>
                  <a:pt x="149" y="2402"/>
                  <a:pt x="320" y="2501"/>
                </a:cubicBezTo>
                <a:cubicBezTo>
                  <a:pt x="359" y="2524"/>
                  <a:pt x="402" y="2536"/>
                  <a:pt x="448" y="2536"/>
                </a:cubicBezTo>
                <a:cubicBezTo>
                  <a:pt x="503" y="2536"/>
                  <a:pt x="563" y="2520"/>
                  <a:pt x="629" y="2488"/>
                </a:cubicBezTo>
                <a:cubicBezTo>
                  <a:pt x="1052" y="2230"/>
                  <a:pt x="1052" y="2230"/>
                  <a:pt x="1052" y="2230"/>
                </a:cubicBezTo>
                <a:cubicBezTo>
                  <a:pt x="1064" y="2222"/>
                  <a:pt x="1077" y="2215"/>
                  <a:pt x="1091" y="2207"/>
                </a:cubicBezTo>
                <a:cubicBezTo>
                  <a:pt x="1137" y="2181"/>
                  <a:pt x="1189" y="2152"/>
                  <a:pt x="1227" y="2108"/>
                </a:cubicBezTo>
                <a:cubicBezTo>
                  <a:pt x="1306" y="2016"/>
                  <a:pt x="1308" y="1901"/>
                  <a:pt x="1310" y="1801"/>
                </a:cubicBezTo>
                <a:cubicBezTo>
                  <a:pt x="1310" y="1783"/>
                  <a:pt x="1310" y="1783"/>
                  <a:pt x="1310" y="1783"/>
                </a:cubicBezTo>
                <a:cubicBezTo>
                  <a:pt x="1313" y="1666"/>
                  <a:pt x="1312" y="1553"/>
                  <a:pt x="1310" y="1435"/>
                </a:cubicBezTo>
                <a:cubicBezTo>
                  <a:pt x="1309" y="1361"/>
                  <a:pt x="1308" y="1286"/>
                  <a:pt x="1308" y="1206"/>
                </a:cubicBezTo>
                <a:cubicBezTo>
                  <a:pt x="1308" y="1103"/>
                  <a:pt x="1305" y="982"/>
                  <a:pt x="1285" y="865"/>
                </a:cubicBezTo>
                <a:cubicBezTo>
                  <a:pt x="1280" y="841"/>
                  <a:pt x="1272" y="816"/>
                  <a:pt x="1265" y="792"/>
                </a:cubicBezTo>
                <a:cubicBezTo>
                  <a:pt x="1301" y="781"/>
                  <a:pt x="1339" y="778"/>
                  <a:pt x="1382" y="777"/>
                </a:cubicBezTo>
                <a:cubicBezTo>
                  <a:pt x="1398" y="777"/>
                  <a:pt x="1414" y="778"/>
                  <a:pt x="1430" y="781"/>
                </a:cubicBezTo>
                <a:cubicBezTo>
                  <a:pt x="1443" y="783"/>
                  <a:pt x="1455" y="785"/>
                  <a:pt x="1474" y="790"/>
                </a:cubicBezTo>
                <a:cubicBezTo>
                  <a:pt x="1478" y="791"/>
                  <a:pt x="1482" y="792"/>
                  <a:pt x="1486" y="794"/>
                </a:cubicBezTo>
                <a:cubicBezTo>
                  <a:pt x="1480" y="818"/>
                  <a:pt x="1472" y="842"/>
                  <a:pt x="1468" y="865"/>
                </a:cubicBezTo>
                <a:cubicBezTo>
                  <a:pt x="1447" y="983"/>
                  <a:pt x="1444" y="1103"/>
                  <a:pt x="1444" y="1206"/>
                </a:cubicBezTo>
                <a:cubicBezTo>
                  <a:pt x="1444" y="1286"/>
                  <a:pt x="1443" y="1361"/>
                  <a:pt x="1442" y="1435"/>
                </a:cubicBezTo>
                <a:cubicBezTo>
                  <a:pt x="1441" y="1553"/>
                  <a:pt x="1439" y="1666"/>
                  <a:pt x="1442" y="1783"/>
                </a:cubicBezTo>
                <a:cubicBezTo>
                  <a:pt x="1442" y="1801"/>
                  <a:pt x="1442" y="1801"/>
                  <a:pt x="1442" y="1801"/>
                </a:cubicBezTo>
                <a:cubicBezTo>
                  <a:pt x="1444" y="1902"/>
                  <a:pt x="1447" y="2016"/>
                  <a:pt x="1526" y="2108"/>
                </a:cubicBezTo>
                <a:cubicBezTo>
                  <a:pt x="1563" y="2152"/>
                  <a:pt x="1615" y="2181"/>
                  <a:pt x="1661" y="2207"/>
                </a:cubicBezTo>
                <a:cubicBezTo>
                  <a:pt x="1675" y="2215"/>
                  <a:pt x="1688" y="2222"/>
                  <a:pt x="1701" y="2230"/>
                </a:cubicBezTo>
                <a:cubicBezTo>
                  <a:pt x="2128" y="2491"/>
                  <a:pt x="2128" y="2491"/>
                  <a:pt x="2128" y="2491"/>
                </a:cubicBezTo>
                <a:cubicBezTo>
                  <a:pt x="2191" y="2521"/>
                  <a:pt x="2249" y="2536"/>
                  <a:pt x="2303" y="2536"/>
                </a:cubicBezTo>
                <a:cubicBezTo>
                  <a:pt x="2350" y="2536"/>
                  <a:pt x="2393" y="2524"/>
                  <a:pt x="2433" y="2501"/>
                </a:cubicBezTo>
                <a:cubicBezTo>
                  <a:pt x="2603" y="2402"/>
                  <a:pt x="2624" y="2122"/>
                  <a:pt x="2624" y="2113"/>
                </a:cubicBezTo>
                <a:cubicBezTo>
                  <a:pt x="2753" y="1066"/>
                  <a:pt x="2216" y="527"/>
                  <a:pt x="2195" y="506"/>
                </a:cubicBezTo>
                <a:moveTo>
                  <a:pt x="1381" y="661"/>
                </a:moveTo>
                <a:cubicBezTo>
                  <a:pt x="1314" y="663"/>
                  <a:pt x="1241" y="669"/>
                  <a:pt x="1169" y="705"/>
                </a:cubicBezTo>
                <a:cubicBezTo>
                  <a:pt x="1090" y="746"/>
                  <a:pt x="1022" y="815"/>
                  <a:pt x="983" y="895"/>
                </a:cubicBezTo>
                <a:cubicBezTo>
                  <a:pt x="968" y="926"/>
                  <a:pt x="955" y="957"/>
                  <a:pt x="941" y="988"/>
                </a:cubicBezTo>
                <a:cubicBezTo>
                  <a:pt x="920" y="1036"/>
                  <a:pt x="901" y="1085"/>
                  <a:pt x="881" y="1134"/>
                </a:cubicBezTo>
                <a:cubicBezTo>
                  <a:pt x="619" y="1195"/>
                  <a:pt x="619" y="1195"/>
                  <a:pt x="619" y="1195"/>
                </a:cubicBezTo>
                <a:cubicBezTo>
                  <a:pt x="645" y="1307"/>
                  <a:pt x="645" y="1307"/>
                  <a:pt x="645" y="1307"/>
                </a:cubicBezTo>
                <a:cubicBezTo>
                  <a:pt x="827" y="1265"/>
                  <a:pt x="827" y="1265"/>
                  <a:pt x="827" y="1265"/>
                </a:cubicBezTo>
                <a:cubicBezTo>
                  <a:pt x="826" y="1268"/>
                  <a:pt x="825" y="1271"/>
                  <a:pt x="823" y="1275"/>
                </a:cubicBezTo>
                <a:cubicBezTo>
                  <a:pt x="782" y="1377"/>
                  <a:pt x="742" y="1480"/>
                  <a:pt x="701" y="1582"/>
                </a:cubicBezTo>
                <a:cubicBezTo>
                  <a:pt x="687" y="1619"/>
                  <a:pt x="687" y="1619"/>
                  <a:pt x="687" y="1619"/>
                </a:cubicBezTo>
                <a:cubicBezTo>
                  <a:pt x="670" y="1661"/>
                  <a:pt x="654" y="1703"/>
                  <a:pt x="638" y="1747"/>
                </a:cubicBezTo>
                <a:cubicBezTo>
                  <a:pt x="597" y="1767"/>
                  <a:pt x="482" y="1820"/>
                  <a:pt x="378" y="1867"/>
                </a:cubicBezTo>
                <a:cubicBezTo>
                  <a:pt x="425" y="1972"/>
                  <a:pt x="425" y="1972"/>
                  <a:pt x="425" y="1972"/>
                </a:cubicBezTo>
                <a:cubicBezTo>
                  <a:pt x="518" y="1930"/>
                  <a:pt x="582" y="1901"/>
                  <a:pt x="627" y="1880"/>
                </a:cubicBezTo>
                <a:cubicBezTo>
                  <a:pt x="627" y="2074"/>
                  <a:pt x="627" y="2074"/>
                  <a:pt x="627" y="2074"/>
                </a:cubicBezTo>
                <a:cubicBezTo>
                  <a:pt x="743" y="2074"/>
                  <a:pt x="743" y="2074"/>
                  <a:pt x="743" y="2074"/>
                </a:cubicBezTo>
                <a:cubicBezTo>
                  <a:pt x="743" y="1797"/>
                  <a:pt x="743" y="1797"/>
                  <a:pt x="743" y="1797"/>
                </a:cubicBezTo>
                <a:cubicBezTo>
                  <a:pt x="759" y="1751"/>
                  <a:pt x="777" y="1706"/>
                  <a:pt x="794" y="1661"/>
                </a:cubicBezTo>
                <a:cubicBezTo>
                  <a:pt x="809" y="1624"/>
                  <a:pt x="809" y="1624"/>
                  <a:pt x="809" y="1624"/>
                </a:cubicBezTo>
                <a:cubicBezTo>
                  <a:pt x="849" y="1522"/>
                  <a:pt x="889" y="1420"/>
                  <a:pt x="930" y="1318"/>
                </a:cubicBezTo>
                <a:cubicBezTo>
                  <a:pt x="968" y="1223"/>
                  <a:pt x="1007" y="1127"/>
                  <a:pt x="1047" y="1033"/>
                </a:cubicBezTo>
                <a:cubicBezTo>
                  <a:pt x="1060" y="1004"/>
                  <a:pt x="1072" y="974"/>
                  <a:pt x="1086" y="946"/>
                </a:cubicBezTo>
                <a:cubicBezTo>
                  <a:pt x="1104" y="909"/>
                  <a:pt x="1131" y="876"/>
                  <a:pt x="1162" y="850"/>
                </a:cubicBezTo>
                <a:cubicBezTo>
                  <a:pt x="1165" y="861"/>
                  <a:pt x="1169" y="873"/>
                  <a:pt x="1171" y="885"/>
                </a:cubicBezTo>
                <a:cubicBezTo>
                  <a:pt x="1190" y="993"/>
                  <a:pt x="1193" y="1103"/>
                  <a:pt x="1193" y="1206"/>
                </a:cubicBezTo>
                <a:cubicBezTo>
                  <a:pt x="1193" y="1286"/>
                  <a:pt x="1194" y="1362"/>
                  <a:pt x="1195" y="1437"/>
                </a:cubicBezTo>
                <a:cubicBezTo>
                  <a:pt x="1197" y="1553"/>
                  <a:pt x="1198" y="1665"/>
                  <a:pt x="1195" y="1780"/>
                </a:cubicBezTo>
                <a:cubicBezTo>
                  <a:pt x="1195" y="1798"/>
                  <a:pt x="1195" y="1798"/>
                  <a:pt x="1195" y="1798"/>
                </a:cubicBezTo>
                <a:cubicBezTo>
                  <a:pt x="1193" y="1888"/>
                  <a:pt x="1191" y="1972"/>
                  <a:pt x="1139" y="2033"/>
                </a:cubicBezTo>
                <a:cubicBezTo>
                  <a:pt x="1115" y="2061"/>
                  <a:pt x="1074" y="2085"/>
                  <a:pt x="1034" y="2107"/>
                </a:cubicBezTo>
                <a:cubicBezTo>
                  <a:pt x="1019" y="2115"/>
                  <a:pt x="1005" y="2124"/>
                  <a:pt x="991" y="2132"/>
                </a:cubicBezTo>
                <a:cubicBezTo>
                  <a:pt x="574" y="2387"/>
                  <a:pt x="574" y="2387"/>
                  <a:pt x="574" y="2387"/>
                </a:cubicBezTo>
                <a:cubicBezTo>
                  <a:pt x="494" y="2426"/>
                  <a:pt x="427" y="2431"/>
                  <a:pt x="378" y="2402"/>
                </a:cubicBezTo>
                <a:cubicBezTo>
                  <a:pt x="280" y="2345"/>
                  <a:pt x="247" y="2166"/>
                  <a:pt x="242" y="2099"/>
                </a:cubicBezTo>
                <a:cubicBezTo>
                  <a:pt x="121" y="1112"/>
                  <a:pt x="634" y="592"/>
                  <a:pt x="641" y="585"/>
                </a:cubicBezTo>
                <a:cubicBezTo>
                  <a:pt x="684" y="539"/>
                  <a:pt x="725" y="504"/>
                  <a:pt x="766" y="478"/>
                </a:cubicBezTo>
                <a:cubicBezTo>
                  <a:pt x="800" y="457"/>
                  <a:pt x="842" y="447"/>
                  <a:pt x="879" y="451"/>
                </a:cubicBezTo>
                <a:cubicBezTo>
                  <a:pt x="910" y="454"/>
                  <a:pt x="943" y="470"/>
                  <a:pt x="985" y="506"/>
                </a:cubicBezTo>
                <a:cubicBezTo>
                  <a:pt x="1025" y="540"/>
                  <a:pt x="1079" y="585"/>
                  <a:pt x="1154" y="576"/>
                </a:cubicBezTo>
                <a:cubicBezTo>
                  <a:pt x="1165" y="574"/>
                  <a:pt x="1165" y="574"/>
                  <a:pt x="1165" y="574"/>
                </a:cubicBezTo>
                <a:cubicBezTo>
                  <a:pt x="1215" y="569"/>
                  <a:pt x="1261" y="551"/>
                  <a:pt x="1261" y="461"/>
                </a:cubicBezTo>
                <a:cubicBezTo>
                  <a:pt x="1261" y="115"/>
                  <a:pt x="1261" y="115"/>
                  <a:pt x="1261" y="115"/>
                </a:cubicBezTo>
                <a:cubicBezTo>
                  <a:pt x="1376" y="115"/>
                  <a:pt x="1376" y="115"/>
                  <a:pt x="1376" y="115"/>
                </a:cubicBezTo>
                <a:cubicBezTo>
                  <a:pt x="1376" y="115"/>
                  <a:pt x="1376" y="115"/>
                  <a:pt x="1376" y="115"/>
                </a:cubicBezTo>
                <a:cubicBezTo>
                  <a:pt x="1491" y="115"/>
                  <a:pt x="1491" y="115"/>
                  <a:pt x="1491" y="115"/>
                </a:cubicBezTo>
                <a:cubicBezTo>
                  <a:pt x="1491" y="461"/>
                  <a:pt x="1491" y="461"/>
                  <a:pt x="1491" y="461"/>
                </a:cubicBezTo>
                <a:cubicBezTo>
                  <a:pt x="1491" y="551"/>
                  <a:pt x="1537" y="569"/>
                  <a:pt x="1587" y="574"/>
                </a:cubicBezTo>
                <a:cubicBezTo>
                  <a:pt x="1599" y="576"/>
                  <a:pt x="1599" y="576"/>
                  <a:pt x="1599" y="576"/>
                </a:cubicBezTo>
                <a:cubicBezTo>
                  <a:pt x="1673" y="585"/>
                  <a:pt x="1728" y="540"/>
                  <a:pt x="1771" y="503"/>
                </a:cubicBezTo>
                <a:cubicBezTo>
                  <a:pt x="1810" y="470"/>
                  <a:pt x="1842" y="454"/>
                  <a:pt x="1873" y="451"/>
                </a:cubicBezTo>
                <a:cubicBezTo>
                  <a:pt x="1911" y="447"/>
                  <a:pt x="1952" y="457"/>
                  <a:pt x="1986" y="478"/>
                </a:cubicBezTo>
                <a:cubicBezTo>
                  <a:pt x="2027" y="504"/>
                  <a:pt x="2068" y="539"/>
                  <a:pt x="2113" y="586"/>
                </a:cubicBezTo>
                <a:cubicBezTo>
                  <a:pt x="2118" y="592"/>
                  <a:pt x="2631" y="1112"/>
                  <a:pt x="2509" y="2103"/>
                </a:cubicBezTo>
                <a:cubicBezTo>
                  <a:pt x="2505" y="2166"/>
                  <a:pt x="2472" y="2345"/>
                  <a:pt x="2375" y="2402"/>
                </a:cubicBezTo>
                <a:cubicBezTo>
                  <a:pt x="2325" y="2431"/>
                  <a:pt x="2259" y="2426"/>
                  <a:pt x="2183" y="2390"/>
                </a:cubicBezTo>
                <a:cubicBezTo>
                  <a:pt x="1761" y="2132"/>
                  <a:pt x="1761" y="2132"/>
                  <a:pt x="1761" y="2132"/>
                </a:cubicBezTo>
                <a:cubicBezTo>
                  <a:pt x="1747" y="2124"/>
                  <a:pt x="1733" y="2115"/>
                  <a:pt x="1718" y="2107"/>
                </a:cubicBezTo>
                <a:cubicBezTo>
                  <a:pt x="1678" y="2085"/>
                  <a:pt x="1638" y="2061"/>
                  <a:pt x="1613" y="2033"/>
                </a:cubicBezTo>
                <a:cubicBezTo>
                  <a:pt x="1561" y="1972"/>
                  <a:pt x="1559" y="1888"/>
                  <a:pt x="1557" y="1799"/>
                </a:cubicBezTo>
                <a:cubicBezTo>
                  <a:pt x="1557" y="1780"/>
                  <a:pt x="1557" y="1780"/>
                  <a:pt x="1557" y="1780"/>
                </a:cubicBezTo>
                <a:cubicBezTo>
                  <a:pt x="1554" y="1665"/>
                  <a:pt x="1556" y="1553"/>
                  <a:pt x="1557" y="1437"/>
                </a:cubicBezTo>
                <a:cubicBezTo>
                  <a:pt x="1558" y="1362"/>
                  <a:pt x="1559" y="1286"/>
                  <a:pt x="1559" y="1206"/>
                </a:cubicBezTo>
                <a:cubicBezTo>
                  <a:pt x="1559" y="1103"/>
                  <a:pt x="1562" y="994"/>
                  <a:pt x="1581" y="885"/>
                </a:cubicBezTo>
                <a:cubicBezTo>
                  <a:pt x="1583" y="872"/>
                  <a:pt x="1588" y="858"/>
                  <a:pt x="1592" y="845"/>
                </a:cubicBezTo>
                <a:cubicBezTo>
                  <a:pt x="1614" y="860"/>
                  <a:pt x="1634" y="878"/>
                  <a:pt x="1650" y="898"/>
                </a:cubicBezTo>
                <a:cubicBezTo>
                  <a:pt x="1691" y="950"/>
                  <a:pt x="1718" y="1017"/>
                  <a:pt x="1748" y="1089"/>
                </a:cubicBezTo>
                <a:cubicBezTo>
                  <a:pt x="1768" y="1138"/>
                  <a:pt x="1786" y="1187"/>
                  <a:pt x="1804" y="1236"/>
                </a:cubicBezTo>
                <a:cubicBezTo>
                  <a:pt x="1836" y="1320"/>
                  <a:pt x="1836" y="1320"/>
                  <a:pt x="1836" y="1320"/>
                </a:cubicBezTo>
                <a:cubicBezTo>
                  <a:pt x="1876" y="1423"/>
                  <a:pt x="1915" y="1525"/>
                  <a:pt x="1953" y="1628"/>
                </a:cubicBezTo>
                <a:cubicBezTo>
                  <a:pt x="1963" y="1655"/>
                  <a:pt x="1963" y="1655"/>
                  <a:pt x="1963" y="1655"/>
                </a:cubicBezTo>
                <a:cubicBezTo>
                  <a:pt x="1980" y="1698"/>
                  <a:pt x="1996" y="1742"/>
                  <a:pt x="2012" y="1786"/>
                </a:cubicBezTo>
                <a:cubicBezTo>
                  <a:pt x="2010" y="1786"/>
                  <a:pt x="2010" y="1786"/>
                  <a:pt x="2010" y="1786"/>
                </a:cubicBezTo>
                <a:cubicBezTo>
                  <a:pt x="2010" y="2074"/>
                  <a:pt x="2010" y="2074"/>
                  <a:pt x="2010" y="2074"/>
                </a:cubicBezTo>
                <a:cubicBezTo>
                  <a:pt x="2125" y="2074"/>
                  <a:pt x="2125" y="2074"/>
                  <a:pt x="2125" y="2074"/>
                </a:cubicBezTo>
                <a:cubicBezTo>
                  <a:pt x="2125" y="1877"/>
                  <a:pt x="2125" y="1877"/>
                  <a:pt x="2125" y="1877"/>
                </a:cubicBezTo>
                <a:cubicBezTo>
                  <a:pt x="2172" y="1898"/>
                  <a:pt x="2239" y="1928"/>
                  <a:pt x="2340" y="1972"/>
                </a:cubicBezTo>
                <a:cubicBezTo>
                  <a:pt x="2386" y="1866"/>
                  <a:pt x="2386" y="1866"/>
                  <a:pt x="2386" y="1866"/>
                </a:cubicBezTo>
                <a:cubicBezTo>
                  <a:pt x="2280" y="1820"/>
                  <a:pt x="2162" y="1767"/>
                  <a:pt x="2120" y="1746"/>
                </a:cubicBezTo>
                <a:cubicBezTo>
                  <a:pt x="2104" y="1702"/>
                  <a:pt x="2088" y="1658"/>
                  <a:pt x="2071" y="1614"/>
                </a:cubicBezTo>
                <a:cubicBezTo>
                  <a:pt x="2061" y="1588"/>
                  <a:pt x="2061" y="1588"/>
                  <a:pt x="2061" y="1588"/>
                </a:cubicBezTo>
                <a:cubicBezTo>
                  <a:pt x="2023" y="1485"/>
                  <a:pt x="1984" y="1382"/>
                  <a:pt x="1944" y="1279"/>
                </a:cubicBezTo>
                <a:cubicBezTo>
                  <a:pt x="1939" y="1265"/>
                  <a:pt x="1939" y="1265"/>
                  <a:pt x="1939" y="1265"/>
                </a:cubicBezTo>
                <a:cubicBezTo>
                  <a:pt x="2120" y="1307"/>
                  <a:pt x="2120" y="1307"/>
                  <a:pt x="2120" y="1307"/>
                </a:cubicBezTo>
                <a:cubicBezTo>
                  <a:pt x="2146" y="1195"/>
                  <a:pt x="2146" y="1195"/>
                  <a:pt x="2146" y="1195"/>
                </a:cubicBezTo>
                <a:cubicBezTo>
                  <a:pt x="1890" y="1135"/>
                  <a:pt x="1890" y="1135"/>
                  <a:pt x="1890" y="1135"/>
                </a:cubicBezTo>
                <a:cubicBezTo>
                  <a:pt x="1878" y="1104"/>
                  <a:pt x="1865" y="1073"/>
                  <a:pt x="1851" y="1038"/>
                </a:cubicBezTo>
                <a:cubicBezTo>
                  <a:pt x="1822" y="966"/>
                  <a:pt x="1792" y="891"/>
                  <a:pt x="1740" y="826"/>
                </a:cubicBezTo>
                <a:cubicBezTo>
                  <a:pt x="1683" y="755"/>
                  <a:pt x="1601" y="704"/>
                  <a:pt x="1495" y="676"/>
                </a:cubicBezTo>
                <a:cubicBezTo>
                  <a:pt x="1479" y="672"/>
                  <a:pt x="1463" y="669"/>
                  <a:pt x="1447" y="667"/>
                </a:cubicBezTo>
                <a:cubicBezTo>
                  <a:pt x="1426" y="664"/>
                  <a:pt x="1405" y="662"/>
                  <a:pt x="1384" y="661"/>
                </a:cubicBezTo>
                <a:lnTo>
                  <a:pt x="1381" y="661"/>
                </a:lnTo>
                <a:close/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Graphic 6" descr="Heart icon.">
            <a:extLst>
              <a:ext uri="{FF2B5EF4-FFF2-40B4-BE49-F238E27FC236}">
                <a16:creationId xmlns:a16="http://schemas.microsoft.com/office/drawing/2014/main" id="{949B2D71-DA0F-4DCB-A4DA-9A25FD98ABBD}"/>
              </a:ext>
            </a:extLst>
          </p:cNvPr>
          <p:cNvSpPr/>
          <p:nvPr/>
        </p:nvSpPr>
        <p:spPr>
          <a:xfrm>
            <a:off x="7152600" y="1363335"/>
            <a:ext cx="336152" cy="456859"/>
          </a:xfrm>
          <a:custGeom>
            <a:avLst/>
            <a:gdLst>
              <a:gd name="connsiteX0" fmla="*/ 324305 w 336152"/>
              <a:gd name="connsiteY0" fmla="*/ 83410 h 456859"/>
              <a:gd name="connsiteX1" fmla="*/ 320513 w 336152"/>
              <a:gd name="connsiteY1" fmla="*/ 81514 h 456859"/>
              <a:gd name="connsiteX2" fmla="*/ 320513 w 336152"/>
              <a:gd name="connsiteY2" fmla="*/ 37914 h 456859"/>
              <a:gd name="connsiteX3" fmla="*/ 314826 w 336152"/>
              <a:gd name="connsiteY3" fmla="*/ 24644 h 456859"/>
              <a:gd name="connsiteX4" fmla="*/ 301557 w 336152"/>
              <a:gd name="connsiteY4" fmla="*/ 18957 h 456859"/>
              <a:gd name="connsiteX5" fmla="*/ 299661 w 336152"/>
              <a:gd name="connsiteY5" fmla="*/ 18957 h 456859"/>
              <a:gd name="connsiteX6" fmla="*/ 271226 w 336152"/>
              <a:gd name="connsiteY6" fmla="*/ 18957 h 456859"/>
              <a:gd name="connsiteX7" fmla="*/ 201085 w 336152"/>
              <a:gd name="connsiteY7" fmla="*/ 39809 h 456859"/>
              <a:gd name="connsiteX8" fmla="*/ 187816 w 336152"/>
              <a:gd name="connsiteY8" fmla="*/ 53079 h 456859"/>
              <a:gd name="connsiteX9" fmla="*/ 187816 w 336152"/>
              <a:gd name="connsiteY9" fmla="*/ 18957 h 456859"/>
              <a:gd name="connsiteX10" fmla="*/ 168859 w 336152"/>
              <a:gd name="connsiteY10" fmla="*/ 0 h 456859"/>
              <a:gd name="connsiteX11" fmla="*/ 130945 w 336152"/>
              <a:gd name="connsiteY11" fmla="*/ 0 h 456859"/>
              <a:gd name="connsiteX12" fmla="*/ 111988 w 336152"/>
              <a:gd name="connsiteY12" fmla="*/ 18957 h 456859"/>
              <a:gd name="connsiteX13" fmla="*/ 111988 w 336152"/>
              <a:gd name="connsiteY13" fmla="*/ 62558 h 456859"/>
              <a:gd name="connsiteX14" fmla="*/ 75970 w 336152"/>
              <a:gd name="connsiteY14" fmla="*/ 24644 h 456859"/>
              <a:gd name="connsiteX15" fmla="*/ 55118 w 336152"/>
              <a:gd name="connsiteY15" fmla="*/ 24644 h 456859"/>
              <a:gd name="connsiteX16" fmla="*/ 26682 w 336152"/>
              <a:gd name="connsiteY16" fmla="*/ 51183 h 456859"/>
              <a:gd name="connsiteX17" fmla="*/ 20995 w 336152"/>
              <a:gd name="connsiteY17" fmla="*/ 64453 h 456859"/>
              <a:gd name="connsiteX18" fmla="*/ 26682 w 336152"/>
              <a:gd name="connsiteY18" fmla="*/ 77723 h 456859"/>
              <a:gd name="connsiteX19" fmla="*/ 51326 w 336152"/>
              <a:gd name="connsiteY19" fmla="*/ 102367 h 456859"/>
              <a:gd name="connsiteX20" fmla="*/ 47535 w 336152"/>
              <a:gd name="connsiteY20" fmla="*/ 106158 h 456859"/>
              <a:gd name="connsiteX21" fmla="*/ 143 w 336152"/>
              <a:gd name="connsiteY21" fmla="*/ 218004 h 456859"/>
              <a:gd name="connsiteX22" fmla="*/ 45639 w 336152"/>
              <a:gd name="connsiteY22" fmla="*/ 360180 h 456859"/>
              <a:gd name="connsiteX23" fmla="*/ 98718 w 336152"/>
              <a:gd name="connsiteY23" fmla="*/ 420842 h 456859"/>
              <a:gd name="connsiteX24" fmla="*/ 166963 w 336152"/>
              <a:gd name="connsiteY24" fmla="*/ 456860 h 456859"/>
              <a:gd name="connsiteX25" fmla="*/ 174546 w 336152"/>
              <a:gd name="connsiteY25" fmla="*/ 456860 h 456859"/>
              <a:gd name="connsiteX26" fmla="*/ 293974 w 336152"/>
              <a:gd name="connsiteY26" fmla="*/ 375345 h 456859"/>
              <a:gd name="connsiteX27" fmla="*/ 316722 w 336152"/>
              <a:gd name="connsiteY27" fmla="*/ 280561 h 456859"/>
              <a:gd name="connsiteX28" fmla="*/ 318618 w 336152"/>
              <a:gd name="connsiteY28" fmla="*/ 267291 h 456859"/>
              <a:gd name="connsiteX29" fmla="*/ 320513 w 336152"/>
              <a:gd name="connsiteY29" fmla="*/ 185777 h 456859"/>
              <a:gd name="connsiteX30" fmla="*/ 307244 w 336152"/>
              <a:gd name="connsiteY30" fmla="*/ 155446 h 456859"/>
              <a:gd name="connsiteX31" fmla="*/ 307244 w 336152"/>
              <a:gd name="connsiteY31" fmla="*/ 155446 h 456859"/>
              <a:gd name="connsiteX32" fmla="*/ 322409 w 336152"/>
              <a:gd name="connsiteY32" fmla="*/ 153550 h 456859"/>
              <a:gd name="connsiteX33" fmla="*/ 329992 w 336152"/>
              <a:gd name="connsiteY33" fmla="*/ 140281 h 456859"/>
              <a:gd name="connsiteX34" fmla="*/ 335679 w 336152"/>
              <a:gd name="connsiteY34" fmla="*/ 102367 h 456859"/>
              <a:gd name="connsiteX35" fmla="*/ 324305 w 336152"/>
              <a:gd name="connsiteY35" fmla="*/ 83410 h 456859"/>
              <a:gd name="connsiteX36" fmla="*/ 312931 w 336152"/>
              <a:gd name="connsiteY36" fmla="*/ 140281 h 456859"/>
              <a:gd name="connsiteX37" fmla="*/ 282600 w 336152"/>
              <a:gd name="connsiteY37" fmla="*/ 138385 h 456859"/>
              <a:gd name="connsiteX38" fmla="*/ 254164 w 336152"/>
              <a:gd name="connsiteY38" fmla="*/ 153550 h 456859"/>
              <a:gd name="connsiteX39" fmla="*/ 250373 w 336152"/>
              <a:gd name="connsiteY39" fmla="*/ 157342 h 456859"/>
              <a:gd name="connsiteX40" fmla="*/ 261747 w 336152"/>
              <a:gd name="connsiteY40" fmla="*/ 172507 h 456859"/>
              <a:gd name="connsiteX41" fmla="*/ 265539 w 336152"/>
              <a:gd name="connsiteY41" fmla="*/ 168716 h 456859"/>
              <a:gd name="connsiteX42" fmla="*/ 282600 w 336152"/>
              <a:gd name="connsiteY42" fmla="*/ 157342 h 456859"/>
              <a:gd name="connsiteX43" fmla="*/ 301557 w 336152"/>
              <a:gd name="connsiteY43" fmla="*/ 189568 h 456859"/>
              <a:gd name="connsiteX44" fmla="*/ 299661 w 336152"/>
              <a:gd name="connsiteY44" fmla="*/ 265396 h 456859"/>
              <a:gd name="connsiteX45" fmla="*/ 297765 w 336152"/>
              <a:gd name="connsiteY45" fmla="*/ 278665 h 456859"/>
              <a:gd name="connsiteX46" fmla="*/ 276913 w 336152"/>
              <a:gd name="connsiteY46" fmla="*/ 367763 h 456859"/>
              <a:gd name="connsiteX47" fmla="*/ 168859 w 336152"/>
              <a:gd name="connsiteY47" fmla="*/ 437903 h 456859"/>
              <a:gd name="connsiteX48" fmla="*/ 111988 w 336152"/>
              <a:gd name="connsiteY48" fmla="*/ 407572 h 456859"/>
              <a:gd name="connsiteX49" fmla="*/ 62700 w 336152"/>
              <a:gd name="connsiteY49" fmla="*/ 350701 h 456859"/>
              <a:gd name="connsiteX50" fmla="*/ 19100 w 336152"/>
              <a:gd name="connsiteY50" fmla="*/ 219899 h 456859"/>
              <a:gd name="connsiteX51" fmla="*/ 60805 w 336152"/>
              <a:gd name="connsiteY51" fmla="*/ 121324 h 456859"/>
              <a:gd name="connsiteX52" fmla="*/ 62700 w 336152"/>
              <a:gd name="connsiteY52" fmla="*/ 119428 h 456859"/>
              <a:gd name="connsiteX53" fmla="*/ 77866 w 336152"/>
              <a:gd name="connsiteY53" fmla="*/ 104263 h 456859"/>
              <a:gd name="connsiteX54" fmla="*/ 72179 w 336152"/>
              <a:gd name="connsiteY54" fmla="*/ 96680 h 456859"/>
              <a:gd name="connsiteX55" fmla="*/ 72179 w 336152"/>
              <a:gd name="connsiteY55" fmla="*/ 96680 h 456859"/>
              <a:gd name="connsiteX56" fmla="*/ 66492 w 336152"/>
              <a:gd name="connsiteY56" fmla="*/ 90993 h 456859"/>
              <a:gd name="connsiteX57" fmla="*/ 64596 w 336152"/>
              <a:gd name="connsiteY57" fmla="*/ 90993 h 456859"/>
              <a:gd name="connsiteX58" fmla="*/ 64596 w 336152"/>
              <a:gd name="connsiteY58" fmla="*/ 90993 h 456859"/>
              <a:gd name="connsiteX59" fmla="*/ 39952 w 336152"/>
              <a:gd name="connsiteY59" fmla="*/ 66349 h 456859"/>
              <a:gd name="connsiteX60" fmla="*/ 66492 w 336152"/>
              <a:gd name="connsiteY60" fmla="*/ 43601 h 456859"/>
              <a:gd name="connsiteX61" fmla="*/ 111988 w 336152"/>
              <a:gd name="connsiteY61" fmla="*/ 90993 h 456859"/>
              <a:gd name="connsiteX62" fmla="*/ 130945 w 336152"/>
              <a:gd name="connsiteY62" fmla="*/ 90993 h 456859"/>
              <a:gd name="connsiteX63" fmla="*/ 130945 w 336152"/>
              <a:gd name="connsiteY63" fmla="*/ 18957 h 456859"/>
              <a:gd name="connsiteX64" fmla="*/ 168859 w 336152"/>
              <a:gd name="connsiteY64" fmla="*/ 18957 h 456859"/>
              <a:gd name="connsiteX65" fmla="*/ 168859 w 336152"/>
              <a:gd name="connsiteY65" fmla="*/ 83410 h 456859"/>
              <a:gd name="connsiteX66" fmla="*/ 161276 w 336152"/>
              <a:gd name="connsiteY66" fmla="*/ 98576 h 456859"/>
              <a:gd name="connsiteX67" fmla="*/ 155589 w 336152"/>
              <a:gd name="connsiteY67" fmla="*/ 109950 h 456859"/>
              <a:gd name="connsiteX68" fmla="*/ 87344 w 336152"/>
              <a:gd name="connsiteY68" fmla="*/ 221795 h 456859"/>
              <a:gd name="connsiteX69" fmla="*/ 100614 w 336152"/>
              <a:gd name="connsiteY69" fmla="*/ 235065 h 456859"/>
              <a:gd name="connsiteX70" fmla="*/ 174546 w 336152"/>
              <a:gd name="connsiteY70" fmla="*/ 119428 h 456859"/>
              <a:gd name="connsiteX71" fmla="*/ 180233 w 336152"/>
              <a:gd name="connsiteY71" fmla="*/ 106158 h 456859"/>
              <a:gd name="connsiteX72" fmla="*/ 212459 w 336152"/>
              <a:gd name="connsiteY72" fmla="*/ 54975 h 456859"/>
              <a:gd name="connsiteX73" fmla="*/ 271226 w 336152"/>
              <a:gd name="connsiteY73" fmla="*/ 37914 h 456859"/>
              <a:gd name="connsiteX74" fmla="*/ 299661 w 336152"/>
              <a:gd name="connsiteY74" fmla="*/ 37914 h 456859"/>
              <a:gd name="connsiteX75" fmla="*/ 301557 w 336152"/>
              <a:gd name="connsiteY75" fmla="*/ 37914 h 456859"/>
              <a:gd name="connsiteX76" fmla="*/ 301557 w 336152"/>
              <a:gd name="connsiteY76" fmla="*/ 77723 h 456859"/>
              <a:gd name="connsiteX77" fmla="*/ 252269 w 336152"/>
              <a:gd name="connsiteY77" fmla="*/ 81514 h 456859"/>
              <a:gd name="connsiteX78" fmla="*/ 218146 w 336152"/>
              <a:gd name="connsiteY78" fmla="*/ 106158 h 456859"/>
              <a:gd name="connsiteX79" fmla="*/ 210564 w 336152"/>
              <a:gd name="connsiteY79" fmla="*/ 115637 h 456859"/>
              <a:gd name="connsiteX80" fmla="*/ 225729 w 336152"/>
              <a:gd name="connsiteY80" fmla="*/ 128906 h 456859"/>
              <a:gd name="connsiteX81" fmla="*/ 233312 w 336152"/>
              <a:gd name="connsiteY81" fmla="*/ 121324 h 456859"/>
              <a:gd name="connsiteX82" fmla="*/ 261747 w 336152"/>
              <a:gd name="connsiteY82" fmla="*/ 100471 h 456859"/>
              <a:gd name="connsiteX83" fmla="*/ 301557 w 336152"/>
              <a:gd name="connsiteY83" fmla="*/ 96680 h 456859"/>
              <a:gd name="connsiteX84" fmla="*/ 320513 w 336152"/>
              <a:gd name="connsiteY84" fmla="*/ 102367 h 456859"/>
              <a:gd name="connsiteX85" fmla="*/ 312931 w 336152"/>
              <a:gd name="connsiteY85" fmla="*/ 140281 h 456859"/>
              <a:gd name="connsiteX86" fmla="*/ 206772 w 336152"/>
              <a:gd name="connsiteY86" fmla="*/ 223691 h 456859"/>
              <a:gd name="connsiteX87" fmla="*/ 204877 w 336152"/>
              <a:gd name="connsiteY87" fmla="*/ 227482 h 456859"/>
              <a:gd name="connsiteX88" fmla="*/ 149902 w 336152"/>
              <a:gd name="connsiteY88" fmla="*/ 227482 h 456859"/>
              <a:gd name="connsiteX89" fmla="*/ 149902 w 336152"/>
              <a:gd name="connsiteY89" fmla="*/ 246439 h 456859"/>
              <a:gd name="connsiteX90" fmla="*/ 193503 w 336152"/>
              <a:gd name="connsiteY90" fmla="*/ 246439 h 456859"/>
              <a:gd name="connsiteX91" fmla="*/ 129049 w 336152"/>
              <a:gd name="connsiteY91" fmla="*/ 293831 h 456859"/>
              <a:gd name="connsiteX92" fmla="*/ 102510 w 336152"/>
              <a:gd name="connsiteY92" fmla="*/ 293831 h 456859"/>
              <a:gd name="connsiteX93" fmla="*/ 102510 w 336152"/>
              <a:gd name="connsiteY93" fmla="*/ 312788 h 456859"/>
              <a:gd name="connsiteX94" fmla="*/ 121467 w 336152"/>
              <a:gd name="connsiteY94" fmla="*/ 312788 h 456859"/>
              <a:gd name="connsiteX95" fmla="*/ 121467 w 336152"/>
              <a:gd name="connsiteY95" fmla="*/ 331745 h 456859"/>
              <a:gd name="connsiteX96" fmla="*/ 140423 w 336152"/>
              <a:gd name="connsiteY96" fmla="*/ 331745 h 456859"/>
              <a:gd name="connsiteX97" fmla="*/ 140423 w 336152"/>
              <a:gd name="connsiteY97" fmla="*/ 308996 h 456859"/>
              <a:gd name="connsiteX98" fmla="*/ 180233 w 336152"/>
              <a:gd name="connsiteY98" fmla="*/ 286248 h 456859"/>
              <a:gd name="connsiteX99" fmla="*/ 187816 w 336152"/>
              <a:gd name="connsiteY99" fmla="*/ 316579 h 456859"/>
              <a:gd name="connsiteX100" fmla="*/ 206772 w 336152"/>
              <a:gd name="connsiteY100" fmla="*/ 312788 h 456859"/>
              <a:gd name="connsiteX101" fmla="*/ 195398 w 336152"/>
              <a:gd name="connsiteY101" fmla="*/ 272978 h 456859"/>
              <a:gd name="connsiteX102" fmla="*/ 225729 w 336152"/>
              <a:gd name="connsiteY102" fmla="*/ 233169 h 456859"/>
              <a:gd name="connsiteX103" fmla="*/ 235208 w 336152"/>
              <a:gd name="connsiteY103" fmla="*/ 181986 h 456859"/>
              <a:gd name="connsiteX104" fmla="*/ 216251 w 336152"/>
              <a:gd name="connsiteY104" fmla="*/ 181986 h 456859"/>
              <a:gd name="connsiteX105" fmla="*/ 206772 w 336152"/>
              <a:gd name="connsiteY105" fmla="*/ 223691 h 45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6152" h="456859">
                <a:moveTo>
                  <a:pt x="324305" y="83410"/>
                </a:moveTo>
                <a:lnTo>
                  <a:pt x="320513" y="81514"/>
                </a:lnTo>
                <a:lnTo>
                  <a:pt x="320513" y="37914"/>
                </a:lnTo>
                <a:cubicBezTo>
                  <a:pt x="320513" y="32227"/>
                  <a:pt x="318618" y="28435"/>
                  <a:pt x="314826" y="24644"/>
                </a:cubicBezTo>
                <a:cubicBezTo>
                  <a:pt x="311035" y="20853"/>
                  <a:pt x="307244" y="18957"/>
                  <a:pt x="301557" y="18957"/>
                </a:cubicBezTo>
                <a:lnTo>
                  <a:pt x="299661" y="18957"/>
                </a:lnTo>
                <a:cubicBezTo>
                  <a:pt x="290182" y="18957"/>
                  <a:pt x="280704" y="18957"/>
                  <a:pt x="271226" y="18957"/>
                </a:cubicBezTo>
                <a:cubicBezTo>
                  <a:pt x="246582" y="17061"/>
                  <a:pt x="221938" y="24644"/>
                  <a:pt x="201085" y="39809"/>
                </a:cubicBezTo>
                <a:cubicBezTo>
                  <a:pt x="195398" y="43601"/>
                  <a:pt x="191607" y="47392"/>
                  <a:pt x="187816" y="53079"/>
                </a:cubicBezTo>
                <a:lnTo>
                  <a:pt x="187816" y="18957"/>
                </a:lnTo>
                <a:cubicBezTo>
                  <a:pt x="187816" y="7583"/>
                  <a:pt x="180233" y="0"/>
                  <a:pt x="168859" y="0"/>
                </a:cubicBezTo>
                <a:lnTo>
                  <a:pt x="130945" y="0"/>
                </a:lnTo>
                <a:cubicBezTo>
                  <a:pt x="119571" y="0"/>
                  <a:pt x="111988" y="7583"/>
                  <a:pt x="111988" y="18957"/>
                </a:cubicBezTo>
                <a:lnTo>
                  <a:pt x="111988" y="62558"/>
                </a:lnTo>
                <a:lnTo>
                  <a:pt x="75970" y="24644"/>
                </a:lnTo>
                <a:cubicBezTo>
                  <a:pt x="70283" y="18957"/>
                  <a:pt x="60805" y="18957"/>
                  <a:pt x="55118" y="24644"/>
                </a:cubicBezTo>
                <a:lnTo>
                  <a:pt x="26682" y="51183"/>
                </a:lnTo>
                <a:cubicBezTo>
                  <a:pt x="22891" y="54975"/>
                  <a:pt x="20995" y="58766"/>
                  <a:pt x="20995" y="64453"/>
                </a:cubicBezTo>
                <a:cubicBezTo>
                  <a:pt x="20995" y="70140"/>
                  <a:pt x="22891" y="73932"/>
                  <a:pt x="26682" y="77723"/>
                </a:cubicBezTo>
                <a:lnTo>
                  <a:pt x="51326" y="102367"/>
                </a:lnTo>
                <a:lnTo>
                  <a:pt x="47535" y="106158"/>
                </a:lnTo>
                <a:cubicBezTo>
                  <a:pt x="17204" y="136489"/>
                  <a:pt x="143" y="176299"/>
                  <a:pt x="143" y="218004"/>
                </a:cubicBezTo>
                <a:cubicBezTo>
                  <a:pt x="-1753" y="269187"/>
                  <a:pt x="15308" y="318475"/>
                  <a:pt x="45639" y="360180"/>
                </a:cubicBezTo>
                <a:cubicBezTo>
                  <a:pt x="60805" y="381032"/>
                  <a:pt x="77866" y="401885"/>
                  <a:pt x="98718" y="420842"/>
                </a:cubicBezTo>
                <a:cubicBezTo>
                  <a:pt x="117675" y="439799"/>
                  <a:pt x="140423" y="453068"/>
                  <a:pt x="166963" y="456860"/>
                </a:cubicBezTo>
                <a:lnTo>
                  <a:pt x="174546" y="456860"/>
                </a:lnTo>
                <a:cubicBezTo>
                  <a:pt x="225729" y="454964"/>
                  <a:pt x="273121" y="424633"/>
                  <a:pt x="293974" y="375345"/>
                </a:cubicBezTo>
                <a:cubicBezTo>
                  <a:pt x="307244" y="345014"/>
                  <a:pt x="314826" y="312788"/>
                  <a:pt x="316722" y="280561"/>
                </a:cubicBezTo>
                <a:lnTo>
                  <a:pt x="318618" y="267291"/>
                </a:lnTo>
                <a:cubicBezTo>
                  <a:pt x="324305" y="240752"/>
                  <a:pt x="324305" y="212317"/>
                  <a:pt x="320513" y="185777"/>
                </a:cubicBezTo>
                <a:cubicBezTo>
                  <a:pt x="318618" y="174403"/>
                  <a:pt x="312931" y="164924"/>
                  <a:pt x="307244" y="155446"/>
                </a:cubicBezTo>
                <a:lnTo>
                  <a:pt x="307244" y="155446"/>
                </a:lnTo>
                <a:cubicBezTo>
                  <a:pt x="312931" y="157342"/>
                  <a:pt x="318618" y="155446"/>
                  <a:pt x="322409" y="153550"/>
                </a:cubicBezTo>
                <a:cubicBezTo>
                  <a:pt x="326200" y="149759"/>
                  <a:pt x="329992" y="145968"/>
                  <a:pt x="329992" y="140281"/>
                </a:cubicBezTo>
                <a:lnTo>
                  <a:pt x="335679" y="102367"/>
                </a:lnTo>
                <a:cubicBezTo>
                  <a:pt x="337575" y="94784"/>
                  <a:pt x="333783" y="87201"/>
                  <a:pt x="324305" y="83410"/>
                </a:cubicBezTo>
                <a:close/>
                <a:moveTo>
                  <a:pt x="312931" y="140281"/>
                </a:moveTo>
                <a:cubicBezTo>
                  <a:pt x="303452" y="136489"/>
                  <a:pt x="292078" y="136489"/>
                  <a:pt x="282600" y="138385"/>
                </a:cubicBezTo>
                <a:cubicBezTo>
                  <a:pt x="273121" y="142176"/>
                  <a:pt x="263643" y="147863"/>
                  <a:pt x="254164" y="153550"/>
                </a:cubicBezTo>
                <a:lnTo>
                  <a:pt x="250373" y="157342"/>
                </a:lnTo>
                <a:lnTo>
                  <a:pt x="261747" y="172507"/>
                </a:lnTo>
                <a:lnTo>
                  <a:pt x="265539" y="168716"/>
                </a:lnTo>
                <a:cubicBezTo>
                  <a:pt x="271226" y="164924"/>
                  <a:pt x="276913" y="161133"/>
                  <a:pt x="282600" y="157342"/>
                </a:cubicBezTo>
                <a:cubicBezTo>
                  <a:pt x="292078" y="164924"/>
                  <a:pt x="299661" y="176299"/>
                  <a:pt x="301557" y="189568"/>
                </a:cubicBezTo>
                <a:cubicBezTo>
                  <a:pt x="305348" y="214212"/>
                  <a:pt x="303452" y="240752"/>
                  <a:pt x="299661" y="265396"/>
                </a:cubicBezTo>
                <a:lnTo>
                  <a:pt x="297765" y="278665"/>
                </a:lnTo>
                <a:cubicBezTo>
                  <a:pt x="295870" y="308996"/>
                  <a:pt x="288287" y="339327"/>
                  <a:pt x="276913" y="367763"/>
                </a:cubicBezTo>
                <a:cubicBezTo>
                  <a:pt x="257956" y="411363"/>
                  <a:pt x="216251" y="437903"/>
                  <a:pt x="168859" y="437903"/>
                </a:cubicBezTo>
                <a:cubicBezTo>
                  <a:pt x="146111" y="434111"/>
                  <a:pt x="127154" y="422737"/>
                  <a:pt x="111988" y="407572"/>
                </a:cubicBezTo>
                <a:cubicBezTo>
                  <a:pt x="93031" y="390511"/>
                  <a:pt x="75970" y="371554"/>
                  <a:pt x="62700" y="350701"/>
                </a:cubicBezTo>
                <a:cubicBezTo>
                  <a:pt x="34265" y="312788"/>
                  <a:pt x="19100" y="267291"/>
                  <a:pt x="19100" y="219899"/>
                </a:cubicBezTo>
                <a:cubicBezTo>
                  <a:pt x="19100" y="183881"/>
                  <a:pt x="34265" y="147863"/>
                  <a:pt x="60805" y="121324"/>
                </a:cubicBezTo>
                <a:lnTo>
                  <a:pt x="62700" y="119428"/>
                </a:lnTo>
                <a:lnTo>
                  <a:pt x="77866" y="104263"/>
                </a:lnTo>
                <a:lnTo>
                  <a:pt x="72179" y="96680"/>
                </a:lnTo>
                <a:lnTo>
                  <a:pt x="72179" y="96680"/>
                </a:lnTo>
                <a:lnTo>
                  <a:pt x="66492" y="90993"/>
                </a:lnTo>
                <a:lnTo>
                  <a:pt x="64596" y="90993"/>
                </a:lnTo>
                <a:lnTo>
                  <a:pt x="64596" y="90993"/>
                </a:lnTo>
                <a:lnTo>
                  <a:pt x="39952" y="66349"/>
                </a:lnTo>
                <a:lnTo>
                  <a:pt x="66492" y="43601"/>
                </a:lnTo>
                <a:lnTo>
                  <a:pt x="111988" y="90993"/>
                </a:lnTo>
                <a:lnTo>
                  <a:pt x="130945" y="90993"/>
                </a:lnTo>
                <a:lnTo>
                  <a:pt x="130945" y="18957"/>
                </a:lnTo>
                <a:lnTo>
                  <a:pt x="168859" y="18957"/>
                </a:lnTo>
                <a:lnTo>
                  <a:pt x="168859" y="83410"/>
                </a:lnTo>
                <a:cubicBezTo>
                  <a:pt x="166963" y="89097"/>
                  <a:pt x="165067" y="92888"/>
                  <a:pt x="161276" y="98576"/>
                </a:cubicBezTo>
                <a:lnTo>
                  <a:pt x="155589" y="109950"/>
                </a:lnTo>
                <a:cubicBezTo>
                  <a:pt x="140423" y="151655"/>
                  <a:pt x="115780" y="189568"/>
                  <a:pt x="87344" y="221795"/>
                </a:cubicBezTo>
                <a:lnTo>
                  <a:pt x="100614" y="235065"/>
                </a:lnTo>
                <a:cubicBezTo>
                  <a:pt x="132841" y="200942"/>
                  <a:pt x="157485" y="161133"/>
                  <a:pt x="174546" y="119428"/>
                </a:cubicBezTo>
                <a:cubicBezTo>
                  <a:pt x="176441" y="115637"/>
                  <a:pt x="178337" y="111845"/>
                  <a:pt x="180233" y="106158"/>
                </a:cubicBezTo>
                <a:cubicBezTo>
                  <a:pt x="185920" y="87201"/>
                  <a:pt x="197294" y="68245"/>
                  <a:pt x="212459" y="54975"/>
                </a:cubicBezTo>
                <a:cubicBezTo>
                  <a:pt x="229521" y="43601"/>
                  <a:pt x="250373" y="36018"/>
                  <a:pt x="271226" y="37914"/>
                </a:cubicBezTo>
                <a:cubicBezTo>
                  <a:pt x="280704" y="37914"/>
                  <a:pt x="290182" y="37914"/>
                  <a:pt x="299661" y="37914"/>
                </a:cubicBezTo>
                <a:lnTo>
                  <a:pt x="301557" y="37914"/>
                </a:lnTo>
                <a:lnTo>
                  <a:pt x="301557" y="77723"/>
                </a:lnTo>
                <a:cubicBezTo>
                  <a:pt x="284495" y="73932"/>
                  <a:pt x="267434" y="75827"/>
                  <a:pt x="252269" y="81514"/>
                </a:cubicBezTo>
                <a:cubicBezTo>
                  <a:pt x="238999" y="87201"/>
                  <a:pt x="227625" y="96680"/>
                  <a:pt x="218146" y="106158"/>
                </a:cubicBezTo>
                <a:lnTo>
                  <a:pt x="210564" y="115637"/>
                </a:lnTo>
                <a:lnTo>
                  <a:pt x="225729" y="128906"/>
                </a:lnTo>
                <a:lnTo>
                  <a:pt x="233312" y="121324"/>
                </a:lnTo>
                <a:cubicBezTo>
                  <a:pt x="240895" y="111845"/>
                  <a:pt x="250373" y="104263"/>
                  <a:pt x="261747" y="100471"/>
                </a:cubicBezTo>
                <a:cubicBezTo>
                  <a:pt x="275017" y="94784"/>
                  <a:pt x="288287" y="94784"/>
                  <a:pt x="301557" y="96680"/>
                </a:cubicBezTo>
                <a:cubicBezTo>
                  <a:pt x="307244" y="98576"/>
                  <a:pt x="314826" y="98576"/>
                  <a:pt x="320513" y="102367"/>
                </a:cubicBezTo>
                <a:lnTo>
                  <a:pt x="312931" y="140281"/>
                </a:lnTo>
                <a:close/>
                <a:moveTo>
                  <a:pt x="206772" y="223691"/>
                </a:moveTo>
                <a:lnTo>
                  <a:pt x="204877" y="227482"/>
                </a:lnTo>
                <a:lnTo>
                  <a:pt x="149902" y="227482"/>
                </a:lnTo>
                <a:lnTo>
                  <a:pt x="149902" y="246439"/>
                </a:lnTo>
                <a:lnTo>
                  <a:pt x="193503" y="246439"/>
                </a:lnTo>
                <a:cubicBezTo>
                  <a:pt x="176441" y="267291"/>
                  <a:pt x="153693" y="282457"/>
                  <a:pt x="129049" y="293831"/>
                </a:cubicBezTo>
                <a:lnTo>
                  <a:pt x="102510" y="293831"/>
                </a:lnTo>
                <a:lnTo>
                  <a:pt x="102510" y="312788"/>
                </a:lnTo>
                <a:lnTo>
                  <a:pt x="121467" y="312788"/>
                </a:lnTo>
                <a:lnTo>
                  <a:pt x="121467" y="331745"/>
                </a:lnTo>
                <a:lnTo>
                  <a:pt x="140423" y="331745"/>
                </a:lnTo>
                <a:lnTo>
                  <a:pt x="140423" y="308996"/>
                </a:lnTo>
                <a:cubicBezTo>
                  <a:pt x="153693" y="303309"/>
                  <a:pt x="166963" y="293831"/>
                  <a:pt x="180233" y="286248"/>
                </a:cubicBezTo>
                <a:lnTo>
                  <a:pt x="187816" y="316579"/>
                </a:lnTo>
                <a:lnTo>
                  <a:pt x="206772" y="312788"/>
                </a:lnTo>
                <a:lnTo>
                  <a:pt x="195398" y="272978"/>
                </a:lnTo>
                <a:cubicBezTo>
                  <a:pt x="208668" y="261604"/>
                  <a:pt x="218146" y="248335"/>
                  <a:pt x="225729" y="233169"/>
                </a:cubicBezTo>
                <a:cubicBezTo>
                  <a:pt x="233312" y="218004"/>
                  <a:pt x="237103" y="199047"/>
                  <a:pt x="235208" y="181986"/>
                </a:cubicBezTo>
                <a:lnTo>
                  <a:pt x="216251" y="181986"/>
                </a:lnTo>
                <a:cubicBezTo>
                  <a:pt x="216251" y="195255"/>
                  <a:pt x="214355" y="210421"/>
                  <a:pt x="206772" y="223691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5" name="Graphic 82" descr="Kidneys icon.">
            <a:extLst>
              <a:ext uri="{FF2B5EF4-FFF2-40B4-BE49-F238E27FC236}">
                <a16:creationId xmlns:a16="http://schemas.microsoft.com/office/drawing/2014/main" id="{6E00C406-C966-4AA2-AC20-A18AB27A2BDB}"/>
              </a:ext>
            </a:extLst>
          </p:cNvPr>
          <p:cNvSpPr/>
          <p:nvPr/>
        </p:nvSpPr>
        <p:spPr>
          <a:xfrm>
            <a:off x="8331892" y="1397246"/>
            <a:ext cx="422879" cy="422948"/>
          </a:xfrm>
          <a:custGeom>
            <a:avLst/>
            <a:gdLst>
              <a:gd name="connsiteX0" fmla="*/ 155908 w 422879"/>
              <a:gd name="connsiteY0" fmla="*/ 143236 h 422948"/>
              <a:gd name="connsiteX1" fmla="*/ 161655 w 422879"/>
              <a:gd name="connsiteY1" fmla="*/ 127909 h 422948"/>
              <a:gd name="connsiteX2" fmla="*/ 169318 w 422879"/>
              <a:gd name="connsiteY2" fmla="*/ 112582 h 422948"/>
              <a:gd name="connsiteX3" fmla="*/ 182729 w 422879"/>
              <a:gd name="connsiteY3" fmla="*/ 78097 h 422948"/>
              <a:gd name="connsiteX4" fmla="*/ 134833 w 422879"/>
              <a:gd name="connsiteY4" fmla="*/ 3380 h 422948"/>
              <a:gd name="connsiteX5" fmla="*/ 65863 w 422879"/>
              <a:gd name="connsiteY5" fmla="*/ 16790 h 422948"/>
              <a:gd name="connsiteX6" fmla="*/ 21799 w 422879"/>
              <a:gd name="connsiteY6" fmla="*/ 85761 h 422948"/>
              <a:gd name="connsiteX7" fmla="*/ 2641 w 422879"/>
              <a:gd name="connsiteY7" fmla="*/ 168142 h 422948"/>
              <a:gd name="connsiteX8" fmla="*/ 12220 w 422879"/>
              <a:gd name="connsiteY8" fmla="*/ 246691 h 422948"/>
              <a:gd name="connsiteX9" fmla="*/ 67779 w 422879"/>
              <a:gd name="connsiteY9" fmla="*/ 292671 h 422948"/>
              <a:gd name="connsiteX10" fmla="*/ 90769 w 422879"/>
              <a:gd name="connsiteY10" fmla="*/ 296503 h 422948"/>
              <a:gd name="connsiteX11" fmla="*/ 127170 w 422879"/>
              <a:gd name="connsiteY11" fmla="*/ 285008 h 422948"/>
              <a:gd name="connsiteX12" fmla="*/ 148244 w 422879"/>
              <a:gd name="connsiteY12" fmla="*/ 233280 h 422948"/>
              <a:gd name="connsiteX13" fmla="*/ 146328 w 422879"/>
              <a:gd name="connsiteY13" fmla="*/ 217953 h 422948"/>
              <a:gd name="connsiteX14" fmla="*/ 146328 w 422879"/>
              <a:gd name="connsiteY14" fmla="*/ 202627 h 422948"/>
              <a:gd name="connsiteX15" fmla="*/ 150160 w 422879"/>
              <a:gd name="connsiteY15" fmla="*/ 164310 h 422948"/>
              <a:gd name="connsiteX16" fmla="*/ 153992 w 422879"/>
              <a:gd name="connsiteY16" fmla="*/ 164310 h 422948"/>
              <a:gd name="connsiteX17" fmla="*/ 182729 w 422879"/>
              <a:gd name="connsiteY17" fmla="*/ 193048 h 422948"/>
              <a:gd name="connsiteX18" fmla="*/ 182729 w 422879"/>
              <a:gd name="connsiteY18" fmla="*/ 422948 h 422948"/>
              <a:gd name="connsiteX19" fmla="*/ 201888 w 422879"/>
              <a:gd name="connsiteY19" fmla="*/ 422948 h 422948"/>
              <a:gd name="connsiteX20" fmla="*/ 201888 w 422879"/>
              <a:gd name="connsiteY20" fmla="*/ 191132 h 422948"/>
              <a:gd name="connsiteX21" fmla="*/ 155908 w 422879"/>
              <a:gd name="connsiteY21" fmla="*/ 143236 h 422948"/>
              <a:gd name="connsiteX22" fmla="*/ 115675 w 422879"/>
              <a:gd name="connsiteY22" fmla="*/ 269681 h 422948"/>
              <a:gd name="connsiteX23" fmla="*/ 73527 w 422879"/>
              <a:gd name="connsiteY23" fmla="*/ 273513 h 422948"/>
              <a:gd name="connsiteX24" fmla="*/ 29462 w 422879"/>
              <a:gd name="connsiteY24" fmla="*/ 237112 h 422948"/>
              <a:gd name="connsiteX25" fmla="*/ 21799 w 422879"/>
              <a:gd name="connsiteY25" fmla="*/ 170057 h 422948"/>
              <a:gd name="connsiteX26" fmla="*/ 39042 w 422879"/>
              <a:gd name="connsiteY26" fmla="*/ 91508 h 422948"/>
              <a:gd name="connsiteX27" fmla="*/ 77358 w 422879"/>
              <a:gd name="connsiteY27" fmla="*/ 30201 h 422948"/>
              <a:gd name="connsiteX28" fmla="*/ 113759 w 422879"/>
              <a:gd name="connsiteY28" fmla="*/ 20622 h 422948"/>
              <a:gd name="connsiteX29" fmla="*/ 129086 w 422879"/>
              <a:gd name="connsiteY29" fmla="*/ 22538 h 422948"/>
              <a:gd name="connsiteX30" fmla="*/ 163571 w 422879"/>
              <a:gd name="connsiteY30" fmla="*/ 74266 h 422948"/>
              <a:gd name="connsiteX31" fmla="*/ 152076 w 422879"/>
              <a:gd name="connsiteY31" fmla="*/ 104919 h 422948"/>
              <a:gd name="connsiteX32" fmla="*/ 144413 w 422879"/>
              <a:gd name="connsiteY32" fmla="*/ 120246 h 422948"/>
              <a:gd name="connsiteX33" fmla="*/ 136749 w 422879"/>
              <a:gd name="connsiteY33" fmla="*/ 143236 h 422948"/>
              <a:gd name="connsiteX34" fmla="*/ 121423 w 422879"/>
              <a:gd name="connsiteY34" fmla="*/ 143236 h 422948"/>
              <a:gd name="connsiteX35" fmla="*/ 94601 w 422879"/>
              <a:gd name="connsiteY35" fmla="*/ 108751 h 422948"/>
              <a:gd name="connsiteX36" fmla="*/ 79274 w 422879"/>
              <a:gd name="connsiteY36" fmla="*/ 120246 h 422948"/>
              <a:gd name="connsiteX37" fmla="*/ 96517 w 422879"/>
              <a:gd name="connsiteY37" fmla="*/ 143236 h 422948"/>
              <a:gd name="connsiteX38" fmla="*/ 58200 w 422879"/>
              <a:gd name="connsiteY38" fmla="*/ 143236 h 422948"/>
              <a:gd name="connsiteX39" fmla="*/ 58200 w 422879"/>
              <a:gd name="connsiteY39" fmla="*/ 162394 h 422948"/>
              <a:gd name="connsiteX40" fmla="*/ 96517 w 422879"/>
              <a:gd name="connsiteY40" fmla="*/ 162394 h 422948"/>
              <a:gd name="connsiteX41" fmla="*/ 79274 w 422879"/>
              <a:gd name="connsiteY41" fmla="*/ 185384 h 422948"/>
              <a:gd name="connsiteX42" fmla="*/ 94601 w 422879"/>
              <a:gd name="connsiteY42" fmla="*/ 196879 h 422948"/>
              <a:gd name="connsiteX43" fmla="*/ 119507 w 422879"/>
              <a:gd name="connsiteY43" fmla="*/ 162394 h 422948"/>
              <a:gd name="connsiteX44" fmla="*/ 131002 w 422879"/>
              <a:gd name="connsiteY44" fmla="*/ 162394 h 422948"/>
              <a:gd name="connsiteX45" fmla="*/ 127170 w 422879"/>
              <a:gd name="connsiteY45" fmla="*/ 200711 h 422948"/>
              <a:gd name="connsiteX46" fmla="*/ 127170 w 422879"/>
              <a:gd name="connsiteY46" fmla="*/ 217953 h 422948"/>
              <a:gd name="connsiteX47" fmla="*/ 127170 w 422879"/>
              <a:gd name="connsiteY47" fmla="*/ 233280 h 422948"/>
              <a:gd name="connsiteX48" fmla="*/ 115675 w 422879"/>
              <a:gd name="connsiteY48" fmla="*/ 269681 h 422948"/>
              <a:gd name="connsiteX49" fmla="*/ 420293 w 422879"/>
              <a:gd name="connsiteY49" fmla="*/ 168142 h 422948"/>
              <a:gd name="connsiteX50" fmla="*/ 401135 w 422879"/>
              <a:gd name="connsiteY50" fmla="*/ 85761 h 422948"/>
              <a:gd name="connsiteX51" fmla="*/ 358986 w 422879"/>
              <a:gd name="connsiteY51" fmla="*/ 16790 h 422948"/>
              <a:gd name="connsiteX52" fmla="*/ 288100 w 422879"/>
              <a:gd name="connsiteY52" fmla="*/ 3380 h 422948"/>
              <a:gd name="connsiteX53" fmla="*/ 288100 w 422879"/>
              <a:gd name="connsiteY53" fmla="*/ 3380 h 422948"/>
              <a:gd name="connsiteX54" fmla="*/ 238289 w 422879"/>
              <a:gd name="connsiteY54" fmla="*/ 78097 h 422948"/>
              <a:gd name="connsiteX55" fmla="*/ 251699 w 422879"/>
              <a:gd name="connsiteY55" fmla="*/ 112582 h 422948"/>
              <a:gd name="connsiteX56" fmla="*/ 259363 w 422879"/>
              <a:gd name="connsiteY56" fmla="*/ 127909 h 422948"/>
              <a:gd name="connsiteX57" fmla="*/ 265110 w 422879"/>
              <a:gd name="connsiteY57" fmla="*/ 143236 h 422948"/>
              <a:gd name="connsiteX58" fmla="*/ 221046 w 422879"/>
              <a:gd name="connsiteY58" fmla="*/ 191132 h 422948"/>
              <a:gd name="connsiteX59" fmla="*/ 221046 w 422879"/>
              <a:gd name="connsiteY59" fmla="*/ 421032 h 422948"/>
              <a:gd name="connsiteX60" fmla="*/ 240204 w 422879"/>
              <a:gd name="connsiteY60" fmla="*/ 421032 h 422948"/>
              <a:gd name="connsiteX61" fmla="*/ 240204 w 422879"/>
              <a:gd name="connsiteY61" fmla="*/ 191132 h 422948"/>
              <a:gd name="connsiteX62" fmla="*/ 268942 w 422879"/>
              <a:gd name="connsiteY62" fmla="*/ 162394 h 422948"/>
              <a:gd name="connsiteX63" fmla="*/ 270858 w 422879"/>
              <a:gd name="connsiteY63" fmla="*/ 162394 h 422948"/>
              <a:gd name="connsiteX64" fmla="*/ 274690 w 422879"/>
              <a:gd name="connsiteY64" fmla="*/ 200711 h 422948"/>
              <a:gd name="connsiteX65" fmla="*/ 274690 w 422879"/>
              <a:gd name="connsiteY65" fmla="*/ 216038 h 422948"/>
              <a:gd name="connsiteX66" fmla="*/ 272774 w 422879"/>
              <a:gd name="connsiteY66" fmla="*/ 231364 h 422948"/>
              <a:gd name="connsiteX67" fmla="*/ 293848 w 422879"/>
              <a:gd name="connsiteY67" fmla="*/ 283092 h 422948"/>
              <a:gd name="connsiteX68" fmla="*/ 330249 w 422879"/>
              <a:gd name="connsiteY68" fmla="*/ 294587 h 422948"/>
              <a:gd name="connsiteX69" fmla="*/ 353239 w 422879"/>
              <a:gd name="connsiteY69" fmla="*/ 290755 h 422948"/>
              <a:gd name="connsiteX70" fmla="*/ 408798 w 422879"/>
              <a:gd name="connsiteY70" fmla="*/ 244775 h 422948"/>
              <a:gd name="connsiteX71" fmla="*/ 420293 w 422879"/>
              <a:gd name="connsiteY71" fmla="*/ 168142 h 422948"/>
              <a:gd name="connsiteX72" fmla="*/ 393471 w 422879"/>
              <a:gd name="connsiteY72" fmla="*/ 237112 h 422948"/>
              <a:gd name="connsiteX73" fmla="*/ 349407 w 422879"/>
              <a:gd name="connsiteY73" fmla="*/ 273513 h 422948"/>
              <a:gd name="connsiteX74" fmla="*/ 307259 w 422879"/>
              <a:gd name="connsiteY74" fmla="*/ 269681 h 422948"/>
              <a:gd name="connsiteX75" fmla="*/ 293848 w 422879"/>
              <a:gd name="connsiteY75" fmla="*/ 233280 h 422948"/>
              <a:gd name="connsiteX76" fmla="*/ 293848 w 422879"/>
              <a:gd name="connsiteY76" fmla="*/ 217953 h 422948"/>
              <a:gd name="connsiteX77" fmla="*/ 293848 w 422879"/>
              <a:gd name="connsiteY77" fmla="*/ 200711 h 422948"/>
              <a:gd name="connsiteX78" fmla="*/ 290016 w 422879"/>
              <a:gd name="connsiteY78" fmla="*/ 162394 h 422948"/>
              <a:gd name="connsiteX79" fmla="*/ 301511 w 422879"/>
              <a:gd name="connsiteY79" fmla="*/ 162394 h 422948"/>
              <a:gd name="connsiteX80" fmla="*/ 326417 w 422879"/>
              <a:gd name="connsiteY80" fmla="*/ 196879 h 422948"/>
              <a:gd name="connsiteX81" fmla="*/ 341744 w 422879"/>
              <a:gd name="connsiteY81" fmla="*/ 185384 h 422948"/>
              <a:gd name="connsiteX82" fmla="*/ 326417 w 422879"/>
              <a:gd name="connsiteY82" fmla="*/ 162394 h 422948"/>
              <a:gd name="connsiteX83" fmla="*/ 364734 w 422879"/>
              <a:gd name="connsiteY83" fmla="*/ 162394 h 422948"/>
              <a:gd name="connsiteX84" fmla="*/ 364734 w 422879"/>
              <a:gd name="connsiteY84" fmla="*/ 143236 h 422948"/>
              <a:gd name="connsiteX85" fmla="*/ 326417 w 422879"/>
              <a:gd name="connsiteY85" fmla="*/ 143236 h 422948"/>
              <a:gd name="connsiteX86" fmla="*/ 343660 w 422879"/>
              <a:gd name="connsiteY86" fmla="*/ 120246 h 422948"/>
              <a:gd name="connsiteX87" fmla="*/ 328333 w 422879"/>
              <a:gd name="connsiteY87" fmla="*/ 108751 h 422948"/>
              <a:gd name="connsiteX88" fmla="*/ 301511 w 422879"/>
              <a:gd name="connsiteY88" fmla="*/ 143236 h 422948"/>
              <a:gd name="connsiteX89" fmla="*/ 286185 w 422879"/>
              <a:gd name="connsiteY89" fmla="*/ 143236 h 422948"/>
              <a:gd name="connsiteX90" fmla="*/ 278521 w 422879"/>
              <a:gd name="connsiteY90" fmla="*/ 120246 h 422948"/>
              <a:gd name="connsiteX91" fmla="*/ 270858 w 422879"/>
              <a:gd name="connsiteY91" fmla="*/ 104919 h 422948"/>
              <a:gd name="connsiteX92" fmla="*/ 259363 w 422879"/>
              <a:gd name="connsiteY92" fmla="*/ 74266 h 422948"/>
              <a:gd name="connsiteX93" fmla="*/ 293848 w 422879"/>
              <a:gd name="connsiteY93" fmla="*/ 22538 h 422948"/>
              <a:gd name="connsiteX94" fmla="*/ 293848 w 422879"/>
              <a:gd name="connsiteY94" fmla="*/ 22538 h 422948"/>
              <a:gd name="connsiteX95" fmla="*/ 309175 w 422879"/>
              <a:gd name="connsiteY95" fmla="*/ 18706 h 422948"/>
              <a:gd name="connsiteX96" fmla="*/ 345576 w 422879"/>
              <a:gd name="connsiteY96" fmla="*/ 30201 h 422948"/>
              <a:gd name="connsiteX97" fmla="*/ 383892 w 422879"/>
              <a:gd name="connsiteY97" fmla="*/ 91508 h 422948"/>
              <a:gd name="connsiteX98" fmla="*/ 401135 w 422879"/>
              <a:gd name="connsiteY98" fmla="*/ 170057 h 422948"/>
              <a:gd name="connsiteX99" fmla="*/ 393471 w 422879"/>
              <a:gd name="connsiteY99" fmla="*/ 237112 h 42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22879" h="422948">
                <a:moveTo>
                  <a:pt x="155908" y="143236"/>
                </a:moveTo>
                <a:cubicBezTo>
                  <a:pt x="157823" y="137488"/>
                  <a:pt x="159739" y="133657"/>
                  <a:pt x="161655" y="127909"/>
                </a:cubicBezTo>
                <a:cubicBezTo>
                  <a:pt x="163571" y="122162"/>
                  <a:pt x="165487" y="118330"/>
                  <a:pt x="169318" y="112582"/>
                </a:cubicBezTo>
                <a:cubicBezTo>
                  <a:pt x="175066" y="101087"/>
                  <a:pt x="180813" y="89592"/>
                  <a:pt x="182729" y="78097"/>
                </a:cubicBezTo>
                <a:cubicBezTo>
                  <a:pt x="190393" y="43612"/>
                  <a:pt x="169318" y="11043"/>
                  <a:pt x="134833" y="3380"/>
                </a:cubicBezTo>
                <a:cubicBezTo>
                  <a:pt x="109927" y="-2368"/>
                  <a:pt x="85022" y="1464"/>
                  <a:pt x="65863" y="16790"/>
                </a:cubicBezTo>
                <a:cubicBezTo>
                  <a:pt x="44789" y="35949"/>
                  <a:pt x="29462" y="58939"/>
                  <a:pt x="21799" y="85761"/>
                </a:cubicBezTo>
                <a:cubicBezTo>
                  <a:pt x="12220" y="112582"/>
                  <a:pt x="6472" y="139404"/>
                  <a:pt x="2641" y="168142"/>
                </a:cubicBezTo>
                <a:cubicBezTo>
                  <a:pt x="-3107" y="194963"/>
                  <a:pt x="725" y="221785"/>
                  <a:pt x="12220" y="246691"/>
                </a:cubicBezTo>
                <a:cubicBezTo>
                  <a:pt x="23715" y="267765"/>
                  <a:pt x="44789" y="285008"/>
                  <a:pt x="67779" y="292671"/>
                </a:cubicBezTo>
                <a:cubicBezTo>
                  <a:pt x="75442" y="294587"/>
                  <a:pt x="83106" y="296503"/>
                  <a:pt x="90769" y="296503"/>
                </a:cubicBezTo>
                <a:cubicBezTo>
                  <a:pt x="104180" y="296503"/>
                  <a:pt x="115675" y="292671"/>
                  <a:pt x="127170" y="285008"/>
                </a:cubicBezTo>
                <a:cubicBezTo>
                  <a:pt x="142497" y="271597"/>
                  <a:pt x="152076" y="252439"/>
                  <a:pt x="148244" y="233280"/>
                </a:cubicBezTo>
                <a:cubicBezTo>
                  <a:pt x="148244" y="227533"/>
                  <a:pt x="148244" y="221785"/>
                  <a:pt x="146328" y="217953"/>
                </a:cubicBezTo>
                <a:cubicBezTo>
                  <a:pt x="146328" y="212206"/>
                  <a:pt x="146328" y="206458"/>
                  <a:pt x="146328" y="202627"/>
                </a:cubicBezTo>
                <a:cubicBezTo>
                  <a:pt x="146328" y="189216"/>
                  <a:pt x="148244" y="177721"/>
                  <a:pt x="150160" y="164310"/>
                </a:cubicBezTo>
                <a:lnTo>
                  <a:pt x="153992" y="164310"/>
                </a:lnTo>
                <a:cubicBezTo>
                  <a:pt x="169318" y="164310"/>
                  <a:pt x="182729" y="177721"/>
                  <a:pt x="182729" y="193048"/>
                </a:cubicBezTo>
                <a:lnTo>
                  <a:pt x="182729" y="422948"/>
                </a:lnTo>
                <a:lnTo>
                  <a:pt x="201888" y="422948"/>
                </a:lnTo>
                <a:lnTo>
                  <a:pt x="201888" y="191132"/>
                </a:lnTo>
                <a:cubicBezTo>
                  <a:pt x="201888" y="166226"/>
                  <a:pt x="180813" y="145152"/>
                  <a:pt x="155908" y="143236"/>
                </a:cubicBezTo>
                <a:close/>
                <a:moveTo>
                  <a:pt x="115675" y="269681"/>
                </a:moveTo>
                <a:cubicBezTo>
                  <a:pt x="104180" y="277344"/>
                  <a:pt x="86937" y="279260"/>
                  <a:pt x="73527" y="273513"/>
                </a:cubicBezTo>
                <a:cubicBezTo>
                  <a:pt x="54368" y="267765"/>
                  <a:pt x="39042" y="254354"/>
                  <a:pt x="29462" y="237112"/>
                </a:cubicBezTo>
                <a:cubicBezTo>
                  <a:pt x="19883" y="216038"/>
                  <a:pt x="17967" y="193048"/>
                  <a:pt x="21799" y="170057"/>
                </a:cubicBezTo>
                <a:cubicBezTo>
                  <a:pt x="23715" y="143236"/>
                  <a:pt x="29462" y="116414"/>
                  <a:pt x="39042" y="91508"/>
                </a:cubicBezTo>
                <a:cubicBezTo>
                  <a:pt x="46705" y="68518"/>
                  <a:pt x="60116" y="47444"/>
                  <a:pt x="77358" y="30201"/>
                </a:cubicBezTo>
                <a:cubicBezTo>
                  <a:pt x="88853" y="24454"/>
                  <a:pt x="100348" y="18706"/>
                  <a:pt x="113759" y="20622"/>
                </a:cubicBezTo>
                <a:cubicBezTo>
                  <a:pt x="119507" y="20622"/>
                  <a:pt x="125254" y="20622"/>
                  <a:pt x="129086" y="22538"/>
                </a:cubicBezTo>
                <a:cubicBezTo>
                  <a:pt x="152076" y="28286"/>
                  <a:pt x="167403" y="51276"/>
                  <a:pt x="163571" y="74266"/>
                </a:cubicBezTo>
                <a:cubicBezTo>
                  <a:pt x="161655" y="83845"/>
                  <a:pt x="157823" y="95340"/>
                  <a:pt x="152076" y="104919"/>
                </a:cubicBezTo>
                <a:cubicBezTo>
                  <a:pt x="150160" y="108751"/>
                  <a:pt x="146328" y="114498"/>
                  <a:pt x="144413" y="120246"/>
                </a:cubicBezTo>
                <a:cubicBezTo>
                  <a:pt x="140581" y="127909"/>
                  <a:pt x="138665" y="135572"/>
                  <a:pt x="136749" y="143236"/>
                </a:cubicBezTo>
                <a:lnTo>
                  <a:pt x="121423" y="143236"/>
                </a:lnTo>
                <a:lnTo>
                  <a:pt x="94601" y="108751"/>
                </a:lnTo>
                <a:lnTo>
                  <a:pt x="79274" y="120246"/>
                </a:lnTo>
                <a:lnTo>
                  <a:pt x="96517" y="143236"/>
                </a:lnTo>
                <a:lnTo>
                  <a:pt x="58200" y="143236"/>
                </a:lnTo>
                <a:lnTo>
                  <a:pt x="58200" y="162394"/>
                </a:lnTo>
                <a:lnTo>
                  <a:pt x="96517" y="162394"/>
                </a:lnTo>
                <a:lnTo>
                  <a:pt x="79274" y="185384"/>
                </a:lnTo>
                <a:lnTo>
                  <a:pt x="94601" y="196879"/>
                </a:lnTo>
                <a:lnTo>
                  <a:pt x="119507" y="162394"/>
                </a:lnTo>
                <a:lnTo>
                  <a:pt x="131002" y="162394"/>
                </a:lnTo>
                <a:cubicBezTo>
                  <a:pt x="129086" y="175805"/>
                  <a:pt x="127170" y="187300"/>
                  <a:pt x="127170" y="200711"/>
                </a:cubicBezTo>
                <a:cubicBezTo>
                  <a:pt x="127170" y="206458"/>
                  <a:pt x="127170" y="212206"/>
                  <a:pt x="127170" y="217953"/>
                </a:cubicBezTo>
                <a:cubicBezTo>
                  <a:pt x="127170" y="221785"/>
                  <a:pt x="127170" y="227533"/>
                  <a:pt x="127170" y="233280"/>
                </a:cubicBezTo>
                <a:cubicBezTo>
                  <a:pt x="129086" y="246691"/>
                  <a:pt x="125254" y="260102"/>
                  <a:pt x="115675" y="269681"/>
                </a:cubicBezTo>
                <a:close/>
                <a:moveTo>
                  <a:pt x="420293" y="168142"/>
                </a:moveTo>
                <a:cubicBezTo>
                  <a:pt x="416462" y="139404"/>
                  <a:pt x="410714" y="112582"/>
                  <a:pt x="401135" y="85761"/>
                </a:cubicBezTo>
                <a:cubicBezTo>
                  <a:pt x="393471" y="58939"/>
                  <a:pt x="378145" y="35949"/>
                  <a:pt x="358986" y="16790"/>
                </a:cubicBezTo>
                <a:cubicBezTo>
                  <a:pt x="339828" y="1464"/>
                  <a:pt x="313006" y="-4284"/>
                  <a:pt x="288100" y="3380"/>
                </a:cubicBezTo>
                <a:lnTo>
                  <a:pt x="288100" y="3380"/>
                </a:lnTo>
                <a:cubicBezTo>
                  <a:pt x="253615" y="11043"/>
                  <a:pt x="232541" y="43612"/>
                  <a:pt x="238289" y="78097"/>
                </a:cubicBezTo>
                <a:cubicBezTo>
                  <a:pt x="242120" y="89592"/>
                  <a:pt x="245952" y="103003"/>
                  <a:pt x="251699" y="112582"/>
                </a:cubicBezTo>
                <a:cubicBezTo>
                  <a:pt x="253615" y="116414"/>
                  <a:pt x="255531" y="122162"/>
                  <a:pt x="259363" y="127909"/>
                </a:cubicBezTo>
                <a:cubicBezTo>
                  <a:pt x="263194" y="133657"/>
                  <a:pt x="263194" y="139404"/>
                  <a:pt x="265110" y="143236"/>
                </a:cubicBezTo>
                <a:cubicBezTo>
                  <a:pt x="240204" y="145152"/>
                  <a:pt x="221046" y="166226"/>
                  <a:pt x="221046" y="191132"/>
                </a:cubicBezTo>
                <a:lnTo>
                  <a:pt x="221046" y="421032"/>
                </a:lnTo>
                <a:lnTo>
                  <a:pt x="240204" y="421032"/>
                </a:lnTo>
                <a:lnTo>
                  <a:pt x="240204" y="191132"/>
                </a:lnTo>
                <a:cubicBezTo>
                  <a:pt x="240204" y="175805"/>
                  <a:pt x="253615" y="162394"/>
                  <a:pt x="268942" y="162394"/>
                </a:cubicBezTo>
                <a:lnTo>
                  <a:pt x="270858" y="162394"/>
                </a:lnTo>
                <a:cubicBezTo>
                  <a:pt x="274690" y="175805"/>
                  <a:pt x="274690" y="187300"/>
                  <a:pt x="274690" y="200711"/>
                </a:cubicBezTo>
                <a:cubicBezTo>
                  <a:pt x="274690" y="206458"/>
                  <a:pt x="274690" y="212206"/>
                  <a:pt x="274690" y="216038"/>
                </a:cubicBezTo>
                <a:cubicBezTo>
                  <a:pt x="274690" y="221785"/>
                  <a:pt x="274690" y="227533"/>
                  <a:pt x="272774" y="231364"/>
                </a:cubicBezTo>
                <a:cubicBezTo>
                  <a:pt x="270858" y="250523"/>
                  <a:pt x="278521" y="271597"/>
                  <a:pt x="293848" y="283092"/>
                </a:cubicBezTo>
                <a:cubicBezTo>
                  <a:pt x="305343" y="290755"/>
                  <a:pt x="316838" y="294587"/>
                  <a:pt x="330249" y="294587"/>
                </a:cubicBezTo>
                <a:cubicBezTo>
                  <a:pt x="337912" y="294587"/>
                  <a:pt x="345576" y="292671"/>
                  <a:pt x="353239" y="290755"/>
                </a:cubicBezTo>
                <a:cubicBezTo>
                  <a:pt x="376229" y="283092"/>
                  <a:pt x="397303" y="265849"/>
                  <a:pt x="408798" y="244775"/>
                </a:cubicBezTo>
                <a:cubicBezTo>
                  <a:pt x="422209" y="221785"/>
                  <a:pt x="426041" y="194963"/>
                  <a:pt x="420293" y="168142"/>
                </a:cubicBezTo>
                <a:close/>
                <a:moveTo>
                  <a:pt x="393471" y="237112"/>
                </a:moveTo>
                <a:cubicBezTo>
                  <a:pt x="383892" y="254354"/>
                  <a:pt x="368566" y="267765"/>
                  <a:pt x="349407" y="273513"/>
                </a:cubicBezTo>
                <a:cubicBezTo>
                  <a:pt x="335996" y="279260"/>
                  <a:pt x="320670" y="277344"/>
                  <a:pt x="307259" y="269681"/>
                </a:cubicBezTo>
                <a:cubicBezTo>
                  <a:pt x="297680" y="260102"/>
                  <a:pt x="291932" y="246691"/>
                  <a:pt x="293848" y="233280"/>
                </a:cubicBezTo>
                <a:cubicBezTo>
                  <a:pt x="293848" y="229448"/>
                  <a:pt x="293848" y="223701"/>
                  <a:pt x="293848" y="217953"/>
                </a:cubicBezTo>
                <a:cubicBezTo>
                  <a:pt x="293848" y="212206"/>
                  <a:pt x="293848" y="206458"/>
                  <a:pt x="293848" y="200711"/>
                </a:cubicBezTo>
                <a:cubicBezTo>
                  <a:pt x="293848" y="187300"/>
                  <a:pt x="291932" y="175805"/>
                  <a:pt x="290016" y="162394"/>
                </a:cubicBezTo>
                <a:lnTo>
                  <a:pt x="301511" y="162394"/>
                </a:lnTo>
                <a:lnTo>
                  <a:pt x="326417" y="196879"/>
                </a:lnTo>
                <a:lnTo>
                  <a:pt x="341744" y="185384"/>
                </a:lnTo>
                <a:lnTo>
                  <a:pt x="326417" y="162394"/>
                </a:lnTo>
                <a:lnTo>
                  <a:pt x="364734" y="162394"/>
                </a:lnTo>
                <a:lnTo>
                  <a:pt x="364734" y="143236"/>
                </a:lnTo>
                <a:lnTo>
                  <a:pt x="326417" y="143236"/>
                </a:lnTo>
                <a:lnTo>
                  <a:pt x="343660" y="120246"/>
                </a:lnTo>
                <a:lnTo>
                  <a:pt x="328333" y="108751"/>
                </a:lnTo>
                <a:lnTo>
                  <a:pt x="301511" y="143236"/>
                </a:lnTo>
                <a:lnTo>
                  <a:pt x="286185" y="143236"/>
                </a:lnTo>
                <a:cubicBezTo>
                  <a:pt x="284269" y="135572"/>
                  <a:pt x="280437" y="127909"/>
                  <a:pt x="278521" y="120246"/>
                </a:cubicBezTo>
                <a:cubicBezTo>
                  <a:pt x="276605" y="114498"/>
                  <a:pt x="274690" y="110667"/>
                  <a:pt x="270858" y="104919"/>
                </a:cubicBezTo>
                <a:cubicBezTo>
                  <a:pt x="265110" y="95340"/>
                  <a:pt x="261279" y="85761"/>
                  <a:pt x="259363" y="74266"/>
                </a:cubicBezTo>
                <a:cubicBezTo>
                  <a:pt x="255531" y="49360"/>
                  <a:pt x="270858" y="26370"/>
                  <a:pt x="293848" y="22538"/>
                </a:cubicBezTo>
                <a:lnTo>
                  <a:pt x="293848" y="22538"/>
                </a:lnTo>
                <a:cubicBezTo>
                  <a:pt x="299595" y="20622"/>
                  <a:pt x="303427" y="18706"/>
                  <a:pt x="309175" y="18706"/>
                </a:cubicBezTo>
                <a:cubicBezTo>
                  <a:pt x="322585" y="18706"/>
                  <a:pt x="335996" y="22538"/>
                  <a:pt x="345576" y="30201"/>
                </a:cubicBezTo>
                <a:cubicBezTo>
                  <a:pt x="364734" y="47444"/>
                  <a:pt x="376229" y="68518"/>
                  <a:pt x="383892" y="91508"/>
                </a:cubicBezTo>
                <a:cubicBezTo>
                  <a:pt x="393471" y="116414"/>
                  <a:pt x="399219" y="143236"/>
                  <a:pt x="401135" y="170057"/>
                </a:cubicBezTo>
                <a:cubicBezTo>
                  <a:pt x="406882" y="193048"/>
                  <a:pt x="403051" y="216038"/>
                  <a:pt x="393471" y="23711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5" descr="Bladder icon.">
            <a:extLst>
              <a:ext uri="{FF2B5EF4-FFF2-40B4-BE49-F238E27FC236}">
                <a16:creationId xmlns:a16="http://schemas.microsoft.com/office/drawing/2014/main" id="{415B8CEA-9B23-2299-E089-D5DFA897766D}"/>
              </a:ext>
            </a:extLst>
          </p:cNvPr>
          <p:cNvSpPr/>
          <p:nvPr/>
        </p:nvSpPr>
        <p:spPr>
          <a:xfrm>
            <a:off x="9572141" y="1402884"/>
            <a:ext cx="417369" cy="417179"/>
          </a:xfrm>
          <a:custGeom>
            <a:avLst/>
            <a:gdLst>
              <a:gd name="connsiteX0" fmla="*/ 85522 w 417369"/>
              <a:gd name="connsiteY0" fmla="*/ 189817 h 417179"/>
              <a:gd name="connsiteX1" fmla="*/ 189248 w 417369"/>
              <a:gd name="connsiteY1" fmla="*/ 95003 h 417179"/>
              <a:gd name="connsiteX2" fmla="*/ 189248 w 417369"/>
              <a:gd name="connsiteY2" fmla="*/ 114156 h 417179"/>
              <a:gd name="connsiteX3" fmla="*/ 104864 w 417369"/>
              <a:gd name="connsiteY3" fmla="*/ 189817 h 417179"/>
              <a:gd name="connsiteX4" fmla="*/ 85522 w 417369"/>
              <a:gd name="connsiteY4" fmla="*/ 189817 h 417179"/>
              <a:gd name="connsiteX5" fmla="*/ 416800 w 417369"/>
              <a:gd name="connsiteY5" fmla="*/ 190 h 417179"/>
              <a:gd name="connsiteX6" fmla="*/ 397838 w 417369"/>
              <a:gd name="connsiteY6" fmla="*/ 190 h 417179"/>
              <a:gd name="connsiteX7" fmla="*/ 344363 w 417369"/>
              <a:gd name="connsiteY7" fmla="*/ 123068 h 417179"/>
              <a:gd name="connsiteX8" fmla="*/ 333364 w 417369"/>
              <a:gd name="connsiteY8" fmla="*/ 109415 h 417179"/>
              <a:gd name="connsiteX9" fmla="*/ 379065 w 417369"/>
              <a:gd name="connsiteY9" fmla="*/ 190 h 417179"/>
              <a:gd name="connsiteX10" fmla="*/ 360102 w 417369"/>
              <a:gd name="connsiteY10" fmla="*/ 190 h 417179"/>
              <a:gd name="connsiteX11" fmla="*/ 319711 w 417369"/>
              <a:gd name="connsiteY11" fmla="*/ 96141 h 417179"/>
              <a:gd name="connsiteX12" fmla="*/ 208400 w 417369"/>
              <a:gd name="connsiteY12" fmla="*/ 56130 h 417179"/>
              <a:gd name="connsiteX13" fmla="*/ 97089 w 417369"/>
              <a:gd name="connsiteY13" fmla="*/ 96141 h 417179"/>
              <a:gd name="connsiteX14" fmla="*/ 56699 w 417369"/>
              <a:gd name="connsiteY14" fmla="*/ 190 h 417179"/>
              <a:gd name="connsiteX15" fmla="*/ 37736 w 417369"/>
              <a:gd name="connsiteY15" fmla="*/ 190 h 417179"/>
              <a:gd name="connsiteX16" fmla="*/ 83436 w 417369"/>
              <a:gd name="connsiteY16" fmla="*/ 109415 h 417179"/>
              <a:gd name="connsiteX17" fmla="*/ 72438 w 417369"/>
              <a:gd name="connsiteY17" fmla="*/ 123068 h 417179"/>
              <a:gd name="connsiteX18" fmla="*/ 18963 w 417369"/>
              <a:gd name="connsiteY18" fmla="*/ 190 h 417179"/>
              <a:gd name="connsiteX19" fmla="*/ 0 w 417369"/>
              <a:gd name="connsiteY19" fmla="*/ 190 h 417179"/>
              <a:gd name="connsiteX20" fmla="*/ 62387 w 417369"/>
              <a:gd name="connsiteY20" fmla="*/ 139376 h 417179"/>
              <a:gd name="connsiteX21" fmla="*/ 47217 w 417369"/>
              <a:gd name="connsiteY21" fmla="*/ 199677 h 417179"/>
              <a:gd name="connsiteX22" fmla="*/ 150754 w 417369"/>
              <a:gd name="connsiteY22" fmla="*/ 337536 h 417179"/>
              <a:gd name="connsiteX23" fmla="*/ 179956 w 417369"/>
              <a:gd name="connsiteY23" fmla="*/ 417180 h 417179"/>
              <a:gd name="connsiteX24" fmla="*/ 200246 w 417369"/>
              <a:gd name="connsiteY24" fmla="*/ 417180 h 417179"/>
              <a:gd name="connsiteX25" fmla="*/ 170285 w 417369"/>
              <a:gd name="connsiteY25" fmla="*/ 335450 h 417179"/>
              <a:gd name="connsiteX26" fmla="*/ 157390 w 417369"/>
              <a:gd name="connsiteY26" fmla="*/ 320470 h 417179"/>
              <a:gd name="connsiteX27" fmla="*/ 66369 w 417369"/>
              <a:gd name="connsiteY27" fmla="*/ 199677 h 417179"/>
              <a:gd name="connsiteX28" fmla="*/ 78885 w 417369"/>
              <a:gd name="connsiteY28" fmla="*/ 148857 h 417179"/>
              <a:gd name="connsiteX29" fmla="*/ 88935 w 417369"/>
              <a:gd name="connsiteY29" fmla="*/ 132739 h 417179"/>
              <a:gd name="connsiteX30" fmla="*/ 99175 w 417369"/>
              <a:gd name="connsiteY30" fmla="*/ 120413 h 417179"/>
              <a:gd name="connsiteX31" fmla="*/ 114535 w 417369"/>
              <a:gd name="connsiteY31" fmla="*/ 106570 h 417179"/>
              <a:gd name="connsiteX32" fmla="*/ 208779 w 417369"/>
              <a:gd name="connsiteY32" fmla="*/ 75092 h 417179"/>
              <a:gd name="connsiteX33" fmla="*/ 303024 w 417369"/>
              <a:gd name="connsiteY33" fmla="*/ 106570 h 417179"/>
              <a:gd name="connsiteX34" fmla="*/ 318384 w 417369"/>
              <a:gd name="connsiteY34" fmla="*/ 120224 h 417179"/>
              <a:gd name="connsiteX35" fmla="*/ 328624 w 417369"/>
              <a:gd name="connsiteY35" fmla="*/ 132549 h 417179"/>
              <a:gd name="connsiteX36" fmla="*/ 338674 w 417369"/>
              <a:gd name="connsiteY36" fmla="*/ 148668 h 417179"/>
              <a:gd name="connsiteX37" fmla="*/ 351189 w 417369"/>
              <a:gd name="connsiteY37" fmla="*/ 199488 h 417179"/>
              <a:gd name="connsiteX38" fmla="*/ 260168 w 417369"/>
              <a:gd name="connsiteY38" fmla="*/ 321228 h 417179"/>
              <a:gd name="connsiteX39" fmla="*/ 248411 w 417369"/>
              <a:gd name="connsiteY39" fmla="*/ 333554 h 417179"/>
              <a:gd name="connsiteX40" fmla="*/ 218261 w 417369"/>
              <a:gd name="connsiteY40" fmla="*/ 416990 h 417179"/>
              <a:gd name="connsiteX41" fmla="*/ 238361 w 417369"/>
              <a:gd name="connsiteY41" fmla="*/ 416990 h 417179"/>
              <a:gd name="connsiteX42" fmla="*/ 266047 w 417369"/>
              <a:gd name="connsiteY42" fmla="*/ 339243 h 417179"/>
              <a:gd name="connsiteX43" fmla="*/ 370152 w 417369"/>
              <a:gd name="connsiteY43" fmla="*/ 199488 h 417179"/>
              <a:gd name="connsiteX44" fmla="*/ 354982 w 417369"/>
              <a:gd name="connsiteY44" fmla="*/ 139186 h 417179"/>
              <a:gd name="connsiteX45" fmla="*/ 417369 w 417369"/>
              <a:gd name="connsiteY45" fmla="*/ 0 h 41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17369" h="417179">
                <a:moveTo>
                  <a:pt x="85522" y="189817"/>
                </a:moveTo>
                <a:cubicBezTo>
                  <a:pt x="91590" y="138997"/>
                  <a:pt x="135204" y="99365"/>
                  <a:pt x="189248" y="95003"/>
                </a:cubicBezTo>
                <a:lnTo>
                  <a:pt x="189248" y="114156"/>
                </a:lnTo>
                <a:cubicBezTo>
                  <a:pt x="146392" y="118327"/>
                  <a:pt x="110932" y="150185"/>
                  <a:pt x="104864" y="189817"/>
                </a:cubicBezTo>
                <a:lnTo>
                  <a:pt x="85522" y="189817"/>
                </a:lnTo>
                <a:close/>
                <a:moveTo>
                  <a:pt x="416800" y="190"/>
                </a:moveTo>
                <a:lnTo>
                  <a:pt x="397838" y="190"/>
                </a:lnTo>
                <a:cubicBezTo>
                  <a:pt x="397269" y="16308"/>
                  <a:pt x="391959" y="88556"/>
                  <a:pt x="344363" y="123068"/>
                </a:cubicBezTo>
                <a:cubicBezTo>
                  <a:pt x="340950" y="118327"/>
                  <a:pt x="337347" y="113776"/>
                  <a:pt x="333364" y="109415"/>
                </a:cubicBezTo>
                <a:cubicBezTo>
                  <a:pt x="372617" y="75661"/>
                  <a:pt x="378306" y="16118"/>
                  <a:pt x="379065" y="190"/>
                </a:cubicBezTo>
                <a:lnTo>
                  <a:pt x="360102" y="190"/>
                </a:lnTo>
                <a:cubicBezTo>
                  <a:pt x="359154" y="15360"/>
                  <a:pt x="353465" y="68266"/>
                  <a:pt x="319711" y="96141"/>
                </a:cubicBezTo>
                <a:cubicBezTo>
                  <a:pt x="290698" y="71489"/>
                  <a:pt x="251635" y="56130"/>
                  <a:pt x="208400" y="56130"/>
                </a:cubicBezTo>
                <a:cubicBezTo>
                  <a:pt x="165165" y="56130"/>
                  <a:pt x="126102" y="71300"/>
                  <a:pt x="97089" y="96141"/>
                </a:cubicBezTo>
                <a:cubicBezTo>
                  <a:pt x="63525" y="68266"/>
                  <a:pt x="57647" y="15360"/>
                  <a:pt x="56699" y="190"/>
                </a:cubicBezTo>
                <a:lnTo>
                  <a:pt x="37736" y="190"/>
                </a:lnTo>
                <a:cubicBezTo>
                  <a:pt x="38494" y="16118"/>
                  <a:pt x="44183" y="75661"/>
                  <a:pt x="83436" y="109415"/>
                </a:cubicBezTo>
                <a:cubicBezTo>
                  <a:pt x="79454" y="113776"/>
                  <a:pt x="75851" y="118327"/>
                  <a:pt x="72438" y="123068"/>
                </a:cubicBezTo>
                <a:cubicBezTo>
                  <a:pt x="24841" y="88556"/>
                  <a:pt x="19532" y="16308"/>
                  <a:pt x="18963" y="190"/>
                </a:cubicBezTo>
                <a:lnTo>
                  <a:pt x="0" y="190"/>
                </a:lnTo>
                <a:cubicBezTo>
                  <a:pt x="379" y="18204"/>
                  <a:pt x="5689" y="99554"/>
                  <a:pt x="62387" y="139376"/>
                </a:cubicBezTo>
                <a:cubicBezTo>
                  <a:pt x="52716" y="157770"/>
                  <a:pt x="47217" y="178060"/>
                  <a:pt x="47217" y="199677"/>
                </a:cubicBezTo>
                <a:cubicBezTo>
                  <a:pt x="47217" y="263202"/>
                  <a:pt x="89125" y="318953"/>
                  <a:pt x="150754" y="337536"/>
                </a:cubicBezTo>
                <a:cubicBezTo>
                  <a:pt x="151133" y="338105"/>
                  <a:pt x="179956" y="417180"/>
                  <a:pt x="179956" y="417180"/>
                </a:cubicBezTo>
                <a:lnTo>
                  <a:pt x="200246" y="417180"/>
                </a:lnTo>
                <a:lnTo>
                  <a:pt x="170285" y="335450"/>
                </a:lnTo>
                <a:cubicBezTo>
                  <a:pt x="168199" y="329193"/>
                  <a:pt x="166303" y="323125"/>
                  <a:pt x="157390" y="320470"/>
                </a:cubicBezTo>
                <a:cubicBezTo>
                  <a:pt x="102968" y="303403"/>
                  <a:pt x="66369" y="254859"/>
                  <a:pt x="66369" y="199677"/>
                </a:cubicBezTo>
                <a:cubicBezTo>
                  <a:pt x="66369" y="181663"/>
                  <a:pt x="70921" y="164407"/>
                  <a:pt x="78885" y="148857"/>
                </a:cubicBezTo>
                <a:cubicBezTo>
                  <a:pt x="81729" y="143168"/>
                  <a:pt x="85143" y="137859"/>
                  <a:pt x="88935" y="132739"/>
                </a:cubicBezTo>
                <a:cubicBezTo>
                  <a:pt x="92159" y="128378"/>
                  <a:pt x="95382" y="124206"/>
                  <a:pt x="99175" y="120413"/>
                </a:cubicBezTo>
                <a:cubicBezTo>
                  <a:pt x="103916" y="115483"/>
                  <a:pt x="109036" y="110932"/>
                  <a:pt x="114535" y="106570"/>
                </a:cubicBezTo>
                <a:cubicBezTo>
                  <a:pt x="139566" y="87039"/>
                  <a:pt x="172561" y="75092"/>
                  <a:pt x="208779" y="75092"/>
                </a:cubicBezTo>
                <a:cubicBezTo>
                  <a:pt x="244998" y="75092"/>
                  <a:pt x="277804" y="87039"/>
                  <a:pt x="303024" y="106570"/>
                </a:cubicBezTo>
                <a:cubicBezTo>
                  <a:pt x="308523" y="110742"/>
                  <a:pt x="313643" y="115293"/>
                  <a:pt x="318384" y="120224"/>
                </a:cubicBezTo>
                <a:cubicBezTo>
                  <a:pt x="321987" y="124206"/>
                  <a:pt x="325400" y="128378"/>
                  <a:pt x="328624" y="132549"/>
                </a:cubicBezTo>
                <a:cubicBezTo>
                  <a:pt x="332416" y="137669"/>
                  <a:pt x="335640" y="142979"/>
                  <a:pt x="338674" y="148668"/>
                </a:cubicBezTo>
                <a:cubicBezTo>
                  <a:pt x="346638" y="164217"/>
                  <a:pt x="351189" y="181284"/>
                  <a:pt x="351189" y="199488"/>
                </a:cubicBezTo>
                <a:cubicBezTo>
                  <a:pt x="351189" y="254100"/>
                  <a:pt x="313643" y="304351"/>
                  <a:pt x="260168" y="321228"/>
                </a:cubicBezTo>
                <a:cubicBezTo>
                  <a:pt x="252583" y="323693"/>
                  <a:pt x="250308" y="329193"/>
                  <a:pt x="248411" y="333554"/>
                </a:cubicBezTo>
                <a:lnTo>
                  <a:pt x="218261" y="416990"/>
                </a:lnTo>
                <a:lnTo>
                  <a:pt x="238361" y="416990"/>
                </a:lnTo>
                <a:cubicBezTo>
                  <a:pt x="238361" y="416990"/>
                  <a:pt x="266616" y="339053"/>
                  <a:pt x="266047" y="339243"/>
                </a:cubicBezTo>
                <a:cubicBezTo>
                  <a:pt x="327296" y="319711"/>
                  <a:pt x="370152" y="262254"/>
                  <a:pt x="370152" y="199488"/>
                </a:cubicBezTo>
                <a:cubicBezTo>
                  <a:pt x="370152" y="177870"/>
                  <a:pt x="364653" y="157580"/>
                  <a:pt x="354982" y="139186"/>
                </a:cubicBezTo>
                <a:cubicBezTo>
                  <a:pt x="411680" y="99365"/>
                  <a:pt x="416990" y="18015"/>
                  <a:pt x="417369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9" descr="Colon icon.">
            <a:extLst>
              <a:ext uri="{FF2B5EF4-FFF2-40B4-BE49-F238E27FC236}">
                <a16:creationId xmlns:a16="http://schemas.microsoft.com/office/drawing/2014/main" id="{DCD0EFBA-AC53-18B6-366D-8E7F6F91032F}"/>
              </a:ext>
            </a:extLst>
          </p:cNvPr>
          <p:cNvSpPr/>
          <p:nvPr/>
        </p:nvSpPr>
        <p:spPr>
          <a:xfrm>
            <a:off x="10788887" y="1390870"/>
            <a:ext cx="380202" cy="436142"/>
          </a:xfrm>
          <a:custGeom>
            <a:avLst/>
            <a:gdLst>
              <a:gd name="connsiteX0" fmla="*/ 364274 w 380202"/>
              <a:gd name="connsiteY0" fmla="*/ 80592 h 436142"/>
              <a:gd name="connsiteX1" fmla="*/ 380013 w 380202"/>
              <a:gd name="connsiteY1" fmla="*/ 47976 h 436142"/>
              <a:gd name="connsiteX2" fmla="*/ 323125 w 380202"/>
              <a:gd name="connsiteY2" fmla="*/ 569 h 436142"/>
              <a:gd name="connsiteX3" fmla="*/ 278752 w 380202"/>
              <a:gd name="connsiteY3" fmla="*/ 18583 h 436142"/>
              <a:gd name="connsiteX4" fmla="*/ 234379 w 380202"/>
              <a:gd name="connsiteY4" fmla="*/ 569 h 436142"/>
              <a:gd name="connsiteX5" fmla="*/ 190006 w 380202"/>
              <a:gd name="connsiteY5" fmla="*/ 18583 h 436142"/>
              <a:gd name="connsiteX6" fmla="*/ 145634 w 380202"/>
              <a:gd name="connsiteY6" fmla="*/ 569 h 436142"/>
              <a:gd name="connsiteX7" fmla="*/ 101640 w 380202"/>
              <a:gd name="connsiteY7" fmla="*/ 18394 h 436142"/>
              <a:gd name="connsiteX8" fmla="*/ 56888 w 380202"/>
              <a:gd name="connsiteY8" fmla="*/ 0 h 436142"/>
              <a:gd name="connsiteX9" fmla="*/ 0 w 380202"/>
              <a:gd name="connsiteY9" fmla="*/ 47407 h 436142"/>
              <a:gd name="connsiteX10" fmla="*/ 15549 w 380202"/>
              <a:gd name="connsiteY10" fmla="*/ 79454 h 436142"/>
              <a:gd name="connsiteX11" fmla="*/ 0 w 380202"/>
              <a:gd name="connsiteY11" fmla="*/ 112070 h 436142"/>
              <a:gd name="connsiteX12" fmla="*/ 15549 w 380202"/>
              <a:gd name="connsiteY12" fmla="*/ 144117 h 436142"/>
              <a:gd name="connsiteX13" fmla="*/ 0 w 380202"/>
              <a:gd name="connsiteY13" fmla="*/ 176543 h 436142"/>
              <a:gd name="connsiteX14" fmla="*/ 15549 w 380202"/>
              <a:gd name="connsiteY14" fmla="*/ 208590 h 436142"/>
              <a:gd name="connsiteX15" fmla="*/ 0 w 380202"/>
              <a:gd name="connsiteY15" fmla="*/ 241206 h 436142"/>
              <a:gd name="connsiteX16" fmla="*/ 14032 w 380202"/>
              <a:gd name="connsiteY16" fmla="*/ 273063 h 436142"/>
              <a:gd name="connsiteX17" fmla="*/ 2655 w 380202"/>
              <a:gd name="connsiteY17" fmla="*/ 301317 h 436142"/>
              <a:gd name="connsiteX18" fmla="*/ 59543 w 380202"/>
              <a:gd name="connsiteY18" fmla="*/ 348724 h 436142"/>
              <a:gd name="connsiteX19" fmla="*/ 98796 w 380202"/>
              <a:gd name="connsiteY19" fmla="*/ 331847 h 436142"/>
              <a:gd name="connsiteX20" fmla="*/ 133308 w 380202"/>
              <a:gd name="connsiteY20" fmla="*/ 331847 h 436142"/>
              <a:gd name="connsiteX21" fmla="*/ 152271 w 380202"/>
              <a:gd name="connsiteY21" fmla="*/ 312885 h 436142"/>
              <a:gd name="connsiteX22" fmla="*/ 152271 w 380202"/>
              <a:gd name="connsiteY22" fmla="*/ 284441 h 436142"/>
              <a:gd name="connsiteX23" fmla="*/ 133308 w 380202"/>
              <a:gd name="connsiteY23" fmla="*/ 265478 h 436142"/>
              <a:gd name="connsiteX24" fmla="*/ 106570 w 380202"/>
              <a:gd name="connsiteY24" fmla="*/ 265478 h 436142"/>
              <a:gd name="connsiteX25" fmla="*/ 113587 w 380202"/>
              <a:gd name="connsiteY25" fmla="*/ 241206 h 436142"/>
              <a:gd name="connsiteX26" fmla="*/ 98037 w 380202"/>
              <a:gd name="connsiteY26" fmla="*/ 209159 h 436142"/>
              <a:gd name="connsiteX27" fmla="*/ 113587 w 380202"/>
              <a:gd name="connsiteY27" fmla="*/ 176543 h 436142"/>
              <a:gd name="connsiteX28" fmla="*/ 98037 w 380202"/>
              <a:gd name="connsiteY28" fmla="*/ 144496 h 436142"/>
              <a:gd name="connsiteX29" fmla="*/ 113587 w 380202"/>
              <a:gd name="connsiteY29" fmla="*/ 112070 h 436142"/>
              <a:gd name="connsiteX30" fmla="*/ 97848 w 380202"/>
              <a:gd name="connsiteY30" fmla="*/ 79833 h 436142"/>
              <a:gd name="connsiteX31" fmla="*/ 101450 w 380202"/>
              <a:gd name="connsiteY31" fmla="*/ 77747 h 436142"/>
              <a:gd name="connsiteX32" fmla="*/ 145823 w 380202"/>
              <a:gd name="connsiteY32" fmla="*/ 94814 h 436142"/>
              <a:gd name="connsiteX33" fmla="*/ 190575 w 380202"/>
              <a:gd name="connsiteY33" fmla="*/ 77937 h 436142"/>
              <a:gd name="connsiteX34" fmla="*/ 190575 w 380202"/>
              <a:gd name="connsiteY34" fmla="*/ 77937 h 436142"/>
              <a:gd name="connsiteX35" fmla="*/ 190575 w 380202"/>
              <a:gd name="connsiteY35" fmla="*/ 77937 h 436142"/>
              <a:gd name="connsiteX36" fmla="*/ 190954 w 380202"/>
              <a:gd name="connsiteY36" fmla="*/ 77937 h 436142"/>
              <a:gd name="connsiteX37" fmla="*/ 234569 w 380202"/>
              <a:gd name="connsiteY37" fmla="*/ 94814 h 436142"/>
              <a:gd name="connsiteX38" fmla="*/ 278183 w 380202"/>
              <a:gd name="connsiteY38" fmla="*/ 76799 h 436142"/>
              <a:gd name="connsiteX39" fmla="*/ 281217 w 380202"/>
              <a:gd name="connsiteY39" fmla="*/ 79833 h 436142"/>
              <a:gd name="connsiteX40" fmla="*/ 266426 w 380202"/>
              <a:gd name="connsiteY40" fmla="*/ 112828 h 436142"/>
              <a:gd name="connsiteX41" fmla="*/ 282165 w 380202"/>
              <a:gd name="connsiteY41" fmla="*/ 144875 h 436142"/>
              <a:gd name="connsiteX42" fmla="*/ 266426 w 380202"/>
              <a:gd name="connsiteY42" fmla="*/ 177491 h 436142"/>
              <a:gd name="connsiteX43" fmla="*/ 282165 w 380202"/>
              <a:gd name="connsiteY43" fmla="*/ 209538 h 436142"/>
              <a:gd name="connsiteX44" fmla="*/ 266426 w 380202"/>
              <a:gd name="connsiteY44" fmla="*/ 242154 h 436142"/>
              <a:gd name="connsiteX45" fmla="*/ 277045 w 380202"/>
              <a:gd name="connsiteY45" fmla="*/ 269270 h 436142"/>
              <a:gd name="connsiteX46" fmla="*/ 256755 w 380202"/>
              <a:gd name="connsiteY46" fmla="*/ 305489 h 436142"/>
              <a:gd name="connsiteX47" fmla="*/ 266616 w 380202"/>
              <a:gd name="connsiteY47" fmla="*/ 331847 h 436142"/>
              <a:gd name="connsiteX48" fmla="*/ 208969 w 380202"/>
              <a:gd name="connsiteY48" fmla="*/ 331847 h 436142"/>
              <a:gd name="connsiteX49" fmla="*/ 190006 w 380202"/>
              <a:gd name="connsiteY49" fmla="*/ 351000 h 436142"/>
              <a:gd name="connsiteX50" fmla="*/ 190006 w 380202"/>
              <a:gd name="connsiteY50" fmla="*/ 417180 h 436142"/>
              <a:gd name="connsiteX51" fmla="*/ 208969 w 380202"/>
              <a:gd name="connsiteY51" fmla="*/ 436142 h 436142"/>
              <a:gd name="connsiteX52" fmla="*/ 227932 w 380202"/>
              <a:gd name="connsiteY52" fmla="*/ 436142 h 436142"/>
              <a:gd name="connsiteX53" fmla="*/ 246894 w 380202"/>
              <a:gd name="connsiteY53" fmla="*/ 417180 h 436142"/>
              <a:gd name="connsiteX54" fmla="*/ 246894 w 380202"/>
              <a:gd name="connsiteY54" fmla="*/ 398217 h 436142"/>
              <a:gd name="connsiteX55" fmla="*/ 261306 w 380202"/>
              <a:gd name="connsiteY55" fmla="*/ 398407 h 436142"/>
              <a:gd name="connsiteX56" fmla="*/ 304541 w 380202"/>
              <a:gd name="connsiteY56" fmla="*/ 416800 h 436142"/>
              <a:gd name="connsiteX57" fmla="*/ 361429 w 380202"/>
              <a:gd name="connsiteY57" fmla="*/ 369394 h 436142"/>
              <a:gd name="connsiteX58" fmla="*/ 350241 w 380202"/>
              <a:gd name="connsiteY58" fmla="*/ 341708 h 436142"/>
              <a:gd name="connsiteX59" fmla="*/ 370531 w 380202"/>
              <a:gd name="connsiteY59" fmla="*/ 305489 h 436142"/>
              <a:gd name="connsiteX60" fmla="*/ 359912 w 380202"/>
              <a:gd name="connsiteY60" fmla="*/ 278373 h 436142"/>
              <a:gd name="connsiteX61" fmla="*/ 380202 w 380202"/>
              <a:gd name="connsiteY61" fmla="*/ 242154 h 436142"/>
              <a:gd name="connsiteX62" fmla="*/ 364463 w 380202"/>
              <a:gd name="connsiteY62" fmla="*/ 210107 h 436142"/>
              <a:gd name="connsiteX63" fmla="*/ 380202 w 380202"/>
              <a:gd name="connsiteY63" fmla="*/ 177491 h 436142"/>
              <a:gd name="connsiteX64" fmla="*/ 364463 w 380202"/>
              <a:gd name="connsiteY64" fmla="*/ 145444 h 436142"/>
              <a:gd name="connsiteX65" fmla="*/ 380202 w 380202"/>
              <a:gd name="connsiteY65" fmla="*/ 112828 h 436142"/>
              <a:gd name="connsiteX66" fmla="*/ 364463 w 380202"/>
              <a:gd name="connsiteY66" fmla="*/ 80781 h 436142"/>
              <a:gd name="connsiteX67" fmla="*/ 351758 w 380202"/>
              <a:gd name="connsiteY67" fmla="*/ 94434 h 436142"/>
              <a:gd name="connsiteX68" fmla="*/ 360860 w 380202"/>
              <a:gd name="connsiteY68" fmla="*/ 112828 h 436142"/>
              <a:gd name="connsiteX69" fmla="*/ 351758 w 380202"/>
              <a:gd name="connsiteY69" fmla="*/ 131222 h 436142"/>
              <a:gd name="connsiteX70" fmla="*/ 345501 w 380202"/>
              <a:gd name="connsiteY70" fmla="*/ 145254 h 436142"/>
              <a:gd name="connsiteX71" fmla="*/ 351758 w 380202"/>
              <a:gd name="connsiteY71" fmla="*/ 159287 h 436142"/>
              <a:gd name="connsiteX72" fmla="*/ 360860 w 380202"/>
              <a:gd name="connsiteY72" fmla="*/ 177681 h 436142"/>
              <a:gd name="connsiteX73" fmla="*/ 351758 w 380202"/>
              <a:gd name="connsiteY73" fmla="*/ 196074 h 436142"/>
              <a:gd name="connsiteX74" fmla="*/ 345311 w 380202"/>
              <a:gd name="connsiteY74" fmla="*/ 210107 h 436142"/>
              <a:gd name="connsiteX75" fmla="*/ 351758 w 380202"/>
              <a:gd name="connsiteY75" fmla="*/ 224139 h 436142"/>
              <a:gd name="connsiteX76" fmla="*/ 360860 w 380202"/>
              <a:gd name="connsiteY76" fmla="*/ 242533 h 436142"/>
              <a:gd name="connsiteX77" fmla="*/ 348724 w 380202"/>
              <a:gd name="connsiteY77" fmla="*/ 263202 h 436142"/>
              <a:gd name="connsiteX78" fmla="*/ 340760 w 380202"/>
              <a:gd name="connsiteY78" fmla="*/ 276287 h 436142"/>
              <a:gd name="connsiteX79" fmla="*/ 345311 w 380202"/>
              <a:gd name="connsiteY79" fmla="*/ 291078 h 436142"/>
              <a:gd name="connsiteX80" fmla="*/ 351189 w 380202"/>
              <a:gd name="connsiteY80" fmla="*/ 306058 h 436142"/>
              <a:gd name="connsiteX81" fmla="*/ 339053 w 380202"/>
              <a:gd name="connsiteY81" fmla="*/ 326727 h 436142"/>
              <a:gd name="connsiteX82" fmla="*/ 331089 w 380202"/>
              <a:gd name="connsiteY82" fmla="*/ 339812 h 436142"/>
              <a:gd name="connsiteX83" fmla="*/ 335830 w 380202"/>
              <a:gd name="connsiteY83" fmla="*/ 354413 h 436142"/>
              <a:gd name="connsiteX84" fmla="*/ 342087 w 380202"/>
              <a:gd name="connsiteY84" fmla="*/ 369773 h 436142"/>
              <a:gd name="connsiteX85" fmla="*/ 304162 w 380202"/>
              <a:gd name="connsiteY85" fmla="*/ 398217 h 436142"/>
              <a:gd name="connsiteX86" fmla="*/ 274959 w 380202"/>
              <a:gd name="connsiteY86" fmla="*/ 386081 h 436142"/>
              <a:gd name="connsiteX87" fmla="*/ 260927 w 380202"/>
              <a:gd name="connsiteY87" fmla="*/ 379633 h 436142"/>
              <a:gd name="connsiteX88" fmla="*/ 246705 w 380202"/>
              <a:gd name="connsiteY88" fmla="*/ 379633 h 436142"/>
              <a:gd name="connsiteX89" fmla="*/ 233241 w 380202"/>
              <a:gd name="connsiteY89" fmla="*/ 385133 h 436142"/>
              <a:gd name="connsiteX90" fmla="*/ 227742 w 380202"/>
              <a:gd name="connsiteY90" fmla="*/ 398596 h 436142"/>
              <a:gd name="connsiteX91" fmla="*/ 227742 w 380202"/>
              <a:gd name="connsiteY91" fmla="*/ 417369 h 436142"/>
              <a:gd name="connsiteX92" fmla="*/ 208779 w 380202"/>
              <a:gd name="connsiteY92" fmla="*/ 417369 h 436142"/>
              <a:gd name="connsiteX93" fmla="*/ 208779 w 380202"/>
              <a:gd name="connsiteY93" fmla="*/ 351189 h 436142"/>
              <a:gd name="connsiteX94" fmla="*/ 266426 w 380202"/>
              <a:gd name="connsiteY94" fmla="*/ 351189 h 436142"/>
              <a:gd name="connsiteX95" fmla="*/ 282734 w 380202"/>
              <a:gd name="connsiteY95" fmla="*/ 341518 h 436142"/>
              <a:gd name="connsiteX96" fmla="*/ 282165 w 380202"/>
              <a:gd name="connsiteY96" fmla="*/ 322556 h 436142"/>
              <a:gd name="connsiteX97" fmla="*/ 275528 w 380202"/>
              <a:gd name="connsiteY97" fmla="*/ 306058 h 436142"/>
              <a:gd name="connsiteX98" fmla="*/ 287664 w 380202"/>
              <a:gd name="connsiteY98" fmla="*/ 285389 h 436142"/>
              <a:gd name="connsiteX99" fmla="*/ 295629 w 380202"/>
              <a:gd name="connsiteY99" fmla="*/ 272305 h 436142"/>
              <a:gd name="connsiteX100" fmla="*/ 291078 w 380202"/>
              <a:gd name="connsiteY100" fmla="*/ 257514 h 436142"/>
              <a:gd name="connsiteX101" fmla="*/ 285199 w 380202"/>
              <a:gd name="connsiteY101" fmla="*/ 242533 h 436142"/>
              <a:gd name="connsiteX102" fmla="*/ 294301 w 380202"/>
              <a:gd name="connsiteY102" fmla="*/ 224139 h 436142"/>
              <a:gd name="connsiteX103" fmla="*/ 300749 w 380202"/>
              <a:gd name="connsiteY103" fmla="*/ 210107 h 436142"/>
              <a:gd name="connsiteX104" fmla="*/ 294301 w 380202"/>
              <a:gd name="connsiteY104" fmla="*/ 196074 h 436142"/>
              <a:gd name="connsiteX105" fmla="*/ 285199 w 380202"/>
              <a:gd name="connsiteY105" fmla="*/ 177681 h 436142"/>
              <a:gd name="connsiteX106" fmla="*/ 294301 w 380202"/>
              <a:gd name="connsiteY106" fmla="*/ 159287 h 436142"/>
              <a:gd name="connsiteX107" fmla="*/ 300559 w 380202"/>
              <a:gd name="connsiteY107" fmla="*/ 145254 h 436142"/>
              <a:gd name="connsiteX108" fmla="*/ 294301 w 380202"/>
              <a:gd name="connsiteY108" fmla="*/ 131222 h 436142"/>
              <a:gd name="connsiteX109" fmla="*/ 285199 w 380202"/>
              <a:gd name="connsiteY109" fmla="*/ 112828 h 436142"/>
              <a:gd name="connsiteX110" fmla="*/ 293353 w 380202"/>
              <a:gd name="connsiteY110" fmla="*/ 94245 h 436142"/>
              <a:gd name="connsiteX111" fmla="*/ 300559 w 380202"/>
              <a:gd name="connsiteY111" fmla="*/ 80023 h 436142"/>
              <a:gd name="connsiteX112" fmla="*/ 296577 w 380202"/>
              <a:gd name="connsiteY112" fmla="*/ 68645 h 436142"/>
              <a:gd name="connsiteX113" fmla="*/ 279510 w 380202"/>
              <a:gd name="connsiteY113" fmla="*/ 58595 h 436142"/>
              <a:gd name="connsiteX114" fmla="*/ 265288 w 380202"/>
              <a:gd name="connsiteY114" fmla="*/ 64473 h 436142"/>
              <a:gd name="connsiteX115" fmla="*/ 234379 w 380202"/>
              <a:gd name="connsiteY115" fmla="*/ 75851 h 436142"/>
              <a:gd name="connsiteX116" fmla="*/ 204228 w 380202"/>
              <a:gd name="connsiteY116" fmla="*/ 64473 h 436142"/>
              <a:gd name="connsiteX117" fmla="*/ 198160 w 380202"/>
              <a:gd name="connsiteY117" fmla="*/ 60491 h 436142"/>
              <a:gd name="connsiteX118" fmla="*/ 190196 w 380202"/>
              <a:gd name="connsiteY118" fmla="*/ 58784 h 436142"/>
              <a:gd name="connsiteX119" fmla="*/ 176732 w 380202"/>
              <a:gd name="connsiteY119" fmla="*/ 64284 h 436142"/>
              <a:gd name="connsiteX120" fmla="*/ 115104 w 380202"/>
              <a:gd name="connsiteY120" fmla="*/ 64284 h 436142"/>
              <a:gd name="connsiteX121" fmla="*/ 83246 w 380202"/>
              <a:gd name="connsiteY121" fmla="*/ 67886 h 436142"/>
              <a:gd name="connsiteX122" fmla="*/ 78885 w 380202"/>
              <a:gd name="connsiteY122" fmla="*/ 79264 h 436142"/>
              <a:gd name="connsiteX123" fmla="*/ 85711 w 380202"/>
              <a:gd name="connsiteY123" fmla="*/ 93865 h 436142"/>
              <a:gd name="connsiteX124" fmla="*/ 94814 w 380202"/>
              <a:gd name="connsiteY124" fmla="*/ 112070 h 436142"/>
              <a:gd name="connsiteX125" fmla="*/ 85711 w 380202"/>
              <a:gd name="connsiteY125" fmla="*/ 130274 h 436142"/>
              <a:gd name="connsiteX126" fmla="*/ 79264 w 380202"/>
              <a:gd name="connsiteY126" fmla="*/ 144306 h 436142"/>
              <a:gd name="connsiteX127" fmla="*/ 85711 w 380202"/>
              <a:gd name="connsiteY127" fmla="*/ 158339 h 436142"/>
              <a:gd name="connsiteX128" fmla="*/ 94814 w 380202"/>
              <a:gd name="connsiteY128" fmla="*/ 176543 h 436142"/>
              <a:gd name="connsiteX129" fmla="*/ 85711 w 380202"/>
              <a:gd name="connsiteY129" fmla="*/ 194747 h 436142"/>
              <a:gd name="connsiteX130" fmla="*/ 79264 w 380202"/>
              <a:gd name="connsiteY130" fmla="*/ 208779 h 436142"/>
              <a:gd name="connsiteX131" fmla="*/ 85711 w 380202"/>
              <a:gd name="connsiteY131" fmla="*/ 222812 h 436142"/>
              <a:gd name="connsiteX132" fmla="*/ 94814 w 380202"/>
              <a:gd name="connsiteY132" fmla="*/ 241016 h 436142"/>
              <a:gd name="connsiteX133" fmla="*/ 90262 w 380202"/>
              <a:gd name="connsiteY133" fmla="*/ 256186 h 436142"/>
              <a:gd name="connsiteX134" fmla="*/ 90262 w 380202"/>
              <a:gd name="connsiteY134" fmla="*/ 274770 h 436142"/>
              <a:gd name="connsiteX135" fmla="*/ 106760 w 380202"/>
              <a:gd name="connsiteY135" fmla="*/ 284251 h 436142"/>
              <a:gd name="connsiteX136" fmla="*/ 133308 w 380202"/>
              <a:gd name="connsiteY136" fmla="*/ 284251 h 436142"/>
              <a:gd name="connsiteX137" fmla="*/ 133308 w 380202"/>
              <a:gd name="connsiteY137" fmla="*/ 312695 h 436142"/>
              <a:gd name="connsiteX138" fmla="*/ 98796 w 380202"/>
              <a:gd name="connsiteY138" fmla="*/ 312695 h 436142"/>
              <a:gd name="connsiteX139" fmla="*/ 86849 w 380202"/>
              <a:gd name="connsiteY139" fmla="*/ 317056 h 436142"/>
              <a:gd name="connsiteX140" fmla="*/ 59543 w 380202"/>
              <a:gd name="connsiteY140" fmla="*/ 329762 h 436142"/>
              <a:gd name="connsiteX141" fmla="*/ 21617 w 380202"/>
              <a:gd name="connsiteY141" fmla="*/ 301317 h 436142"/>
              <a:gd name="connsiteX142" fmla="*/ 28065 w 380202"/>
              <a:gd name="connsiteY142" fmla="*/ 285768 h 436142"/>
              <a:gd name="connsiteX143" fmla="*/ 26927 w 380202"/>
              <a:gd name="connsiteY143" fmla="*/ 258462 h 436142"/>
              <a:gd name="connsiteX144" fmla="*/ 18773 w 380202"/>
              <a:gd name="connsiteY144" fmla="*/ 241016 h 436142"/>
              <a:gd name="connsiteX145" fmla="*/ 27875 w 380202"/>
              <a:gd name="connsiteY145" fmla="*/ 222812 h 436142"/>
              <a:gd name="connsiteX146" fmla="*/ 34323 w 380202"/>
              <a:gd name="connsiteY146" fmla="*/ 208779 h 436142"/>
              <a:gd name="connsiteX147" fmla="*/ 27875 w 380202"/>
              <a:gd name="connsiteY147" fmla="*/ 194747 h 436142"/>
              <a:gd name="connsiteX148" fmla="*/ 18773 w 380202"/>
              <a:gd name="connsiteY148" fmla="*/ 176543 h 436142"/>
              <a:gd name="connsiteX149" fmla="*/ 27875 w 380202"/>
              <a:gd name="connsiteY149" fmla="*/ 158339 h 436142"/>
              <a:gd name="connsiteX150" fmla="*/ 34323 w 380202"/>
              <a:gd name="connsiteY150" fmla="*/ 144306 h 436142"/>
              <a:gd name="connsiteX151" fmla="*/ 27875 w 380202"/>
              <a:gd name="connsiteY151" fmla="*/ 130274 h 436142"/>
              <a:gd name="connsiteX152" fmla="*/ 18773 w 380202"/>
              <a:gd name="connsiteY152" fmla="*/ 112070 h 436142"/>
              <a:gd name="connsiteX153" fmla="*/ 27875 w 380202"/>
              <a:gd name="connsiteY153" fmla="*/ 93865 h 436142"/>
              <a:gd name="connsiteX154" fmla="*/ 34323 w 380202"/>
              <a:gd name="connsiteY154" fmla="*/ 79833 h 436142"/>
              <a:gd name="connsiteX155" fmla="*/ 27875 w 380202"/>
              <a:gd name="connsiteY155" fmla="*/ 65801 h 436142"/>
              <a:gd name="connsiteX156" fmla="*/ 18773 w 380202"/>
              <a:gd name="connsiteY156" fmla="*/ 47596 h 436142"/>
              <a:gd name="connsiteX157" fmla="*/ 56698 w 380202"/>
              <a:gd name="connsiteY157" fmla="*/ 19152 h 436142"/>
              <a:gd name="connsiteX158" fmla="*/ 87608 w 380202"/>
              <a:gd name="connsiteY158" fmla="*/ 31478 h 436142"/>
              <a:gd name="connsiteX159" fmla="*/ 101450 w 380202"/>
              <a:gd name="connsiteY159" fmla="*/ 37546 h 436142"/>
              <a:gd name="connsiteX160" fmla="*/ 115104 w 380202"/>
              <a:gd name="connsiteY160" fmla="*/ 31668 h 436142"/>
              <a:gd name="connsiteX161" fmla="*/ 176353 w 380202"/>
              <a:gd name="connsiteY161" fmla="*/ 31668 h 436142"/>
              <a:gd name="connsiteX162" fmla="*/ 190196 w 380202"/>
              <a:gd name="connsiteY162" fmla="*/ 37546 h 436142"/>
              <a:gd name="connsiteX163" fmla="*/ 203849 w 380202"/>
              <a:gd name="connsiteY163" fmla="*/ 31668 h 436142"/>
              <a:gd name="connsiteX164" fmla="*/ 265288 w 380202"/>
              <a:gd name="connsiteY164" fmla="*/ 31668 h 436142"/>
              <a:gd name="connsiteX165" fmla="*/ 292784 w 380202"/>
              <a:gd name="connsiteY165" fmla="*/ 31668 h 436142"/>
              <a:gd name="connsiteX166" fmla="*/ 323504 w 380202"/>
              <a:gd name="connsiteY166" fmla="*/ 19721 h 436142"/>
              <a:gd name="connsiteX167" fmla="*/ 361429 w 380202"/>
              <a:gd name="connsiteY167" fmla="*/ 48165 h 436142"/>
              <a:gd name="connsiteX168" fmla="*/ 352327 w 380202"/>
              <a:gd name="connsiteY168" fmla="*/ 66559 h 436142"/>
              <a:gd name="connsiteX169" fmla="*/ 346069 w 380202"/>
              <a:gd name="connsiteY169" fmla="*/ 80592 h 436142"/>
              <a:gd name="connsiteX170" fmla="*/ 352327 w 380202"/>
              <a:gd name="connsiteY170" fmla="*/ 94624 h 4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380202" h="436142">
                <a:moveTo>
                  <a:pt x="364274" y="80592"/>
                </a:moveTo>
                <a:cubicBezTo>
                  <a:pt x="374324" y="71869"/>
                  <a:pt x="380013" y="60112"/>
                  <a:pt x="380013" y="47976"/>
                </a:cubicBezTo>
                <a:cubicBezTo>
                  <a:pt x="380013" y="21807"/>
                  <a:pt x="354413" y="569"/>
                  <a:pt x="323125" y="569"/>
                </a:cubicBezTo>
                <a:cubicBezTo>
                  <a:pt x="305679" y="569"/>
                  <a:pt x="289561" y="7206"/>
                  <a:pt x="278752" y="18583"/>
                </a:cubicBezTo>
                <a:cubicBezTo>
                  <a:pt x="267943" y="7206"/>
                  <a:pt x="251825" y="569"/>
                  <a:pt x="234379" y="569"/>
                </a:cubicBezTo>
                <a:cubicBezTo>
                  <a:pt x="216933" y="569"/>
                  <a:pt x="200815" y="7206"/>
                  <a:pt x="190006" y="18583"/>
                </a:cubicBezTo>
                <a:cubicBezTo>
                  <a:pt x="179198" y="7206"/>
                  <a:pt x="163079" y="569"/>
                  <a:pt x="145634" y="569"/>
                </a:cubicBezTo>
                <a:cubicBezTo>
                  <a:pt x="128188" y="569"/>
                  <a:pt x="112070" y="7016"/>
                  <a:pt x="101640" y="18394"/>
                </a:cubicBezTo>
                <a:cubicBezTo>
                  <a:pt x="90831" y="6827"/>
                  <a:pt x="74523" y="0"/>
                  <a:pt x="56888" y="0"/>
                </a:cubicBezTo>
                <a:cubicBezTo>
                  <a:pt x="25600" y="0"/>
                  <a:pt x="0" y="21238"/>
                  <a:pt x="0" y="47407"/>
                </a:cubicBezTo>
                <a:cubicBezTo>
                  <a:pt x="0" y="59543"/>
                  <a:pt x="5499" y="71110"/>
                  <a:pt x="15549" y="79454"/>
                </a:cubicBezTo>
                <a:cubicBezTo>
                  <a:pt x="5499" y="88177"/>
                  <a:pt x="0" y="99744"/>
                  <a:pt x="0" y="112070"/>
                </a:cubicBezTo>
                <a:cubicBezTo>
                  <a:pt x="0" y="124395"/>
                  <a:pt x="5499" y="135773"/>
                  <a:pt x="15549" y="144117"/>
                </a:cubicBezTo>
                <a:cubicBezTo>
                  <a:pt x="5499" y="152839"/>
                  <a:pt x="0" y="164407"/>
                  <a:pt x="0" y="176543"/>
                </a:cubicBezTo>
                <a:cubicBezTo>
                  <a:pt x="0" y="188679"/>
                  <a:pt x="5499" y="200246"/>
                  <a:pt x="15549" y="208590"/>
                </a:cubicBezTo>
                <a:cubicBezTo>
                  <a:pt x="5499" y="217313"/>
                  <a:pt x="0" y="228880"/>
                  <a:pt x="0" y="241206"/>
                </a:cubicBezTo>
                <a:cubicBezTo>
                  <a:pt x="0" y="252583"/>
                  <a:pt x="4930" y="263771"/>
                  <a:pt x="14032" y="273063"/>
                </a:cubicBezTo>
                <a:cubicBezTo>
                  <a:pt x="6637" y="281217"/>
                  <a:pt x="2655" y="291078"/>
                  <a:pt x="2655" y="301317"/>
                </a:cubicBezTo>
                <a:cubicBezTo>
                  <a:pt x="2655" y="327486"/>
                  <a:pt x="28254" y="348724"/>
                  <a:pt x="59543" y="348724"/>
                </a:cubicBezTo>
                <a:cubicBezTo>
                  <a:pt x="71869" y="348724"/>
                  <a:pt x="85143" y="343035"/>
                  <a:pt x="98796" y="331847"/>
                </a:cubicBezTo>
                <a:lnTo>
                  <a:pt x="133308" y="331847"/>
                </a:lnTo>
                <a:cubicBezTo>
                  <a:pt x="143737" y="331847"/>
                  <a:pt x="152271" y="323314"/>
                  <a:pt x="152271" y="312885"/>
                </a:cubicBezTo>
                <a:lnTo>
                  <a:pt x="152271" y="284441"/>
                </a:lnTo>
                <a:cubicBezTo>
                  <a:pt x="152271" y="274011"/>
                  <a:pt x="143737" y="265478"/>
                  <a:pt x="133308" y="265478"/>
                </a:cubicBezTo>
                <a:lnTo>
                  <a:pt x="106570" y="265478"/>
                </a:lnTo>
                <a:cubicBezTo>
                  <a:pt x="111121" y="257703"/>
                  <a:pt x="113587" y="248980"/>
                  <a:pt x="113587" y="241206"/>
                </a:cubicBezTo>
                <a:cubicBezTo>
                  <a:pt x="113587" y="229070"/>
                  <a:pt x="108087" y="217502"/>
                  <a:pt x="98037" y="209159"/>
                </a:cubicBezTo>
                <a:cubicBezTo>
                  <a:pt x="108087" y="200436"/>
                  <a:pt x="113587" y="188869"/>
                  <a:pt x="113587" y="176543"/>
                </a:cubicBezTo>
                <a:cubicBezTo>
                  <a:pt x="113587" y="164217"/>
                  <a:pt x="108087" y="152839"/>
                  <a:pt x="98037" y="144496"/>
                </a:cubicBezTo>
                <a:cubicBezTo>
                  <a:pt x="108087" y="135773"/>
                  <a:pt x="113587" y="124206"/>
                  <a:pt x="113587" y="112070"/>
                </a:cubicBezTo>
                <a:cubicBezTo>
                  <a:pt x="113587" y="99933"/>
                  <a:pt x="108087" y="88556"/>
                  <a:pt x="97848" y="79833"/>
                </a:cubicBezTo>
                <a:cubicBezTo>
                  <a:pt x="99175" y="79264"/>
                  <a:pt x="100502" y="78695"/>
                  <a:pt x="101450" y="77747"/>
                </a:cubicBezTo>
                <a:cubicBezTo>
                  <a:pt x="112259" y="88556"/>
                  <a:pt x="128378" y="94814"/>
                  <a:pt x="145823" y="94814"/>
                </a:cubicBezTo>
                <a:cubicBezTo>
                  <a:pt x="163269" y="94814"/>
                  <a:pt x="179387" y="88556"/>
                  <a:pt x="190575" y="77937"/>
                </a:cubicBezTo>
                <a:cubicBezTo>
                  <a:pt x="190575" y="77937"/>
                  <a:pt x="190575" y="77937"/>
                  <a:pt x="190575" y="77937"/>
                </a:cubicBezTo>
                <a:lnTo>
                  <a:pt x="190575" y="77937"/>
                </a:lnTo>
                <a:cubicBezTo>
                  <a:pt x="190575" y="77937"/>
                  <a:pt x="190954" y="77937"/>
                  <a:pt x="190954" y="77937"/>
                </a:cubicBezTo>
                <a:cubicBezTo>
                  <a:pt x="201763" y="88745"/>
                  <a:pt x="217313" y="94814"/>
                  <a:pt x="234569" y="94814"/>
                </a:cubicBezTo>
                <a:cubicBezTo>
                  <a:pt x="251825" y="94814"/>
                  <a:pt x="268133" y="88556"/>
                  <a:pt x="278183" y="76799"/>
                </a:cubicBezTo>
                <a:lnTo>
                  <a:pt x="281217" y="79833"/>
                </a:lnTo>
                <a:cubicBezTo>
                  <a:pt x="271546" y="87987"/>
                  <a:pt x="266426" y="99365"/>
                  <a:pt x="266426" y="112828"/>
                </a:cubicBezTo>
                <a:cubicBezTo>
                  <a:pt x="266426" y="124964"/>
                  <a:pt x="271925" y="136721"/>
                  <a:pt x="282165" y="144875"/>
                </a:cubicBezTo>
                <a:cubicBezTo>
                  <a:pt x="272115" y="153598"/>
                  <a:pt x="266426" y="165165"/>
                  <a:pt x="266426" y="177491"/>
                </a:cubicBezTo>
                <a:cubicBezTo>
                  <a:pt x="266426" y="189817"/>
                  <a:pt x="271925" y="201384"/>
                  <a:pt x="282165" y="209538"/>
                </a:cubicBezTo>
                <a:cubicBezTo>
                  <a:pt x="272115" y="218261"/>
                  <a:pt x="266426" y="230018"/>
                  <a:pt x="266426" y="242154"/>
                </a:cubicBezTo>
                <a:cubicBezTo>
                  <a:pt x="266426" y="252014"/>
                  <a:pt x="270029" y="261496"/>
                  <a:pt x="277045" y="269270"/>
                </a:cubicBezTo>
                <a:cubicBezTo>
                  <a:pt x="264151" y="278183"/>
                  <a:pt x="256755" y="291457"/>
                  <a:pt x="256755" y="305489"/>
                </a:cubicBezTo>
                <a:cubicBezTo>
                  <a:pt x="256755" y="313264"/>
                  <a:pt x="259979" y="322176"/>
                  <a:pt x="266616" y="331847"/>
                </a:cubicBezTo>
                <a:lnTo>
                  <a:pt x="208969" y="331847"/>
                </a:lnTo>
                <a:cubicBezTo>
                  <a:pt x="198540" y="331847"/>
                  <a:pt x="190006" y="340570"/>
                  <a:pt x="190006" y="351000"/>
                </a:cubicBezTo>
                <a:lnTo>
                  <a:pt x="190006" y="417180"/>
                </a:lnTo>
                <a:cubicBezTo>
                  <a:pt x="190006" y="427609"/>
                  <a:pt x="198540" y="436142"/>
                  <a:pt x="208969" y="436142"/>
                </a:cubicBezTo>
                <a:lnTo>
                  <a:pt x="227932" y="436142"/>
                </a:lnTo>
                <a:cubicBezTo>
                  <a:pt x="238361" y="436142"/>
                  <a:pt x="246894" y="427609"/>
                  <a:pt x="246894" y="417180"/>
                </a:cubicBezTo>
                <a:lnTo>
                  <a:pt x="246894" y="398217"/>
                </a:lnTo>
                <a:cubicBezTo>
                  <a:pt x="246894" y="398217"/>
                  <a:pt x="261306" y="398407"/>
                  <a:pt x="261306" y="398407"/>
                </a:cubicBezTo>
                <a:cubicBezTo>
                  <a:pt x="272115" y="410353"/>
                  <a:pt x="287475" y="416800"/>
                  <a:pt x="304541" y="416800"/>
                </a:cubicBezTo>
                <a:cubicBezTo>
                  <a:pt x="335830" y="416800"/>
                  <a:pt x="361429" y="395562"/>
                  <a:pt x="361429" y="369394"/>
                </a:cubicBezTo>
                <a:cubicBezTo>
                  <a:pt x="361429" y="359154"/>
                  <a:pt x="357637" y="349483"/>
                  <a:pt x="350241" y="341708"/>
                </a:cubicBezTo>
                <a:cubicBezTo>
                  <a:pt x="363136" y="332796"/>
                  <a:pt x="370531" y="319522"/>
                  <a:pt x="370531" y="305489"/>
                </a:cubicBezTo>
                <a:cubicBezTo>
                  <a:pt x="370531" y="295629"/>
                  <a:pt x="366928" y="286147"/>
                  <a:pt x="359912" y="278373"/>
                </a:cubicBezTo>
                <a:cubicBezTo>
                  <a:pt x="372807" y="269460"/>
                  <a:pt x="380202" y="256186"/>
                  <a:pt x="380202" y="242154"/>
                </a:cubicBezTo>
                <a:cubicBezTo>
                  <a:pt x="380202" y="230018"/>
                  <a:pt x="374703" y="218261"/>
                  <a:pt x="364463" y="210107"/>
                </a:cubicBezTo>
                <a:cubicBezTo>
                  <a:pt x="374513" y="201384"/>
                  <a:pt x="380202" y="189627"/>
                  <a:pt x="380202" y="177491"/>
                </a:cubicBezTo>
                <a:cubicBezTo>
                  <a:pt x="380202" y="165355"/>
                  <a:pt x="374703" y="153598"/>
                  <a:pt x="364463" y="145444"/>
                </a:cubicBezTo>
                <a:cubicBezTo>
                  <a:pt x="374513" y="136721"/>
                  <a:pt x="380202" y="124964"/>
                  <a:pt x="380202" y="112828"/>
                </a:cubicBezTo>
                <a:cubicBezTo>
                  <a:pt x="380202" y="100692"/>
                  <a:pt x="374703" y="88935"/>
                  <a:pt x="364463" y="80781"/>
                </a:cubicBezTo>
                <a:close/>
                <a:moveTo>
                  <a:pt x="351758" y="94434"/>
                </a:moveTo>
                <a:cubicBezTo>
                  <a:pt x="357637" y="99554"/>
                  <a:pt x="360860" y="106002"/>
                  <a:pt x="360860" y="112828"/>
                </a:cubicBezTo>
                <a:cubicBezTo>
                  <a:pt x="360860" y="119655"/>
                  <a:pt x="357637" y="125912"/>
                  <a:pt x="351758" y="131222"/>
                </a:cubicBezTo>
                <a:cubicBezTo>
                  <a:pt x="347776" y="134635"/>
                  <a:pt x="345501" y="139755"/>
                  <a:pt x="345501" y="145254"/>
                </a:cubicBezTo>
                <a:cubicBezTo>
                  <a:pt x="345501" y="150754"/>
                  <a:pt x="347776" y="155873"/>
                  <a:pt x="351758" y="159287"/>
                </a:cubicBezTo>
                <a:cubicBezTo>
                  <a:pt x="357637" y="164407"/>
                  <a:pt x="360860" y="170854"/>
                  <a:pt x="360860" y="177681"/>
                </a:cubicBezTo>
                <a:cubicBezTo>
                  <a:pt x="360860" y="184507"/>
                  <a:pt x="357637" y="190765"/>
                  <a:pt x="351758" y="196074"/>
                </a:cubicBezTo>
                <a:cubicBezTo>
                  <a:pt x="347586" y="199677"/>
                  <a:pt x="345311" y="204797"/>
                  <a:pt x="345311" y="210107"/>
                </a:cubicBezTo>
                <a:cubicBezTo>
                  <a:pt x="345311" y="215416"/>
                  <a:pt x="347776" y="220536"/>
                  <a:pt x="351758" y="224139"/>
                </a:cubicBezTo>
                <a:cubicBezTo>
                  <a:pt x="357637" y="229259"/>
                  <a:pt x="360860" y="235896"/>
                  <a:pt x="360860" y="242533"/>
                </a:cubicBezTo>
                <a:cubicBezTo>
                  <a:pt x="360860" y="250308"/>
                  <a:pt x="356499" y="257703"/>
                  <a:pt x="348724" y="263202"/>
                </a:cubicBezTo>
                <a:cubicBezTo>
                  <a:pt x="344363" y="266236"/>
                  <a:pt x="341518" y="270977"/>
                  <a:pt x="340760" y="276287"/>
                </a:cubicBezTo>
                <a:cubicBezTo>
                  <a:pt x="340191" y="281596"/>
                  <a:pt x="341708" y="286906"/>
                  <a:pt x="345311" y="291078"/>
                </a:cubicBezTo>
                <a:cubicBezTo>
                  <a:pt x="349293" y="295629"/>
                  <a:pt x="351189" y="300749"/>
                  <a:pt x="351189" y="306058"/>
                </a:cubicBezTo>
                <a:cubicBezTo>
                  <a:pt x="351189" y="313833"/>
                  <a:pt x="346828" y="321228"/>
                  <a:pt x="339053" y="326727"/>
                </a:cubicBezTo>
                <a:cubicBezTo>
                  <a:pt x="334692" y="329762"/>
                  <a:pt x="331658" y="334692"/>
                  <a:pt x="331089" y="339812"/>
                </a:cubicBezTo>
                <a:cubicBezTo>
                  <a:pt x="330520" y="345121"/>
                  <a:pt x="332227" y="350431"/>
                  <a:pt x="335830" y="354413"/>
                </a:cubicBezTo>
                <a:cubicBezTo>
                  <a:pt x="338674" y="357637"/>
                  <a:pt x="342087" y="362946"/>
                  <a:pt x="342087" y="369773"/>
                </a:cubicBezTo>
                <a:cubicBezTo>
                  <a:pt x="342087" y="385512"/>
                  <a:pt x="325021" y="398217"/>
                  <a:pt x="304162" y="398217"/>
                </a:cubicBezTo>
                <a:cubicBezTo>
                  <a:pt x="289181" y="398217"/>
                  <a:pt x="280079" y="391580"/>
                  <a:pt x="274959" y="386081"/>
                </a:cubicBezTo>
                <a:cubicBezTo>
                  <a:pt x="271167" y="381909"/>
                  <a:pt x="266236" y="379633"/>
                  <a:pt x="260927" y="379633"/>
                </a:cubicBezTo>
                <a:lnTo>
                  <a:pt x="246705" y="379633"/>
                </a:lnTo>
                <a:cubicBezTo>
                  <a:pt x="242343" y="379254"/>
                  <a:pt x="236844" y="381530"/>
                  <a:pt x="233241" y="385133"/>
                </a:cubicBezTo>
                <a:cubicBezTo>
                  <a:pt x="229638" y="388736"/>
                  <a:pt x="227552" y="393666"/>
                  <a:pt x="227742" y="398596"/>
                </a:cubicBezTo>
                <a:lnTo>
                  <a:pt x="227742" y="417369"/>
                </a:lnTo>
                <a:cubicBezTo>
                  <a:pt x="227742" y="417369"/>
                  <a:pt x="208779" y="417369"/>
                  <a:pt x="208779" y="417369"/>
                </a:cubicBezTo>
                <a:lnTo>
                  <a:pt x="208779" y="351189"/>
                </a:lnTo>
                <a:cubicBezTo>
                  <a:pt x="208779" y="351189"/>
                  <a:pt x="266426" y="351189"/>
                  <a:pt x="266426" y="351189"/>
                </a:cubicBezTo>
                <a:cubicBezTo>
                  <a:pt x="273253" y="351189"/>
                  <a:pt x="279510" y="347397"/>
                  <a:pt x="282734" y="341518"/>
                </a:cubicBezTo>
                <a:cubicBezTo>
                  <a:pt x="285958" y="335450"/>
                  <a:pt x="285768" y="328244"/>
                  <a:pt x="282165" y="322556"/>
                </a:cubicBezTo>
                <a:cubicBezTo>
                  <a:pt x="276476" y="313454"/>
                  <a:pt x="275528" y="308334"/>
                  <a:pt x="275528" y="306058"/>
                </a:cubicBezTo>
                <a:cubicBezTo>
                  <a:pt x="275528" y="298283"/>
                  <a:pt x="279890" y="290888"/>
                  <a:pt x="287664" y="285389"/>
                </a:cubicBezTo>
                <a:cubicBezTo>
                  <a:pt x="292026" y="282355"/>
                  <a:pt x="294870" y="277614"/>
                  <a:pt x="295629" y="272305"/>
                </a:cubicBezTo>
                <a:cubicBezTo>
                  <a:pt x="296198" y="266995"/>
                  <a:pt x="294681" y="261685"/>
                  <a:pt x="291078" y="257514"/>
                </a:cubicBezTo>
                <a:cubicBezTo>
                  <a:pt x="287095" y="252963"/>
                  <a:pt x="285199" y="247843"/>
                  <a:pt x="285199" y="242533"/>
                </a:cubicBezTo>
                <a:cubicBezTo>
                  <a:pt x="285199" y="234000"/>
                  <a:pt x="290129" y="227932"/>
                  <a:pt x="294301" y="224139"/>
                </a:cubicBezTo>
                <a:cubicBezTo>
                  <a:pt x="298473" y="220536"/>
                  <a:pt x="300749" y="215416"/>
                  <a:pt x="300749" y="210107"/>
                </a:cubicBezTo>
                <a:cubicBezTo>
                  <a:pt x="300749" y="204797"/>
                  <a:pt x="298473" y="199677"/>
                  <a:pt x="294301" y="196074"/>
                </a:cubicBezTo>
                <a:cubicBezTo>
                  <a:pt x="288423" y="190954"/>
                  <a:pt x="285199" y="184507"/>
                  <a:pt x="285199" y="177681"/>
                </a:cubicBezTo>
                <a:cubicBezTo>
                  <a:pt x="285199" y="170854"/>
                  <a:pt x="288423" y="164596"/>
                  <a:pt x="294301" y="159287"/>
                </a:cubicBezTo>
                <a:cubicBezTo>
                  <a:pt x="298283" y="155873"/>
                  <a:pt x="300559" y="150754"/>
                  <a:pt x="300559" y="145254"/>
                </a:cubicBezTo>
                <a:cubicBezTo>
                  <a:pt x="300559" y="139755"/>
                  <a:pt x="298283" y="134635"/>
                  <a:pt x="294301" y="131222"/>
                </a:cubicBezTo>
                <a:cubicBezTo>
                  <a:pt x="288423" y="126102"/>
                  <a:pt x="285199" y="119655"/>
                  <a:pt x="285199" y="112828"/>
                </a:cubicBezTo>
                <a:cubicBezTo>
                  <a:pt x="285199" y="105053"/>
                  <a:pt x="287854" y="98796"/>
                  <a:pt x="293353" y="94245"/>
                </a:cubicBezTo>
                <a:cubicBezTo>
                  <a:pt x="297904" y="90452"/>
                  <a:pt x="300369" y="85332"/>
                  <a:pt x="300559" y="80023"/>
                </a:cubicBezTo>
                <a:cubicBezTo>
                  <a:pt x="300559" y="75851"/>
                  <a:pt x="298852" y="72248"/>
                  <a:pt x="296577" y="68645"/>
                </a:cubicBezTo>
                <a:cubicBezTo>
                  <a:pt x="293163" y="63146"/>
                  <a:pt x="285958" y="58595"/>
                  <a:pt x="279510" y="58595"/>
                </a:cubicBezTo>
                <a:cubicBezTo>
                  <a:pt x="274390" y="58784"/>
                  <a:pt x="269081" y="60681"/>
                  <a:pt x="265288" y="64473"/>
                </a:cubicBezTo>
                <a:cubicBezTo>
                  <a:pt x="258082" y="71679"/>
                  <a:pt x="246705" y="75851"/>
                  <a:pt x="234379" y="75851"/>
                </a:cubicBezTo>
                <a:cubicBezTo>
                  <a:pt x="222053" y="75851"/>
                  <a:pt x="211434" y="71869"/>
                  <a:pt x="204228" y="64473"/>
                </a:cubicBezTo>
                <a:cubicBezTo>
                  <a:pt x="202522" y="62767"/>
                  <a:pt x="200436" y="61439"/>
                  <a:pt x="198160" y="60491"/>
                </a:cubicBezTo>
                <a:cubicBezTo>
                  <a:pt x="195695" y="59353"/>
                  <a:pt x="193040" y="58784"/>
                  <a:pt x="190196" y="58784"/>
                </a:cubicBezTo>
                <a:cubicBezTo>
                  <a:pt x="185076" y="58784"/>
                  <a:pt x="180146" y="60870"/>
                  <a:pt x="176732" y="64284"/>
                </a:cubicBezTo>
                <a:cubicBezTo>
                  <a:pt x="162510" y="78695"/>
                  <a:pt x="129326" y="78695"/>
                  <a:pt x="115104" y="64284"/>
                </a:cubicBezTo>
                <a:cubicBezTo>
                  <a:pt x="105622" y="54802"/>
                  <a:pt x="91969" y="57078"/>
                  <a:pt x="83246" y="67886"/>
                </a:cubicBezTo>
                <a:cubicBezTo>
                  <a:pt x="80592" y="71110"/>
                  <a:pt x="78885" y="74903"/>
                  <a:pt x="78885" y="79264"/>
                </a:cubicBezTo>
                <a:cubicBezTo>
                  <a:pt x="78885" y="84763"/>
                  <a:pt x="81350" y="90073"/>
                  <a:pt x="85711" y="93865"/>
                </a:cubicBezTo>
                <a:cubicBezTo>
                  <a:pt x="91590" y="98985"/>
                  <a:pt x="94814" y="105433"/>
                  <a:pt x="94814" y="112070"/>
                </a:cubicBezTo>
                <a:cubicBezTo>
                  <a:pt x="94814" y="118707"/>
                  <a:pt x="91590" y="125154"/>
                  <a:pt x="85711" y="130274"/>
                </a:cubicBezTo>
                <a:cubicBezTo>
                  <a:pt x="81540" y="133877"/>
                  <a:pt x="79264" y="138997"/>
                  <a:pt x="79264" y="144306"/>
                </a:cubicBezTo>
                <a:cubicBezTo>
                  <a:pt x="79264" y="149616"/>
                  <a:pt x="81540" y="154736"/>
                  <a:pt x="85711" y="158339"/>
                </a:cubicBezTo>
                <a:cubicBezTo>
                  <a:pt x="91590" y="163459"/>
                  <a:pt x="94814" y="169906"/>
                  <a:pt x="94814" y="176543"/>
                </a:cubicBezTo>
                <a:cubicBezTo>
                  <a:pt x="94814" y="183180"/>
                  <a:pt x="91590" y="189627"/>
                  <a:pt x="85711" y="194747"/>
                </a:cubicBezTo>
                <a:cubicBezTo>
                  <a:pt x="81540" y="198350"/>
                  <a:pt x="79264" y="203470"/>
                  <a:pt x="79264" y="208779"/>
                </a:cubicBezTo>
                <a:cubicBezTo>
                  <a:pt x="79264" y="214089"/>
                  <a:pt x="81540" y="219209"/>
                  <a:pt x="85711" y="222812"/>
                </a:cubicBezTo>
                <a:cubicBezTo>
                  <a:pt x="91590" y="227932"/>
                  <a:pt x="94814" y="234379"/>
                  <a:pt x="94814" y="241016"/>
                </a:cubicBezTo>
                <a:cubicBezTo>
                  <a:pt x="94814" y="245567"/>
                  <a:pt x="93107" y="251066"/>
                  <a:pt x="90262" y="256186"/>
                </a:cubicBezTo>
                <a:cubicBezTo>
                  <a:pt x="86849" y="262065"/>
                  <a:pt x="87039" y="269081"/>
                  <a:pt x="90262" y="274770"/>
                </a:cubicBezTo>
                <a:cubicBezTo>
                  <a:pt x="93676" y="280648"/>
                  <a:pt x="99933" y="284251"/>
                  <a:pt x="106760" y="284251"/>
                </a:cubicBezTo>
                <a:lnTo>
                  <a:pt x="133308" y="284251"/>
                </a:lnTo>
                <a:lnTo>
                  <a:pt x="133308" y="312695"/>
                </a:lnTo>
                <a:lnTo>
                  <a:pt x="98796" y="312695"/>
                </a:lnTo>
                <a:cubicBezTo>
                  <a:pt x="94434" y="312695"/>
                  <a:pt x="90262" y="314212"/>
                  <a:pt x="86849" y="317056"/>
                </a:cubicBezTo>
                <a:cubicBezTo>
                  <a:pt x="76609" y="325400"/>
                  <a:pt x="67128" y="329762"/>
                  <a:pt x="59543" y="329762"/>
                </a:cubicBezTo>
                <a:cubicBezTo>
                  <a:pt x="38684" y="329762"/>
                  <a:pt x="21617" y="317056"/>
                  <a:pt x="21617" y="301317"/>
                </a:cubicBezTo>
                <a:cubicBezTo>
                  <a:pt x="21617" y="294301"/>
                  <a:pt x="25220" y="288992"/>
                  <a:pt x="28065" y="285768"/>
                </a:cubicBezTo>
                <a:cubicBezTo>
                  <a:pt x="35271" y="277804"/>
                  <a:pt x="34702" y="265857"/>
                  <a:pt x="26927" y="258462"/>
                </a:cubicBezTo>
                <a:cubicBezTo>
                  <a:pt x="23324" y="254859"/>
                  <a:pt x="18773" y="248980"/>
                  <a:pt x="18773" y="241016"/>
                </a:cubicBezTo>
                <a:cubicBezTo>
                  <a:pt x="18773" y="234379"/>
                  <a:pt x="21997" y="227932"/>
                  <a:pt x="27875" y="222812"/>
                </a:cubicBezTo>
                <a:cubicBezTo>
                  <a:pt x="32047" y="219209"/>
                  <a:pt x="34323" y="214089"/>
                  <a:pt x="34323" y="208779"/>
                </a:cubicBezTo>
                <a:cubicBezTo>
                  <a:pt x="34323" y="203470"/>
                  <a:pt x="32047" y="198350"/>
                  <a:pt x="27875" y="194747"/>
                </a:cubicBezTo>
                <a:cubicBezTo>
                  <a:pt x="21997" y="189627"/>
                  <a:pt x="18773" y="183180"/>
                  <a:pt x="18773" y="176543"/>
                </a:cubicBezTo>
                <a:cubicBezTo>
                  <a:pt x="18773" y="169906"/>
                  <a:pt x="21997" y="163459"/>
                  <a:pt x="27875" y="158339"/>
                </a:cubicBezTo>
                <a:cubicBezTo>
                  <a:pt x="32047" y="154736"/>
                  <a:pt x="34323" y="149616"/>
                  <a:pt x="34323" y="144306"/>
                </a:cubicBezTo>
                <a:cubicBezTo>
                  <a:pt x="34323" y="138997"/>
                  <a:pt x="32047" y="133877"/>
                  <a:pt x="27875" y="130274"/>
                </a:cubicBezTo>
                <a:cubicBezTo>
                  <a:pt x="21997" y="125154"/>
                  <a:pt x="18773" y="118707"/>
                  <a:pt x="18773" y="112070"/>
                </a:cubicBezTo>
                <a:cubicBezTo>
                  <a:pt x="18773" y="105433"/>
                  <a:pt x="21997" y="98985"/>
                  <a:pt x="27875" y="93865"/>
                </a:cubicBezTo>
                <a:cubicBezTo>
                  <a:pt x="32047" y="90262"/>
                  <a:pt x="34323" y="85143"/>
                  <a:pt x="34323" y="79833"/>
                </a:cubicBezTo>
                <a:cubicBezTo>
                  <a:pt x="34323" y="74523"/>
                  <a:pt x="32047" y="69404"/>
                  <a:pt x="27875" y="65801"/>
                </a:cubicBezTo>
                <a:cubicBezTo>
                  <a:pt x="21997" y="60681"/>
                  <a:pt x="18773" y="54233"/>
                  <a:pt x="18773" y="47596"/>
                </a:cubicBezTo>
                <a:cubicBezTo>
                  <a:pt x="18773" y="31857"/>
                  <a:pt x="35840" y="19152"/>
                  <a:pt x="56698" y="19152"/>
                </a:cubicBezTo>
                <a:cubicBezTo>
                  <a:pt x="68835" y="19152"/>
                  <a:pt x="80402" y="23703"/>
                  <a:pt x="87608" y="31478"/>
                </a:cubicBezTo>
                <a:cubicBezTo>
                  <a:pt x="91211" y="35460"/>
                  <a:pt x="96141" y="37546"/>
                  <a:pt x="101450" y="37546"/>
                </a:cubicBezTo>
                <a:cubicBezTo>
                  <a:pt x="106570" y="37546"/>
                  <a:pt x="111311" y="35460"/>
                  <a:pt x="115104" y="31668"/>
                </a:cubicBezTo>
                <a:cubicBezTo>
                  <a:pt x="129326" y="16687"/>
                  <a:pt x="162131" y="16687"/>
                  <a:pt x="176353" y="31668"/>
                </a:cubicBezTo>
                <a:cubicBezTo>
                  <a:pt x="179956" y="35460"/>
                  <a:pt x="184886" y="37546"/>
                  <a:pt x="190196" y="37546"/>
                </a:cubicBezTo>
                <a:cubicBezTo>
                  <a:pt x="195506" y="37546"/>
                  <a:pt x="200436" y="35460"/>
                  <a:pt x="203849" y="31668"/>
                </a:cubicBezTo>
                <a:cubicBezTo>
                  <a:pt x="218071" y="16687"/>
                  <a:pt x="250877" y="16687"/>
                  <a:pt x="265288" y="31668"/>
                </a:cubicBezTo>
                <a:cubicBezTo>
                  <a:pt x="272305" y="39063"/>
                  <a:pt x="285768" y="39063"/>
                  <a:pt x="292784" y="31668"/>
                </a:cubicBezTo>
                <a:cubicBezTo>
                  <a:pt x="299990" y="24083"/>
                  <a:pt x="311368" y="19721"/>
                  <a:pt x="323504" y="19721"/>
                </a:cubicBezTo>
                <a:cubicBezTo>
                  <a:pt x="344363" y="19721"/>
                  <a:pt x="361429" y="32426"/>
                  <a:pt x="361429" y="48165"/>
                </a:cubicBezTo>
                <a:cubicBezTo>
                  <a:pt x="361429" y="54802"/>
                  <a:pt x="358206" y="61250"/>
                  <a:pt x="352327" y="66559"/>
                </a:cubicBezTo>
                <a:cubicBezTo>
                  <a:pt x="348345" y="69972"/>
                  <a:pt x="346069" y="75092"/>
                  <a:pt x="346069" y="80592"/>
                </a:cubicBezTo>
                <a:cubicBezTo>
                  <a:pt x="346069" y="86091"/>
                  <a:pt x="348345" y="91211"/>
                  <a:pt x="352327" y="94624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21" descr="Liver icon.">
            <a:extLst>
              <a:ext uri="{FF2B5EF4-FFF2-40B4-BE49-F238E27FC236}">
                <a16:creationId xmlns:a16="http://schemas.microsoft.com/office/drawing/2014/main" id="{8D262735-EFA0-116F-8654-4B10263FD917}"/>
              </a:ext>
            </a:extLst>
          </p:cNvPr>
          <p:cNvSpPr/>
          <p:nvPr/>
        </p:nvSpPr>
        <p:spPr>
          <a:xfrm>
            <a:off x="957023" y="2397836"/>
            <a:ext cx="455556" cy="364025"/>
          </a:xfrm>
          <a:custGeom>
            <a:avLst/>
            <a:gdLst>
              <a:gd name="connsiteX0" fmla="*/ 449288 w 455556"/>
              <a:gd name="connsiteY0" fmla="*/ 97789 h 364025"/>
              <a:gd name="connsiteX1" fmla="*/ 438290 w 455556"/>
              <a:gd name="connsiteY1" fmla="*/ 87360 h 364025"/>
              <a:gd name="connsiteX2" fmla="*/ 410604 w 455556"/>
              <a:gd name="connsiteY2" fmla="*/ 65173 h 364025"/>
              <a:gd name="connsiteX3" fmla="*/ 406622 w 455556"/>
              <a:gd name="connsiteY3" fmla="*/ 63088 h 364025"/>
              <a:gd name="connsiteX4" fmla="*/ 369455 w 455556"/>
              <a:gd name="connsiteY4" fmla="*/ 51710 h 364025"/>
              <a:gd name="connsiteX5" fmla="*/ 338735 w 455556"/>
              <a:gd name="connsiteY5" fmla="*/ 57209 h 364025"/>
              <a:gd name="connsiteX6" fmla="*/ 318066 w 455556"/>
              <a:gd name="connsiteY6" fmla="*/ 61571 h 364025"/>
              <a:gd name="connsiteX7" fmla="*/ 230458 w 455556"/>
              <a:gd name="connsiteY7" fmla="*/ 24024 h 364025"/>
              <a:gd name="connsiteX8" fmla="*/ 96202 w 455556"/>
              <a:gd name="connsiteY8" fmla="*/ 12078 h 364025"/>
              <a:gd name="connsiteX9" fmla="*/ 23196 w 455556"/>
              <a:gd name="connsiteY9" fmla="*/ 100823 h 364025"/>
              <a:gd name="connsiteX10" fmla="*/ 13904 w 455556"/>
              <a:gd name="connsiteY10" fmla="*/ 168710 h 364025"/>
              <a:gd name="connsiteX11" fmla="*/ 61 w 455556"/>
              <a:gd name="connsiteY11" fmla="*/ 284951 h 364025"/>
              <a:gd name="connsiteX12" fmla="*/ 9163 w 455556"/>
              <a:gd name="connsiteY12" fmla="*/ 302776 h 364025"/>
              <a:gd name="connsiteX13" fmla="*/ 19024 w 455556"/>
              <a:gd name="connsiteY13" fmla="*/ 305621 h 364025"/>
              <a:gd name="connsiteX14" fmla="*/ 28885 w 455556"/>
              <a:gd name="connsiteY14" fmla="*/ 302776 h 364025"/>
              <a:gd name="connsiteX15" fmla="*/ 41590 w 455556"/>
              <a:gd name="connsiteY15" fmla="*/ 294812 h 364025"/>
              <a:gd name="connsiteX16" fmla="*/ 54295 w 455556"/>
              <a:gd name="connsiteY16" fmla="*/ 286848 h 364025"/>
              <a:gd name="connsiteX17" fmla="*/ 81980 w 455556"/>
              <a:gd name="connsiteY17" fmla="*/ 273574 h 364025"/>
              <a:gd name="connsiteX18" fmla="*/ 159159 w 455556"/>
              <a:gd name="connsiteY18" fmla="*/ 246267 h 364025"/>
              <a:gd name="connsiteX19" fmla="*/ 183620 w 455556"/>
              <a:gd name="connsiteY19" fmla="*/ 245319 h 364025"/>
              <a:gd name="connsiteX20" fmla="*/ 191016 w 455556"/>
              <a:gd name="connsiteY20" fmla="*/ 245319 h 364025"/>
              <a:gd name="connsiteX21" fmla="*/ 239940 w 455556"/>
              <a:gd name="connsiteY21" fmla="*/ 304672 h 364025"/>
              <a:gd name="connsiteX22" fmla="*/ 228183 w 455556"/>
              <a:gd name="connsiteY22" fmla="*/ 360044 h 364025"/>
              <a:gd name="connsiteX23" fmla="*/ 246766 w 455556"/>
              <a:gd name="connsiteY23" fmla="*/ 364026 h 364025"/>
              <a:gd name="connsiteX24" fmla="*/ 258333 w 455556"/>
              <a:gd name="connsiteY24" fmla="*/ 309603 h 364025"/>
              <a:gd name="connsiteX25" fmla="*/ 296828 w 455556"/>
              <a:gd name="connsiteY25" fmla="*/ 249870 h 364025"/>
              <a:gd name="connsiteX26" fmla="*/ 346320 w 455556"/>
              <a:gd name="connsiteY26" fmla="*/ 224650 h 364025"/>
              <a:gd name="connsiteX27" fmla="*/ 447961 w 455556"/>
              <a:gd name="connsiteY27" fmla="*/ 127561 h 364025"/>
              <a:gd name="connsiteX28" fmla="*/ 447961 w 455556"/>
              <a:gd name="connsiteY28" fmla="*/ 127561 h 364025"/>
              <a:gd name="connsiteX29" fmla="*/ 455546 w 455556"/>
              <a:gd name="connsiteY29" fmla="*/ 112959 h 364025"/>
              <a:gd name="connsiteX30" fmla="*/ 449098 w 455556"/>
              <a:gd name="connsiteY30" fmla="*/ 97979 h 364025"/>
              <a:gd name="connsiteX31" fmla="*/ 156504 w 455556"/>
              <a:gd name="connsiteY31" fmla="*/ 227305 h 364025"/>
              <a:gd name="connsiteX32" fmla="*/ 73826 w 455556"/>
              <a:gd name="connsiteY32" fmla="*/ 256318 h 364025"/>
              <a:gd name="connsiteX33" fmla="*/ 46710 w 455556"/>
              <a:gd name="connsiteY33" fmla="*/ 269212 h 364025"/>
              <a:gd name="connsiteX34" fmla="*/ 31729 w 455556"/>
              <a:gd name="connsiteY34" fmla="*/ 278314 h 364025"/>
              <a:gd name="connsiteX35" fmla="*/ 19214 w 455556"/>
              <a:gd name="connsiteY35" fmla="*/ 286089 h 364025"/>
              <a:gd name="connsiteX36" fmla="*/ 32867 w 455556"/>
              <a:gd name="connsiteY36" fmla="*/ 171175 h 364025"/>
              <a:gd name="connsiteX37" fmla="*/ 42348 w 455556"/>
              <a:gd name="connsiteY37" fmla="*/ 102720 h 364025"/>
              <a:gd name="connsiteX38" fmla="*/ 103977 w 455556"/>
              <a:gd name="connsiteY38" fmla="*/ 29144 h 364025"/>
              <a:gd name="connsiteX39" fmla="*/ 154987 w 455556"/>
              <a:gd name="connsiteY39" fmla="*/ 18715 h 364025"/>
              <a:gd name="connsiteX40" fmla="*/ 219270 w 455556"/>
              <a:gd name="connsiteY40" fmla="*/ 39005 h 364025"/>
              <a:gd name="connsiteX41" fmla="*/ 278624 w 455556"/>
              <a:gd name="connsiteY41" fmla="*/ 73896 h 364025"/>
              <a:gd name="connsiteX42" fmla="*/ 243163 w 455556"/>
              <a:gd name="connsiteY42" fmla="*/ 218961 h 364025"/>
              <a:gd name="connsiteX43" fmla="*/ 215667 w 455556"/>
              <a:gd name="connsiteY43" fmla="*/ 224650 h 364025"/>
              <a:gd name="connsiteX44" fmla="*/ 184569 w 455556"/>
              <a:gd name="connsiteY44" fmla="*/ 225977 h 364025"/>
              <a:gd name="connsiteX45" fmla="*/ 156883 w 455556"/>
              <a:gd name="connsiteY45" fmla="*/ 227115 h 364025"/>
              <a:gd name="connsiteX46" fmla="*/ 250369 w 455556"/>
              <a:gd name="connsiteY46" fmla="*/ 287037 h 364025"/>
              <a:gd name="connsiteX47" fmla="*/ 214719 w 455556"/>
              <a:gd name="connsiteY47" fmla="*/ 243802 h 364025"/>
              <a:gd name="connsiteX48" fmla="*/ 217943 w 455556"/>
              <a:gd name="connsiteY48" fmla="*/ 243423 h 364025"/>
              <a:gd name="connsiteX49" fmla="*/ 249611 w 455556"/>
              <a:gd name="connsiteY49" fmla="*/ 236786 h 364025"/>
              <a:gd name="connsiteX50" fmla="*/ 251697 w 455556"/>
              <a:gd name="connsiteY50" fmla="*/ 236027 h 364025"/>
              <a:gd name="connsiteX51" fmla="*/ 263833 w 455556"/>
              <a:gd name="connsiteY51" fmla="*/ 240199 h 364025"/>
              <a:gd name="connsiteX52" fmla="*/ 277296 w 455556"/>
              <a:gd name="connsiteY52" fmla="*/ 245319 h 364025"/>
              <a:gd name="connsiteX53" fmla="*/ 250369 w 455556"/>
              <a:gd name="connsiteY53" fmla="*/ 287037 h 364025"/>
              <a:gd name="connsiteX54" fmla="*/ 436962 w 455556"/>
              <a:gd name="connsiteY54" fmla="*/ 112201 h 364025"/>
              <a:gd name="connsiteX55" fmla="*/ 330961 w 455556"/>
              <a:gd name="connsiteY55" fmla="*/ 213841 h 364025"/>
              <a:gd name="connsiteX56" fmla="*/ 271038 w 455556"/>
              <a:gd name="connsiteY56" fmla="*/ 222754 h 364025"/>
              <a:gd name="connsiteX57" fmla="*/ 263833 w 455556"/>
              <a:gd name="connsiteY57" fmla="*/ 219909 h 364025"/>
              <a:gd name="connsiteX58" fmla="*/ 297207 w 455556"/>
              <a:gd name="connsiteY58" fmla="*/ 78827 h 364025"/>
              <a:gd name="connsiteX59" fmla="*/ 319204 w 455556"/>
              <a:gd name="connsiteY59" fmla="*/ 80344 h 364025"/>
              <a:gd name="connsiteX60" fmla="*/ 344045 w 455556"/>
              <a:gd name="connsiteY60" fmla="*/ 75224 h 364025"/>
              <a:gd name="connsiteX61" fmla="*/ 368886 w 455556"/>
              <a:gd name="connsiteY61" fmla="*/ 70483 h 364025"/>
              <a:gd name="connsiteX62" fmla="*/ 397709 w 455556"/>
              <a:gd name="connsiteY62" fmla="*/ 79585 h 364025"/>
              <a:gd name="connsiteX63" fmla="*/ 401692 w 455556"/>
              <a:gd name="connsiteY63" fmla="*/ 81861 h 364025"/>
              <a:gd name="connsiteX64" fmla="*/ 425205 w 455556"/>
              <a:gd name="connsiteY64" fmla="*/ 101013 h 364025"/>
              <a:gd name="connsiteX65" fmla="*/ 437152 w 455556"/>
              <a:gd name="connsiteY65" fmla="*/ 112201 h 364025"/>
              <a:gd name="connsiteX66" fmla="*/ 437152 w 455556"/>
              <a:gd name="connsiteY66" fmla="*/ 112201 h 364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5556" h="364025">
                <a:moveTo>
                  <a:pt x="449288" y="97789"/>
                </a:moveTo>
                <a:cubicBezTo>
                  <a:pt x="445306" y="94376"/>
                  <a:pt x="441703" y="90963"/>
                  <a:pt x="438290" y="87360"/>
                </a:cubicBezTo>
                <a:cubicBezTo>
                  <a:pt x="430136" y="79395"/>
                  <a:pt x="421792" y="71242"/>
                  <a:pt x="410604" y="65173"/>
                </a:cubicBezTo>
                <a:lnTo>
                  <a:pt x="406622" y="63088"/>
                </a:lnTo>
                <a:cubicBezTo>
                  <a:pt x="396003" y="57209"/>
                  <a:pt x="387849" y="52468"/>
                  <a:pt x="369455" y="51710"/>
                </a:cubicBezTo>
                <a:cubicBezTo>
                  <a:pt x="360353" y="51331"/>
                  <a:pt x="349354" y="54175"/>
                  <a:pt x="338735" y="57209"/>
                </a:cubicBezTo>
                <a:cubicBezTo>
                  <a:pt x="331150" y="59295"/>
                  <a:pt x="323376" y="61381"/>
                  <a:pt x="318066" y="61571"/>
                </a:cubicBezTo>
                <a:cubicBezTo>
                  <a:pt x="286588" y="63277"/>
                  <a:pt x="257385" y="44504"/>
                  <a:pt x="230458" y="24024"/>
                </a:cubicBezTo>
                <a:cubicBezTo>
                  <a:pt x="194808" y="-2903"/>
                  <a:pt x="142282" y="-7643"/>
                  <a:pt x="96202" y="12078"/>
                </a:cubicBezTo>
                <a:cubicBezTo>
                  <a:pt x="55053" y="29713"/>
                  <a:pt x="27747" y="62708"/>
                  <a:pt x="23196" y="100823"/>
                </a:cubicBezTo>
                <a:cubicBezTo>
                  <a:pt x="19783" y="129647"/>
                  <a:pt x="16749" y="149557"/>
                  <a:pt x="13904" y="168710"/>
                </a:cubicBezTo>
                <a:cubicBezTo>
                  <a:pt x="9353" y="198861"/>
                  <a:pt x="4992" y="227305"/>
                  <a:pt x="61" y="284951"/>
                </a:cubicBezTo>
                <a:cubicBezTo>
                  <a:pt x="-508" y="292157"/>
                  <a:pt x="2906" y="298984"/>
                  <a:pt x="9163" y="302776"/>
                </a:cubicBezTo>
                <a:cubicBezTo>
                  <a:pt x="12198" y="304672"/>
                  <a:pt x="15611" y="305621"/>
                  <a:pt x="19024" y="305621"/>
                </a:cubicBezTo>
                <a:cubicBezTo>
                  <a:pt x="22437" y="305621"/>
                  <a:pt x="25851" y="304672"/>
                  <a:pt x="28885" y="302776"/>
                </a:cubicBezTo>
                <a:lnTo>
                  <a:pt x="41590" y="294812"/>
                </a:lnTo>
                <a:cubicBezTo>
                  <a:pt x="47847" y="290830"/>
                  <a:pt x="52778" y="287606"/>
                  <a:pt x="54295" y="286848"/>
                </a:cubicBezTo>
                <a:cubicBezTo>
                  <a:pt x="64345" y="282296"/>
                  <a:pt x="73447" y="277745"/>
                  <a:pt x="81980" y="273574"/>
                </a:cubicBezTo>
                <a:cubicBezTo>
                  <a:pt x="107580" y="260869"/>
                  <a:pt x="127680" y="251008"/>
                  <a:pt x="159159" y="246267"/>
                </a:cubicBezTo>
                <a:cubicBezTo>
                  <a:pt x="167692" y="244940"/>
                  <a:pt x="175087" y="245130"/>
                  <a:pt x="183620" y="245319"/>
                </a:cubicBezTo>
                <a:cubicBezTo>
                  <a:pt x="185896" y="245319"/>
                  <a:pt x="188361" y="245319"/>
                  <a:pt x="191016" y="245319"/>
                </a:cubicBezTo>
                <a:lnTo>
                  <a:pt x="239940" y="304672"/>
                </a:lnTo>
                <a:lnTo>
                  <a:pt x="228183" y="360044"/>
                </a:lnTo>
                <a:lnTo>
                  <a:pt x="246766" y="364026"/>
                </a:lnTo>
                <a:lnTo>
                  <a:pt x="258333" y="309603"/>
                </a:lnTo>
                <a:lnTo>
                  <a:pt x="296828" y="249870"/>
                </a:lnTo>
                <a:cubicBezTo>
                  <a:pt x="313325" y="251387"/>
                  <a:pt x="331530" y="246457"/>
                  <a:pt x="346320" y="224650"/>
                </a:cubicBezTo>
                <a:cubicBezTo>
                  <a:pt x="373627" y="184449"/>
                  <a:pt x="402829" y="161504"/>
                  <a:pt x="447961" y="127561"/>
                </a:cubicBezTo>
                <a:lnTo>
                  <a:pt x="447961" y="127561"/>
                </a:lnTo>
                <a:cubicBezTo>
                  <a:pt x="452512" y="124147"/>
                  <a:pt x="455356" y="118648"/>
                  <a:pt x="455546" y="112959"/>
                </a:cubicBezTo>
                <a:cubicBezTo>
                  <a:pt x="455735" y="107271"/>
                  <a:pt x="453460" y="101771"/>
                  <a:pt x="449098" y="97979"/>
                </a:cubicBezTo>
                <a:close/>
                <a:moveTo>
                  <a:pt x="156504" y="227305"/>
                </a:moveTo>
                <a:cubicBezTo>
                  <a:pt x="122181" y="232425"/>
                  <a:pt x="99805" y="243613"/>
                  <a:pt x="73826" y="256318"/>
                </a:cubicBezTo>
                <a:cubicBezTo>
                  <a:pt x="65483" y="260489"/>
                  <a:pt x="56570" y="264851"/>
                  <a:pt x="46710" y="269212"/>
                </a:cubicBezTo>
                <a:cubicBezTo>
                  <a:pt x="45193" y="269781"/>
                  <a:pt x="39125" y="273574"/>
                  <a:pt x="31729" y="278314"/>
                </a:cubicBezTo>
                <a:lnTo>
                  <a:pt x="19214" y="286089"/>
                </a:lnTo>
                <a:cubicBezTo>
                  <a:pt x="24144" y="229011"/>
                  <a:pt x="28316" y="200946"/>
                  <a:pt x="32867" y="171175"/>
                </a:cubicBezTo>
                <a:cubicBezTo>
                  <a:pt x="35711" y="151833"/>
                  <a:pt x="38745" y="131733"/>
                  <a:pt x="42348" y="102720"/>
                </a:cubicBezTo>
                <a:cubicBezTo>
                  <a:pt x="45951" y="71431"/>
                  <a:pt x="69086" y="43935"/>
                  <a:pt x="103977" y="29144"/>
                </a:cubicBezTo>
                <a:cubicBezTo>
                  <a:pt x="120475" y="22128"/>
                  <a:pt x="137920" y="18715"/>
                  <a:pt x="154987" y="18715"/>
                </a:cubicBezTo>
                <a:cubicBezTo>
                  <a:pt x="178880" y="18715"/>
                  <a:pt x="201635" y="25541"/>
                  <a:pt x="219270" y="39005"/>
                </a:cubicBezTo>
                <a:cubicBezTo>
                  <a:pt x="237854" y="53037"/>
                  <a:pt x="257385" y="66311"/>
                  <a:pt x="278624" y="73896"/>
                </a:cubicBezTo>
                <a:cubicBezTo>
                  <a:pt x="277486" y="92859"/>
                  <a:pt x="271038" y="166434"/>
                  <a:pt x="243163" y="218961"/>
                </a:cubicBezTo>
                <a:cubicBezTo>
                  <a:pt x="233682" y="221995"/>
                  <a:pt x="227045" y="223133"/>
                  <a:pt x="215667" y="224650"/>
                </a:cubicBezTo>
                <a:cubicBezTo>
                  <a:pt x="203152" y="226356"/>
                  <a:pt x="193671" y="226167"/>
                  <a:pt x="184569" y="225977"/>
                </a:cubicBezTo>
                <a:cubicBezTo>
                  <a:pt x="175466" y="225977"/>
                  <a:pt x="167123" y="225598"/>
                  <a:pt x="156883" y="227115"/>
                </a:cubicBezTo>
                <a:close/>
                <a:moveTo>
                  <a:pt x="250369" y="287037"/>
                </a:moveTo>
                <a:lnTo>
                  <a:pt x="214719" y="243802"/>
                </a:lnTo>
                <a:cubicBezTo>
                  <a:pt x="215857" y="243802"/>
                  <a:pt x="216805" y="243802"/>
                  <a:pt x="217943" y="243423"/>
                </a:cubicBezTo>
                <a:cubicBezTo>
                  <a:pt x="228752" y="241906"/>
                  <a:pt x="237285" y="240579"/>
                  <a:pt x="249611" y="236786"/>
                </a:cubicBezTo>
                <a:lnTo>
                  <a:pt x="251697" y="236027"/>
                </a:lnTo>
                <a:cubicBezTo>
                  <a:pt x="253593" y="236027"/>
                  <a:pt x="259471" y="238493"/>
                  <a:pt x="263833" y="240199"/>
                </a:cubicBezTo>
                <a:cubicBezTo>
                  <a:pt x="267625" y="241716"/>
                  <a:pt x="272366" y="243613"/>
                  <a:pt x="277296" y="245319"/>
                </a:cubicBezTo>
                <a:lnTo>
                  <a:pt x="250369" y="287037"/>
                </a:lnTo>
                <a:close/>
                <a:moveTo>
                  <a:pt x="436962" y="112201"/>
                </a:moveTo>
                <a:cubicBezTo>
                  <a:pt x="396572" y="142541"/>
                  <a:pt x="361491" y="168899"/>
                  <a:pt x="330961" y="213841"/>
                </a:cubicBezTo>
                <a:cubicBezTo>
                  <a:pt x="314463" y="237924"/>
                  <a:pt x="294931" y="232425"/>
                  <a:pt x="271038" y="222754"/>
                </a:cubicBezTo>
                <a:cubicBezTo>
                  <a:pt x="268573" y="221805"/>
                  <a:pt x="266108" y="220668"/>
                  <a:pt x="263833" y="219909"/>
                </a:cubicBezTo>
                <a:cubicBezTo>
                  <a:pt x="288863" y="167382"/>
                  <a:pt x="295500" y="102151"/>
                  <a:pt x="297207" y="78827"/>
                </a:cubicBezTo>
                <a:cubicBezTo>
                  <a:pt x="304413" y="80154"/>
                  <a:pt x="311619" y="80723"/>
                  <a:pt x="319204" y="80344"/>
                </a:cubicBezTo>
                <a:cubicBezTo>
                  <a:pt x="326599" y="79964"/>
                  <a:pt x="335132" y="77689"/>
                  <a:pt x="344045" y="75224"/>
                </a:cubicBezTo>
                <a:cubicBezTo>
                  <a:pt x="353147" y="72759"/>
                  <a:pt x="363008" y="70104"/>
                  <a:pt x="368886" y="70483"/>
                </a:cubicBezTo>
                <a:cubicBezTo>
                  <a:pt x="382729" y="71052"/>
                  <a:pt x="388038" y="74086"/>
                  <a:pt x="397709" y="79585"/>
                </a:cubicBezTo>
                <a:lnTo>
                  <a:pt x="401692" y="81861"/>
                </a:lnTo>
                <a:cubicBezTo>
                  <a:pt x="410604" y="86791"/>
                  <a:pt x="417620" y="93618"/>
                  <a:pt x="425205" y="101013"/>
                </a:cubicBezTo>
                <a:cubicBezTo>
                  <a:pt x="428998" y="104806"/>
                  <a:pt x="432980" y="108598"/>
                  <a:pt x="437152" y="112201"/>
                </a:cubicBezTo>
                <a:cubicBezTo>
                  <a:pt x="437152" y="112201"/>
                  <a:pt x="437152" y="112201"/>
                  <a:pt x="437152" y="112201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2" descr="Pancreas icon.">
            <a:extLst>
              <a:ext uri="{FF2B5EF4-FFF2-40B4-BE49-F238E27FC236}">
                <a16:creationId xmlns:a16="http://schemas.microsoft.com/office/drawing/2014/main" id="{40DE6BDC-9C8E-6425-DC67-5EA08C7F0B00}"/>
              </a:ext>
            </a:extLst>
          </p:cNvPr>
          <p:cNvSpPr/>
          <p:nvPr/>
        </p:nvSpPr>
        <p:spPr>
          <a:xfrm>
            <a:off x="2191579" y="2409473"/>
            <a:ext cx="445496" cy="368874"/>
          </a:xfrm>
          <a:custGeom>
            <a:avLst/>
            <a:gdLst>
              <a:gd name="connsiteX0" fmla="*/ 435921 w 445496"/>
              <a:gd name="connsiteY0" fmla="*/ 23550 h 368874"/>
              <a:gd name="connsiteX1" fmla="*/ 396499 w 445496"/>
              <a:gd name="connsiteY1" fmla="*/ 12936 h 368874"/>
              <a:gd name="connsiteX2" fmla="*/ 353665 w 445496"/>
              <a:gd name="connsiteY2" fmla="*/ 20896 h 368874"/>
              <a:gd name="connsiteX3" fmla="*/ 338881 w 445496"/>
              <a:gd name="connsiteY3" fmla="*/ 24308 h 368874"/>
              <a:gd name="connsiteX4" fmla="*/ 270650 w 445496"/>
              <a:gd name="connsiteY4" fmla="*/ 34353 h 368874"/>
              <a:gd name="connsiteX5" fmla="*/ 259089 w 445496"/>
              <a:gd name="connsiteY5" fmla="*/ 35869 h 368874"/>
              <a:gd name="connsiteX6" fmla="*/ 187446 w 445496"/>
              <a:gd name="connsiteY6" fmla="*/ 47431 h 368874"/>
              <a:gd name="connsiteX7" fmla="*/ 183845 w 445496"/>
              <a:gd name="connsiteY7" fmla="*/ 48189 h 368874"/>
              <a:gd name="connsiteX8" fmla="*/ 170957 w 445496"/>
              <a:gd name="connsiteY8" fmla="*/ 51032 h 368874"/>
              <a:gd name="connsiteX9" fmla="*/ 170578 w 445496"/>
              <a:gd name="connsiteY9" fmla="*/ 19001 h 368874"/>
              <a:gd name="connsiteX10" fmla="*/ 164323 w 445496"/>
              <a:gd name="connsiteY10" fmla="*/ 4976 h 368874"/>
              <a:gd name="connsiteX11" fmla="*/ 150298 w 445496"/>
              <a:gd name="connsiteY11" fmla="*/ 48 h 368874"/>
              <a:gd name="connsiteX12" fmla="*/ 0 w 445496"/>
              <a:gd name="connsiteY12" fmla="*/ 169678 h 368874"/>
              <a:gd name="connsiteX13" fmla="*/ 12509 w 445496"/>
              <a:gd name="connsiteY13" fmla="*/ 234118 h 368874"/>
              <a:gd name="connsiteX14" fmla="*/ 50226 w 445496"/>
              <a:gd name="connsiteY14" fmla="*/ 290788 h 368874"/>
              <a:gd name="connsiteX15" fmla="*/ 92302 w 445496"/>
              <a:gd name="connsiteY15" fmla="*/ 321492 h 368874"/>
              <a:gd name="connsiteX16" fmla="*/ 183087 w 445496"/>
              <a:gd name="connsiteY16" fmla="*/ 340256 h 368874"/>
              <a:gd name="connsiteX17" fmla="*/ 270271 w 445496"/>
              <a:gd name="connsiteY17" fmla="*/ 308415 h 368874"/>
              <a:gd name="connsiteX18" fmla="*/ 286950 w 445496"/>
              <a:gd name="connsiteY18" fmla="*/ 294579 h 368874"/>
              <a:gd name="connsiteX19" fmla="*/ 313674 w 445496"/>
              <a:gd name="connsiteY19" fmla="*/ 284534 h 368874"/>
              <a:gd name="connsiteX20" fmla="*/ 322581 w 445496"/>
              <a:gd name="connsiteY20" fmla="*/ 299317 h 368874"/>
              <a:gd name="connsiteX21" fmla="*/ 322581 w 445496"/>
              <a:gd name="connsiteY21" fmla="*/ 368875 h 368874"/>
              <a:gd name="connsiteX22" fmla="*/ 341724 w 445496"/>
              <a:gd name="connsiteY22" fmla="*/ 368875 h 368874"/>
              <a:gd name="connsiteX23" fmla="*/ 341724 w 445496"/>
              <a:gd name="connsiteY23" fmla="*/ 299317 h 368874"/>
              <a:gd name="connsiteX24" fmla="*/ 322771 w 445496"/>
              <a:gd name="connsiteY24" fmla="*/ 267855 h 368874"/>
              <a:gd name="connsiteX25" fmla="*/ 294531 w 445496"/>
              <a:gd name="connsiteY25" fmla="*/ 267286 h 368874"/>
              <a:gd name="connsiteX26" fmla="*/ 274251 w 445496"/>
              <a:gd name="connsiteY26" fmla="*/ 280743 h 368874"/>
              <a:gd name="connsiteX27" fmla="*/ 259278 w 445496"/>
              <a:gd name="connsiteY27" fmla="*/ 293063 h 368874"/>
              <a:gd name="connsiteX28" fmla="*/ 181760 w 445496"/>
              <a:gd name="connsiteY28" fmla="*/ 321303 h 368874"/>
              <a:gd name="connsiteX29" fmla="*/ 101209 w 445496"/>
              <a:gd name="connsiteY29" fmla="*/ 304624 h 368874"/>
              <a:gd name="connsiteX30" fmla="*/ 63872 w 445496"/>
              <a:gd name="connsiteY30" fmla="*/ 277331 h 368874"/>
              <a:gd name="connsiteX31" fmla="*/ 30135 w 445496"/>
              <a:gd name="connsiteY31" fmla="*/ 226348 h 368874"/>
              <a:gd name="connsiteX32" fmla="*/ 19143 w 445496"/>
              <a:gd name="connsiteY32" fmla="*/ 169678 h 368874"/>
              <a:gd name="connsiteX33" fmla="*/ 152004 w 445496"/>
              <a:gd name="connsiteY33" fmla="*/ 19001 h 368874"/>
              <a:gd name="connsiteX34" fmla="*/ 152383 w 445496"/>
              <a:gd name="connsiteY34" fmla="*/ 56528 h 368874"/>
              <a:gd name="connsiteX35" fmla="*/ 71832 w 445496"/>
              <a:gd name="connsiteY35" fmla="*/ 125896 h 368874"/>
              <a:gd name="connsiteX36" fmla="*/ 96661 w 445496"/>
              <a:gd name="connsiteY36" fmla="*/ 249470 h 368874"/>
              <a:gd name="connsiteX37" fmla="*/ 176074 w 445496"/>
              <a:gd name="connsiteY37" fmla="*/ 282070 h 368874"/>
              <a:gd name="connsiteX38" fmla="*/ 231986 w 445496"/>
              <a:gd name="connsiteY38" fmla="*/ 271077 h 368874"/>
              <a:gd name="connsiteX39" fmla="*/ 264016 w 445496"/>
              <a:gd name="connsiteY39" fmla="*/ 244922 h 368874"/>
              <a:gd name="connsiteX40" fmla="*/ 343051 w 445496"/>
              <a:gd name="connsiteY40" fmla="*/ 234118 h 368874"/>
              <a:gd name="connsiteX41" fmla="*/ 379441 w 445496"/>
              <a:gd name="connsiteY41" fmla="*/ 333622 h 368874"/>
              <a:gd name="connsiteX42" fmla="*/ 379820 w 445496"/>
              <a:gd name="connsiteY42" fmla="*/ 368306 h 368874"/>
              <a:gd name="connsiteX43" fmla="*/ 398015 w 445496"/>
              <a:gd name="connsiteY43" fmla="*/ 368875 h 368874"/>
              <a:gd name="connsiteX44" fmla="*/ 398394 w 445496"/>
              <a:gd name="connsiteY44" fmla="*/ 333812 h 368874"/>
              <a:gd name="connsiteX45" fmla="*/ 352148 w 445496"/>
              <a:gd name="connsiteY45" fmla="*/ 217250 h 368874"/>
              <a:gd name="connsiteX46" fmla="*/ 274441 w 445496"/>
              <a:gd name="connsiteY46" fmla="*/ 213839 h 368874"/>
              <a:gd name="connsiteX47" fmla="*/ 274062 w 445496"/>
              <a:gd name="connsiteY47" fmla="*/ 202846 h 368874"/>
              <a:gd name="connsiteX48" fmla="*/ 284865 w 445496"/>
              <a:gd name="connsiteY48" fmla="*/ 197729 h 368874"/>
              <a:gd name="connsiteX49" fmla="*/ 295289 w 445496"/>
              <a:gd name="connsiteY49" fmla="*/ 190337 h 368874"/>
              <a:gd name="connsiteX50" fmla="*/ 310072 w 445496"/>
              <a:gd name="connsiteY50" fmla="*/ 166645 h 368874"/>
              <a:gd name="connsiteX51" fmla="*/ 334901 w 445496"/>
              <a:gd name="connsiteY51" fmla="*/ 164182 h 368874"/>
              <a:gd name="connsiteX52" fmla="*/ 362573 w 445496"/>
              <a:gd name="connsiteY52" fmla="*/ 140301 h 368874"/>
              <a:gd name="connsiteX53" fmla="*/ 368448 w 445496"/>
              <a:gd name="connsiteY53" fmla="*/ 123243 h 368874"/>
              <a:gd name="connsiteX54" fmla="*/ 368827 w 445496"/>
              <a:gd name="connsiteY54" fmla="*/ 119831 h 368874"/>
              <a:gd name="connsiteX55" fmla="*/ 415262 w 445496"/>
              <a:gd name="connsiteY55" fmla="*/ 80598 h 368874"/>
              <a:gd name="connsiteX56" fmla="*/ 444260 w 445496"/>
              <a:gd name="connsiteY56" fmla="*/ 56528 h 368874"/>
              <a:gd name="connsiteX57" fmla="*/ 436300 w 445496"/>
              <a:gd name="connsiteY57" fmla="*/ 22981 h 368874"/>
              <a:gd name="connsiteX58" fmla="*/ 425686 w 445496"/>
              <a:gd name="connsiteY58" fmla="*/ 51979 h 368874"/>
              <a:gd name="connsiteX59" fmla="*/ 411661 w 445496"/>
              <a:gd name="connsiteY59" fmla="*/ 62403 h 368874"/>
              <a:gd name="connsiteX60" fmla="*/ 396878 w 445496"/>
              <a:gd name="connsiteY60" fmla="*/ 76050 h 368874"/>
              <a:gd name="connsiteX61" fmla="*/ 368069 w 445496"/>
              <a:gd name="connsiteY61" fmla="*/ 101257 h 368874"/>
              <a:gd name="connsiteX62" fmla="*/ 349684 w 445496"/>
              <a:gd name="connsiteY62" fmla="*/ 119642 h 368874"/>
              <a:gd name="connsiteX63" fmla="*/ 345515 w 445496"/>
              <a:gd name="connsiteY63" fmla="*/ 131772 h 368874"/>
              <a:gd name="connsiteX64" fmla="*/ 328457 w 445496"/>
              <a:gd name="connsiteY64" fmla="*/ 146366 h 368874"/>
              <a:gd name="connsiteX65" fmla="*/ 304007 w 445496"/>
              <a:gd name="connsiteY65" fmla="*/ 148261 h 368874"/>
              <a:gd name="connsiteX66" fmla="*/ 293204 w 445496"/>
              <a:gd name="connsiteY66" fmla="*/ 156790 h 368874"/>
              <a:gd name="connsiteX67" fmla="*/ 290172 w 445496"/>
              <a:gd name="connsiteY67" fmla="*/ 166077 h 368874"/>
              <a:gd name="connsiteX68" fmla="*/ 284107 w 445496"/>
              <a:gd name="connsiteY68" fmla="*/ 174227 h 368874"/>
              <a:gd name="connsiteX69" fmla="*/ 251507 w 445496"/>
              <a:gd name="connsiteY69" fmla="*/ 191853 h 368874"/>
              <a:gd name="connsiteX70" fmla="*/ 255109 w 445496"/>
              <a:gd name="connsiteY70" fmla="*/ 213649 h 368874"/>
              <a:gd name="connsiteX71" fmla="*/ 224405 w 445496"/>
              <a:gd name="connsiteY71" fmla="*/ 253261 h 368874"/>
              <a:gd name="connsiteX72" fmla="*/ 123953 w 445496"/>
              <a:gd name="connsiteY72" fmla="*/ 248144 h 368874"/>
              <a:gd name="connsiteX73" fmla="*/ 161480 w 445496"/>
              <a:gd name="connsiteY73" fmla="*/ 190716 h 368874"/>
              <a:gd name="connsiteX74" fmla="*/ 169820 w 445496"/>
              <a:gd name="connsiteY74" fmla="*/ 189010 h 368874"/>
              <a:gd name="connsiteX75" fmla="*/ 195596 w 445496"/>
              <a:gd name="connsiteY75" fmla="*/ 178207 h 368874"/>
              <a:gd name="connsiteX76" fmla="*/ 208673 w 445496"/>
              <a:gd name="connsiteY76" fmla="*/ 196212 h 368874"/>
              <a:gd name="connsiteX77" fmla="*/ 208673 w 445496"/>
              <a:gd name="connsiteY77" fmla="*/ 197729 h 368874"/>
              <a:gd name="connsiteX78" fmla="*/ 227627 w 445496"/>
              <a:gd name="connsiteY78" fmla="*/ 197729 h 368874"/>
              <a:gd name="connsiteX79" fmla="*/ 227247 w 445496"/>
              <a:gd name="connsiteY79" fmla="*/ 191853 h 368874"/>
              <a:gd name="connsiteX80" fmla="*/ 209811 w 445496"/>
              <a:gd name="connsiteY80" fmla="*/ 163423 h 368874"/>
              <a:gd name="connsiteX81" fmla="*/ 212085 w 445496"/>
              <a:gd name="connsiteY81" fmla="*/ 158496 h 368874"/>
              <a:gd name="connsiteX82" fmla="*/ 217202 w 445496"/>
              <a:gd name="connsiteY82" fmla="*/ 140111 h 368874"/>
              <a:gd name="connsiteX83" fmla="*/ 217771 w 445496"/>
              <a:gd name="connsiteY83" fmla="*/ 131582 h 368874"/>
              <a:gd name="connsiteX84" fmla="*/ 198818 w 445496"/>
              <a:gd name="connsiteY84" fmla="*/ 131582 h 368874"/>
              <a:gd name="connsiteX85" fmla="*/ 158448 w 445496"/>
              <a:gd name="connsiteY85" fmla="*/ 172331 h 368874"/>
              <a:gd name="connsiteX86" fmla="*/ 165839 w 445496"/>
              <a:gd name="connsiteY86" fmla="*/ 141059 h 368874"/>
              <a:gd name="connsiteX87" fmla="*/ 158637 w 445496"/>
              <a:gd name="connsiteY87" fmla="*/ 123432 h 368874"/>
              <a:gd name="connsiteX88" fmla="*/ 138358 w 445496"/>
              <a:gd name="connsiteY88" fmla="*/ 157737 h 368874"/>
              <a:gd name="connsiteX89" fmla="*/ 140063 w 445496"/>
              <a:gd name="connsiteY89" fmla="*/ 179154 h 368874"/>
              <a:gd name="connsiteX90" fmla="*/ 107654 w 445496"/>
              <a:gd name="connsiteY90" fmla="*/ 232792 h 368874"/>
              <a:gd name="connsiteX91" fmla="*/ 89269 w 445496"/>
              <a:gd name="connsiteY91" fmla="*/ 132530 h 368874"/>
              <a:gd name="connsiteX92" fmla="*/ 187256 w 445496"/>
              <a:gd name="connsiteY92" fmla="*/ 66384 h 368874"/>
              <a:gd name="connsiteX93" fmla="*/ 191047 w 445496"/>
              <a:gd name="connsiteY93" fmla="*/ 65626 h 368874"/>
              <a:gd name="connsiteX94" fmla="*/ 261553 w 445496"/>
              <a:gd name="connsiteY94" fmla="*/ 54254 h 368874"/>
              <a:gd name="connsiteX95" fmla="*/ 273114 w 445496"/>
              <a:gd name="connsiteY95" fmla="*/ 52927 h 368874"/>
              <a:gd name="connsiteX96" fmla="*/ 343051 w 445496"/>
              <a:gd name="connsiteY96" fmla="*/ 42692 h 368874"/>
              <a:gd name="connsiteX97" fmla="*/ 358024 w 445496"/>
              <a:gd name="connsiteY97" fmla="*/ 39281 h 368874"/>
              <a:gd name="connsiteX98" fmla="*/ 398015 w 445496"/>
              <a:gd name="connsiteY98" fmla="*/ 31889 h 368874"/>
              <a:gd name="connsiteX99" fmla="*/ 404838 w 445496"/>
              <a:gd name="connsiteY99" fmla="*/ 31510 h 368874"/>
              <a:gd name="connsiteX100" fmla="*/ 421896 w 445496"/>
              <a:gd name="connsiteY100" fmla="*/ 36248 h 368874"/>
              <a:gd name="connsiteX101" fmla="*/ 425497 w 445496"/>
              <a:gd name="connsiteY101" fmla="*/ 51979 h 368874"/>
              <a:gd name="connsiteX102" fmla="*/ 310072 w 445496"/>
              <a:gd name="connsiteY102" fmla="*/ 87042 h 368874"/>
              <a:gd name="connsiteX103" fmla="*/ 370154 w 445496"/>
              <a:gd name="connsiteY103" fmla="*/ 65815 h 368874"/>
              <a:gd name="connsiteX104" fmla="*/ 369017 w 445496"/>
              <a:gd name="connsiteY104" fmla="*/ 84768 h 368874"/>
              <a:gd name="connsiteX105" fmla="*/ 312726 w 445496"/>
              <a:gd name="connsiteY105" fmla="*/ 108839 h 368874"/>
              <a:gd name="connsiteX106" fmla="*/ 279179 w 445496"/>
              <a:gd name="connsiteY106" fmla="*/ 121537 h 368874"/>
              <a:gd name="connsiteX107" fmla="*/ 290551 w 445496"/>
              <a:gd name="connsiteY107" fmla="*/ 133098 h 368874"/>
              <a:gd name="connsiteX108" fmla="*/ 283349 w 445496"/>
              <a:gd name="connsiteY108" fmla="*/ 148640 h 368874"/>
              <a:gd name="connsiteX109" fmla="*/ 282590 w 445496"/>
              <a:gd name="connsiteY109" fmla="*/ 150346 h 368874"/>
              <a:gd name="connsiteX110" fmla="*/ 258520 w 445496"/>
              <a:gd name="connsiteY110" fmla="*/ 121537 h 368874"/>
              <a:gd name="connsiteX111" fmla="*/ 226300 w 445496"/>
              <a:gd name="connsiteY111" fmla="*/ 105427 h 368874"/>
              <a:gd name="connsiteX112" fmla="*/ 221372 w 445496"/>
              <a:gd name="connsiteY112" fmla="*/ 101636 h 368874"/>
              <a:gd name="connsiteX113" fmla="*/ 233502 w 445496"/>
              <a:gd name="connsiteY113" fmla="*/ 87042 h 368874"/>
              <a:gd name="connsiteX114" fmla="*/ 263069 w 445496"/>
              <a:gd name="connsiteY114" fmla="*/ 103153 h 368874"/>
              <a:gd name="connsiteX115" fmla="*/ 292825 w 445496"/>
              <a:gd name="connsiteY115" fmla="*/ 98414 h 368874"/>
              <a:gd name="connsiteX116" fmla="*/ 294910 w 445496"/>
              <a:gd name="connsiteY116" fmla="*/ 61835 h 368874"/>
              <a:gd name="connsiteX117" fmla="*/ 312536 w 445496"/>
              <a:gd name="connsiteY117" fmla="*/ 68658 h 368874"/>
              <a:gd name="connsiteX118" fmla="*/ 309883 w 445496"/>
              <a:gd name="connsiteY118" fmla="*/ 87042 h 36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45496" h="368874">
                <a:moveTo>
                  <a:pt x="435921" y="23550"/>
                </a:moveTo>
                <a:cubicBezTo>
                  <a:pt x="424170" y="10662"/>
                  <a:pt x="403322" y="12367"/>
                  <a:pt x="396499" y="12936"/>
                </a:cubicBezTo>
                <a:cubicBezTo>
                  <a:pt x="381715" y="14073"/>
                  <a:pt x="367500" y="17485"/>
                  <a:pt x="353665" y="20896"/>
                </a:cubicBezTo>
                <a:cubicBezTo>
                  <a:pt x="348737" y="22033"/>
                  <a:pt x="343809" y="23171"/>
                  <a:pt x="338881" y="24308"/>
                </a:cubicBezTo>
                <a:cubicBezTo>
                  <a:pt x="321255" y="28098"/>
                  <a:pt x="292067" y="31699"/>
                  <a:pt x="270650" y="34353"/>
                </a:cubicBezTo>
                <a:lnTo>
                  <a:pt x="259089" y="35869"/>
                </a:lnTo>
                <a:cubicBezTo>
                  <a:pt x="235018" y="38902"/>
                  <a:pt x="210758" y="43261"/>
                  <a:pt x="187446" y="47431"/>
                </a:cubicBezTo>
                <a:lnTo>
                  <a:pt x="183845" y="48189"/>
                </a:lnTo>
                <a:cubicBezTo>
                  <a:pt x="179675" y="48947"/>
                  <a:pt x="175316" y="50084"/>
                  <a:pt x="170957" y="51032"/>
                </a:cubicBezTo>
                <a:lnTo>
                  <a:pt x="170578" y="19001"/>
                </a:lnTo>
                <a:cubicBezTo>
                  <a:pt x="170578" y="13694"/>
                  <a:pt x="168303" y="8577"/>
                  <a:pt x="164323" y="4976"/>
                </a:cubicBezTo>
                <a:cubicBezTo>
                  <a:pt x="160533" y="1564"/>
                  <a:pt x="155226" y="-331"/>
                  <a:pt x="150298" y="48"/>
                </a:cubicBezTo>
                <a:cubicBezTo>
                  <a:pt x="67473" y="6302"/>
                  <a:pt x="0" y="82494"/>
                  <a:pt x="0" y="169678"/>
                </a:cubicBezTo>
                <a:cubicBezTo>
                  <a:pt x="0" y="193748"/>
                  <a:pt x="4170" y="215355"/>
                  <a:pt x="12509" y="234118"/>
                </a:cubicBezTo>
                <a:cubicBezTo>
                  <a:pt x="23123" y="257999"/>
                  <a:pt x="34874" y="275436"/>
                  <a:pt x="50226" y="290788"/>
                </a:cubicBezTo>
                <a:cubicBezTo>
                  <a:pt x="62545" y="303108"/>
                  <a:pt x="76760" y="313342"/>
                  <a:pt x="92302" y="321492"/>
                </a:cubicBezTo>
                <a:cubicBezTo>
                  <a:pt x="120731" y="336086"/>
                  <a:pt x="152004" y="342530"/>
                  <a:pt x="183087" y="340256"/>
                </a:cubicBezTo>
                <a:cubicBezTo>
                  <a:pt x="214170" y="337792"/>
                  <a:pt x="245063" y="326609"/>
                  <a:pt x="270271" y="308415"/>
                </a:cubicBezTo>
                <a:cubicBezTo>
                  <a:pt x="275957" y="304434"/>
                  <a:pt x="281453" y="299696"/>
                  <a:pt x="286950" y="294579"/>
                </a:cubicBezTo>
                <a:cubicBezTo>
                  <a:pt x="292825" y="289082"/>
                  <a:pt x="304766" y="279795"/>
                  <a:pt x="313674" y="284534"/>
                </a:cubicBezTo>
                <a:cubicBezTo>
                  <a:pt x="318791" y="287187"/>
                  <a:pt x="322581" y="293821"/>
                  <a:pt x="322581" y="299317"/>
                </a:cubicBezTo>
                <a:cubicBezTo>
                  <a:pt x="322581" y="299317"/>
                  <a:pt x="322392" y="356555"/>
                  <a:pt x="322581" y="368875"/>
                </a:cubicBezTo>
                <a:lnTo>
                  <a:pt x="341724" y="368875"/>
                </a:lnTo>
                <a:cubicBezTo>
                  <a:pt x="341535" y="356745"/>
                  <a:pt x="341724" y="299317"/>
                  <a:pt x="341724" y="299317"/>
                </a:cubicBezTo>
                <a:cubicBezTo>
                  <a:pt x="341724" y="286808"/>
                  <a:pt x="333953" y="273920"/>
                  <a:pt x="322771" y="267855"/>
                </a:cubicBezTo>
                <a:cubicBezTo>
                  <a:pt x="315000" y="263685"/>
                  <a:pt x="305903" y="263496"/>
                  <a:pt x="294531" y="267286"/>
                </a:cubicBezTo>
                <a:cubicBezTo>
                  <a:pt x="286381" y="269940"/>
                  <a:pt x="280316" y="275247"/>
                  <a:pt x="274251" y="280743"/>
                </a:cubicBezTo>
                <a:cubicBezTo>
                  <a:pt x="269323" y="285292"/>
                  <a:pt x="264396" y="289461"/>
                  <a:pt x="259278" y="293063"/>
                </a:cubicBezTo>
                <a:cubicBezTo>
                  <a:pt x="236914" y="309173"/>
                  <a:pt x="209432" y="319218"/>
                  <a:pt x="181760" y="321303"/>
                </a:cubicBezTo>
                <a:cubicBezTo>
                  <a:pt x="154278" y="323577"/>
                  <a:pt x="126417" y="317702"/>
                  <a:pt x="101209" y="304624"/>
                </a:cubicBezTo>
                <a:cubicBezTo>
                  <a:pt x="87374" y="297422"/>
                  <a:pt x="74865" y="288324"/>
                  <a:pt x="63872" y="277331"/>
                </a:cubicBezTo>
                <a:cubicBezTo>
                  <a:pt x="50226" y="263685"/>
                  <a:pt x="39801" y="247954"/>
                  <a:pt x="30135" y="226348"/>
                </a:cubicBezTo>
                <a:cubicBezTo>
                  <a:pt x="22933" y="210238"/>
                  <a:pt x="19143" y="191095"/>
                  <a:pt x="19143" y="169678"/>
                </a:cubicBezTo>
                <a:cubicBezTo>
                  <a:pt x="19143" y="92160"/>
                  <a:pt x="78845" y="24497"/>
                  <a:pt x="152004" y="19001"/>
                </a:cubicBezTo>
                <a:lnTo>
                  <a:pt x="152383" y="56528"/>
                </a:lnTo>
                <a:cubicBezTo>
                  <a:pt x="118267" y="68658"/>
                  <a:pt x="85099" y="91212"/>
                  <a:pt x="71832" y="125896"/>
                </a:cubicBezTo>
                <a:cubicBezTo>
                  <a:pt x="57238" y="164371"/>
                  <a:pt x="67663" y="216303"/>
                  <a:pt x="96661" y="249470"/>
                </a:cubicBezTo>
                <a:cubicBezTo>
                  <a:pt x="117130" y="272783"/>
                  <a:pt x="146697" y="282070"/>
                  <a:pt x="176074" y="282070"/>
                </a:cubicBezTo>
                <a:cubicBezTo>
                  <a:pt x="195785" y="282070"/>
                  <a:pt x="215307" y="277900"/>
                  <a:pt x="231986" y="271077"/>
                </a:cubicBezTo>
                <a:cubicBezTo>
                  <a:pt x="245632" y="265391"/>
                  <a:pt x="256625" y="256104"/>
                  <a:pt x="264016" y="244922"/>
                </a:cubicBezTo>
                <a:cubicBezTo>
                  <a:pt x="283728" y="220283"/>
                  <a:pt x="325235" y="224642"/>
                  <a:pt x="343051" y="234118"/>
                </a:cubicBezTo>
                <a:cubicBezTo>
                  <a:pt x="380199" y="254019"/>
                  <a:pt x="379820" y="285671"/>
                  <a:pt x="379441" y="333622"/>
                </a:cubicBezTo>
                <a:cubicBezTo>
                  <a:pt x="379441" y="344994"/>
                  <a:pt x="379820" y="353523"/>
                  <a:pt x="379820" y="368306"/>
                </a:cubicBezTo>
                <a:lnTo>
                  <a:pt x="398015" y="368875"/>
                </a:lnTo>
                <a:cubicBezTo>
                  <a:pt x="397825" y="353333"/>
                  <a:pt x="398204" y="344804"/>
                  <a:pt x="398394" y="333812"/>
                </a:cubicBezTo>
                <a:cubicBezTo>
                  <a:pt x="398962" y="284913"/>
                  <a:pt x="399341" y="242647"/>
                  <a:pt x="352148" y="217250"/>
                </a:cubicBezTo>
                <a:cubicBezTo>
                  <a:pt x="335659" y="208532"/>
                  <a:pt x="301923" y="202088"/>
                  <a:pt x="274441" y="213839"/>
                </a:cubicBezTo>
                <a:cubicBezTo>
                  <a:pt x="274441" y="210238"/>
                  <a:pt x="274441" y="206447"/>
                  <a:pt x="274062" y="202846"/>
                </a:cubicBezTo>
                <a:cubicBezTo>
                  <a:pt x="274062" y="202846"/>
                  <a:pt x="283917" y="198297"/>
                  <a:pt x="284865" y="197729"/>
                </a:cubicBezTo>
                <a:cubicBezTo>
                  <a:pt x="288466" y="195644"/>
                  <a:pt x="292067" y="193180"/>
                  <a:pt x="295289" y="190337"/>
                </a:cubicBezTo>
                <a:cubicBezTo>
                  <a:pt x="302491" y="183893"/>
                  <a:pt x="307798" y="175932"/>
                  <a:pt x="310072" y="166645"/>
                </a:cubicBezTo>
                <a:cubicBezTo>
                  <a:pt x="317843" y="166266"/>
                  <a:pt x="325804" y="167214"/>
                  <a:pt x="334901" y="164182"/>
                </a:cubicBezTo>
                <a:cubicBezTo>
                  <a:pt x="346841" y="160201"/>
                  <a:pt x="356697" y="151673"/>
                  <a:pt x="362573" y="140301"/>
                </a:cubicBezTo>
                <a:cubicBezTo>
                  <a:pt x="365226" y="135373"/>
                  <a:pt x="367121" y="129497"/>
                  <a:pt x="368448" y="123243"/>
                </a:cubicBezTo>
                <a:cubicBezTo>
                  <a:pt x="368827" y="121348"/>
                  <a:pt x="369206" y="120210"/>
                  <a:pt x="368827" y="119831"/>
                </a:cubicBezTo>
                <a:cubicBezTo>
                  <a:pt x="402943" y="119073"/>
                  <a:pt x="410524" y="99931"/>
                  <a:pt x="415262" y="80598"/>
                </a:cubicBezTo>
                <a:cubicBezTo>
                  <a:pt x="429856" y="77945"/>
                  <a:pt x="440849" y="68848"/>
                  <a:pt x="444260" y="56528"/>
                </a:cubicBezTo>
                <a:cubicBezTo>
                  <a:pt x="447482" y="44777"/>
                  <a:pt x="444260" y="31699"/>
                  <a:pt x="436300" y="22981"/>
                </a:cubicBezTo>
                <a:close/>
                <a:moveTo>
                  <a:pt x="425686" y="51979"/>
                </a:moveTo>
                <a:cubicBezTo>
                  <a:pt x="423981" y="58044"/>
                  <a:pt x="417157" y="61456"/>
                  <a:pt x="411661" y="62403"/>
                </a:cubicBezTo>
                <a:cubicBezTo>
                  <a:pt x="404269" y="63730"/>
                  <a:pt x="398583" y="69037"/>
                  <a:pt x="396878" y="76050"/>
                </a:cubicBezTo>
                <a:cubicBezTo>
                  <a:pt x="392518" y="93676"/>
                  <a:pt x="388728" y="100878"/>
                  <a:pt x="368069" y="101257"/>
                </a:cubicBezTo>
                <a:cubicBezTo>
                  <a:pt x="353475" y="101447"/>
                  <a:pt x="350632" y="115283"/>
                  <a:pt x="349684" y="119642"/>
                </a:cubicBezTo>
                <a:cubicBezTo>
                  <a:pt x="348737" y="124191"/>
                  <a:pt x="347410" y="128360"/>
                  <a:pt x="345515" y="131772"/>
                </a:cubicBezTo>
                <a:cubicBezTo>
                  <a:pt x="341914" y="138784"/>
                  <a:pt x="335849" y="143902"/>
                  <a:pt x="328457" y="146366"/>
                </a:cubicBezTo>
                <a:cubicBezTo>
                  <a:pt x="321634" y="148640"/>
                  <a:pt x="312915" y="147124"/>
                  <a:pt x="304007" y="148261"/>
                </a:cubicBezTo>
                <a:cubicBezTo>
                  <a:pt x="298890" y="148830"/>
                  <a:pt x="295289" y="152431"/>
                  <a:pt x="293204" y="156790"/>
                </a:cubicBezTo>
                <a:cubicBezTo>
                  <a:pt x="291878" y="159822"/>
                  <a:pt x="291498" y="163044"/>
                  <a:pt x="290172" y="166077"/>
                </a:cubicBezTo>
                <a:cubicBezTo>
                  <a:pt x="288845" y="169109"/>
                  <a:pt x="286381" y="171952"/>
                  <a:pt x="284107" y="174227"/>
                </a:cubicBezTo>
                <a:cubicBezTo>
                  <a:pt x="273872" y="185788"/>
                  <a:pt x="261742" y="190526"/>
                  <a:pt x="251507" y="191853"/>
                </a:cubicBezTo>
                <a:cubicBezTo>
                  <a:pt x="253971" y="198866"/>
                  <a:pt x="255488" y="206257"/>
                  <a:pt x="255109" y="213649"/>
                </a:cubicBezTo>
                <a:cubicBezTo>
                  <a:pt x="254161" y="230328"/>
                  <a:pt x="242220" y="245869"/>
                  <a:pt x="224405" y="253261"/>
                </a:cubicBezTo>
                <a:cubicBezTo>
                  <a:pt x="194269" y="265770"/>
                  <a:pt x="152762" y="268044"/>
                  <a:pt x="123953" y="248144"/>
                </a:cubicBezTo>
                <a:cubicBezTo>
                  <a:pt x="126417" y="232223"/>
                  <a:pt x="134946" y="194886"/>
                  <a:pt x="161480" y="190716"/>
                </a:cubicBezTo>
                <a:cubicBezTo>
                  <a:pt x="164323" y="190337"/>
                  <a:pt x="166977" y="189579"/>
                  <a:pt x="169820" y="189010"/>
                </a:cubicBezTo>
                <a:cubicBezTo>
                  <a:pt x="179865" y="186736"/>
                  <a:pt x="188583" y="183135"/>
                  <a:pt x="195596" y="178207"/>
                </a:cubicBezTo>
                <a:cubicBezTo>
                  <a:pt x="206210" y="180102"/>
                  <a:pt x="208294" y="191664"/>
                  <a:pt x="208673" y="196212"/>
                </a:cubicBezTo>
                <a:cubicBezTo>
                  <a:pt x="208673" y="196970"/>
                  <a:pt x="208673" y="197539"/>
                  <a:pt x="208673" y="197729"/>
                </a:cubicBezTo>
                <a:lnTo>
                  <a:pt x="227627" y="197729"/>
                </a:lnTo>
                <a:cubicBezTo>
                  <a:pt x="227627" y="195833"/>
                  <a:pt x="227627" y="193938"/>
                  <a:pt x="227247" y="191853"/>
                </a:cubicBezTo>
                <a:cubicBezTo>
                  <a:pt x="225921" y="182187"/>
                  <a:pt x="220993" y="169867"/>
                  <a:pt x="209811" y="163423"/>
                </a:cubicBezTo>
                <a:cubicBezTo>
                  <a:pt x="210758" y="161907"/>
                  <a:pt x="211327" y="160201"/>
                  <a:pt x="212085" y="158496"/>
                </a:cubicBezTo>
                <a:cubicBezTo>
                  <a:pt x="214738" y="152999"/>
                  <a:pt x="216444" y="146745"/>
                  <a:pt x="217202" y="140111"/>
                </a:cubicBezTo>
                <a:cubicBezTo>
                  <a:pt x="217581" y="137268"/>
                  <a:pt x="217771" y="134615"/>
                  <a:pt x="217771" y="131582"/>
                </a:cubicBezTo>
                <a:lnTo>
                  <a:pt x="198818" y="131582"/>
                </a:lnTo>
                <a:cubicBezTo>
                  <a:pt x="198818" y="147692"/>
                  <a:pt x="194269" y="167025"/>
                  <a:pt x="158448" y="172331"/>
                </a:cubicBezTo>
                <a:cubicBezTo>
                  <a:pt x="156552" y="160770"/>
                  <a:pt x="156173" y="145039"/>
                  <a:pt x="165839" y="141059"/>
                </a:cubicBezTo>
                <a:lnTo>
                  <a:pt x="158637" y="123432"/>
                </a:lnTo>
                <a:cubicBezTo>
                  <a:pt x="144043" y="129308"/>
                  <a:pt x="139116" y="143144"/>
                  <a:pt x="138358" y="157737"/>
                </a:cubicBezTo>
                <a:cubicBezTo>
                  <a:pt x="137978" y="165129"/>
                  <a:pt x="138737" y="172521"/>
                  <a:pt x="140063" y="179154"/>
                </a:cubicBezTo>
                <a:cubicBezTo>
                  <a:pt x="120921" y="191095"/>
                  <a:pt x="111823" y="214976"/>
                  <a:pt x="107654" y="232792"/>
                </a:cubicBezTo>
                <a:cubicBezTo>
                  <a:pt x="85478" y="204552"/>
                  <a:pt x="77518" y="163234"/>
                  <a:pt x="89269" y="132530"/>
                </a:cubicBezTo>
                <a:cubicBezTo>
                  <a:pt x="103863" y="94245"/>
                  <a:pt x="149540" y="73207"/>
                  <a:pt x="187256" y="66384"/>
                </a:cubicBezTo>
                <a:lnTo>
                  <a:pt x="191047" y="65626"/>
                </a:lnTo>
                <a:cubicBezTo>
                  <a:pt x="214170" y="61456"/>
                  <a:pt x="238051" y="57097"/>
                  <a:pt x="261553" y="54254"/>
                </a:cubicBezTo>
                <a:lnTo>
                  <a:pt x="273114" y="52927"/>
                </a:lnTo>
                <a:cubicBezTo>
                  <a:pt x="294720" y="50274"/>
                  <a:pt x="324477" y="46672"/>
                  <a:pt x="343051" y="42692"/>
                </a:cubicBezTo>
                <a:cubicBezTo>
                  <a:pt x="348168" y="41555"/>
                  <a:pt x="353096" y="40418"/>
                  <a:pt x="358024" y="39281"/>
                </a:cubicBezTo>
                <a:cubicBezTo>
                  <a:pt x="371670" y="36059"/>
                  <a:pt x="384558" y="33026"/>
                  <a:pt x="398015" y="31889"/>
                </a:cubicBezTo>
                <a:cubicBezTo>
                  <a:pt x="400479" y="31699"/>
                  <a:pt x="402753" y="31510"/>
                  <a:pt x="404838" y="31510"/>
                </a:cubicBezTo>
                <a:cubicBezTo>
                  <a:pt x="413367" y="31510"/>
                  <a:pt x="419053" y="33026"/>
                  <a:pt x="421896" y="36248"/>
                </a:cubicBezTo>
                <a:cubicBezTo>
                  <a:pt x="425497" y="40228"/>
                  <a:pt x="427013" y="46672"/>
                  <a:pt x="425497" y="51979"/>
                </a:cubicBezTo>
                <a:close/>
                <a:moveTo>
                  <a:pt x="310072" y="87042"/>
                </a:moveTo>
                <a:cubicBezTo>
                  <a:pt x="327888" y="73775"/>
                  <a:pt x="343998" y="64299"/>
                  <a:pt x="370154" y="65815"/>
                </a:cubicBezTo>
                <a:lnTo>
                  <a:pt x="369017" y="84768"/>
                </a:lnTo>
                <a:cubicBezTo>
                  <a:pt x="346652" y="83441"/>
                  <a:pt x="334901" y="91591"/>
                  <a:pt x="312726" y="108839"/>
                </a:cubicBezTo>
                <a:cubicBezTo>
                  <a:pt x="304197" y="115472"/>
                  <a:pt x="292257" y="119831"/>
                  <a:pt x="279179" y="121537"/>
                </a:cubicBezTo>
                <a:cubicBezTo>
                  <a:pt x="284107" y="129876"/>
                  <a:pt x="290172" y="132909"/>
                  <a:pt x="290551" y="133098"/>
                </a:cubicBezTo>
                <a:lnTo>
                  <a:pt x="283349" y="148640"/>
                </a:lnTo>
                <a:lnTo>
                  <a:pt x="282590" y="150346"/>
                </a:lnTo>
                <a:cubicBezTo>
                  <a:pt x="282590" y="150346"/>
                  <a:pt x="266291" y="142575"/>
                  <a:pt x="258520" y="121537"/>
                </a:cubicBezTo>
                <a:cubicBezTo>
                  <a:pt x="246580" y="119452"/>
                  <a:pt x="233502" y="110734"/>
                  <a:pt x="226300" y="105427"/>
                </a:cubicBezTo>
                <a:cubicBezTo>
                  <a:pt x="223646" y="103532"/>
                  <a:pt x="221941" y="102015"/>
                  <a:pt x="221372" y="101636"/>
                </a:cubicBezTo>
                <a:lnTo>
                  <a:pt x="233502" y="87042"/>
                </a:lnTo>
                <a:cubicBezTo>
                  <a:pt x="241083" y="93487"/>
                  <a:pt x="255298" y="102584"/>
                  <a:pt x="263069" y="103153"/>
                </a:cubicBezTo>
                <a:cubicBezTo>
                  <a:pt x="273872" y="103721"/>
                  <a:pt x="284486" y="102015"/>
                  <a:pt x="292825" y="98414"/>
                </a:cubicBezTo>
                <a:cubicBezTo>
                  <a:pt x="288087" y="80598"/>
                  <a:pt x="294720" y="62783"/>
                  <a:pt x="294910" y="61835"/>
                </a:cubicBezTo>
                <a:lnTo>
                  <a:pt x="312536" y="68658"/>
                </a:lnTo>
                <a:cubicBezTo>
                  <a:pt x="312536" y="68658"/>
                  <a:pt x="309314" y="77376"/>
                  <a:pt x="309883" y="87042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7" descr="Uterus icon.">
            <a:extLst>
              <a:ext uri="{FF2B5EF4-FFF2-40B4-BE49-F238E27FC236}">
                <a16:creationId xmlns:a16="http://schemas.microsoft.com/office/drawing/2014/main" id="{34847495-0D82-5B41-68F8-E49695698912}"/>
              </a:ext>
            </a:extLst>
          </p:cNvPr>
          <p:cNvSpPr/>
          <p:nvPr/>
        </p:nvSpPr>
        <p:spPr>
          <a:xfrm>
            <a:off x="3395339" y="2389700"/>
            <a:ext cx="454438" cy="359493"/>
          </a:xfrm>
          <a:custGeom>
            <a:avLst/>
            <a:gdLst>
              <a:gd name="connsiteX0" fmla="*/ 453435 w 454438"/>
              <a:gd name="connsiteY0" fmla="*/ 83769 h 359493"/>
              <a:gd name="connsiteX1" fmla="*/ 431661 w 454438"/>
              <a:gd name="connsiteY1" fmla="*/ 122381 h 359493"/>
              <a:gd name="connsiteX2" fmla="*/ 416747 w 454438"/>
              <a:gd name="connsiteY2" fmla="*/ 127798 h 359493"/>
              <a:gd name="connsiteX3" fmla="*/ 402989 w 454438"/>
              <a:gd name="connsiteY3" fmla="*/ 120180 h 359493"/>
              <a:gd name="connsiteX4" fmla="*/ 392411 w 454438"/>
              <a:gd name="connsiteY4" fmla="*/ 105867 h 359493"/>
              <a:gd name="connsiteX5" fmla="*/ 391218 w 454438"/>
              <a:gd name="connsiteY5" fmla="*/ 85248 h 359493"/>
              <a:gd name="connsiteX6" fmla="*/ 395305 w 454438"/>
              <a:gd name="connsiteY6" fmla="*/ 60469 h 359493"/>
              <a:gd name="connsiteX7" fmla="*/ 376184 w 454438"/>
              <a:gd name="connsiteY7" fmla="*/ 59248 h 359493"/>
              <a:gd name="connsiteX8" fmla="*/ 361899 w 454438"/>
              <a:gd name="connsiteY8" fmla="*/ 75945 h 359493"/>
              <a:gd name="connsiteX9" fmla="*/ 358644 w 454438"/>
              <a:gd name="connsiteY9" fmla="*/ 80827 h 359493"/>
              <a:gd name="connsiteX10" fmla="*/ 341418 w 454438"/>
              <a:gd name="connsiteY10" fmla="*/ 110690 h 359493"/>
              <a:gd name="connsiteX11" fmla="*/ 339282 w 454438"/>
              <a:gd name="connsiteY11" fmla="*/ 114757 h 359493"/>
              <a:gd name="connsiteX12" fmla="*/ 329639 w 454438"/>
              <a:gd name="connsiteY12" fmla="*/ 143013 h 359493"/>
              <a:gd name="connsiteX13" fmla="*/ 326838 w 454438"/>
              <a:gd name="connsiteY13" fmla="*/ 153404 h 359493"/>
              <a:gd name="connsiteX14" fmla="*/ 318359 w 454438"/>
              <a:gd name="connsiteY14" fmla="*/ 189037 h 359493"/>
              <a:gd name="connsiteX15" fmla="*/ 308300 w 454438"/>
              <a:gd name="connsiteY15" fmla="*/ 230144 h 359493"/>
              <a:gd name="connsiteX16" fmla="*/ 275144 w 454438"/>
              <a:gd name="connsiteY16" fmla="*/ 288929 h 359493"/>
              <a:gd name="connsiteX17" fmla="*/ 274663 w 454438"/>
              <a:gd name="connsiteY17" fmla="*/ 359253 h 359493"/>
              <a:gd name="connsiteX18" fmla="*/ 255728 w 454438"/>
              <a:gd name="connsiteY18" fmla="*/ 359291 h 359493"/>
              <a:gd name="connsiteX19" fmla="*/ 255756 w 454438"/>
              <a:gd name="connsiteY19" fmla="*/ 288857 h 359493"/>
              <a:gd name="connsiteX20" fmla="*/ 263495 w 454438"/>
              <a:gd name="connsiteY20" fmla="*/ 274008 h 359493"/>
              <a:gd name="connsiteX21" fmla="*/ 290198 w 454438"/>
              <a:gd name="connsiteY21" fmla="*/ 224617 h 359493"/>
              <a:gd name="connsiteX22" fmla="*/ 299842 w 454438"/>
              <a:gd name="connsiteY22" fmla="*/ 185062 h 359493"/>
              <a:gd name="connsiteX23" fmla="*/ 308643 w 454438"/>
              <a:gd name="connsiteY23" fmla="*/ 148190 h 359493"/>
              <a:gd name="connsiteX24" fmla="*/ 311324 w 454438"/>
              <a:gd name="connsiteY24" fmla="*/ 138241 h 359493"/>
              <a:gd name="connsiteX25" fmla="*/ 322540 w 454438"/>
              <a:gd name="connsiteY25" fmla="*/ 105918 h 359493"/>
              <a:gd name="connsiteX26" fmla="*/ 324657 w 454438"/>
              <a:gd name="connsiteY26" fmla="*/ 101887 h 359493"/>
              <a:gd name="connsiteX27" fmla="*/ 343028 w 454438"/>
              <a:gd name="connsiteY27" fmla="*/ 70119 h 359493"/>
              <a:gd name="connsiteX28" fmla="*/ 346069 w 454438"/>
              <a:gd name="connsiteY28" fmla="*/ 65552 h 359493"/>
              <a:gd name="connsiteX29" fmla="*/ 365790 w 454438"/>
              <a:gd name="connsiteY29" fmla="*/ 43418 h 359493"/>
              <a:gd name="connsiteX30" fmla="*/ 409671 w 454438"/>
              <a:gd name="connsiteY30" fmla="*/ 48152 h 359493"/>
              <a:gd name="connsiteX31" fmla="*/ 407637 w 454438"/>
              <a:gd name="connsiteY31" fmla="*/ 94676 h 359493"/>
              <a:gd name="connsiteX32" fmla="*/ 418215 w 454438"/>
              <a:gd name="connsiteY32" fmla="*/ 108933 h 359493"/>
              <a:gd name="connsiteX33" fmla="*/ 434719 w 454438"/>
              <a:gd name="connsiteY33" fmla="*/ 80918 h 359493"/>
              <a:gd name="connsiteX34" fmla="*/ 419879 w 454438"/>
              <a:gd name="connsiteY34" fmla="*/ 30953 h 359493"/>
              <a:gd name="connsiteX35" fmla="*/ 374455 w 454438"/>
              <a:gd name="connsiteY35" fmla="*/ 20283 h 359493"/>
              <a:gd name="connsiteX36" fmla="*/ 332960 w 454438"/>
              <a:gd name="connsiteY36" fmla="*/ 53846 h 359493"/>
              <a:gd name="connsiteX37" fmla="*/ 315346 w 454438"/>
              <a:gd name="connsiteY37" fmla="*/ 65995 h 359493"/>
              <a:gd name="connsiteX38" fmla="*/ 139086 w 454438"/>
              <a:gd name="connsiteY38" fmla="*/ 65995 h 359493"/>
              <a:gd name="connsiteX39" fmla="*/ 121472 w 454438"/>
              <a:gd name="connsiteY39" fmla="*/ 53846 h 359493"/>
              <a:gd name="connsiteX40" fmla="*/ 79977 w 454438"/>
              <a:gd name="connsiteY40" fmla="*/ 20283 h 359493"/>
              <a:gd name="connsiteX41" fmla="*/ 34553 w 454438"/>
              <a:gd name="connsiteY41" fmla="*/ 30953 h 359493"/>
              <a:gd name="connsiteX42" fmla="*/ 19713 w 454438"/>
              <a:gd name="connsiteY42" fmla="*/ 80918 h 359493"/>
              <a:gd name="connsiteX43" fmla="*/ 36032 w 454438"/>
              <a:gd name="connsiteY43" fmla="*/ 108840 h 359493"/>
              <a:gd name="connsiteX44" fmla="*/ 46776 w 454438"/>
              <a:gd name="connsiteY44" fmla="*/ 94619 h 359493"/>
              <a:gd name="connsiteX45" fmla="*/ 44761 w 454438"/>
              <a:gd name="connsiteY45" fmla="*/ 48150 h 359493"/>
              <a:gd name="connsiteX46" fmla="*/ 88642 w 454438"/>
              <a:gd name="connsiteY46" fmla="*/ 43416 h 359493"/>
              <a:gd name="connsiteX47" fmla="*/ 108363 w 454438"/>
              <a:gd name="connsiteY47" fmla="*/ 65550 h 359493"/>
              <a:gd name="connsiteX48" fmla="*/ 111414 w 454438"/>
              <a:gd name="connsiteY48" fmla="*/ 70136 h 359493"/>
              <a:gd name="connsiteX49" fmla="*/ 129823 w 454438"/>
              <a:gd name="connsiteY49" fmla="*/ 101978 h 359493"/>
              <a:gd name="connsiteX50" fmla="*/ 131904 w 454438"/>
              <a:gd name="connsiteY50" fmla="*/ 105916 h 359493"/>
              <a:gd name="connsiteX51" fmla="*/ 143091 w 454438"/>
              <a:gd name="connsiteY51" fmla="*/ 138203 h 359493"/>
              <a:gd name="connsiteX52" fmla="*/ 145781 w 454438"/>
              <a:gd name="connsiteY52" fmla="*/ 148188 h 359493"/>
              <a:gd name="connsiteX53" fmla="*/ 154592 w 454438"/>
              <a:gd name="connsiteY53" fmla="*/ 185115 h 359493"/>
              <a:gd name="connsiteX54" fmla="*/ 164226 w 454438"/>
              <a:gd name="connsiteY54" fmla="*/ 224596 h 359493"/>
              <a:gd name="connsiteX55" fmla="*/ 190946 w 454438"/>
              <a:gd name="connsiteY55" fmla="*/ 274025 h 359493"/>
              <a:gd name="connsiteX56" fmla="*/ 198935 w 454438"/>
              <a:gd name="connsiteY56" fmla="*/ 288948 h 359493"/>
              <a:gd name="connsiteX57" fmla="*/ 198935 w 454438"/>
              <a:gd name="connsiteY57" fmla="*/ 359494 h 359493"/>
              <a:gd name="connsiteX58" fmla="*/ 180000 w 454438"/>
              <a:gd name="connsiteY58" fmla="*/ 359456 h 359493"/>
              <a:gd name="connsiteX59" fmla="*/ 180000 w 454438"/>
              <a:gd name="connsiteY59" fmla="*/ 289058 h 359493"/>
              <a:gd name="connsiteX60" fmla="*/ 146122 w 454438"/>
              <a:gd name="connsiteY60" fmla="*/ 230144 h 359493"/>
              <a:gd name="connsiteX61" fmla="*/ 136081 w 454438"/>
              <a:gd name="connsiteY61" fmla="*/ 189092 h 359493"/>
              <a:gd name="connsiteX62" fmla="*/ 127584 w 454438"/>
              <a:gd name="connsiteY62" fmla="*/ 153402 h 359493"/>
              <a:gd name="connsiteX63" fmla="*/ 124774 w 454438"/>
              <a:gd name="connsiteY63" fmla="*/ 142973 h 359493"/>
              <a:gd name="connsiteX64" fmla="*/ 115159 w 454438"/>
              <a:gd name="connsiteY64" fmla="*/ 114755 h 359493"/>
              <a:gd name="connsiteX65" fmla="*/ 113061 w 454438"/>
              <a:gd name="connsiteY65" fmla="*/ 110779 h 359493"/>
              <a:gd name="connsiteX66" fmla="*/ 95799 w 454438"/>
              <a:gd name="connsiteY66" fmla="*/ 80840 h 359493"/>
              <a:gd name="connsiteX67" fmla="*/ 92535 w 454438"/>
              <a:gd name="connsiteY67" fmla="*/ 75940 h 359493"/>
              <a:gd name="connsiteX68" fmla="*/ 78250 w 454438"/>
              <a:gd name="connsiteY68" fmla="*/ 59242 h 359493"/>
              <a:gd name="connsiteX69" fmla="*/ 59129 w 454438"/>
              <a:gd name="connsiteY69" fmla="*/ 60464 h 359493"/>
              <a:gd name="connsiteX70" fmla="*/ 63234 w 454438"/>
              <a:gd name="connsiteY70" fmla="*/ 85279 h 359493"/>
              <a:gd name="connsiteX71" fmla="*/ 62005 w 454438"/>
              <a:gd name="connsiteY71" fmla="*/ 105859 h 359493"/>
              <a:gd name="connsiteX72" fmla="*/ 51447 w 454438"/>
              <a:gd name="connsiteY72" fmla="*/ 120173 h 359493"/>
              <a:gd name="connsiteX73" fmla="*/ 37698 w 454438"/>
              <a:gd name="connsiteY73" fmla="*/ 127790 h 359493"/>
              <a:gd name="connsiteX74" fmla="*/ 22766 w 454438"/>
              <a:gd name="connsiteY74" fmla="*/ 122354 h 359493"/>
              <a:gd name="connsiteX75" fmla="*/ 1001 w 454438"/>
              <a:gd name="connsiteY75" fmla="*/ 83762 h 359493"/>
              <a:gd name="connsiteX76" fmla="*/ 21472 w 454438"/>
              <a:gd name="connsiteY76" fmla="*/ 17266 h 359493"/>
              <a:gd name="connsiteX77" fmla="*/ 83660 w 454438"/>
              <a:gd name="connsiteY77" fmla="*/ 1715 h 359493"/>
              <a:gd name="connsiteX78" fmla="*/ 139006 w 454438"/>
              <a:gd name="connsiteY78" fmla="*/ 46667 h 359493"/>
              <a:gd name="connsiteX79" fmla="*/ 315352 w 454438"/>
              <a:gd name="connsiteY79" fmla="*/ 47055 h 359493"/>
              <a:gd name="connsiteX80" fmla="*/ 370789 w 454438"/>
              <a:gd name="connsiteY80" fmla="*/ 1715 h 359493"/>
              <a:gd name="connsiteX81" fmla="*/ 432967 w 454438"/>
              <a:gd name="connsiteY81" fmla="*/ 17266 h 359493"/>
              <a:gd name="connsiteX82" fmla="*/ 453438 w 454438"/>
              <a:gd name="connsiteY82" fmla="*/ 83762 h 359493"/>
              <a:gd name="connsiteX83" fmla="*/ 281028 w 454438"/>
              <a:gd name="connsiteY83" fmla="*/ 183402 h 359493"/>
              <a:gd name="connsiteX84" fmla="*/ 236777 w 454438"/>
              <a:gd name="connsiteY84" fmla="*/ 270156 h 359493"/>
              <a:gd name="connsiteX85" fmla="*/ 236777 w 454438"/>
              <a:gd name="connsiteY85" fmla="*/ 359350 h 359493"/>
              <a:gd name="connsiteX86" fmla="*/ 217842 w 454438"/>
              <a:gd name="connsiteY86" fmla="*/ 359350 h 359493"/>
              <a:gd name="connsiteX87" fmla="*/ 217842 w 454438"/>
              <a:gd name="connsiteY87" fmla="*/ 270590 h 359493"/>
              <a:gd name="connsiteX88" fmla="*/ 173851 w 454438"/>
              <a:gd name="connsiteY88" fmla="*/ 183735 h 359493"/>
              <a:gd name="connsiteX89" fmla="*/ 169932 w 454438"/>
              <a:gd name="connsiteY89" fmla="*/ 166205 h 359493"/>
              <a:gd name="connsiteX90" fmla="*/ 163155 w 454438"/>
              <a:gd name="connsiteY90" fmla="*/ 137340 h 359493"/>
              <a:gd name="connsiteX91" fmla="*/ 156313 w 454438"/>
              <a:gd name="connsiteY91" fmla="*/ 108751 h 359493"/>
              <a:gd name="connsiteX92" fmla="*/ 159623 w 454438"/>
              <a:gd name="connsiteY92" fmla="*/ 92275 h 359493"/>
              <a:gd name="connsiteX93" fmla="*/ 174565 w 454438"/>
              <a:gd name="connsiteY93" fmla="*/ 84915 h 359493"/>
              <a:gd name="connsiteX94" fmla="*/ 174620 w 454438"/>
              <a:gd name="connsiteY94" fmla="*/ 84915 h 359493"/>
              <a:gd name="connsiteX95" fmla="*/ 227418 w 454438"/>
              <a:gd name="connsiteY95" fmla="*/ 85006 h 359493"/>
              <a:gd name="connsiteX96" fmla="*/ 280225 w 454438"/>
              <a:gd name="connsiteY96" fmla="*/ 84915 h 359493"/>
              <a:gd name="connsiteX97" fmla="*/ 280280 w 454438"/>
              <a:gd name="connsiteY97" fmla="*/ 84915 h 359493"/>
              <a:gd name="connsiteX98" fmla="*/ 295212 w 454438"/>
              <a:gd name="connsiteY98" fmla="*/ 92275 h 359493"/>
              <a:gd name="connsiteX99" fmla="*/ 298522 w 454438"/>
              <a:gd name="connsiteY99" fmla="*/ 108751 h 359493"/>
              <a:gd name="connsiteX100" fmla="*/ 291698 w 454438"/>
              <a:gd name="connsiteY100" fmla="*/ 137247 h 359493"/>
              <a:gd name="connsiteX101" fmla="*/ 284892 w 454438"/>
              <a:gd name="connsiteY101" fmla="*/ 166205 h 359493"/>
              <a:gd name="connsiteX102" fmla="*/ 281028 w 454438"/>
              <a:gd name="connsiteY102" fmla="*/ 183402 h 359493"/>
              <a:gd name="connsiteX103" fmla="*/ 280232 w 454438"/>
              <a:gd name="connsiteY103" fmla="*/ 103869 h 359493"/>
              <a:gd name="connsiteX104" fmla="*/ 228012 w 454438"/>
              <a:gd name="connsiteY104" fmla="*/ 103941 h 359493"/>
              <a:gd name="connsiteX105" fmla="*/ 228012 w 454438"/>
              <a:gd name="connsiteY105" fmla="*/ 103941 h 359493"/>
              <a:gd name="connsiteX106" fmla="*/ 227482 w 454438"/>
              <a:gd name="connsiteY106" fmla="*/ 103941 h 359493"/>
              <a:gd name="connsiteX107" fmla="*/ 226819 w 454438"/>
              <a:gd name="connsiteY107" fmla="*/ 103941 h 359493"/>
              <a:gd name="connsiteX108" fmla="*/ 226819 w 454438"/>
              <a:gd name="connsiteY108" fmla="*/ 103941 h 359493"/>
              <a:gd name="connsiteX109" fmla="*/ 174571 w 454438"/>
              <a:gd name="connsiteY109" fmla="*/ 103850 h 359493"/>
              <a:gd name="connsiteX110" fmla="*/ 181626 w 454438"/>
              <a:gd name="connsiteY110" fmla="*/ 133178 h 359493"/>
              <a:gd name="connsiteX111" fmla="*/ 188293 w 454438"/>
              <a:gd name="connsiteY111" fmla="*/ 161600 h 359493"/>
              <a:gd name="connsiteX112" fmla="*/ 192380 w 454438"/>
              <a:gd name="connsiteY112" fmla="*/ 179795 h 359493"/>
              <a:gd name="connsiteX113" fmla="*/ 227310 w 454438"/>
              <a:gd name="connsiteY113" fmla="*/ 253796 h 359493"/>
              <a:gd name="connsiteX114" fmla="*/ 262509 w 454438"/>
              <a:gd name="connsiteY114" fmla="*/ 179444 h 359493"/>
              <a:gd name="connsiteX115" fmla="*/ 266531 w 454438"/>
              <a:gd name="connsiteY115" fmla="*/ 161600 h 359493"/>
              <a:gd name="connsiteX116" fmla="*/ 273224 w 454438"/>
              <a:gd name="connsiteY116" fmla="*/ 133104 h 359493"/>
              <a:gd name="connsiteX117" fmla="*/ 280232 w 454438"/>
              <a:gd name="connsiteY117" fmla="*/ 103869 h 35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454438" h="359493">
                <a:moveTo>
                  <a:pt x="453435" y="83769"/>
                </a:moveTo>
                <a:cubicBezTo>
                  <a:pt x="450661" y="101947"/>
                  <a:pt x="439676" y="114502"/>
                  <a:pt x="431661" y="122381"/>
                </a:cubicBezTo>
                <a:cubicBezTo>
                  <a:pt x="427713" y="126264"/>
                  <a:pt x="422202" y="128465"/>
                  <a:pt x="416747" y="127798"/>
                </a:cubicBezTo>
                <a:cubicBezTo>
                  <a:pt x="411264" y="127372"/>
                  <a:pt x="406244" y="124600"/>
                  <a:pt x="402989" y="120180"/>
                </a:cubicBezTo>
                <a:lnTo>
                  <a:pt x="392411" y="105867"/>
                </a:lnTo>
                <a:cubicBezTo>
                  <a:pt x="387954" y="99802"/>
                  <a:pt x="387483" y="91720"/>
                  <a:pt x="391218" y="85248"/>
                </a:cubicBezTo>
                <a:cubicBezTo>
                  <a:pt x="398514" y="72507"/>
                  <a:pt x="399660" y="65555"/>
                  <a:pt x="395305" y="60469"/>
                </a:cubicBezTo>
                <a:cubicBezTo>
                  <a:pt x="390840" y="55273"/>
                  <a:pt x="381648" y="55662"/>
                  <a:pt x="376184" y="59248"/>
                </a:cubicBezTo>
                <a:cubicBezTo>
                  <a:pt x="370350" y="63075"/>
                  <a:pt x="366245" y="69325"/>
                  <a:pt x="361899" y="75945"/>
                </a:cubicBezTo>
                <a:lnTo>
                  <a:pt x="358644" y="80827"/>
                </a:lnTo>
                <a:cubicBezTo>
                  <a:pt x="352143" y="90276"/>
                  <a:pt x="346938" y="100188"/>
                  <a:pt x="341418" y="110690"/>
                </a:cubicBezTo>
                <a:lnTo>
                  <a:pt x="339282" y="114757"/>
                </a:lnTo>
                <a:cubicBezTo>
                  <a:pt x="334825" y="123170"/>
                  <a:pt x="332310" y="132823"/>
                  <a:pt x="329639" y="143013"/>
                </a:cubicBezTo>
                <a:cubicBezTo>
                  <a:pt x="328732" y="146489"/>
                  <a:pt x="327826" y="149966"/>
                  <a:pt x="326838" y="153404"/>
                </a:cubicBezTo>
                <a:cubicBezTo>
                  <a:pt x="323483" y="165127"/>
                  <a:pt x="320921" y="177093"/>
                  <a:pt x="318359" y="189037"/>
                </a:cubicBezTo>
                <a:cubicBezTo>
                  <a:pt x="315447" y="202572"/>
                  <a:pt x="312441" y="216571"/>
                  <a:pt x="308300" y="230144"/>
                </a:cubicBezTo>
                <a:cubicBezTo>
                  <a:pt x="301366" y="252889"/>
                  <a:pt x="293608" y="274506"/>
                  <a:pt x="275144" y="288929"/>
                </a:cubicBezTo>
                <a:cubicBezTo>
                  <a:pt x="274609" y="305109"/>
                  <a:pt x="274663" y="359253"/>
                  <a:pt x="274663" y="359253"/>
                </a:cubicBezTo>
                <a:lnTo>
                  <a:pt x="255728" y="359291"/>
                </a:lnTo>
                <a:cubicBezTo>
                  <a:pt x="255728" y="359291"/>
                  <a:pt x="255673" y="305037"/>
                  <a:pt x="255756" y="288857"/>
                </a:cubicBezTo>
                <a:cubicBezTo>
                  <a:pt x="255794" y="283216"/>
                  <a:pt x="258614" y="277818"/>
                  <a:pt x="263495" y="274008"/>
                </a:cubicBezTo>
                <a:cubicBezTo>
                  <a:pt x="277604" y="262987"/>
                  <a:pt x="284178" y="244347"/>
                  <a:pt x="290198" y="224617"/>
                </a:cubicBezTo>
                <a:cubicBezTo>
                  <a:pt x="294101" y="211801"/>
                  <a:pt x="297022" y="198211"/>
                  <a:pt x="299842" y="185062"/>
                </a:cubicBezTo>
                <a:cubicBezTo>
                  <a:pt x="302449" y="172951"/>
                  <a:pt x="305131" y="160431"/>
                  <a:pt x="308643" y="148190"/>
                </a:cubicBezTo>
                <a:cubicBezTo>
                  <a:pt x="309586" y="144880"/>
                  <a:pt x="310455" y="141551"/>
                  <a:pt x="311324" y="138241"/>
                </a:cubicBezTo>
                <a:cubicBezTo>
                  <a:pt x="314144" y="127423"/>
                  <a:pt x="317056" y="116272"/>
                  <a:pt x="322540" y="105918"/>
                </a:cubicBezTo>
                <a:lnTo>
                  <a:pt x="324657" y="101887"/>
                </a:lnTo>
                <a:cubicBezTo>
                  <a:pt x="330186" y="91347"/>
                  <a:pt x="335908" y="80473"/>
                  <a:pt x="343028" y="70119"/>
                </a:cubicBezTo>
                <a:lnTo>
                  <a:pt x="346069" y="65552"/>
                </a:lnTo>
                <a:cubicBezTo>
                  <a:pt x="351043" y="57989"/>
                  <a:pt x="356675" y="49390"/>
                  <a:pt x="365790" y="43418"/>
                </a:cubicBezTo>
                <a:cubicBezTo>
                  <a:pt x="378327" y="35208"/>
                  <a:pt x="398160" y="34708"/>
                  <a:pt x="409671" y="48152"/>
                </a:cubicBezTo>
                <a:cubicBezTo>
                  <a:pt x="424427" y="65349"/>
                  <a:pt x="412657" y="85911"/>
                  <a:pt x="407637" y="94676"/>
                </a:cubicBezTo>
                <a:lnTo>
                  <a:pt x="418215" y="108933"/>
                </a:lnTo>
                <a:cubicBezTo>
                  <a:pt x="428199" y="99243"/>
                  <a:pt x="433230" y="90626"/>
                  <a:pt x="434719" y="80918"/>
                </a:cubicBezTo>
                <a:cubicBezTo>
                  <a:pt x="437650" y="61649"/>
                  <a:pt x="431964" y="42511"/>
                  <a:pt x="419879" y="30953"/>
                </a:cubicBezTo>
                <a:cubicBezTo>
                  <a:pt x="408728" y="20302"/>
                  <a:pt x="393019" y="16622"/>
                  <a:pt x="374455" y="20283"/>
                </a:cubicBezTo>
                <a:cubicBezTo>
                  <a:pt x="355243" y="24074"/>
                  <a:pt x="340116" y="36315"/>
                  <a:pt x="332960" y="53846"/>
                </a:cubicBezTo>
                <a:cubicBezTo>
                  <a:pt x="329936" y="61223"/>
                  <a:pt x="323021" y="65995"/>
                  <a:pt x="315346" y="65995"/>
                </a:cubicBezTo>
                <a:lnTo>
                  <a:pt x="139086" y="65995"/>
                </a:lnTo>
                <a:cubicBezTo>
                  <a:pt x="131411" y="65995"/>
                  <a:pt x="124496" y="61223"/>
                  <a:pt x="121472" y="53846"/>
                </a:cubicBezTo>
                <a:cubicBezTo>
                  <a:pt x="114316" y="36315"/>
                  <a:pt x="99189" y="24092"/>
                  <a:pt x="79977" y="20283"/>
                </a:cubicBezTo>
                <a:cubicBezTo>
                  <a:pt x="61420" y="16621"/>
                  <a:pt x="45694" y="20302"/>
                  <a:pt x="34553" y="30953"/>
                </a:cubicBezTo>
                <a:cubicBezTo>
                  <a:pt x="22468" y="42511"/>
                  <a:pt x="16782" y="61649"/>
                  <a:pt x="19713" y="80918"/>
                </a:cubicBezTo>
                <a:cubicBezTo>
                  <a:pt x="21192" y="90626"/>
                  <a:pt x="26223" y="99243"/>
                  <a:pt x="36032" y="108840"/>
                </a:cubicBezTo>
                <a:lnTo>
                  <a:pt x="46776" y="94619"/>
                </a:lnTo>
                <a:cubicBezTo>
                  <a:pt x="41773" y="85909"/>
                  <a:pt x="30005" y="65347"/>
                  <a:pt x="44761" y="48150"/>
                </a:cubicBezTo>
                <a:cubicBezTo>
                  <a:pt x="56281" y="34744"/>
                  <a:pt x="76114" y="35206"/>
                  <a:pt x="88642" y="43416"/>
                </a:cubicBezTo>
                <a:cubicBezTo>
                  <a:pt x="97757" y="49388"/>
                  <a:pt x="103389" y="57987"/>
                  <a:pt x="108363" y="65550"/>
                </a:cubicBezTo>
                <a:lnTo>
                  <a:pt x="111414" y="70136"/>
                </a:lnTo>
                <a:cubicBezTo>
                  <a:pt x="118543" y="80511"/>
                  <a:pt x="124275" y="91419"/>
                  <a:pt x="129823" y="101978"/>
                </a:cubicBezTo>
                <a:lnTo>
                  <a:pt x="131904" y="105916"/>
                </a:lnTo>
                <a:cubicBezTo>
                  <a:pt x="137368" y="116253"/>
                  <a:pt x="140281" y="127404"/>
                  <a:pt x="143091" y="138203"/>
                </a:cubicBezTo>
                <a:cubicBezTo>
                  <a:pt x="143969" y="141532"/>
                  <a:pt x="144838" y="144878"/>
                  <a:pt x="145781" y="148188"/>
                </a:cubicBezTo>
                <a:cubicBezTo>
                  <a:pt x="149303" y="160448"/>
                  <a:pt x="151994" y="172985"/>
                  <a:pt x="154592" y="185115"/>
                </a:cubicBezTo>
                <a:cubicBezTo>
                  <a:pt x="157412" y="198245"/>
                  <a:pt x="160324" y="211818"/>
                  <a:pt x="164226" y="224596"/>
                </a:cubicBezTo>
                <a:cubicBezTo>
                  <a:pt x="170263" y="244345"/>
                  <a:pt x="176837" y="263003"/>
                  <a:pt x="190946" y="274025"/>
                </a:cubicBezTo>
                <a:cubicBezTo>
                  <a:pt x="195911" y="277890"/>
                  <a:pt x="198897" y="283455"/>
                  <a:pt x="198935" y="288948"/>
                </a:cubicBezTo>
                <a:cubicBezTo>
                  <a:pt x="199018" y="305128"/>
                  <a:pt x="198935" y="359494"/>
                  <a:pt x="198935" y="359494"/>
                </a:cubicBezTo>
                <a:lnTo>
                  <a:pt x="180000" y="359456"/>
                </a:lnTo>
                <a:cubicBezTo>
                  <a:pt x="180000" y="359456"/>
                  <a:pt x="180083" y="305202"/>
                  <a:pt x="180000" y="289058"/>
                </a:cubicBezTo>
                <a:cubicBezTo>
                  <a:pt x="160833" y="274523"/>
                  <a:pt x="153066" y="252887"/>
                  <a:pt x="146122" y="230144"/>
                </a:cubicBezTo>
                <a:cubicBezTo>
                  <a:pt x="141979" y="216590"/>
                  <a:pt x="138984" y="202610"/>
                  <a:pt x="136081" y="189092"/>
                </a:cubicBezTo>
                <a:cubicBezTo>
                  <a:pt x="133538" y="177276"/>
                  <a:pt x="130921" y="165053"/>
                  <a:pt x="127584" y="153402"/>
                </a:cubicBezTo>
                <a:cubicBezTo>
                  <a:pt x="126587" y="149945"/>
                  <a:pt x="125680" y="146468"/>
                  <a:pt x="124774" y="142973"/>
                </a:cubicBezTo>
                <a:cubicBezTo>
                  <a:pt x="122112" y="132784"/>
                  <a:pt x="119607" y="123168"/>
                  <a:pt x="115159" y="114755"/>
                </a:cubicBezTo>
                <a:lnTo>
                  <a:pt x="113061" y="110779"/>
                </a:lnTo>
                <a:cubicBezTo>
                  <a:pt x="107532" y="100256"/>
                  <a:pt x="102298" y="90308"/>
                  <a:pt x="95799" y="80840"/>
                </a:cubicBezTo>
                <a:lnTo>
                  <a:pt x="92535" y="75940"/>
                </a:lnTo>
                <a:cubicBezTo>
                  <a:pt x="88189" y="69320"/>
                  <a:pt x="84084" y="63069"/>
                  <a:pt x="78250" y="59242"/>
                </a:cubicBezTo>
                <a:cubicBezTo>
                  <a:pt x="72795" y="55673"/>
                  <a:pt x="63605" y="55285"/>
                  <a:pt x="59129" y="60464"/>
                </a:cubicBezTo>
                <a:cubicBezTo>
                  <a:pt x="54774" y="65550"/>
                  <a:pt x="55921" y="72501"/>
                  <a:pt x="63234" y="85279"/>
                </a:cubicBezTo>
                <a:cubicBezTo>
                  <a:pt x="66951" y="91751"/>
                  <a:pt x="66470" y="99832"/>
                  <a:pt x="62005" y="105859"/>
                </a:cubicBezTo>
                <a:lnTo>
                  <a:pt x="51447" y="120173"/>
                </a:lnTo>
                <a:cubicBezTo>
                  <a:pt x="48192" y="124592"/>
                  <a:pt x="43182" y="127366"/>
                  <a:pt x="37698" y="127790"/>
                </a:cubicBezTo>
                <a:cubicBezTo>
                  <a:pt x="32214" y="128438"/>
                  <a:pt x="26723" y="126238"/>
                  <a:pt x="22766" y="122354"/>
                </a:cubicBezTo>
                <a:cubicBezTo>
                  <a:pt x="14750" y="114513"/>
                  <a:pt x="3766" y="101940"/>
                  <a:pt x="1001" y="83762"/>
                </a:cubicBezTo>
                <a:cubicBezTo>
                  <a:pt x="-2901" y="58114"/>
                  <a:pt x="4747" y="33261"/>
                  <a:pt x="21472" y="17266"/>
                </a:cubicBezTo>
                <a:cubicBezTo>
                  <a:pt x="37033" y="2362"/>
                  <a:pt x="59093" y="-3129"/>
                  <a:pt x="83660" y="1715"/>
                </a:cubicBezTo>
                <a:cubicBezTo>
                  <a:pt x="109225" y="6763"/>
                  <a:pt x="129398" y="23146"/>
                  <a:pt x="139006" y="46667"/>
                </a:cubicBezTo>
                <a:lnTo>
                  <a:pt x="315352" y="47055"/>
                </a:lnTo>
                <a:cubicBezTo>
                  <a:pt x="325041" y="23146"/>
                  <a:pt x="345215" y="6763"/>
                  <a:pt x="370789" y="1715"/>
                </a:cubicBezTo>
                <a:cubicBezTo>
                  <a:pt x="395346" y="-3093"/>
                  <a:pt x="417397" y="2362"/>
                  <a:pt x="432967" y="17266"/>
                </a:cubicBezTo>
                <a:cubicBezTo>
                  <a:pt x="449693" y="33261"/>
                  <a:pt x="457339" y="58114"/>
                  <a:pt x="453438" y="83762"/>
                </a:cubicBezTo>
                <a:close/>
                <a:moveTo>
                  <a:pt x="281028" y="183402"/>
                </a:moveTo>
                <a:cubicBezTo>
                  <a:pt x="274410" y="214388"/>
                  <a:pt x="265997" y="252264"/>
                  <a:pt x="236777" y="270156"/>
                </a:cubicBezTo>
                <a:lnTo>
                  <a:pt x="236777" y="359350"/>
                </a:lnTo>
                <a:lnTo>
                  <a:pt x="217842" y="359350"/>
                </a:lnTo>
                <a:lnTo>
                  <a:pt x="217842" y="270590"/>
                </a:lnTo>
                <a:cubicBezTo>
                  <a:pt x="188505" y="252819"/>
                  <a:pt x="180424" y="214691"/>
                  <a:pt x="173851" y="183735"/>
                </a:cubicBezTo>
                <a:cubicBezTo>
                  <a:pt x="172548" y="177558"/>
                  <a:pt x="171289" y="171641"/>
                  <a:pt x="169932" y="166205"/>
                </a:cubicBezTo>
                <a:cubicBezTo>
                  <a:pt x="167103" y="154906"/>
                  <a:pt x="165060" y="145826"/>
                  <a:pt x="163155" y="137340"/>
                </a:cubicBezTo>
                <a:cubicBezTo>
                  <a:pt x="161019" y="127817"/>
                  <a:pt x="159059" y="119071"/>
                  <a:pt x="156313" y="108751"/>
                </a:cubicBezTo>
                <a:cubicBezTo>
                  <a:pt x="154778" y="103000"/>
                  <a:pt x="155980" y="97009"/>
                  <a:pt x="159623" y="92275"/>
                </a:cubicBezTo>
                <a:cubicBezTo>
                  <a:pt x="163228" y="87596"/>
                  <a:pt x="168674" y="84915"/>
                  <a:pt x="174565" y="84915"/>
                </a:cubicBezTo>
                <a:lnTo>
                  <a:pt x="174620" y="84915"/>
                </a:lnTo>
                <a:lnTo>
                  <a:pt x="227418" y="85006"/>
                </a:lnTo>
                <a:lnTo>
                  <a:pt x="280225" y="84915"/>
                </a:lnTo>
                <a:lnTo>
                  <a:pt x="280280" y="84915"/>
                </a:lnTo>
                <a:cubicBezTo>
                  <a:pt x="286159" y="84915"/>
                  <a:pt x="291605" y="87596"/>
                  <a:pt x="295212" y="92275"/>
                </a:cubicBezTo>
                <a:cubicBezTo>
                  <a:pt x="298855" y="97009"/>
                  <a:pt x="300058" y="103000"/>
                  <a:pt x="298522" y="108751"/>
                </a:cubicBezTo>
                <a:cubicBezTo>
                  <a:pt x="295786" y="119033"/>
                  <a:pt x="293826" y="127760"/>
                  <a:pt x="291698" y="137247"/>
                </a:cubicBezTo>
                <a:cubicBezTo>
                  <a:pt x="289783" y="145753"/>
                  <a:pt x="287740" y="154870"/>
                  <a:pt x="284892" y="166205"/>
                </a:cubicBezTo>
                <a:cubicBezTo>
                  <a:pt x="283561" y="171529"/>
                  <a:pt x="282323" y="177356"/>
                  <a:pt x="281028" y="183402"/>
                </a:cubicBezTo>
                <a:close/>
                <a:moveTo>
                  <a:pt x="280232" y="103869"/>
                </a:moveTo>
                <a:lnTo>
                  <a:pt x="228012" y="103941"/>
                </a:lnTo>
                <a:lnTo>
                  <a:pt x="228012" y="103941"/>
                </a:lnTo>
                <a:cubicBezTo>
                  <a:pt x="228012" y="103941"/>
                  <a:pt x="227482" y="103941"/>
                  <a:pt x="227482" y="103941"/>
                </a:cubicBezTo>
                <a:lnTo>
                  <a:pt x="226819" y="103941"/>
                </a:lnTo>
                <a:cubicBezTo>
                  <a:pt x="226819" y="103941"/>
                  <a:pt x="226819" y="103941"/>
                  <a:pt x="226819" y="103941"/>
                </a:cubicBezTo>
                <a:lnTo>
                  <a:pt x="174571" y="103850"/>
                </a:lnTo>
                <a:cubicBezTo>
                  <a:pt x="177419" y="114447"/>
                  <a:pt x="179433" y="123414"/>
                  <a:pt x="181626" y="133178"/>
                </a:cubicBezTo>
                <a:cubicBezTo>
                  <a:pt x="183503" y="141536"/>
                  <a:pt x="185510" y="150486"/>
                  <a:pt x="188293" y="161600"/>
                </a:cubicBezTo>
                <a:cubicBezTo>
                  <a:pt x="189708" y="167240"/>
                  <a:pt x="191020" y="173396"/>
                  <a:pt x="192380" y="179795"/>
                </a:cubicBezTo>
                <a:cubicBezTo>
                  <a:pt x="198410" y="208232"/>
                  <a:pt x="205392" y="239998"/>
                  <a:pt x="227310" y="253796"/>
                </a:cubicBezTo>
                <a:cubicBezTo>
                  <a:pt x="249343" y="239943"/>
                  <a:pt x="256408" y="208027"/>
                  <a:pt x="262509" y="179444"/>
                </a:cubicBezTo>
                <a:cubicBezTo>
                  <a:pt x="263849" y="173175"/>
                  <a:pt x="265135" y="167148"/>
                  <a:pt x="266531" y="161600"/>
                </a:cubicBezTo>
                <a:cubicBezTo>
                  <a:pt x="269324" y="150449"/>
                  <a:pt x="271338" y="141481"/>
                  <a:pt x="273224" y="133104"/>
                </a:cubicBezTo>
                <a:cubicBezTo>
                  <a:pt x="275406" y="123360"/>
                  <a:pt x="277422" y="114409"/>
                  <a:pt x="280232" y="103869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37" descr="Uterus with ovaries icon.">
            <a:extLst>
              <a:ext uri="{FF2B5EF4-FFF2-40B4-BE49-F238E27FC236}">
                <a16:creationId xmlns:a16="http://schemas.microsoft.com/office/drawing/2014/main" id="{73968FE9-0725-A32D-9C2D-ED644447FD76}"/>
              </a:ext>
            </a:extLst>
          </p:cNvPr>
          <p:cNvSpPr/>
          <p:nvPr/>
        </p:nvSpPr>
        <p:spPr>
          <a:xfrm>
            <a:off x="4615005" y="2401063"/>
            <a:ext cx="454690" cy="360155"/>
          </a:xfrm>
          <a:custGeom>
            <a:avLst/>
            <a:gdLst>
              <a:gd name="connsiteX0" fmla="*/ 281483 w 454690"/>
              <a:gd name="connsiteY0" fmla="*/ 183803 h 360155"/>
              <a:gd name="connsiteX1" fmla="*/ 285276 w 454690"/>
              <a:gd name="connsiteY1" fmla="*/ 166547 h 360155"/>
              <a:gd name="connsiteX2" fmla="*/ 292102 w 454690"/>
              <a:gd name="connsiteY2" fmla="*/ 137534 h 360155"/>
              <a:gd name="connsiteX3" fmla="*/ 298929 w 454690"/>
              <a:gd name="connsiteY3" fmla="*/ 109090 h 360155"/>
              <a:gd name="connsiteX4" fmla="*/ 295705 w 454690"/>
              <a:gd name="connsiteY4" fmla="*/ 92592 h 360155"/>
              <a:gd name="connsiteX5" fmla="*/ 280725 w 454690"/>
              <a:gd name="connsiteY5" fmla="*/ 85197 h 360155"/>
              <a:gd name="connsiteX6" fmla="*/ 227819 w 454690"/>
              <a:gd name="connsiteY6" fmla="*/ 85197 h 360155"/>
              <a:gd name="connsiteX7" fmla="*/ 174913 w 454690"/>
              <a:gd name="connsiteY7" fmla="*/ 85197 h 360155"/>
              <a:gd name="connsiteX8" fmla="*/ 174913 w 454690"/>
              <a:gd name="connsiteY8" fmla="*/ 85197 h 360155"/>
              <a:gd name="connsiteX9" fmla="*/ 159932 w 454690"/>
              <a:gd name="connsiteY9" fmla="*/ 92592 h 360155"/>
              <a:gd name="connsiteX10" fmla="*/ 156709 w 454690"/>
              <a:gd name="connsiteY10" fmla="*/ 109090 h 360155"/>
              <a:gd name="connsiteX11" fmla="*/ 163535 w 454690"/>
              <a:gd name="connsiteY11" fmla="*/ 137723 h 360155"/>
              <a:gd name="connsiteX12" fmla="*/ 170362 w 454690"/>
              <a:gd name="connsiteY12" fmla="*/ 166547 h 360155"/>
              <a:gd name="connsiteX13" fmla="*/ 174344 w 454690"/>
              <a:gd name="connsiteY13" fmla="*/ 184182 h 360155"/>
              <a:gd name="connsiteX14" fmla="*/ 218338 w 454690"/>
              <a:gd name="connsiteY14" fmla="*/ 271221 h 360155"/>
              <a:gd name="connsiteX15" fmla="*/ 218338 w 454690"/>
              <a:gd name="connsiteY15" fmla="*/ 360156 h 360155"/>
              <a:gd name="connsiteX16" fmla="*/ 237300 w 454690"/>
              <a:gd name="connsiteY16" fmla="*/ 360156 h 360155"/>
              <a:gd name="connsiteX17" fmla="*/ 237300 w 454690"/>
              <a:gd name="connsiteY17" fmla="*/ 270842 h 360155"/>
              <a:gd name="connsiteX18" fmla="*/ 281673 w 454690"/>
              <a:gd name="connsiteY18" fmla="*/ 183992 h 360155"/>
              <a:gd name="connsiteX19" fmla="*/ 192738 w 454690"/>
              <a:gd name="connsiteY19" fmla="*/ 180200 h 360155"/>
              <a:gd name="connsiteX20" fmla="*/ 188566 w 454690"/>
              <a:gd name="connsiteY20" fmla="*/ 161996 h 360155"/>
              <a:gd name="connsiteX21" fmla="*/ 181929 w 454690"/>
              <a:gd name="connsiteY21" fmla="*/ 133552 h 360155"/>
              <a:gd name="connsiteX22" fmla="*/ 174913 w 454690"/>
              <a:gd name="connsiteY22" fmla="*/ 104159 h 360155"/>
              <a:gd name="connsiteX23" fmla="*/ 227250 w 454690"/>
              <a:gd name="connsiteY23" fmla="*/ 104159 h 360155"/>
              <a:gd name="connsiteX24" fmla="*/ 227819 w 454690"/>
              <a:gd name="connsiteY24" fmla="*/ 104159 h 360155"/>
              <a:gd name="connsiteX25" fmla="*/ 228388 w 454690"/>
              <a:gd name="connsiteY25" fmla="*/ 104159 h 360155"/>
              <a:gd name="connsiteX26" fmla="*/ 228388 w 454690"/>
              <a:gd name="connsiteY26" fmla="*/ 104159 h 360155"/>
              <a:gd name="connsiteX27" fmla="*/ 280725 w 454690"/>
              <a:gd name="connsiteY27" fmla="*/ 104159 h 360155"/>
              <a:gd name="connsiteX28" fmla="*/ 273709 w 454690"/>
              <a:gd name="connsiteY28" fmla="*/ 133362 h 360155"/>
              <a:gd name="connsiteX29" fmla="*/ 267072 w 454690"/>
              <a:gd name="connsiteY29" fmla="*/ 161806 h 360155"/>
              <a:gd name="connsiteX30" fmla="*/ 263090 w 454690"/>
              <a:gd name="connsiteY30" fmla="*/ 179631 h 360155"/>
              <a:gd name="connsiteX31" fmla="*/ 227819 w 454690"/>
              <a:gd name="connsiteY31" fmla="*/ 254154 h 360155"/>
              <a:gd name="connsiteX32" fmla="*/ 192927 w 454690"/>
              <a:gd name="connsiteY32" fmla="*/ 180010 h 360155"/>
              <a:gd name="connsiteX33" fmla="*/ 433564 w 454690"/>
              <a:gd name="connsiteY33" fmla="*/ 17310 h 360155"/>
              <a:gd name="connsiteX34" fmla="*/ 371367 w 454690"/>
              <a:gd name="connsiteY34" fmla="*/ 1761 h 360155"/>
              <a:gd name="connsiteX35" fmla="*/ 315806 w 454690"/>
              <a:gd name="connsiteY35" fmla="*/ 47082 h 360155"/>
              <a:gd name="connsiteX36" fmla="*/ 139263 w 454690"/>
              <a:gd name="connsiteY36" fmla="*/ 46702 h 360155"/>
              <a:gd name="connsiteX37" fmla="*/ 83892 w 454690"/>
              <a:gd name="connsiteY37" fmla="*/ 1761 h 360155"/>
              <a:gd name="connsiteX38" fmla="*/ 21694 w 454690"/>
              <a:gd name="connsiteY38" fmla="*/ 17310 h 360155"/>
              <a:gd name="connsiteX39" fmla="*/ 1025 w 454690"/>
              <a:gd name="connsiteY39" fmla="*/ 84059 h 360155"/>
              <a:gd name="connsiteX40" fmla="*/ 20746 w 454690"/>
              <a:gd name="connsiteY40" fmla="*/ 120467 h 360155"/>
              <a:gd name="connsiteX41" fmla="*/ 30796 w 454690"/>
              <a:gd name="connsiteY41" fmla="*/ 153273 h 360155"/>
              <a:gd name="connsiteX42" fmla="*/ 58672 w 454690"/>
              <a:gd name="connsiteY42" fmla="*/ 177166 h 360155"/>
              <a:gd name="connsiteX43" fmla="*/ 74031 w 454690"/>
              <a:gd name="connsiteY43" fmla="*/ 180200 h 360155"/>
              <a:gd name="connsiteX44" fmla="*/ 91667 w 454690"/>
              <a:gd name="connsiteY44" fmla="*/ 175270 h 360155"/>
              <a:gd name="connsiteX45" fmla="*/ 107216 w 454690"/>
              <a:gd name="connsiteY45" fmla="*/ 146067 h 360155"/>
              <a:gd name="connsiteX46" fmla="*/ 96976 w 454690"/>
              <a:gd name="connsiteY46" fmla="*/ 110796 h 360155"/>
              <a:gd name="connsiteX47" fmla="*/ 63033 w 454690"/>
              <a:gd name="connsiteY47" fmla="*/ 85007 h 360155"/>
              <a:gd name="connsiteX48" fmla="*/ 59240 w 454690"/>
              <a:gd name="connsiteY48" fmla="*/ 60735 h 360155"/>
              <a:gd name="connsiteX49" fmla="*/ 78393 w 454690"/>
              <a:gd name="connsiteY49" fmla="*/ 59597 h 360155"/>
              <a:gd name="connsiteX50" fmla="*/ 92615 w 454690"/>
              <a:gd name="connsiteY50" fmla="*/ 76284 h 360155"/>
              <a:gd name="connsiteX51" fmla="*/ 95838 w 454690"/>
              <a:gd name="connsiteY51" fmla="*/ 81214 h 360155"/>
              <a:gd name="connsiteX52" fmla="*/ 113094 w 454690"/>
              <a:gd name="connsiteY52" fmla="*/ 111176 h 360155"/>
              <a:gd name="connsiteX53" fmla="*/ 115180 w 454690"/>
              <a:gd name="connsiteY53" fmla="*/ 115158 h 360155"/>
              <a:gd name="connsiteX54" fmla="*/ 124851 w 454690"/>
              <a:gd name="connsiteY54" fmla="*/ 143412 h 360155"/>
              <a:gd name="connsiteX55" fmla="*/ 127696 w 454690"/>
              <a:gd name="connsiteY55" fmla="*/ 153842 h 360155"/>
              <a:gd name="connsiteX56" fmla="*/ 136229 w 454690"/>
              <a:gd name="connsiteY56" fmla="*/ 189492 h 360155"/>
              <a:gd name="connsiteX57" fmla="*/ 146279 w 454690"/>
              <a:gd name="connsiteY57" fmla="*/ 230641 h 360155"/>
              <a:gd name="connsiteX58" fmla="*/ 180222 w 454690"/>
              <a:gd name="connsiteY58" fmla="*/ 289615 h 360155"/>
              <a:gd name="connsiteX59" fmla="*/ 180222 w 454690"/>
              <a:gd name="connsiteY59" fmla="*/ 360156 h 360155"/>
              <a:gd name="connsiteX60" fmla="*/ 199185 w 454690"/>
              <a:gd name="connsiteY60" fmla="*/ 360156 h 360155"/>
              <a:gd name="connsiteX61" fmla="*/ 199185 w 454690"/>
              <a:gd name="connsiteY61" fmla="*/ 289615 h 360155"/>
              <a:gd name="connsiteX62" fmla="*/ 191221 w 454690"/>
              <a:gd name="connsiteY62" fmla="*/ 274634 h 360155"/>
              <a:gd name="connsiteX63" fmla="*/ 164483 w 454690"/>
              <a:gd name="connsiteY63" fmla="*/ 225141 h 360155"/>
              <a:gd name="connsiteX64" fmla="*/ 154812 w 454690"/>
              <a:gd name="connsiteY64" fmla="*/ 185699 h 360155"/>
              <a:gd name="connsiteX65" fmla="*/ 145900 w 454690"/>
              <a:gd name="connsiteY65" fmla="*/ 148722 h 360155"/>
              <a:gd name="connsiteX66" fmla="*/ 143245 w 454690"/>
              <a:gd name="connsiteY66" fmla="*/ 138672 h 360155"/>
              <a:gd name="connsiteX67" fmla="*/ 132057 w 454690"/>
              <a:gd name="connsiteY67" fmla="*/ 106245 h 360155"/>
              <a:gd name="connsiteX68" fmla="*/ 129971 w 454690"/>
              <a:gd name="connsiteY68" fmla="*/ 102263 h 360155"/>
              <a:gd name="connsiteX69" fmla="*/ 111577 w 454690"/>
              <a:gd name="connsiteY69" fmla="*/ 70406 h 360155"/>
              <a:gd name="connsiteX70" fmla="*/ 108543 w 454690"/>
              <a:gd name="connsiteY70" fmla="*/ 65855 h 360155"/>
              <a:gd name="connsiteX71" fmla="*/ 88822 w 454690"/>
              <a:gd name="connsiteY71" fmla="*/ 43668 h 360155"/>
              <a:gd name="connsiteX72" fmla="*/ 44829 w 454690"/>
              <a:gd name="connsiteY72" fmla="*/ 48409 h 360155"/>
              <a:gd name="connsiteX73" fmla="*/ 42174 w 454690"/>
              <a:gd name="connsiteY73" fmla="*/ 85955 h 360155"/>
              <a:gd name="connsiteX74" fmla="*/ 36106 w 454690"/>
              <a:gd name="connsiteY74" fmla="*/ 88800 h 360155"/>
              <a:gd name="connsiteX75" fmla="*/ 36106 w 454690"/>
              <a:gd name="connsiteY75" fmla="*/ 88800 h 360155"/>
              <a:gd name="connsiteX76" fmla="*/ 26814 w 454690"/>
              <a:gd name="connsiteY76" fmla="*/ 98281 h 360155"/>
              <a:gd name="connsiteX77" fmla="*/ 19608 w 454690"/>
              <a:gd name="connsiteY77" fmla="*/ 81214 h 360155"/>
              <a:gd name="connsiteX78" fmla="*/ 34399 w 454690"/>
              <a:gd name="connsiteY78" fmla="*/ 31153 h 360155"/>
              <a:gd name="connsiteX79" fmla="*/ 79910 w 454690"/>
              <a:gd name="connsiteY79" fmla="*/ 20534 h 360155"/>
              <a:gd name="connsiteX80" fmla="*/ 121438 w 454690"/>
              <a:gd name="connsiteY80" fmla="*/ 54098 h 360155"/>
              <a:gd name="connsiteX81" fmla="*/ 139073 w 454690"/>
              <a:gd name="connsiteY81" fmla="*/ 66234 h 360155"/>
              <a:gd name="connsiteX82" fmla="*/ 315616 w 454690"/>
              <a:gd name="connsiteY82" fmla="*/ 66234 h 360155"/>
              <a:gd name="connsiteX83" fmla="*/ 333252 w 454690"/>
              <a:gd name="connsiteY83" fmla="*/ 54098 h 360155"/>
              <a:gd name="connsiteX84" fmla="*/ 374780 w 454690"/>
              <a:gd name="connsiteY84" fmla="*/ 20534 h 360155"/>
              <a:gd name="connsiteX85" fmla="*/ 420290 w 454690"/>
              <a:gd name="connsiteY85" fmla="*/ 31153 h 360155"/>
              <a:gd name="connsiteX86" fmla="*/ 435081 w 454690"/>
              <a:gd name="connsiteY86" fmla="*/ 81214 h 360155"/>
              <a:gd name="connsiteX87" fmla="*/ 427875 w 454690"/>
              <a:gd name="connsiteY87" fmla="*/ 98281 h 360155"/>
              <a:gd name="connsiteX88" fmla="*/ 418584 w 454690"/>
              <a:gd name="connsiteY88" fmla="*/ 88800 h 360155"/>
              <a:gd name="connsiteX89" fmla="*/ 418584 w 454690"/>
              <a:gd name="connsiteY89" fmla="*/ 88800 h 360155"/>
              <a:gd name="connsiteX90" fmla="*/ 412516 w 454690"/>
              <a:gd name="connsiteY90" fmla="*/ 85955 h 360155"/>
              <a:gd name="connsiteX91" fmla="*/ 409861 w 454690"/>
              <a:gd name="connsiteY91" fmla="*/ 48409 h 360155"/>
              <a:gd name="connsiteX92" fmla="*/ 365867 w 454690"/>
              <a:gd name="connsiteY92" fmla="*/ 43668 h 360155"/>
              <a:gd name="connsiteX93" fmla="*/ 346146 w 454690"/>
              <a:gd name="connsiteY93" fmla="*/ 65855 h 360155"/>
              <a:gd name="connsiteX94" fmla="*/ 343112 w 454690"/>
              <a:gd name="connsiteY94" fmla="*/ 70406 h 360155"/>
              <a:gd name="connsiteX95" fmla="*/ 324718 w 454690"/>
              <a:gd name="connsiteY95" fmla="*/ 102263 h 360155"/>
              <a:gd name="connsiteX96" fmla="*/ 322632 w 454690"/>
              <a:gd name="connsiteY96" fmla="*/ 106245 h 360155"/>
              <a:gd name="connsiteX97" fmla="*/ 311444 w 454690"/>
              <a:gd name="connsiteY97" fmla="*/ 138672 h 360155"/>
              <a:gd name="connsiteX98" fmla="*/ 308790 w 454690"/>
              <a:gd name="connsiteY98" fmla="*/ 148722 h 360155"/>
              <a:gd name="connsiteX99" fmla="*/ 300067 w 454690"/>
              <a:gd name="connsiteY99" fmla="*/ 185699 h 360155"/>
              <a:gd name="connsiteX100" fmla="*/ 290396 w 454690"/>
              <a:gd name="connsiteY100" fmla="*/ 225331 h 360155"/>
              <a:gd name="connsiteX101" fmla="*/ 263658 w 454690"/>
              <a:gd name="connsiteY101" fmla="*/ 274824 h 360155"/>
              <a:gd name="connsiteX102" fmla="*/ 255884 w 454690"/>
              <a:gd name="connsiteY102" fmla="*/ 289615 h 360155"/>
              <a:gd name="connsiteX103" fmla="*/ 255884 w 454690"/>
              <a:gd name="connsiteY103" fmla="*/ 360156 h 360155"/>
              <a:gd name="connsiteX104" fmla="*/ 274846 w 454690"/>
              <a:gd name="connsiteY104" fmla="*/ 360156 h 360155"/>
              <a:gd name="connsiteX105" fmla="*/ 275415 w 454690"/>
              <a:gd name="connsiteY105" fmla="*/ 289615 h 360155"/>
              <a:gd name="connsiteX106" fmla="*/ 308600 w 454690"/>
              <a:gd name="connsiteY106" fmla="*/ 230830 h 360155"/>
              <a:gd name="connsiteX107" fmla="*/ 318650 w 454690"/>
              <a:gd name="connsiteY107" fmla="*/ 189681 h 360155"/>
              <a:gd name="connsiteX108" fmla="*/ 327183 w 454690"/>
              <a:gd name="connsiteY108" fmla="*/ 154031 h 360155"/>
              <a:gd name="connsiteX109" fmla="*/ 330028 w 454690"/>
              <a:gd name="connsiteY109" fmla="*/ 143602 h 360155"/>
              <a:gd name="connsiteX110" fmla="*/ 339699 w 454690"/>
              <a:gd name="connsiteY110" fmla="*/ 115347 h 360155"/>
              <a:gd name="connsiteX111" fmla="*/ 341785 w 454690"/>
              <a:gd name="connsiteY111" fmla="*/ 111365 h 360155"/>
              <a:gd name="connsiteX112" fmla="*/ 359041 w 454690"/>
              <a:gd name="connsiteY112" fmla="*/ 81404 h 360155"/>
              <a:gd name="connsiteX113" fmla="*/ 362264 w 454690"/>
              <a:gd name="connsiteY113" fmla="*/ 76474 h 360155"/>
              <a:gd name="connsiteX114" fmla="*/ 376487 w 454690"/>
              <a:gd name="connsiteY114" fmla="*/ 59787 h 360155"/>
              <a:gd name="connsiteX115" fmla="*/ 395639 w 454690"/>
              <a:gd name="connsiteY115" fmla="*/ 60924 h 360155"/>
              <a:gd name="connsiteX116" fmla="*/ 391846 w 454690"/>
              <a:gd name="connsiteY116" fmla="*/ 85197 h 360155"/>
              <a:gd name="connsiteX117" fmla="*/ 357903 w 454690"/>
              <a:gd name="connsiteY117" fmla="*/ 110986 h 360155"/>
              <a:gd name="connsiteX118" fmla="*/ 347663 w 454690"/>
              <a:gd name="connsiteY118" fmla="*/ 146257 h 360155"/>
              <a:gd name="connsiteX119" fmla="*/ 363023 w 454690"/>
              <a:gd name="connsiteY119" fmla="*/ 175459 h 360155"/>
              <a:gd name="connsiteX120" fmla="*/ 380658 w 454690"/>
              <a:gd name="connsiteY120" fmla="*/ 180389 h 360155"/>
              <a:gd name="connsiteX121" fmla="*/ 396018 w 454690"/>
              <a:gd name="connsiteY121" fmla="*/ 177355 h 360155"/>
              <a:gd name="connsiteX122" fmla="*/ 423893 w 454690"/>
              <a:gd name="connsiteY122" fmla="*/ 153462 h 360155"/>
              <a:gd name="connsiteX123" fmla="*/ 433944 w 454690"/>
              <a:gd name="connsiteY123" fmla="*/ 120657 h 360155"/>
              <a:gd name="connsiteX124" fmla="*/ 453665 w 454690"/>
              <a:gd name="connsiteY124" fmla="*/ 84249 h 360155"/>
              <a:gd name="connsiteX125" fmla="*/ 433185 w 454690"/>
              <a:gd name="connsiteY125" fmla="*/ 17689 h 360155"/>
              <a:gd name="connsiteX126" fmla="*/ 46346 w 454690"/>
              <a:gd name="connsiteY126" fmla="*/ 104539 h 360155"/>
              <a:gd name="connsiteX127" fmla="*/ 81048 w 454690"/>
              <a:gd name="connsiteY127" fmla="*/ 120847 h 360155"/>
              <a:gd name="connsiteX128" fmla="*/ 88253 w 454690"/>
              <a:gd name="connsiteY128" fmla="*/ 144929 h 360155"/>
              <a:gd name="connsiteX129" fmla="*/ 81427 w 454690"/>
              <a:gd name="connsiteY129" fmla="*/ 159151 h 360155"/>
              <a:gd name="connsiteX130" fmla="*/ 65688 w 454690"/>
              <a:gd name="connsiteY130" fmla="*/ 159341 h 360155"/>
              <a:gd name="connsiteX131" fmla="*/ 46725 w 454690"/>
              <a:gd name="connsiteY131" fmla="*/ 142843 h 360155"/>
              <a:gd name="connsiteX132" fmla="*/ 46346 w 454690"/>
              <a:gd name="connsiteY132" fmla="*/ 104539 h 360155"/>
              <a:gd name="connsiteX133" fmla="*/ 408154 w 454690"/>
              <a:gd name="connsiteY133" fmla="*/ 142843 h 360155"/>
              <a:gd name="connsiteX134" fmla="*/ 389192 w 454690"/>
              <a:gd name="connsiteY134" fmla="*/ 159341 h 360155"/>
              <a:gd name="connsiteX135" fmla="*/ 373452 w 454690"/>
              <a:gd name="connsiteY135" fmla="*/ 159151 h 360155"/>
              <a:gd name="connsiteX136" fmla="*/ 366626 w 454690"/>
              <a:gd name="connsiteY136" fmla="*/ 144929 h 360155"/>
              <a:gd name="connsiteX137" fmla="*/ 373832 w 454690"/>
              <a:gd name="connsiteY137" fmla="*/ 120847 h 360155"/>
              <a:gd name="connsiteX138" fmla="*/ 401138 w 454690"/>
              <a:gd name="connsiteY138" fmla="*/ 102453 h 360155"/>
              <a:gd name="connsiteX139" fmla="*/ 408534 w 454690"/>
              <a:gd name="connsiteY139" fmla="*/ 104539 h 360155"/>
              <a:gd name="connsiteX140" fmla="*/ 408154 w 454690"/>
              <a:gd name="connsiteY140" fmla="*/ 142843 h 360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54690" h="360155">
                <a:moveTo>
                  <a:pt x="281483" y="183803"/>
                </a:moveTo>
                <a:cubicBezTo>
                  <a:pt x="282811" y="177735"/>
                  <a:pt x="283949" y="171856"/>
                  <a:pt x="285276" y="166547"/>
                </a:cubicBezTo>
                <a:cubicBezTo>
                  <a:pt x="288120" y="155169"/>
                  <a:pt x="290206" y="146067"/>
                  <a:pt x="292102" y="137534"/>
                </a:cubicBezTo>
                <a:cubicBezTo>
                  <a:pt x="294188" y="128052"/>
                  <a:pt x="296274" y="119330"/>
                  <a:pt x="298929" y="109090"/>
                </a:cubicBezTo>
                <a:cubicBezTo>
                  <a:pt x="300446" y="103401"/>
                  <a:pt x="299308" y="97333"/>
                  <a:pt x="295705" y="92592"/>
                </a:cubicBezTo>
                <a:cubicBezTo>
                  <a:pt x="292102" y="87851"/>
                  <a:pt x="286603" y="85197"/>
                  <a:pt x="280725" y="85197"/>
                </a:cubicBezTo>
                <a:lnTo>
                  <a:pt x="227819" y="85197"/>
                </a:lnTo>
                <a:cubicBezTo>
                  <a:pt x="227819" y="85197"/>
                  <a:pt x="174913" y="85197"/>
                  <a:pt x="174913" y="85197"/>
                </a:cubicBezTo>
                <a:lnTo>
                  <a:pt x="174913" y="85197"/>
                </a:lnTo>
                <a:cubicBezTo>
                  <a:pt x="169034" y="85197"/>
                  <a:pt x="163535" y="87851"/>
                  <a:pt x="159932" y="92592"/>
                </a:cubicBezTo>
                <a:cubicBezTo>
                  <a:pt x="156329" y="97333"/>
                  <a:pt x="155002" y="103401"/>
                  <a:pt x="156709" y="109090"/>
                </a:cubicBezTo>
                <a:cubicBezTo>
                  <a:pt x="159553" y="119330"/>
                  <a:pt x="161449" y="128242"/>
                  <a:pt x="163535" y="137723"/>
                </a:cubicBezTo>
                <a:cubicBezTo>
                  <a:pt x="165432" y="146257"/>
                  <a:pt x="167517" y="155359"/>
                  <a:pt x="170362" y="166547"/>
                </a:cubicBezTo>
                <a:cubicBezTo>
                  <a:pt x="171689" y="172046"/>
                  <a:pt x="173017" y="177924"/>
                  <a:pt x="174344" y="184182"/>
                </a:cubicBezTo>
                <a:cubicBezTo>
                  <a:pt x="180981" y="215091"/>
                  <a:pt x="188945" y="253396"/>
                  <a:pt x="218338" y="271221"/>
                </a:cubicBezTo>
                <a:lnTo>
                  <a:pt x="218338" y="360156"/>
                </a:lnTo>
                <a:lnTo>
                  <a:pt x="237300" y="360156"/>
                </a:lnTo>
                <a:lnTo>
                  <a:pt x="237300" y="270842"/>
                </a:lnTo>
                <a:cubicBezTo>
                  <a:pt x="266503" y="253017"/>
                  <a:pt x="275036" y="214902"/>
                  <a:pt x="281673" y="183992"/>
                </a:cubicBezTo>
                <a:close/>
                <a:moveTo>
                  <a:pt x="192738" y="180200"/>
                </a:moveTo>
                <a:cubicBezTo>
                  <a:pt x="191410" y="173753"/>
                  <a:pt x="190083" y="167684"/>
                  <a:pt x="188566" y="161996"/>
                </a:cubicBezTo>
                <a:cubicBezTo>
                  <a:pt x="185722" y="150808"/>
                  <a:pt x="183825" y="141895"/>
                  <a:pt x="181929" y="133552"/>
                </a:cubicBezTo>
                <a:cubicBezTo>
                  <a:pt x="179654" y="123691"/>
                  <a:pt x="177757" y="114778"/>
                  <a:pt x="174913" y="104159"/>
                </a:cubicBezTo>
                <a:lnTo>
                  <a:pt x="227250" y="104159"/>
                </a:lnTo>
                <a:cubicBezTo>
                  <a:pt x="227250" y="104159"/>
                  <a:pt x="227819" y="104159"/>
                  <a:pt x="227819" y="104159"/>
                </a:cubicBezTo>
                <a:lnTo>
                  <a:pt x="228388" y="104159"/>
                </a:lnTo>
                <a:cubicBezTo>
                  <a:pt x="228388" y="104159"/>
                  <a:pt x="228388" y="104159"/>
                  <a:pt x="228388" y="104159"/>
                </a:cubicBezTo>
                <a:lnTo>
                  <a:pt x="280725" y="104159"/>
                </a:lnTo>
                <a:cubicBezTo>
                  <a:pt x="277880" y="114589"/>
                  <a:pt x="275984" y="123691"/>
                  <a:pt x="273709" y="133362"/>
                </a:cubicBezTo>
                <a:cubicBezTo>
                  <a:pt x="271812" y="141706"/>
                  <a:pt x="269726" y="150808"/>
                  <a:pt x="267072" y="161806"/>
                </a:cubicBezTo>
                <a:cubicBezTo>
                  <a:pt x="265744" y="167305"/>
                  <a:pt x="264417" y="173373"/>
                  <a:pt x="263090" y="179631"/>
                </a:cubicBezTo>
                <a:cubicBezTo>
                  <a:pt x="257021" y="208265"/>
                  <a:pt x="249816" y="240312"/>
                  <a:pt x="227819" y="254154"/>
                </a:cubicBezTo>
                <a:cubicBezTo>
                  <a:pt x="205822" y="240312"/>
                  <a:pt x="198806" y="208454"/>
                  <a:pt x="192927" y="180010"/>
                </a:cubicBezTo>
                <a:close/>
                <a:moveTo>
                  <a:pt x="433564" y="17310"/>
                </a:moveTo>
                <a:cubicBezTo>
                  <a:pt x="418015" y="2330"/>
                  <a:pt x="395828" y="-3170"/>
                  <a:pt x="371367" y="1761"/>
                </a:cubicBezTo>
                <a:cubicBezTo>
                  <a:pt x="345767" y="6881"/>
                  <a:pt x="325477" y="23189"/>
                  <a:pt x="315806" y="47082"/>
                </a:cubicBezTo>
                <a:lnTo>
                  <a:pt x="139263" y="46702"/>
                </a:lnTo>
                <a:cubicBezTo>
                  <a:pt x="129592" y="23189"/>
                  <a:pt x="109492" y="6691"/>
                  <a:pt x="83892" y="1761"/>
                </a:cubicBezTo>
                <a:cubicBezTo>
                  <a:pt x="59240" y="-3170"/>
                  <a:pt x="37244" y="2330"/>
                  <a:pt x="21694" y="17310"/>
                </a:cubicBezTo>
                <a:cubicBezTo>
                  <a:pt x="4817" y="33428"/>
                  <a:pt x="-2957" y="58270"/>
                  <a:pt x="1025" y="84059"/>
                </a:cubicBezTo>
                <a:cubicBezTo>
                  <a:pt x="3490" y="100746"/>
                  <a:pt x="12971" y="112503"/>
                  <a:pt x="20746" y="120467"/>
                </a:cubicBezTo>
                <a:cubicBezTo>
                  <a:pt x="20746" y="131086"/>
                  <a:pt x="23970" y="142464"/>
                  <a:pt x="30796" y="153273"/>
                </a:cubicBezTo>
                <a:cubicBezTo>
                  <a:pt x="38002" y="164271"/>
                  <a:pt x="47863" y="172804"/>
                  <a:pt x="58672" y="177166"/>
                </a:cubicBezTo>
                <a:cubicBezTo>
                  <a:pt x="63791" y="179252"/>
                  <a:pt x="69101" y="180200"/>
                  <a:pt x="74031" y="180200"/>
                </a:cubicBezTo>
                <a:cubicBezTo>
                  <a:pt x="80479" y="180200"/>
                  <a:pt x="86547" y="178493"/>
                  <a:pt x="91667" y="175270"/>
                </a:cubicBezTo>
                <a:cubicBezTo>
                  <a:pt x="100958" y="169391"/>
                  <a:pt x="106458" y="158582"/>
                  <a:pt x="107216" y="146067"/>
                </a:cubicBezTo>
                <a:cubicBezTo>
                  <a:pt x="107785" y="134310"/>
                  <a:pt x="104182" y="121795"/>
                  <a:pt x="96976" y="110796"/>
                </a:cubicBezTo>
                <a:cubicBezTo>
                  <a:pt x="88064" y="96954"/>
                  <a:pt x="75548" y="88041"/>
                  <a:pt x="63033" y="85007"/>
                </a:cubicBezTo>
                <a:cubicBezTo>
                  <a:pt x="56017" y="72681"/>
                  <a:pt x="54879" y="65665"/>
                  <a:pt x="59240" y="60735"/>
                </a:cubicBezTo>
                <a:cubicBezTo>
                  <a:pt x="63791" y="55615"/>
                  <a:pt x="72894" y="55994"/>
                  <a:pt x="78393" y="59597"/>
                </a:cubicBezTo>
                <a:cubicBezTo>
                  <a:pt x="84271" y="63390"/>
                  <a:pt x="88253" y="69647"/>
                  <a:pt x="92615" y="76284"/>
                </a:cubicBezTo>
                <a:lnTo>
                  <a:pt x="95838" y="81214"/>
                </a:lnTo>
                <a:cubicBezTo>
                  <a:pt x="102286" y="90696"/>
                  <a:pt x="107595" y="100746"/>
                  <a:pt x="113094" y="111176"/>
                </a:cubicBezTo>
                <a:lnTo>
                  <a:pt x="115180" y="115158"/>
                </a:lnTo>
                <a:cubicBezTo>
                  <a:pt x="119542" y="123501"/>
                  <a:pt x="122197" y="133172"/>
                  <a:pt x="124851" y="143412"/>
                </a:cubicBezTo>
                <a:cubicBezTo>
                  <a:pt x="125800" y="146825"/>
                  <a:pt x="126748" y="150428"/>
                  <a:pt x="127696" y="153842"/>
                </a:cubicBezTo>
                <a:cubicBezTo>
                  <a:pt x="131109" y="165599"/>
                  <a:pt x="133574" y="177735"/>
                  <a:pt x="136229" y="189492"/>
                </a:cubicBezTo>
                <a:cubicBezTo>
                  <a:pt x="139073" y="202955"/>
                  <a:pt x="142107" y="216987"/>
                  <a:pt x="146279" y="230641"/>
                </a:cubicBezTo>
                <a:cubicBezTo>
                  <a:pt x="153295" y="253396"/>
                  <a:pt x="161070" y="275013"/>
                  <a:pt x="180222" y="289615"/>
                </a:cubicBezTo>
                <a:cubicBezTo>
                  <a:pt x="180222" y="305733"/>
                  <a:pt x="180222" y="360156"/>
                  <a:pt x="180222" y="360156"/>
                </a:cubicBezTo>
                <a:lnTo>
                  <a:pt x="199185" y="360156"/>
                </a:lnTo>
                <a:cubicBezTo>
                  <a:pt x="199185" y="360156"/>
                  <a:pt x="199185" y="305733"/>
                  <a:pt x="199185" y="289615"/>
                </a:cubicBezTo>
                <a:cubicBezTo>
                  <a:pt x="199185" y="284115"/>
                  <a:pt x="196151" y="278616"/>
                  <a:pt x="191221" y="274634"/>
                </a:cubicBezTo>
                <a:cubicBezTo>
                  <a:pt x="176999" y="263636"/>
                  <a:pt x="170551" y="244863"/>
                  <a:pt x="164483" y="225141"/>
                </a:cubicBezTo>
                <a:cubicBezTo>
                  <a:pt x="160501" y="212436"/>
                  <a:pt x="157657" y="198783"/>
                  <a:pt x="154812" y="185699"/>
                </a:cubicBezTo>
                <a:cubicBezTo>
                  <a:pt x="152158" y="173563"/>
                  <a:pt x="149503" y="161048"/>
                  <a:pt x="145900" y="148722"/>
                </a:cubicBezTo>
                <a:cubicBezTo>
                  <a:pt x="144952" y="145498"/>
                  <a:pt x="144004" y="142085"/>
                  <a:pt x="143245" y="138672"/>
                </a:cubicBezTo>
                <a:cubicBezTo>
                  <a:pt x="140401" y="127863"/>
                  <a:pt x="137556" y="116675"/>
                  <a:pt x="132057" y="106245"/>
                </a:cubicBezTo>
                <a:lnTo>
                  <a:pt x="129971" y="102263"/>
                </a:lnTo>
                <a:cubicBezTo>
                  <a:pt x="124472" y="91644"/>
                  <a:pt x="118594" y="80835"/>
                  <a:pt x="111577" y="70406"/>
                </a:cubicBezTo>
                <a:lnTo>
                  <a:pt x="108543" y="65855"/>
                </a:lnTo>
                <a:cubicBezTo>
                  <a:pt x="103613" y="58270"/>
                  <a:pt x="97924" y="49736"/>
                  <a:pt x="88822" y="43668"/>
                </a:cubicBezTo>
                <a:cubicBezTo>
                  <a:pt x="76307" y="35514"/>
                  <a:pt x="56396" y="34945"/>
                  <a:pt x="44829" y="48409"/>
                </a:cubicBezTo>
                <a:cubicBezTo>
                  <a:pt x="34020" y="61114"/>
                  <a:pt x="37433" y="75715"/>
                  <a:pt x="42174" y="85955"/>
                </a:cubicBezTo>
                <a:cubicBezTo>
                  <a:pt x="40088" y="86714"/>
                  <a:pt x="38002" y="87662"/>
                  <a:pt x="36106" y="88800"/>
                </a:cubicBezTo>
                <a:lnTo>
                  <a:pt x="36106" y="88800"/>
                </a:lnTo>
                <a:cubicBezTo>
                  <a:pt x="32313" y="91265"/>
                  <a:pt x="29279" y="94678"/>
                  <a:pt x="26814" y="98281"/>
                </a:cubicBezTo>
                <a:cubicBezTo>
                  <a:pt x="23022" y="92782"/>
                  <a:pt x="20556" y="87093"/>
                  <a:pt x="19608" y="81214"/>
                </a:cubicBezTo>
                <a:cubicBezTo>
                  <a:pt x="16764" y="61873"/>
                  <a:pt x="22453" y="42720"/>
                  <a:pt x="34399" y="31153"/>
                </a:cubicBezTo>
                <a:cubicBezTo>
                  <a:pt x="45587" y="20534"/>
                  <a:pt x="61326" y="16741"/>
                  <a:pt x="79910" y="20534"/>
                </a:cubicBezTo>
                <a:cubicBezTo>
                  <a:pt x="99062" y="24326"/>
                  <a:pt x="114232" y="36652"/>
                  <a:pt x="121438" y="54098"/>
                </a:cubicBezTo>
                <a:cubicBezTo>
                  <a:pt x="124472" y="61493"/>
                  <a:pt x="131299" y="66234"/>
                  <a:pt x="139073" y="66234"/>
                </a:cubicBezTo>
                <a:lnTo>
                  <a:pt x="315616" y="66234"/>
                </a:lnTo>
                <a:cubicBezTo>
                  <a:pt x="323391" y="66234"/>
                  <a:pt x="330218" y="61493"/>
                  <a:pt x="333252" y="54098"/>
                </a:cubicBezTo>
                <a:cubicBezTo>
                  <a:pt x="340457" y="36462"/>
                  <a:pt x="355628" y="24326"/>
                  <a:pt x="374780" y="20534"/>
                </a:cubicBezTo>
                <a:cubicBezTo>
                  <a:pt x="393363" y="16931"/>
                  <a:pt x="409102" y="20534"/>
                  <a:pt x="420290" y="31153"/>
                </a:cubicBezTo>
                <a:cubicBezTo>
                  <a:pt x="432426" y="42720"/>
                  <a:pt x="438115" y="61873"/>
                  <a:pt x="435081" y="81214"/>
                </a:cubicBezTo>
                <a:cubicBezTo>
                  <a:pt x="434133" y="87093"/>
                  <a:pt x="431668" y="92592"/>
                  <a:pt x="427875" y="98281"/>
                </a:cubicBezTo>
                <a:cubicBezTo>
                  <a:pt x="425410" y="94488"/>
                  <a:pt x="422376" y="91265"/>
                  <a:pt x="418584" y="88800"/>
                </a:cubicBezTo>
                <a:lnTo>
                  <a:pt x="418584" y="88800"/>
                </a:lnTo>
                <a:cubicBezTo>
                  <a:pt x="416687" y="87662"/>
                  <a:pt x="414602" y="86714"/>
                  <a:pt x="412516" y="85955"/>
                </a:cubicBezTo>
                <a:cubicBezTo>
                  <a:pt x="417067" y="75715"/>
                  <a:pt x="420670" y="61114"/>
                  <a:pt x="409861" y="48409"/>
                </a:cubicBezTo>
                <a:cubicBezTo>
                  <a:pt x="398294" y="34945"/>
                  <a:pt x="378383" y="35514"/>
                  <a:pt x="365867" y="43668"/>
                </a:cubicBezTo>
                <a:cubicBezTo>
                  <a:pt x="356765" y="49736"/>
                  <a:pt x="351076" y="58270"/>
                  <a:pt x="346146" y="65855"/>
                </a:cubicBezTo>
                <a:lnTo>
                  <a:pt x="343112" y="70406"/>
                </a:lnTo>
                <a:cubicBezTo>
                  <a:pt x="335906" y="80835"/>
                  <a:pt x="330218" y="91644"/>
                  <a:pt x="324718" y="102263"/>
                </a:cubicBezTo>
                <a:lnTo>
                  <a:pt x="322632" y="106245"/>
                </a:lnTo>
                <a:cubicBezTo>
                  <a:pt x="317133" y="116675"/>
                  <a:pt x="314289" y="127863"/>
                  <a:pt x="311444" y="138672"/>
                </a:cubicBezTo>
                <a:cubicBezTo>
                  <a:pt x="310496" y="141895"/>
                  <a:pt x="309738" y="145308"/>
                  <a:pt x="308790" y="148722"/>
                </a:cubicBezTo>
                <a:cubicBezTo>
                  <a:pt x="305187" y="161048"/>
                  <a:pt x="302532" y="173563"/>
                  <a:pt x="300067" y="185699"/>
                </a:cubicBezTo>
                <a:cubicBezTo>
                  <a:pt x="297222" y="198783"/>
                  <a:pt x="294378" y="212436"/>
                  <a:pt x="290396" y="225331"/>
                </a:cubicBezTo>
                <a:cubicBezTo>
                  <a:pt x="284328" y="245052"/>
                  <a:pt x="277691" y="263825"/>
                  <a:pt x="263658" y="274824"/>
                </a:cubicBezTo>
                <a:cubicBezTo>
                  <a:pt x="258728" y="278616"/>
                  <a:pt x="255884" y="284115"/>
                  <a:pt x="255884" y="289615"/>
                </a:cubicBezTo>
                <a:cubicBezTo>
                  <a:pt x="255884" y="305733"/>
                  <a:pt x="255884" y="360156"/>
                  <a:pt x="255884" y="360156"/>
                </a:cubicBezTo>
                <a:lnTo>
                  <a:pt x="274846" y="360156"/>
                </a:lnTo>
                <a:cubicBezTo>
                  <a:pt x="274846" y="360156"/>
                  <a:pt x="274846" y="305923"/>
                  <a:pt x="275415" y="289615"/>
                </a:cubicBezTo>
                <a:cubicBezTo>
                  <a:pt x="293999" y="275203"/>
                  <a:pt x="301584" y="253586"/>
                  <a:pt x="308600" y="230830"/>
                </a:cubicBezTo>
                <a:cubicBezTo>
                  <a:pt x="312772" y="217177"/>
                  <a:pt x="315806" y="203145"/>
                  <a:pt x="318650" y="189681"/>
                </a:cubicBezTo>
                <a:cubicBezTo>
                  <a:pt x="321305" y="177735"/>
                  <a:pt x="323770" y="165788"/>
                  <a:pt x="327183" y="154031"/>
                </a:cubicBezTo>
                <a:cubicBezTo>
                  <a:pt x="328132" y="150618"/>
                  <a:pt x="329080" y="147015"/>
                  <a:pt x="330028" y="143602"/>
                </a:cubicBezTo>
                <a:cubicBezTo>
                  <a:pt x="332683" y="133362"/>
                  <a:pt x="335148" y="123691"/>
                  <a:pt x="339699" y="115347"/>
                </a:cubicBezTo>
                <a:lnTo>
                  <a:pt x="341785" y="111365"/>
                </a:lnTo>
                <a:cubicBezTo>
                  <a:pt x="347284" y="100936"/>
                  <a:pt x="352594" y="90885"/>
                  <a:pt x="359041" y="81404"/>
                </a:cubicBezTo>
                <a:lnTo>
                  <a:pt x="362264" y="76474"/>
                </a:lnTo>
                <a:cubicBezTo>
                  <a:pt x="366626" y="69837"/>
                  <a:pt x="370798" y="63579"/>
                  <a:pt x="376487" y="59787"/>
                </a:cubicBezTo>
                <a:cubicBezTo>
                  <a:pt x="381986" y="56184"/>
                  <a:pt x="391088" y="55804"/>
                  <a:pt x="395639" y="60924"/>
                </a:cubicBezTo>
                <a:cubicBezTo>
                  <a:pt x="400000" y="65855"/>
                  <a:pt x="398863" y="72871"/>
                  <a:pt x="391846" y="85197"/>
                </a:cubicBezTo>
                <a:cubicBezTo>
                  <a:pt x="379331" y="88231"/>
                  <a:pt x="366626" y="97143"/>
                  <a:pt x="357903" y="110986"/>
                </a:cubicBezTo>
                <a:cubicBezTo>
                  <a:pt x="350697" y="121984"/>
                  <a:pt x="347094" y="134500"/>
                  <a:pt x="347663" y="146257"/>
                </a:cubicBezTo>
                <a:cubicBezTo>
                  <a:pt x="348232" y="158962"/>
                  <a:pt x="353921" y="169581"/>
                  <a:pt x="363023" y="175459"/>
                </a:cubicBezTo>
                <a:cubicBezTo>
                  <a:pt x="368143" y="178683"/>
                  <a:pt x="374211" y="180389"/>
                  <a:pt x="380658" y="180389"/>
                </a:cubicBezTo>
                <a:cubicBezTo>
                  <a:pt x="385589" y="180389"/>
                  <a:pt x="390898" y="179441"/>
                  <a:pt x="396018" y="177355"/>
                </a:cubicBezTo>
                <a:cubicBezTo>
                  <a:pt x="406827" y="172994"/>
                  <a:pt x="416687" y="164461"/>
                  <a:pt x="423893" y="153462"/>
                </a:cubicBezTo>
                <a:cubicBezTo>
                  <a:pt x="430720" y="142654"/>
                  <a:pt x="433944" y="131276"/>
                  <a:pt x="433944" y="120657"/>
                </a:cubicBezTo>
                <a:cubicBezTo>
                  <a:pt x="441718" y="112693"/>
                  <a:pt x="451200" y="100936"/>
                  <a:pt x="453665" y="84249"/>
                </a:cubicBezTo>
                <a:cubicBezTo>
                  <a:pt x="457647" y="58649"/>
                  <a:pt x="449872" y="33618"/>
                  <a:pt x="433185" y="17689"/>
                </a:cubicBezTo>
                <a:close/>
                <a:moveTo>
                  <a:pt x="46346" y="104539"/>
                </a:moveTo>
                <a:cubicBezTo>
                  <a:pt x="55637" y="98471"/>
                  <a:pt x="71566" y="106056"/>
                  <a:pt x="81048" y="120847"/>
                </a:cubicBezTo>
                <a:cubicBezTo>
                  <a:pt x="85978" y="128432"/>
                  <a:pt x="88633" y="137344"/>
                  <a:pt x="88253" y="144929"/>
                </a:cubicBezTo>
                <a:cubicBezTo>
                  <a:pt x="88253" y="148722"/>
                  <a:pt x="86926" y="155738"/>
                  <a:pt x="81427" y="159151"/>
                </a:cubicBezTo>
                <a:cubicBezTo>
                  <a:pt x="75928" y="162754"/>
                  <a:pt x="69291" y="160858"/>
                  <a:pt x="65688" y="159341"/>
                </a:cubicBezTo>
                <a:cubicBezTo>
                  <a:pt x="58482" y="156496"/>
                  <a:pt x="51655" y="150428"/>
                  <a:pt x="46725" y="142843"/>
                </a:cubicBezTo>
                <a:cubicBezTo>
                  <a:pt x="37244" y="128052"/>
                  <a:pt x="37054" y="110417"/>
                  <a:pt x="46346" y="104539"/>
                </a:cubicBezTo>
                <a:close/>
                <a:moveTo>
                  <a:pt x="408154" y="142843"/>
                </a:moveTo>
                <a:cubicBezTo>
                  <a:pt x="403224" y="150618"/>
                  <a:pt x="396397" y="156496"/>
                  <a:pt x="389192" y="159341"/>
                </a:cubicBezTo>
                <a:cubicBezTo>
                  <a:pt x="385589" y="160858"/>
                  <a:pt x="378952" y="162565"/>
                  <a:pt x="373452" y="159151"/>
                </a:cubicBezTo>
                <a:cubicBezTo>
                  <a:pt x="367953" y="155738"/>
                  <a:pt x="366816" y="148722"/>
                  <a:pt x="366626" y="144929"/>
                </a:cubicBezTo>
                <a:cubicBezTo>
                  <a:pt x="366247" y="137344"/>
                  <a:pt x="368901" y="128432"/>
                  <a:pt x="373832" y="120847"/>
                </a:cubicBezTo>
                <a:cubicBezTo>
                  <a:pt x="381038" y="109469"/>
                  <a:pt x="392226" y="102453"/>
                  <a:pt x="401138" y="102453"/>
                </a:cubicBezTo>
                <a:cubicBezTo>
                  <a:pt x="403793" y="102453"/>
                  <a:pt x="406448" y="103022"/>
                  <a:pt x="408534" y="104539"/>
                </a:cubicBezTo>
                <a:cubicBezTo>
                  <a:pt x="417825" y="110417"/>
                  <a:pt x="417636" y="128052"/>
                  <a:pt x="408154" y="14284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25" descr="Nervous system icon.">
            <a:extLst>
              <a:ext uri="{FF2B5EF4-FFF2-40B4-BE49-F238E27FC236}">
                <a16:creationId xmlns:a16="http://schemas.microsoft.com/office/drawing/2014/main" id="{44F082A4-3499-F6BB-CB73-EFC3D343CA95}"/>
              </a:ext>
            </a:extLst>
          </p:cNvPr>
          <p:cNvSpPr/>
          <p:nvPr/>
        </p:nvSpPr>
        <p:spPr>
          <a:xfrm>
            <a:off x="5885123" y="2322705"/>
            <a:ext cx="341138" cy="455544"/>
          </a:xfrm>
          <a:custGeom>
            <a:avLst/>
            <a:gdLst>
              <a:gd name="connsiteX0" fmla="*/ 330481 w 341138"/>
              <a:gd name="connsiteY0" fmla="*/ 225337 h 455544"/>
              <a:gd name="connsiteX1" fmla="*/ 284401 w 341138"/>
              <a:gd name="connsiteY1" fmla="*/ 315790 h 455544"/>
              <a:gd name="connsiteX2" fmla="*/ 284401 w 341138"/>
              <a:gd name="connsiteY2" fmla="*/ 397708 h 455544"/>
              <a:gd name="connsiteX3" fmla="*/ 265438 w 341138"/>
              <a:gd name="connsiteY3" fmla="*/ 397708 h 455544"/>
              <a:gd name="connsiteX4" fmla="*/ 265438 w 341138"/>
              <a:gd name="connsiteY4" fmla="*/ 315221 h 455544"/>
              <a:gd name="connsiteX5" fmla="*/ 268093 w 341138"/>
              <a:gd name="connsiteY5" fmla="*/ 305929 h 455544"/>
              <a:gd name="connsiteX6" fmla="*/ 312656 w 341138"/>
              <a:gd name="connsiteY6" fmla="*/ 218890 h 455544"/>
              <a:gd name="connsiteX7" fmla="*/ 290469 w 341138"/>
              <a:gd name="connsiteY7" fmla="*/ 63775 h 455544"/>
              <a:gd name="connsiteX8" fmla="*/ 202103 w 341138"/>
              <a:gd name="connsiteY8" fmla="*/ 19782 h 455544"/>
              <a:gd name="connsiteX9" fmla="*/ 98756 w 341138"/>
              <a:gd name="connsiteY9" fmla="*/ 39693 h 455544"/>
              <a:gd name="connsiteX10" fmla="*/ 73157 w 341138"/>
              <a:gd name="connsiteY10" fmla="*/ 62258 h 455544"/>
              <a:gd name="connsiteX11" fmla="*/ 57986 w 341138"/>
              <a:gd name="connsiteY11" fmla="*/ 92409 h 455544"/>
              <a:gd name="connsiteX12" fmla="*/ 51350 w 341138"/>
              <a:gd name="connsiteY12" fmla="*/ 157641 h 455544"/>
              <a:gd name="connsiteX13" fmla="*/ 49832 w 341138"/>
              <a:gd name="connsiteY13" fmla="*/ 168070 h 455544"/>
              <a:gd name="connsiteX14" fmla="*/ 19113 w 341138"/>
              <a:gd name="connsiteY14" fmla="*/ 237284 h 455544"/>
              <a:gd name="connsiteX15" fmla="*/ 32387 w 341138"/>
              <a:gd name="connsiteY15" fmla="*/ 236715 h 455544"/>
              <a:gd name="connsiteX16" fmla="*/ 50970 w 341138"/>
              <a:gd name="connsiteY16" fmla="*/ 254161 h 455544"/>
              <a:gd name="connsiteX17" fmla="*/ 50970 w 341138"/>
              <a:gd name="connsiteY17" fmla="*/ 329063 h 455544"/>
              <a:gd name="connsiteX18" fmla="*/ 62538 w 341138"/>
              <a:gd name="connsiteY18" fmla="*/ 340820 h 455544"/>
              <a:gd name="connsiteX19" fmla="*/ 142181 w 341138"/>
              <a:gd name="connsiteY19" fmla="*/ 341200 h 455544"/>
              <a:gd name="connsiteX20" fmla="*/ 161144 w 341138"/>
              <a:gd name="connsiteY20" fmla="*/ 359973 h 455544"/>
              <a:gd name="connsiteX21" fmla="*/ 161144 w 341138"/>
              <a:gd name="connsiteY21" fmla="*/ 397898 h 455544"/>
              <a:gd name="connsiteX22" fmla="*/ 142181 w 341138"/>
              <a:gd name="connsiteY22" fmla="*/ 397898 h 455544"/>
              <a:gd name="connsiteX23" fmla="*/ 142181 w 341138"/>
              <a:gd name="connsiteY23" fmla="*/ 359973 h 455544"/>
              <a:gd name="connsiteX24" fmla="*/ 62538 w 341138"/>
              <a:gd name="connsiteY24" fmla="*/ 359783 h 455544"/>
              <a:gd name="connsiteX25" fmla="*/ 32008 w 341138"/>
              <a:gd name="connsiteY25" fmla="*/ 329063 h 455544"/>
              <a:gd name="connsiteX26" fmla="*/ 32008 w 341138"/>
              <a:gd name="connsiteY26" fmla="*/ 255678 h 455544"/>
              <a:gd name="connsiteX27" fmla="*/ 18544 w 341138"/>
              <a:gd name="connsiteY27" fmla="*/ 255678 h 455544"/>
              <a:gd name="connsiteX28" fmla="*/ 2995 w 341138"/>
              <a:gd name="connsiteY28" fmla="*/ 247334 h 455544"/>
              <a:gd name="connsiteX29" fmla="*/ 1667 w 341138"/>
              <a:gd name="connsiteY29" fmla="*/ 229509 h 455544"/>
              <a:gd name="connsiteX30" fmla="*/ 32387 w 341138"/>
              <a:gd name="connsiteY30" fmla="*/ 160295 h 455544"/>
              <a:gd name="connsiteX31" fmla="*/ 39972 w 341138"/>
              <a:gd name="connsiteY31" fmla="*/ 86151 h 455544"/>
              <a:gd name="connsiteX32" fmla="*/ 57797 w 341138"/>
              <a:gd name="connsiteY32" fmla="*/ 50881 h 455544"/>
              <a:gd name="connsiteX33" fmla="*/ 88896 w 341138"/>
              <a:gd name="connsiteY33" fmla="*/ 23385 h 455544"/>
              <a:gd name="connsiteX34" fmla="*/ 203430 w 341138"/>
              <a:gd name="connsiteY34" fmla="*/ 819 h 455544"/>
              <a:gd name="connsiteX35" fmla="*/ 305260 w 341138"/>
              <a:gd name="connsiteY35" fmla="*/ 52208 h 455544"/>
              <a:gd name="connsiteX36" fmla="*/ 330291 w 341138"/>
              <a:gd name="connsiteY36" fmla="*/ 225337 h 455544"/>
              <a:gd name="connsiteX37" fmla="*/ 289142 w 341138"/>
              <a:gd name="connsiteY37" fmla="*/ 241835 h 455544"/>
              <a:gd name="connsiteX38" fmla="*/ 284212 w 341138"/>
              <a:gd name="connsiteY38" fmla="*/ 231216 h 455544"/>
              <a:gd name="connsiteX39" fmla="*/ 284591 w 341138"/>
              <a:gd name="connsiteY39" fmla="*/ 142281 h 455544"/>
              <a:gd name="connsiteX40" fmla="*/ 279092 w 341138"/>
              <a:gd name="connsiteY40" fmla="*/ 128817 h 455544"/>
              <a:gd name="connsiteX41" fmla="*/ 265628 w 341138"/>
              <a:gd name="connsiteY41" fmla="*/ 123318 h 455544"/>
              <a:gd name="connsiteX42" fmla="*/ 100463 w 341138"/>
              <a:gd name="connsiteY42" fmla="*/ 123318 h 455544"/>
              <a:gd name="connsiteX43" fmla="*/ 90223 w 341138"/>
              <a:gd name="connsiteY43" fmla="*/ 118957 h 455544"/>
              <a:gd name="connsiteX44" fmla="*/ 76001 w 341138"/>
              <a:gd name="connsiteY44" fmla="*/ 133179 h 455544"/>
              <a:gd name="connsiteX45" fmla="*/ 90223 w 341138"/>
              <a:gd name="connsiteY45" fmla="*/ 147401 h 455544"/>
              <a:gd name="connsiteX46" fmla="*/ 100842 w 341138"/>
              <a:gd name="connsiteY46" fmla="*/ 142470 h 455544"/>
              <a:gd name="connsiteX47" fmla="*/ 265628 w 341138"/>
              <a:gd name="connsiteY47" fmla="*/ 142470 h 455544"/>
              <a:gd name="connsiteX48" fmla="*/ 265249 w 341138"/>
              <a:gd name="connsiteY48" fmla="*/ 231595 h 455544"/>
              <a:gd name="connsiteX49" fmla="*/ 260698 w 341138"/>
              <a:gd name="connsiteY49" fmla="*/ 242025 h 455544"/>
              <a:gd name="connsiteX50" fmla="*/ 274920 w 341138"/>
              <a:gd name="connsiteY50" fmla="*/ 256247 h 455544"/>
              <a:gd name="connsiteX51" fmla="*/ 289142 w 341138"/>
              <a:gd name="connsiteY51" fmla="*/ 242025 h 455544"/>
              <a:gd name="connsiteX52" fmla="*/ 137251 w 341138"/>
              <a:gd name="connsiteY52" fmla="*/ 61500 h 455544"/>
              <a:gd name="connsiteX53" fmla="*/ 123029 w 341138"/>
              <a:gd name="connsiteY53" fmla="*/ 47278 h 455544"/>
              <a:gd name="connsiteX54" fmla="*/ 108807 w 341138"/>
              <a:gd name="connsiteY54" fmla="*/ 61500 h 455544"/>
              <a:gd name="connsiteX55" fmla="*/ 113926 w 341138"/>
              <a:gd name="connsiteY55" fmla="*/ 72119 h 455544"/>
              <a:gd name="connsiteX56" fmla="*/ 113926 w 341138"/>
              <a:gd name="connsiteY56" fmla="*/ 75911 h 455544"/>
              <a:gd name="connsiteX57" fmla="*/ 119426 w 341138"/>
              <a:gd name="connsiteY57" fmla="*/ 89375 h 455544"/>
              <a:gd name="connsiteX58" fmla="*/ 132700 w 341138"/>
              <a:gd name="connsiteY58" fmla="*/ 94874 h 455544"/>
              <a:gd name="connsiteX59" fmla="*/ 246476 w 341138"/>
              <a:gd name="connsiteY59" fmla="*/ 94874 h 455544"/>
              <a:gd name="connsiteX60" fmla="*/ 265438 w 341138"/>
              <a:gd name="connsiteY60" fmla="*/ 75911 h 455544"/>
              <a:gd name="connsiteX61" fmla="*/ 265438 w 341138"/>
              <a:gd name="connsiteY61" fmla="*/ 71929 h 455544"/>
              <a:gd name="connsiteX62" fmla="*/ 270369 w 341138"/>
              <a:gd name="connsiteY62" fmla="*/ 61310 h 455544"/>
              <a:gd name="connsiteX63" fmla="*/ 256147 w 341138"/>
              <a:gd name="connsiteY63" fmla="*/ 47088 h 455544"/>
              <a:gd name="connsiteX64" fmla="*/ 241925 w 341138"/>
              <a:gd name="connsiteY64" fmla="*/ 61310 h 455544"/>
              <a:gd name="connsiteX65" fmla="*/ 246476 w 341138"/>
              <a:gd name="connsiteY65" fmla="*/ 71739 h 455544"/>
              <a:gd name="connsiteX66" fmla="*/ 246476 w 341138"/>
              <a:gd name="connsiteY66" fmla="*/ 75722 h 455544"/>
              <a:gd name="connsiteX67" fmla="*/ 198879 w 341138"/>
              <a:gd name="connsiteY67" fmla="*/ 75722 h 455544"/>
              <a:gd name="connsiteX68" fmla="*/ 198879 w 341138"/>
              <a:gd name="connsiteY68" fmla="*/ 52966 h 455544"/>
              <a:gd name="connsiteX69" fmla="*/ 203620 w 341138"/>
              <a:gd name="connsiteY69" fmla="*/ 42537 h 455544"/>
              <a:gd name="connsiteX70" fmla="*/ 189398 w 341138"/>
              <a:gd name="connsiteY70" fmla="*/ 28315 h 455544"/>
              <a:gd name="connsiteX71" fmla="*/ 175176 w 341138"/>
              <a:gd name="connsiteY71" fmla="*/ 42537 h 455544"/>
              <a:gd name="connsiteX72" fmla="*/ 179917 w 341138"/>
              <a:gd name="connsiteY72" fmla="*/ 52966 h 455544"/>
              <a:gd name="connsiteX73" fmla="*/ 179917 w 341138"/>
              <a:gd name="connsiteY73" fmla="*/ 75722 h 455544"/>
              <a:gd name="connsiteX74" fmla="*/ 132889 w 341138"/>
              <a:gd name="connsiteY74" fmla="*/ 75722 h 455544"/>
              <a:gd name="connsiteX75" fmla="*/ 132889 w 341138"/>
              <a:gd name="connsiteY75" fmla="*/ 71550 h 455544"/>
              <a:gd name="connsiteX76" fmla="*/ 137251 w 341138"/>
              <a:gd name="connsiteY76" fmla="*/ 61310 h 455544"/>
              <a:gd name="connsiteX77" fmla="*/ 227323 w 341138"/>
              <a:gd name="connsiteY77" fmla="*/ 170725 h 455544"/>
              <a:gd name="connsiteX78" fmla="*/ 94584 w 341138"/>
              <a:gd name="connsiteY78" fmla="*/ 170725 h 455544"/>
              <a:gd name="connsiteX79" fmla="*/ 75622 w 341138"/>
              <a:gd name="connsiteY79" fmla="*/ 189688 h 455544"/>
              <a:gd name="connsiteX80" fmla="*/ 75622 w 341138"/>
              <a:gd name="connsiteY80" fmla="*/ 231026 h 455544"/>
              <a:gd name="connsiteX81" fmla="*/ 70691 w 341138"/>
              <a:gd name="connsiteY81" fmla="*/ 241645 h 455544"/>
              <a:gd name="connsiteX82" fmla="*/ 84913 w 341138"/>
              <a:gd name="connsiteY82" fmla="*/ 255867 h 455544"/>
              <a:gd name="connsiteX83" fmla="*/ 99136 w 341138"/>
              <a:gd name="connsiteY83" fmla="*/ 241645 h 455544"/>
              <a:gd name="connsiteX84" fmla="*/ 94584 w 341138"/>
              <a:gd name="connsiteY84" fmla="*/ 231216 h 455544"/>
              <a:gd name="connsiteX85" fmla="*/ 94584 w 341138"/>
              <a:gd name="connsiteY85" fmla="*/ 189688 h 455544"/>
              <a:gd name="connsiteX86" fmla="*/ 180296 w 341138"/>
              <a:gd name="connsiteY86" fmla="*/ 189688 h 455544"/>
              <a:gd name="connsiteX87" fmla="*/ 180296 w 341138"/>
              <a:gd name="connsiteY87" fmla="*/ 218132 h 455544"/>
              <a:gd name="connsiteX88" fmla="*/ 132700 w 341138"/>
              <a:gd name="connsiteY88" fmla="*/ 218132 h 455544"/>
              <a:gd name="connsiteX89" fmla="*/ 113737 w 341138"/>
              <a:gd name="connsiteY89" fmla="*/ 237094 h 455544"/>
              <a:gd name="connsiteX90" fmla="*/ 113737 w 341138"/>
              <a:gd name="connsiteY90" fmla="*/ 287535 h 455544"/>
              <a:gd name="connsiteX91" fmla="*/ 108238 w 341138"/>
              <a:gd name="connsiteY91" fmla="*/ 298533 h 455544"/>
              <a:gd name="connsiteX92" fmla="*/ 122460 w 341138"/>
              <a:gd name="connsiteY92" fmla="*/ 312756 h 455544"/>
              <a:gd name="connsiteX93" fmla="*/ 136682 w 341138"/>
              <a:gd name="connsiteY93" fmla="*/ 298533 h 455544"/>
              <a:gd name="connsiteX94" fmla="*/ 132700 w 341138"/>
              <a:gd name="connsiteY94" fmla="*/ 288673 h 455544"/>
              <a:gd name="connsiteX95" fmla="*/ 132700 w 341138"/>
              <a:gd name="connsiteY95" fmla="*/ 237094 h 455544"/>
              <a:gd name="connsiteX96" fmla="*/ 180296 w 341138"/>
              <a:gd name="connsiteY96" fmla="*/ 237094 h 455544"/>
              <a:gd name="connsiteX97" fmla="*/ 180296 w 341138"/>
              <a:gd name="connsiteY97" fmla="*/ 455545 h 455544"/>
              <a:gd name="connsiteX98" fmla="*/ 199259 w 341138"/>
              <a:gd name="connsiteY98" fmla="*/ 455545 h 455544"/>
              <a:gd name="connsiteX99" fmla="*/ 199259 w 341138"/>
              <a:gd name="connsiteY99" fmla="*/ 189877 h 455544"/>
              <a:gd name="connsiteX100" fmla="*/ 227323 w 341138"/>
              <a:gd name="connsiteY100" fmla="*/ 189877 h 455544"/>
              <a:gd name="connsiteX101" fmla="*/ 227703 w 341138"/>
              <a:gd name="connsiteY101" fmla="*/ 416482 h 455544"/>
              <a:gd name="connsiteX102" fmla="*/ 246665 w 341138"/>
              <a:gd name="connsiteY102" fmla="*/ 416482 h 455544"/>
              <a:gd name="connsiteX103" fmla="*/ 246286 w 341138"/>
              <a:gd name="connsiteY103" fmla="*/ 189877 h 455544"/>
              <a:gd name="connsiteX104" fmla="*/ 227323 w 341138"/>
              <a:gd name="connsiteY104" fmla="*/ 170914 h 455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341138" h="455544">
                <a:moveTo>
                  <a:pt x="330481" y="225337"/>
                </a:moveTo>
                <a:cubicBezTo>
                  <a:pt x="318724" y="257953"/>
                  <a:pt x="300520" y="289052"/>
                  <a:pt x="284401" y="315790"/>
                </a:cubicBezTo>
                <a:lnTo>
                  <a:pt x="284401" y="397708"/>
                </a:lnTo>
                <a:cubicBezTo>
                  <a:pt x="284401" y="397708"/>
                  <a:pt x="265438" y="397708"/>
                  <a:pt x="265438" y="397708"/>
                </a:cubicBezTo>
                <a:lnTo>
                  <a:pt x="265438" y="315221"/>
                </a:lnTo>
                <a:cubicBezTo>
                  <a:pt x="265438" y="311997"/>
                  <a:pt x="266387" y="308963"/>
                  <a:pt x="268093" y="305929"/>
                </a:cubicBezTo>
                <a:cubicBezTo>
                  <a:pt x="284401" y="279002"/>
                  <a:pt x="301468" y="249989"/>
                  <a:pt x="312656" y="218890"/>
                </a:cubicBezTo>
                <a:cubicBezTo>
                  <a:pt x="331429" y="167122"/>
                  <a:pt x="322516" y="104735"/>
                  <a:pt x="290469" y="63775"/>
                </a:cubicBezTo>
                <a:cubicBezTo>
                  <a:pt x="269610" y="37038"/>
                  <a:pt x="240597" y="22626"/>
                  <a:pt x="202103" y="19782"/>
                </a:cubicBezTo>
                <a:cubicBezTo>
                  <a:pt x="159437" y="16558"/>
                  <a:pt x="125683" y="23005"/>
                  <a:pt x="98756" y="39693"/>
                </a:cubicBezTo>
                <a:cubicBezTo>
                  <a:pt x="87379" y="46709"/>
                  <a:pt x="79225" y="53915"/>
                  <a:pt x="73157" y="62258"/>
                </a:cubicBezTo>
                <a:cubicBezTo>
                  <a:pt x="66899" y="70791"/>
                  <a:pt x="61779" y="81031"/>
                  <a:pt x="57986" y="92409"/>
                </a:cubicBezTo>
                <a:cubicBezTo>
                  <a:pt x="50781" y="113457"/>
                  <a:pt x="48505" y="136023"/>
                  <a:pt x="51350" y="157641"/>
                </a:cubicBezTo>
                <a:cubicBezTo>
                  <a:pt x="51729" y="161243"/>
                  <a:pt x="51350" y="164846"/>
                  <a:pt x="49832" y="168070"/>
                </a:cubicBezTo>
                <a:lnTo>
                  <a:pt x="19113" y="237284"/>
                </a:lnTo>
                <a:lnTo>
                  <a:pt x="32387" y="236715"/>
                </a:lnTo>
                <a:cubicBezTo>
                  <a:pt x="43196" y="236715"/>
                  <a:pt x="50970" y="244111"/>
                  <a:pt x="50970" y="254161"/>
                </a:cubicBezTo>
                <a:lnTo>
                  <a:pt x="50970" y="329063"/>
                </a:lnTo>
                <a:cubicBezTo>
                  <a:pt x="50970" y="335511"/>
                  <a:pt x="56280" y="340820"/>
                  <a:pt x="62538" y="340820"/>
                </a:cubicBezTo>
                <a:lnTo>
                  <a:pt x="142181" y="341200"/>
                </a:lnTo>
                <a:cubicBezTo>
                  <a:pt x="152610" y="341200"/>
                  <a:pt x="160954" y="349733"/>
                  <a:pt x="161144" y="359973"/>
                </a:cubicBezTo>
                <a:lnTo>
                  <a:pt x="161144" y="397898"/>
                </a:lnTo>
                <a:cubicBezTo>
                  <a:pt x="161144" y="397898"/>
                  <a:pt x="142181" y="397898"/>
                  <a:pt x="142181" y="397898"/>
                </a:cubicBezTo>
                <a:lnTo>
                  <a:pt x="142181" y="359973"/>
                </a:lnTo>
                <a:cubicBezTo>
                  <a:pt x="142181" y="359973"/>
                  <a:pt x="62538" y="359783"/>
                  <a:pt x="62538" y="359783"/>
                </a:cubicBezTo>
                <a:cubicBezTo>
                  <a:pt x="45661" y="359783"/>
                  <a:pt x="32008" y="345940"/>
                  <a:pt x="32008" y="329063"/>
                </a:cubicBezTo>
                <a:lnTo>
                  <a:pt x="32008" y="255678"/>
                </a:lnTo>
                <a:lnTo>
                  <a:pt x="18544" y="255678"/>
                </a:lnTo>
                <a:cubicBezTo>
                  <a:pt x="12097" y="255678"/>
                  <a:pt x="6408" y="252454"/>
                  <a:pt x="2995" y="247334"/>
                </a:cubicBezTo>
                <a:cubicBezTo>
                  <a:pt x="-419" y="242025"/>
                  <a:pt x="-988" y="235388"/>
                  <a:pt x="1667" y="229509"/>
                </a:cubicBezTo>
                <a:lnTo>
                  <a:pt x="32387" y="160295"/>
                </a:lnTo>
                <a:cubicBezTo>
                  <a:pt x="29163" y="135454"/>
                  <a:pt x="31818" y="110044"/>
                  <a:pt x="39972" y="86151"/>
                </a:cubicBezTo>
                <a:cubicBezTo>
                  <a:pt x="44523" y="72877"/>
                  <a:pt x="50401" y="61120"/>
                  <a:pt x="57797" y="50881"/>
                </a:cubicBezTo>
                <a:cubicBezTo>
                  <a:pt x="65382" y="40451"/>
                  <a:pt x="75243" y="31728"/>
                  <a:pt x="88896" y="23385"/>
                </a:cubicBezTo>
                <a:cubicBezTo>
                  <a:pt x="119426" y="4611"/>
                  <a:pt x="156972" y="-2594"/>
                  <a:pt x="203430" y="819"/>
                </a:cubicBezTo>
                <a:cubicBezTo>
                  <a:pt x="246855" y="4043"/>
                  <a:pt x="281178" y="21299"/>
                  <a:pt x="305260" y="52208"/>
                </a:cubicBezTo>
                <a:cubicBezTo>
                  <a:pt x="341100" y="98098"/>
                  <a:pt x="351340" y="167691"/>
                  <a:pt x="330291" y="225337"/>
                </a:cubicBezTo>
                <a:close/>
                <a:moveTo>
                  <a:pt x="289142" y="241835"/>
                </a:moveTo>
                <a:cubicBezTo>
                  <a:pt x="289142" y="237663"/>
                  <a:pt x="287246" y="233871"/>
                  <a:pt x="284212" y="231216"/>
                </a:cubicBezTo>
                <a:lnTo>
                  <a:pt x="284591" y="142281"/>
                </a:lnTo>
                <a:cubicBezTo>
                  <a:pt x="284591" y="137161"/>
                  <a:pt x="282695" y="132420"/>
                  <a:pt x="279092" y="128817"/>
                </a:cubicBezTo>
                <a:cubicBezTo>
                  <a:pt x="275489" y="125214"/>
                  <a:pt x="270748" y="123318"/>
                  <a:pt x="265628" y="123318"/>
                </a:cubicBezTo>
                <a:lnTo>
                  <a:pt x="100463" y="123318"/>
                </a:lnTo>
                <a:cubicBezTo>
                  <a:pt x="97808" y="120663"/>
                  <a:pt x="94205" y="118957"/>
                  <a:pt x="90223" y="118957"/>
                </a:cubicBezTo>
                <a:cubicBezTo>
                  <a:pt x="82448" y="118957"/>
                  <a:pt x="76001" y="125404"/>
                  <a:pt x="76001" y="133179"/>
                </a:cubicBezTo>
                <a:cubicBezTo>
                  <a:pt x="76001" y="140953"/>
                  <a:pt x="82448" y="147401"/>
                  <a:pt x="90223" y="147401"/>
                </a:cubicBezTo>
                <a:cubicBezTo>
                  <a:pt x="94584" y="147401"/>
                  <a:pt x="98187" y="145504"/>
                  <a:pt x="100842" y="142470"/>
                </a:cubicBezTo>
                <a:lnTo>
                  <a:pt x="265628" y="142470"/>
                </a:lnTo>
                <a:cubicBezTo>
                  <a:pt x="265628" y="142470"/>
                  <a:pt x="265249" y="231595"/>
                  <a:pt x="265249" y="231595"/>
                </a:cubicBezTo>
                <a:cubicBezTo>
                  <a:pt x="262404" y="234250"/>
                  <a:pt x="260698" y="237853"/>
                  <a:pt x="260698" y="242025"/>
                </a:cubicBezTo>
                <a:cubicBezTo>
                  <a:pt x="260698" y="249799"/>
                  <a:pt x="267145" y="256247"/>
                  <a:pt x="274920" y="256247"/>
                </a:cubicBezTo>
                <a:cubicBezTo>
                  <a:pt x="282695" y="256247"/>
                  <a:pt x="289142" y="249799"/>
                  <a:pt x="289142" y="242025"/>
                </a:cubicBezTo>
                <a:close/>
                <a:moveTo>
                  <a:pt x="137251" y="61500"/>
                </a:moveTo>
                <a:cubicBezTo>
                  <a:pt x="137251" y="53725"/>
                  <a:pt x="130803" y="47278"/>
                  <a:pt x="123029" y="47278"/>
                </a:cubicBezTo>
                <a:cubicBezTo>
                  <a:pt x="115254" y="47278"/>
                  <a:pt x="108807" y="53725"/>
                  <a:pt x="108807" y="61500"/>
                </a:cubicBezTo>
                <a:cubicBezTo>
                  <a:pt x="108807" y="65861"/>
                  <a:pt x="110892" y="69464"/>
                  <a:pt x="113926" y="72119"/>
                </a:cubicBezTo>
                <a:lnTo>
                  <a:pt x="113926" y="75911"/>
                </a:lnTo>
                <a:cubicBezTo>
                  <a:pt x="113926" y="81031"/>
                  <a:pt x="115823" y="85772"/>
                  <a:pt x="119426" y="89375"/>
                </a:cubicBezTo>
                <a:cubicBezTo>
                  <a:pt x="123029" y="92978"/>
                  <a:pt x="127769" y="94874"/>
                  <a:pt x="132700" y="94874"/>
                </a:cubicBezTo>
                <a:lnTo>
                  <a:pt x="246476" y="94874"/>
                </a:lnTo>
                <a:cubicBezTo>
                  <a:pt x="256905" y="94684"/>
                  <a:pt x="265249" y="86151"/>
                  <a:pt x="265438" y="75911"/>
                </a:cubicBezTo>
                <a:lnTo>
                  <a:pt x="265438" y="71929"/>
                </a:lnTo>
                <a:cubicBezTo>
                  <a:pt x="268473" y="69274"/>
                  <a:pt x="270369" y="65671"/>
                  <a:pt x="270369" y="61310"/>
                </a:cubicBezTo>
                <a:cubicBezTo>
                  <a:pt x="270369" y="53535"/>
                  <a:pt x="263921" y="47088"/>
                  <a:pt x="256147" y="47088"/>
                </a:cubicBezTo>
                <a:cubicBezTo>
                  <a:pt x="248372" y="47088"/>
                  <a:pt x="241925" y="53535"/>
                  <a:pt x="241925" y="61310"/>
                </a:cubicBezTo>
                <a:cubicBezTo>
                  <a:pt x="241925" y="65482"/>
                  <a:pt x="243821" y="69085"/>
                  <a:pt x="246476" y="71739"/>
                </a:cubicBezTo>
                <a:lnTo>
                  <a:pt x="246476" y="75722"/>
                </a:lnTo>
                <a:cubicBezTo>
                  <a:pt x="246476" y="75722"/>
                  <a:pt x="198879" y="75722"/>
                  <a:pt x="198879" y="75722"/>
                </a:cubicBezTo>
                <a:lnTo>
                  <a:pt x="198879" y="52966"/>
                </a:lnTo>
                <a:cubicBezTo>
                  <a:pt x="201724" y="50312"/>
                  <a:pt x="203620" y="46709"/>
                  <a:pt x="203620" y="42537"/>
                </a:cubicBezTo>
                <a:cubicBezTo>
                  <a:pt x="203620" y="34762"/>
                  <a:pt x="197173" y="28315"/>
                  <a:pt x="189398" y="28315"/>
                </a:cubicBezTo>
                <a:cubicBezTo>
                  <a:pt x="181623" y="28315"/>
                  <a:pt x="175176" y="34762"/>
                  <a:pt x="175176" y="42537"/>
                </a:cubicBezTo>
                <a:cubicBezTo>
                  <a:pt x="175176" y="46709"/>
                  <a:pt x="177072" y="50312"/>
                  <a:pt x="179917" y="52966"/>
                </a:cubicBezTo>
                <a:lnTo>
                  <a:pt x="179917" y="75722"/>
                </a:lnTo>
                <a:lnTo>
                  <a:pt x="132889" y="75722"/>
                </a:lnTo>
                <a:cubicBezTo>
                  <a:pt x="132889" y="75722"/>
                  <a:pt x="132889" y="71550"/>
                  <a:pt x="132889" y="71550"/>
                </a:cubicBezTo>
                <a:cubicBezTo>
                  <a:pt x="135544" y="68895"/>
                  <a:pt x="137251" y="65292"/>
                  <a:pt x="137251" y="61310"/>
                </a:cubicBezTo>
                <a:close/>
                <a:moveTo>
                  <a:pt x="227323" y="170725"/>
                </a:moveTo>
                <a:lnTo>
                  <a:pt x="94584" y="170725"/>
                </a:lnTo>
                <a:cubicBezTo>
                  <a:pt x="84155" y="170725"/>
                  <a:pt x="75622" y="179258"/>
                  <a:pt x="75622" y="189688"/>
                </a:cubicBezTo>
                <a:lnTo>
                  <a:pt x="75622" y="231026"/>
                </a:lnTo>
                <a:cubicBezTo>
                  <a:pt x="72588" y="233681"/>
                  <a:pt x="70691" y="237284"/>
                  <a:pt x="70691" y="241645"/>
                </a:cubicBezTo>
                <a:cubicBezTo>
                  <a:pt x="70691" y="249420"/>
                  <a:pt x="77139" y="255867"/>
                  <a:pt x="84913" y="255867"/>
                </a:cubicBezTo>
                <a:cubicBezTo>
                  <a:pt x="92688" y="255867"/>
                  <a:pt x="99136" y="249420"/>
                  <a:pt x="99136" y="241645"/>
                </a:cubicBezTo>
                <a:cubicBezTo>
                  <a:pt x="99136" y="237474"/>
                  <a:pt x="97429" y="233871"/>
                  <a:pt x="94584" y="231216"/>
                </a:cubicBezTo>
                <a:lnTo>
                  <a:pt x="94584" y="189688"/>
                </a:lnTo>
                <a:lnTo>
                  <a:pt x="180296" y="189688"/>
                </a:lnTo>
                <a:lnTo>
                  <a:pt x="180296" y="218132"/>
                </a:lnTo>
                <a:lnTo>
                  <a:pt x="132700" y="218132"/>
                </a:lnTo>
                <a:cubicBezTo>
                  <a:pt x="122270" y="218132"/>
                  <a:pt x="113737" y="226665"/>
                  <a:pt x="113737" y="237094"/>
                </a:cubicBezTo>
                <a:lnTo>
                  <a:pt x="113737" y="287535"/>
                </a:lnTo>
                <a:cubicBezTo>
                  <a:pt x="110513" y="290190"/>
                  <a:pt x="108238" y="293982"/>
                  <a:pt x="108238" y="298533"/>
                </a:cubicBezTo>
                <a:cubicBezTo>
                  <a:pt x="108238" y="306308"/>
                  <a:pt x="114685" y="312756"/>
                  <a:pt x="122460" y="312756"/>
                </a:cubicBezTo>
                <a:cubicBezTo>
                  <a:pt x="130234" y="312756"/>
                  <a:pt x="136682" y="306308"/>
                  <a:pt x="136682" y="298533"/>
                </a:cubicBezTo>
                <a:cubicBezTo>
                  <a:pt x="136682" y="294741"/>
                  <a:pt x="135165" y="291138"/>
                  <a:pt x="132700" y="288673"/>
                </a:cubicBezTo>
                <a:lnTo>
                  <a:pt x="132700" y="237094"/>
                </a:lnTo>
                <a:lnTo>
                  <a:pt x="180296" y="237094"/>
                </a:lnTo>
                <a:lnTo>
                  <a:pt x="180296" y="455545"/>
                </a:lnTo>
                <a:lnTo>
                  <a:pt x="199259" y="455545"/>
                </a:lnTo>
                <a:lnTo>
                  <a:pt x="199259" y="189877"/>
                </a:lnTo>
                <a:lnTo>
                  <a:pt x="227323" y="189877"/>
                </a:lnTo>
                <a:lnTo>
                  <a:pt x="227703" y="416482"/>
                </a:lnTo>
                <a:lnTo>
                  <a:pt x="246665" y="416482"/>
                </a:lnTo>
                <a:cubicBezTo>
                  <a:pt x="246665" y="416482"/>
                  <a:pt x="246286" y="189877"/>
                  <a:pt x="246286" y="189877"/>
                </a:cubicBezTo>
                <a:cubicBezTo>
                  <a:pt x="246286" y="179448"/>
                  <a:pt x="237753" y="170914"/>
                  <a:pt x="227323" y="170914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29" descr="Spine icon.">
            <a:extLst>
              <a:ext uri="{FF2B5EF4-FFF2-40B4-BE49-F238E27FC236}">
                <a16:creationId xmlns:a16="http://schemas.microsoft.com/office/drawing/2014/main" id="{F584785E-609B-808E-88DC-69E21B1600BB}"/>
              </a:ext>
            </a:extLst>
          </p:cNvPr>
          <p:cNvSpPr/>
          <p:nvPr/>
        </p:nvSpPr>
        <p:spPr>
          <a:xfrm>
            <a:off x="7081948" y="2306567"/>
            <a:ext cx="417371" cy="455294"/>
          </a:xfrm>
          <a:custGeom>
            <a:avLst/>
            <a:gdLst>
              <a:gd name="connsiteX0" fmla="*/ 25411 w 417371"/>
              <a:gd name="connsiteY0" fmla="*/ 448089 h 455294"/>
              <a:gd name="connsiteX1" fmla="*/ 31290 w 417371"/>
              <a:gd name="connsiteY1" fmla="*/ 367497 h 455294"/>
              <a:gd name="connsiteX2" fmla="*/ 63147 w 417371"/>
              <a:gd name="connsiteY2" fmla="*/ 343604 h 455294"/>
              <a:gd name="connsiteX3" fmla="*/ 108657 w 417371"/>
              <a:gd name="connsiteY3" fmla="*/ 345311 h 455294"/>
              <a:gd name="connsiteX4" fmla="*/ 150186 w 417371"/>
              <a:gd name="connsiteY4" fmla="*/ 390632 h 455294"/>
              <a:gd name="connsiteX5" fmla="*/ 150944 w 417371"/>
              <a:gd name="connsiteY5" fmla="*/ 393666 h 455294"/>
              <a:gd name="connsiteX6" fmla="*/ 146204 w 417371"/>
              <a:gd name="connsiteY6" fmla="*/ 409784 h 455294"/>
              <a:gd name="connsiteX7" fmla="*/ 154358 w 417371"/>
              <a:gd name="connsiteY7" fmla="*/ 428936 h 455294"/>
              <a:gd name="connsiteX8" fmla="*/ 201385 w 417371"/>
              <a:gd name="connsiteY8" fmla="*/ 453398 h 455294"/>
              <a:gd name="connsiteX9" fmla="*/ 208970 w 417371"/>
              <a:gd name="connsiteY9" fmla="*/ 455295 h 455294"/>
              <a:gd name="connsiteX10" fmla="*/ 216555 w 417371"/>
              <a:gd name="connsiteY10" fmla="*/ 453398 h 455294"/>
              <a:gd name="connsiteX11" fmla="*/ 263204 w 417371"/>
              <a:gd name="connsiteY11" fmla="*/ 429316 h 455294"/>
              <a:gd name="connsiteX12" fmla="*/ 271547 w 417371"/>
              <a:gd name="connsiteY12" fmla="*/ 410163 h 455294"/>
              <a:gd name="connsiteX13" fmla="*/ 265858 w 417371"/>
              <a:gd name="connsiteY13" fmla="*/ 390063 h 455294"/>
              <a:gd name="connsiteX14" fmla="*/ 266427 w 417371"/>
              <a:gd name="connsiteY14" fmla="*/ 390063 h 455294"/>
              <a:gd name="connsiteX15" fmla="*/ 307956 w 417371"/>
              <a:gd name="connsiteY15" fmla="*/ 345121 h 455294"/>
              <a:gd name="connsiteX16" fmla="*/ 353466 w 417371"/>
              <a:gd name="connsiteY16" fmla="*/ 343415 h 455294"/>
              <a:gd name="connsiteX17" fmla="*/ 385323 w 417371"/>
              <a:gd name="connsiteY17" fmla="*/ 367308 h 455294"/>
              <a:gd name="connsiteX18" fmla="*/ 391202 w 417371"/>
              <a:gd name="connsiteY18" fmla="*/ 447899 h 455294"/>
              <a:gd name="connsiteX19" fmla="*/ 387978 w 417371"/>
              <a:gd name="connsiteY19" fmla="*/ 455105 h 455294"/>
              <a:gd name="connsiteX20" fmla="*/ 408837 w 417371"/>
              <a:gd name="connsiteY20" fmla="*/ 455105 h 455294"/>
              <a:gd name="connsiteX21" fmla="*/ 409216 w 417371"/>
              <a:gd name="connsiteY21" fmla="*/ 454346 h 455294"/>
              <a:gd name="connsiteX22" fmla="*/ 400873 w 417371"/>
              <a:gd name="connsiteY22" fmla="*/ 356120 h 455294"/>
              <a:gd name="connsiteX23" fmla="*/ 358965 w 417371"/>
              <a:gd name="connsiteY23" fmla="*/ 325210 h 455294"/>
              <a:gd name="connsiteX24" fmla="*/ 302077 w 417371"/>
              <a:gd name="connsiteY24" fmla="*/ 327107 h 455294"/>
              <a:gd name="connsiteX25" fmla="*/ 256946 w 417371"/>
              <a:gd name="connsiteY25" fmla="*/ 365032 h 455294"/>
              <a:gd name="connsiteX26" fmla="*/ 246327 w 417371"/>
              <a:gd name="connsiteY26" fmla="*/ 360102 h 455294"/>
              <a:gd name="connsiteX27" fmla="*/ 246327 w 417371"/>
              <a:gd name="connsiteY27" fmla="*/ 341139 h 455294"/>
              <a:gd name="connsiteX28" fmla="*/ 249740 w 417371"/>
              <a:gd name="connsiteY28" fmla="*/ 341139 h 455294"/>
              <a:gd name="connsiteX29" fmla="*/ 266048 w 417371"/>
              <a:gd name="connsiteY29" fmla="*/ 324831 h 455294"/>
              <a:gd name="connsiteX30" fmla="*/ 266048 w 417371"/>
              <a:gd name="connsiteY30" fmla="*/ 320659 h 455294"/>
              <a:gd name="connsiteX31" fmla="*/ 277426 w 417371"/>
              <a:gd name="connsiteY31" fmla="*/ 320659 h 455294"/>
              <a:gd name="connsiteX32" fmla="*/ 293734 w 417371"/>
              <a:gd name="connsiteY32" fmla="*/ 304351 h 455294"/>
              <a:gd name="connsiteX33" fmla="*/ 293734 w 417371"/>
              <a:gd name="connsiteY33" fmla="*/ 283682 h 455294"/>
              <a:gd name="connsiteX34" fmla="*/ 277426 w 417371"/>
              <a:gd name="connsiteY34" fmla="*/ 267374 h 455294"/>
              <a:gd name="connsiteX35" fmla="*/ 266048 w 417371"/>
              <a:gd name="connsiteY35" fmla="*/ 267374 h 455294"/>
              <a:gd name="connsiteX36" fmla="*/ 266048 w 417371"/>
              <a:gd name="connsiteY36" fmla="*/ 263013 h 455294"/>
              <a:gd name="connsiteX37" fmla="*/ 249740 w 417371"/>
              <a:gd name="connsiteY37" fmla="*/ 246705 h 455294"/>
              <a:gd name="connsiteX38" fmla="*/ 246327 w 417371"/>
              <a:gd name="connsiteY38" fmla="*/ 246705 h 455294"/>
              <a:gd name="connsiteX39" fmla="*/ 246327 w 417371"/>
              <a:gd name="connsiteY39" fmla="*/ 227553 h 455294"/>
              <a:gd name="connsiteX40" fmla="*/ 249740 w 417371"/>
              <a:gd name="connsiteY40" fmla="*/ 227553 h 455294"/>
              <a:gd name="connsiteX41" fmla="*/ 266048 w 417371"/>
              <a:gd name="connsiteY41" fmla="*/ 211245 h 455294"/>
              <a:gd name="connsiteX42" fmla="*/ 266048 w 417371"/>
              <a:gd name="connsiteY42" fmla="*/ 207073 h 455294"/>
              <a:gd name="connsiteX43" fmla="*/ 277426 w 417371"/>
              <a:gd name="connsiteY43" fmla="*/ 207073 h 455294"/>
              <a:gd name="connsiteX44" fmla="*/ 293734 w 417371"/>
              <a:gd name="connsiteY44" fmla="*/ 190765 h 455294"/>
              <a:gd name="connsiteX45" fmla="*/ 293734 w 417371"/>
              <a:gd name="connsiteY45" fmla="*/ 170096 h 455294"/>
              <a:gd name="connsiteX46" fmla="*/ 277426 w 417371"/>
              <a:gd name="connsiteY46" fmla="*/ 153788 h 455294"/>
              <a:gd name="connsiteX47" fmla="*/ 266048 w 417371"/>
              <a:gd name="connsiteY47" fmla="*/ 153788 h 455294"/>
              <a:gd name="connsiteX48" fmla="*/ 266048 w 417371"/>
              <a:gd name="connsiteY48" fmla="*/ 149426 h 455294"/>
              <a:gd name="connsiteX49" fmla="*/ 249740 w 417371"/>
              <a:gd name="connsiteY49" fmla="*/ 133118 h 455294"/>
              <a:gd name="connsiteX50" fmla="*/ 246516 w 417371"/>
              <a:gd name="connsiteY50" fmla="*/ 133118 h 455294"/>
              <a:gd name="connsiteX51" fmla="*/ 246516 w 417371"/>
              <a:gd name="connsiteY51" fmla="*/ 113966 h 455294"/>
              <a:gd name="connsiteX52" fmla="*/ 249740 w 417371"/>
              <a:gd name="connsiteY52" fmla="*/ 113966 h 455294"/>
              <a:gd name="connsiteX53" fmla="*/ 266048 w 417371"/>
              <a:gd name="connsiteY53" fmla="*/ 97658 h 455294"/>
              <a:gd name="connsiteX54" fmla="*/ 266048 w 417371"/>
              <a:gd name="connsiteY54" fmla="*/ 93486 h 455294"/>
              <a:gd name="connsiteX55" fmla="*/ 277426 w 417371"/>
              <a:gd name="connsiteY55" fmla="*/ 93486 h 455294"/>
              <a:gd name="connsiteX56" fmla="*/ 293734 w 417371"/>
              <a:gd name="connsiteY56" fmla="*/ 77178 h 455294"/>
              <a:gd name="connsiteX57" fmla="*/ 293734 w 417371"/>
              <a:gd name="connsiteY57" fmla="*/ 56509 h 455294"/>
              <a:gd name="connsiteX58" fmla="*/ 277426 w 417371"/>
              <a:gd name="connsiteY58" fmla="*/ 40201 h 455294"/>
              <a:gd name="connsiteX59" fmla="*/ 266048 w 417371"/>
              <a:gd name="connsiteY59" fmla="*/ 40201 h 455294"/>
              <a:gd name="connsiteX60" fmla="*/ 266048 w 417371"/>
              <a:gd name="connsiteY60" fmla="*/ 35840 h 455294"/>
              <a:gd name="connsiteX61" fmla="*/ 249740 w 417371"/>
              <a:gd name="connsiteY61" fmla="*/ 19532 h 455294"/>
              <a:gd name="connsiteX62" fmla="*/ 246516 w 417371"/>
              <a:gd name="connsiteY62" fmla="*/ 19532 h 455294"/>
              <a:gd name="connsiteX63" fmla="*/ 246516 w 417371"/>
              <a:gd name="connsiteY63" fmla="*/ 379 h 455294"/>
              <a:gd name="connsiteX64" fmla="*/ 227554 w 417371"/>
              <a:gd name="connsiteY64" fmla="*/ 379 h 455294"/>
              <a:gd name="connsiteX65" fmla="*/ 227554 w 417371"/>
              <a:gd name="connsiteY65" fmla="*/ 18773 h 455294"/>
              <a:gd name="connsiteX66" fmla="*/ 189628 w 417371"/>
              <a:gd name="connsiteY66" fmla="*/ 18773 h 455294"/>
              <a:gd name="connsiteX67" fmla="*/ 189628 w 417371"/>
              <a:gd name="connsiteY67" fmla="*/ 0 h 455294"/>
              <a:gd name="connsiteX68" fmla="*/ 170666 w 417371"/>
              <a:gd name="connsiteY68" fmla="*/ 0 h 455294"/>
              <a:gd name="connsiteX69" fmla="*/ 170666 w 417371"/>
              <a:gd name="connsiteY69" fmla="*/ 18773 h 455294"/>
              <a:gd name="connsiteX70" fmla="*/ 167063 w 417371"/>
              <a:gd name="connsiteY70" fmla="*/ 18773 h 455294"/>
              <a:gd name="connsiteX71" fmla="*/ 150755 w 417371"/>
              <a:gd name="connsiteY71" fmla="*/ 35081 h 455294"/>
              <a:gd name="connsiteX72" fmla="*/ 150755 w 417371"/>
              <a:gd name="connsiteY72" fmla="*/ 39442 h 455294"/>
              <a:gd name="connsiteX73" fmla="*/ 139756 w 417371"/>
              <a:gd name="connsiteY73" fmla="*/ 39442 h 455294"/>
              <a:gd name="connsiteX74" fmla="*/ 123448 w 417371"/>
              <a:gd name="connsiteY74" fmla="*/ 55750 h 455294"/>
              <a:gd name="connsiteX75" fmla="*/ 123448 w 417371"/>
              <a:gd name="connsiteY75" fmla="*/ 78695 h 455294"/>
              <a:gd name="connsiteX76" fmla="*/ 137481 w 417371"/>
              <a:gd name="connsiteY76" fmla="*/ 92728 h 455294"/>
              <a:gd name="connsiteX77" fmla="*/ 150755 w 417371"/>
              <a:gd name="connsiteY77" fmla="*/ 92728 h 455294"/>
              <a:gd name="connsiteX78" fmla="*/ 150755 w 417371"/>
              <a:gd name="connsiteY78" fmla="*/ 96899 h 455294"/>
              <a:gd name="connsiteX79" fmla="*/ 167063 w 417371"/>
              <a:gd name="connsiteY79" fmla="*/ 113207 h 455294"/>
              <a:gd name="connsiteX80" fmla="*/ 170666 w 417371"/>
              <a:gd name="connsiteY80" fmla="*/ 113207 h 455294"/>
              <a:gd name="connsiteX81" fmla="*/ 170666 w 417371"/>
              <a:gd name="connsiteY81" fmla="*/ 132360 h 455294"/>
              <a:gd name="connsiteX82" fmla="*/ 167063 w 417371"/>
              <a:gd name="connsiteY82" fmla="*/ 132360 h 455294"/>
              <a:gd name="connsiteX83" fmla="*/ 150755 w 417371"/>
              <a:gd name="connsiteY83" fmla="*/ 148668 h 455294"/>
              <a:gd name="connsiteX84" fmla="*/ 150755 w 417371"/>
              <a:gd name="connsiteY84" fmla="*/ 153029 h 455294"/>
              <a:gd name="connsiteX85" fmla="*/ 139756 w 417371"/>
              <a:gd name="connsiteY85" fmla="*/ 153029 h 455294"/>
              <a:gd name="connsiteX86" fmla="*/ 123448 w 417371"/>
              <a:gd name="connsiteY86" fmla="*/ 169337 h 455294"/>
              <a:gd name="connsiteX87" fmla="*/ 123448 w 417371"/>
              <a:gd name="connsiteY87" fmla="*/ 192282 h 455294"/>
              <a:gd name="connsiteX88" fmla="*/ 137481 w 417371"/>
              <a:gd name="connsiteY88" fmla="*/ 206314 h 455294"/>
              <a:gd name="connsiteX89" fmla="*/ 150755 w 417371"/>
              <a:gd name="connsiteY89" fmla="*/ 206314 h 455294"/>
              <a:gd name="connsiteX90" fmla="*/ 150755 w 417371"/>
              <a:gd name="connsiteY90" fmla="*/ 210486 h 455294"/>
              <a:gd name="connsiteX91" fmla="*/ 167063 w 417371"/>
              <a:gd name="connsiteY91" fmla="*/ 226794 h 455294"/>
              <a:gd name="connsiteX92" fmla="*/ 170476 w 417371"/>
              <a:gd name="connsiteY92" fmla="*/ 226794 h 455294"/>
              <a:gd name="connsiteX93" fmla="*/ 170476 w 417371"/>
              <a:gd name="connsiteY93" fmla="*/ 245946 h 455294"/>
              <a:gd name="connsiteX94" fmla="*/ 167063 w 417371"/>
              <a:gd name="connsiteY94" fmla="*/ 245946 h 455294"/>
              <a:gd name="connsiteX95" fmla="*/ 150755 w 417371"/>
              <a:gd name="connsiteY95" fmla="*/ 262254 h 455294"/>
              <a:gd name="connsiteX96" fmla="*/ 150755 w 417371"/>
              <a:gd name="connsiteY96" fmla="*/ 266616 h 455294"/>
              <a:gd name="connsiteX97" fmla="*/ 139756 w 417371"/>
              <a:gd name="connsiteY97" fmla="*/ 266616 h 455294"/>
              <a:gd name="connsiteX98" fmla="*/ 123448 w 417371"/>
              <a:gd name="connsiteY98" fmla="*/ 282924 h 455294"/>
              <a:gd name="connsiteX99" fmla="*/ 123448 w 417371"/>
              <a:gd name="connsiteY99" fmla="*/ 305868 h 455294"/>
              <a:gd name="connsiteX100" fmla="*/ 137481 w 417371"/>
              <a:gd name="connsiteY100" fmla="*/ 319901 h 455294"/>
              <a:gd name="connsiteX101" fmla="*/ 150755 w 417371"/>
              <a:gd name="connsiteY101" fmla="*/ 319901 h 455294"/>
              <a:gd name="connsiteX102" fmla="*/ 150755 w 417371"/>
              <a:gd name="connsiteY102" fmla="*/ 324073 h 455294"/>
              <a:gd name="connsiteX103" fmla="*/ 167063 w 417371"/>
              <a:gd name="connsiteY103" fmla="*/ 340381 h 455294"/>
              <a:gd name="connsiteX104" fmla="*/ 170476 w 417371"/>
              <a:gd name="connsiteY104" fmla="*/ 340381 h 455294"/>
              <a:gd name="connsiteX105" fmla="*/ 170476 w 417371"/>
              <a:gd name="connsiteY105" fmla="*/ 359912 h 455294"/>
              <a:gd name="connsiteX106" fmla="*/ 161184 w 417371"/>
              <a:gd name="connsiteY106" fmla="*/ 365411 h 455294"/>
              <a:gd name="connsiteX107" fmla="*/ 115294 w 417371"/>
              <a:gd name="connsiteY107" fmla="*/ 326348 h 455294"/>
              <a:gd name="connsiteX108" fmla="*/ 58406 w 417371"/>
              <a:gd name="connsiteY108" fmla="*/ 324452 h 455294"/>
              <a:gd name="connsiteX109" fmla="*/ 16499 w 417371"/>
              <a:gd name="connsiteY109" fmla="*/ 355361 h 455294"/>
              <a:gd name="connsiteX110" fmla="*/ 8155 w 417371"/>
              <a:gd name="connsiteY110" fmla="*/ 453588 h 455294"/>
              <a:gd name="connsiteX111" fmla="*/ 8534 w 417371"/>
              <a:gd name="connsiteY111" fmla="*/ 454346 h 455294"/>
              <a:gd name="connsiteX112" fmla="*/ 29393 w 417371"/>
              <a:gd name="connsiteY112" fmla="*/ 454346 h 455294"/>
              <a:gd name="connsiteX113" fmla="*/ 26170 w 417371"/>
              <a:gd name="connsiteY113" fmla="*/ 447141 h 455294"/>
              <a:gd name="connsiteX114" fmla="*/ 168769 w 417371"/>
              <a:gd name="connsiteY114" fmla="*/ 94624 h 455294"/>
              <a:gd name="connsiteX115" fmla="*/ 168769 w 417371"/>
              <a:gd name="connsiteY115" fmla="*/ 90452 h 455294"/>
              <a:gd name="connsiteX116" fmla="*/ 152461 w 417371"/>
              <a:gd name="connsiteY116" fmla="*/ 74144 h 455294"/>
              <a:gd name="connsiteX117" fmla="*/ 141463 w 417371"/>
              <a:gd name="connsiteY117" fmla="*/ 74144 h 455294"/>
              <a:gd name="connsiteX118" fmla="*/ 141463 w 417371"/>
              <a:gd name="connsiteY118" fmla="*/ 58595 h 455294"/>
              <a:gd name="connsiteX119" fmla="*/ 152461 w 417371"/>
              <a:gd name="connsiteY119" fmla="*/ 58595 h 455294"/>
              <a:gd name="connsiteX120" fmla="*/ 168769 w 417371"/>
              <a:gd name="connsiteY120" fmla="*/ 42287 h 455294"/>
              <a:gd name="connsiteX121" fmla="*/ 168769 w 417371"/>
              <a:gd name="connsiteY121" fmla="*/ 37925 h 455294"/>
              <a:gd name="connsiteX122" fmla="*/ 246327 w 417371"/>
              <a:gd name="connsiteY122" fmla="*/ 37925 h 455294"/>
              <a:gd name="connsiteX123" fmla="*/ 246327 w 417371"/>
              <a:gd name="connsiteY123" fmla="*/ 42287 h 455294"/>
              <a:gd name="connsiteX124" fmla="*/ 262635 w 417371"/>
              <a:gd name="connsiteY124" fmla="*/ 58595 h 455294"/>
              <a:gd name="connsiteX125" fmla="*/ 274012 w 417371"/>
              <a:gd name="connsiteY125" fmla="*/ 58595 h 455294"/>
              <a:gd name="connsiteX126" fmla="*/ 274012 w 417371"/>
              <a:gd name="connsiteY126" fmla="*/ 74144 h 455294"/>
              <a:gd name="connsiteX127" fmla="*/ 262635 w 417371"/>
              <a:gd name="connsiteY127" fmla="*/ 74144 h 455294"/>
              <a:gd name="connsiteX128" fmla="*/ 246327 w 417371"/>
              <a:gd name="connsiteY128" fmla="*/ 90452 h 455294"/>
              <a:gd name="connsiteX129" fmla="*/ 246327 w 417371"/>
              <a:gd name="connsiteY129" fmla="*/ 94624 h 455294"/>
              <a:gd name="connsiteX130" fmla="*/ 168769 w 417371"/>
              <a:gd name="connsiteY130" fmla="*/ 94624 h 455294"/>
              <a:gd name="connsiteX131" fmla="*/ 226795 w 417371"/>
              <a:gd name="connsiteY131" fmla="*/ 113587 h 455294"/>
              <a:gd name="connsiteX132" fmla="*/ 226795 w 417371"/>
              <a:gd name="connsiteY132" fmla="*/ 132739 h 455294"/>
              <a:gd name="connsiteX133" fmla="*/ 188870 w 417371"/>
              <a:gd name="connsiteY133" fmla="*/ 132739 h 455294"/>
              <a:gd name="connsiteX134" fmla="*/ 188870 w 417371"/>
              <a:gd name="connsiteY134" fmla="*/ 113587 h 455294"/>
              <a:gd name="connsiteX135" fmla="*/ 226795 w 417371"/>
              <a:gd name="connsiteY135" fmla="*/ 113587 h 455294"/>
              <a:gd name="connsiteX136" fmla="*/ 168769 w 417371"/>
              <a:gd name="connsiteY136" fmla="*/ 208590 h 455294"/>
              <a:gd name="connsiteX137" fmla="*/ 168769 w 417371"/>
              <a:gd name="connsiteY137" fmla="*/ 204418 h 455294"/>
              <a:gd name="connsiteX138" fmla="*/ 152461 w 417371"/>
              <a:gd name="connsiteY138" fmla="*/ 188110 h 455294"/>
              <a:gd name="connsiteX139" fmla="*/ 141463 w 417371"/>
              <a:gd name="connsiteY139" fmla="*/ 188110 h 455294"/>
              <a:gd name="connsiteX140" fmla="*/ 141463 w 417371"/>
              <a:gd name="connsiteY140" fmla="*/ 172561 h 455294"/>
              <a:gd name="connsiteX141" fmla="*/ 152461 w 417371"/>
              <a:gd name="connsiteY141" fmla="*/ 172561 h 455294"/>
              <a:gd name="connsiteX142" fmla="*/ 168769 w 417371"/>
              <a:gd name="connsiteY142" fmla="*/ 156253 h 455294"/>
              <a:gd name="connsiteX143" fmla="*/ 168769 w 417371"/>
              <a:gd name="connsiteY143" fmla="*/ 151891 h 455294"/>
              <a:gd name="connsiteX144" fmla="*/ 246327 w 417371"/>
              <a:gd name="connsiteY144" fmla="*/ 151891 h 455294"/>
              <a:gd name="connsiteX145" fmla="*/ 246327 w 417371"/>
              <a:gd name="connsiteY145" fmla="*/ 156253 h 455294"/>
              <a:gd name="connsiteX146" fmla="*/ 262635 w 417371"/>
              <a:gd name="connsiteY146" fmla="*/ 172561 h 455294"/>
              <a:gd name="connsiteX147" fmla="*/ 274012 w 417371"/>
              <a:gd name="connsiteY147" fmla="*/ 172561 h 455294"/>
              <a:gd name="connsiteX148" fmla="*/ 274012 w 417371"/>
              <a:gd name="connsiteY148" fmla="*/ 188110 h 455294"/>
              <a:gd name="connsiteX149" fmla="*/ 262635 w 417371"/>
              <a:gd name="connsiteY149" fmla="*/ 188110 h 455294"/>
              <a:gd name="connsiteX150" fmla="*/ 246327 w 417371"/>
              <a:gd name="connsiteY150" fmla="*/ 204418 h 455294"/>
              <a:gd name="connsiteX151" fmla="*/ 246327 w 417371"/>
              <a:gd name="connsiteY151" fmla="*/ 208590 h 455294"/>
              <a:gd name="connsiteX152" fmla="*/ 168769 w 417371"/>
              <a:gd name="connsiteY152" fmla="*/ 208590 h 455294"/>
              <a:gd name="connsiteX153" fmla="*/ 226606 w 417371"/>
              <a:gd name="connsiteY153" fmla="*/ 227553 h 455294"/>
              <a:gd name="connsiteX154" fmla="*/ 226606 w 417371"/>
              <a:gd name="connsiteY154" fmla="*/ 246705 h 455294"/>
              <a:gd name="connsiteX155" fmla="*/ 188680 w 417371"/>
              <a:gd name="connsiteY155" fmla="*/ 246705 h 455294"/>
              <a:gd name="connsiteX156" fmla="*/ 188680 w 417371"/>
              <a:gd name="connsiteY156" fmla="*/ 227553 h 455294"/>
              <a:gd name="connsiteX157" fmla="*/ 226606 w 417371"/>
              <a:gd name="connsiteY157" fmla="*/ 227553 h 455294"/>
              <a:gd name="connsiteX158" fmla="*/ 168769 w 417371"/>
              <a:gd name="connsiteY158" fmla="*/ 322556 h 455294"/>
              <a:gd name="connsiteX159" fmla="*/ 168769 w 417371"/>
              <a:gd name="connsiteY159" fmla="*/ 318384 h 455294"/>
              <a:gd name="connsiteX160" fmla="*/ 152461 w 417371"/>
              <a:gd name="connsiteY160" fmla="*/ 302076 h 455294"/>
              <a:gd name="connsiteX161" fmla="*/ 141463 w 417371"/>
              <a:gd name="connsiteY161" fmla="*/ 302076 h 455294"/>
              <a:gd name="connsiteX162" fmla="*/ 141463 w 417371"/>
              <a:gd name="connsiteY162" fmla="*/ 286527 h 455294"/>
              <a:gd name="connsiteX163" fmla="*/ 152461 w 417371"/>
              <a:gd name="connsiteY163" fmla="*/ 286527 h 455294"/>
              <a:gd name="connsiteX164" fmla="*/ 168769 w 417371"/>
              <a:gd name="connsiteY164" fmla="*/ 270219 h 455294"/>
              <a:gd name="connsiteX165" fmla="*/ 168769 w 417371"/>
              <a:gd name="connsiteY165" fmla="*/ 265857 h 455294"/>
              <a:gd name="connsiteX166" fmla="*/ 246327 w 417371"/>
              <a:gd name="connsiteY166" fmla="*/ 265857 h 455294"/>
              <a:gd name="connsiteX167" fmla="*/ 246327 w 417371"/>
              <a:gd name="connsiteY167" fmla="*/ 270219 h 455294"/>
              <a:gd name="connsiteX168" fmla="*/ 262635 w 417371"/>
              <a:gd name="connsiteY168" fmla="*/ 286527 h 455294"/>
              <a:gd name="connsiteX169" fmla="*/ 274012 w 417371"/>
              <a:gd name="connsiteY169" fmla="*/ 286527 h 455294"/>
              <a:gd name="connsiteX170" fmla="*/ 274012 w 417371"/>
              <a:gd name="connsiteY170" fmla="*/ 302076 h 455294"/>
              <a:gd name="connsiteX171" fmla="*/ 262635 w 417371"/>
              <a:gd name="connsiteY171" fmla="*/ 302076 h 455294"/>
              <a:gd name="connsiteX172" fmla="*/ 246327 w 417371"/>
              <a:gd name="connsiteY172" fmla="*/ 318384 h 455294"/>
              <a:gd name="connsiteX173" fmla="*/ 246327 w 417371"/>
              <a:gd name="connsiteY173" fmla="*/ 322556 h 455294"/>
              <a:gd name="connsiteX174" fmla="*/ 168769 w 417371"/>
              <a:gd name="connsiteY174" fmla="*/ 322556 h 455294"/>
              <a:gd name="connsiteX175" fmla="*/ 226606 w 417371"/>
              <a:gd name="connsiteY175" fmla="*/ 341518 h 455294"/>
              <a:gd name="connsiteX176" fmla="*/ 226606 w 417371"/>
              <a:gd name="connsiteY176" fmla="*/ 360291 h 455294"/>
              <a:gd name="connsiteX177" fmla="*/ 188680 w 417371"/>
              <a:gd name="connsiteY177" fmla="*/ 360291 h 455294"/>
              <a:gd name="connsiteX178" fmla="*/ 188680 w 417371"/>
              <a:gd name="connsiteY178" fmla="*/ 341518 h 455294"/>
              <a:gd name="connsiteX179" fmla="*/ 226606 w 417371"/>
              <a:gd name="connsiteY179" fmla="*/ 341518 h 455294"/>
              <a:gd name="connsiteX180" fmla="*/ 170286 w 417371"/>
              <a:gd name="connsiteY180" fmla="*/ 394804 h 455294"/>
              <a:gd name="connsiteX181" fmla="*/ 170855 w 417371"/>
              <a:gd name="connsiteY181" fmla="*/ 394804 h 455294"/>
              <a:gd name="connsiteX182" fmla="*/ 170666 w 417371"/>
              <a:gd name="connsiteY182" fmla="*/ 393855 h 455294"/>
              <a:gd name="connsiteX183" fmla="*/ 175027 w 417371"/>
              <a:gd name="connsiteY183" fmla="*/ 379444 h 455294"/>
              <a:gd name="connsiteX184" fmla="*/ 242913 w 417371"/>
              <a:gd name="connsiteY184" fmla="*/ 379444 h 455294"/>
              <a:gd name="connsiteX185" fmla="*/ 252584 w 417371"/>
              <a:gd name="connsiteY185" fmla="*/ 413577 h 455294"/>
              <a:gd name="connsiteX186" fmla="*/ 208970 w 417371"/>
              <a:gd name="connsiteY186" fmla="*/ 435953 h 455294"/>
              <a:gd name="connsiteX187" fmla="*/ 164977 w 417371"/>
              <a:gd name="connsiteY187" fmla="*/ 413197 h 455294"/>
              <a:gd name="connsiteX188" fmla="*/ 170476 w 417371"/>
              <a:gd name="connsiteY188" fmla="*/ 394804 h 455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417371" h="455294">
                <a:moveTo>
                  <a:pt x="25411" y="448089"/>
                </a:moveTo>
                <a:cubicBezTo>
                  <a:pt x="20102" y="433488"/>
                  <a:pt x="10051" y="396510"/>
                  <a:pt x="31290" y="367497"/>
                </a:cubicBezTo>
                <a:cubicBezTo>
                  <a:pt x="40202" y="355361"/>
                  <a:pt x="51200" y="347018"/>
                  <a:pt x="63147" y="343604"/>
                </a:cubicBezTo>
                <a:cubicBezTo>
                  <a:pt x="76231" y="339812"/>
                  <a:pt x="94435" y="340570"/>
                  <a:pt x="108657" y="345311"/>
                </a:cubicBezTo>
                <a:cubicBezTo>
                  <a:pt x="127999" y="351948"/>
                  <a:pt x="145256" y="370911"/>
                  <a:pt x="150186" y="390632"/>
                </a:cubicBezTo>
                <a:lnTo>
                  <a:pt x="150944" y="393666"/>
                </a:lnTo>
                <a:lnTo>
                  <a:pt x="146204" y="409784"/>
                </a:lnTo>
                <a:cubicBezTo>
                  <a:pt x="143928" y="417369"/>
                  <a:pt x="147341" y="425523"/>
                  <a:pt x="154358" y="428936"/>
                </a:cubicBezTo>
                <a:lnTo>
                  <a:pt x="201385" y="453398"/>
                </a:lnTo>
                <a:cubicBezTo>
                  <a:pt x="203661" y="454536"/>
                  <a:pt x="206315" y="455295"/>
                  <a:pt x="208970" y="455295"/>
                </a:cubicBezTo>
                <a:cubicBezTo>
                  <a:pt x="211625" y="455295"/>
                  <a:pt x="214090" y="454726"/>
                  <a:pt x="216555" y="453398"/>
                </a:cubicBezTo>
                <a:lnTo>
                  <a:pt x="263204" y="429316"/>
                </a:lnTo>
                <a:cubicBezTo>
                  <a:pt x="270030" y="425713"/>
                  <a:pt x="273633" y="417748"/>
                  <a:pt x="271547" y="410163"/>
                </a:cubicBezTo>
                <a:lnTo>
                  <a:pt x="265858" y="390063"/>
                </a:lnTo>
                <a:lnTo>
                  <a:pt x="266427" y="390063"/>
                </a:lnTo>
                <a:cubicBezTo>
                  <a:pt x="271168" y="370721"/>
                  <a:pt x="288614" y="351758"/>
                  <a:pt x="307956" y="345121"/>
                </a:cubicBezTo>
                <a:cubicBezTo>
                  <a:pt x="322178" y="340191"/>
                  <a:pt x="340382" y="339622"/>
                  <a:pt x="353466" y="343415"/>
                </a:cubicBezTo>
                <a:cubicBezTo>
                  <a:pt x="365413" y="346828"/>
                  <a:pt x="376411" y="355172"/>
                  <a:pt x="385323" y="367308"/>
                </a:cubicBezTo>
                <a:cubicBezTo>
                  <a:pt x="406372" y="396131"/>
                  <a:pt x="396322" y="433298"/>
                  <a:pt x="391202" y="447899"/>
                </a:cubicBezTo>
                <a:cubicBezTo>
                  <a:pt x="390254" y="450364"/>
                  <a:pt x="389306" y="452640"/>
                  <a:pt x="387978" y="455105"/>
                </a:cubicBezTo>
                <a:lnTo>
                  <a:pt x="408837" y="455105"/>
                </a:lnTo>
                <a:cubicBezTo>
                  <a:pt x="408837" y="455105"/>
                  <a:pt x="409027" y="454726"/>
                  <a:pt x="409216" y="454346"/>
                </a:cubicBezTo>
                <a:cubicBezTo>
                  <a:pt x="422490" y="417559"/>
                  <a:pt x="419456" y="381719"/>
                  <a:pt x="400873" y="356120"/>
                </a:cubicBezTo>
                <a:cubicBezTo>
                  <a:pt x="389495" y="340570"/>
                  <a:pt x="375084" y="329762"/>
                  <a:pt x="358965" y="325210"/>
                </a:cubicBezTo>
                <a:cubicBezTo>
                  <a:pt x="342278" y="320280"/>
                  <a:pt x="319902" y="321039"/>
                  <a:pt x="302077" y="327107"/>
                </a:cubicBezTo>
                <a:cubicBezTo>
                  <a:pt x="283683" y="333364"/>
                  <a:pt x="267186" y="347776"/>
                  <a:pt x="256946" y="365032"/>
                </a:cubicBezTo>
                <a:cubicBezTo>
                  <a:pt x="254101" y="362188"/>
                  <a:pt x="250499" y="360481"/>
                  <a:pt x="246327" y="360102"/>
                </a:cubicBezTo>
                <a:lnTo>
                  <a:pt x="246327" y="341139"/>
                </a:lnTo>
                <a:lnTo>
                  <a:pt x="249740" y="341139"/>
                </a:lnTo>
                <a:cubicBezTo>
                  <a:pt x="258842" y="341139"/>
                  <a:pt x="266048" y="333744"/>
                  <a:pt x="266048" y="324831"/>
                </a:cubicBezTo>
                <a:lnTo>
                  <a:pt x="266048" y="320659"/>
                </a:lnTo>
                <a:lnTo>
                  <a:pt x="277426" y="320659"/>
                </a:lnTo>
                <a:cubicBezTo>
                  <a:pt x="286528" y="320659"/>
                  <a:pt x="293734" y="313264"/>
                  <a:pt x="293734" y="304351"/>
                </a:cubicBezTo>
                <a:lnTo>
                  <a:pt x="293734" y="283682"/>
                </a:lnTo>
                <a:cubicBezTo>
                  <a:pt x="293734" y="274580"/>
                  <a:pt x="286338" y="267374"/>
                  <a:pt x="277426" y="267374"/>
                </a:cubicBezTo>
                <a:lnTo>
                  <a:pt x="266048" y="267374"/>
                </a:lnTo>
                <a:lnTo>
                  <a:pt x="266048" y="263013"/>
                </a:lnTo>
                <a:cubicBezTo>
                  <a:pt x="266048" y="253911"/>
                  <a:pt x="258653" y="246705"/>
                  <a:pt x="249740" y="246705"/>
                </a:cubicBezTo>
                <a:lnTo>
                  <a:pt x="246327" y="246705"/>
                </a:lnTo>
                <a:lnTo>
                  <a:pt x="246327" y="227553"/>
                </a:lnTo>
                <a:lnTo>
                  <a:pt x="249740" y="227553"/>
                </a:lnTo>
                <a:cubicBezTo>
                  <a:pt x="258842" y="227553"/>
                  <a:pt x="266048" y="220157"/>
                  <a:pt x="266048" y="211245"/>
                </a:cubicBezTo>
                <a:lnTo>
                  <a:pt x="266048" y="207073"/>
                </a:lnTo>
                <a:lnTo>
                  <a:pt x="277426" y="207073"/>
                </a:lnTo>
                <a:cubicBezTo>
                  <a:pt x="286528" y="207073"/>
                  <a:pt x="293734" y="199677"/>
                  <a:pt x="293734" y="190765"/>
                </a:cubicBezTo>
                <a:lnTo>
                  <a:pt x="293734" y="170096"/>
                </a:lnTo>
                <a:cubicBezTo>
                  <a:pt x="293734" y="160993"/>
                  <a:pt x="286338" y="153788"/>
                  <a:pt x="277426" y="153788"/>
                </a:cubicBezTo>
                <a:lnTo>
                  <a:pt x="266048" y="153788"/>
                </a:lnTo>
                <a:lnTo>
                  <a:pt x="266048" y="149426"/>
                </a:lnTo>
                <a:cubicBezTo>
                  <a:pt x="266048" y="140324"/>
                  <a:pt x="258653" y="133118"/>
                  <a:pt x="249740" y="133118"/>
                </a:cubicBezTo>
                <a:lnTo>
                  <a:pt x="246516" y="133118"/>
                </a:lnTo>
                <a:lnTo>
                  <a:pt x="246516" y="113966"/>
                </a:lnTo>
                <a:lnTo>
                  <a:pt x="249740" y="113966"/>
                </a:lnTo>
                <a:cubicBezTo>
                  <a:pt x="258842" y="113966"/>
                  <a:pt x="266048" y="106570"/>
                  <a:pt x="266048" y="97658"/>
                </a:cubicBezTo>
                <a:lnTo>
                  <a:pt x="266048" y="93486"/>
                </a:lnTo>
                <a:lnTo>
                  <a:pt x="277426" y="93486"/>
                </a:lnTo>
                <a:cubicBezTo>
                  <a:pt x="286528" y="93486"/>
                  <a:pt x="293734" y="86091"/>
                  <a:pt x="293734" y="77178"/>
                </a:cubicBezTo>
                <a:lnTo>
                  <a:pt x="293734" y="56509"/>
                </a:lnTo>
                <a:cubicBezTo>
                  <a:pt x="293734" y="47407"/>
                  <a:pt x="286338" y="40201"/>
                  <a:pt x="277426" y="40201"/>
                </a:cubicBezTo>
                <a:lnTo>
                  <a:pt x="266048" y="40201"/>
                </a:lnTo>
                <a:lnTo>
                  <a:pt x="266048" y="35840"/>
                </a:lnTo>
                <a:cubicBezTo>
                  <a:pt x="266048" y="26737"/>
                  <a:pt x="258653" y="19532"/>
                  <a:pt x="249740" y="19532"/>
                </a:cubicBezTo>
                <a:lnTo>
                  <a:pt x="246516" y="19532"/>
                </a:lnTo>
                <a:lnTo>
                  <a:pt x="246516" y="379"/>
                </a:lnTo>
                <a:lnTo>
                  <a:pt x="227554" y="379"/>
                </a:lnTo>
                <a:lnTo>
                  <a:pt x="227554" y="18773"/>
                </a:lnTo>
                <a:lnTo>
                  <a:pt x="189628" y="18773"/>
                </a:lnTo>
                <a:lnTo>
                  <a:pt x="189628" y="0"/>
                </a:lnTo>
                <a:lnTo>
                  <a:pt x="170666" y="0"/>
                </a:lnTo>
                <a:lnTo>
                  <a:pt x="170666" y="18773"/>
                </a:lnTo>
                <a:lnTo>
                  <a:pt x="167063" y="18773"/>
                </a:lnTo>
                <a:cubicBezTo>
                  <a:pt x="157961" y="18773"/>
                  <a:pt x="150755" y="26169"/>
                  <a:pt x="150755" y="35081"/>
                </a:cubicBezTo>
                <a:lnTo>
                  <a:pt x="150755" y="39442"/>
                </a:lnTo>
                <a:lnTo>
                  <a:pt x="139756" y="39442"/>
                </a:lnTo>
                <a:cubicBezTo>
                  <a:pt x="130654" y="39442"/>
                  <a:pt x="123448" y="46838"/>
                  <a:pt x="123448" y="55750"/>
                </a:cubicBezTo>
                <a:lnTo>
                  <a:pt x="123448" y="78695"/>
                </a:lnTo>
                <a:cubicBezTo>
                  <a:pt x="123448" y="86470"/>
                  <a:pt x="129706" y="92728"/>
                  <a:pt x="137481" y="92728"/>
                </a:cubicBezTo>
                <a:lnTo>
                  <a:pt x="150755" y="92728"/>
                </a:lnTo>
                <a:lnTo>
                  <a:pt x="150755" y="96899"/>
                </a:lnTo>
                <a:cubicBezTo>
                  <a:pt x="150755" y="106002"/>
                  <a:pt x="158150" y="113207"/>
                  <a:pt x="167063" y="113207"/>
                </a:cubicBezTo>
                <a:lnTo>
                  <a:pt x="170666" y="113207"/>
                </a:lnTo>
                <a:lnTo>
                  <a:pt x="170666" y="132360"/>
                </a:lnTo>
                <a:lnTo>
                  <a:pt x="167063" y="132360"/>
                </a:lnTo>
                <a:cubicBezTo>
                  <a:pt x="157961" y="132360"/>
                  <a:pt x="150755" y="139755"/>
                  <a:pt x="150755" y="148668"/>
                </a:cubicBezTo>
                <a:lnTo>
                  <a:pt x="150755" y="153029"/>
                </a:lnTo>
                <a:lnTo>
                  <a:pt x="139756" y="153029"/>
                </a:lnTo>
                <a:cubicBezTo>
                  <a:pt x="130654" y="153029"/>
                  <a:pt x="123448" y="160425"/>
                  <a:pt x="123448" y="169337"/>
                </a:cubicBezTo>
                <a:lnTo>
                  <a:pt x="123448" y="192282"/>
                </a:lnTo>
                <a:cubicBezTo>
                  <a:pt x="123448" y="200057"/>
                  <a:pt x="129706" y="206314"/>
                  <a:pt x="137481" y="206314"/>
                </a:cubicBezTo>
                <a:lnTo>
                  <a:pt x="150755" y="206314"/>
                </a:lnTo>
                <a:lnTo>
                  <a:pt x="150755" y="210486"/>
                </a:lnTo>
                <a:cubicBezTo>
                  <a:pt x="150755" y="219588"/>
                  <a:pt x="158150" y="226794"/>
                  <a:pt x="167063" y="226794"/>
                </a:cubicBezTo>
                <a:lnTo>
                  <a:pt x="170476" y="226794"/>
                </a:lnTo>
                <a:lnTo>
                  <a:pt x="170476" y="245946"/>
                </a:lnTo>
                <a:lnTo>
                  <a:pt x="167063" y="245946"/>
                </a:lnTo>
                <a:cubicBezTo>
                  <a:pt x="157961" y="245946"/>
                  <a:pt x="150755" y="253342"/>
                  <a:pt x="150755" y="262254"/>
                </a:cubicBezTo>
                <a:lnTo>
                  <a:pt x="150755" y="266616"/>
                </a:lnTo>
                <a:lnTo>
                  <a:pt x="139756" y="266616"/>
                </a:lnTo>
                <a:cubicBezTo>
                  <a:pt x="130654" y="266616"/>
                  <a:pt x="123448" y="274011"/>
                  <a:pt x="123448" y="282924"/>
                </a:cubicBezTo>
                <a:lnTo>
                  <a:pt x="123448" y="305868"/>
                </a:lnTo>
                <a:cubicBezTo>
                  <a:pt x="123448" y="313643"/>
                  <a:pt x="129706" y="319901"/>
                  <a:pt x="137481" y="319901"/>
                </a:cubicBezTo>
                <a:lnTo>
                  <a:pt x="150755" y="319901"/>
                </a:lnTo>
                <a:lnTo>
                  <a:pt x="150755" y="324073"/>
                </a:lnTo>
                <a:cubicBezTo>
                  <a:pt x="150755" y="333175"/>
                  <a:pt x="158150" y="340381"/>
                  <a:pt x="167063" y="340381"/>
                </a:cubicBezTo>
                <a:lnTo>
                  <a:pt x="170476" y="340381"/>
                </a:lnTo>
                <a:lnTo>
                  <a:pt x="170476" y="359912"/>
                </a:lnTo>
                <a:cubicBezTo>
                  <a:pt x="166683" y="360671"/>
                  <a:pt x="163460" y="362567"/>
                  <a:pt x="161184" y="365411"/>
                </a:cubicBezTo>
                <a:cubicBezTo>
                  <a:pt x="151134" y="347776"/>
                  <a:pt x="134068" y="332796"/>
                  <a:pt x="115294" y="326348"/>
                </a:cubicBezTo>
                <a:cubicBezTo>
                  <a:pt x="97469" y="320280"/>
                  <a:pt x="75093" y="319522"/>
                  <a:pt x="58406" y="324452"/>
                </a:cubicBezTo>
                <a:cubicBezTo>
                  <a:pt x="42478" y="329193"/>
                  <a:pt x="27876" y="339812"/>
                  <a:pt x="16499" y="355361"/>
                </a:cubicBezTo>
                <a:cubicBezTo>
                  <a:pt x="-2085" y="380961"/>
                  <a:pt x="-5119" y="416611"/>
                  <a:pt x="8155" y="453588"/>
                </a:cubicBezTo>
                <a:cubicBezTo>
                  <a:pt x="8155" y="453778"/>
                  <a:pt x="8345" y="453967"/>
                  <a:pt x="8534" y="454346"/>
                </a:cubicBezTo>
                <a:lnTo>
                  <a:pt x="29393" y="454346"/>
                </a:lnTo>
                <a:cubicBezTo>
                  <a:pt x="28066" y="451881"/>
                  <a:pt x="26928" y="449606"/>
                  <a:pt x="26170" y="447141"/>
                </a:cubicBezTo>
                <a:close/>
                <a:moveTo>
                  <a:pt x="168769" y="94624"/>
                </a:moveTo>
                <a:lnTo>
                  <a:pt x="168769" y="90452"/>
                </a:lnTo>
                <a:cubicBezTo>
                  <a:pt x="168769" y="81350"/>
                  <a:pt x="161374" y="74144"/>
                  <a:pt x="152461" y="74144"/>
                </a:cubicBezTo>
                <a:lnTo>
                  <a:pt x="141463" y="74144"/>
                </a:lnTo>
                <a:lnTo>
                  <a:pt x="141463" y="58595"/>
                </a:lnTo>
                <a:lnTo>
                  <a:pt x="152461" y="58595"/>
                </a:lnTo>
                <a:cubicBezTo>
                  <a:pt x="161563" y="58595"/>
                  <a:pt x="168769" y="51199"/>
                  <a:pt x="168769" y="42287"/>
                </a:cubicBezTo>
                <a:lnTo>
                  <a:pt x="168769" y="37925"/>
                </a:lnTo>
                <a:lnTo>
                  <a:pt x="246327" y="37925"/>
                </a:lnTo>
                <a:lnTo>
                  <a:pt x="246327" y="42287"/>
                </a:lnTo>
                <a:cubicBezTo>
                  <a:pt x="246327" y="51389"/>
                  <a:pt x="253722" y="58595"/>
                  <a:pt x="262635" y="58595"/>
                </a:cubicBezTo>
                <a:lnTo>
                  <a:pt x="274012" y="58595"/>
                </a:lnTo>
                <a:lnTo>
                  <a:pt x="274012" y="74144"/>
                </a:lnTo>
                <a:lnTo>
                  <a:pt x="262635" y="74144"/>
                </a:lnTo>
                <a:cubicBezTo>
                  <a:pt x="253533" y="74144"/>
                  <a:pt x="246327" y="81540"/>
                  <a:pt x="246327" y="90452"/>
                </a:cubicBezTo>
                <a:lnTo>
                  <a:pt x="246327" y="94624"/>
                </a:lnTo>
                <a:lnTo>
                  <a:pt x="168769" y="94624"/>
                </a:lnTo>
                <a:close/>
                <a:moveTo>
                  <a:pt x="226795" y="113587"/>
                </a:moveTo>
                <a:lnTo>
                  <a:pt x="226795" y="132739"/>
                </a:lnTo>
                <a:lnTo>
                  <a:pt x="188870" y="132739"/>
                </a:lnTo>
                <a:lnTo>
                  <a:pt x="188870" y="113587"/>
                </a:lnTo>
                <a:lnTo>
                  <a:pt x="226795" y="113587"/>
                </a:lnTo>
                <a:close/>
                <a:moveTo>
                  <a:pt x="168769" y="208590"/>
                </a:moveTo>
                <a:lnTo>
                  <a:pt x="168769" y="204418"/>
                </a:lnTo>
                <a:cubicBezTo>
                  <a:pt x="168769" y="195316"/>
                  <a:pt x="161374" y="188110"/>
                  <a:pt x="152461" y="188110"/>
                </a:cubicBezTo>
                <a:lnTo>
                  <a:pt x="141463" y="188110"/>
                </a:lnTo>
                <a:lnTo>
                  <a:pt x="141463" y="172561"/>
                </a:lnTo>
                <a:lnTo>
                  <a:pt x="152461" y="172561"/>
                </a:lnTo>
                <a:cubicBezTo>
                  <a:pt x="161563" y="172561"/>
                  <a:pt x="168769" y="165165"/>
                  <a:pt x="168769" y="156253"/>
                </a:cubicBezTo>
                <a:lnTo>
                  <a:pt x="168769" y="151891"/>
                </a:lnTo>
                <a:lnTo>
                  <a:pt x="246327" y="151891"/>
                </a:lnTo>
                <a:lnTo>
                  <a:pt x="246327" y="156253"/>
                </a:lnTo>
                <a:cubicBezTo>
                  <a:pt x="246327" y="165355"/>
                  <a:pt x="253722" y="172561"/>
                  <a:pt x="262635" y="172561"/>
                </a:cubicBezTo>
                <a:lnTo>
                  <a:pt x="274012" y="172561"/>
                </a:lnTo>
                <a:lnTo>
                  <a:pt x="274012" y="188110"/>
                </a:lnTo>
                <a:lnTo>
                  <a:pt x="262635" y="188110"/>
                </a:lnTo>
                <a:cubicBezTo>
                  <a:pt x="253533" y="188110"/>
                  <a:pt x="246327" y="195506"/>
                  <a:pt x="246327" y="204418"/>
                </a:cubicBezTo>
                <a:lnTo>
                  <a:pt x="246327" y="208590"/>
                </a:lnTo>
                <a:lnTo>
                  <a:pt x="168769" y="208590"/>
                </a:lnTo>
                <a:close/>
                <a:moveTo>
                  <a:pt x="226606" y="227553"/>
                </a:moveTo>
                <a:lnTo>
                  <a:pt x="226606" y="246705"/>
                </a:lnTo>
                <a:lnTo>
                  <a:pt x="188680" y="246705"/>
                </a:lnTo>
                <a:lnTo>
                  <a:pt x="188680" y="227553"/>
                </a:lnTo>
                <a:lnTo>
                  <a:pt x="226606" y="227553"/>
                </a:lnTo>
                <a:close/>
                <a:moveTo>
                  <a:pt x="168769" y="322556"/>
                </a:moveTo>
                <a:lnTo>
                  <a:pt x="168769" y="318384"/>
                </a:lnTo>
                <a:cubicBezTo>
                  <a:pt x="168769" y="309282"/>
                  <a:pt x="161374" y="302076"/>
                  <a:pt x="152461" y="302076"/>
                </a:cubicBezTo>
                <a:lnTo>
                  <a:pt x="141463" y="302076"/>
                </a:lnTo>
                <a:lnTo>
                  <a:pt x="141463" y="286527"/>
                </a:lnTo>
                <a:lnTo>
                  <a:pt x="152461" y="286527"/>
                </a:lnTo>
                <a:cubicBezTo>
                  <a:pt x="161563" y="286527"/>
                  <a:pt x="168769" y="279131"/>
                  <a:pt x="168769" y="270219"/>
                </a:cubicBezTo>
                <a:lnTo>
                  <a:pt x="168769" y="265857"/>
                </a:lnTo>
                <a:lnTo>
                  <a:pt x="246327" y="265857"/>
                </a:lnTo>
                <a:lnTo>
                  <a:pt x="246327" y="270219"/>
                </a:lnTo>
                <a:cubicBezTo>
                  <a:pt x="246327" y="279321"/>
                  <a:pt x="253722" y="286527"/>
                  <a:pt x="262635" y="286527"/>
                </a:cubicBezTo>
                <a:lnTo>
                  <a:pt x="274012" y="286527"/>
                </a:lnTo>
                <a:lnTo>
                  <a:pt x="274012" y="302076"/>
                </a:lnTo>
                <a:lnTo>
                  <a:pt x="262635" y="302076"/>
                </a:lnTo>
                <a:cubicBezTo>
                  <a:pt x="253533" y="302076"/>
                  <a:pt x="246327" y="309471"/>
                  <a:pt x="246327" y="318384"/>
                </a:cubicBezTo>
                <a:lnTo>
                  <a:pt x="246327" y="322556"/>
                </a:lnTo>
                <a:lnTo>
                  <a:pt x="168769" y="322556"/>
                </a:lnTo>
                <a:close/>
                <a:moveTo>
                  <a:pt x="226606" y="341518"/>
                </a:moveTo>
                <a:lnTo>
                  <a:pt x="226606" y="360291"/>
                </a:lnTo>
                <a:lnTo>
                  <a:pt x="188680" y="360291"/>
                </a:lnTo>
                <a:cubicBezTo>
                  <a:pt x="188680" y="360291"/>
                  <a:pt x="188680" y="341518"/>
                  <a:pt x="188680" y="341518"/>
                </a:cubicBezTo>
                <a:lnTo>
                  <a:pt x="226606" y="341518"/>
                </a:lnTo>
                <a:close/>
                <a:moveTo>
                  <a:pt x="170286" y="394804"/>
                </a:moveTo>
                <a:lnTo>
                  <a:pt x="170855" y="394804"/>
                </a:lnTo>
                <a:cubicBezTo>
                  <a:pt x="170855" y="394804"/>
                  <a:pt x="170666" y="393855"/>
                  <a:pt x="170666" y="393855"/>
                </a:cubicBezTo>
                <a:lnTo>
                  <a:pt x="175027" y="379444"/>
                </a:lnTo>
                <a:lnTo>
                  <a:pt x="242913" y="379444"/>
                </a:lnTo>
                <a:cubicBezTo>
                  <a:pt x="242913" y="379444"/>
                  <a:pt x="252584" y="413577"/>
                  <a:pt x="252584" y="413577"/>
                </a:cubicBezTo>
                <a:lnTo>
                  <a:pt x="208970" y="435953"/>
                </a:lnTo>
                <a:lnTo>
                  <a:pt x="164977" y="413197"/>
                </a:lnTo>
                <a:lnTo>
                  <a:pt x="170476" y="39480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41" descr="Hips icon.">
            <a:extLst>
              <a:ext uri="{FF2B5EF4-FFF2-40B4-BE49-F238E27FC236}">
                <a16:creationId xmlns:a16="http://schemas.microsoft.com/office/drawing/2014/main" id="{347D08B1-9132-98F5-A2C8-2F35C301F635}"/>
              </a:ext>
            </a:extLst>
          </p:cNvPr>
          <p:cNvSpPr/>
          <p:nvPr/>
        </p:nvSpPr>
        <p:spPr>
          <a:xfrm>
            <a:off x="8296350" y="2390465"/>
            <a:ext cx="454331" cy="378766"/>
          </a:xfrm>
          <a:custGeom>
            <a:avLst/>
            <a:gdLst>
              <a:gd name="connsiteX0" fmla="*/ 245915 w 454331"/>
              <a:gd name="connsiteY0" fmla="*/ 122526 h 378766"/>
              <a:gd name="connsiteX1" fmla="*/ 246118 w 454331"/>
              <a:gd name="connsiteY1" fmla="*/ 141488 h 378766"/>
              <a:gd name="connsiteX2" fmla="*/ 208489 w 454331"/>
              <a:gd name="connsiteY2" fmla="*/ 141887 h 378766"/>
              <a:gd name="connsiteX3" fmla="*/ 208286 w 454331"/>
              <a:gd name="connsiteY3" fmla="*/ 122924 h 378766"/>
              <a:gd name="connsiteX4" fmla="*/ 245915 w 454331"/>
              <a:gd name="connsiteY4" fmla="*/ 122526 h 378766"/>
              <a:gd name="connsiteX5" fmla="*/ 208129 w 454331"/>
              <a:gd name="connsiteY5" fmla="*/ 170367 h 378766"/>
              <a:gd name="connsiteX6" fmla="*/ 245758 w 454331"/>
              <a:gd name="connsiteY6" fmla="*/ 170367 h 378766"/>
              <a:gd name="connsiteX7" fmla="*/ 245758 w 454331"/>
              <a:gd name="connsiteY7" fmla="*/ 151404 h 378766"/>
              <a:gd name="connsiteX8" fmla="*/ 208129 w 454331"/>
              <a:gd name="connsiteY8" fmla="*/ 151404 h 378766"/>
              <a:gd name="connsiteX9" fmla="*/ 208129 w 454331"/>
              <a:gd name="connsiteY9" fmla="*/ 170367 h 378766"/>
              <a:gd name="connsiteX10" fmla="*/ 453792 w 454331"/>
              <a:gd name="connsiteY10" fmla="*/ 272272 h 378766"/>
              <a:gd name="connsiteX11" fmla="*/ 434987 w 454331"/>
              <a:gd name="connsiteY11" fmla="*/ 299262 h 378766"/>
              <a:gd name="connsiteX12" fmla="*/ 433292 w 454331"/>
              <a:gd name="connsiteY12" fmla="*/ 300115 h 378766"/>
              <a:gd name="connsiteX13" fmla="*/ 426023 w 454331"/>
              <a:gd name="connsiteY13" fmla="*/ 306587 h 378766"/>
              <a:gd name="connsiteX14" fmla="*/ 426467 w 454331"/>
              <a:gd name="connsiteY14" fmla="*/ 359605 h 378766"/>
              <a:gd name="connsiteX15" fmla="*/ 420985 w 454331"/>
              <a:gd name="connsiteY15" fmla="*/ 373142 h 378766"/>
              <a:gd name="connsiteX16" fmla="*/ 407514 w 454331"/>
              <a:gd name="connsiteY16" fmla="*/ 378763 h 378766"/>
              <a:gd name="connsiteX17" fmla="*/ 378874 w 454331"/>
              <a:gd name="connsiteY17" fmla="*/ 378763 h 378766"/>
              <a:gd name="connsiteX18" fmla="*/ 359912 w 454331"/>
              <a:gd name="connsiteY18" fmla="*/ 359865 h 378766"/>
              <a:gd name="connsiteX19" fmla="*/ 359671 w 454331"/>
              <a:gd name="connsiteY19" fmla="*/ 282524 h 378766"/>
              <a:gd name="connsiteX20" fmla="*/ 359722 w 454331"/>
              <a:gd name="connsiteY20" fmla="*/ 278183 h 378766"/>
              <a:gd name="connsiteX21" fmla="*/ 345346 w 454331"/>
              <a:gd name="connsiteY21" fmla="*/ 295229 h 378766"/>
              <a:gd name="connsiteX22" fmla="*/ 332365 w 454331"/>
              <a:gd name="connsiteY22" fmla="*/ 323413 h 378766"/>
              <a:gd name="connsiteX23" fmla="*/ 324254 w 454331"/>
              <a:gd name="connsiteY23" fmla="*/ 343506 h 378766"/>
              <a:gd name="connsiteX24" fmla="*/ 294911 w 454331"/>
              <a:gd name="connsiteY24" fmla="*/ 376912 h 378766"/>
              <a:gd name="connsiteX25" fmla="*/ 285402 w 454331"/>
              <a:gd name="connsiteY25" fmla="*/ 378608 h 378766"/>
              <a:gd name="connsiteX26" fmla="*/ 249319 w 454331"/>
              <a:gd name="connsiteY26" fmla="*/ 348766 h 378766"/>
              <a:gd name="connsiteX27" fmla="*/ 235922 w 454331"/>
              <a:gd name="connsiteY27" fmla="*/ 308971 h 378766"/>
              <a:gd name="connsiteX28" fmla="*/ 261958 w 454331"/>
              <a:gd name="connsiteY28" fmla="*/ 263417 h 378766"/>
              <a:gd name="connsiteX29" fmla="*/ 281512 w 454331"/>
              <a:gd name="connsiteY29" fmla="*/ 240779 h 378766"/>
              <a:gd name="connsiteX30" fmla="*/ 276984 w 454331"/>
              <a:gd name="connsiteY30" fmla="*/ 215640 h 378766"/>
              <a:gd name="connsiteX31" fmla="*/ 254214 w 454331"/>
              <a:gd name="connsiteY31" fmla="*/ 200739 h 378766"/>
              <a:gd name="connsiteX32" fmla="*/ 239883 w 454331"/>
              <a:gd name="connsiteY32" fmla="*/ 212788 h 378766"/>
              <a:gd name="connsiteX33" fmla="*/ 227393 w 454331"/>
              <a:gd name="connsiteY33" fmla="*/ 217352 h 378766"/>
              <a:gd name="connsiteX34" fmla="*/ 215069 w 454331"/>
              <a:gd name="connsiteY34" fmla="*/ 212936 h 378766"/>
              <a:gd name="connsiteX35" fmla="*/ 199920 w 454331"/>
              <a:gd name="connsiteY35" fmla="*/ 200483 h 378766"/>
              <a:gd name="connsiteX36" fmla="*/ 176068 w 454331"/>
              <a:gd name="connsiteY36" fmla="*/ 215631 h 378766"/>
              <a:gd name="connsiteX37" fmla="*/ 171530 w 454331"/>
              <a:gd name="connsiteY37" fmla="*/ 240788 h 378766"/>
              <a:gd name="connsiteX38" fmla="*/ 191094 w 454331"/>
              <a:gd name="connsiteY38" fmla="*/ 263409 h 378766"/>
              <a:gd name="connsiteX39" fmla="*/ 217123 w 454331"/>
              <a:gd name="connsiteY39" fmla="*/ 308973 h 378766"/>
              <a:gd name="connsiteX40" fmla="*/ 203725 w 454331"/>
              <a:gd name="connsiteY40" fmla="*/ 348768 h 378766"/>
              <a:gd name="connsiteX41" fmla="*/ 167653 w 454331"/>
              <a:gd name="connsiteY41" fmla="*/ 378609 h 378766"/>
              <a:gd name="connsiteX42" fmla="*/ 158133 w 454331"/>
              <a:gd name="connsiteY42" fmla="*/ 376914 h 378766"/>
              <a:gd name="connsiteX43" fmla="*/ 128800 w 454331"/>
              <a:gd name="connsiteY43" fmla="*/ 343508 h 378766"/>
              <a:gd name="connsiteX44" fmla="*/ 120690 w 454331"/>
              <a:gd name="connsiteY44" fmla="*/ 323424 h 378766"/>
              <a:gd name="connsiteX45" fmla="*/ 107698 w 454331"/>
              <a:gd name="connsiteY45" fmla="*/ 295230 h 378766"/>
              <a:gd name="connsiteX46" fmla="*/ 94487 w 454331"/>
              <a:gd name="connsiteY46" fmla="*/ 279364 h 378766"/>
              <a:gd name="connsiteX47" fmla="*/ 94532 w 454331"/>
              <a:gd name="connsiteY47" fmla="*/ 281018 h 378766"/>
              <a:gd name="connsiteX48" fmla="*/ 94413 w 454331"/>
              <a:gd name="connsiteY48" fmla="*/ 359859 h 378766"/>
              <a:gd name="connsiteX49" fmla="*/ 75450 w 454331"/>
              <a:gd name="connsiteY49" fmla="*/ 378767 h 378766"/>
              <a:gd name="connsiteX50" fmla="*/ 46817 w 454331"/>
              <a:gd name="connsiteY50" fmla="*/ 378767 h 378766"/>
              <a:gd name="connsiteX51" fmla="*/ 33336 w 454331"/>
              <a:gd name="connsiteY51" fmla="*/ 373137 h 378766"/>
              <a:gd name="connsiteX52" fmla="*/ 27873 w 454331"/>
              <a:gd name="connsiteY52" fmla="*/ 359599 h 378766"/>
              <a:gd name="connsiteX53" fmla="*/ 27911 w 454331"/>
              <a:gd name="connsiteY53" fmla="*/ 356127 h 378766"/>
              <a:gd name="connsiteX54" fmla="*/ 28309 w 454331"/>
              <a:gd name="connsiteY54" fmla="*/ 306591 h 378766"/>
              <a:gd name="connsiteX55" fmla="*/ 21041 w 454331"/>
              <a:gd name="connsiteY55" fmla="*/ 300119 h 378766"/>
              <a:gd name="connsiteX56" fmla="*/ 19345 w 454331"/>
              <a:gd name="connsiteY56" fmla="*/ 299268 h 378766"/>
              <a:gd name="connsiteX57" fmla="*/ 540 w 454331"/>
              <a:gd name="connsiteY57" fmla="*/ 272278 h 378766"/>
              <a:gd name="connsiteX58" fmla="*/ 9652 w 454331"/>
              <a:gd name="connsiteY58" fmla="*/ 238390 h 378766"/>
              <a:gd name="connsiteX59" fmla="*/ 37967 w 454331"/>
              <a:gd name="connsiteY59" fmla="*/ 227242 h 378766"/>
              <a:gd name="connsiteX60" fmla="*/ 49405 w 454331"/>
              <a:gd name="connsiteY60" fmla="*/ 226151 h 378766"/>
              <a:gd name="connsiteX61" fmla="*/ 34464 w 454331"/>
              <a:gd name="connsiteY61" fmla="*/ 87553 h 378766"/>
              <a:gd name="connsiteX62" fmla="*/ 61547 w 454331"/>
              <a:gd name="connsiteY62" fmla="*/ 66461 h 378766"/>
              <a:gd name="connsiteX63" fmla="*/ 128222 w 454331"/>
              <a:gd name="connsiteY63" fmla="*/ 59710 h 378766"/>
              <a:gd name="connsiteX64" fmla="*/ 186386 w 454331"/>
              <a:gd name="connsiteY64" fmla="*/ 96514 h 378766"/>
              <a:gd name="connsiteX65" fmla="*/ 189283 w 454331"/>
              <a:gd name="connsiteY65" fmla="*/ 95054 h 378766"/>
              <a:gd name="connsiteX66" fmla="*/ 189281 w 454331"/>
              <a:gd name="connsiteY66" fmla="*/ 75506 h 378766"/>
              <a:gd name="connsiteX67" fmla="*/ 179906 w 454331"/>
              <a:gd name="connsiteY67" fmla="*/ 75506 h 378766"/>
              <a:gd name="connsiteX68" fmla="*/ 179906 w 454331"/>
              <a:gd name="connsiteY68" fmla="*/ 56543 h 378766"/>
              <a:gd name="connsiteX69" fmla="*/ 189281 w 454331"/>
              <a:gd name="connsiteY69" fmla="*/ 56543 h 378766"/>
              <a:gd name="connsiteX70" fmla="*/ 189280 w 454331"/>
              <a:gd name="connsiteY70" fmla="*/ 37410 h 378766"/>
              <a:gd name="connsiteX71" fmla="*/ 179851 w 454331"/>
              <a:gd name="connsiteY71" fmla="*/ 37360 h 378766"/>
              <a:gd name="connsiteX72" fmla="*/ 179963 w 454331"/>
              <a:gd name="connsiteY72" fmla="*/ 18398 h 378766"/>
              <a:gd name="connsiteX73" fmla="*/ 189280 w 454331"/>
              <a:gd name="connsiteY73" fmla="*/ 18449 h 378766"/>
              <a:gd name="connsiteX74" fmla="*/ 189278 w 454331"/>
              <a:gd name="connsiteY74" fmla="*/ 0 h 378766"/>
              <a:gd name="connsiteX75" fmla="*/ 208240 w 454331"/>
              <a:gd name="connsiteY75" fmla="*/ 0 h 378766"/>
              <a:gd name="connsiteX76" fmla="*/ 208242 w 454331"/>
              <a:gd name="connsiteY76" fmla="*/ 18555 h 378766"/>
              <a:gd name="connsiteX77" fmla="*/ 245999 w 454331"/>
              <a:gd name="connsiteY77" fmla="*/ 18762 h 378766"/>
              <a:gd name="connsiteX78" fmla="*/ 246001 w 454331"/>
              <a:gd name="connsiteY78" fmla="*/ 121 h 378766"/>
              <a:gd name="connsiteX79" fmla="*/ 264964 w 454331"/>
              <a:gd name="connsiteY79" fmla="*/ 121 h 378766"/>
              <a:gd name="connsiteX80" fmla="*/ 264960 w 454331"/>
              <a:gd name="connsiteY80" fmla="*/ 18866 h 378766"/>
              <a:gd name="connsiteX81" fmla="*/ 274035 w 454331"/>
              <a:gd name="connsiteY81" fmla="*/ 18915 h 378766"/>
              <a:gd name="connsiteX82" fmla="*/ 273923 w 454331"/>
              <a:gd name="connsiteY82" fmla="*/ 37878 h 378766"/>
              <a:gd name="connsiteX83" fmla="*/ 264958 w 454331"/>
              <a:gd name="connsiteY83" fmla="*/ 37829 h 378766"/>
              <a:gd name="connsiteX84" fmla="*/ 264956 w 454331"/>
              <a:gd name="connsiteY84" fmla="*/ 56545 h 378766"/>
              <a:gd name="connsiteX85" fmla="*/ 274238 w 454331"/>
              <a:gd name="connsiteY85" fmla="*/ 56545 h 378766"/>
              <a:gd name="connsiteX86" fmla="*/ 274238 w 454331"/>
              <a:gd name="connsiteY86" fmla="*/ 75508 h 378766"/>
              <a:gd name="connsiteX87" fmla="*/ 264954 w 454331"/>
              <a:gd name="connsiteY87" fmla="*/ 75508 h 378766"/>
              <a:gd name="connsiteX88" fmla="*/ 264952 w 454331"/>
              <a:gd name="connsiteY88" fmla="*/ 95269 h 378766"/>
              <a:gd name="connsiteX89" fmla="*/ 267271 w 454331"/>
              <a:gd name="connsiteY89" fmla="*/ 96441 h 378766"/>
              <a:gd name="connsiteX90" fmla="*/ 325358 w 454331"/>
              <a:gd name="connsiteY90" fmla="*/ 59712 h 378766"/>
              <a:gd name="connsiteX91" fmla="*/ 392033 w 454331"/>
              <a:gd name="connsiteY91" fmla="*/ 66462 h 378766"/>
              <a:gd name="connsiteX92" fmla="*/ 419115 w 454331"/>
              <a:gd name="connsiteY92" fmla="*/ 87555 h 378766"/>
              <a:gd name="connsiteX93" fmla="*/ 404284 w 454331"/>
              <a:gd name="connsiteY93" fmla="*/ 225965 h 378766"/>
              <a:gd name="connsiteX94" fmla="*/ 416375 w 454331"/>
              <a:gd name="connsiteY94" fmla="*/ 227238 h 378766"/>
              <a:gd name="connsiteX95" fmla="*/ 444681 w 454331"/>
              <a:gd name="connsiteY95" fmla="*/ 238386 h 378766"/>
              <a:gd name="connsiteX96" fmla="*/ 453792 w 454331"/>
              <a:gd name="connsiteY96" fmla="*/ 272272 h 378766"/>
              <a:gd name="connsiteX97" fmla="*/ 208244 w 454331"/>
              <a:gd name="connsiteY97" fmla="*/ 56545 h 378766"/>
              <a:gd name="connsiteX98" fmla="*/ 245993 w 454331"/>
              <a:gd name="connsiteY98" fmla="*/ 56545 h 378766"/>
              <a:gd name="connsiteX99" fmla="*/ 245995 w 454331"/>
              <a:gd name="connsiteY99" fmla="*/ 37724 h 378766"/>
              <a:gd name="connsiteX100" fmla="*/ 208244 w 454331"/>
              <a:gd name="connsiteY100" fmla="*/ 37516 h 378766"/>
              <a:gd name="connsiteX101" fmla="*/ 208244 w 454331"/>
              <a:gd name="connsiteY101" fmla="*/ 56545 h 378766"/>
              <a:gd name="connsiteX102" fmla="*/ 208246 w 454331"/>
              <a:gd name="connsiteY102" fmla="*/ 75508 h 378766"/>
              <a:gd name="connsiteX103" fmla="*/ 208248 w 454331"/>
              <a:gd name="connsiteY103" fmla="*/ 94036 h 378766"/>
              <a:gd name="connsiteX104" fmla="*/ 245991 w 454331"/>
              <a:gd name="connsiteY104" fmla="*/ 94235 h 378766"/>
              <a:gd name="connsiteX105" fmla="*/ 245993 w 454331"/>
              <a:gd name="connsiteY105" fmla="*/ 75508 h 378766"/>
              <a:gd name="connsiteX106" fmla="*/ 208246 w 454331"/>
              <a:gd name="connsiteY106" fmla="*/ 75508 h 378766"/>
              <a:gd name="connsiteX107" fmla="*/ 91713 w 454331"/>
              <a:gd name="connsiteY107" fmla="*/ 255885 h 378766"/>
              <a:gd name="connsiteX108" fmla="*/ 92778 w 454331"/>
              <a:gd name="connsiteY108" fmla="*/ 255608 h 378766"/>
              <a:gd name="connsiteX109" fmla="*/ 112630 w 454331"/>
              <a:gd name="connsiteY109" fmla="*/ 239876 h 378766"/>
              <a:gd name="connsiteX110" fmla="*/ 111426 w 454331"/>
              <a:gd name="connsiteY110" fmla="*/ 233469 h 378766"/>
              <a:gd name="connsiteX111" fmla="*/ 86724 w 454331"/>
              <a:gd name="connsiteY111" fmla="*/ 231191 h 378766"/>
              <a:gd name="connsiteX112" fmla="*/ 37085 w 454331"/>
              <a:gd name="connsiteY112" fmla="*/ 246181 h 378766"/>
              <a:gd name="connsiteX113" fmla="*/ 35919 w 454331"/>
              <a:gd name="connsiteY113" fmla="*/ 246153 h 378766"/>
              <a:gd name="connsiteX114" fmla="*/ 23714 w 454331"/>
              <a:gd name="connsiteY114" fmla="*/ 251097 h 378766"/>
              <a:gd name="connsiteX115" fmla="*/ 19298 w 454331"/>
              <a:gd name="connsiteY115" fmla="*/ 269475 h 378766"/>
              <a:gd name="connsiteX116" fmla="*/ 27937 w 454331"/>
              <a:gd name="connsiteY116" fmla="*/ 282355 h 378766"/>
              <a:gd name="connsiteX117" fmla="*/ 47270 w 454331"/>
              <a:gd name="connsiteY117" fmla="*/ 306585 h 378766"/>
              <a:gd name="connsiteX118" fmla="*/ 46872 w 454331"/>
              <a:gd name="connsiteY118" fmla="*/ 356324 h 378766"/>
              <a:gd name="connsiteX119" fmla="*/ 46834 w 454331"/>
              <a:gd name="connsiteY119" fmla="*/ 359816 h 378766"/>
              <a:gd name="connsiteX120" fmla="*/ 75454 w 454331"/>
              <a:gd name="connsiteY120" fmla="*/ 359797 h 378766"/>
              <a:gd name="connsiteX121" fmla="*/ 75695 w 454331"/>
              <a:gd name="connsiteY121" fmla="*/ 282465 h 378766"/>
              <a:gd name="connsiteX122" fmla="*/ 91713 w 454331"/>
              <a:gd name="connsiteY122" fmla="*/ 255885 h 378766"/>
              <a:gd name="connsiteX123" fmla="*/ 182698 w 454331"/>
              <a:gd name="connsiteY123" fmla="*/ 186316 h 378766"/>
              <a:gd name="connsiteX124" fmla="*/ 167609 w 454331"/>
              <a:gd name="connsiteY124" fmla="*/ 173913 h 378766"/>
              <a:gd name="connsiteX125" fmla="*/ 161581 w 454331"/>
              <a:gd name="connsiteY125" fmla="*/ 152747 h 378766"/>
              <a:gd name="connsiteX126" fmla="*/ 175480 w 454331"/>
              <a:gd name="connsiteY126" fmla="*/ 112145 h 378766"/>
              <a:gd name="connsiteX127" fmla="*/ 122205 w 454331"/>
              <a:gd name="connsiteY127" fmla="*/ 77692 h 378766"/>
              <a:gd name="connsiteX128" fmla="*/ 70899 w 454331"/>
              <a:gd name="connsiteY128" fmla="*/ 82960 h 378766"/>
              <a:gd name="connsiteX129" fmla="*/ 49316 w 454331"/>
              <a:gd name="connsiteY129" fmla="*/ 99349 h 378766"/>
              <a:gd name="connsiteX130" fmla="*/ 67729 w 454331"/>
              <a:gd name="connsiteY130" fmla="*/ 219531 h 378766"/>
              <a:gd name="connsiteX131" fmla="*/ 77991 w 454331"/>
              <a:gd name="connsiteY131" fmla="*/ 214358 h 378766"/>
              <a:gd name="connsiteX132" fmla="*/ 127509 w 454331"/>
              <a:gd name="connsiteY132" fmla="*/ 223422 h 378766"/>
              <a:gd name="connsiteX133" fmla="*/ 130620 w 454331"/>
              <a:gd name="connsiteY133" fmla="*/ 245886 h 378766"/>
              <a:gd name="connsiteX134" fmla="*/ 109928 w 454331"/>
              <a:gd name="connsiteY134" fmla="*/ 268108 h 378766"/>
              <a:gd name="connsiteX135" fmla="*/ 123335 w 454331"/>
              <a:gd name="connsiteY135" fmla="*/ 284498 h 378766"/>
              <a:gd name="connsiteX136" fmla="*/ 138501 w 454331"/>
              <a:gd name="connsiteY136" fmla="*/ 316895 h 378766"/>
              <a:gd name="connsiteX137" fmla="*/ 145899 w 454331"/>
              <a:gd name="connsiteY137" fmla="*/ 335302 h 378766"/>
              <a:gd name="connsiteX138" fmla="*/ 164547 w 454331"/>
              <a:gd name="connsiteY138" fmla="*/ 359061 h 378766"/>
              <a:gd name="connsiteX139" fmla="*/ 186564 w 454331"/>
              <a:gd name="connsiteY139" fmla="*/ 340709 h 378766"/>
              <a:gd name="connsiteX140" fmla="*/ 198313 w 454331"/>
              <a:gd name="connsiteY140" fmla="*/ 306654 h 378766"/>
              <a:gd name="connsiteX141" fmla="*/ 179100 w 454331"/>
              <a:gd name="connsiteY141" fmla="*/ 278090 h 378766"/>
              <a:gd name="connsiteX142" fmla="*/ 153239 w 454331"/>
              <a:gd name="connsiteY142" fmla="*/ 245776 h 378766"/>
              <a:gd name="connsiteX143" fmla="*/ 160341 w 454331"/>
              <a:gd name="connsiteY143" fmla="*/ 205036 h 378766"/>
              <a:gd name="connsiteX144" fmla="*/ 182698 w 454331"/>
              <a:gd name="connsiteY144" fmla="*/ 186316 h 378766"/>
              <a:gd name="connsiteX145" fmla="*/ 274229 w 454331"/>
              <a:gd name="connsiteY145" fmla="*/ 158617 h 378766"/>
              <a:gd name="connsiteX146" fmla="*/ 258941 w 454331"/>
              <a:gd name="connsiteY146" fmla="*/ 113664 h 378766"/>
              <a:gd name="connsiteX147" fmla="*/ 195562 w 454331"/>
              <a:gd name="connsiteY147" fmla="*/ 113340 h 378766"/>
              <a:gd name="connsiteX148" fmla="*/ 195524 w 454331"/>
              <a:gd name="connsiteY148" fmla="*/ 113350 h 378766"/>
              <a:gd name="connsiteX149" fmla="*/ 179904 w 454331"/>
              <a:gd name="connsiteY149" fmla="*/ 159016 h 378766"/>
              <a:gd name="connsiteX150" fmla="*/ 227357 w 454331"/>
              <a:gd name="connsiteY150" fmla="*/ 197969 h 378766"/>
              <a:gd name="connsiteX151" fmla="*/ 274229 w 454331"/>
              <a:gd name="connsiteY151" fmla="*/ 158617 h 378766"/>
              <a:gd name="connsiteX152" fmla="*/ 343619 w 454331"/>
              <a:gd name="connsiteY152" fmla="*/ 267617 h 378766"/>
              <a:gd name="connsiteX153" fmla="*/ 323710 w 454331"/>
              <a:gd name="connsiteY153" fmla="*/ 245884 h 378766"/>
              <a:gd name="connsiteX154" fmla="*/ 326831 w 454331"/>
              <a:gd name="connsiteY154" fmla="*/ 223411 h 378766"/>
              <a:gd name="connsiteX155" fmla="*/ 376332 w 454331"/>
              <a:gd name="connsiteY155" fmla="*/ 214356 h 378766"/>
              <a:gd name="connsiteX156" fmla="*/ 385980 w 454331"/>
              <a:gd name="connsiteY156" fmla="*/ 219249 h 378766"/>
              <a:gd name="connsiteX157" fmla="*/ 404267 w 454331"/>
              <a:gd name="connsiteY157" fmla="*/ 99349 h 378766"/>
              <a:gd name="connsiteX158" fmla="*/ 382684 w 454331"/>
              <a:gd name="connsiteY158" fmla="*/ 82960 h 378766"/>
              <a:gd name="connsiteX159" fmla="*/ 331379 w 454331"/>
              <a:gd name="connsiteY159" fmla="*/ 77692 h 378766"/>
              <a:gd name="connsiteX160" fmla="*/ 278700 w 454331"/>
              <a:gd name="connsiteY160" fmla="*/ 111615 h 378766"/>
              <a:gd name="connsiteX161" fmla="*/ 292564 w 454331"/>
              <a:gd name="connsiteY161" fmla="*/ 152441 h 378766"/>
              <a:gd name="connsiteX162" fmla="*/ 286693 w 454331"/>
              <a:gd name="connsiteY162" fmla="*/ 173431 h 378766"/>
              <a:gd name="connsiteX163" fmla="*/ 271001 w 454331"/>
              <a:gd name="connsiteY163" fmla="*/ 186623 h 378766"/>
              <a:gd name="connsiteX164" fmla="*/ 292721 w 454331"/>
              <a:gd name="connsiteY164" fmla="*/ 205042 h 378766"/>
              <a:gd name="connsiteX165" fmla="*/ 299813 w 454331"/>
              <a:gd name="connsiteY165" fmla="*/ 245772 h 378766"/>
              <a:gd name="connsiteX166" fmla="*/ 273952 w 454331"/>
              <a:gd name="connsiteY166" fmla="*/ 278096 h 378766"/>
              <a:gd name="connsiteX167" fmla="*/ 254739 w 454331"/>
              <a:gd name="connsiteY167" fmla="*/ 306659 h 378766"/>
              <a:gd name="connsiteX168" fmla="*/ 266488 w 454331"/>
              <a:gd name="connsiteY168" fmla="*/ 340705 h 378766"/>
              <a:gd name="connsiteX169" fmla="*/ 288506 w 454331"/>
              <a:gd name="connsiteY169" fmla="*/ 359057 h 378766"/>
              <a:gd name="connsiteX170" fmla="*/ 307163 w 454331"/>
              <a:gd name="connsiteY170" fmla="*/ 335299 h 378766"/>
              <a:gd name="connsiteX171" fmla="*/ 314561 w 454331"/>
              <a:gd name="connsiteY171" fmla="*/ 316892 h 378766"/>
              <a:gd name="connsiteX172" fmla="*/ 329717 w 454331"/>
              <a:gd name="connsiteY172" fmla="*/ 284484 h 378766"/>
              <a:gd name="connsiteX173" fmla="*/ 343619 w 454331"/>
              <a:gd name="connsiteY173" fmla="*/ 267617 h 378766"/>
              <a:gd name="connsiteX174" fmla="*/ 435032 w 454331"/>
              <a:gd name="connsiteY174" fmla="*/ 269477 h 378766"/>
              <a:gd name="connsiteX175" fmla="*/ 430616 w 454331"/>
              <a:gd name="connsiteY175" fmla="*/ 251099 h 378766"/>
              <a:gd name="connsiteX176" fmla="*/ 417255 w 454331"/>
              <a:gd name="connsiteY176" fmla="*/ 246181 h 378766"/>
              <a:gd name="connsiteX177" fmla="*/ 367597 w 454331"/>
              <a:gd name="connsiteY177" fmla="*/ 231191 h 378766"/>
              <a:gd name="connsiteX178" fmla="*/ 342912 w 454331"/>
              <a:gd name="connsiteY178" fmla="*/ 233459 h 378766"/>
              <a:gd name="connsiteX179" fmla="*/ 341698 w 454331"/>
              <a:gd name="connsiteY179" fmla="*/ 239876 h 378766"/>
              <a:gd name="connsiteX180" fmla="*/ 361476 w 454331"/>
              <a:gd name="connsiteY180" fmla="*/ 255570 h 378766"/>
              <a:gd name="connsiteX181" fmla="*/ 378512 w 454331"/>
              <a:gd name="connsiteY181" fmla="*/ 283976 h 378766"/>
              <a:gd name="connsiteX182" fmla="*/ 378873 w 454331"/>
              <a:gd name="connsiteY182" fmla="*/ 359798 h 378766"/>
              <a:gd name="connsiteX183" fmla="*/ 407512 w 454331"/>
              <a:gd name="connsiteY183" fmla="*/ 359798 h 378766"/>
              <a:gd name="connsiteX184" fmla="*/ 407059 w 454331"/>
              <a:gd name="connsiteY184" fmla="*/ 306585 h 378766"/>
              <a:gd name="connsiteX185" fmla="*/ 424798 w 454331"/>
              <a:gd name="connsiteY185" fmla="*/ 283159 h 378766"/>
              <a:gd name="connsiteX186" fmla="*/ 435032 w 454331"/>
              <a:gd name="connsiteY186" fmla="*/ 269477 h 37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454331" h="378766">
                <a:moveTo>
                  <a:pt x="245915" y="122526"/>
                </a:moveTo>
                <a:lnTo>
                  <a:pt x="246118" y="141488"/>
                </a:lnTo>
                <a:lnTo>
                  <a:pt x="208489" y="141887"/>
                </a:lnTo>
                <a:lnTo>
                  <a:pt x="208286" y="122924"/>
                </a:lnTo>
                <a:lnTo>
                  <a:pt x="245915" y="122526"/>
                </a:lnTo>
                <a:close/>
                <a:moveTo>
                  <a:pt x="208129" y="170367"/>
                </a:moveTo>
                <a:lnTo>
                  <a:pt x="245758" y="170367"/>
                </a:lnTo>
                <a:lnTo>
                  <a:pt x="245758" y="151404"/>
                </a:lnTo>
                <a:lnTo>
                  <a:pt x="208129" y="151404"/>
                </a:lnTo>
                <a:lnTo>
                  <a:pt x="208129" y="170367"/>
                </a:lnTo>
                <a:close/>
                <a:moveTo>
                  <a:pt x="453792" y="272272"/>
                </a:moveTo>
                <a:cubicBezTo>
                  <a:pt x="451904" y="284966"/>
                  <a:pt x="445746" y="293801"/>
                  <a:pt x="434987" y="299262"/>
                </a:cubicBezTo>
                <a:lnTo>
                  <a:pt x="433292" y="300115"/>
                </a:lnTo>
                <a:cubicBezTo>
                  <a:pt x="426023" y="303754"/>
                  <a:pt x="426023" y="304355"/>
                  <a:pt x="426023" y="306587"/>
                </a:cubicBezTo>
                <a:cubicBezTo>
                  <a:pt x="426023" y="320855"/>
                  <a:pt x="426310" y="345920"/>
                  <a:pt x="426467" y="359605"/>
                </a:cubicBezTo>
                <a:cubicBezTo>
                  <a:pt x="426522" y="364715"/>
                  <a:pt x="424578" y="369513"/>
                  <a:pt x="420985" y="373142"/>
                </a:cubicBezTo>
                <a:cubicBezTo>
                  <a:pt x="417401" y="376762"/>
                  <a:pt x="412615" y="378763"/>
                  <a:pt x="407514" y="378763"/>
                </a:cubicBezTo>
                <a:lnTo>
                  <a:pt x="378874" y="378763"/>
                </a:lnTo>
                <a:cubicBezTo>
                  <a:pt x="368458" y="378763"/>
                  <a:pt x="359950" y="370281"/>
                  <a:pt x="359912" y="359865"/>
                </a:cubicBezTo>
                <a:lnTo>
                  <a:pt x="359671" y="282524"/>
                </a:lnTo>
                <a:cubicBezTo>
                  <a:pt x="359802" y="281281"/>
                  <a:pt x="359887" y="279683"/>
                  <a:pt x="359722" y="278183"/>
                </a:cubicBezTo>
                <a:cubicBezTo>
                  <a:pt x="354270" y="283896"/>
                  <a:pt x="349353" y="289396"/>
                  <a:pt x="345346" y="295229"/>
                </a:cubicBezTo>
                <a:cubicBezTo>
                  <a:pt x="339652" y="303515"/>
                  <a:pt x="336115" y="313182"/>
                  <a:pt x="332365" y="323413"/>
                </a:cubicBezTo>
                <a:cubicBezTo>
                  <a:pt x="329875" y="330209"/>
                  <a:pt x="327374" y="337015"/>
                  <a:pt x="324254" y="343506"/>
                </a:cubicBezTo>
                <a:cubicBezTo>
                  <a:pt x="319616" y="353163"/>
                  <a:pt x="310986" y="371134"/>
                  <a:pt x="294911" y="376912"/>
                </a:cubicBezTo>
                <a:cubicBezTo>
                  <a:pt x="291745" y="378052"/>
                  <a:pt x="288559" y="378608"/>
                  <a:pt x="285402" y="378608"/>
                </a:cubicBezTo>
                <a:cubicBezTo>
                  <a:pt x="271568" y="378608"/>
                  <a:pt x="258310" y="367903"/>
                  <a:pt x="249319" y="348766"/>
                </a:cubicBezTo>
                <a:cubicBezTo>
                  <a:pt x="243486" y="336330"/>
                  <a:pt x="237644" y="323007"/>
                  <a:pt x="235922" y="308971"/>
                </a:cubicBezTo>
                <a:cubicBezTo>
                  <a:pt x="233218" y="286887"/>
                  <a:pt x="249154" y="273869"/>
                  <a:pt x="261958" y="263417"/>
                </a:cubicBezTo>
                <a:cubicBezTo>
                  <a:pt x="270810" y="256177"/>
                  <a:pt x="279180" y="249343"/>
                  <a:pt x="281512" y="240779"/>
                </a:cubicBezTo>
                <a:cubicBezTo>
                  <a:pt x="283818" y="232335"/>
                  <a:pt x="282216" y="223400"/>
                  <a:pt x="276984" y="215640"/>
                </a:cubicBezTo>
                <a:cubicBezTo>
                  <a:pt x="271671" y="207735"/>
                  <a:pt x="263242" y="202362"/>
                  <a:pt x="254214" y="200739"/>
                </a:cubicBezTo>
                <a:lnTo>
                  <a:pt x="239883" y="212788"/>
                </a:lnTo>
                <a:cubicBezTo>
                  <a:pt x="236282" y="215826"/>
                  <a:pt x="231838" y="217352"/>
                  <a:pt x="227393" y="217352"/>
                </a:cubicBezTo>
                <a:cubicBezTo>
                  <a:pt x="223022" y="217352"/>
                  <a:pt x="218653" y="215881"/>
                  <a:pt x="215069" y="212936"/>
                </a:cubicBezTo>
                <a:lnTo>
                  <a:pt x="199920" y="200483"/>
                </a:lnTo>
                <a:cubicBezTo>
                  <a:pt x="190478" y="201839"/>
                  <a:pt x="181598" y="207414"/>
                  <a:pt x="176068" y="215631"/>
                </a:cubicBezTo>
                <a:cubicBezTo>
                  <a:pt x="170836" y="223400"/>
                  <a:pt x="169227" y="232335"/>
                  <a:pt x="171530" y="240788"/>
                </a:cubicBezTo>
                <a:cubicBezTo>
                  <a:pt x="173863" y="249344"/>
                  <a:pt x="182235" y="256177"/>
                  <a:pt x="191094" y="263409"/>
                </a:cubicBezTo>
                <a:cubicBezTo>
                  <a:pt x="203900" y="273873"/>
                  <a:pt x="219834" y="286891"/>
                  <a:pt x="217123" y="308973"/>
                </a:cubicBezTo>
                <a:cubicBezTo>
                  <a:pt x="215401" y="323009"/>
                  <a:pt x="209558" y="336334"/>
                  <a:pt x="203725" y="348768"/>
                </a:cubicBezTo>
                <a:cubicBezTo>
                  <a:pt x="194754" y="367907"/>
                  <a:pt x="181493" y="378609"/>
                  <a:pt x="167653" y="378609"/>
                </a:cubicBezTo>
                <a:cubicBezTo>
                  <a:pt x="164495" y="378609"/>
                  <a:pt x="161310" y="378054"/>
                  <a:pt x="158133" y="376914"/>
                </a:cubicBezTo>
                <a:cubicBezTo>
                  <a:pt x="142068" y="371136"/>
                  <a:pt x="133440" y="353165"/>
                  <a:pt x="128800" y="343508"/>
                </a:cubicBezTo>
                <a:cubicBezTo>
                  <a:pt x="125679" y="337017"/>
                  <a:pt x="123179" y="330220"/>
                  <a:pt x="120690" y="323424"/>
                </a:cubicBezTo>
                <a:cubicBezTo>
                  <a:pt x="116939" y="313184"/>
                  <a:pt x="113393" y="303517"/>
                  <a:pt x="107698" y="295230"/>
                </a:cubicBezTo>
                <a:cubicBezTo>
                  <a:pt x="103758" y="289483"/>
                  <a:pt x="99152" y="284312"/>
                  <a:pt x="94487" y="279364"/>
                </a:cubicBezTo>
                <a:cubicBezTo>
                  <a:pt x="94483" y="280265"/>
                  <a:pt x="94529" y="280999"/>
                  <a:pt x="94532" y="281018"/>
                </a:cubicBezTo>
                <a:lnTo>
                  <a:pt x="94413" y="359859"/>
                </a:lnTo>
                <a:cubicBezTo>
                  <a:pt x="94394" y="370275"/>
                  <a:pt x="85885" y="378767"/>
                  <a:pt x="75450" y="378767"/>
                </a:cubicBezTo>
                <a:lnTo>
                  <a:pt x="46817" y="378767"/>
                </a:lnTo>
                <a:cubicBezTo>
                  <a:pt x="41706" y="378767"/>
                  <a:pt x="36918" y="376766"/>
                  <a:pt x="33336" y="373137"/>
                </a:cubicBezTo>
                <a:cubicBezTo>
                  <a:pt x="29754" y="369507"/>
                  <a:pt x="27808" y="364702"/>
                  <a:pt x="27873" y="359599"/>
                </a:cubicBezTo>
                <a:lnTo>
                  <a:pt x="27911" y="356127"/>
                </a:lnTo>
                <a:cubicBezTo>
                  <a:pt x="28068" y="341989"/>
                  <a:pt x="28309" y="319721"/>
                  <a:pt x="28309" y="306591"/>
                </a:cubicBezTo>
                <a:cubicBezTo>
                  <a:pt x="28309" y="304359"/>
                  <a:pt x="28309" y="303758"/>
                  <a:pt x="21041" y="300119"/>
                </a:cubicBezTo>
                <a:lnTo>
                  <a:pt x="19345" y="299268"/>
                </a:lnTo>
                <a:cubicBezTo>
                  <a:pt x="8586" y="293804"/>
                  <a:pt x="2429" y="284972"/>
                  <a:pt x="540" y="272278"/>
                </a:cubicBezTo>
                <a:cubicBezTo>
                  <a:pt x="-1396" y="259287"/>
                  <a:pt x="1928" y="246936"/>
                  <a:pt x="9652" y="238390"/>
                </a:cubicBezTo>
                <a:cubicBezTo>
                  <a:pt x="16615" y="230678"/>
                  <a:pt x="26652" y="226769"/>
                  <a:pt x="37967" y="227242"/>
                </a:cubicBezTo>
                <a:cubicBezTo>
                  <a:pt x="41877" y="227412"/>
                  <a:pt x="45671" y="226944"/>
                  <a:pt x="49405" y="226151"/>
                </a:cubicBezTo>
                <a:cubicBezTo>
                  <a:pt x="22023" y="183210"/>
                  <a:pt x="4105" y="125742"/>
                  <a:pt x="34464" y="87553"/>
                </a:cubicBezTo>
                <a:cubicBezTo>
                  <a:pt x="42140" y="77897"/>
                  <a:pt x="52056" y="71840"/>
                  <a:pt x="61547" y="66461"/>
                </a:cubicBezTo>
                <a:cubicBezTo>
                  <a:pt x="81733" y="55007"/>
                  <a:pt x="106676" y="52479"/>
                  <a:pt x="128222" y="59710"/>
                </a:cubicBezTo>
                <a:cubicBezTo>
                  <a:pt x="146758" y="65916"/>
                  <a:pt x="169922" y="81877"/>
                  <a:pt x="186386" y="96514"/>
                </a:cubicBezTo>
                <a:cubicBezTo>
                  <a:pt x="187338" y="95997"/>
                  <a:pt x="188250" y="95409"/>
                  <a:pt x="189283" y="95054"/>
                </a:cubicBezTo>
                <a:lnTo>
                  <a:pt x="189281" y="75506"/>
                </a:lnTo>
                <a:lnTo>
                  <a:pt x="179906" y="75506"/>
                </a:lnTo>
                <a:lnTo>
                  <a:pt x="179906" y="56543"/>
                </a:lnTo>
                <a:lnTo>
                  <a:pt x="189281" y="56543"/>
                </a:lnTo>
                <a:lnTo>
                  <a:pt x="189280" y="37410"/>
                </a:lnTo>
                <a:lnTo>
                  <a:pt x="179851" y="37360"/>
                </a:lnTo>
                <a:lnTo>
                  <a:pt x="179963" y="18398"/>
                </a:lnTo>
                <a:lnTo>
                  <a:pt x="189280" y="18449"/>
                </a:lnTo>
                <a:lnTo>
                  <a:pt x="189278" y="0"/>
                </a:lnTo>
                <a:lnTo>
                  <a:pt x="208240" y="0"/>
                </a:lnTo>
                <a:lnTo>
                  <a:pt x="208242" y="18555"/>
                </a:lnTo>
                <a:lnTo>
                  <a:pt x="245999" y="18762"/>
                </a:lnTo>
                <a:lnTo>
                  <a:pt x="246001" y="121"/>
                </a:lnTo>
                <a:lnTo>
                  <a:pt x="264964" y="121"/>
                </a:lnTo>
                <a:lnTo>
                  <a:pt x="264960" y="18866"/>
                </a:lnTo>
                <a:lnTo>
                  <a:pt x="274035" y="18915"/>
                </a:lnTo>
                <a:lnTo>
                  <a:pt x="273923" y="37878"/>
                </a:lnTo>
                <a:lnTo>
                  <a:pt x="264958" y="37829"/>
                </a:lnTo>
                <a:lnTo>
                  <a:pt x="264956" y="56545"/>
                </a:lnTo>
                <a:lnTo>
                  <a:pt x="274238" y="56545"/>
                </a:lnTo>
                <a:lnTo>
                  <a:pt x="274238" y="75508"/>
                </a:lnTo>
                <a:lnTo>
                  <a:pt x="264954" y="75508"/>
                </a:lnTo>
                <a:lnTo>
                  <a:pt x="264952" y="95269"/>
                </a:lnTo>
                <a:cubicBezTo>
                  <a:pt x="265785" y="95542"/>
                  <a:pt x="266488" y="96061"/>
                  <a:pt x="267271" y="96441"/>
                </a:cubicBezTo>
                <a:cubicBezTo>
                  <a:pt x="283737" y="81820"/>
                  <a:pt x="306858" y="65909"/>
                  <a:pt x="325358" y="59712"/>
                </a:cubicBezTo>
                <a:cubicBezTo>
                  <a:pt x="346932" y="52481"/>
                  <a:pt x="371856" y="55017"/>
                  <a:pt x="392033" y="66462"/>
                </a:cubicBezTo>
                <a:cubicBezTo>
                  <a:pt x="401523" y="71842"/>
                  <a:pt x="411439" y="77897"/>
                  <a:pt x="419115" y="87555"/>
                </a:cubicBezTo>
                <a:cubicBezTo>
                  <a:pt x="449120" y="125292"/>
                  <a:pt x="431780" y="182541"/>
                  <a:pt x="404284" y="225965"/>
                </a:cubicBezTo>
                <a:cubicBezTo>
                  <a:pt x="408269" y="226874"/>
                  <a:pt x="412287" y="227454"/>
                  <a:pt x="416375" y="227238"/>
                </a:cubicBezTo>
                <a:cubicBezTo>
                  <a:pt x="427607" y="226728"/>
                  <a:pt x="437708" y="230674"/>
                  <a:pt x="444681" y="238386"/>
                </a:cubicBezTo>
                <a:cubicBezTo>
                  <a:pt x="452402" y="246931"/>
                  <a:pt x="455727" y="259283"/>
                  <a:pt x="453792" y="272272"/>
                </a:cubicBezTo>
                <a:close/>
                <a:moveTo>
                  <a:pt x="208244" y="56545"/>
                </a:moveTo>
                <a:lnTo>
                  <a:pt x="245993" y="56545"/>
                </a:lnTo>
                <a:lnTo>
                  <a:pt x="245995" y="37724"/>
                </a:lnTo>
                <a:lnTo>
                  <a:pt x="208244" y="37516"/>
                </a:lnTo>
                <a:lnTo>
                  <a:pt x="208244" y="56545"/>
                </a:lnTo>
                <a:close/>
                <a:moveTo>
                  <a:pt x="208246" y="75508"/>
                </a:moveTo>
                <a:lnTo>
                  <a:pt x="208248" y="94036"/>
                </a:lnTo>
                <a:lnTo>
                  <a:pt x="245991" y="94235"/>
                </a:lnTo>
                <a:lnTo>
                  <a:pt x="245993" y="75508"/>
                </a:lnTo>
                <a:lnTo>
                  <a:pt x="208246" y="75508"/>
                </a:lnTo>
                <a:close/>
                <a:moveTo>
                  <a:pt x="91713" y="255885"/>
                </a:moveTo>
                <a:lnTo>
                  <a:pt x="92778" y="255608"/>
                </a:lnTo>
                <a:cubicBezTo>
                  <a:pt x="98649" y="253200"/>
                  <a:pt x="110417" y="246589"/>
                  <a:pt x="112630" y="239876"/>
                </a:cubicBezTo>
                <a:cubicBezTo>
                  <a:pt x="113084" y="238515"/>
                  <a:pt x="113353" y="236552"/>
                  <a:pt x="111426" y="233469"/>
                </a:cubicBezTo>
                <a:cubicBezTo>
                  <a:pt x="104816" y="222886"/>
                  <a:pt x="90852" y="229062"/>
                  <a:pt x="86724" y="231191"/>
                </a:cubicBezTo>
                <a:cubicBezTo>
                  <a:pt x="72380" y="238615"/>
                  <a:pt x="56029" y="246847"/>
                  <a:pt x="37085" y="246181"/>
                </a:cubicBezTo>
                <a:cubicBezTo>
                  <a:pt x="36687" y="246163"/>
                  <a:pt x="36298" y="246153"/>
                  <a:pt x="35919" y="246153"/>
                </a:cubicBezTo>
                <a:cubicBezTo>
                  <a:pt x="30780" y="246153"/>
                  <a:pt x="26688" y="247810"/>
                  <a:pt x="23714" y="251097"/>
                </a:cubicBezTo>
                <a:cubicBezTo>
                  <a:pt x="19872" y="255356"/>
                  <a:pt x="18215" y="262226"/>
                  <a:pt x="19298" y="269475"/>
                </a:cubicBezTo>
                <a:cubicBezTo>
                  <a:pt x="20280" y="276086"/>
                  <a:pt x="22705" y="279698"/>
                  <a:pt x="27937" y="282355"/>
                </a:cubicBezTo>
                <a:cubicBezTo>
                  <a:pt x="36594" y="286697"/>
                  <a:pt x="47270" y="292031"/>
                  <a:pt x="47270" y="306585"/>
                </a:cubicBezTo>
                <a:cubicBezTo>
                  <a:pt x="47270" y="319770"/>
                  <a:pt x="47029" y="342131"/>
                  <a:pt x="46872" y="356324"/>
                </a:cubicBezTo>
                <a:lnTo>
                  <a:pt x="46834" y="359816"/>
                </a:lnTo>
                <a:lnTo>
                  <a:pt x="75454" y="359797"/>
                </a:lnTo>
                <a:lnTo>
                  <a:pt x="75695" y="282465"/>
                </a:lnTo>
                <a:cubicBezTo>
                  <a:pt x="74593" y="276245"/>
                  <a:pt x="76343" y="260421"/>
                  <a:pt x="91713" y="255885"/>
                </a:cubicBezTo>
                <a:close/>
                <a:moveTo>
                  <a:pt x="182698" y="186316"/>
                </a:moveTo>
                <a:lnTo>
                  <a:pt x="167609" y="173913"/>
                </a:lnTo>
                <a:cubicBezTo>
                  <a:pt x="161423" y="168829"/>
                  <a:pt x="158998" y="160320"/>
                  <a:pt x="161581" y="152747"/>
                </a:cubicBezTo>
                <a:lnTo>
                  <a:pt x="175480" y="112145"/>
                </a:lnTo>
                <a:cubicBezTo>
                  <a:pt x="160411" y="98399"/>
                  <a:pt x="138425" y="83123"/>
                  <a:pt x="122205" y="77692"/>
                </a:cubicBezTo>
                <a:cubicBezTo>
                  <a:pt x="105667" y="72183"/>
                  <a:pt x="86500" y="74118"/>
                  <a:pt x="70899" y="82960"/>
                </a:cubicBezTo>
                <a:cubicBezTo>
                  <a:pt x="62696" y="87610"/>
                  <a:pt x="54872" y="92350"/>
                  <a:pt x="49316" y="99349"/>
                </a:cubicBezTo>
                <a:cubicBezTo>
                  <a:pt x="22969" y="132481"/>
                  <a:pt x="46250" y="186879"/>
                  <a:pt x="67729" y="219531"/>
                </a:cubicBezTo>
                <a:cubicBezTo>
                  <a:pt x="71172" y="217880"/>
                  <a:pt x="74589" y="216126"/>
                  <a:pt x="77991" y="214358"/>
                </a:cubicBezTo>
                <a:cubicBezTo>
                  <a:pt x="98120" y="203914"/>
                  <a:pt x="117536" y="207479"/>
                  <a:pt x="127509" y="223422"/>
                </a:cubicBezTo>
                <a:cubicBezTo>
                  <a:pt x="132027" y="230653"/>
                  <a:pt x="133101" y="238431"/>
                  <a:pt x="130620" y="245886"/>
                </a:cubicBezTo>
                <a:cubicBezTo>
                  <a:pt x="127207" y="256126"/>
                  <a:pt x="117674" y="263523"/>
                  <a:pt x="109928" y="268108"/>
                </a:cubicBezTo>
                <a:cubicBezTo>
                  <a:pt x="114597" y="273156"/>
                  <a:pt x="119207" y="278467"/>
                  <a:pt x="123335" y="284498"/>
                </a:cubicBezTo>
                <a:cubicBezTo>
                  <a:pt x="130391" y="294747"/>
                  <a:pt x="134511" y="306007"/>
                  <a:pt x="138501" y="316895"/>
                </a:cubicBezTo>
                <a:cubicBezTo>
                  <a:pt x="140779" y="323126"/>
                  <a:pt x="143047" y="329358"/>
                  <a:pt x="145899" y="335302"/>
                </a:cubicBezTo>
                <a:cubicBezTo>
                  <a:pt x="149361" y="342506"/>
                  <a:pt x="155807" y="355922"/>
                  <a:pt x="164547" y="359061"/>
                </a:cubicBezTo>
                <a:cubicBezTo>
                  <a:pt x="175704" y="363079"/>
                  <a:pt x="185481" y="343015"/>
                  <a:pt x="186564" y="340709"/>
                </a:cubicBezTo>
                <a:cubicBezTo>
                  <a:pt x="191963" y="329200"/>
                  <a:pt x="196925" y="317931"/>
                  <a:pt x="198313" y="306654"/>
                </a:cubicBezTo>
                <a:cubicBezTo>
                  <a:pt x="199675" y="295515"/>
                  <a:pt x="191896" y="288542"/>
                  <a:pt x="179100" y="278090"/>
                </a:cubicBezTo>
                <a:cubicBezTo>
                  <a:pt x="168823" y="269701"/>
                  <a:pt x="157183" y="260184"/>
                  <a:pt x="153239" y="245776"/>
                </a:cubicBezTo>
                <a:cubicBezTo>
                  <a:pt x="149462" y="231914"/>
                  <a:pt x="151980" y="217451"/>
                  <a:pt x="160341" y="205036"/>
                </a:cubicBezTo>
                <a:cubicBezTo>
                  <a:pt x="165906" y="196768"/>
                  <a:pt x="173840" y="190465"/>
                  <a:pt x="182698" y="186316"/>
                </a:cubicBezTo>
                <a:close/>
                <a:moveTo>
                  <a:pt x="274229" y="158617"/>
                </a:moveTo>
                <a:lnTo>
                  <a:pt x="258941" y="113664"/>
                </a:lnTo>
                <a:lnTo>
                  <a:pt x="195562" y="113340"/>
                </a:lnTo>
                <a:cubicBezTo>
                  <a:pt x="195552" y="113340"/>
                  <a:pt x="195533" y="113340"/>
                  <a:pt x="195524" y="113350"/>
                </a:cubicBezTo>
                <a:lnTo>
                  <a:pt x="179904" y="159016"/>
                </a:lnTo>
                <a:lnTo>
                  <a:pt x="227357" y="197969"/>
                </a:lnTo>
                <a:lnTo>
                  <a:pt x="274229" y="158617"/>
                </a:lnTo>
                <a:close/>
                <a:moveTo>
                  <a:pt x="343619" y="267617"/>
                </a:moveTo>
                <a:cubicBezTo>
                  <a:pt x="336019" y="263000"/>
                  <a:pt x="327010" y="255784"/>
                  <a:pt x="323710" y="245884"/>
                </a:cubicBezTo>
                <a:cubicBezTo>
                  <a:pt x="321228" y="238420"/>
                  <a:pt x="322303" y="230653"/>
                  <a:pt x="326831" y="223411"/>
                </a:cubicBezTo>
                <a:cubicBezTo>
                  <a:pt x="336785" y="207494"/>
                  <a:pt x="356210" y="203902"/>
                  <a:pt x="376332" y="214356"/>
                </a:cubicBezTo>
                <a:cubicBezTo>
                  <a:pt x="379517" y="216010"/>
                  <a:pt x="382733" y="217681"/>
                  <a:pt x="385980" y="219249"/>
                </a:cubicBezTo>
                <a:cubicBezTo>
                  <a:pt x="410100" y="182605"/>
                  <a:pt x="428864" y="130285"/>
                  <a:pt x="404267" y="99349"/>
                </a:cubicBezTo>
                <a:cubicBezTo>
                  <a:pt x="398711" y="92350"/>
                  <a:pt x="390887" y="87610"/>
                  <a:pt x="382684" y="82960"/>
                </a:cubicBezTo>
                <a:cubicBezTo>
                  <a:pt x="367129" y="74127"/>
                  <a:pt x="347944" y="72155"/>
                  <a:pt x="331379" y="77692"/>
                </a:cubicBezTo>
                <a:cubicBezTo>
                  <a:pt x="315370" y="83055"/>
                  <a:pt x="293760" y="98001"/>
                  <a:pt x="278700" y="111615"/>
                </a:cubicBezTo>
                <a:lnTo>
                  <a:pt x="292564" y="152441"/>
                </a:lnTo>
                <a:cubicBezTo>
                  <a:pt x="295137" y="160015"/>
                  <a:pt x="292841" y="168256"/>
                  <a:pt x="286693" y="173431"/>
                </a:cubicBezTo>
                <a:lnTo>
                  <a:pt x="271001" y="186623"/>
                </a:lnTo>
                <a:cubicBezTo>
                  <a:pt x="279597" y="190786"/>
                  <a:pt x="287292" y="196969"/>
                  <a:pt x="292721" y="205042"/>
                </a:cubicBezTo>
                <a:cubicBezTo>
                  <a:pt x="301082" y="217449"/>
                  <a:pt x="303600" y="231922"/>
                  <a:pt x="299813" y="245772"/>
                </a:cubicBezTo>
                <a:cubicBezTo>
                  <a:pt x="295878" y="260189"/>
                  <a:pt x="284230" y="269697"/>
                  <a:pt x="273952" y="278096"/>
                </a:cubicBezTo>
                <a:cubicBezTo>
                  <a:pt x="261156" y="288550"/>
                  <a:pt x="253377" y="295521"/>
                  <a:pt x="254739" y="306659"/>
                </a:cubicBezTo>
                <a:cubicBezTo>
                  <a:pt x="256127" y="317927"/>
                  <a:pt x="261091" y="329196"/>
                  <a:pt x="266488" y="340705"/>
                </a:cubicBezTo>
                <a:cubicBezTo>
                  <a:pt x="267571" y="343011"/>
                  <a:pt x="277405" y="363111"/>
                  <a:pt x="288506" y="359057"/>
                </a:cubicBezTo>
                <a:cubicBezTo>
                  <a:pt x="297265" y="355909"/>
                  <a:pt x="303701" y="342503"/>
                  <a:pt x="307163" y="335299"/>
                </a:cubicBezTo>
                <a:cubicBezTo>
                  <a:pt x="310015" y="329354"/>
                  <a:pt x="312283" y="323113"/>
                  <a:pt x="314561" y="316892"/>
                </a:cubicBezTo>
                <a:cubicBezTo>
                  <a:pt x="318543" y="306003"/>
                  <a:pt x="322671" y="294743"/>
                  <a:pt x="329717" y="284484"/>
                </a:cubicBezTo>
                <a:cubicBezTo>
                  <a:pt x="333785" y="278570"/>
                  <a:pt x="338510" y="273120"/>
                  <a:pt x="343619" y="267617"/>
                </a:cubicBezTo>
                <a:close/>
                <a:moveTo>
                  <a:pt x="435032" y="269477"/>
                </a:moveTo>
                <a:cubicBezTo>
                  <a:pt x="436115" y="262228"/>
                  <a:pt x="434458" y="255358"/>
                  <a:pt x="430616" y="251099"/>
                </a:cubicBezTo>
                <a:cubicBezTo>
                  <a:pt x="427421" y="247562"/>
                  <a:pt x="422811" y="245886"/>
                  <a:pt x="417255" y="246181"/>
                </a:cubicBezTo>
                <a:cubicBezTo>
                  <a:pt x="398254" y="246949"/>
                  <a:pt x="381941" y="238627"/>
                  <a:pt x="367597" y="231191"/>
                </a:cubicBezTo>
                <a:cubicBezTo>
                  <a:pt x="363486" y="229071"/>
                  <a:pt x="349514" y="222924"/>
                  <a:pt x="342912" y="233459"/>
                </a:cubicBezTo>
                <a:cubicBezTo>
                  <a:pt x="340976" y="236552"/>
                  <a:pt x="341245" y="238515"/>
                  <a:pt x="341698" y="239876"/>
                </a:cubicBezTo>
                <a:cubicBezTo>
                  <a:pt x="343902" y="246553"/>
                  <a:pt x="355577" y="253135"/>
                  <a:pt x="361476" y="255570"/>
                </a:cubicBezTo>
                <a:cubicBezTo>
                  <a:pt x="376661" y="259273"/>
                  <a:pt x="380022" y="274468"/>
                  <a:pt x="378512" y="283976"/>
                </a:cubicBezTo>
                <a:lnTo>
                  <a:pt x="378873" y="359798"/>
                </a:lnTo>
                <a:lnTo>
                  <a:pt x="407512" y="359798"/>
                </a:lnTo>
                <a:cubicBezTo>
                  <a:pt x="407345" y="346086"/>
                  <a:pt x="407059" y="320910"/>
                  <a:pt x="407059" y="306585"/>
                </a:cubicBezTo>
                <a:cubicBezTo>
                  <a:pt x="407059" y="292030"/>
                  <a:pt x="417735" y="286697"/>
                  <a:pt x="424798" y="283159"/>
                </a:cubicBezTo>
                <a:cubicBezTo>
                  <a:pt x="431625" y="279698"/>
                  <a:pt x="434052" y="276088"/>
                  <a:pt x="435032" y="269477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7" descr="Knee icon.">
            <a:extLst>
              <a:ext uri="{FF2B5EF4-FFF2-40B4-BE49-F238E27FC236}">
                <a16:creationId xmlns:a16="http://schemas.microsoft.com/office/drawing/2014/main" id="{AA3C2525-F562-7BF1-7070-F8E44541D0E6}"/>
              </a:ext>
            </a:extLst>
          </p:cNvPr>
          <p:cNvSpPr/>
          <p:nvPr/>
        </p:nvSpPr>
        <p:spPr>
          <a:xfrm>
            <a:off x="9547149" y="2385416"/>
            <a:ext cx="398042" cy="416989"/>
          </a:xfrm>
          <a:custGeom>
            <a:avLst/>
            <a:gdLst>
              <a:gd name="connsiteX0" fmla="*/ 61833 w 398042"/>
              <a:gd name="connsiteY0" fmla="*/ 118896 h 416989"/>
              <a:gd name="connsiteX1" fmla="*/ 66005 w 398042"/>
              <a:gd name="connsiteY1" fmla="*/ 127429 h 416989"/>
              <a:gd name="connsiteX2" fmla="*/ 70367 w 398042"/>
              <a:gd name="connsiteY2" fmla="*/ 135963 h 416989"/>
              <a:gd name="connsiteX3" fmla="*/ 58230 w 398042"/>
              <a:gd name="connsiteY3" fmla="*/ 151133 h 416989"/>
              <a:gd name="connsiteX4" fmla="*/ 64867 w 398042"/>
              <a:gd name="connsiteY4" fmla="*/ 185645 h 416989"/>
              <a:gd name="connsiteX5" fmla="*/ 48180 w 398042"/>
              <a:gd name="connsiteY5" fmla="*/ 194747 h 416989"/>
              <a:gd name="connsiteX6" fmla="*/ 40216 w 398042"/>
              <a:gd name="connsiteY6" fmla="*/ 145254 h 416989"/>
              <a:gd name="connsiteX7" fmla="*/ 61833 w 398042"/>
              <a:gd name="connsiteY7" fmla="*/ 119086 h 416989"/>
              <a:gd name="connsiteX8" fmla="*/ 397853 w 398042"/>
              <a:gd name="connsiteY8" fmla="*/ 18963 h 416989"/>
              <a:gd name="connsiteX9" fmla="*/ 397284 w 398042"/>
              <a:gd name="connsiteY9" fmla="*/ 219778 h 416989"/>
              <a:gd name="connsiteX10" fmla="*/ 383062 w 398042"/>
              <a:gd name="connsiteY10" fmla="*/ 238172 h 416989"/>
              <a:gd name="connsiteX11" fmla="*/ 234963 w 398042"/>
              <a:gd name="connsiteY11" fmla="*/ 240826 h 416989"/>
              <a:gd name="connsiteX12" fmla="*/ 237049 w 398042"/>
              <a:gd name="connsiteY12" fmla="*/ 243860 h 416989"/>
              <a:gd name="connsiteX13" fmla="*/ 267010 w 398042"/>
              <a:gd name="connsiteY13" fmla="*/ 361619 h 416989"/>
              <a:gd name="connsiteX14" fmla="*/ 265683 w 398042"/>
              <a:gd name="connsiteY14" fmla="*/ 398596 h 416989"/>
              <a:gd name="connsiteX15" fmla="*/ 246720 w 398042"/>
              <a:gd name="connsiteY15" fmla="*/ 416990 h 416989"/>
              <a:gd name="connsiteX16" fmla="*/ 91226 w 398042"/>
              <a:gd name="connsiteY16" fmla="*/ 416990 h 416989"/>
              <a:gd name="connsiteX17" fmla="*/ 73401 w 398042"/>
              <a:gd name="connsiteY17" fmla="*/ 404285 h 416989"/>
              <a:gd name="connsiteX18" fmla="*/ 15 w 398042"/>
              <a:gd name="connsiteY18" fmla="*/ 153219 h 416989"/>
              <a:gd name="connsiteX19" fmla="*/ 45336 w 398042"/>
              <a:gd name="connsiteY19" fmla="*/ 86470 h 416989"/>
              <a:gd name="connsiteX20" fmla="*/ 378700 w 398042"/>
              <a:gd name="connsiteY20" fmla="*/ 0 h 416989"/>
              <a:gd name="connsiteX21" fmla="*/ 392353 w 398042"/>
              <a:gd name="connsiteY21" fmla="*/ 5499 h 416989"/>
              <a:gd name="connsiteX22" fmla="*/ 398042 w 398042"/>
              <a:gd name="connsiteY22" fmla="*/ 19152 h 416989"/>
              <a:gd name="connsiteX23" fmla="*/ 378890 w 398042"/>
              <a:gd name="connsiteY23" fmla="*/ 18963 h 416989"/>
              <a:gd name="connsiteX24" fmla="*/ 53111 w 398042"/>
              <a:gd name="connsiteY24" fmla="*/ 103536 h 416989"/>
              <a:gd name="connsiteX25" fmla="*/ 18788 w 398042"/>
              <a:gd name="connsiteY25" fmla="*/ 152839 h 416989"/>
              <a:gd name="connsiteX26" fmla="*/ 91036 w 398042"/>
              <a:gd name="connsiteY26" fmla="*/ 398027 h 416989"/>
              <a:gd name="connsiteX27" fmla="*/ 246530 w 398042"/>
              <a:gd name="connsiteY27" fmla="*/ 398027 h 416989"/>
              <a:gd name="connsiteX28" fmla="*/ 247858 w 398042"/>
              <a:gd name="connsiteY28" fmla="*/ 360860 h 416989"/>
              <a:gd name="connsiteX29" fmla="*/ 221120 w 398042"/>
              <a:gd name="connsiteY29" fmla="*/ 254290 h 416989"/>
              <a:gd name="connsiteX30" fmla="*/ 213914 w 398042"/>
              <a:gd name="connsiteY30" fmla="*/ 241206 h 416989"/>
              <a:gd name="connsiteX31" fmla="*/ 217138 w 398042"/>
              <a:gd name="connsiteY31" fmla="*/ 225467 h 416989"/>
              <a:gd name="connsiteX32" fmla="*/ 228895 w 398042"/>
              <a:gd name="connsiteY32" fmla="*/ 220916 h 416989"/>
              <a:gd name="connsiteX33" fmla="*/ 378700 w 398042"/>
              <a:gd name="connsiteY33" fmla="*/ 219588 h 416989"/>
              <a:gd name="connsiteX34" fmla="*/ 378700 w 398042"/>
              <a:gd name="connsiteY34" fmla="*/ 18963 h 41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98042" h="416989">
                <a:moveTo>
                  <a:pt x="61833" y="118896"/>
                </a:moveTo>
                <a:lnTo>
                  <a:pt x="66005" y="127429"/>
                </a:lnTo>
                <a:lnTo>
                  <a:pt x="70367" y="135963"/>
                </a:lnTo>
                <a:cubicBezTo>
                  <a:pt x="70367" y="135963"/>
                  <a:pt x="61454" y="140703"/>
                  <a:pt x="58230" y="151133"/>
                </a:cubicBezTo>
                <a:cubicBezTo>
                  <a:pt x="55386" y="160614"/>
                  <a:pt x="57662" y="172181"/>
                  <a:pt x="64867" y="185645"/>
                </a:cubicBezTo>
                <a:lnTo>
                  <a:pt x="48180" y="194747"/>
                </a:lnTo>
                <a:cubicBezTo>
                  <a:pt x="38320" y="176353"/>
                  <a:pt x="35475" y="159856"/>
                  <a:pt x="40216" y="145254"/>
                </a:cubicBezTo>
                <a:cubicBezTo>
                  <a:pt x="45905" y="127050"/>
                  <a:pt x="61075" y="119465"/>
                  <a:pt x="61833" y="119086"/>
                </a:cubicBezTo>
                <a:close/>
                <a:moveTo>
                  <a:pt x="397853" y="18963"/>
                </a:moveTo>
                <a:lnTo>
                  <a:pt x="397284" y="219778"/>
                </a:lnTo>
                <a:cubicBezTo>
                  <a:pt x="397284" y="228501"/>
                  <a:pt x="391405" y="236086"/>
                  <a:pt x="383062" y="238172"/>
                </a:cubicBezTo>
                <a:cubicBezTo>
                  <a:pt x="348929" y="246326"/>
                  <a:pt x="289196" y="247463"/>
                  <a:pt x="234963" y="240826"/>
                </a:cubicBezTo>
                <a:cubicBezTo>
                  <a:pt x="235532" y="241775"/>
                  <a:pt x="236290" y="242912"/>
                  <a:pt x="237049" y="243860"/>
                </a:cubicBezTo>
                <a:cubicBezTo>
                  <a:pt x="247858" y="260358"/>
                  <a:pt x="270423" y="294680"/>
                  <a:pt x="267010" y="361619"/>
                </a:cubicBezTo>
                <a:lnTo>
                  <a:pt x="265683" y="398596"/>
                </a:lnTo>
                <a:cubicBezTo>
                  <a:pt x="265303" y="408836"/>
                  <a:pt x="256960" y="416990"/>
                  <a:pt x="246720" y="416990"/>
                </a:cubicBezTo>
                <a:lnTo>
                  <a:pt x="91226" y="416990"/>
                </a:lnTo>
                <a:cubicBezTo>
                  <a:pt x="83072" y="416990"/>
                  <a:pt x="75866" y="411870"/>
                  <a:pt x="73401" y="404285"/>
                </a:cubicBezTo>
                <a:cubicBezTo>
                  <a:pt x="72642" y="402199"/>
                  <a:pt x="773" y="192092"/>
                  <a:pt x="15" y="153219"/>
                </a:cubicBezTo>
                <a:cubicBezTo>
                  <a:pt x="-933" y="105433"/>
                  <a:pt x="43440" y="87228"/>
                  <a:pt x="45336" y="86470"/>
                </a:cubicBezTo>
                <a:cubicBezTo>
                  <a:pt x="45905" y="86091"/>
                  <a:pt x="201209" y="2844"/>
                  <a:pt x="378700" y="0"/>
                </a:cubicBezTo>
                <a:cubicBezTo>
                  <a:pt x="384010" y="0"/>
                  <a:pt x="388751" y="1896"/>
                  <a:pt x="392353" y="5499"/>
                </a:cubicBezTo>
                <a:cubicBezTo>
                  <a:pt x="395956" y="9102"/>
                  <a:pt x="398042" y="14032"/>
                  <a:pt x="398042" y="19152"/>
                </a:cubicBezTo>
                <a:close/>
                <a:moveTo>
                  <a:pt x="378890" y="18963"/>
                </a:moveTo>
                <a:cubicBezTo>
                  <a:pt x="206140" y="21807"/>
                  <a:pt x="54628" y="102778"/>
                  <a:pt x="53111" y="103536"/>
                </a:cubicBezTo>
                <a:cubicBezTo>
                  <a:pt x="50645" y="104485"/>
                  <a:pt x="18030" y="118327"/>
                  <a:pt x="18788" y="152839"/>
                </a:cubicBezTo>
                <a:cubicBezTo>
                  <a:pt x="19357" y="180904"/>
                  <a:pt x="67712" y="330141"/>
                  <a:pt x="91036" y="398027"/>
                </a:cubicBezTo>
                <a:lnTo>
                  <a:pt x="246530" y="398027"/>
                </a:lnTo>
                <a:lnTo>
                  <a:pt x="247858" y="360860"/>
                </a:lnTo>
                <a:cubicBezTo>
                  <a:pt x="251081" y="299990"/>
                  <a:pt x="231550" y="270219"/>
                  <a:pt x="221120" y="254290"/>
                </a:cubicBezTo>
                <a:cubicBezTo>
                  <a:pt x="217707" y="248980"/>
                  <a:pt x="215052" y="245188"/>
                  <a:pt x="213914" y="241206"/>
                </a:cubicBezTo>
                <a:cubicBezTo>
                  <a:pt x="212397" y="235896"/>
                  <a:pt x="213535" y="229638"/>
                  <a:pt x="217138" y="225467"/>
                </a:cubicBezTo>
                <a:cubicBezTo>
                  <a:pt x="220172" y="221864"/>
                  <a:pt x="224344" y="220347"/>
                  <a:pt x="228895" y="220916"/>
                </a:cubicBezTo>
                <a:cubicBezTo>
                  <a:pt x="282370" y="228121"/>
                  <a:pt x="345326" y="227742"/>
                  <a:pt x="378700" y="219588"/>
                </a:cubicBezTo>
                <a:lnTo>
                  <a:pt x="378700" y="18963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3" descr="Foot icon.">
            <a:extLst>
              <a:ext uri="{FF2B5EF4-FFF2-40B4-BE49-F238E27FC236}">
                <a16:creationId xmlns:a16="http://schemas.microsoft.com/office/drawing/2014/main" id="{55B4BFD9-D188-43E1-A1B2-6EF55646CA14}"/>
              </a:ext>
            </a:extLst>
          </p:cNvPr>
          <p:cNvSpPr/>
          <p:nvPr/>
        </p:nvSpPr>
        <p:spPr>
          <a:xfrm>
            <a:off x="10774095" y="2361198"/>
            <a:ext cx="419139" cy="417558"/>
          </a:xfrm>
          <a:custGeom>
            <a:avLst/>
            <a:gdLst>
              <a:gd name="connsiteX0" fmla="*/ 360330 w 419139"/>
              <a:gd name="connsiteY0" fmla="*/ 281596 h 417558"/>
              <a:gd name="connsiteX1" fmla="*/ 348763 w 419139"/>
              <a:gd name="connsiteY1" fmla="*/ 337915 h 417558"/>
              <a:gd name="connsiteX2" fmla="*/ 318423 w 419139"/>
              <a:gd name="connsiteY2" fmla="*/ 348155 h 417558"/>
              <a:gd name="connsiteX3" fmla="*/ 289599 w 419139"/>
              <a:gd name="connsiteY3" fmla="*/ 340381 h 417558"/>
              <a:gd name="connsiteX4" fmla="*/ 298891 w 419139"/>
              <a:gd name="connsiteY4" fmla="*/ 323883 h 417558"/>
              <a:gd name="connsiteX5" fmla="*/ 336816 w 419139"/>
              <a:gd name="connsiteY5" fmla="*/ 323125 h 417558"/>
              <a:gd name="connsiteX6" fmla="*/ 342505 w 419139"/>
              <a:gd name="connsiteY6" fmla="*/ 287854 h 417558"/>
              <a:gd name="connsiteX7" fmla="*/ 360520 w 419139"/>
              <a:gd name="connsiteY7" fmla="*/ 281596 h 417558"/>
              <a:gd name="connsiteX8" fmla="*/ 412098 w 419139"/>
              <a:gd name="connsiteY8" fmla="*/ 385133 h 417558"/>
              <a:gd name="connsiteX9" fmla="*/ 384033 w 419139"/>
              <a:gd name="connsiteY9" fmla="*/ 410732 h 417558"/>
              <a:gd name="connsiteX10" fmla="*/ 338144 w 419139"/>
              <a:gd name="connsiteY10" fmla="*/ 417559 h 417558"/>
              <a:gd name="connsiteX11" fmla="*/ 316906 w 419139"/>
              <a:gd name="connsiteY11" fmla="*/ 416421 h 417558"/>
              <a:gd name="connsiteX12" fmla="*/ 296047 w 419139"/>
              <a:gd name="connsiteY12" fmla="*/ 412629 h 417558"/>
              <a:gd name="connsiteX13" fmla="*/ 274808 w 419139"/>
              <a:gd name="connsiteY13" fmla="*/ 408836 h 417558"/>
              <a:gd name="connsiteX14" fmla="*/ 158567 w 419139"/>
              <a:gd name="connsiteY14" fmla="*/ 413008 h 417558"/>
              <a:gd name="connsiteX15" fmla="*/ 116470 w 419139"/>
              <a:gd name="connsiteY15" fmla="*/ 417180 h 417558"/>
              <a:gd name="connsiteX16" fmla="*/ 64133 w 419139"/>
              <a:gd name="connsiteY16" fmla="*/ 417180 h 417558"/>
              <a:gd name="connsiteX17" fmla="*/ 54272 w 419139"/>
              <a:gd name="connsiteY17" fmla="*/ 417180 h 417558"/>
              <a:gd name="connsiteX18" fmla="*/ 25069 w 419139"/>
              <a:gd name="connsiteY18" fmla="*/ 416042 h 417558"/>
              <a:gd name="connsiteX19" fmla="*/ 228 w 419139"/>
              <a:gd name="connsiteY19" fmla="*/ 374324 h 417558"/>
              <a:gd name="connsiteX20" fmla="*/ 54651 w 419139"/>
              <a:gd name="connsiteY20" fmla="*/ 341518 h 417558"/>
              <a:gd name="connsiteX21" fmla="*/ 55030 w 419139"/>
              <a:gd name="connsiteY21" fmla="*/ 341518 h 417558"/>
              <a:gd name="connsiteX22" fmla="*/ 242192 w 419139"/>
              <a:gd name="connsiteY22" fmla="*/ 237982 h 417558"/>
              <a:gd name="connsiteX23" fmla="*/ 256414 w 419139"/>
              <a:gd name="connsiteY23" fmla="*/ 179577 h 417558"/>
              <a:gd name="connsiteX24" fmla="*/ 231384 w 419139"/>
              <a:gd name="connsiteY24" fmla="*/ 23324 h 417558"/>
              <a:gd name="connsiteX25" fmla="*/ 234797 w 419139"/>
              <a:gd name="connsiteY25" fmla="*/ 7206 h 417558"/>
              <a:gd name="connsiteX26" fmla="*/ 249777 w 419139"/>
              <a:gd name="connsiteY26" fmla="*/ 0 h 417558"/>
              <a:gd name="connsiteX27" fmla="*/ 379672 w 419139"/>
              <a:gd name="connsiteY27" fmla="*/ 0 h 417558"/>
              <a:gd name="connsiteX28" fmla="*/ 398635 w 419139"/>
              <a:gd name="connsiteY28" fmla="*/ 18963 h 417558"/>
              <a:gd name="connsiteX29" fmla="*/ 398635 w 419139"/>
              <a:gd name="connsiteY29" fmla="*/ 275149 h 417558"/>
              <a:gd name="connsiteX30" fmla="*/ 402996 w 419139"/>
              <a:gd name="connsiteY30" fmla="*/ 288612 h 417558"/>
              <a:gd name="connsiteX31" fmla="*/ 410581 w 419139"/>
              <a:gd name="connsiteY31" fmla="*/ 304162 h 417558"/>
              <a:gd name="connsiteX32" fmla="*/ 412288 w 419139"/>
              <a:gd name="connsiteY32" fmla="*/ 385322 h 417558"/>
              <a:gd name="connsiteX33" fmla="*/ 392756 w 419139"/>
              <a:gd name="connsiteY33" fmla="*/ 310988 h 417558"/>
              <a:gd name="connsiteX34" fmla="*/ 386688 w 419139"/>
              <a:gd name="connsiteY34" fmla="*/ 298473 h 417558"/>
              <a:gd name="connsiteX35" fmla="*/ 379482 w 419139"/>
              <a:gd name="connsiteY35" fmla="*/ 275339 h 417558"/>
              <a:gd name="connsiteX36" fmla="*/ 379482 w 419139"/>
              <a:gd name="connsiteY36" fmla="*/ 18773 h 417558"/>
              <a:gd name="connsiteX37" fmla="*/ 249588 w 419139"/>
              <a:gd name="connsiteY37" fmla="*/ 18773 h 417558"/>
              <a:gd name="connsiteX38" fmla="*/ 275188 w 419139"/>
              <a:gd name="connsiteY38" fmla="*/ 179008 h 417558"/>
              <a:gd name="connsiteX39" fmla="*/ 250726 w 419139"/>
              <a:gd name="connsiteY39" fmla="*/ 254669 h 417558"/>
              <a:gd name="connsiteX40" fmla="*/ 56547 w 419139"/>
              <a:gd name="connsiteY40" fmla="*/ 360291 h 417558"/>
              <a:gd name="connsiteX41" fmla="*/ 54462 w 419139"/>
              <a:gd name="connsiteY41" fmla="*/ 360291 h 417558"/>
              <a:gd name="connsiteX42" fmla="*/ 19381 w 419139"/>
              <a:gd name="connsiteY42" fmla="*/ 375082 h 417558"/>
              <a:gd name="connsiteX43" fmla="*/ 28103 w 419139"/>
              <a:gd name="connsiteY43" fmla="*/ 397079 h 417558"/>
              <a:gd name="connsiteX44" fmla="*/ 54082 w 419139"/>
              <a:gd name="connsiteY44" fmla="*/ 398027 h 417558"/>
              <a:gd name="connsiteX45" fmla="*/ 64322 w 419139"/>
              <a:gd name="connsiteY45" fmla="*/ 398027 h 417558"/>
              <a:gd name="connsiteX46" fmla="*/ 116659 w 419139"/>
              <a:gd name="connsiteY46" fmla="*/ 398027 h 417558"/>
              <a:gd name="connsiteX47" fmla="*/ 155722 w 419139"/>
              <a:gd name="connsiteY47" fmla="*/ 394235 h 417558"/>
              <a:gd name="connsiteX48" fmla="*/ 229677 w 419139"/>
              <a:gd name="connsiteY48" fmla="*/ 387787 h 417558"/>
              <a:gd name="connsiteX49" fmla="*/ 276325 w 419139"/>
              <a:gd name="connsiteY49" fmla="*/ 389873 h 417558"/>
              <a:gd name="connsiteX50" fmla="*/ 300408 w 419139"/>
              <a:gd name="connsiteY50" fmla="*/ 394045 h 417558"/>
              <a:gd name="connsiteX51" fmla="*/ 318991 w 419139"/>
              <a:gd name="connsiteY51" fmla="*/ 397458 h 417558"/>
              <a:gd name="connsiteX52" fmla="*/ 377965 w 419139"/>
              <a:gd name="connsiteY52" fmla="*/ 392528 h 417558"/>
              <a:gd name="connsiteX53" fmla="*/ 394842 w 419139"/>
              <a:gd name="connsiteY53" fmla="*/ 376979 h 417558"/>
              <a:gd name="connsiteX54" fmla="*/ 392756 w 419139"/>
              <a:gd name="connsiteY54" fmla="*/ 310988 h 417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9139" h="417558">
                <a:moveTo>
                  <a:pt x="360330" y="281596"/>
                </a:moveTo>
                <a:cubicBezTo>
                  <a:pt x="368105" y="303972"/>
                  <a:pt x="363554" y="325969"/>
                  <a:pt x="348763" y="337915"/>
                </a:cubicBezTo>
                <a:cubicBezTo>
                  <a:pt x="340419" y="344742"/>
                  <a:pt x="329611" y="348155"/>
                  <a:pt x="318423" y="348155"/>
                </a:cubicBezTo>
                <a:cubicBezTo>
                  <a:pt x="308752" y="348155"/>
                  <a:pt x="298701" y="345690"/>
                  <a:pt x="289599" y="340381"/>
                </a:cubicBezTo>
                <a:lnTo>
                  <a:pt x="298891" y="323883"/>
                </a:lnTo>
                <a:cubicBezTo>
                  <a:pt x="311786" y="331089"/>
                  <a:pt x="327335" y="330899"/>
                  <a:pt x="336816" y="323125"/>
                </a:cubicBezTo>
                <a:cubicBezTo>
                  <a:pt x="343833" y="317625"/>
                  <a:pt x="348194" y="304541"/>
                  <a:pt x="342505" y="287854"/>
                </a:cubicBezTo>
                <a:lnTo>
                  <a:pt x="360520" y="281596"/>
                </a:lnTo>
                <a:close/>
                <a:moveTo>
                  <a:pt x="412098" y="385133"/>
                </a:moveTo>
                <a:cubicBezTo>
                  <a:pt x="406220" y="397648"/>
                  <a:pt x="396549" y="406560"/>
                  <a:pt x="384033" y="410732"/>
                </a:cubicBezTo>
                <a:cubicBezTo>
                  <a:pt x="370191" y="415283"/>
                  <a:pt x="354831" y="417559"/>
                  <a:pt x="338144" y="417559"/>
                </a:cubicBezTo>
                <a:cubicBezTo>
                  <a:pt x="331317" y="417559"/>
                  <a:pt x="324301" y="417180"/>
                  <a:pt x="316906" y="416421"/>
                </a:cubicBezTo>
                <a:cubicBezTo>
                  <a:pt x="310079" y="415663"/>
                  <a:pt x="303063" y="414146"/>
                  <a:pt x="296047" y="412629"/>
                </a:cubicBezTo>
                <a:cubicBezTo>
                  <a:pt x="288651" y="410922"/>
                  <a:pt x="281635" y="409405"/>
                  <a:pt x="274808" y="408836"/>
                </a:cubicBezTo>
                <a:cubicBezTo>
                  <a:pt x="230625" y="405612"/>
                  <a:pt x="206353" y="405802"/>
                  <a:pt x="158567" y="413008"/>
                </a:cubicBezTo>
                <a:cubicBezTo>
                  <a:pt x="139794" y="415852"/>
                  <a:pt x="125761" y="417369"/>
                  <a:pt x="116470" y="417180"/>
                </a:cubicBezTo>
                <a:lnTo>
                  <a:pt x="64133" y="417180"/>
                </a:lnTo>
                <a:cubicBezTo>
                  <a:pt x="60530" y="416990"/>
                  <a:pt x="57496" y="417180"/>
                  <a:pt x="54272" y="417180"/>
                </a:cubicBezTo>
                <a:cubicBezTo>
                  <a:pt x="44980" y="417369"/>
                  <a:pt x="35499" y="417559"/>
                  <a:pt x="25069" y="416042"/>
                </a:cubicBezTo>
                <a:cubicBezTo>
                  <a:pt x="-1858" y="411870"/>
                  <a:pt x="-341" y="385512"/>
                  <a:pt x="228" y="374324"/>
                </a:cubicBezTo>
                <a:cubicBezTo>
                  <a:pt x="2125" y="340191"/>
                  <a:pt x="37774" y="341139"/>
                  <a:pt x="54651" y="341518"/>
                </a:cubicBezTo>
                <a:lnTo>
                  <a:pt x="55030" y="341518"/>
                </a:lnTo>
                <a:cubicBezTo>
                  <a:pt x="69442" y="335450"/>
                  <a:pt x="176392" y="275339"/>
                  <a:pt x="242192" y="237982"/>
                </a:cubicBezTo>
                <a:cubicBezTo>
                  <a:pt x="242572" y="237792"/>
                  <a:pt x="257173" y="228311"/>
                  <a:pt x="256414" y="179577"/>
                </a:cubicBezTo>
                <a:cubicBezTo>
                  <a:pt x="255846" y="143927"/>
                  <a:pt x="243141" y="72058"/>
                  <a:pt x="231384" y="23324"/>
                </a:cubicBezTo>
                <a:cubicBezTo>
                  <a:pt x="230056" y="17635"/>
                  <a:pt x="231384" y="11757"/>
                  <a:pt x="234797" y="7206"/>
                </a:cubicBezTo>
                <a:cubicBezTo>
                  <a:pt x="238400" y="2655"/>
                  <a:pt x="243899" y="0"/>
                  <a:pt x="249777" y="0"/>
                </a:cubicBezTo>
                <a:lnTo>
                  <a:pt x="379672" y="0"/>
                </a:lnTo>
                <a:cubicBezTo>
                  <a:pt x="390102" y="0"/>
                  <a:pt x="398635" y="8533"/>
                  <a:pt x="398635" y="18963"/>
                </a:cubicBezTo>
                <a:lnTo>
                  <a:pt x="398635" y="275149"/>
                </a:lnTo>
                <a:cubicBezTo>
                  <a:pt x="399014" y="277614"/>
                  <a:pt x="401669" y="286527"/>
                  <a:pt x="402996" y="288612"/>
                </a:cubicBezTo>
                <a:cubicBezTo>
                  <a:pt x="405651" y="292784"/>
                  <a:pt x="407926" y="297525"/>
                  <a:pt x="410581" y="304162"/>
                </a:cubicBezTo>
                <a:cubicBezTo>
                  <a:pt x="419304" y="326159"/>
                  <a:pt x="423666" y="360860"/>
                  <a:pt x="412288" y="385322"/>
                </a:cubicBezTo>
                <a:close/>
                <a:moveTo>
                  <a:pt x="392756" y="310988"/>
                </a:moveTo>
                <a:cubicBezTo>
                  <a:pt x="390670" y="305489"/>
                  <a:pt x="388774" y="301697"/>
                  <a:pt x="386688" y="298473"/>
                </a:cubicBezTo>
                <a:cubicBezTo>
                  <a:pt x="384033" y="294491"/>
                  <a:pt x="379482" y="280648"/>
                  <a:pt x="379482" y="275339"/>
                </a:cubicBezTo>
                <a:lnTo>
                  <a:pt x="379482" y="18773"/>
                </a:lnTo>
                <a:cubicBezTo>
                  <a:pt x="379482" y="18773"/>
                  <a:pt x="249588" y="18773"/>
                  <a:pt x="249588" y="18773"/>
                </a:cubicBezTo>
                <a:cubicBezTo>
                  <a:pt x="261724" y="68455"/>
                  <a:pt x="274619" y="142031"/>
                  <a:pt x="275188" y="179008"/>
                </a:cubicBezTo>
                <a:cubicBezTo>
                  <a:pt x="276325" y="240068"/>
                  <a:pt x="254897" y="252773"/>
                  <a:pt x="250726" y="254669"/>
                </a:cubicBezTo>
                <a:cubicBezTo>
                  <a:pt x="65081" y="360291"/>
                  <a:pt x="59771" y="360291"/>
                  <a:pt x="56547" y="360291"/>
                </a:cubicBezTo>
                <a:lnTo>
                  <a:pt x="54462" y="360291"/>
                </a:lnTo>
                <a:cubicBezTo>
                  <a:pt x="30758" y="359723"/>
                  <a:pt x="20329" y="361619"/>
                  <a:pt x="19381" y="375082"/>
                </a:cubicBezTo>
                <a:cubicBezTo>
                  <a:pt x="18243" y="395562"/>
                  <a:pt x="22794" y="396131"/>
                  <a:pt x="28103" y="397079"/>
                </a:cubicBezTo>
                <a:cubicBezTo>
                  <a:pt x="36826" y="398407"/>
                  <a:pt x="45170" y="398217"/>
                  <a:pt x="54082" y="398027"/>
                </a:cubicBezTo>
                <a:cubicBezTo>
                  <a:pt x="57496" y="398027"/>
                  <a:pt x="61099" y="398027"/>
                  <a:pt x="64322" y="398027"/>
                </a:cubicBezTo>
                <a:lnTo>
                  <a:pt x="116659" y="398027"/>
                </a:lnTo>
                <a:cubicBezTo>
                  <a:pt x="122538" y="398027"/>
                  <a:pt x="133536" y="397648"/>
                  <a:pt x="155722" y="394235"/>
                </a:cubicBezTo>
                <a:cubicBezTo>
                  <a:pt x="186063" y="389684"/>
                  <a:pt x="207680" y="387787"/>
                  <a:pt x="229677" y="387787"/>
                </a:cubicBezTo>
                <a:cubicBezTo>
                  <a:pt x="244278" y="387787"/>
                  <a:pt x="258880" y="388546"/>
                  <a:pt x="276325" y="389873"/>
                </a:cubicBezTo>
                <a:cubicBezTo>
                  <a:pt x="284669" y="390442"/>
                  <a:pt x="292633" y="392338"/>
                  <a:pt x="300408" y="394045"/>
                </a:cubicBezTo>
                <a:cubicBezTo>
                  <a:pt x="306666" y="395372"/>
                  <a:pt x="312923" y="396890"/>
                  <a:pt x="318991" y="397458"/>
                </a:cubicBezTo>
                <a:cubicBezTo>
                  <a:pt x="341367" y="399924"/>
                  <a:pt x="361278" y="398217"/>
                  <a:pt x="377965" y="392528"/>
                </a:cubicBezTo>
                <a:cubicBezTo>
                  <a:pt x="385550" y="390063"/>
                  <a:pt x="391050" y="384943"/>
                  <a:pt x="394842" y="376979"/>
                </a:cubicBezTo>
                <a:cubicBezTo>
                  <a:pt x="403375" y="358774"/>
                  <a:pt x="399962" y="329382"/>
                  <a:pt x="392756" y="310988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9" name="Graphic 288" descr="Hand icon.">
            <a:extLst>
              <a:ext uri="{FF2B5EF4-FFF2-40B4-BE49-F238E27FC236}">
                <a16:creationId xmlns:a16="http://schemas.microsoft.com/office/drawing/2014/main" id="{0B2A7A66-D42B-335F-7F99-59F3D8800081}"/>
              </a:ext>
            </a:extLst>
          </p:cNvPr>
          <p:cNvSpPr>
            <a:spLocks noChangeAspect="1"/>
          </p:cNvSpPr>
          <p:nvPr/>
        </p:nvSpPr>
        <p:spPr>
          <a:xfrm>
            <a:off x="1003061" y="3254013"/>
            <a:ext cx="363480" cy="458518"/>
          </a:xfrm>
          <a:custGeom>
            <a:avLst/>
            <a:gdLst>
              <a:gd name="connsiteX0" fmla="*/ 152839 w 363480"/>
              <a:gd name="connsiteY0" fmla="*/ 0 h 458518"/>
              <a:gd name="connsiteX1" fmla="*/ 116922 w 363480"/>
              <a:gd name="connsiteY1" fmla="*/ 25601 h 458518"/>
              <a:gd name="connsiteX2" fmla="*/ 95525 w 363480"/>
              <a:gd name="connsiteY2" fmla="*/ 19105 h 458518"/>
              <a:gd name="connsiteX3" fmla="*/ 57315 w 363480"/>
              <a:gd name="connsiteY3" fmla="*/ 57315 h 458518"/>
              <a:gd name="connsiteX4" fmla="*/ 57315 w 363480"/>
              <a:gd name="connsiteY4" fmla="*/ 81769 h 458518"/>
              <a:gd name="connsiteX5" fmla="*/ 5119 w 363480"/>
              <a:gd name="connsiteY5" fmla="*/ 95754 h 458518"/>
              <a:gd name="connsiteX6" fmla="*/ 0 w 363480"/>
              <a:gd name="connsiteY6" fmla="*/ 114630 h 458518"/>
              <a:gd name="connsiteX7" fmla="*/ 0 w 363480"/>
              <a:gd name="connsiteY7" fmla="*/ 321345 h 458518"/>
              <a:gd name="connsiteX8" fmla="*/ 154941 w 363480"/>
              <a:gd name="connsiteY8" fmla="*/ 458518 h 458518"/>
              <a:gd name="connsiteX9" fmla="*/ 254286 w 363480"/>
              <a:gd name="connsiteY9" fmla="*/ 406553 h 458518"/>
              <a:gd name="connsiteX10" fmla="*/ 356116 w 363480"/>
              <a:gd name="connsiteY10" fmla="*/ 248364 h 458518"/>
              <a:gd name="connsiteX11" fmla="*/ 362993 w 363480"/>
              <a:gd name="connsiteY11" fmla="*/ 220280 h 458518"/>
              <a:gd name="connsiteX12" fmla="*/ 318452 w 363480"/>
              <a:gd name="connsiteY12" fmla="*/ 189685 h 458518"/>
              <a:gd name="connsiteX13" fmla="*/ 293834 w 363480"/>
              <a:gd name="connsiteY13" fmla="*/ 205760 h 458518"/>
              <a:gd name="connsiteX14" fmla="*/ 280078 w 363480"/>
              <a:gd name="connsiteY14" fmla="*/ 226393 h 458518"/>
              <a:gd name="connsiteX15" fmla="*/ 266132 w 363480"/>
              <a:gd name="connsiteY15" fmla="*/ 245498 h 458518"/>
              <a:gd name="connsiteX16" fmla="*/ 252193 w 363480"/>
              <a:gd name="connsiteY16" fmla="*/ 247262 h 458518"/>
              <a:gd name="connsiteX17" fmla="*/ 248364 w 363480"/>
              <a:gd name="connsiteY17" fmla="*/ 238811 h 458518"/>
              <a:gd name="connsiteX18" fmla="*/ 248364 w 363480"/>
              <a:gd name="connsiteY18" fmla="*/ 76420 h 458518"/>
              <a:gd name="connsiteX19" fmla="*/ 209925 w 363480"/>
              <a:gd name="connsiteY19" fmla="*/ 38440 h 458518"/>
              <a:gd name="connsiteX20" fmla="*/ 191049 w 363480"/>
              <a:gd name="connsiteY20" fmla="*/ 43559 h 458518"/>
              <a:gd name="connsiteX21" fmla="*/ 191049 w 363480"/>
              <a:gd name="connsiteY21" fmla="*/ 38210 h 458518"/>
              <a:gd name="connsiteX22" fmla="*/ 152839 w 363480"/>
              <a:gd name="connsiteY22" fmla="*/ 0 h 458518"/>
              <a:gd name="connsiteX23" fmla="*/ 210154 w 363480"/>
              <a:gd name="connsiteY23" fmla="*/ 57315 h 458518"/>
              <a:gd name="connsiteX24" fmla="*/ 229259 w 363480"/>
              <a:gd name="connsiteY24" fmla="*/ 76420 h 458518"/>
              <a:gd name="connsiteX25" fmla="*/ 229259 w 363480"/>
              <a:gd name="connsiteY25" fmla="*/ 238811 h 458518"/>
              <a:gd name="connsiteX26" fmla="*/ 257916 w 363480"/>
              <a:gd name="connsiteY26" fmla="*/ 267469 h 458518"/>
              <a:gd name="connsiteX27" fmla="*/ 280269 w 363480"/>
              <a:gd name="connsiteY27" fmla="*/ 256579 h 458518"/>
              <a:gd name="connsiteX28" fmla="*/ 293069 w 363480"/>
              <a:gd name="connsiteY28" fmla="*/ 239767 h 458518"/>
              <a:gd name="connsiteX29" fmla="*/ 308927 w 363480"/>
              <a:gd name="connsiteY29" fmla="*/ 216459 h 458518"/>
              <a:gd name="connsiteX30" fmla="*/ 335469 w 363480"/>
              <a:gd name="connsiteY30" fmla="*/ 211409 h 458518"/>
              <a:gd name="connsiteX31" fmla="*/ 343506 w 363480"/>
              <a:gd name="connsiteY31" fmla="*/ 223719 h 458518"/>
              <a:gd name="connsiteX32" fmla="*/ 340259 w 363480"/>
              <a:gd name="connsiteY32" fmla="*/ 238238 h 458518"/>
              <a:gd name="connsiteX33" fmla="*/ 238429 w 363480"/>
              <a:gd name="connsiteY33" fmla="*/ 396045 h 458518"/>
              <a:gd name="connsiteX34" fmla="*/ 154941 w 363480"/>
              <a:gd name="connsiteY34" fmla="*/ 439413 h 458518"/>
              <a:gd name="connsiteX35" fmla="*/ 19105 w 363480"/>
              <a:gd name="connsiteY35" fmla="*/ 321345 h 458518"/>
              <a:gd name="connsiteX36" fmla="*/ 19105 w 363480"/>
              <a:gd name="connsiteY36" fmla="*/ 114630 h 458518"/>
              <a:gd name="connsiteX37" fmla="*/ 38210 w 363480"/>
              <a:gd name="connsiteY37" fmla="*/ 95525 h 458518"/>
              <a:gd name="connsiteX38" fmla="*/ 57315 w 363480"/>
              <a:gd name="connsiteY38" fmla="*/ 114630 h 458518"/>
              <a:gd name="connsiteX39" fmla="*/ 57315 w 363480"/>
              <a:gd name="connsiteY39" fmla="*/ 210154 h 458518"/>
              <a:gd name="connsiteX40" fmla="*/ 76420 w 363480"/>
              <a:gd name="connsiteY40" fmla="*/ 210154 h 458518"/>
              <a:gd name="connsiteX41" fmla="*/ 76420 w 363480"/>
              <a:gd name="connsiteY41" fmla="*/ 57315 h 458518"/>
              <a:gd name="connsiteX42" fmla="*/ 95525 w 363480"/>
              <a:gd name="connsiteY42" fmla="*/ 38210 h 458518"/>
              <a:gd name="connsiteX43" fmla="*/ 114630 w 363480"/>
              <a:gd name="connsiteY43" fmla="*/ 57315 h 458518"/>
              <a:gd name="connsiteX44" fmla="*/ 114630 w 363480"/>
              <a:gd name="connsiteY44" fmla="*/ 210154 h 458518"/>
              <a:gd name="connsiteX45" fmla="*/ 133734 w 363480"/>
              <a:gd name="connsiteY45" fmla="*/ 210154 h 458518"/>
              <a:gd name="connsiteX46" fmla="*/ 133734 w 363480"/>
              <a:gd name="connsiteY46" fmla="*/ 38210 h 458518"/>
              <a:gd name="connsiteX47" fmla="*/ 152839 w 363480"/>
              <a:gd name="connsiteY47" fmla="*/ 19105 h 458518"/>
              <a:gd name="connsiteX48" fmla="*/ 171944 w 363480"/>
              <a:gd name="connsiteY48" fmla="*/ 38210 h 458518"/>
              <a:gd name="connsiteX49" fmla="*/ 171944 w 363480"/>
              <a:gd name="connsiteY49" fmla="*/ 210154 h 458518"/>
              <a:gd name="connsiteX50" fmla="*/ 191049 w 363480"/>
              <a:gd name="connsiteY50" fmla="*/ 210154 h 458518"/>
              <a:gd name="connsiteX51" fmla="*/ 191049 w 363480"/>
              <a:gd name="connsiteY51" fmla="*/ 76420 h 458518"/>
              <a:gd name="connsiteX52" fmla="*/ 210154 w 363480"/>
              <a:gd name="connsiteY52" fmla="*/ 5731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63480" h="458518">
                <a:moveTo>
                  <a:pt x="152839" y="0"/>
                </a:moveTo>
                <a:cubicBezTo>
                  <a:pt x="136654" y="64"/>
                  <a:pt x="122264" y="10321"/>
                  <a:pt x="116922" y="25601"/>
                </a:cubicBezTo>
                <a:cubicBezTo>
                  <a:pt x="110572" y="21402"/>
                  <a:pt x="103137" y="19145"/>
                  <a:pt x="95525" y="19105"/>
                </a:cubicBezTo>
                <a:cubicBezTo>
                  <a:pt x="74422" y="19105"/>
                  <a:pt x="57315" y="36212"/>
                  <a:pt x="57315" y="57315"/>
                </a:cubicBezTo>
                <a:lnTo>
                  <a:pt x="57315" y="81769"/>
                </a:lnTo>
                <a:cubicBezTo>
                  <a:pt x="39040" y="71217"/>
                  <a:pt x="15671" y="77478"/>
                  <a:pt x="5119" y="95754"/>
                </a:cubicBezTo>
                <a:cubicBezTo>
                  <a:pt x="1804" y="101495"/>
                  <a:pt x="40" y="108000"/>
                  <a:pt x="0" y="114630"/>
                </a:cubicBezTo>
                <a:lnTo>
                  <a:pt x="0" y="321345"/>
                </a:lnTo>
                <a:cubicBezTo>
                  <a:pt x="0" y="422792"/>
                  <a:pt x="83488" y="458518"/>
                  <a:pt x="154941" y="458518"/>
                </a:cubicBezTo>
                <a:cubicBezTo>
                  <a:pt x="201748" y="458518"/>
                  <a:pt x="222572" y="451067"/>
                  <a:pt x="254286" y="406553"/>
                </a:cubicBezTo>
                <a:lnTo>
                  <a:pt x="356116" y="248364"/>
                </a:lnTo>
                <a:cubicBezTo>
                  <a:pt x="362136" y="240328"/>
                  <a:pt x="364619" y="230188"/>
                  <a:pt x="362993" y="220280"/>
                </a:cubicBezTo>
                <a:cubicBezTo>
                  <a:pt x="359142" y="199532"/>
                  <a:pt x="339200" y="185834"/>
                  <a:pt x="318452" y="189685"/>
                </a:cubicBezTo>
                <a:cubicBezTo>
                  <a:pt x="308430" y="191546"/>
                  <a:pt x="299567" y="197333"/>
                  <a:pt x="293834" y="205760"/>
                </a:cubicBezTo>
                <a:lnTo>
                  <a:pt x="280078" y="226393"/>
                </a:lnTo>
                <a:lnTo>
                  <a:pt x="266132" y="245498"/>
                </a:lnTo>
                <a:cubicBezTo>
                  <a:pt x="262769" y="249835"/>
                  <a:pt x="256529" y="250624"/>
                  <a:pt x="252193" y="247262"/>
                </a:cubicBezTo>
                <a:cubicBezTo>
                  <a:pt x="249598" y="245250"/>
                  <a:pt x="248165" y="242088"/>
                  <a:pt x="248364" y="238811"/>
                </a:cubicBezTo>
                <a:lnTo>
                  <a:pt x="248364" y="76420"/>
                </a:lnTo>
                <a:cubicBezTo>
                  <a:pt x="248238" y="55317"/>
                  <a:pt x="231028" y="38313"/>
                  <a:pt x="209925" y="38440"/>
                </a:cubicBezTo>
                <a:cubicBezTo>
                  <a:pt x="203295" y="38480"/>
                  <a:pt x="196790" y="40244"/>
                  <a:pt x="191049" y="43559"/>
                </a:cubicBezTo>
                <a:lnTo>
                  <a:pt x="191049" y="38210"/>
                </a:lnTo>
                <a:cubicBezTo>
                  <a:pt x="191049" y="17107"/>
                  <a:pt x="173943" y="0"/>
                  <a:pt x="152839" y="0"/>
                </a:cubicBezTo>
                <a:close/>
                <a:moveTo>
                  <a:pt x="210154" y="57315"/>
                </a:moveTo>
                <a:cubicBezTo>
                  <a:pt x="220706" y="57315"/>
                  <a:pt x="229259" y="65868"/>
                  <a:pt x="229259" y="76420"/>
                </a:cubicBezTo>
                <a:lnTo>
                  <a:pt x="229259" y="238811"/>
                </a:lnTo>
                <a:cubicBezTo>
                  <a:pt x="229259" y="254638"/>
                  <a:pt x="242090" y="267469"/>
                  <a:pt x="257916" y="267469"/>
                </a:cubicBezTo>
                <a:cubicBezTo>
                  <a:pt x="266649" y="267486"/>
                  <a:pt x="274899" y="263466"/>
                  <a:pt x="280269" y="256579"/>
                </a:cubicBezTo>
                <a:lnTo>
                  <a:pt x="293069" y="239767"/>
                </a:lnTo>
                <a:lnTo>
                  <a:pt x="308927" y="216459"/>
                </a:lnTo>
                <a:cubicBezTo>
                  <a:pt x="314862" y="207735"/>
                  <a:pt x="326746" y="205473"/>
                  <a:pt x="335469" y="211409"/>
                </a:cubicBezTo>
                <a:cubicBezTo>
                  <a:pt x="339684" y="214277"/>
                  <a:pt x="342576" y="218707"/>
                  <a:pt x="343506" y="223719"/>
                </a:cubicBezTo>
                <a:cubicBezTo>
                  <a:pt x="344431" y="228799"/>
                  <a:pt x="343258" y="234035"/>
                  <a:pt x="340259" y="238238"/>
                </a:cubicBezTo>
                <a:lnTo>
                  <a:pt x="238429" y="396045"/>
                </a:lnTo>
                <a:cubicBezTo>
                  <a:pt x="210154" y="435974"/>
                  <a:pt x="193724" y="439413"/>
                  <a:pt x="154941" y="439413"/>
                </a:cubicBezTo>
                <a:cubicBezTo>
                  <a:pt x="89220" y="439413"/>
                  <a:pt x="19105" y="408463"/>
                  <a:pt x="19105" y="321345"/>
                </a:cubicBezTo>
                <a:lnTo>
                  <a:pt x="19105" y="114630"/>
                </a:lnTo>
                <a:cubicBezTo>
                  <a:pt x="19105" y="104078"/>
                  <a:pt x="27659" y="95525"/>
                  <a:pt x="38210" y="95525"/>
                </a:cubicBezTo>
                <a:cubicBezTo>
                  <a:pt x="48761" y="95525"/>
                  <a:pt x="57315" y="104078"/>
                  <a:pt x="57315" y="114630"/>
                </a:cubicBezTo>
                <a:lnTo>
                  <a:pt x="57315" y="210154"/>
                </a:lnTo>
                <a:lnTo>
                  <a:pt x="76420" y="210154"/>
                </a:lnTo>
                <a:lnTo>
                  <a:pt x="76420" y="57315"/>
                </a:lnTo>
                <a:cubicBezTo>
                  <a:pt x="76420" y="46763"/>
                  <a:pt x="84973" y="38210"/>
                  <a:pt x="95525" y="38210"/>
                </a:cubicBezTo>
                <a:cubicBezTo>
                  <a:pt x="106076" y="38210"/>
                  <a:pt x="114630" y="46763"/>
                  <a:pt x="114630" y="57315"/>
                </a:cubicBezTo>
                <a:lnTo>
                  <a:pt x="114630" y="210154"/>
                </a:lnTo>
                <a:lnTo>
                  <a:pt x="133734" y="210154"/>
                </a:lnTo>
                <a:lnTo>
                  <a:pt x="133734" y="38210"/>
                </a:lnTo>
                <a:cubicBezTo>
                  <a:pt x="133734" y="27659"/>
                  <a:pt x="142288" y="19105"/>
                  <a:pt x="152839" y="19105"/>
                </a:cubicBezTo>
                <a:cubicBezTo>
                  <a:pt x="163391" y="19105"/>
                  <a:pt x="171944" y="27659"/>
                  <a:pt x="171944" y="38210"/>
                </a:cubicBezTo>
                <a:lnTo>
                  <a:pt x="171944" y="210154"/>
                </a:lnTo>
                <a:lnTo>
                  <a:pt x="191049" y="210154"/>
                </a:lnTo>
                <a:lnTo>
                  <a:pt x="191049" y="76420"/>
                </a:lnTo>
                <a:cubicBezTo>
                  <a:pt x="191049" y="65868"/>
                  <a:pt x="199602" y="57315"/>
                  <a:pt x="210154" y="5731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" name="Graphic 290" descr="Closed hand icon.">
            <a:extLst>
              <a:ext uri="{FF2B5EF4-FFF2-40B4-BE49-F238E27FC236}">
                <a16:creationId xmlns:a16="http://schemas.microsoft.com/office/drawing/2014/main" id="{6CBE5983-7E1C-147C-73F9-CFD2E9DBB1F6}"/>
              </a:ext>
            </a:extLst>
          </p:cNvPr>
          <p:cNvSpPr>
            <a:spLocks noChangeAspect="1"/>
          </p:cNvSpPr>
          <p:nvPr/>
        </p:nvSpPr>
        <p:spPr>
          <a:xfrm>
            <a:off x="2261488" y="3254013"/>
            <a:ext cx="305678" cy="458518"/>
          </a:xfrm>
          <a:custGeom>
            <a:avLst/>
            <a:gdLst>
              <a:gd name="connsiteX0" fmla="*/ 267469 w 305678"/>
              <a:gd name="connsiteY0" fmla="*/ 171944 h 458518"/>
              <a:gd name="connsiteX1" fmla="*/ 248364 w 305678"/>
              <a:gd name="connsiteY1" fmla="*/ 177676 h 458518"/>
              <a:gd name="connsiteX2" fmla="*/ 248364 w 305678"/>
              <a:gd name="connsiteY2" fmla="*/ 76420 h 458518"/>
              <a:gd name="connsiteX3" fmla="*/ 210154 w 305678"/>
              <a:gd name="connsiteY3" fmla="*/ 38210 h 458518"/>
              <a:gd name="connsiteX4" fmla="*/ 191049 w 305678"/>
              <a:gd name="connsiteY4" fmla="*/ 43941 h 458518"/>
              <a:gd name="connsiteX5" fmla="*/ 191049 w 305678"/>
              <a:gd name="connsiteY5" fmla="*/ 38210 h 458518"/>
              <a:gd name="connsiteX6" fmla="*/ 152839 w 305678"/>
              <a:gd name="connsiteY6" fmla="*/ 0 h 458518"/>
              <a:gd name="connsiteX7" fmla="*/ 116540 w 305678"/>
              <a:gd name="connsiteY7" fmla="*/ 24836 h 458518"/>
              <a:gd name="connsiteX8" fmla="*/ 95525 w 305678"/>
              <a:gd name="connsiteY8" fmla="*/ 19105 h 458518"/>
              <a:gd name="connsiteX9" fmla="*/ 57315 w 305678"/>
              <a:gd name="connsiteY9" fmla="*/ 57315 h 458518"/>
              <a:gd name="connsiteX10" fmla="*/ 57315 w 305678"/>
              <a:gd name="connsiteY10" fmla="*/ 82151 h 458518"/>
              <a:gd name="connsiteX11" fmla="*/ 5731 w 305678"/>
              <a:gd name="connsiteY11" fmla="*/ 95525 h 458518"/>
              <a:gd name="connsiteX12" fmla="*/ 0 w 305678"/>
              <a:gd name="connsiteY12" fmla="*/ 114630 h 458518"/>
              <a:gd name="connsiteX13" fmla="*/ 0 w 305678"/>
              <a:gd name="connsiteY13" fmla="*/ 320963 h 458518"/>
              <a:gd name="connsiteX14" fmla="*/ 152839 w 305678"/>
              <a:gd name="connsiteY14" fmla="*/ 458518 h 458518"/>
              <a:gd name="connsiteX15" fmla="*/ 305679 w 305678"/>
              <a:gd name="connsiteY15" fmla="*/ 320963 h 458518"/>
              <a:gd name="connsiteX16" fmla="*/ 305679 w 305678"/>
              <a:gd name="connsiteY16" fmla="*/ 210154 h 458518"/>
              <a:gd name="connsiteX17" fmla="*/ 267469 w 305678"/>
              <a:gd name="connsiteY17" fmla="*/ 171944 h 458518"/>
              <a:gd name="connsiteX18" fmla="*/ 286574 w 305678"/>
              <a:gd name="connsiteY18" fmla="*/ 320963 h 458518"/>
              <a:gd name="connsiteX19" fmla="*/ 152839 w 305678"/>
              <a:gd name="connsiteY19" fmla="*/ 439413 h 458518"/>
              <a:gd name="connsiteX20" fmla="*/ 19105 w 305678"/>
              <a:gd name="connsiteY20" fmla="*/ 320963 h 458518"/>
              <a:gd name="connsiteX21" fmla="*/ 19105 w 305678"/>
              <a:gd name="connsiteY21" fmla="*/ 114630 h 458518"/>
              <a:gd name="connsiteX22" fmla="*/ 38210 w 305678"/>
              <a:gd name="connsiteY22" fmla="*/ 95525 h 458518"/>
              <a:gd name="connsiteX23" fmla="*/ 57315 w 305678"/>
              <a:gd name="connsiteY23" fmla="*/ 114630 h 458518"/>
              <a:gd name="connsiteX24" fmla="*/ 57315 w 305678"/>
              <a:gd name="connsiteY24" fmla="*/ 210154 h 458518"/>
              <a:gd name="connsiteX25" fmla="*/ 76420 w 305678"/>
              <a:gd name="connsiteY25" fmla="*/ 210154 h 458518"/>
              <a:gd name="connsiteX26" fmla="*/ 76420 w 305678"/>
              <a:gd name="connsiteY26" fmla="*/ 57315 h 458518"/>
              <a:gd name="connsiteX27" fmla="*/ 95525 w 305678"/>
              <a:gd name="connsiteY27" fmla="*/ 38210 h 458518"/>
              <a:gd name="connsiteX28" fmla="*/ 114630 w 305678"/>
              <a:gd name="connsiteY28" fmla="*/ 57315 h 458518"/>
              <a:gd name="connsiteX29" fmla="*/ 114630 w 305678"/>
              <a:gd name="connsiteY29" fmla="*/ 210154 h 458518"/>
              <a:gd name="connsiteX30" fmla="*/ 133734 w 305678"/>
              <a:gd name="connsiteY30" fmla="*/ 210154 h 458518"/>
              <a:gd name="connsiteX31" fmla="*/ 133734 w 305678"/>
              <a:gd name="connsiteY31" fmla="*/ 38210 h 458518"/>
              <a:gd name="connsiteX32" fmla="*/ 152839 w 305678"/>
              <a:gd name="connsiteY32" fmla="*/ 19105 h 458518"/>
              <a:gd name="connsiteX33" fmla="*/ 171944 w 305678"/>
              <a:gd name="connsiteY33" fmla="*/ 38210 h 458518"/>
              <a:gd name="connsiteX34" fmla="*/ 171944 w 305678"/>
              <a:gd name="connsiteY34" fmla="*/ 210154 h 458518"/>
              <a:gd name="connsiteX35" fmla="*/ 191049 w 305678"/>
              <a:gd name="connsiteY35" fmla="*/ 210154 h 458518"/>
              <a:gd name="connsiteX36" fmla="*/ 191049 w 305678"/>
              <a:gd name="connsiteY36" fmla="*/ 76420 h 458518"/>
              <a:gd name="connsiteX37" fmla="*/ 210154 w 305678"/>
              <a:gd name="connsiteY37" fmla="*/ 57315 h 458518"/>
              <a:gd name="connsiteX38" fmla="*/ 229259 w 305678"/>
              <a:gd name="connsiteY38" fmla="*/ 76420 h 458518"/>
              <a:gd name="connsiteX39" fmla="*/ 229259 w 305678"/>
              <a:gd name="connsiteY39" fmla="*/ 286574 h 458518"/>
              <a:gd name="connsiteX40" fmla="*/ 248364 w 305678"/>
              <a:gd name="connsiteY40" fmla="*/ 286574 h 458518"/>
              <a:gd name="connsiteX41" fmla="*/ 248364 w 305678"/>
              <a:gd name="connsiteY41" fmla="*/ 210154 h 458518"/>
              <a:gd name="connsiteX42" fmla="*/ 267469 w 305678"/>
              <a:gd name="connsiteY42" fmla="*/ 191049 h 458518"/>
              <a:gd name="connsiteX43" fmla="*/ 286574 w 305678"/>
              <a:gd name="connsiteY43" fmla="*/ 210154 h 458518"/>
              <a:gd name="connsiteX44" fmla="*/ 286574 w 305678"/>
              <a:gd name="connsiteY44" fmla="*/ 32096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05678" h="458518">
                <a:moveTo>
                  <a:pt x="267469" y="171944"/>
                </a:moveTo>
                <a:cubicBezTo>
                  <a:pt x="259827" y="171944"/>
                  <a:pt x="254095" y="173855"/>
                  <a:pt x="248364" y="177676"/>
                </a:cubicBezTo>
                <a:lnTo>
                  <a:pt x="248364" y="76420"/>
                </a:lnTo>
                <a:cubicBezTo>
                  <a:pt x="248364" y="55404"/>
                  <a:pt x="231170" y="38210"/>
                  <a:pt x="210154" y="38210"/>
                </a:cubicBezTo>
                <a:cubicBezTo>
                  <a:pt x="204423" y="38210"/>
                  <a:pt x="196781" y="40120"/>
                  <a:pt x="191049" y="43941"/>
                </a:cubicBezTo>
                <a:lnTo>
                  <a:pt x="191049" y="38210"/>
                </a:lnTo>
                <a:cubicBezTo>
                  <a:pt x="191049" y="17194"/>
                  <a:pt x="173855" y="0"/>
                  <a:pt x="152839" y="0"/>
                </a:cubicBezTo>
                <a:cubicBezTo>
                  <a:pt x="137555" y="0"/>
                  <a:pt x="122271" y="9552"/>
                  <a:pt x="116540" y="24836"/>
                </a:cubicBezTo>
                <a:cubicBezTo>
                  <a:pt x="110809" y="21015"/>
                  <a:pt x="103167" y="19105"/>
                  <a:pt x="95525" y="19105"/>
                </a:cubicBezTo>
                <a:cubicBezTo>
                  <a:pt x="74509" y="19105"/>
                  <a:pt x="57315" y="36299"/>
                  <a:pt x="57315" y="57315"/>
                </a:cubicBezTo>
                <a:lnTo>
                  <a:pt x="57315" y="82151"/>
                </a:lnTo>
                <a:cubicBezTo>
                  <a:pt x="38210" y="70688"/>
                  <a:pt x="15284" y="78330"/>
                  <a:pt x="5731" y="95525"/>
                </a:cubicBezTo>
                <a:cubicBezTo>
                  <a:pt x="1910" y="101256"/>
                  <a:pt x="0" y="108898"/>
                  <a:pt x="0" y="114630"/>
                </a:cubicBezTo>
                <a:lnTo>
                  <a:pt x="0" y="320963"/>
                </a:lnTo>
                <a:cubicBezTo>
                  <a:pt x="0" y="422219"/>
                  <a:pt x="78330" y="458518"/>
                  <a:pt x="152839" y="458518"/>
                </a:cubicBezTo>
                <a:cubicBezTo>
                  <a:pt x="223528" y="458518"/>
                  <a:pt x="305679" y="422219"/>
                  <a:pt x="305679" y="320963"/>
                </a:cubicBezTo>
                <a:lnTo>
                  <a:pt x="305679" y="210154"/>
                </a:lnTo>
                <a:cubicBezTo>
                  <a:pt x="305679" y="189139"/>
                  <a:pt x="288484" y="171944"/>
                  <a:pt x="267469" y="171944"/>
                </a:cubicBezTo>
                <a:close/>
                <a:moveTo>
                  <a:pt x="286574" y="320963"/>
                </a:moveTo>
                <a:cubicBezTo>
                  <a:pt x="286574" y="408845"/>
                  <a:pt x="217796" y="439413"/>
                  <a:pt x="152839" y="439413"/>
                </a:cubicBezTo>
                <a:cubicBezTo>
                  <a:pt x="87883" y="439413"/>
                  <a:pt x="19105" y="408845"/>
                  <a:pt x="19105" y="320963"/>
                </a:cubicBezTo>
                <a:lnTo>
                  <a:pt x="19105" y="114630"/>
                </a:lnTo>
                <a:cubicBezTo>
                  <a:pt x="19105" y="103167"/>
                  <a:pt x="26747" y="95525"/>
                  <a:pt x="38210" y="95525"/>
                </a:cubicBezTo>
                <a:cubicBezTo>
                  <a:pt x="49673" y="95525"/>
                  <a:pt x="57315" y="103167"/>
                  <a:pt x="57315" y="114630"/>
                </a:cubicBezTo>
                <a:lnTo>
                  <a:pt x="57315" y="210154"/>
                </a:lnTo>
                <a:lnTo>
                  <a:pt x="76420" y="210154"/>
                </a:lnTo>
                <a:lnTo>
                  <a:pt x="76420" y="57315"/>
                </a:lnTo>
                <a:cubicBezTo>
                  <a:pt x="76420" y="45852"/>
                  <a:pt x="84062" y="38210"/>
                  <a:pt x="95525" y="38210"/>
                </a:cubicBezTo>
                <a:cubicBezTo>
                  <a:pt x="106988" y="38210"/>
                  <a:pt x="114630" y="45852"/>
                  <a:pt x="114630" y="57315"/>
                </a:cubicBezTo>
                <a:lnTo>
                  <a:pt x="114630" y="210154"/>
                </a:lnTo>
                <a:lnTo>
                  <a:pt x="133734" y="210154"/>
                </a:lnTo>
                <a:lnTo>
                  <a:pt x="133734" y="38210"/>
                </a:lnTo>
                <a:cubicBezTo>
                  <a:pt x="133734" y="26747"/>
                  <a:pt x="141376" y="19105"/>
                  <a:pt x="152839" y="19105"/>
                </a:cubicBezTo>
                <a:cubicBezTo>
                  <a:pt x="164302" y="19105"/>
                  <a:pt x="171944" y="26747"/>
                  <a:pt x="171944" y="38210"/>
                </a:cubicBezTo>
                <a:lnTo>
                  <a:pt x="171944" y="210154"/>
                </a:lnTo>
                <a:lnTo>
                  <a:pt x="191049" y="210154"/>
                </a:lnTo>
                <a:lnTo>
                  <a:pt x="191049" y="76420"/>
                </a:lnTo>
                <a:cubicBezTo>
                  <a:pt x="191049" y="64957"/>
                  <a:pt x="198691" y="57315"/>
                  <a:pt x="210154" y="57315"/>
                </a:cubicBezTo>
                <a:cubicBezTo>
                  <a:pt x="221617" y="57315"/>
                  <a:pt x="229259" y="64957"/>
                  <a:pt x="229259" y="76420"/>
                </a:cubicBezTo>
                <a:lnTo>
                  <a:pt x="229259" y="286574"/>
                </a:lnTo>
                <a:lnTo>
                  <a:pt x="248364" y="286574"/>
                </a:lnTo>
                <a:lnTo>
                  <a:pt x="248364" y="210154"/>
                </a:lnTo>
                <a:cubicBezTo>
                  <a:pt x="248364" y="198691"/>
                  <a:pt x="256006" y="191049"/>
                  <a:pt x="267469" y="191049"/>
                </a:cubicBezTo>
                <a:cubicBezTo>
                  <a:pt x="278932" y="191049"/>
                  <a:pt x="286574" y="198691"/>
                  <a:pt x="286574" y="210154"/>
                </a:cubicBezTo>
                <a:lnTo>
                  <a:pt x="286574" y="32096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" name="Graphic 138" descr="Pointing finger icon.">
            <a:extLst>
              <a:ext uri="{FF2B5EF4-FFF2-40B4-BE49-F238E27FC236}">
                <a16:creationId xmlns:a16="http://schemas.microsoft.com/office/drawing/2014/main" id="{D70DD4FF-C7C6-E4D3-9039-DF34A341E601}"/>
              </a:ext>
            </a:extLst>
          </p:cNvPr>
          <p:cNvSpPr>
            <a:spLocks noChangeAspect="1"/>
          </p:cNvSpPr>
          <p:nvPr/>
        </p:nvSpPr>
        <p:spPr>
          <a:xfrm>
            <a:off x="3469828" y="3254013"/>
            <a:ext cx="363682" cy="458518"/>
          </a:xfrm>
          <a:custGeom>
            <a:avLst/>
            <a:gdLst>
              <a:gd name="connsiteX0" fmla="*/ 362993 w 363682"/>
              <a:gd name="connsiteY0" fmla="*/ 219707 h 458518"/>
              <a:gd name="connsiteX1" fmla="*/ 319052 w 363682"/>
              <a:gd name="connsiteY1" fmla="*/ 189139 h 458518"/>
              <a:gd name="connsiteX2" fmla="*/ 294216 w 363682"/>
              <a:gd name="connsiteY2" fmla="*/ 204423 h 458518"/>
              <a:gd name="connsiteX3" fmla="*/ 280842 w 363682"/>
              <a:gd name="connsiteY3" fmla="*/ 225438 h 458518"/>
              <a:gd name="connsiteX4" fmla="*/ 267469 w 363682"/>
              <a:gd name="connsiteY4" fmla="*/ 244543 h 458518"/>
              <a:gd name="connsiteX5" fmla="*/ 254095 w 363682"/>
              <a:gd name="connsiteY5" fmla="*/ 246453 h 458518"/>
              <a:gd name="connsiteX6" fmla="*/ 250274 w 363682"/>
              <a:gd name="connsiteY6" fmla="*/ 238811 h 458518"/>
              <a:gd name="connsiteX7" fmla="*/ 250274 w 363682"/>
              <a:gd name="connsiteY7" fmla="*/ 38210 h 458518"/>
              <a:gd name="connsiteX8" fmla="*/ 212065 w 363682"/>
              <a:gd name="connsiteY8" fmla="*/ 0 h 458518"/>
              <a:gd name="connsiteX9" fmla="*/ 173855 w 363682"/>
              <a:gd name="connsiteY9" fmla="*/ 38210 h 458518"/>
              <a:gd name="connsiteX10" fmla="*/ 173855 w 363682"/>
              <a:gd name="connsiteY10" fmla="*/ 120361 h 458518"/>
              <a:gd name="connsiteX11" fmla="*/ 122271 w 363682"/>
              <a:gd name="connsiteY11" fmla="*/ 133734 h 458518"/>
              <a:gd name="connsiteX12" fmla="*/ 120361 w 363682"/>
              <a:gd name="connsiteY12" fmla="*/ 139466 h 458518"/>
              <a:gd name="connsiteX13" fmla="*/ 95525 w 363682"/>
              <a:gd name="connsiteY13" fmla="*/ 133734 h 458518"/>
              <a:gd name="connsiteX14" fmla="*/ 59225 w 363682"/>
              <a:gd name="connsiteY14" fmla="*/ 158571 h 458518"/>
              <a:gd name="connsiteX15" fmla="*/ 38210 w 363682"/>
              <a:gd name="connsiteY15" fmla="*/ 152839 h 458518"/>
              <a:gd name="connsiteX16" fmla="*/ 0 w 363682"/>
              <a:gd name="connsiteY16" fmla="*/ 191049 h 458518"/>
              <a:gd name="connsiteX17" fmla="*/ 0 w 363682"/>
              <a:gd name="connsiteY17" fmla="*/ 324784 h 458518"/>
              <a:gd name="connsiteX18" fmla="*/ 0 w 363682"/>
              <a:gd name="connsiteY18" fmla="*/ 324784 h 458518"/>
              <a:gd name="connsiteX19" fmla="*/ 154750 w 363682"/>
              <a:gd name="connsiteY19" fmla="*/ 458518 h 458518"/>
              <a:gd name="connsiteX20" fmla="*/ 254095 w 363682"/>
              <a:gd name="connsiteY20" fmla="*/ 406935 h 458518"/>
              <a:gd name="connsiteX21" fmla="*/ 355351 w 363682"/>
              <a:gd name="connsiteY21" fmla="*/ 248364 h 458518"/>
              <a:gd name="connsiteX22" fmla="*/ 362993 w 363682"/>
              <a:gd name="connsiteY22" fmla="*/ 219707 h 458518"/>
              <a:gd name="connsiteX23" fmla="*/ 341978 w 363682"/>
              <a:gd name="connsiteY23" fmla="*/ 238811 h 458518"/>
              <a:gd name="connsiteX24" fmla="*/ 240722 w 363682"/>
              <a:gd name="connsiteY24" fmla="*/ 397382 h 458518"/>
              <a:gd name="connsiteX25" fmla="*/ 154750 w 363682"/>
              <a:gd name="connsiteY25" fmla="*/ 439413 h 458518"/>
              <a:gd name="connsiteX26" fmla="*/ 19105 w 363682"/>
              <a:gd name="connsiteY26" fmla="*/ 320963 h 458518"/>
              <a:gd name="connsiteX27" fmla="*/ 19105 w 363682"/>
              <a:gd name="connsiteY27" fmla="*/ 191049 h 458518"/>
              <a:gd name="connsiteX28" fmla="*/ 38210 w 363682"/>
              <a:gd name="connsiteY28" fmla="*/ 171944 h 458518"/>
              <a:gd name="connsiteX29" fmla="*/ 57315 w 363682"/>
              <a:gd name="connsiteY29" fmla="*/ 191049 h 458518"/>
              <a:gd name="connsiteX30" fmla="*/ 57315 w 363682"/>
              <a:gd name="connsiteY30" fmla="*/ 200602 h 458518"/>
              <a:gd name="connsiteX31" fmla="*/ 76420 w 363682"/>
              <a:gd name="connsiteY31" fmla="*/ 200602 h 458518"/>
              <a:gd name="connsiteX32" fmla="*/ 76420 w 363682"/>
              <a:gd name="connsiteY32" fmla="*/ 171944 h 458518"/>
              <a:gd name="connsiteX33" fmla="*/ 95525 w 363682"/>
              <a:gd name="connsiteY33" fmla="*/ 152839 h 458518"/>
              <a:gd name="connsiteX34" fmla="*/ 114630 w 363682"/>
              <a:gd name="connsiteY34" fmla="*/ 171944 h 458518"/>
              <a:gd name="connsiteX35" fmla="*/ 114630 w 363682"/>
              <a:gd name="connsiteY35" fmla="*/ 181497 h 458518"/>
              <a:gd name="connsiteX36" fmla="*/ 133734 w 363682"/>
              <a:gd name="connsiteY36" fmla="*/ 181497 h 458518"/>
              <a:gd name="connsiteX37" fmla="*/ 133734 w 363682"/>
              <a:gd name="connsiteY37" fmla="*/ 152839 h 458518"/>
              <a:gd name="connsiteX38" fmla="*/ 152839 w 363682"/>
              <a:gd name="connsiteY38" fmla="*/ 133734 h 458518"/>
              <a:gd name="connsiteX39" fmla="*/ 171944 w 363682"/>
              <a:gd name="connsiteY39" fmla="*/ 152839 h 458518"/>
              <a:gd name="connsiteX40" fmla="*/ 171944 w 363682"/>
              <a:gd name="connsiteY40" fmla="*/ 171944 h 458518"/>
              <a:gd name="connsiteX41" fmla="*/ 191049 w 363682"/>
              <a:gd name="connsiteY41" fmla="*/ 171944 h 458518"/>
              <a:gd name="connsiteX42" fmla="*/ 191049 w 363682"/>
              <a:gd name="connsiteY42" fmla="*/ 38210 h 458518"/>
              <a:gd name="connsiteX43" fmla="*/ 210154 w 363682"/>
              <a:gd name="connsiteY43" fmla="*/ 19105 h 458518"/>
              <a:gd name="connsiteX44" fmla="*/ 229259 w 363682"/>
              <a:gd name="connsiteY44" fmla="*/ 38210 h 458518"/>
              <a:gd name="connsiteX45" fmla="*/ 229259 w 363682"/>
              <a:gd name="connsiteY45" fmla="*/ 238811 h 458518"/>
              <a:gd name="connsiteX46" fmla="*/ 257916 w 363682"/>
              <a:gd name="connsiteY46" fmla="*/ 267469 h 458518"/>
              <a:gd name="connsiteX47" fmla="*/ 280842 w 363682"/>
              <a:gd name="connsiteY47" fmla="*/ 256006 h 458518"/>
              <a:gd name="connsiteX48" fmla="*/ 294216 w 363682"/>
              <a:gd name="connsiteY48" fmla="*/ 238811 h 458518"/>
              <a:gd name="connsiteX49" fmla="*/ 309500 w 363682"/>
              <a:gd name="connsiteY49" fmla="*/ 215886 h 458518"/>
              <a:gd name="connsiteX50" fmla="*/ 336247 w 363682"/>
              <a:gd name="connsiteY50" fmla="*/ 210154 h 458518"/>
              <a:gd name="connsiteX51" fmla="*/ 343889 w 363682"/>
              <a:gd name="connsiteY51" fmla="*/ 221617 h 458518"/>
              <a:gd name="connsiteX52" fmla="*/ 341978 w 363682"/>
              <a:gd name="connsiteY52" fmla="*/ 238811 h 458518"/>
              <a:gd name="connsiteX53" fmla="*/ 341978 w 363682"/>
              <a:gd name="connsiteY53" fmla="*/ 23881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3682" h="458518">
                <a:moveTo>
                  <a:pt x="362993" y="219707"/>
                </a:moveTo>
                <a:cubicBezTo>
                  <a:pt x="359172" y="198691"/>
                  <a:pt x="340068" y="185318"/>
                  <a:pt x="319052" y="189139"/>
                </a:cubicBezTo>
                <a:cubicBezTo>
                  <a:pt x="309500" y="191049"/>
                  <a:pt x="299947" y="196781"/>
                  <a:pt x="294216" y="204423"/>
                </a:cubicBezTo>
                <a:lnTo>
                  <a:pt x="280842" y="225438"/>
                </a:lnTo>
                <a:lnTo>
                  <a:pt x="267469" y="244543"/>
                </a:lnTo>
                <a:cubicBezTo>
                  <a:pt x="263648" y="248364"/>
                  <a:pt x="257916" y="250274"/>
                  <a:pt x="254095" y="246453"/>
                </a:cubicBezTo>
                <a:cubicBezTo>
                  <a:pt x="252185" y="244543"/>
                  <a:pt x="250274" y="240722"/>
                  <a:pt x="250274" y="238811"/>
                </a:cubicBezTo>
                <a:lnTo>
                  <a:pt x="250274" y="38210"/>
                </a:lnTo>
                <a:cubicBezTo>
                  <a:pt x="250274" y="17194"/>
                  <a:pt x="233080" y="0"/>
                  <a:pt x="212065" y="0"/>
                </a:cubicBezTo>
                <a:cubicBezTo>
                  <a:pt x="191049" y="0"/>
                  <a:pt x="173855" y="17194"/>
                  <a:pt x="173855" y="38210"/>
                </a:cubicBezTo>
                <a:lnTo>
                  <a:pt x="173855" y="120361"/>
                </a:lnTo>
                <a:cubicBezTo>
                  <a:pt x="154750" y="108898"/>
                  <a:pt x="131824" y="116540"/>
                  <a:pt x="122271" y="133734"/>
                </a:cubicBezTo>
                <a:cubicBezTo>
                  <a:pt x="120361" y="135645"/>
                  <a:pt x="120361" y="137555"/>
                  <a:pt x="120361" y="139466"/>
                </a:cubicBezTo>
                <a:cubicBezTo>
                  <a:pt x="110809" y="135645"/>
                  <a:pt x="103167" y="133734"/>
                  <a:pt x="95525" y="133734"/>
                </a:cubicBezTo>
                <a:cubicBezTo>
                  <a:pt x="80241" y="133734"/>
                  <a:pt x="64957" y="143287"/>
                  <a:pt x="59225" y="158571"/>
                </a:cubicBezTo>
                <a:cubicBezTo>
                  <a:pt x="53494" y="154750"/>
                  <a:pt x="45852" y="152839"/>
                  <a:pt x="38210" y="152839"/>
                </a:cubicBezTo>
                <a:cubicBezTo>
                  <a:pt x="17194" y="152839"/>
                  <a:pt x="0" y="170034"/>
                  <a:pt x="0" y="191049"/>
                </a:cubicBezTo>
                <a:lnTo>
                  <a:pt x="0" y="324784"/>
                </a:lnTo>
                <a:lnTo>
                  <a:pt x="0" y="324784"/>
                </a:lnTo>
                <a:cubicBezTo>
                  <a:pt x="1910" y="424129"/>
                  <a:pt x="84062" y="458518"/>
                  <a:pt x="154750" y="458518"/>
                </a:cubicBezTo>
                <a:cubicBezTo>
                  <a:pt x="200602" y="458518"/>
                  <a:pt x="221617" y="450876"/>
                  <a:pt x="254095" y="406935"/>
                </a:cubicBezTo>
                <a:lnTo>
                  <a:pt x="355351" y="248364"/>
                </a:lnTo>
                <a:cubicBezTo>
                  <a:pt x="362993" y="240722"/>
                  <a:pt x="364904" y="229259"/>
                  <a:pt x="362993" y="219707"/>
                </a:cubicBezTo>
                <a:close/>
                <a:moveTo>
                  <a:pt x="341978" y="238811"/>
                </a:moveTo>
                <a:lnTo>
                  <a:pt x="240722" y="397382"/>
                </a:lnTo>
                <a:cubicBezTo>
                  <a:pt x="210154" y="435592"/>
                  <a:pt x="192960" y="439413"/>
                  <a:pt x="154750" y="439413"/>
                </a:cubicBezTo>
                <a:cubicBezTo>
                  <a:pt x="89793" y="439413"/>
                  <a:pt x="19105" y="408845"/>
                  <a:pt x="19105" y="320963"/>
                </a:cubicBezTo>
                <a:lnTo>
                  <a:pt x="19105" y="191049"/>
                </a:lnTo>
                <a:cubicBezTo>
                  <a:pt x="19105" y="179586"/>
                  <a:pt x="26747" y="171944"/>
                  <a:pt x="38210" y="171944"/>
                </a:cubicBezTo>
                <a:cubicBezTo>
                  <a:pt x="49673" y="171944"/>
                  <a:pt x="57315" y="179586"/>
                  <a:pt x="57315" y="191049"/>
                </a:cubicBezTo>
                <a:lnTo>
                  <a:pt x="57315" y="200602"/>
                </a:lnTo>
                <a:lnTo>
                  <a:pt x="76420" y="200602"/>
                </a:lnTo>
                <a:lnTo>
                  <a:pt x="76420" y="171944"/>
                </a:lnTo>
                <a:cubicBezTo>
                  <a:pt x="76420" y="160481"/>
                  <a:pt x="84062" y="152839"/>
                  <a:pt x="95525" y="152839"/>
                </a:cubicBezTo>
                <a:cubicBezTo>
                  <a:pt x="106988" y="152839"/>
                  <a:pt x="114630" y="160481"/>
                  <a:pt x="114630" y="171944"/>
                </a:cubicBezTo>
                <a:lnTo>
                  <a:pt x="114630" y="181497"/>
                </a:lnTo>
                <a:lnTo>
                  <a:pt x="133734" y="181497"/>
                </a:lnTo>
                <a:lnTo>
                  <a:pt x="133734" y="152839"/>
                </a:lnTo>
                <a:cubicBezTo>
                  <a:pt x="133734" y="141376"/>
                  <a:pt x="141376" y="133734"/>
                  <a:pt x="152839" y="133734"/>
                </a:cubicBezTo>
                <a:cubicBezTo>
                  <a:pt x="164302" y="133734"/>
                  <a:pt x="171944" y="141376"/>
                  <a:pt x="171944" y="152839"/>
                </a:cubicBezTo>
                <a:lnTo>
                  <a:pt x="171944" y="171944"/>
                </a:lnTo>
                <a:lnTo>
                  <a:pt x="191049" y="171944"/>
                </a:lnTo>
                <a:lnTo>
                  <a:pt x="191049" y="38210"/>
                </a:lnTo>
                <a:cubicBezTo>
                  <a:pt x="191049" y="26747"/>
                  <a:pt x="198691" y="19105"/>
                  <a:pt x="210154" y="19105"/>
                </a:cubicBezTo>
                <a:cubicBezTo>
                  <a:pt x="221617" y="19105"/>
                  <a:pt x="229259" y="26747"/>
                  <a:pt x="229259" y="38210"/>
                </a:cubicBezTo>
                <a:lnTo>
                  <a:pt x="229259" y="238811"/>
                </a:lnTo>
                <a:cubicBezTo>
                  <a:pt x="229259" y="254095"/>
                  <a:pt x="242632" y="267469"/>
                  <a:pt x="257916" y="267469"/>
                </a:cubicBezTo>
                <a:cubicBezTo>
                  <a:pt x="267469" y="267469"/>
                  <a:pt x="275111" y="263648"/>
                  <a:pt x="280842" y="256006"/>
                </a:cubicBezTo>
                <a:lnTo>
                  <a:pt x="294216" y="238811"/>
                </a:lnTo>
                <a:lnTo>
                  <a:pt x="309500" y="215886"/>
                </a:lnTo>
                <a:cubicBezTo>
                  <a:pt x="315231" y="206333"/>
                  <a:pt x="326694" y="204423"/>
                  <a:pt x="336247" y="210154"/>
                </a:cubicBezTo>
                <a:cubicBezTo>
                  <a:pt x="340068" y="213975"/>
                  <a:pt x="343889" y="217796"/>
                  <a:pt x="343889" y="221617"/>
                </a:cubicBezTo>
                <a:cubicBezTo>
                  <a:pt x="343889" y="229259"/>
                  <a:pt x="343889" y="234990"/>
                  <a:pt x="341978" y="238811"/>
                </a:cubicBezTo>
                <a:lnTo>
                  <a:pt x="341978" y="23881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4" name="Graphic 293" descr="Handshake icon.">
            <a:extLst>
              <a:ext uri="{FF2B5EF4-FFF2-40B4-BE49-F238E27FC236}">
                <a16:creationId xmlns:a16="http://schemas.microsoft.com/office/drawing/2014/main" id="{0F2E2F69-9128-9749-D44E-AF62BA52B781}"/>
              </a:ext>
            </a:extLst>
          </p:cNvPr>
          <p:cNvSpPr>
            <a:spLocks noChangeAspect="1"/>
          </p:cNvSpPr>
          <p:nvPr/>
        </p:nvSpPr>
        <p:spPr>
          <a:xfrm>
            <a:off x="4638301" y="3357998"/>
            <a:ext cx="458518" cy="345798"/>
          </a:xfrm>
          <a:custGeom>
            <a:avLst/>
            <a:gdLst>
              <a:gd name="connsiteX0" fmla="*/ 384009 w 458518"/>
              <a:gd name="connsiteY0" fmla="*/ 242632 h 345798"/>
              <a:gd name="connsiteX1" fmla="*/ 385919 w 458518"/>
              <a:gd name="connsiteY1" fmla="*/ 231170 h 345798"/>
              <a:gd name="connsiteX2" fmla="*/ 372546 w 458518"/>
              <a:gd name="connsiteY2" fmla="*/ 204423 h 345798"/>
              <a:gd name="connsiteX3" fmla="*/ 334336 w 458518"/>
              <a:gd name="connsiteY3" fmla="*/ 168123 h 345798"/>
              <a:gd name="connsiteX4" fmla="*/ 334336 w 458518"/>
              <a:gd name="connsiteY4" fmla="*/ 168123 h 345798"/>
              <a:gd name="connsiteX5" fmla="*/ 332426 w 458518"/>
              <a:gd name="connsiteY5" fmla="*/ 166213 h 345798"/>
              <a:gd name="connsiteX6" fmla="*/ 334336 w 458518"/>
              <a:gd name="connsiteY6" fmla="*/ 166213 h 345798"/>
              <a:gd name="connsiteX7" fmla="*/ 376367 w 458518"/>
              <a:gd name="connsiteY7" fmla="*/ 152839 h 345798"/>
              <a:gd name="connsiteX8" fmla="*/ 397382 w 458518"/>
              <a:gd name="connsiteY8" fmla="*/ 137555 h 345798"/>
              <a:gd name="connsiteX9" fmla="*/ 385919 w 458518"/>
              <a:gd name="connsiteY9" fmla="*/ 122271 h 345798"/>
              <a:gd name="connsiteX10" fmla="*/ 364904 w 458518"/>
              <a:gd name="connsiteY10" fmla="*/ 137555 h 345798"/>
              <a:gd name="connsiteX11" fmla="*/ 296126 w 458518"/>
              <a:gd name="connsiteY11" fmla="*/ 133734 h 345798"/>
              <a:gd name="connsiteX12" fmla="*/ 280842 w 458518"/>
              <a:gd name="connsiteY12" fmla="*/ 120361 h 345798"/>
              <a:gd name="connsiteX13" fmla="*/ 261737 w 458518"/>
              <a:gd name="connsiteY13" fmla="*/ 103167 h 345798"/>
              <a:gd name="connsiteX14" fmla="*/ 236901 w 458518"/>
              <a:gd name="connsiteY14" fmla="*/ 101256 h 345798"/>
              <a:gd name="connsiteX15" fmla="*/ 196781 w 458518"/>
              <a:gd name="connsiteY15" fmla="*/ 126092 h 345798"/>
              <a:gd name="connsiteX16" fmla="*/ 179586 w 458518"/>
              <a:gd name="connsiteY16" fmla="*/ 129913 h 345798"/>
              <a:gd name="connsiteX17" fmla="*/ 164302 w 458518"/>
              <a:gd name="connsiteY17" fmla="*/ 120361 h 345798"/>
              <a:gd name="connsiteX18" fmla="*/ 173855 w 458518"/>
              <a:gd name="connsiteY18" fmla="*/ 85972 h 345798"/>
              <a:gd name="connsiteX19" fmla="*/ 231170 w 458518"/>
              <a:gd name="connsiteY19" fmla="*/ 49673 h 345798"/>
              <a:gd name="connsiteX20" fmla="*/ 257916 w 458518"/>
              <a:gd name="connsiteY20" fmla="*/ 34389 h 345798"/>
              <a:gd name="connsiteX21" fmla="*/ 311410 w 458518"/>
              <a:gd name="connsiteY21" fmla="*/ 19105 h 345798"/>
              <a:gd name="connsiteX22" fmla="*/ 353441 w 458518"/>
              <a:gd name="connsiteY22" fmla="*/ 19105 h 345798"/>
              <a:gd name="connsiteX23" fmla="*/ 387830 w 458518"/>
              <a:gd name="connsiteY23" fmla="*/ 30568 h 345798"/>
              <a:gd name="connsiteX24" fmla="*/ 424129 w 458518"/>
              <a:gd name="connsiteY24" fmla="*/ 53494 h 345798"/>
              <a:gd name="connsiteX25" fmla="*/ 435592 w 458518"/>
              <a:gd name="connsiteY25" fmla="*/ 57315 h 345798"/>
              <a:gd name="connsiteX26" fmla="*/ 458518 w 458518"/>
              <a:gd name="connsiteY26" fmla="*/ 57315 h 345798"/>
              <a:gd name="connsiteX27" fmla="*/ 458518 w 458518"/>
              <a:gd name="connsiteY27" fmla="*/ 38210 h 345798"/>
              <a:gd name="connsiteX28" fmla="*/ 435592 w 458518"/>
              <a:gd name="connsiteY28" fmla="*/ 38210 h 345798"/>
              <a:gd name="connsiteX29" fmla="*/ 399293 w 458518"/>
              <a:gd name="connsiteY29" fmla="*/ 13373 h 345798"/>
              <a:gd name="connsiteX30" fmla="*/ 353441 w 458518"/>
              <a:gd name="connsiteY30" fmla="*/ 0 h 345798"/>
              <a:gd name="connsiteX31" fmla="*/ 131824 w 458518"/>
              <a:gd name="connsiteY31" fmla="*/ 0 h 345798"/>
              <a:gd name="connsiteX32" fmla="*/ 78330 w 458518"/>
              <a:gd name="connsiteY32" fmla="*/ 15284 h 345798"/>
              <a:gd name="connsiteX33" fmla="*/ 43941 w 458518"/>
              <a:gd name="connsiteY33" fmla="*/ 38210 h 345798"/>
              <a:gd name="connsiteX34" fmla="*/ 0 w 458518"/>
              <a:gd name="connsiteY34" fmla="*/ 38210 h 345798"/>
              <a:gd name="connsiteX35" fmla="*/ 0 w 458518"/>
              <a:gd name="connsiteY35" fmla="*/ 57315 h 345798"/>
              <a:gd name="connsiteX36" fmla="*/ 43941 w 458518"/>
              <a:gd name="connsiteY36" fmla="*/ 57315 h 345798"/>
              <a:gd name="connsiteX37" fmla="*/ 55404 w 458518"/>
              <a:gd name="connsiteY37" fmla="*/ 53494 h 345798"/>
              <a:gd name="connsiteX38" fmla="*/ 87883 w 458518"/>
              <a:gd name="connsiteY38" fmla="*/ 30568 h 345798"/>
              <a:gd name="connsiteX39" fmla="*/ 131824 w 458518"/>
              <a:gd name="connsiteY39" fmla="*/ 19105 h 345798"/>
              <a:gd name="connsiteX40" fmla="*/ 246453 w 458518"/>
              <a:gd name="connsiteY40" fmla="*/ 19105 h 345798"/>
              <a:gd name="connsiteX41" fmla="*/ 223528 w 458518"/>
              <a:gd name="connsiteY41" fmla="*/ 34389 h 345798"/>
              <a:gd name="connsiteX42" fmla="*/ 166213 w 458518"/>
              <a:gd name="connsiteY42" fmla="*/ 70688 h 345798"/>
              <a:gd name="connsiteX43" fmla="*/ 154750 w 458518"/>
              <a:gd name="connsiteY43" fmla="*/ 129913 h 345798"/>
              <a:gd name="connsiteX44" fmla="*/ 181497 w 458518"/>
              <a:gd name="connsiteY44" fmla="*/ 147108 h 345798"/>
              <a:gd name="connsiteX45" fmla="*/ 212065 w 458518"/>
              <a:gd name="connsiteY45" fmla="*/ 141376 h 345798"/>
              <a:gd name="connsiteX46" fmla="*/ 252185 w 458518"/>
              <a:gd name="connsiteY46" fmla="*/ 116540 h 345798"/>
              <a:gd name="connsiteX47" fmla="*/ 273200 w 458518"/>
              <a:gd name="connsiteY47" fmla="*/ 133734 h 345798"/>
              <a:gd name="connsiteX48" fmla="*/ 320963 w 458518"/>
              <a:gd name="connsiteY48" fmla="*/ 177676 h 345798"/>
              <a:gd name="connsiteX49" fmla="*/ 362993 w 458518"/>
              <a:gd name="connsiteY49" fmla="*/ 217796 h 345798"/>
              <a:gd name="connsiteX50" fmla="*/ 364904 w 458518"/>
              <a:gd name="connsiteY50" fmla="*/ 246453 h 345798"/>
              <a:gd name="connsiteX51" fmla="*/ 351530 w 458518"/>
              <a:gd name="connsiteY51" fmla="*/ 254095 h 345798"/>
              <a:gd name="connsiteX52" fmla="*/ 336247 w 458518"/>
              <a:gd name="connsiteY52" fmla="*/ 248364 h 345798"/>
              <a:gd name="connsiteX53" fmla="*/ 320963 w 458518"/>
              <a:gd name="connsiteY53" fmla="*/ 234990 h 345798"/>
              <a:gd name="connsiteX54" fmla="*/ 320963 w 458518"/>
              <a:gd name="connsiteY54" fmla="*/ 234990 h 345798"/>
              <a:gd name="connsiteX55" fmla="*/ 319052 w 458518"/>
              <a:gd name="connsiteY55" fmla="*/ 233080 h 345798"/>
              <a:gd name="connsiteX56" fmla="*/ 305679 w 458518"/>
              <a:gd name="connsiteY56" fmla="*/ 225438 h 345798"/>
              <a:gd name="connsiteX57" fmla="*/ 294216 w 458518"/>
              <a:gd name="connsiteY57" fmla="*/ 240722 h 345798"/>
              <a:gd name="connsiteX58" fmla="*/ 303768 w 458518"/>
              <a:gd name="connsiteY58" fmla="*/ 248364 h 345798"/>
              <a:gd name="connsiteX59" fmla="*/ 307589 w 458518"/>
              <a:gd name="connsiteY59" fmla="*/ 277021 h 345798"/>
              <a:gd name="connsiteX60" fmla="*/ 278932 w 458518"/>
              <a:gd name="connsiteY60" fmla="*/ 280842 h 345798"/>
              <a:gd name="connsiteX61" fmla="*/ 277021 w 458518"/>
              <a:gd name="connsiteY61" fmla="*/ 278932 h 345798"/>
              <a:gd name="connsiteX62" fmla="*/ 254095 w 458518"/>
              <a:gd name="connsiteY62" fmla="*/ 257916 h 345798"/>
              <a:gd name="connsiteX63" fmla="*/ 254095 w 458518"/>
              <a:gd name="connsiteY63" fmla="*/ 257916 h 345798"/>
              <a:gd name="connsiteX64" fmla="*/ 250274 w 458518"/>
              <a:gd name="connsiteY64" fmla="*/ 254095 h 345798"/>
              <a:gd name="connsiteX65" fmla="*/ 236901 w 458518"/>
              <a:gd name="connsiteY65" fmla="*/ 269379 h 345798"/>
              <a:gd name="connsiteX66" fmla="*/ 238811 w 458518"/>
              <a:gd name="connsiteY66" fmla="*/ 298037 h 345798"/>
              <a:gd name="connsiteX67" fmla="*/ 210154 w 458518"/>
              <a:gd name="connsiteY67" fmla="*/ 299947 h 345798"/>
              <a:gd name="connsiteX68" fmla="*/ 210154 w 458518"/>
              <a:gd name="connsiteY68" fmla="*/ 299947 h 345798"/>
              <a:gd name="connsiteX69" fmla="*/ 179586 w 458518"/>
              <a:gd name="connsiteY69" fmla="*/ 273200 h 345798"/>
              <a:gd name="connsiteX70" fmla="*/ 166213 w 458518"/>
              <a:gd name="connsiteY70" fmla="*/ 286574 h 345798"/>
              <a:gd name="connsiteX71" fmla="*/ 168123 w 458518"/>
              <a:gd name="connsiteY71" fmla="*/ 288484 h 345798"/>
              <a:gd name="connsiteX72" fmla="*/ 168123 w 458518"/>
              <a:gd name="connsiteY72" fmla="*/ 288484 h 345798"/>
              <a:gd name="connsiteX73" fmla="*/ 170034 w 458518"/>
              <a:gd name="connsiteY73" fmla="*/ 319052 h 345798"/>
              <a:gd name="connsiteX74" fmla="*/ 154750 w 458518"/>
              <a:gd name="connsiteY74" fmla="*/ 326694 h 345798"/>
              <a:gd name="connsiteX75" fmla="*/ 139466 w 458518"/>
              <a:gd name="connsiteY75" fmla="*/ 320963 h 345798"/>
              <a:gd name="connsiteX76" fmla="*/ 61136 w 458518"/>
              <a:gd name="connsiteY76" fmla="*/ 252185 h 345798"/>
              <a:gd name="connsiteX77" fmla="*/ 47762 w 458518"/>
              <a:gd name="connsiteY77" fmla="*/ 248364 h 345798"/>
              <a:gd name="connsiteX78" fmla="*/ 0 w 458518"/>
              <a:gd name="connsiteY78" fmla="*/ 248364 h 345798"/>
              <a:gd name="connsiteX79" fmla="*/ 0 w 458518"/>
              <a:gd name="connsiteY79" fmla="*/ 267469 h 345798"/>
              <a:gd name="connsiteX80" fmla="*/ 47762 w 458518"/>
              <a:gd name="connsiteY80" fmla="*/ 267469 h 345798"/>
              <a:gd name="connsiteX81" fmla="*/ 126092 w 458518"/>
              <a:gd name="connsiteY81" fmla="*/ 336247 h 345798"/>
              <a:gd name="connsiteX82" fmla="*/ 152839 w 458518"/>
              <a:gd name="connsiteY82" fmla="*/ 345799 h 345798"/>
              <a:gd name="connsiteX83" fmla="*/ 154750 w 458518"/>
              <a:gd name="connsiteY83" fmla="*/ 345799 h 345798"/>
              <a:gd name="connsiteX84" fmla="*/ 181497 w 458518"/>
              <a:gd name="connsiteY84" fmla="*/ 332426 h 345798"/>
              <a:gd name="connsiteX85" fmla="*/ 191049 w 458518"/>
              <a:gd name="connsiteY85" fmla="*/ 313321 h 345798"/>
              <a:gd name="connsiteX86" fmla="*/ 194870 w 458518"/>
              <a:gd name="connsiteY86" fmla="*/ 315231 h 345798"/>
              <a:gd name="connsiteX87" fmla="*/ 250274 w 458518"/>
              <a:gd name="connsiteY87" fmla="*/ 311410 h 345798"/>
              <a:gd name="connsiteX88" fmla="*/ 259827 w 458518"/>
              <a:gd name="connsiteY88" fmla="*/ 292305 h 345798"/>
              <a:gd name="connsiteX89" fmla="*/ 261737 w 458518"/>
              <a:gd name="connsiteY89" fmla="*/ 294216 h 345798"/>
              <a:gd name="connsiteX90" fmla="*/ 317142 w 458518"/>
              <a:gd name="connsiteY90" fmla="*/ 290395 h 345798"/>
              <a:gd name="connsiteX91" fmla="*/ 326694 w 458518"/>
              <a:gd name="connsiteY91" fmla="*/ 269379 h 345798"/>
              <a:gd name="connsiteX92" fmla="*/ 343889 w 458518"/>
              <a:gd name="connsiteY92" fmla="*/ 273200 h 345798"/>
              <a:gd name="connsiteX93" fmla="*/ 355351 w 458518"/>
              <a:gd name="connsiteY93" fmla="*/ 271290 h 345798"/>
              <a:gd name="connsiteX94" fmla="*/ 355351 w 458518"/>
              <a:gd name="connsiteY94" fmla="*/ 271290 h 345798"/>
              <a:gd name="connsiteX95" fmla="*/ 427950 w 458518"/>
              <a:gd name="connsiteY95" fmla="*/ 248364 h 345798"/>
              <a:gd name="connsiteX96" fmla="*/ 458518 w 458518"/>
              <a:gd name="connsiteY96" fmla="*/ 248364 h 345798"/>
              <a:gd name="connsiteX97" fmla="*/ 458518 w 458518"/>
              <a:gd name="connsiteY97" fmla="*/ 229259 h 345798"/>
              <a:gd name="connsiteX98" fmla="*/ 431771 w 458518"/>
              <a:gd name="connsiteY98" fmla="*/ 229259 h 345798"/>
              <a:gd name="connsiteX99" fmla="*/ 384009 w 458518"/>
              <a:gd name="connsiteY99" fmla="*/ 242632 h 345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8518" h="345798">
                <a:moveTo>
                  <a:pt x="384009" y="242632"/>
                </a:moveTo>
                <a:cubicBezTo>
                  <a:pt x="385919" y="238811"/>
                  <a:pt x="385919" y="234990"/>
                  <a:pt x="385919" y="231170"/>
                </a:cubicBezTo>
                <a:cubicBezTo>
                  <a:pt x="385919" y="219707"/>
                  <a:pt x="380188" y="210154"/>
                  <a:pt x="372546" y="204423"/>
                </a:cubicBezTo>
                <a:lnTo>
                  <a:pt x="334336" y="168123"/>
                </a:lnTo>
                <a:lnTo>
                  <a:pt x="334336" y="168123"/>
                </a:lnTo>
                <a:lnTo>
                  <a:pt x="332426" y="166213"/>
                </a:lnTo>
                <a:lnTo>
                  <a:pt x="334336" y="166213"/>
                </a:lnTo>
                <a:cubicBezTo>
                  <a:pt x="349620" y="166213"/>
                  <a:pt x="364904" y="162392"/>
                  <a:pt x="376367" y="152839"/>
                </a:cubicBezTo>
                <a:lnTo>
                  <a:pt x="397382" y="137555"/>
                </a:lnTo>
                <a:lnTo>
                  <a:pt x="385919" y="122271"/>
                </a:lnTo>
                <a:lnTo>
                  <a:pt x="364904" y="137555"/>
                </a:lnTo>
                <a:cubicBezTo>
                  <a:pt x="343889" y="150929"/>
                  <a:pt x="317142" y="150929"/>
                  <a:pt x="296126" y="133734"/>
                </a:cubicBezTo>
                <a:lnTo>
                  <a:pt x="280842" y="120361"/>
                </a:lnTo>
                <a:lnTo>
                  <a:pt x="261737" y="103167"/>
                </a:lnTo>
                <a:cubicBezTo>
                  <a:pt x="254095" y="97435"/>
                  <a:pt x="244543" y="95525"/>
                  <a:pt x="236901" y="101256"/>
                </a:cubicBezTo>
                <a:lnTo>
                  <a:pt x="196781" y="126092"/>
                </a:lnTo>
                <a:cubicBezTo>
                  <a:pt x="191049" y="129913"/>
                  <a:pt x="185318" y="129913"/>
                  <a:pt x="179586" y="129913"/>
                </a:cubicBezTo>
                <a:cubicBezTo>
                  <a:pt x="173855" y="128003"/>
                  <a:pt x="168123" y="124182"/>
                  <a:pt x="164302" y="120361"/>
                </a:cubicBezTo>
                <a:cubicBezTo>
                  <a:pt x="160481" y="106988"/>
                  <a:pt x="164302" y="93614"/>
                  <a:pt x="173855" y="85972"/>
                </a:cubicBezTo>
                <a:lnTo>
                  <a:pt x="231170" y="49673"/>
                </a:lnTo>
                <a:lnTo>
                  <a:pt x="257916" y="34389"/>
                </a:lnTo>
                <a:cubicBezTo>
                  <a:pt x="273200" y="24836"/>
                  <a:pt x="292305" y="19105"/>
                  <a:pt x="311410" y="19105"/>
                </a:cubicBezTo>
                <a:lnTo>
                  <a:pt x="353441" y="19105"/>
                </a:lnTo>
                <a:cubicBezTo>
                  <a:pt x="366814" y="19105"/>
                  <a:pt x="378277" y="22926"/>
                  <a:pt x="387830" y="30568"/>
                </a:cubicBezTo>
                <a:lnTo>
                  <a:pt x="424129" y="53494"/>
                </a:lnTo>
                <a:cubicBezTo>
                  <a:pt x="427950" y="55404"/>
                  <a:pt x="431771" y="57315"/>
                  <a:pt x="435592" y="57315"/>
                </a:cubicBezTo>
                <a:lnTo>
                  <a:pt x="458518" y="57315"/>
                </a:lnTo>
                <a:lnTo>
                  <a:pt x="458518" y="38210"/>
                </a:lnTo>
                <a:lnTo>
                  <a:pt x="435592" y="38210"/>
                </a:lnTo>
                <a:lnTo>
                  <a:pt x="399293" y="13373"/>
                </a:lnTo>
                <a:cubicBezTo>
                  <a:pt x="385919" y="3821"/>
                  <a:pt x="368725" y="0"/>
                  <a:pt x="353441" y="0"/>
                </a:cubicBezTo>
                <a:lnTo>
                  <a:pt x="131824" y="0"/>
                </a:lnTo>
                <a:cubicBezTo>
                  <a:pt x="112719" y="0"/>
                  <a:pt x="95525" y="5731"/>
                  <a:pt x="78330" y="15284"/>
                </a:cubicBezTo>
                <a:lnTo>
                  <a:pt x="43941" y="38210"/>
                </a:lnTo>
                <a:lnTo>
                  <a:pt x="0" y="38210"/>
                </a:lnTo>
                <a:lnTo>
                  <a:pt x="0" y="57315"/>
                </a:lnTo>
                <a:lnTo>
                  <a:pt x="43941" y="57315"/>
                </a:lnTo>
                <a:cubicBezTo>
                  <a:pt x="47762" y="57315"/>
                  <a:pt x="51583" y="55404"/>
                  <a:pt x="55404" y="53494"/>
                </a:cubicBezTo>
                <a:lnTo>
                  <a:pt x="87883" y="30568"/>
                </a:lnTo>
                <a:cubicBezTo>
                  <a:pt x="101256" y="22926"/>
                  <a:pt x="116540" y="19105"/>
                  <a:pt x="131824" y="19105"/>
                </a:cubicBezTo>
                <a:lnTo>
                  <a:pt x="246453" y="19105"/>
                </a:lnTo>
                <a:lnTo>
                  <a:pt x="223528" y="34389"/>
                </a:lnTo>
                <a:lnTo>
                  <a:pt x="166213" y="70688"/>
                </a:lnTo>
                <a:cubicBezTo>
                  <a:pt x="147108" y="84062"/>
                  <a:pt x="141376" y="108898"/>
                  <a:pt x="154750" y="129913"/>
                </a:cubicBezTo>
                <a:cubicBezTo>
                  <a:pt x="160481" y="139466"/>
                  <a:pt x="170034" y="145197"/>
                  <a:pt x="181497" y="147108"/>
                </a:cubicBezTo>
                <a:cubicBezTo>
                  <a:pt x="192960" y="149018"/>
                  <a:pt x="204423" y="147108"/>
                  <a:pt x="212065" y="141376"/>
                </a:cubicBezTo>
                <a:lnTo>
                  <a:pt x="252185" y="116540"/>
                </a:lnTo>
                <a:lnTo>
                  <a:pt x="273200" y="133734"/>
                </a:lnTo>
                <a:lnTo>
                  <a:pt x="320963" y="177676"/>
                </a:lnTo>
                <a:lnTo>
                  <a:pt x="362993" y="217796"/>
                </a:lnTo>
                <a:cubicBezTo>
                  <a:pt x="372546" y="225438"/>
                  <a:pt x="372546" y="238811"/>
                  <a:pt x="364904" y="246453"/>
                </a:cubicBezTo>
                <a:cubicBezTo>
                  <a:pt x="361083" y="250274"/>
                  <a:pt x="355351" y="254095"/>
                  <a:pt x="351530" y="254095"/>
                </a:cubicBezTo>
                <a:cubicBezTo>
                  <a:pt x="345799" y="254095"/>
                  <a:pt x="340068" y="252185"/>
                  <a:pt x="336247" y="248364"/>
                </a:cubicBezTo>
                <a:lnTo>
                  <a:pt x="320963" y="234990"/>
                </a:lnTo>
                <a:lnTo>
                  <a:pt x="320963" y="234990"/>
                </a:lnTo>
                <a:lnTo>
                  <a:pt x="319052" y="233080"/>
                </a:lnTo>
                <a:lnTo>
                  <a:pt x="305679" y="225438"/>
                </a:lnTo>
                <a:lnTo>
                  <a:pt x="294216" y="240722"/>
                </a:lnTo>
                <a:lnTo>
                  <a:pt x="303768" y="248364"/>
                </a:lnTo>
                <a:cubicBezTo>
                  <a:pt x="313321" y="256006"/>
                  <a:pt x="315231" y="269379"/>
                  <a:pt x="307589" y="277021"/>
                </a:cubicBezTo>
                <a:cubicBezTo>
                  <a:pt x="299947" y="286574"/>
                  <a:pt x="286574" y="288484"/>
                  <a:pt x="278932" y="280842"/>
                </a:cubicBezTo>
                <a:cubicBezTo>
                  <a:pt x="278932" y="280842"/>
                  <a:pt x="277021" y="280842"/>
                  <a:pt x="277021" y="278932"/>
                </a:cubicBezTo>
                <a:lnTo>
                  <a:pt x="254095" y="257916"/>
                </a:lnTo>
                <a:lnTo>
                  <a:pt x="254095" y="257916"/>
                </a:lnTo>
                <a:cubicBezTo>
                  <a:pt x="252185" y="256006"/>
                  <a:pt x="252185" y="254095"/>
                  <a:pt x="250274" y="254095"/>
                </a:cubicBezTo>
                <a:lnTo>
                  <a:pt x="236901" y="269379"/>
                </a:lnTo>
                <a:cubicBezTo>
                  <a:pt x="246453" y="277021"/>
                  <a:pt x="246453" y="290395"/>
                  <a:pt x="238811" y="298037"/>
                </a:cubicBezTo>
                <a:cubicBezTo>
                  <a:pt x="231170" y="307589"/>
                  <a:pt x="217796" y="307589"/>
                  <a:pt x="210154" y="299947"/>
                </a:cubicBezTo>
                <a:lnTo>
                  <a:pt x="210154" y="299947"/>
                </a:lnTo>
                <a:lnTo>
                  <a:pt x="179586" y="273200"/>
                </a:lnTo>
                <a:lnTo>
                  <a:pt x="166213" y="286574"/>
                </a:lnTo>
                <a:lnTo>
                  <a:pt x="168123" y="288484"/>
                </a:lnTo>
                <a:lnTo>
                  <a:pt x="168123" y="288484"/>
                </a:lnTo>
                <a:cubicBezTo>
                  <a:pt x="177676" y="296126"/>
                  <a:pt x="177676" y="309500"/>
                  <a:pt x="170034" y="319052"/>
                </a:cubicBezTo>
                <a:cubicBezTo>
                  <a:pt x="166213" y="322873"/>
                  <a:pt x="160481" y="326694"/>
                  <a:pt x="154750" y="326694"/>
                </a:cubicBezTo>
                <a:cubicBezTo>
                  <a:pt x="149018" y="326694"/>
                  <a:pt x="143287" y="324784"/>
                  <a:pt x="139466" y="320963"/>
                </a:cubicBezTo>
                <a:lnTo>
                  <a:pt x="61136" y="252185"/>
                </a:lnTo>
                <a:cubicBezTo>
                  <a:pt x="57315" y="250274"/>
                  <a:pt x="53494" y="248364"/>
                  <a:pt x="47762" y="248364"/>
                </a:cubicBezTo>
                <a:lnTo>
                  <a:pt x="0" y="248364"/>
                </a:lnTo>
                <a:lnTo>
                  <a:pt x="0" y="267469"/>
                </a:lnTo>
                <a:lnTo>
                  <a:pt x="47762" y="267469"/>
                </a:lnTo>
                <a:lnTo>
                  <a:pt x="126092" y="336247"/>
                </a:lnTo>
                <a:cubicBezTo>
                  <a:pt x="133734" y="341978"/>
                  <a:pt x="143287" y="345799"/>
                  <a:pt x="152839" y="345799"/>
                </a:cubicBezTo>
                <a:lnTo>
                  <a:pt x="154750" y="345799"/>
                </a:lnTo>
                <a:cubicBezTo>
                  <a:pt x="166213" y="345799"/>
                  <a:pt x="175765" y="340068"/>
                  <a:pt x="181497" y="332426"/>
                </a:cubicBezTo>
                <a:cubicBezTo>
                  <a:pt x="185318" y="326694"/>
                  <a:pt x="189139" y="320963"/>
                  <a:pt x="191049" y="313321"/>
                </a:cubicBezTo>
                <a:lnTo>
                  <a:pt x="194870" y="315231"/>
                </a:lnTo>
                <a:cubicBezTo>
                  <a:pt x="212065" y="330515"/>
                  <a:pt x="236901" y="328605"/>
                  <a:pt x="250274" y="311410"/>
                </a:cubicBezTo>
                <a:cubicBezTo>
                  <a:pt x="254095" y="305679"/>
                  <a:pt x="257916" y="299947"/>
                  <a:pt x="259827" y="292305"/>
                </a:cubicBezTo>
                <a:lnTo>
                  <a:pt x="261737" y="294216"/>
                </a:lnTo>
                <a:cubicBezTo>
                  <a:pt x="278932" y="309500"/>
                  <a:pt x="303768" y="307589"/>
                  <a:pt x="317142" y="290395"/>
                </a:cubicBezTo>
                <a:cubicBezTo>
                  <a:pt x="322873" y="284663"/>
                  <a:pt x="326694" y="277021"/>
                  <a:pt x="326694" y="269379"/>
                </a:cubicBezTo>
                <a:cubicBezTo>
                  <a:pt x="332426" y="271290"/>
                  <a:pt x="338157" y="273200"/>
                  <a:pt x="343889" y="273200"/>
                </a:cubicBezTo>
                <a:cubicBezTo>
                  <a:pt x="347710" y="273200"/>
                  <a:pt x="351530" y="273200"/>
                  <a:pt x="355351" y="271290"/>
                </a:cubicBezTo>
                <a:lnTo>
                  <a:pt x="355351" y="271290"/>
                </a:lnTo>
                <a:lnTo>
                  <a:pt x="427950" y="248364"/>
                </a:lnTo>
                <a:lnTo>
                  <a:pt x="458518" y="248364"/>
                </a:lnTo>
                <a:lnTo>
                  <a:pt x="458518" y="229259"/>
                </a:lnTo>
                <a:lnTo>
                  <a:pt x="431771" y="229259"/>
                </a:lnTo>
                <a:lnTo>
                  <a:pt x="384009" y="24263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Graphic 80" descr="Thumbs up icon.">
            <a:extLst>
              <a:ext uri="{FF2B5EF4-FFF2-40B4-BE49-F238E27FC236}">
                <a16:creationId xmlns:a16="http://schemas.microsoft.com/office/drawing/2014/main" id="{63486D37-A225-33DD-F820-F92DC2BC6CAF}"/>
              </a:ext>
            </a:extLst>
          </p:cNvPr>
          <p:cNvSpPr/>
          <p:nvPr/>
        </p:nvSpPr>
        <p:spPr>
          <a:xfrm>
            <a:off x="5889700" y="3272492"/>
            <a:ext cx="421484" cy="421561"/>
          </a:xfrm>
          <a:custGeom>
            <a:avLst/>
            <a:gdLst>
              <a:gd name="connsiteX0" fmla="*/ 417653 w 421484"/>
              <a:gd name="connsiteY0" fmla="*/ 251052 h 421561"/>
              <a:gd name="connsiteX1" fmla="*/ 404242 w 421484"/>
              <a:gd name="connsiteY1" fmla="*/ 222315 h 421561"/>
              <a:gd name="connsiteX2" fmla="*/ 421484 w 421484"/>
              <a:gd name="connsiteY2" fmla="*/ 187830 h 421561"/>
              <a:gd name="connsiteX3" fmla="*/ 381252 w 421484"/>
              <a:gd name="connsiteY3" fmla="*/ 149513 h 421561"/>
              <a:gd name="connsiteX4" fmla="*/ 381252 w 421484"/>
              <a:gd name="connsiteY4" fmla="*/ 149513 h 421561"/>
              <a:gd name="connsiteX5" fmla="*/ 258638 w 421484"/>
              <a:gd name="connsiteY5" fmla="*/ 149513 h 421561"/>
              <a:gd name="connsiteX6" fmla="*/ 256722 w 421484"/>
              <a:gd name="connsiteY6" fmla="*/ 149513 h 421561"/>
              <a:gd name="connsiteX7" fmla="*/ 268217 w 421484"/>
              <a:gd name="connsiteY7" fmla="*/ 51805 h 421561"/>
              <a:gd name="connsiteX8" fmla="*/ 241396 w 421484"/>
              <a:gd name="connsiteY8" fmla="*/ 5825 h 421561"/>
              <a:gd name="connsiteX9" fmla="*/ 210742 w 421484"/>
              <a:gd name="connsiteY9" fmla="*/ 1993 h 421561"/>
              <a:gd name="connsiteX10" fmla="*/ 183920 w 421484"/>
              <a:gd name="connsiteY10" fmla="*/ 61384 h 421561"/>
              <a:gd name="connsiteX11" fmla="*/ 182005 w 421484"/>
              <a:gd name="connsiteY11" fmla="*/ 76711 h 421561"/>
              <a:gd name="connsiteX12" fmla="*/ 157099 w 421484"/>
              <a:gd name="connsiteY12" fmla="*/ 134186 h 421561"/>
              <a:gd name="connsiteX13" fmla="*/ 128361 w 421484"/>
              <a:gd name="connsiteY13" fmla="*/ 170587 h 421561"/>
              <a:gd name="connsiteX14" fmla="*/ 114950 w 421484"/>
              <a:gd name="connsiteY14" fmla="*/ 162924 h 421561"/>
              <a:gd name="connsiteX15" fmla="*/ 19158 w 421484"/>
              <a:gd name="connsiteY15" fmla="*/ 162924 h 421561"/>
              <a:gd name="connsiteX16" fmla="*/ 0 w 421484"/>
              <a:gd name="connsiteY16" fmla="*/ 182082 h 421561"/>
              <a:gd name="connsiteX17" fmla="*/ 0 w 421484"/>
              <a:gd name="connsiteY17" fmla="*/ 392824 h 421561"/>
              <a:gd name="connsiteX18" fmla="*/ 19158 w 421484"/>
              <a:gd name="connsiteY18" fmla="*/ 411983 h 421561"/>
              <a:gd name="connsiteX19" fmla="*/ 114950 w 421484"/>
              <a:gd name="connsiteY19" fmla="*/ 411983 h 421561"/>
              <a:gd name="connsiteX20" fmla="*/ 134109 w 421484"/>
              <a:gd name="connsiteY20" fmla="*/ 396656 h 421561"/>
              <a:gd name="connsiteX21" fmla="*/ 182005 w 421484"/>
              <a:gd name="connsiteY21" fmla="*/ 417730 h 421561"/>
              <a:gd name="connsiteX22" fmla="*/ 201163 w 421484"/>
              <a:gd name="connsiteY22" fmla="*/ 421562 h 421561"/>
              <a:gd name="connsiteX23" fmla="*/ 201163 w 421484"/>
              <a:gd name="connsiteY23" fmla="*/ 421562 h 421561"/>
              <a:gd name="connsiteX24" fmla="*/ 344851 w 421484"/>
              <a:gd name="connsiteY24" fmla="*/ 421562 h 421561"/>
              <a:gd name="connsiteX25" fmla="*/ 386999 w 421484"/>
              <a:gd name="connsiteY25" fmla="*/ 377498 h 421561"/>
              <a:gd name="connsiteX26" fmla="*/ 379336 w 421484"/>
              <a:gd name="connsiteY26" fmla="*/ 354508 h 421561"/>
              <a:gd name="connsiteX27" fmla="*/ 406158 w 421484"/>
              <a:gd name="connsiteY27" fmla="*/ 314275 h 421561"/>
              <a:gd name="connsiteX28" fmla="*/ 394663 w 421484"/>
              <a:gd name="connsiteY28" fmla="*/ 287453 h 421561"/>
              <a:gd name="connsiteX29" fmla="*/ 404242 w 421484"/>
              <a:gd name="connsiteY29" fmla="*/ 279790 h 421561"/>
              <a:gd name="connsiteX30" fmla="*/ 417653 w 421484"/>
              <a:gd name="connsiteY30" fmla="*/ 251052 h 421561"/>
              <a:gd name="connsiteX31" fmla="*/ 114950 w 421484"/>
              <a:gd name="connsiteY31" fmla="*/ 392824 h 421561"/>
              <a:gd name="connsiteX32" fmla="*/ 19158 w 421484"/>
              <a:gd name="connsiteY32" fmla="*/ 392824 h 421561"/>
              <a:gd name="connsiteX33" fmla="*/ 19158 w 421484"/>
              <a:gd name="connsiteY33" fmla="*/ 182082 h 421561"/>
              <a:gd name="connsiteX34" fmla="*/ 114950 w 421484"/>
              <a:gd name="connsiteY34" fmla="*/ 182082 h 421561"/>
              <a:gd name="connsiteX35" fmla="*/ 114950 w 421484"/>
              <a:gd name="connsiteY35" fmla="*/ 392824 h 421561"/>
              <a:gd name="connsiteX36" fmla="*/ 392747 w 421484"/>
              <a:gd name="connsiteY36" fmla="*/ 268295 h 421561"/>
              <a:gd name="connsiteX37" fmla="*/ 377420 w 421484"/>
              <a:gd name="connsiteY37" fmla="*/ 275958 h 421561"/>
              <a:gd name="connsiteX38" fmla="*/ 375504 w 421484"/>
              <a:gd name="connsiteY38" fmla="*/ 275958 h 421561"/>
              <a:gd name="connsiteX39" fmla="*/ 346767 w 421484"/>
              <a:gd name="connsiteY39" fmla="*/ 275958 h 421561"/>
              <a:gd name="connsiteX40" fmla="*/ 346767 w 421484"/>
              <a:gd name="connsiteY40" fmla="*/ 295117 h 421561"/>
              <a:gd name="connsiteX41" fmla="*/ 365925 w 421484"/>
              <a:gd name="connsiteY41" fmla="*/ 295117 h 421561"/>
              <a:gd name="connsiteX42" fmla="*/ 365925 w 421484"/>
              <a:gd name="connsiteY42" fmla="*/ 295117 h 421561"/>
              <a:gd name="connsiteX43" fmla="*/ 388915 w 421484"/>
              <a:gd name="connsiteY43" fmla="*/ 314275 h 421561"/>
              <a:gd name="connsiteX44" fmla="*/ 365925 w 421484"/>
              <a:gd name="connsiteY44" fmla="*/ 337265 h 421561"/>
              <a:gd name="connsiteX45" fmla="*/ 344851 w 421484"/>
              <a:gd name="connsiteY45" fmla="*/ 337265 h 421561"/>
              <a:gd name="connsiteX46" fmla="*/ 344851 w 421484"/>
              <a:gd name="connsiteY46" fmla="*/ 337265 h 421561"/>
              <a:gd name="connsiteX47" fmla="*/ 344851 w 421484"/>
              <a:gd name="connsiteY47" fmla="*/ 337265 h 421561"/>
              <a:gd name="connsiteX48" fmla="*/ 344851 w 421484"/>
              <a:gd name="connsiteY48" fmla="*/ 356423 h 421561"/>
              <a:gd name="connsiteX49" fmla="*/ 344851 w 421484"/>
              <a:gd name="connsiteY49" fmla="*/ 356423 h 421561"/>
              <a:gd name="connsiteX50" fmla="*/ 344851 w 421484"/>
              <a:gd name="connsiteY50" fmla="*/ 356423 h 421561"/>
              <a:gd name="connsiteX51" fmla="*/ 364009 w 421484"/>
              <a:gd name="connsiteY51" fmla="*/ 364087 h 421561"/>
              <a:gd name="connsiteX52" fmla="*/ 369757 w 421484"/>
              <a:gd name="connsiteY52" fmla="*/ 379413 h 421561"/>
              <a:gd name="connsiteX53" fmla="*/ 344851 w 421484"/>
              <a:gd name="connsiteY53" fmla="*/ 402404 h 421561"/>
              <a:gd name="connsiteX54" fmla="*/ 201163 w 421484"/>
              <a:gd name="connsiteY54" fmla="*/ 402404 h 421561"/>
              <a:gd name="connsiteX55" fmla="*/ 189668 w 421484"/>
              <a:gd name="connsiteY55" fmla="*/ 400488 h 421561"/>
              <a:gd name="connsiteX56" fmla="*/ 134109 w 421484"/>
              <a:gd name="connsiteY56" fmla="*/ 375582 h 421561"/>
              <a:gd name="connsiteX57" fmla="*/ 134109 w 421484"/>
              <a:gd name="connsiteY57" fmla="*/ 191661 h 421561"/>
              <a:gd name="connsiteX58" fmla="*/ 174341 w 421484"/>
              <a:gd name="connsiteY58" fmla="*/ 143765 h 421561"/>
              <a:gd name="connsiteX59" fmla="*/ 201163 w 421484"/>
              <a:gd name="connsiteY59" fmla="*/ 80543 h 421561"/>
              <a:gd name="connsiteX60" fmla="*/ 203079 w 421484"/>
              <a:gd name="connsiteY60" fmla="*/ 61384 h 421561"/>
              <a:gd name="connsiteX61" fmla="*/ 216490 w 421484"/>
              <a:gd name="connsiteY61" fmla="*/ 19236 h 421561"/>
              <a:gd name="connsiteX62" fmla="*/ 227985 w 421484"/>
              <a:gd name="connsiteY62" fmla="*/ 21152 h 421561"/>
              <a:gd name="connsiteX63" fmla="*/ 245227 w 421484"/>
              <a:gd name="connsiteY63" fmla="*/ 53721 h 421561"/>
              <a:gd name="connsiteX64" fmla="*/ 235648 w 421484"/>
              <a:gd name="connsiteY64" fmla="*/ 139934 h 421561"/>
              <a:gd name="connsiteX65" fmla="*/ 237564 w 421484"/>
              <a:gd name="connsiteY65" fmla="*/ 157176 h 421561"/>
              <a:gd name="connsiteX66" fmla="*/ 254806 w 421484"/>
              <a:gd name="connsiteY66" fmla="*/ 166755 h 421561"/>
              <a:gd name="connsiteX67" fmla="*/ 379336 w 421484"/>
              <a:gd name="connsiteY67" fmla="*/ 166755 h 421561"/>
              <a:gd name="connsiteX68" fmla="*/ 400410 w 421484"/>
              <a:gd name="connsiteY68" fmla="*/ 183998 h 421561"/>
              <a:gd name="connsiteX69" fmla="*/ 400410 w 421484"/>
              <a:gd name="connsiteY69" fmla="*/ 185914 h 421561"/>
              <a:gd name="connsiteX70" fmla="*/ 392747 w 421484"/>
              <a:gd name="connsiteY70" fmla="*/ 203156 h 421561"/>
              <a:gd name="connsiteX71" fmla="*/ 377420 w 421484"/>
              <a:gd name="connsiteY71" fmla="*/ 210820 h 421561"/>
              <a:gd name="connsiteX72" fmla="*/ 354430 w 421484"/>
              <a:gd name="connsiteY72" fmla="*/ 210820 h 421561"/>
              <a:gd name="connsiteX73" fmla="*/ 354430 w 421484"/>
              <a:gd name="connsiteY73" fmla="*/ 229978 h 421561"/>
              <a:gd name="connsiteX74" fmla="*/ 354430 w 421484"/>
              <a:gd name="connsiteY74" fmla="*/ 229978 h 421561"/>
              <a:gd name="connsiteX75" fmla="*/ 354430 w 421484"/>
              <a:gd name="connsiteY75" fmla="*/ 229978 h 421561"/>
              <a:gd name="connsiteX76" fmla="*/ 375504 w 421484"/>
              <a:gd name="connsiteY76" fmla="*/ 229978 h 421561"/>
              <a:gd name="connsiteX77" fmla="*/ 396578 w 421484"/>
              <a:gd name="connsiteY77" fmla="*/ 249137 h 421561"/>
              <a:gd name="connsiteX78" fmla="*/ 396578 w 421484"/>
              <a:gd name="connsiteY78" fmla="*/ 249137 h 421561"/>
              <a:gd name="connsiteX79" fmla="*/ 392747 w 421484"/>
              <a:gd name="connsiteY79" fmla="*/ 268295 h 421561"/>
              <a:gd name="connsiteX80" fmla="*/ 63223 w 421484"/>
              <a:gd name="connsiteY80" fmla="*/ 335349 h 421561"/>
              <a:gd name="connsiteX81" fmla="*/ 82381 w 421484"/>
              <a:gd name="connsiteY81" fmla="*/ 354508 h 421561"/>
              <a:gd name="connsiteX82" fmla="*/ 63223 w 421484"/>
              <a:gd name="connsiteY82" fmla="*/ 373666 h 421561"/>
              <a:gd name="connsiteX83" fmla="*/ 44064 w 421484"/>
              <a:gd name="connsiteY83" fmla="*/ 354508 h 421561"/>
              <a:gd name="connsiteX84" fmla="*/ 63223 w 421484"/>
              <a:gd name="connsiteY84" fmla="*/ 335349 h 42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21484" h="421561">
                <a:moveTo>
                  <a:pt x="417653" y="251052"/>
                </a:moveTo>
                <a:cubicBezTo>
                  <a:pt x="417653" y="239557"/>
                  <a:pt x="411905" y="228062"/>
                  <a:pt x="404242" y="222315"/>
                </a:cubicBezTo>
                <a:cubicBezTo>
                  <a:pt x="413821" y="214651"/>
                  <a:pt x="421484" y="201241"/>
                  <a:pt x="421484" y="187830"/>
                </a:cubicBezTo>
                <a:cubicBezTo>
                  <a:pt x="421484" y="166755"/>
                  <a:pt x="402326" y="149513"/>
                  <a:pt x="381252" y="149513"/>
                </a:cubicBezTo>
                <a:cubicBezTo>
                  <a:pt x="381252" y="149513"/>
                  <a:pt x="381252" y="149513"/>
                  <a:pt x="381252" y="149513"/>
                </a:cubicBezTo>
                <a:lnTo>
                  <a:pt x="258638" y="149513"/>
                </a:lnTo>
                <a:cubicBezTo>
                  <a:pt x="256722" y="149513"/>
                  <a:pt x="256722" y="149513"/>
                  <a:pt x="256722" y="149513"/>
                </a:cubicBezTo>
                <a:cubicBezTo>
                  <a:pt x="268217" y="118860"/>
                  <a:pt x="272049" y="84374"/>
                  <a:pt x="268217" y="51805"/>
                </a:cubicBezTo>
                <a:cubicBezTo>
                  <a:pt x="266301" y="34563"/>
                  <a:pt x="256722" y="17320"/>
                  <a:pt x="241396" y="5825"/>
                </a:cubicBezTo>
                <a:cubicBezTo>
                  <a:pt x="229901" y="78"/>
                  <a:pt x="220321" y="-1838"/>
                  <a:pt x="210742" y="1993"/>
                </a:cubicBezTo>
                <a:cubicBezTo>
                  <a:pt x="185836" y="9657"/>
                  <a:pt x="185836" y="38394"/>
                  <a:pt x="183920" y="61384"/>
                </a:cubicBezTo>
                <a:cubicBezTo>
                  <a:pt x="183920" y="67132"/>
                  <a:pt x="183920" y="72879"/>
                  <a:pt x="182005" y="76711"/>
                </a:cubicBezTo>
                <a:cubicBezTo>
                  <a:pt x="178173" y="97785"/>
                  <a:pt x="168594" y="116944"/>
                  <a:pt x="157099" y="134186"/>
                </a:cubicBezTo>
                <a:cubicBezTo>
                  <a:pt x="149435" y="147597"/>
                  <a:pt x="137940" y="159092"/>
                  <a:pt x="128361" y="170587"/>
                </a:cubicBezTo>
                <a:cubicBezTo>
                  <a:pt x="126445" y="164840"/>
                  <a:pt x="120698" y="162924"/>
                  <a:pt x="114950" y="162924"/>
                </a:cubicBezTo>
                <a:lnTo>
                  <a:pt x="19158" y="162924"/>
                </a:lnTo>
                <a:cubicBezTo>
                  <a:pt x="7663" y="162924"/>
                  <a:pt x="0" y="170587"/>
                  <a:pt x="0" y="182082"/>
                </a:cubicBezTo>
                <a:lnTo>
                  <a:pt x="0" y="392824"/>
                </a:lnTo>
                <a:cubicBezTo>
                  <a:pt x="0" y="404319"/>
                  <a:pt x="7663" y="411983"/>
                  <a:pt x="19158" y="411983"/>
                </a:cubicBezTo>
                <a:lnTo>
                  <a:pt x="114950" y="411983"/>
                </a:lnTo>
                <a:cubicBezTo>
                  <a:pt x="124529" y="411983"/>
                  <a:pt x="132193" y="406235"/>
                  <a:pt x="134109" y="396656"/>
                </a:cubicBezTo>
                <a:lnTo>
                  <a:pt x="182005" y="417730"/>
                </a:lnTo>
                <a:cubicBezTo>
                  <a:pt x="187752" y="419646"/>
                  <a:pt x="195415" y="421562"/>
                  <a:pt x="201163" y="421562"/>
                </a:cubicBezTo>
                <a:lnTo>
                  <a:pt x="201163" y="421562"/>
                </a:lnTo>
                <a:lnTo>
                  <a:pt x="344851" y="421562"/>
                </a:lnTo>
                <a:cubicBezTo>
                  <a:pt x="367841" y="421562"/>
                  <a:pt x="386999" y="402404"/>
                  <a:pt x="386999" y="377498"/>
                </a:cubicBezTo>
                <a:cubicBezTo>
                  <a:pt x="386999" y="369834"/>
                  <a:pt x="385083" y="360255"/>
                  <a:pt x="379336" y="354508"/>
                </a:cubicBezTo>
                <a:cubicBezTo>
                  <a:pt x="394663" y="348760"/>
                  <a:pt x="406158" y="331518"/>
                  <a:pt x="406158" y="314275"/>
                </a:cubicBezTo>
                <a:cubicBezTo>
                  <a:pt x="406158" y="304696"/>
                  <a:pt x="402326" y="295117"/>
                  <a:pt x="394663" y="287453"/>
                </a:cubicBezTo>
                <a:cubicBezTo>
                  <a:pt x="398494" y="285537"/>
                  <a:pt x="400410" y="283622"/>
                  <a:pt x="404242" y="279790"/>
                </a:cubicBezTo>
                <a:cubicBezTo>
                  <a:pt x="413821" y="272127"/>
                  <a:pt x="417653" y="262547"/>
                  <a:pt x="417653" y="251052"/>
                </a:cubicBezTo>
                <a:close/>
                <a:moveTo>
                  <a:pt x="114950" y="392824"/>
                </a:moveTo>
                <a:lnTo>
                  <a:pt x="19158" y="392824"/>
                </a:lnTo>
                <a:lnTo>
                  <a:pt x="19158" y="182082"/>
                </a:lnTo>
                <a:lnTo>
                  <a:pt x="114950" y="182082"/>
                </a:lnTo>
                <a:lnTo>
                  <a:pt x="114950" y="392824"/>
                </a:lnTo>
                <a:close/>
                <a:moveTo>
                  <a:pt x="392747" y="268295"/>
                </a:moveTo>
                <a:cubicBezTo>
                  <a:pt x="388915" y="272127"/>
                  <a:pt x="383168" y="274042"/>
                  <a:pt x="377420" y="275958"/>
                </a:cubicBezTo>
                <a:lnTo>
                  <a:pt x="375504" y="275958"/>
                </a:lnTo>
                <a:lnTo>
                  <a:pt x="346767" y="275958"/>
                </a:lnTo>
                <a:lnTo>
                  <a:pt x="346767" y="295117"/>
                </a:lnTo>
                <a:lnTo>
                  <a:pt x="365925" y="295117"/>
                </a:lnTo>
                <a:lnTo>
                  <a:pt x="365925" y="295117"/>
                </a:lnTo>
                <a:cubicBezTo>
                  <a:pt x="377420" y="295117"/>
                  <a:pt x="388915" y="302780"/>
                  <a:pt x="388915" y="314275"/>
                </a:cubicBezTo>
                <a:cubicBezTo>
                  <a:pt x="388915" y="327686"/>
                  <a:pt x="379336" y="337265"/>
                  <a:pt x="365925" y="337265"/>
                </a:cubicBezTo>
                <a:lnTo>
                  <a:pt x="344851" y="337265"/>
                </a:lnTo>
                <a:lnTo>
                  <a:pt x="344851" y="337265"/>
                </a:lnTo>
                <a:lnTo>
                  <a:pt x="344851" y="337265"/>
                </a:lnTo>
                <a:lnTo>
                  <a:pt x="344851" y="356423"/>
                </a:lnTo>
                <a:lnTo>
                  <a:pt x="344851" y="356423"/>
                </a:lnTo>
                <a:lnTo>
                  <a:pt x="344851" y="356423"/>
                </a:lnTo>
                <a:cubicBezTo>
                  <a:pt x="352514" y="356423"/>
                  <a:pt x="358262" y="358339"/>
                  <a:pt x="364009" y="364087"/>
                </a:cubicBezTo>
                <a:cubicBezTo>
                  <a:pt x="367841" y="367918"/>
                  <a:pt x="369757" y="373666"/>
                  <a:pt x="369757" y="379413"/>
                </a:cubicBezTo>
                <a:cubicBezTo>
                  <a:pt x="369757" y="392824"/>
                  <a:pt x="358262" y="402404"/>
                  <a:pt x="344851" y="402404"/>
                </a:cubicBezTo>
                <a:lnTo>
                  <a:pt x="201163" y="402404"/>
                </a:lnTo>
                <a:cubicBezTo>
                  <a:pt x="197331" y="402404"/>
                  <a:pt x="193500" y="402404"/>
                  <a:pt x="189668" y="400488"/>
                </a:cubicBezTo>
                <a:lnTo>
                  <a:pt x="134109" y="375582"/>
                </a:lnTo>
                <a:lnTo>
                  <a:pt x="134109" y="191661"/>
                </a:lnTo>
                <a:cubicBezTo>
                  <a:pt x="149435" y="178251"/>
                  <a:pt x="162846" y="161008"/>
                  <a:pt x="174341" y="143765"/>
                </a:cubicBezTo>
                <a:cubicBezTo>
                  <a:pt x="187752" y="124607"/>
                  <a:pt x="197331" y="103533"/>
                  <a:pt x="201163" y="80543"/>
                </a:cubicBezTo>
                <a:cubicBezTo>
                  <a:pt x="203079" y="74795"/>
                  <a:pt x="203079" y="67132"/>
                  <a:pt x="203079" y="61384"/>
                </a:cubicBezTo>
                <a:cubicBezTo>
                  <a:pt x="203079" y="46058"/>
                  <a:pt x="204995" y="23068"/>
                  <a:pt x="216490" y="19236"/>
                </a:cubicBezTo>
                <a:cubicBezTo>
                  <a:pt x="220321" y="17320"/>
                  <a:pt x="224153" y="19236"/>
                  <a:pt x="227985" y="21152"/>
                </a:cubicBezTo>
                <a:cubicBezTo>
                  <a:pt x="237564" y="28815"/>
                  <a:pt x="243311" y="42226"/>
                  <a:pt x="245227" y="53721"/>
                </a:cubicBezTo>
                <a:cubicBezTo>
                  <a:pt x="249059" y="82459"/>
                  <a:pt x="245227" y="113112"/>
                  <a:pt x="235648" y="139934"/>
                </a:cubicBezTo>
                <a:cubicBezTo>
                  <a:pt x="233732" y="145681"/>
                  <a:pt x="233732" y="151429"/>
                  <a:pt x="237564" y="157176"/>
                </a:cubicBezTo>
                <a:cubicBezTo>
                  <a:pt x="241396" y="162924"/>
                  <a:pt x="249059" y="166755"/>
                  <a:pt x="254806" y="166755"/>
                </a:cubicBezTo>
                <a:lnTo>
                  <a:pt x="379336" y="166755"/>
                </a:lnTo>
                <a:cubicBezTo>
                  <a:pt x="388915" y="164840"/>
                  <a:pt x="398494" y="172503"/>
                  <a:pt x="400410" y="183998"/>
                </a:cubicBezTo>
                <a:cubicBezTo>
                  <a:pt x="400410" y="183998"/>
                  <a:pt x="400410" y="185914"/>
                  <a:pt x="400410" y="185914"/>
                </a:cubicBezTo>
                <a:cubicBezTo>
                  <a:pt x="400410" y="191661"/>
                  <a:pt x="398494" y="197409"/>
                  <a:pt x="392747" y="203156"/>
                </a:cubicBezTo>
                <a:cubicBezTo>
                  <a:pt x="388915" y="206988"/>
                  <a:pt x="383168" y="210820"/>
                  <a:pt x="377420" y="210820"/>
                </a:cubicBezTo>
                <a:lnTo>
                  <a:pt x="354430" y="210820"/>
                </a:lnTo>
                <a:lnTo>
                  <a:pt x="354430" y="229978"/>
                </a:lnTo>
                <a:lnTo>
                  <a:pt x="354430" y="229978"/>
                </a:lnTo>
                <a:lnTo>
                  <a:pt x="354430" y="229978"/>
                </a:lnTo>
                <a:lnTo>
                  <a:pt x="375504" y="229978"/>
                </a:lnTo>
                <a:cubicBezTo>
                  <a:pt x="386999" y="229978"/>
                  <a:pt x="396578" y="237641"/>
                  <a:pt x="396578" y="249137"/>
                </a:cubicBezTo>
                <a:cubicBezTo>
                  <a:pt x="396578" y="249137"/>
                  <a:pt x="396578" y="249137"/>
                  <a:pt x="396578" y="249137"/>
                </a:cubicBezTo>
                <a:cubicBezTo>
                  <a:pt x="398494" y="256800"/>
                  <a:pt x="396578" y="264463"/>
                  <a:pt x="392747" y="268295"/>
                </a:cubicBezTo>
                <a:close/>
                <a:moveTo>
                  <a:pt x="63223" y="335349"/>
                </a:moveTo>
                <a:cubicBezTo>
                  <a:pt x="74718" y="335349"/>
                  <a:pt x="82381" y="343013"/>
                  <a:pt x="82381" y="354508"/>
                </a:cubicBezTo>
                <a:cubicBezTo>
                  <a:pt x="82381" y="366003"/>
                  <a:pt x="74718" y="373666"/>
                  <a:pt x="63223" y="373666"/>
                </a:cubicBezTo>
                <a:cubicBezTo>
                  <a:pt x="51728" y="373666"/>
                  <a:pt x="44064" y="366003"/>
                  <a:pt x="44064" y="354508"/>
                </a:cubicBezTo>
                <a:cubicBezTo>
                  <a:pt x="44064" y="343013"/>
                  <a:pt x="53643" y="335349"/>
                  <a:pt x="63223" y="33534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8" name="Graphic 47" descr="Handwashing icon.">
            <a:extLst>
              <a:ext uri="{FF2B5EF4-FFF2-40B4-BE49-F238E27FC236}">
                <a16:creationId xmlns:a16="http://schemas.microsoft.com/office/drawing/2014/main" id="{0413CA0A-E39F-5AF3-5690-0D572866D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3260" y="3272960"/>
            <a:ext cx="420624" cy="420624"/>
          </a:xfrm>
          <a:prstGeom prst="rect">
            <a:avLst/>
          </a:prstGeom>
        </p:spPr>
      </p:pic>
      <p:sp>
        <p:nvSpPr>
          <p:cNvPr id="78" name="Graphic 250" descr="Bone icon.">
            <a:extLst>
              <a:ext uri="{FF2B5EF4-FFF2-40B4-BE49-F238E27FC236}">
                <a16:creationId xmlns:a16="http://schemas.microsoft.com/office/drawing/2014/main" id="{761F1165-3E68-49DA-9544-CB67B0F51D61}"/>
              </a:ext>
            </a:extLst>
          </p:cNvPr>
          <p:cNvSpPr>
            <a:spLocks noChangeAspect="1"/>
          </p:cNvSpPr>
          <p:nvPr/>
        </p:nvSpPr>
        <p:spPr>
          <a:xfrm>
            <a:off x="8305499" y="3305141"/>
            <a:ext cx="460068" cy="458898"/>
          </a:xfrm>
          <a:custGeom>
            <a:avLst/>
            <a:gdLst>
              <a:gd name="connsiteX0" fmla="*/ 306196 w 460068"/>
              <a:gd name="connsiteY0" fmla="*/ 458899 h 458898"/>
              <a:gd name="connsiteX1" fmla="*/ 229776 w 460068"/>
              <a:gd name="connsiteY1" fmla="*/ 382479 h 458898"/>
              <a:gd name="connsiteX2" fmla="*/ 243150 w 460068"/>
              <a:gd name="connsiteY2" fmla="*/ 340448 h 458898"/>
              <a:gd name="connsiteX3" fmla="*/ 120878 w 460068"/>
              <a:gd name="connsiteY3" fmla="*/ 216266 h 458898"/>
              <a:gd name="connsiteX4" fmla="*/ 13891 w 460068"/>
              <a:gd name="connsiteY4" fmla="*/ 197162 h 458898"/>
              <a:gd name="connsiteX5" fmla="*/ 13891 w 460068"/>
              <a:gd name="connsiteY5" fmla="*/ 197162 h 458898"/>
              <a:gd name="connsiteX6" fmla="*/ 11980 w 460068"/>
              <a:gd name="connsiteY6" fmla="*/ 113100 h 458898"/>
              <a:gd name="connsiteX7" fmla="*/ 76937 w 460068"/>
              <a:gd name="connsiteY7" fmla="*/ 76801 h 458898"/>
              <a:gd name="connsiteX8" fmla="*/ 113236 w 460068"/>
              <a:gd name="connsiteY8" fmla="*/ 11844 h 458898"/>
              <a:gd name="connsiteX9" fmla="*/ 218313 w 460068"/>
              <a:gd name="connsiteY9" fmla="*/ 36680 h 458898"/>
              <a:gd name="connsiteX10" fmla="*/ 218313 w 460068"/>
              <a:gd name="connsiteY10" fmla="*/ 118831 h 458898"/>
              <a:gd name="connsiteX11" fmla="*/ 237418 w 460068"/>
              <a:gd name="connsiteY11" fmla="*/ 137936 h 458898"/>
              <a:gd name="connsiteX12" fmla="*/ 342495 w 460068"/>
              <a:gd name="connsiteY12" fmla="*/ 241103 h 458898"/>
              <a:gd name="connsiteX13" fmla="*/ 447572 w 460068"/>
              <a:gd name="connsiteY13" fmla="*/ 262118 h 458898"/>
              <a:gd name="connsiteX14" fmla="*/ 447572 w 460068"/>
              <a:gd name="connsiteY14" fmla="*/ 262118 h 458898"/>
              <a:gd name="connsiteX15" fmla="*/ 447572 w 460068"/>
              <a:gd name="connsiteY15" fmla="*/ 262118 h 458898"/>
              <a:gd name="connsiteX16" fmla="*/ 426557 w 460068"/>
              <a:gd name="connsiteY16" fmla="*/ 367195 h 458898"/>
              <a:gd name="connsiteX17" fmla="*/ 382616 w 460068"/>
              <a:gd name="connsiteY17" fmla="*/ 382479 h 458898"/>
              <a:gd name="connsiteX18" fmla="*/ 346316 w 460068"/>
              <a:gd name="connsiteY18" fmla="*/ 447436 h 458898"/>
              <a:gd name="connsiteX19" fmla="*/ 306196 w 460068"/>
              <a:gd name="connsiteY19" fmla="*/ 458899 h 458898"/>
              <a:gd name="connsiteX20" fmla="*/ 120878 w 460068"/>
              <a:gd name="connsiteY20" fmla="*/ 197162 h 458898"/>
              <a:gd name="connsiteX21" fmla="*/ 134252 w 460068"/>
              <a:gd name="connsiteY21" fmla="*/ 202893 h 458898"/>
              <a:gd name="connsiteX22" fmla="*/ 258434 w 460068"/>
              <a:gd name="connsiteY22" fmla="*/ 325165 h 458898"/>
              <a:gd name="connsiteX23" fmla="*/ 260344 w 460068"/>
              <a:gd name="connsiteY23" fmla="*/ 350001 h 458898"/>
              <a:gd name="connsiteX24" fmla="*/ 275628 w 460068"/>
              <a:gd name="connsiteY24" fmla="*/ 430242 h 458898"/>
              <a:gd name="connsiteX25" fmla="*/ 355869 w 460068"/>
              <a:gd name="connsiteY25" fmla="*/ 414958 h 458898"/>
              <a:gd name="connsiteX26" fmla="*/ 365421 w 460068"/>
              <a:gd name="connsiteY26" fmla="*/ 382479 h 458898"/>
              <a:gd name="connsiteX27" fmla="*/ 384526 w 460068"/>
              <a:gd name="connsiteY27" fmla="*/ 363374 h 458898"/>
              <a:gd name="connsiteX28" fmla="*/ 439930 w 460068"/>
              <a:gd name="connsiteY28" fmla="*/ 304149 h 458898"/>
              <a:gd name="connsiteX29" fmla="*/ 394079 w 460068"/>
              <a:gd name="connsiteY29" fmla="*/ 250655 h 458898"/>
              <a:gd name="connsiteX30" fmla="*/ 350137 w 460068"/>
              <a:gd name="connsiteY30" fmla="*/ 260208 h 458898"/>
              <a:gd name="connsiteX31" fmla="*/ 331032 w 460068"/>
              <a:gd name="connsiteY31" fmla="*/ 258297 h 458898"/>
              <a:gd name="connsiteX32" fmla="*/ 204940 w 460068"/>
              <a:gd name="connsiteY32" fmla="*/ 132205 h 458898"/>
              <a:gd name="connsiteX33" fmla="*/ 203029 w 460068"/>
              <a:gd name="connsiteY33" fmla="*/ 107368 h 458898"/>
              <a:gd name="connsiteX34" fmla="*/ 185835 w 460068"/>
              <a:gd name="connsiteY34" fmla="*/ 27128 h 458898"/>
              <a:gd name="connsiteX35" fmla="*/ 124699 w 460068"/>
              <a:gd name="connsiteY35" fmla="*/ 27128 h 458898"/>
              <a:gd name="connsiteX36" fmla="*/ 96042 w 460068"/>
              <a:gd name="connsiteY36" fmla="*/ 76801 h 458898"/>
              <a:gd name="connsiteX37" fmla="*/ 90310 w 460068"/>
              <a:gd name="connsiteY37" fmla="*/ 90174 h 458898"/>
              <a:gd name="connsiteX38" fmla="*/ 76937 w 460068"/>
              <a:gd name="connsiteY38" fmla="*/ 95906 h 458898"/>
              <a:gd name="connsiteX39" fmla="*/ 76937 w 460068"/>
              <a:gd name="connsiteY39" fmla="*/ 95906 h 458898"/>
              <a:gd name="connsiteX40" fmla="*/ 19622 w 460068"/>
              <a:gd name="connsiteY40" fmla="*/ 153220 h 458898"/>
              <a:gd name="connsiteX41" fmla="*/ 76937 w 460068"/>
              <a:gd name="connsiteY41" fmla="*/ 210535 h 458898"/>
              <a:gd name="connsiteX42" fmla="*/ 111326 w 460068"/>
              <a:gd name="connsiteY42" fmla="*/ 200983 h 458898"/>
              <a:gd name="connsiteX43" fmla="*/ 120878 w 460068"/>
              <a:gd name="connsiteY43" fmla="*/ 197162 h 45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60068" h="458898">
                <a:moveTo>
                  <a:pt x="306196" y="458899"/>
                </a:moveTo>
                <a:cubicBezTo>
                  <a:pt x="264165" y="458899"/>
                  <a:pt x="229776" y="424510"/>
                  <a:pt x="229776" y="382479"/>
                </a:cubicBezTo>
                <a:cubicBezTo>
                  <a:pt x="229776" y="367195"/>
                  <a:pt x="233597" y="351911"/>
                  <a:pt x="243150" y="340448"/>
                </a:cubicBezTo>
                <a:lnTo>
                  <a:pt x="120878" y="216266"/>
                </a:lnTo>
                <a:cubicBezTo>
                  <a:pt x="86489" y="241103"/>
                  <a:pt x="38727" y="231550"/>
                  <a:pt x="13891" y="197162"/>
                </a:cubicBezTo>
                <a:cubicBezTo>
                  <a:pt x="13891" y="197162"/>
                  <a:pt x="13891" y="197162"/>
                  <a:pt x="13891" y="197162"/>
                </a:cubicBezTo>
                <a:cubicBezTo>
                  <a:pt x="-3304" y="172325"/>
                  <a:pt x="-5214" y="137936"/>
                  <a:pt x="11980" y="113100"/>
                </a:cubicBezTo>
                <a:cubicBezTo>
                  <a:pt x="27264" y="90174"/>
                  <a:pt x="50190" y="76801"/>
                  <a:pt x="76937" y="76801"/>
                </a:cubicBezTo>
                <a:cubicBezTo>
                  <a:pt x="76937" y="50054"/>
                  <a:pt x="90310" y="25217"/>
                  <a:pt x="113236" y="11844"/>
                </a:cubicBezTo>
                <a:cubicBezTo>
                  <a:pt x="149536" y="-11082"/>
                  <a:pt x="195387" y="381"/>
                  <a:pt x="218313" y="36680"/>
                </a:cubicBezTo>
                <a:cubicBezTo>
                  <a:pt x="233597" y="61517"/>
                  <a:pt x="233597" y="93995"/>
                  <a:pt x="218313" y="118831"/>
                </a:cubicBezTo>
                <a:lnTo>
                  <a:pt x="237418" y="137936"/>
                </a:lnTo>
                <a:lnTo>
                  <a:pt x="342495" y="241103"/>
                </a:lnTo>
                <a:cubicBezTo>
                  <a:pt x="376884" y="218177"/>
                  <a:pt x="424647" y="227729"/>
                  <a:pt x="447572" y="262118"/>
                </a:cubicBezTo>
                <a:cubicBezTo>
                  <a:pt x="447572" y="262118"/>
                  <a:pt x="447572" y="262118"/>
                  <a:pt x="447572" y="262118"/>
                </a:cubicBezTo>
                <a:lnTo>
                  <a:pt x="447572" y="262118"/>
                </a:lnTo>
                <a:cubicBezTo>
                  <a:pt x="470498" y="296507"/>
                  <a:pt x="460946" y="344269"/>
                  <a:pt x="426557" y="367195"/>
                </a:cubicBezTo>
                <a:cubicBezTo>
                  <a:pt x="413184" y="378658"/>
                  <a:pt x="397900" y="382479"/>
                  <a:pt x="382616" y="382479"/>
                </a:cubicBezTo>
                <a:cubicBezTo>
                  <a:pt x="382616" y="409226"/>
                  <a:pt x="369242" y="432152"/>
                  <a:pt x="346316" y="447436"/>
                </a:cubicBezTo>
                <a:cubicBezTo>
                  <a:pt x="334853" y="455078"/>
                  <a:pt x="321480" y="458899"/>
                  <a:pt x="306196" y="458899"/>
                </a:cubicBezTo>
                <a:close/>
                <a:moveTo>
                  <a:pt x="120878" y="197162"/>
                </a:moveTo>
                <a:cubicBezTo>
                  <a:pt x="126610" y="197162"/>
                  <a:pt x="130431" y="199072"/>
                  <a:pt x="134252" y="202893"/>
                </a:cubicBezTo>
                <a:lnTo>
                  <a:pt x="258434" y="325165"/>
                </a:lnTo>
                <a:cubicBezTo>
                  <a:pt x="264165" y="330896"/>
                  <a:pt x="266076" y="342359"/>
                  <a:pt x="260344" y="350001"/>
                </a:cubicBezTo>
                <a:cubicBezTo>
                  <a:pt x="243150" y="376748"/>
                  <a:pt x="248881" y="411137"/>
                  <a:pt x="275628" y="430242"/>
                </a:cubicBezTo>
                <a:cubicBezTo>
                  <a:pt x="302375" y="449346"/>
                  <a:pt x="336764" y="441705"/>
                  <a:pt x="355869" y="414958"/>
                </a:cubicBezTo>
                <a:cubicBezTo>
                  <a:pt x="361600" y="405405"/>
                  <a:pt x="365421" y="393942"/>
                  <a:pt x="365421" y="382479"/>
                </a:cubicBezTo>
                <a:cubicBezTo>
                  <a:pt x="365421" y="371016"/>
                  <a:pt x="373063" y="363374"/>
                  <a:pt x="384526" y="363374"/>
                </a:cubicBezTo>
                <a:cubicBezTo>
                  <a:pt x="417005" y="363374"/>
                  <a:pt x="441841" y="336627"/>
                  <a:pt x="439930" y="304149"/>
                </a:cubicBezTo>
                <a:cubicBezTo>
                  <a:pt x="439930" y="277402"/>
                  <a:pt x="420826" y="256387"/>
                  <a:pt x="394079" y="250655"/>
                </a:cubicBezTo>
                <a:cubicBezTo>
                  <a:pt x="378795" y="246834"/>
                  <a:pt x="363511" y="250655"/>
                  <a:pt x="350137" y="260208"/>
                </a:cubicBezTo>
                <a:cubicBezTo>
                  <a:pt x="344406" y="264029"/>
                  <a:pt x="334853" y="264029"/>
                  <a:pt x="331032" y="258297"/>
                </a:cubicBezTo>
                <a:lnTo>
                  <a:pt x="204940" y="132205"/>
                </a:lnTo>
                <a:cubicBezTo>
                  <a:pt x="199208" y="126473"/>
                  <a:pt x="197298" y="115010"/>
                  <a:pt x="203029" y="107368"/>
                </a:cubicBezTo>
                <a:cubicBezTo>
                  <a:pt x="220224" y="80622"/>
                  <a:pt x="212582" y="46233"/>
                  <a:pt x="185835" y="27128"/>
                </a:cubicBezTo>
                <a:cubicBezTo>
                  <a:pt x="166730" y="15665"/>
                  <a:pt x="143804" y="15665"/>
                  <a:pt x="124699" y="27128"/>
                </a:cubicBezTo>
                <a:cubicBezTo>
                  <a:pt x="105594" y="38591"/>
                  <a:pt x="96042" y="57696"/>
                  <a:pt x="96042" y="76801"/>
                </a:cubicBezTo>
                <a:cubicBezTo>
                  <a:pt x="96042" y="82532"/>
                  <a:pt x="94131" y="86353"/>
                  <a:pt x="90310" y="90174"/>
                </a:cubicBezTo>
                <a:cubicBezTo>
                  <a:pt x="86489" y="93995"/>
                  <a:pt x="82668" y="95906"/>
                  <a:pt x="76937" y="95906"/>
                </a:cubicBezTo>
                <a:lnTo>
                  <a:pt x="76937" y="95906"/>
                </a:lnTo>
                <a:cubicBezTo>
                  <a:pt x="44459" y="95906"/>
                  <a:pt x="19622" y="120742"/>
                  <a:pt x="19622" y="153220"/>
                </a:cubicBezTo>
                <a:cubicBezTo>
                  <a:pt x="19622" y="185699"/>
                  <a:pt x="44459" y="210535"/>
                  <a:pt x="76937" y="210535"/>
                </a:cubicBezTo>
                <a:cubicBezTo>
                  <a:pt x="88400" y="210535"/>
                  <a:pt x="99863" y="206714"/>
                  <a:pt x="111326" y="200983"/>
                </a:cubicBezTo>
                <a:cubicBezTo>
                  <a:pt x="113236" y="197162"/>
                  <a:pt x="117057" y="197162"/>
                  <a:pt x="120878" y="19716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9" name="Graphic 146" descr="Tooth icon.">
            <a:extLst>
              <a:ext uri="{FF2B5EF4-FFF2-40B4-BE49-F238E27FC236}">
                <a16:creationId xmlns:a16="http://schemas.microsoft.com/office/drawing/2014/main" id="{B286FF1B-848D-4EDC-9147-893AC034E284}"/>
              </a:ext>
            </a:extLst>
          </p:cNvPr>
          <p:cNvSpPr>
            <a:spLocks noChangeAspect="1"/>
          </p:cNvSpPr>
          <p:nvPr/>
        </p:nvSpPr>
        <p:spPr>
          <a:xfrm>
            <a:off x="9564702" y="3277856"/>
            <a:ext cx="420308" cy="459004"/>
          </a:xfrm>
          <a:custGeom>
            <a:avLst/>
            <a:gdLst>
              <a:gd name="connsiteX0" fmla="*/ 120361 w 420308"/>
              <a:gd name="connsiteY0" fmla="*/ 59712 h 459004"/>
              <a:gd name="connsiteX1" fmla="*/ 108898 w 420308"/>
              <a:gd name="connsiteY1" fmla="*/ 74996 h 459004"/>
              <a:gd name="connsiteX2" fmla="*/ 210154 w 420308"/>
              <a:gd name="connsiteY2" fmla="*/ 115116 h 459004"/>
              <a:gd name="connsiteX3" fmla="*/ 313321 w 420308"/>
              <a:gd name="connsiteY3" fmla="*/ 74996 h 459004"/>
              <a:gd name="connsiteX4" fmla="*/ 299947 w 420308"/>
              <a:gd name="connsiteY4" fmla="*/ 61623 h 459004"/>
              <a:gd name="connsiteX5" fmla="*/ 120361 w 420308"/>
              <a:gd name="connsiteY5" fmla="*/ 59712 h 459004"/>
              <a:gd name="connsiteX6" fmla="*/ 401203 w 420308"/>
              <a:gd name="connsiteY6" fmla="*/ 46339 h 459004"/>
              <a:gd name="connsiteX7" fmla="*/ 328605 w 420308"/>
              <a:gd name="connsiteY7" fmla="*/ 487 h 459004"/>
              <a:gd name="connsiteX8" fmla="*/ 263648 w 420308"/>
              <a:gd name="connsiteY8" fmla="*/ 10039 h 459004"/>
              <a:gd name="connsiteX9" fmla="*/ 210154 w 420308"/>
              <a:gd name="connsiteY9" fmla="*/ 19592 h 459004"/>
              <a:gd name="connsiteX10" fmla="*/ 156660 w 420308"/>
              <a:gd name="connsiteY10" fmla="*/ 10039 h 459004"/>
              <a:gd name="connsiteX11" fmla="*/ 91704 w 420308"/>
              <a:gd name="connsiteY11" fmla="*/ 487 h 459004"/>
              <a:gd name="connsiteX12" fmla="*/ 19105 w 420308"/>
              <a:gd name="connsiteY12" fmla="*/ 46339 h 459004"/>
              <a:gd name="connsiteX13" fmla="*/ 0 w 420308"/>
              <a:gd name="connsiteY13" fmla="*/ 109385 h 459004"/>
              <a:gd name="connsiteX14" fmla="*/ 9552 w 420308"/>
              <a:gd name="connsiteY14" fmla="*/ 176252 h 459004"/>
              <a:gd name="connsiteX15" fmla="*/ 45852 w 420308"/>
              <a:gd name="connsiteY15" fmla="*/ 243119 h 459004"/>
              <a:gd name="connsiteX16" fmla="*/ 57315 w 420308"/>
              <a:gd name="connsiteY16" fmla="*/ 277508 h 459004"/>
              <a:gd name="connsiteX17" fmla="*/ 76420 w 420308"/>
              <a:gd name="connsiteY17" fmla="*/ 424616 h 459004"/>
              <a:gd name="connsiteX18" fmla="*/ 114630 w 420308"/>
              <a:gd name="connsiteY18" fmla="*/ 459005 h 459004"/>
              <a:gd name="connsiteX19" fmla="*/ 152839 w 420308"/>
              <a:gd name="connsiteY19" fmla="*/ 422706 h 459004"/>
              <a:gd name="connsiteX20" fmla="*/ 158571 w 420308"/>
              <a:gd name="connsiteY20" fmla="*/ 392138 h 459004"/>
              <a:gd name="connsiteX21" fmla="*/ 210154 w 420308"/>
              <a:gd name="connsiteY21" fmla="*/ 287061 h 459004"/>
              <a:gd name="connsiteX22" fmla="*/ 261737 w 420308"/>
              <a:gd name="connsiteY22" fmla="*/ 392138 h 459004"/>
              <a:gd name="connsiteX23" fmla="*/ 267469 w 420308"/>
              <a:gd name="connsiteY23" fmla="*/ 422706 h 459004"/>
              <a:gd name="connsiteX24" fmla="*/ 305679 w 420308"/>
              <a:gd name="connsiteY24" fmla="*/ 459005 h 459004"/>
              <a:gd name="connsiteX25" fmla="*/ 343889 w 420308"/>
              <a:gd name="connsiteY25" fmla="*/ 424616 h 459004"/>
              <a:gd name="connsiteX26" fmla="*/ 362993 w 420308"/>
              <a:gd name="connsiteY26" fmla="*/ 279419 h 459004"/>
              <a:gd name="connsiteX27" fmla="*/ 374456 w 420308"/>
              <a:gd name="connsiteY27" fmla="*/ 245030 h 459004"/>
              <a:gd name="connsiteX28" fmla="*/ 410756 w 420308"/>
              <a:gd name="connsiteY28" fmla="*/ 178163 h 459004"/>
              <a:gd name="connsiteX29" fmla="*/ 420308 w 420308"/>
              <a:gd name="connsiteY29" fmla="*/ 109385 h 459004"/>
              <a:gd name="connsiteX30" fmla="*/ 401203 w 420308"/>
              <a:gd name="connsiteY30" fmla="*/ 46339 h 459004"/>
              <a:gd name="connsiteX31" fmla="*/ 391651 w 420308"/>
              <a:gd name="connsiteY31" fmla="*/ 170521 h 459004"/>
              <a:gd name="connsiteX32" fmla="*/ 357262 w 420308"/>
              <a:gd name="connsiteY32" fmla="*/ 231656 h 459004"/>
              <a:gd name="connsiteX33" fmla="*/ 341978 w 420308"/>
              <a:gd name="connsiteY33" fmla="*/ 275598 h 459004"/>
              <a:gd name="connsiteX34" fmla="*/ 324784 w 420308"/>
              <a:gd name="connsiteY34" fmla="*/ 415064 h 459004"/>
              <a:gd name="connsiteX35" fmla="*/ 305679 w 420308"/>
              <a:gd name="connsiteY35" fmla="*/ 436079 h 459004"/>
              <a:gd name="connsiteX36" fmla="*/ 286574 w 420308"/>
              <a:gd name="connsiteY36" fmla="*/ 415064 h 459004"/>
              <a:gd name="connsiteX37" fmla="*/ 280842 w 420308"/>
              <a:gd name="connsiteY37" fmla="*/ 386406 h 459004"/>
              <a:gd name="connsiteX38" fmla="*/ 210154 w 420308"/>
              <a:gd name="connsiteY38" fmla="*/ 267956 h 459004"/>
              <a:gd name="connsiteX39" fmla="*/ 139466 w 420308"/>
              <a:gd name="connsiteY39" fmla="*/ 390227 h 459004"/>
              <a:gd name="connsiteX40" fmla="*/ 133734 w 420308"/>
              <a:gd name="connsiteY40" fmla="*/ 418885 h 459004"/>
              <a:gd name="connsiteX41" fmla="*/ 114630 w 420308"/>
              <a:gd name="connsiteY41" fmla="*/ 439900 h 459004"/>
              <a:gd name="connsiteX42" fmla="*/ 95525 w 420308"/>
              <a:gd name="connsiteY42" fmla="*/ 416974 h 459004"/>
              <a:gd name="connsiteX43" fmla="*/ 78330 w 420308"/>
              <a:gd name="connsiteY43" fmla="*/ 277508 h 459004"/>
              <a:gd name="connsiteX44" fmla="*/ 63046 w 420308"/>
              <a:gd name="connsiteY44" fmla="*/ 233567 h 459004"/>
              <a:gd name="connsiteX45" fmla="*/ 28657 w 420308"/>
              <a:gd name="connsiteY45" fmla="*/ 172431 h 459004"/>
              <a:gd name="connsiteX46" fmla="*/ 19105 w 420308"/>
              <a:gd name="connsiteY46" fmla="*/ 109385 h 459004"/>
              <a:gd name="connsiteX47" fmla="*/ 34389 w 420308"/>
              <a:gd name="connsiteY47" fmla="*/ 55891 h 459004"/>
              <a:gd name="connsiteX48" fmla="*/ 93614 w 420308"/>
              <a:gd name="connsiteY48" fmla="*/ 19592 h 459004"/>
              <a:gd name="connsiteX49" fmla="*/ 150929 w 420308"/>
              <a:gd name="connsiteY49" fmla="*/ 27234 h 459004"/>
              <a:gd name="connsiteX50" fmla="*/ 210154 w 420308"/>
              <a:gd name="connsiteY50" fmla="*/ 38697 h 459004"/>
              <a:gd name="connsiteX51" fmla="*/ 271290 w 420308"/>
              <a:gd name="connsiteY51" fmla="*/ 29144 h 459004"/>
              <a:gd name="connsiteX52" fmla="*/ 328605 w 420308"/>
              <a:gd name="connsiteY52" fmla="*/ 21502 h 459004"/>
              <a:gd name="connsiteX53" fmla="*/ 385919 w 420308"/>
              <a:gd name="connsiteY53" fmla="*/ 57802 h 459004"/>
              <a:gd name="connsiteX54" fmla="*/ 401203 w 420308"/>
              <a:gd name="connsiteY54" fmla="*/ 109385 h 459004"/>
              <a:gd name="connsiteX55" fmla="*/ 391651 w 420308"/>
              <a:gd name="connsiteY55" fmla="*/ 170521 h 45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20308" h="459004">
                <a:moveTo>
                  <a:pt x="120361" y="59712"/>
                </a:moveTo>
                <a:lnTo>
                  <a:pt x="108898" y="74996"/>
                </a:lnTo>
                <a:cubicBezTo>
                  <a:pt x="135645" y="99832"/>
                  <a:pt x="171944" y="115116"/>
                  <a:pt x="210154" y="115116"/>
                </a:cubicBezTo>
                <a:cubicBezTo>
                  <a:pt x="248364" y="115116"/>
                  <a:pt x="284663" y="99832"/>
                  <a:pt x="313321" y="74996"/>
                </a:cubicBezTo>
                <a:lnTo>
                  <a:pt x="299947" y="61623"/>
                </a:lnTo>
                <a:cubicBezTo>
                  <a:pt x="248364" y="107474"/>
                  <a:pt x="170034" y="107474"/>
                  <a:pt x="120361" y="59712"/>
                </a:cubicBezTo>
                <a:close/>
                <a:moveTo>
                  <a:pt x="401203" y="46339"/>
                </a:moveTo>
                <a:cubicBezTo>
                  <a:pt x="384009" y="21502"/>
                  <a:pt x="359172" y="4308"/>
                  <a:pt x="328605" y="487"/>
                </a:cubicBezTo>
                <a:cubicBezTo>
                  <a:pt x="305679" y="-1424"/>
                  <a:pt x="284663" y="2397"/>
                  <a:pt x="263648" y="10039"/>
                </a:cubicBezTo>
                <a:cubicBezTo>
                  <a:pt x="246453" y="15771"/>
                  <a:pt x="229259" y="19592"/>
                  <a:pt x="210154" y="19592"/>
                </a:cubicBezTo>
                <a:cubicBezTo>
                  <a:pt x="191049" y="19592"/>
                  <a:pt x="173855" y="15771"/>
                  <a:pt x="156660" y="10039"/>
                </a:cubicBezTo>
                <a:cubicBezTo>
                  <a:pt x="135645" y="2397"/>
                  <a:pt x="112719" y="-1424"/>
                  <a:pt x="91704" y="487"/>
                </a:cubicBezTo>
                <a:cubicBezTo>
                  <a:pt x="61136" y="4308"/>
                  <a:pt x="36299" y="21502"/>
                  <a:pt x="19105" y="46339"/>
                </a:cubicBezTo>
                <a:cubicBezTo>
                  <a:pt x="7642" y="65444"/>
                  <a:pt x="0" y="86459"/>
                  <a:pt x="0" y="109385"/>
                </a:cubicBezTo>
                <a:cubicBezTo>
                  <a:pt x="0" y="132311"/>
                  <a:pt x="3821" y="155237"/>
                  <a:pt x="9552" y="176252"/>
                </a:cubicBezTo>
                <a:cubicBezTo>
                  <a:pt x="17194" y="201088"/>
                  <a:pt x="30568" y="222104"/>
                  <a:pt x="45852" y="243119"/>
                </a:cubicBezTo>
                <a:cubicBezTo>
                  <a:pt x="53494" y="252672"/>
                  <a:pt x="57315" y="266045"/>
                  <a:pt x="57315" y="277508"/>
                </a:cubicBezTo>
                <a:cubicBezTo>
                  <a:pt x="57315" y="327181"/>
                  <a:pt x="64957" y="376854"/>
                  <a:pt x="76420" y="424616"/>
                </a:cubicBezTo>
                <a:cubicBezTo>
                  <a:pt x="84062" y="439900"/>
                  <a:pt x="91704" y="459005"/>
                  <a:pt x="114630" y="459005"/>
                </a:cubicBezTo>
                <a:cubicBezTo>
                  <a:pt x="135645" y="459005"/>
                  <a:pt x="150929" y="441810"/>
                  <a:pt x="152839" y="422706"/>
                </a:cubicBezTo>
                <a:cubicBezTo>
                  <a:pt x="154750" y="413153"/>
                  <a:pt x="156660" y="403601"/>
                  <a:pt x="158571" y="392138"/>
                </a:cubicBezTo>
                <a:cubicBezTo>
                  <a:pt x="168123" y="340554"/>
                  <a:pt x="177676" y="287061"/>
                  <a:pt x="210154" y="287061"/>
                </a:cubicBezTo>
                <a:cubicBezTo>
                  <a:pt x="242632" y="287061"/>
                  <a:pt x="252185" y="340554"/>
                  <a:pt x="261737" y="392138"/>
                </a:cubicBezTo>
                <a:cubicBezTo>
                  <a:pt x="263648" y="401690"/>
                  <a:pt x="265558" y="413153"/>
                  <a:pt x="267469" y="422706"/>
                </a:cubicBezTo>
                <a:cubicBezTo>
                  <a:pt x="269379" y="441810"/>
                  <a:pt x="284663" y="459005"/>
                  <a:pt x="305679" y="459005"/>
                </a:cubicBezTo>
                <a:cubicBezTo>
                  <a:pt x="328605" y="459005"/>
                  <a:pt x="336247" y="439900"/>
                  <a:pt x="343889" y="424616"/>
                </a:cubicBezTo>
                <a:cubicBezTo>
                  <a:pt x="355351" y="376854"/>
                  <a:pt x="362993" y="327181"/>
                  <a:pt x="362993" y="279419"/>
                </a:cubicBezTo>
                <a:cubicBezTo>
                  <a:pt x="362993" y="266045"/>
                  <a:pt x="366814" y="254582"/>
                  <a:pt x="374456" y="245030"/>
                </a:cubicBezTo>
                <a:cubicBezTo>
                  <a:pt x="389740" y="224014"/>
                  <a:pt x="401203" y="202999"/>
                  <a:pt x="410756" y="178163"/>
                </a:cubicBezTo>
                <a:cubicBezTo>
                  <a:pt x="418398" y="155237"/>
                  <a:pt x="420308" y="132311"/>
                  <a:pt x="420308" y="109385"/>
                </a:cubicBezTo>
                <a:cubicBezTo>
                  <a:pt x="420308" y="86459"/>
                  <a:pt x="412666" y="65444"/>
                  <a:pt x="401203" y="46339"/>
                </a:cubicBezTo>
                <a:close/>
                <a:moveTo>
                  <a:pt x="391651" y="170521"/>
                </a:moveTo>
                <a:cubicBezTo>
                  <a:pt x="384009" y="193447"/>
                  <a:pt x="372546" y="212551"/>
                  <a:pt x="357262" y="231656"/>
                </a:cubicBezTo>
                <a:cubicBezTo>
                  <a:pt x="347710" y="245030"/>
                  <a:pt x="341978" y="260314"/>
                  <a:pt x="341978" y="275598"/>
                </a:cubicBezTo>
                <a:cubicBezTo>
                  <a:pt x="340068" y="323360"/>
                  <a:pt x="334336" y="369212"/>
                  <a:pt x="324784" y="415064"/>
                </a:cubicBezTo>
                <a:cubicBezTo>
                  <a:pt x="319052" y="430347"/>
                  <a:pt x="315231" y="436079"/>
                  <a:pt x="305679" y="436079"/>
                </a:cubicBezTo>
                <a:cubicBezTo>
                  <a:pt x="292305" y="436079"/>
                  <a:pt x="288484" y="422706"/>
                  <a:pt x="286574" y="415064"/>
                </a:cubicBezTo>
                <a:cubicBezTo>
                  <a:pt x="284663" y="407422"/>
                  <a:pt x="282753" y="395959"/>
                  <a:pt x="280842" y="386406"/>
                </a:cubicBezTo>
                <a:cubicBezTo>
                  <a:pt x="269379" y="329091"/>
                  <a:pt x="257916" y="267956"/>
                  <a:pt x="210154" y="267956"/>
                </a:cubicBezTo>
                <a:cubicBezTo>
                  <a:pt x="162392" y="267956"/>
                  <a:pt x="150929" y="329091"/>
                  <a:pt x="139466" y="390227"/>
                </a:cubicBezTo>
                <a:cubicBezTo>
                  <a:pt x="137555" y="399780"/>
                  <a:pt x="135645" y="409332"/>
                  <a:pt x="133734" y="418885"/>
                </a:cubicBezTo>
                <a:cubicBezTo>
                  <a:pt x="131824" y="428437"/>
                  <a:pt x="128003" y="439900"/>
                  <a:pt x="114630" y="439900"/>
                </a:cubicBezTo>
                <a:cubicBezTo>
                  <a:pt x="105077" y="439900"/>
                  <a:pt x="101256" y="432258"/>
                  <a:pt x="95525" y="416974"/>
                </a:cubicBezTo>
                <a:cubicBezTo>
                  <a:pt x="84062" y="371122"/>
                  <a:pt x="78330" y="325270"/>
                  <a:pt x="78330" y="277508"/>
                </a:cubicBezTo>
                <a:cubicBezTo>
                  <a:pt x="78330" y="262224"/>
                  <a:pt x="72599" y="245030"/>
                  <a:pt x="63046" y="233567"/>
                </a:cubicBezTo>
                <a:cubicBezTo>
                  <a:pt x="47762" y="214462"/>
                  <a:pt x="36299" y="193447"/>
                  <a:pt x="28657" y="172431"/>
                </a:cubicBezTo>
                <a:cubicBezTo>
                  <a:pt x="22926" y="151416"/>
                  <a:pt x="19105" y="130400"/>
                  <a:pt x="19105" y="109385"/>
                </a:cubicBezTo>
                <a:cubicBezTo>
                  <a:pt x="19105" y="90280"/>
                  <a:pt x="24836" y="71175"/>
                  <a:pt x="34389" y="55891"/>
                </a:cubicBezTo>
                <a:cubicBezTo>
                  <a:pt x="47762" y="36786"/>
                  <a:pt x="68778" y="23413"/>
                  <a:pt x="93614" y="19592"/>
                </a:cubicBezTo>
                <a:cubicBezTo>
                  <a:pt x="112719" y="17681"/>
                  <a:pt x="131824" y="21502"/>
                  <a:pt x="150929" y="27234"/>
                </a:cubicBezTo>
                <a:cubicBezTo>
                  <a:pt x="170034" y="34876"/>
                  <a:pt x="189139" y="38697"/>
                  <a:pt x="210154" y="38697"/>
                </a:cubicBezTo>
                <a:cubicBezTo>
                  <a:pt x="231170" y="38697"/>
                  <a:pt x="252185" y="34876"/>
                  <a:pt x="271290" y="29144"/>
                </a:cubicBezTo>
                <a:cubicBezTo>
                  <a:pt x="290395" y="21502"/>
                  <a:pt x="309500" y="19592"/>
                  <a:pt x="328605" y="21502"/>
                </a:cubicBezTo>
                <a:cubicBezTo>
                  <a:pt x="351530" y="25323"/>
                  <a:pt x="372546" y="38697"/>
                  <a:pt x="385919" y="57802"/>
                </a:cubicBezTo>
                <a:cubicBezTo>
                  <a:pt x="395472" y="73086"/>
                  <a:pt x="401203" y="90280"/>
                  <a:pt x="401203" y="109385"/>
                </a:cubicBezTo>
                <a:cubicBezTo>
                  <a:pt x="401203" y="130400"/>
                  <a:pt x="397382" y="151416"/>
                  <a:pt x="391651" y="17052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8" name="Graphic 139" descr="Scale icon.">
            <a:extLst>
              <a:ext uri="{FF2B5EF4-FFF2-40B4-BE49-F238E27FC236}">
                <a16:creationId xmlns:a16="http://schemas.microsoft.com/office/drawing/2014/main" id="{7B868A02-FDC8-4908-A540-BC7BD83903A0}"/>
              </a:ext>
            </a:extLst>
          </p:cNvPr>
          <p:cNvSpPr>
            <a:spLocks noChangeAspect="1"/>
          </p:cNvSpPr>
          <p:nvPr/>
        </p:nvSpPr>
        <p:spPr>
          <a:xfrm>
            <a:off x="10798339" y="3291746"/>
            <a:ext cx="420308" cy="420785"/>
          </a:xfrm>
          <a:custGeom>
            <a:avLst/>
            <a:gdLst>
              <a:gd name="connsiteX0" fmla="*/ 401203 w 420308"/>
              <a:gd name="connsiteY0" fmla="*/ 38687 h 420785"/>
              <a:gd name="connsiteX1" fmla="*/ 311410 w 420308"/>
              <a:gd name="connsiteY1" fmla="*/ 38687 h 420785"/>
              <a:gd name="connsiteX2" fmla="*/ 108898 w 420308"/>
              <a:gd name="connsiteY2" fmla="*/ 38687 h 420785"/>
              <a:gd name="connsiteX3" fmla="*/ 19105 w 420308"/>
              <a:gd name="connsiteY3" fmla="*/ 38687 h 420785"/>
              <a:gd name="connsiteX4" fmla="*/ 0 w 420308"/>
              <a:gd name="connsiteY4" fmla="*/ 57792 h 420785"/>
              <a:gd name="connsiteX5" fmla="*/ 0 w 420308"/>
              <a:gd name="connsiteY5" fmla="*/ 401681 h 420785"/>
              <a:gd name="connsiteX6" fmla="*/ 19105 w 420308"/>
              <a:gd name="connsiteY6" fmla="*/ 420786 h 420785"/>
              <a:gd name="connsiteX7" fmla="*/ 401203 w 420308"/>
              <a:gd name="connsiteY7" fmla="*/ 420786 h 420785"/>
              <a:gd name="connsiteX8" fmla="*/ 420308 w 420308"/>
              <a:gd name="connsiteY8" fmla="*/ 401681 h 420785"/>
              <a:gd name="connsiteX9" fmla="*/ 420308 w 420308"/>
              <a:gd name="connsiteY9" fmla="*/ 57792 h 420785"/>
              <a:gd name="connsiteX10" fmla="*/ 401203 w 420308"/>
              <a:gd name="connsiteY10" fmla="*/ 38687 h 420785"/>
              <a:gd name="connsiteX11" fmla="*/ 303768 w 420308"/>
              <a:gd name="connsiteY11" fmla="*/ 57792 h 420785"/>
              <a:gd name="connsiteX12" fmla="*/ 303768 w 420308"/>
              <a:gd name="connsiteY12" fmla="*/ 57792 h 420785"/>
              <a:gd name="connsiteX13" fmla="*/ 343889 w 420308"/>
              <a:gd name="connsiteY13" fmla="*/ 138033 h 420785"/>
              <a:gd name="connsiteX14" fmla="*/ 341978 w 420308"/>
              <a:gd name="connsiteY14" fmla="*/ 141854 h 420785"/>
              <a:gd name="connsiteX15" fmla="*/ 338157 w 420308"/>
              <a:gd name="connsiteY15" fmla="*/ 143765 h 420785"/>
              <a:gd name="connsiteX16" fmla="*/ 212065 w 420308"/>
              <a:gd name="connsiteY16" fmla="*/ 143765 h 420785"/>
              <a:gd name="connsiteX17" fmla="*/ 135645 w 420308"/>
              <a:gd name="connsiteY17" fmla="*/ 82629 h 420785"/>
              <a:gd name="connsiteX18" fmla="*/ 126092 w 420308"/>
              <a:gd name="connsiteY18" fmla="*/ 97913 h 420785"/>
              <a:gd name="connsiteX19" fmla="*/ 183407 w 420308"/>
              <a:gd name="connsiteY19" fmla="*/ 143765 h 420785"/>
              <a:gd name="connsiteX20" fmla="*/ 82151 w 420308"/>
              <a:gd name="connsiteY20" fmla="*/ 143765 h 420785"/>
              <a:gd name="connsiteX21" fmla="*/ 78330 w 420308"/>
              <a:gd name="connsiteY21" fmla="*/ 141854 h 420785"/>
              <a:gd name="connsiteX22" fmla="*/ 78330 w 420308"/>
              <a:gd name="connsiteY22" fmla="*/ 138033 h 420785"/>
              <a:gd name="connsiteX23" fmla="*/ 116540 w 420308"/>
              <a:gd name="connsiteY23" fmla="*/ 57792 h 420785"/>
              <a:gd name="connsiteX24" fmla="*/ 116540 w 420308"/>
              <a:gd name="connsiteY24" fmla="*/ 57792 h 420785"/>
              <a:gd name="connsiteX25" fmla="*/ 303768 w 420308"/>
              <a:gd name="connsiteY25" fmla="*/ 57792 h 420785"/>
              <a:gd name="connsiteX26" fmla="*/ 401203 w 420308"/>
              <a:gd name="connsiteY26" fmla="*/ 401681 h 420785"/>
              <a:gd name="connsiteX27" fmla="*/ 19105 w 420308"/>
              <a:gd name="connsiteY27" fmla="*/ 401681 h 420785"/>
              <a:gd name="connsiteX28" fmla="*/ 19105 w 420308"/>
              <a:gd name="connsiteY28" fmla="*/ 57792 h 420785"/>
              <a:gd name="connsiteX29" fmla="*/ 91704 w 420308"/>
              <a:gd name="connsiteY29" fmla="*/ 57792 h 420785"/>
              <a:gd name="connsiteX30" fmla="*/ 59225 w 420308"/>
              <a:gd name="connsiteY30" fmla="*/ 136123 h 420785"/>
              <a:gd name="connsiteX31" fmla="*/ 64957 w 420308"/>
              <a:gd name="connsiteY31" fmla="*/ 155227 h 420785"/>
              <a:gd name="connsiteX32" fmla="*/ 82151 w 420308"/>
              <a:gd name="connsiteY32" fmla="*/ 162869 h 420785"/>
              <a:gd name="connsiteX33" fmla="*/ 338157 w 420308"/>
              <a:gd name="connsiteY33" fmla="*/ 162869 h 420785"/>
              <a:gd name="connsiteX34" fmla="*/ 355351 w 420308"/>
              <a:gd name="connsiteY34" fmla="*/ 155227 h 420785"/>
              <a:gd name="connsiteX35" fmla="*/ 361083 w 420308"/>
              <a:gd name="connsiteY35" fmla="*/ 136123 h 420785"/>
              <a:gd name="connsiteX36" fmla="*/ 328605 w 420308"/>
              <a:gd name="connsiteY36" fmla="*/ 57792 h 420785"/>
              <a:gd name="connsiteX37" fmla="*/ 401203 w 420308"/>
              <a:gd name="connsiteY37" fmla="*/ 57792 h 420785"/>
              <a:gd name="connsiteX38" fmla="*/ 401203 w 420308"/>
              <a:gd name="connsiteY38" fmla="*/ 401681 h 420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20308" h="420785">
                <a:moveTo>
                  <a:pt x="401203" y="38687"/>
                </a:moveTo>
                <a:lnTo>
                  <a:pt x="311410" y="38687"/>
                </a:lnTo>
                <a:cubicBezTo>
                  <a:pt x="254095" y="-12896"/>
                  <a:pt x="166213" y="-12896"/>
                  <a:pt x="108898" y="38687"/>
                </a:cubicBezTo>
                <a:lnTo>
                  <a:pt x="19105" y="38687"/>
                </a:lnTo>
                <a:cubicBezTo>
                  <a:pt x="7642" y="38687"/>
                  <a:pt x="0" y="46329"/>
                  <a:pt x="0" y="57792"/>
                </a:cubicBezTo>
                <a:lnTo>
                  <a:pt x="0" y="401681"/>
                </a:lnTo>
                <a:cubicBezTo>
                  <a:pt x="0" y="413144"/>
                  <a:pt x="7642" y="420786"/>
                  <a:pt x="19105" y="420786"/>
                </a:cubicBezTo>
                <a:lnTo>
                  <a:pt x="401203" y="420786"/>
                </a:lnTo>
                <a:cubicBezTo>
                  <a:pt x="412666" y="420786"/>
                  <a:pt x="420308" y="413144"/>
                  <a:pt x="420308" y="401681"/>
                </a:cubicBezTo>
                <a:lnTo>
                  <a:pt x="420308" y="57792"/>
                </a:lnTo>
                <a:cubicBezTo>
                  <a:pt x="420308" y="46329"/>
                  <a:pt x="412666" y="38687"/>
                  <a:pt x="401203" y="38687"/>
                </a:cubicBezTo>
                <a:close/>
                <a:moveTo>
                  <a:pt x="303768" y="57792"/>
                </a:moveTo>
                <a:lnTo>
                  <a:pt x="303768" y="57792"/>
                </a:lnTo>
                <a:cubicBezTo>
                  <a:pt x="326694" y="78808"/>
                  <a:pt x="340068" y="107465"/>
                  <a:pt x="343889" y="138033"/>
                </a:cubicBezTo>
                <a:cubicBezTo>
                  <a:pt x="343889" y="139944"/>
                  <a:pt x="343889" y="141854"/>
                  <a:pt x="341978" y="141854"/>
                </a:cubicBezTo>
                <a:cubicBezTo>
                  <a:pt x="341978" y="143765"/>
                  <a:pt x="340068" y="143765"/>
                  <a:pt x="338157" y="143765"/>
                </a:cubicBezTo>
                <a:lnTo>
                  <a:pt x="212065" y="143765"/>
                </a:lnTo>
                <a:lnTo>
                  <a:pt x="135645" y="82629"/>
                </a:lnTo>
                <a:lnTo>
                  <a:pt x="126092" y="97913"/>
                </a:lnTo>
                <a:lnTo>
                  <a:pt x="183407" y="143765"/>
                </a:lnTo>
                <a:lnTo>
                  <a:pt x="82151" y="143765"/>
                </a:lnTo>
                <a:cubicBezTo>
                  <a:pt x="80241" y="143765"/>
                  <a:pt x="80241" y="143765"/>
                  <a:pt x="78330" y="141854"/>
                </a:cubicBezTo>
                <a:cubicBezTo>
                  <a:pt x="78330" y="141854"/>
                  <a:pt x="76420" y="139944"/>
                  <a:pt x="78330" y="138033"/>
                </a:cubicBezTo>
                <a:cubicBezTo>
                  <a:pt x="80241" y="107465"/>
                  <a:pt x="95525" y="78808"/>
                  <a:pt x="116540" y="57792"/>
                </a:cubicBezTo>
                <a:lnTo>
                  <a:pt x="116540" y="57792"/>
                </a:lnTo>
                <a:cubicBezTo>
                  <a:pt x="168123" y="6209"/>
                  <a:pt x="252185" y="6209"/>
                  <a:pt x="303768" y="57792"/>
                </a:cubicBezTo>
                <a:close/>
                <a:moveTo>
                  <a:pt x="401203" y="401681"/>
                </a:moveTo>
                <a:lnTo>
                  <a:pt x="19105" y="401681"/>
                </a:lnTo>
                <a:lnTo>
                  <a:pt x="19105" y="57792"/>
                </a:lnTo>
                <a:lnTo>
                  <a:pt x="91704" y="57792"/>
                </a:lnTo>
                <a:cubicBezTo>
                  <a:pt x="72599" y="80718"/>
                  <a:pt x="61136" y="107465"/>
                  <a:pt x="59225" y="136123"/>
                </a:cubicBezTo>
                <a:cubicBezTo>
                  <a:pt x="59225" y="143765"/>
                  <a:pt x="61136" y="149496"/>
                  <a:pt x="64957" y="155227"/>
                </a:cubicBezTo>
                <a:cubicBezTo>
                  <a:pt x="68778" y="160959"/>
                  <a:pt x="76420" y="162869"/>
                  <a:pt x="82151" y="162869"/>
                </a:cubicBezTo>
                <a:lnTo>
                  <a:pt x="338157" y="162869"/>
                </a:lnTo>
                <a:cubicBezTo>
                  <a:pt x="345799" y="162869"/>
                  <a:pt x="351530" y="159048"/>
                  <a:pt x="355351" y="155227"/>
                </a:cubicBezTo>
                <a:cubicBezTo>
                  <a:pt x="359172" y="149496"/>
                  <a:pt x="362993" y="143765"/>
                  <a:pt x="361083" y="136123"/>
                </a:cubicBezTo>
                <a:cubicBezTo>
                  <a:pt x="357262" y="107465"/>
                  <a:pt x="345799" y="80718"/>
                  <a:pt x="328605" y="57792"/>
                </a:cubicBezTo>
                <a:lnTo>
                  <a:pt x="401203" y="57792"/>
                </a:lnTo>
                <a:lnTo>
                  <a:pt x="401203" y="40168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32" descr="Eye icon.">
            <a:extLst>
              <a:ext uri="{FF2B5EF4-FFF2-40B4-BE49-F238E27FC236}">
                <a16:creationId xmlns:a16="http://schemas.microsoft.com/office/drawing/2014/main" id="{3F3551B8-0C59-496D-9DEC-0A458DA37483}"/>
              </a:ext>
            </a:extLst>
          </p:cNvPr>
          <p:cNvSpPr>
            <a:spLocks noChangeAspect="1"/>
          </p:cNvSpPr>
          <p:nvPr/>
        </p:nvSpPr>
        <p:spPr>
          <a:xfrm>
            <a:off x="956020" y="4302171"/>
            <a:ext cx="457562" cy="305678"/>
          </a:xfrm>
          <a:custGeom>
            <a:avLst/>
            <a:gdLst>
              <a:gd name="connsiteX0" fmla="*/ 456130 w 457562"/>
              <a:gd name="connsiteY0" fmla="*/ 147108 h 305678"/>
              <a:gd name="connsiteX1" fmla="*/ 228781 w 457562"/>
              <a:gd name="connsiteY1" fmla="*/ 0 h 305678"/>
              <a:gd name="connsiteX2" fmla="*/ 1433 w 457562"/>
              <a:gd name="connsiteY2" fmla="*/ 147108 h 305678"/>
              <a:gd name="connsiteX3" fmla="*/ 1433 w 457562"/>
              <a:gd name="connsiteY3" fmla="*/ 158571 h 305678"/>
              <a:gd name="connsiteX4" fmla="*/ 228781 w 457562"/>
              <a:gd name="connsiteY4" fmla="*/ 305679 h 305678"/>
              <a:gd name="connsiteX5" fmla="*/ 456130 w 457562"/>
              <a:gd name="connsiteY5" fmla="*/ 158571 h 305678"/>
              <a:gd name="connsiteX6" fmla="*/ 456130 w 457562"/>
              <a:gd name="connsiteY6" fmla="*/ 147108 h 305678"/>
              <a:gd name="connsiteX7" fmla="*/ 228781 w 457562"/>
              <a:gd name="connsiteY7" fmla="*/ 286574 h 305678"/>
              <a:gd name="connsiteX8" fmla="*/ 18627 w 457562"/>
              <a:gd name="connsiteY8" fmla="*/ 152839 h 305678"/>
              <a:gd name="connsiteX9" fmla="*/ 228781 w 457562"/>
              <a:gd name="connsiteY9" fmla="*/ 19105 h 305678"/>
              <a:gd name="connsiteX10" fmla="*/ 438935 w 457562"/>
              <a:gd name="connsiteY10" fmla="*/ 152839 h 305678"/>
              <a:gd name="connsiteX11" fmla="*/ 228781 w 457562"/>
              <a:gd name="connsiteY11" fmla="*/ 286574 h 305678"/>
              <a:gd name="connsiteX12" fmla="*/ 228781 w 457562"/>
              <a:gd name="connsiteY12" fmla="*/ 57315 h 305678"/>
              <a:gd name="connsiteX13" fmla="*/ 133257 w 457562"/>
              <a:gd name="connsiteY13" fmla="*/ 152839 h 305678"/>
              <a:gd name="connsiteX14" fmla="*/ 228781 w 457562"/>
              <a:gd name="connsiteY14" fmla="*/ 248364 h 305678"/>
              <a:gd name="connsiteX15" fmla="*/ 324306 w 457562"/>
              <a:gd name="connsiteY15" fmla="*/ 152839 h 305678"/>
              <a:gd name="connsiteX16" fmla="*/ 228781 w 457562"/>
              <a:gd name="connsiteY16" fmla="*/ 57315 h 305678"/>
              <a:gd name="connsiteX17" fmla="*/ 228781 w 457562"/>
              <a:gd name="connsiteY17" fmla="*/ 229259 h 305678"/>
              <a:gd name="connsiteX18" fmla="*/ 152362 w 457562"/>
              <a:gd name="connsiteY18" fmla="*/ 152839 h 305678"/>
              <a:gd name="connsiteX19" fmla="*/ 228781 w 457562"/>
              <a:gd name="connsiteY19" fmla="*/ 76420 h 305678"/>
              <a:gd name="connsiteX20" fmla="*/ 305201 w 457562"/>
              <a:gd name="connsiteY20" fmla="*/ 152839 h 305678"/>
              <a:gd name="connsiteX21" fmla="*/ 228781 w 457562"/>
              <a:gd name="connsiteY21" fmla="*/ 229259 h 305678"/>
              <a:gd name="connsiteX22" fmla="*/ 228781 w 457562"/>
              <a:gd name="connsiteY22" fmla="*/ 103167 h 305678"/>
              <a:gd name="connsiteX23" fmla="*/ 181019 w 457562"/>
              <a:gd name="connsiteY23" fmla="*/ 152839 h 305678"/>
              <a:gd name="connsiteX24" fmla="*/ 228781 w 457562"/>
              <a:gd name="connsiteY24" fmla="*/ 200602 h 305678"/>
              <a:gd name="connsiteX25" fmla="*/ 278454 w 457562"/>
              <a:gd name="connsiteY25" fmla="*/ 152839 h 305678"/>
              <a:gd name="connsiteX26" fmla="*/ 228781 w 457562"/>
              <a:gd name="connsiteY26" fmla="*/ 103167 h 305678"/>
              <a:gd name="connsiteX27" fmla="*/ 228781 w 457562"/>
              <a:gd name="connsiteY27" fmla="*/ 181497 h 305678"/>
              <a:gd name="connsiteX28" fmla="*/ 198214 w 457562"/>
              <a:gd name="connsiteY28" fmla="*/ 150929 h 305678"/>
              <a:gd name="connsiteX29" fmla="*/ 228781 w 457562"/>
              <a:gd name="connsiteY29" fmla="*/ 120361 h 305678"/>
              <a:gd name="connsiteX30" fmla="*/ 259349 w 457562"/>
              <a:gd name="connsiteY30" fmla="*/ 150929 h 305678"/>
              <a:gd name="connsiteX31" fmla="*/ 259349 w 457562"/>
              <a:gd name="connsiteY31" fmla="*/ 150929 h 305678"/>
              <a:gd name="connsiteX32" fmla="*/ 228781 w 457562"/>
              <a:gd name="connsiteY32" fmla="*/ 181497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57562" h="305678">
                <a:moveTo>
                  <a:pt x="456130" y="147108"/>
                </a:moveTo>
                <a:cubicBezTo>
                  <a:pt x="425562" y="59225"/>
                  <a:pt x="333858" y="0"/>
                  <a:pt x="228781" y="0"/>
                </a:cubicBezTo>
                <a:cubicBezTo>
                  <a:pt x="123704" y="0"/>
                  <a:pt x="32001" y="59225"/>
                  <a:pt x="1433" y="147108"/>
                </a:cubicBezTo>
                <a:cubicBezTo>
                  <a:pt x="-478" y="150929"/>
                  <a:pt x="-478" y="154750"/>
                  <a:pt x="1433" y="158571"/>
                </a:cubicBezTo>
                <a:cubicBezTo>
                  <a:pt x="32001" y="246453"/>
                  <a:pt x="123704" y="305679"/>
                  <a:pt x="228781" y="305679"/>
                </a:cubicBezTo>
                <a:cubicBezTo>
                  <a:pt x="333858" y="305679"/>
                  <a:pt x="425562" y="246453"/>
                  <a:pt x="456130" y="158571"/>
                </a:cubicBezTo>
                <a:cubicBezTo>
                  <a:pt x="458040" y="154750"/>
                  <a:pt x="458040" y="150929"/>
                  <a:pt x="456130" y="147108"/>
                </a:cubicBezTo>
                <a:close/>
                <a:moveTo>
                  <a:pt x="228781" y="286574"/>
                </a:moveTo>
                <a:cubicBezTo>
                  <a:pt x="133257" y="286574"/>
                  <a:pt x="47285" y="231170"/>
                  <a:pt x="18627" y="152839"/>
                </a:cubicBezTo>
                <a:cubicBezTo>
                  <a:pt x="47285" y="74509"/>
                  <a:pt x="133257" y="19105"/>
                  <a:pt x="228781" y="19105"/>
                </a:cubicBezTo>
                <a:cubicBezTo>
                  <a:pt x="324306" y="19105"/>
                  <a:pt x="410278" y="72599"/>
                  <a:pt x="438935" y="152839"/>
                </a:cubicBezTo>
                <a:cubicBezTo>
                  <a:pt x="410278" y="231170"/>
                  <a:pt x="324306" y="286574"/>
                  <a:pt x="228781" y="286574"/>
                </a:cubicBezTo>
                <a:close/>
                <a:moveTo>
                  <a:pt x="228781" y="57315"/>
                </a:moveTo>
                <a:cubicBezTo>
                  <a:pt x="175288" y="57315"/>
                  <a:pt x="133257" y="99346"/>
                  <a:pt x="133257" y="152839"/>
                </a:cubicBezTo>
                <a:cubicBezTo>
                  <a:pt x="133257" y="206333"/>
                  <a:pt x="175288" y="248364"/>
                  <a:pt x="228781" y="248364"/>
                </a:cubicBezTo>
                <a:cubicBezTo>
                  <a:pt x="282275" y="248364"/>
                  <a:pt x="324306" y="206333"/>
                  <a:pt x="324306" y="152839"/>
                </a:cubicBezTo>
                <a:cubicBezTo>
                  <a:pt x="324306" y="99346"/>
                  <a:pt x="282275" y="57315"/>
                  <a:pt x="228781" y="57315"/>
                </a:cubicBezTo>
                <a:close/>
                <a:moveTo>
                  <a:pt x="228781" y="229259"/>
                </a:moveTo>
                <a:cubicBezTo>
                  <a:pt x="186751" y="229259"/>
                  <a:pt x="152362" y="194870"/>
                  <a:pt x="152362" y="152839"/>
                </a:cubicBezTo>
                <a:cubicBezTo>
                  <a:pt x="152362" y="110809"/>
                  <a:pt x="186751" y="76420"/>
                  <a:pt x="228781" y="76420"/>
                </a:cubicBezTo>
                <a:cubicBezTo>
                  <a:pt x="270812" y="76420"/>
                  <a:pt x="305201" y="110809"/>
                  <a:pt x="305201" y="152839"/>
                </a:cubicBezTo>
                <a:cubicBezTo>
                  <a:pt x="305201" y="194870"/>
                  <a:pt x="270812" y="229259"/>
                  <a:pt x="228781" y="229259"/>
                </a:cubicBezTo>
                <a:close/>
                <a:moveTo>
                  <a:pt x="228781" y="103167"/>
                </a:moveTo>
                <a:cubicBezTo>
                  <a:pt x="202035" y="103167"/>
                  <a:pt x="181019" y="124182"/>
                  <a:pt x="181019" y="152839"/>
                </a:cubicBezTo>
                <a:cubicBezTo>
                  <a:pt x="181019" y="181497"/>
                  <a:pt x="202035" y="200602"/>
                  <a:pt x="228781" y="200602"/>
                </a:cubicBezTo>
                <a:cubicBezTo>
                  <a:pt x="255528" y="200602"/>
                  <a:pt x="278454" y="179586"/>
                  <a:pt x="278454" y="152839"/>
                </a:cubicBezTo>
                <a:cubicBezTo>
                  <a:pt x="276544" y="126092"/>
                  <a:pt x="255528" y="105077"/>
                  <a:pt x="228781" y="103167"/>
                </a:cubicBezTo>
                <a:close/>
                <a:moveTo>
                  <a:pt x="228781" y="181497"/>
                </a:moveTo>
                <a:cubicBezTo>
                  <a:pt x="211587" y="181497"/>
                  <a:pt x="198214" y="168123"/>
                  <a:pt x="198214" y="150929"/>
                </a:cubicBezTo>
                <a:cubicBezTo>
                  <a:pt x="198214" y="133734"/>
                  <a:pt x="211587" y="120361"/>
                  <a:pt x="228781" y="120361"/>
                </a:cubicBezTo>
                <a:cubicBezTo>
                  <a:pt x="245976" y="120361"/>
                  <a:pt x="259349" y="133734"/>
                  <a:pt x="259349" y="150929"/>
                </a:cubicBezTo>
                <a:cubicBezTo>
                  <a:pt x="259349" y="150929"/>
                  <a:pt x="259349" y="150929"/>
                  <a:pt x="259349" y="150929"/>
                </a:cubicBezTo>
                <a:cubicBezTo>
                  <a:pt x="257439" y="170034"/>
                  <a:pt x="245976" y="181497"/>
                  <a:pt x="228781" y="18149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40" descr="Eye with droplet icon.">
            <a:extLst>
              <a:ext uri="{FF2B5EF4-FFF2-40B4-BE49-F238E27FC236}">
                <a16:creationId xmlns:a16="http://schemas.microsoft.com/office/drawing/2014/main" id="{A7913510-1939-46F2-92F4-6F80AA913FF4}"/>
              </a:ext>
            </a:extLst>
          </p:cNvPr>
          <p:cNvSpPr>
            <a:spLocks noChangeAspect="1"/>
          </p:cNvSpPr>
          <p:nvPr/>
        </p:nvSpPr>
        <p:spPr>
          <a:xfrm>
            <a:off x="2176021" y="4265588"/>
            <a:ext cx="457562" cy="347709"/>
          </a:xfrm>
          <a:custGeom>
            <a:avLst/>
            <a:gdLst>
              <a:gd name="connsiteX0" fmla="*/ 228781 w 457562"/>
              <a:gd name="connsiteY0" fmla="*/ 145197 h 347709"/>
              <a:gd name="connsiteX1" fmla="*/ 181019 w 457562"/>
              <a:gd name="connsiteY1" fmla="*/ 194870 h 347709"/>
              <a:gd name="connsiteX2" fmla="*/ 228781 w 457562"/>
              <a:gd name="connsiteY2" fmla="*/ 242632 h 347709"/>
              <a:gd name="connsiteX3" fmla="*/ 278454 w 457562"/>
              <a:gd name="connsiteY3" fmla="*/ 194870 h 347709"/>
              <a:gd name="connsiteX4" fmla="*/ 228781 w 457562"/>
              <a:gd name="connsiteY4" fmla="*/ 145197 h 347709"/>
              <a:gd name="connsiteX5" fmla="*/ 228781 w 457562"/>
              <a:gd name="connsiteY5" fmla="*/ 223528 h 347709"/>
              <a:gd name="connsiteX6" fmla="*/ 198214 w 457562"/>
              <a:gd name="connsiteY6" fmla="*/ 192960 h 347709"/>
              <a:gd name="connsiteX7" fmla="*/ 228781 w 457562"/>
              <a:gd name="connsiteY7" fmla="*/ 162392 h 347709"/>
              <a:gd name="connsiteX8" fmla="*/ 259349 w 457562"/>
              <a:gd name="connsiteY8" fmla="*/ 192960 h 347709"/>
              <a:gd name="connsiteX9" fmla="*/ 259349 w 457562"/>
              <a:gd name="connsiteY9" fmla="*/ 192960 h 347709"/>
              <a:gd name="connsiteX10" fmla="*/ 228781 w 457562"/>
              <a:gd name="connsiteY10" fmla="*/ 223528 h 347709"/>
              <a:gd name="connsiteX11" fmla="*/ 456130 w 457562"/>
              <a:gd name="connsiteY11" fmla="*/ 189139 h 347709"/>
              <a:gd name="connsiteX12" fmla="*/ 400726 w 457562"/>
              <a:gd name="connsiteY12" fmla="*/ 106988 h 347709"/>
              <a:gd name="connsiteX13" fmla="*/ 400726 w 457562"/>
              <a:gd name="connsiteY13" fmla="*/ 106988 h 347709"/>
              <a:gd name="connsiteX14" fmla="*/ 354874 w 457562"/>
              <a:gd name="connsiteY14" fmla="*/ 9552 h 347709"/>
              <a:gd name="connsiteX15" fmla="*/ 354874 w 457562"/>
              <a:gd name="connsiteY15" fmla="*/ 9552 h 347709"/>
              <a:gd name="connsiteX16" fmla="*/ 337679 w 457562"/>
              <a:gd name="connsiteY16" fmla="*/ 0 h 347709"/>
              <a:gd name="connsiteX17" fmla="*/ 337679 w 457562"/>
              <a:gd name="connsiteY17" fmla="*/ 0 h 347709"/>
              <a:gd name="connsiteX18" fmla="*/ 320485 w 457562"/>
              <a:gd name="connsiteY18" fmla="*/ 9552 h 347709"/>
              <a:gd name="connsiteX19" fmla="*/ 297559 w 457562"/>
              <a:gd name="connsiteY19" fmla="*/ 53494 h 347709"/>
              <a:gd name="connsiteX20" fmla="*/ 228781 w 457562"/>
              <a:gd name="connsiteY20" fmla="*/ 42031 h 347709"/>
              <a:gd name="connsiteX21" fmla="*/ 1433 w 457562"/>
              <a:gd name="connsiteY21" fmla="*/ 189139 h 347709"/>
              <a:gd name="connsiteX22" fmla="*/ 1433 w 457562"/>
              <a:gd name="connsiteY22" fmla="*/ 200602 h 347709"/>
              <a:gd name="connsiteX23" fmla="*/ 228781 w 457562"/>
              <a:gd name="connsiteY23" fmla="*/ 347709 h 347709"/>
              <a:gd name="connsiteX24" fmla="*/ 456130 w 457562"/>
              <a:gd name="connsiteY24" fmla="*/ 200602 h 347709"/>
              <a:gd name="connsiteX25" fmla="*/ 456130 w 457562"/>
              <a:gd name="connsiteY25" fmla="*/ 189139 h 347709"/>
              <a:gd name="connsiteX26" fmla="*/ 339590 w 457562"/>
              <a:gd name="connsiteY26" fmla="*/ 19105 h 347709"/>
              <a:gd name="connsiteX27" fmla="*/ 381621 w 457562"/>
              <a:gd name="connsiteY27" fmla="*/ 105077 h 347709"/>
              <a:gd name="connsiteX28" fmla="*/ 337679 w 457562"/>
              <a:gd name="connsiteY28" fmla="*/ 143287 h 347709"/>
              <a:gd name="connsiteX29" fmla="*/ 299470 w 457562"/>
              <a:gd name="connsiteY29" fmla="*/ 105077 h 347709"/>
              <a:gd name="connsiteX30" fmla="*/ 339590 w 457562"/>
              <a:gd name="connsiteY30" fmla="*/ 19105 h 347709"/>
              <a:gd name="connsiteX31" fmla="*/ 305201 w 457562"/>
              <a:gd name="connsiteY31" fmla="*/ 194870 h 347709"/>
              <a:gd name="connsiteX32" fmla="*/ 228781 w 457562"/>
              <a:gd name="connsiteY32" fmla="*/ 271290 h 347709"/>
              <a:gd name="connsiteX33" fmla="*/ 152362 w 457562"/>
              <a:gd name="connsiteY33" fmla="*/ 194870 h 347709"/>
              <a:gd name="connsiteX34" fmla="*/ 228781 w 457562"/>
              <a:gd name="connsiteY34" fmla="*/ 118450 h 347709"/>
              <a:gd name="connsiteX35" fmla="*/ 305201 w 457562"/>
              <a:gd name="connsiteY35" fmla="*/ 194870 h 347709"/>
              <a:gd name="connsiteX36" fmla="*/ 228781 w 457562"/>
              <a:gd name="connsiteY36" fmla="*/ 328605 h 347709"/>
              <a:gd name="connsiteX37" fmla="*/ 18627 w 457562"/>
              <a:gd name="connsiteY37" fmla="*/ 194870 h 347709"/>
              <a:gd name="connsiteX38" fmla="*/ 228781 w 457562"/>
              <a:gd name="connsiteY38" fmla="*/ 61136 h 347709"/>
              <a:gd name="connsiteX39" fmla="*/ 289917 w 457562"/>
              <a:gd name="connsiteY39" fmla="*/ 68778 h 347709"/>
              <a:gd name="connsiteX40" fmla="*/ 278454 w 457562"/>
              <a:gd name="connsiteY40" fmla="*/ 105077 h 347709"/>
              <a:gd name="connsiteX41" fmla="*/ 278454 w 457562"/>
              <a:gd name="connsiteY41" fmla="*/ 114630 h 347709"/>
              <a:gd name="connsiteX42" fmla="*/ 228781 w 457562"/>
              <a:gd name="connsiteY42" fmla="*/ 99346 h 347709"/>
              <a:gd name="connsiteX43" fmla="*/ 133257 w 457562"/>
              <a:gd name="connsiteY43" fmla="*/ 194870 h 347709"/>
              <a:gd name="connsiteX44" fmla="*/ 228781 w 457562"/>
              <a:gd name="connsiteY44" fmla="*/ 290395 h 347709"/>
              <a:gd name="connsiteX45" fmla="*/ 324306 w 457562"/>
              <a:gd name="connsiteY45" fmla="*/ 194870 h 347709"/>
              <a:gd name="connsiteX46" fmla="*/ 318575 w 457562"/>
              <a:gd name="connsiteY46" fmla="*/ 162392 h 347709"/>
              <a:gd name="connsiteX47" fmla="*/ 396905 w 457562"/>
              <a:gd name="connsiteY47" fmla="*/ 128003 h 347709"/>
              <a:gd name="connsiteX48" fmla="*/ 438935 w 457562"/>
              <a:gd name="connsiteY48" fmla="*/ 194870 h 347709"/>
              <a:gd name="connsiteX49" fmla="*/ 228781 w 457562"/>
              <a:gd name="connsiteY49" fmla="*/ 328605 h 347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7562" h="347709">
                <a:moveTo>
                  <a:pt x="228781" y="145197"/>
                </a:moveTo>
                <a:cubicBezTo>
                  <a:pt x="202035" y="145197"/>
                  <a:pt x="181019" y="166213"/>
                  <a:pt x="181019" y="194870"/>
                </a:cubicBezTo>
                <a:cubicBezTo>
                  <a:pt x="181019" y="223528"/>
                  <a:pt x="202035" y="242632"/>
                  <a:pt x="228781" y="242632"/>
                </a:cubicBezTo>
                <a:cubicBezTo>
                  <a:pt x="255528" y="242632"/>
                  <a:pt x="278454" y="221617"/>
                  <a:pt x="278454" y="194870"/>
                </a:cubicBezTo>
                <a:cubicBezTo>
                  <a:pt x="276544" y="168123"/>
                  <a:pt x="255528" y="147108"/>
                  <a:pt x="228781" y="145197"/>
                </a:cubicBezTo>
                <a:close/>
                <a:moveTo>
                  <a:pt x="228781" y="223528"/>
                </a:moveTo>
                <a:cubicBezTo>
                  <a:pt x="211587" y="223528"/>
                  <a:pt x="198214" y="210154"/>
                  <a:pt x="198214" y="192960"/>
                </a:cubicBezTo>
                <a:cubicBezTo>
                  <a:pt x="198214" y="175765"/>
                  <a:pt x="211587" y="162392"/>
                  <a:pt x="228781" y="162392"/>
                </a:cubicBezTo>
                <a:cubicBezTo>
                  <a:pt x="245976" y="162392"/>
                  <a:pt x="259349" y="175765"/>
                  <a:pt x="259349" y="192960"/>
                </a:cubicBezTo>
                <a:cubicBezTo>
                  <a:pt x="259349" y="192960"/>
                  <a:pt x="259349" y="192960"/>
                  <a:pt x="259349" y="192960"/>
                </a:cubicBezTo>
                <a:cubicBezTo>
                  <a:pt x="257439" y="212065"/>
                  <a:pt x="245976" y="223528"/>
                  <a:pt x="228781" y="223528"/>
                </a:cubicBezTo>
                <a:close/>
                <a:moveTo>
                  <a:pt x="456130" y="189139"/>
                </a:moveTo>
                <a:cubicBezTo>
                  <a:pt x="444667" y="156660"/>
                  <a:pt x="425562" y="128003"/>
                  <a:pt x="400726" y="106988"/>
                </a:cubicBezTo>
                <a:lnTo>
                  <a:pt x="400726" y="106988"/>
                </a:lnTo>
                <a:cubicBezTo>
                  <a:pt x="400726" y="91704"/>
                  <a:pt x="387352" y="63046"/>
                  <a:pt x="354874" y="9552"/>
                </a:cubicBezTo>
                <a:lnTo>
                  <a:pt x="354874" y="9552"/>
                </a:lnTo>
                <a:cubicBezTo>
                  <a:pt x="351053" y="3821"/>
                  <a:pt x="345321" y="0"/>
                  <a:pt x="337679" y="0"/>
                </a:cubicBezTo>
                <a:lnTo>
                  <a:pt x="337679" y="0"/>
                </a:lnTo>
                <a:cubicBezTo>
                  <a:pt x="330037" y="0"/>
                  <a:pt x="324306" y="3821"/>
                  <a:pt x="320485" y="9552"/>
                </a:cubicBezTo>
                <a:cubicBezTo>
                  <a:pt x="316664" y="17194"/>
                  <a:pt x="307112" y="34389"/>
                  <a:pt x="297559" y="53494"/>
                </a:cubicBezTo>
                <a:cubicBezTo>
                  <a:pt x="276544" y="45852"/>
                  <a:pt x="251707" y="42031"/>
                  <a:pt x="228781" y="42031"/>
                </a:cubicBezTo>
                <a:cubicBezTo>
                  <a:pt x="123704" y="42031"/>
                  <a:pt x="32001" y="101256"/>
                  <a:pt x="1433" y="189139"/>
                </a:cubicBezTo>
                <a:cubicBezTo>
                  <a:pt x="-478" y="192960"/>
                  <a:pt x="-478" y="196781"/>
                  <a:pt x="1433" y="200602"/>
                </a:cubicBezTo>
                <a:cubicBezTo>
                  <a:pt x="32001" y="288484"/>
                  <a:pt x="123704" y="347709"/>
                  <a:pt x="228781" y="347709"/>
                </a:cubicBezTo>
                <a:cubicBezTo>
                  <a:pt x="333858" y="347709"/>
                  <a:pt x="425562" y="288484"/>
                  <a:pt x="456130" y="200602"/>
                </a:cubicBezTo>
                <a:cubicBezTo>
                  <a:pt x="458040" y="196781"/>
                  <a:pt x="458040" y="192960"/>
                  <a:pt x="456130" y="189139"/>
                </a:cubicBezTo>
                <a:close/>
                <a:moveTo>
                  <a:pt x="339590" y="19105"/>
                </a:moveTo>
                <a:cubicBezTo>
                  <a:pt x="373979" y="78330"/>
                  <a:pt x="381621" y="99346"/>
                  <a:pt x="381621" y="105077"/>
                </a:cubicBezTo>
                <a:cubicBezTo>
                  <a:pt x="379710" y="128003"/>
                  <a:pt x="360605" y="145197"/>
                  <a:pt x="337679" y="143287"/>
                </a:cubicBezTo>
                <a:cubicBezTo>
                  <a:pt x="316664" y="141376"/>
                  <a:pt x="299470" y="126092"/>
                  <a:pt x="299470" y="105077"/>
                </a:cubicBezTo>
                <a:cubicBezTo>
                  <a:pt x="307112" y="74509"/>
                  <a:pt x="320485" y="45852"/>
                  <a:pt x="339590" y="19105"/>
                </a:cubicBezTo>
                <a:close/>
                <a:moveTo>
                  <a:pt x="305201" y="194870"/>
                </a:moveTo>
                <a:cubicBezTo>
                  <a:pt x="305201" y="236901"/>
                  <a:pt x="270812" y="271290"/>
                  <a:pt x="228781" y="271290"/>
                </a:cubicBezTo>
                <a:cubicBezTo>
                  <a:pt x="186751" y="271290"/>
                  <a:pt x="152362" y="236901"/>
                  <a:pt x="152362" y="194870"/>
                </a:cubicBezTo>
                <a:cubicBezTo>
                  <a:pt x="152362" y="152839"/>
                  <a:pt x="186751" y="118450"/>
                  <a:pt x="228781" y="118450"/>
                </a:cubicBezTo>
                <a:cubicBezTo>
                  <a:pt x="270812" y="118450"/>
                  <a:pt x="305201" y="152839"/>
                  <a:pt x="305201" y="194870"/>
                </a:cubicBezTo>
                <a:close/>
                <a:moveTo>
                  <a:pt x="228781" y="328605"/>
                </a:moveTo>
                <a:cubicBezTo>
                  <a:pt x="133257" y="328605"/>
                  <a:pt x="47285" y="273200"/>
                  <a:pt x="18627" y="194870"/>
                </a:cubicBezTo>
                <a:cubicBezTo>
                  <a:pt x="47285" y="116540"/>
                  <a:pt x="133257" y="61136"/>
                  <a:pt x="228781" y="61136"/>
                </a:cubicBezTo>
                <a:cubicBezTo>
                  <a:pt x="249797" y="61136"/>
                  <a:pt x="270812" y="63046"/>
                  <a:pt x="289917" y="68778"/>
                </a:cubicBezTo>
                <a:cubicBezTo>
                  <a:pt x="284186" y="80241"/>
                  <a:pt x="280365" y="93614"/>
                  <a:pt x="278454" y="105077"/>
                </a:cubicBezTo>
                <a:cubicBezTo>
                  <a:pt x="278454" y="108898"/>
                  <a:pt x="278454" y="110809"/>
                  <a:pt x="278454" y="114630"/>
                </a:cubicBezTo>
                <a:cubicBezTo>
                  <a:pt x="265081" y="105077"/>
                  <a:pt x="245976" y="99346"/>
                  <a:pt x="228781" y="99346"/>
                </a:cubicBezTo>
                <a:cubicBezTo>
                  <a:pt x="175288" y="99346"/>
                  <a:pt x="133257" y="141376"/>
                  <a:pt x="133257" y="194870"/>
                </a:cubicBezTo>
                <a:cubicBezTo>
                  <a:pt x="133257" y="248364"/>
                  <a:pt x="175288" y="290395"/>
                  <a:pt x="228781" y="290395"/>
                </a:cubicBezTo>
                <a:cubicBezTo>
                  <a:pt x="282275" y="290395"/>
                  <a:pt x="324306" y="248364"/>
                  <a:pt x="324306" y="194870"/>
                </a:cubicBezTo>
                <a:cubicBezTo>
                  <a:pt x="324306" y="183407"/>
                  <a:pt x="322395" y="171944"/>
                  <a:pt x="318575" y="162392"/>
                </a:cubicBezTo>
                <a:cubicBezTo>
                  <a:pt x="349142" y="173855"/>
                  <a:pt x="385442" y="158571"/>
                  <a:pt x="396905" y="128003"/>
                </a:cubicBezTo>
                <a:cubicBezTo>
                  <a:pt x="416010" y="147108"/>
                  <a:pt x="431294" y="170034"/>
                  <a:pt x="438935" y="194870"/>
                </a:cubicBezTo>
                <a:cubicBezTo>
                  <a:pt x="410278" y="273200"/>
                  <a:pt x="324306" y="328605"/>
                  <a:pt x="228781" y="3286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33" descr="Eye chart icon.">
            <a:extLst>
              <a:ext uri="{FF2B5EF4-FFF2-40B4-BE49-F238E27FC236}">
                <a16:creationId xmlns:a16="http://schemas.microsoft.com/office/drawing/2014/main" id="{8D988906-F7A8-403E-86C8-921F85889697}"/>
              </a:ext>
            </a:extLst>
          </p:cNvPr>
          <p:cNvSpPr>
            <a:spLocks noChangeAspect="1"/>
          </p:cNvSpPr>
          <p:nvPr/>
        </p:nvSpPr>
        <p:spPr>
          <a:xfrm>
            <a:off x="3467257" y="4208830"/>
            <a:ext cx="343888" cy="458518"/>
          </a:xfrm>
          <a:custGeom>
            <a:avLst/>
            <a:gdLst>
              <a:gd name="connsiteX0" fmla="*/ 324784 w 343888"/>
              <a:gd name="connsiteY0" fmla="*/ 0 h 458518"/>
              <a:gd name="connsiteX1" fmla="*/ 19105 w 343888"/>
              <a:gd name="connsiteY1" fmla="*/ 0 h 458518"/>
              <a:gd name="connsiteX2" fmla="*/ 0 w 343888"/>
              <a:gd name="connsiteY2" fmla="*/ 19105 h 458518"/>
              <a:gd name="connsiteX3" fmla="*/ 0 w 343888"/>
              <a:gd name="connsiteY3" fmla="*/ 439413 h 458518"/>
              <a:gd name="connsiteX4" fmla="*/ 19105 w 343888"/>
              <a:gd name="connsiteY4" fmla="*/ 458518 h 458518"/>
              <a:gd name="connsiteX5" fmla="*/ 324784 w 343888"/>
              <a:gd name="connsiteY5" fmla="*/ 458518 h 458518"/>
              <a:gd name="connsiteX6" fmla="*/ 343889 w 343888"/>
              <a:gd name="connsiteY6" fmla="*/ 439413 h 458518"/>
              <a:gd name="connsiteX7" fmla="*/ 343889 w 343888"/>
              <a:gd name="connsiteY7" fmla="*/ 19105 h 458518"/>
              <a:gd name="connsiteX8" fmla="*/ 324784 w 343888"/>
              <a:gd name="connsiteY8" fmla="*/ 0 h 458518"/>
              <a:gd name="connsiteX9" fmla="*/ 324784 w 343888"/>
              <a:gd name="connsiteY9" fmla="*/ 439413 h 458518"/>
              <a:gd name="connsiteX10" fmla="*/ 19105 w 343888"/>
              <a:gd name="connsiteY10" fmla="*/ 439413 h 458518"/>
              <a:gd name="connsiteX11" fmla="*/ 19105 w 343888"/>
              <a:gd name="connsiteY11" fmla="*/ 19105 h 458518"/>
              <a:gd name="connsiteX12" fmla="*/ 324784 w 343888"/>
              <a:gd name="connsiteY12" fmla="*/ 19105 h 458518"/>
              <a:gd name="connsiteX13" fmla="*/ 324784 w 343888"/>
              <a:gd name="connsiteY13" fmla="*/ 439413 h 458518"/>
              <a:gd name="connsiteX14" fmla="*/ 210154 w 343888"/>
              <a:gd name="connsiteY14" fmla="*/ 277021 h 458518"/>
              <a:gd name="connsiteX15" fmla="*/ 229259 w 343888"/>
              <a:gd name="connsiteY15" fmla="*/ 277021 h 458518"/>
              <a:gd name="connsiteX16" fmla="*/ 229259 w 343888"/>
              <a:gd name="connsiteY16" fmla="*/ 315231 h 458518"/>
              <a:gd name="connsiteX17" fmla="*/ 210154 w 343888"/>
              <a:gd name="connsiteY17" fmla="*/ 315231 h 458518"/>
              <a:gd name="connsiteX18" fmla="*/ 210154 w 343888"/>
              <a:gd name="connsiteY18" fmla="*/ 277021 h 458518"/>
              <a:gd name="connsiteX19" fmla="*/ 114630 w 343888"/>
              <a:gd name="connsiteY19" fmla="*/ 277021 h 458518"/>
              <a:gd name="connsiteX20" fmla="*/ 133734 w 343888"/>
              <a:gd name="connsiteY20" fmla="*/ 277021 h 458518"/>
              <a:gd name="connsiteX21" fmla="*/ 133734 w 343888"/>
              <a:gd name="connsiteY21" fmla="*/ 315231 h 458518"/>
              <a:gd name="connsiteX22" fmla="*/ 114630 w 343888"/>
              <a:gd name="connsiteY22" fmla="*/ 315231 h 458518"/>
              <a:gd name="connsiteX23" fmla="*/ 114630 w 343888"/>
              <a:gd name="connsiteY23" fmla="*/ 277021 h 458518"/>
              <a:gd name="connsiteX24" fmla="*/ 76420 w 343888"/>
              <a:gd name="connsiteY24" fmla="*/ 353441 h 458518"/>
              <a:gd name="connsiteX25" fmla="*/ 95525 w 343888"/>
              <a:gd name="connsiteY25" fmla="*/ 353441 h 458518"/>
              <a:gd name="connsiteX26" fmla="*/ 95525 w 343888"/>
              <a:gd name="connsiteY26" fmla="*/ 391651 h 458518"/>
              <a:gd name="connsiteX27" fmla="*/ 76420 w 343888"/>
              <a:gd name="connsiteY27" fmla="*/ 391651 h 458518"/>
              <a:gd name="connsiteX28" fmla="*/ 76420 w 343888"/>
              <a:gd name="connsiteY28" fmla="*/ 353441 h 458518"/>
              <a:gd name="connsiteX29" fmla="*/ 162392 w 343888"/>
              <a:gd name="connsiteY29" fmla="*/ 353441 h 458518"/>
              <a:gd name="connsiteX30" fmla="*/ 181497 w 343888"/>
              <a:gd name="connsiteY30" fmla="*/ 353441 h 458518"/>
              <a:gd name="connsiteX31" fmla="*/ 181497 w 343888"/>
              <a:gd name="connsiteY31" fmla="*/ 391651 h 458518"/>
              <a:gd name="connsiteX32" fmla="*/ 162392 w 343888"/>
              <a:gd name="connsiteY32" fmla="*/ 391651 h 458518"/>
              <a:gd name="connsiteX33" fmla="*/ 162392 w 343888"/>
              <a:gd name="connsiteY33" fmla="*/ 353441 h 458518"/>
              <a:gd name="connsiteX34" fmla="*/ 248364 w 343888"/>
              <a:gd name="connsiteY34" fmla="*/ 353441 h 458518"/>
              <a:gd name="connsiteX35" fmla="*/ 267469 w 343888"/>
              <a:gd name="connsiteY35" fmla="*/ 353441 h 458518"/>
              <a:gd name="connsiteX36" fmla="*/ 267469 w 343888"/>
              <a:gd name="connsiteY36" fmla="*/ 391651 h 458518"/>
              <a:gd name="connsiteX37" fmla="*/ 248364 w 343888"/>
              <a:gd name="connsiteY37" fmla="*/ 391651 h 458518"/>
              <a:gd name="connsiteX38" fmla="*/ 248364 w 343888"/>
              <a:gd name="connsiteY38" fmla="*/ 353441 h 458518"/>
              <a:gd name="connsiteX39" fmla="*/ 229259 w 343888"/>
              <a:gd name="connsiteY39" fmla="*/ 238811 h 458518"/>
              <a:gd name="connsiteX40" fmla="*/ 229259 w 343888"/>
              <a:gd name="connsiteY40" fmla="*/ 219707 h 458518"/>
              <a:gd name="connsiteX41" fmla="*/ 133734 w 343888"/>
              <a:gd name="connsiteY41" fmla="*/ 219707 h 458518"/>
              <a:gd name="connsiteX42" fmla="*/ 133734 w 343888"/>
              <a:gd name="connsiteY42" fmla="*/ 162392 h 458518"/>
              <a:gd name="connsiteX43" fmla="*/ 210154 w 343888"/>
              <a:gd name="connsiteY43" fmla="*/ 162392 h 458518"/>
              <a:gd name="connsiteX44" fmla="*/ 210154 w 343888"/>
              <a:gd name="connsiteY44" fmla="*/ 143287 h 458518"/>
              <a:gd name="connsiteX45" fmla="*/ 133734 w 343888"/>
              <a:gd name="connsiteY45" fmla="*/ 143287 h 458518"/>
              <a:gd name="connsiteX46" fmla="*/ 133734 w 343888"/>
              <a:gd name="connsiteY46" fmla="*/ 85972 h 458518"/>
              <a:gd name="connsiteX47" fmla="*/ 229259 w 343888"/>
              <a:gd name="connsiteY47" fmla="*/ 85972 h 458518"/>
              <a:gd name="connsiteX48" fmla="*/ 229259 w 343888"/>
              <a:gd name="connsiteY48" fmla="*/ 66867 h 458518"/>
              <a:gd name="connsiteX49" fmla="*/ 126092 w 343888"/>
              <a:gd name="connsiteY49" fmla="*/ 66867 h 458518"/>
              <a:gd name="connsiteX50" fmla="*/ 114630 w 343888"/>
              <a:gd name="connsiteY50" fmla="*/ 66867 h 458518"/>
              <a:gd name="connsiteX51" fmla="*/ 114630 w 343888"/>
              <a:gd name="connsiteY51" fmla="*/ 227349 h 458518"/>
              <a:gd name="connsiteX52" fmla="*/ 114630 w 343888"/>
              <a:gd name="connsiteY52" fmla="*/ 238811 h 458518"/>
              <a:gd name="connsiteX53" fmla="*/ 229259 w 343888"/>
              <a:gd name="connsiteY53" fmla="*/ 23881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43888" h="458518">
                <a:moveTo>
                  <a:pt x="324784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close/>
                <a:moveTo>
                  <a:pt x="324784" y="439413"/>
                </a:moveTo>
                <a:lnTo>
                  <a:pt x="19105" y="439413"/>
                </a:lnTo>
                <a:lnTo>
                  <a:pt x="19105" y="19105"/>
                </a:lnTo>
                <a:lnTo>
                  <a:pt x="324784" y="19105"/>
                </a:lnTo>
                <a:lnTo>
                  <a:pt x="324784" y="439413"/>
                </a:lnTo>
                <a:close/>
                <a:moveTo>
                  <a:pt x="210154" y="277021"/>
                </a:moveTo>
                <a:lnTo>
                  <a:pt x="229259" y="277021"/>
                </a:lnTo>
                <a:lnTo>
                  <a:pt x="229259" y="315231"/>
                </a:lnTo>
                <a:lnTo>
                  <a:pt x="210154" y="315231"/>
                </a:lnTo>
                <a:lnTo>
                  <a:pt x="210154" y="277021"/>
                </a:lnTo>
                <a:close/>
                <a:moveTo>
                  <a:pt x="114630" y="277021"/>
                </a:moveTo>
                <a:lnTo>
                  <a:pt x="133734" y="277021"/>
                </a:lnTo>
                <a:lnTo>
                  <a:pt x="133734" y="315231"/>
                </a:lnTo>
                <a:lnTo>
                  <a:pt x="114630" y="315231"/>
                </a:lnTo>
                <a:lnTo>
                  <a:pt x="114630" y="277021"/>
                </a:lnTo>
                <a:close/>
                <a:moveTo>
                  <a:pt x="76420" y="353441"/>
                </a:moveTo>
                <a:lnTo>
                  <a:pt x="95525" y="353441"/>
                </a:lnTo>
                <a:lnTo>
                  <a:pt x="95525" y="391651"/>
                </a:lnTo>
                <a:lnTo>
                  <a:pt x="76420" y="391651"/>
                </a:lnTo>
                <a:lnTo>
                  <a:pt x="76420" y="353441"/>
                </a:lnTo>
                <a:close/>
                <a:moveTo>
                  <a:pt x="162392" y="353441"/>
                </a:moveTo>
                <a:lnTo>
                  <a:pt x="181497" y="353441"/>
                </a:lnTo>
                <a:lnTo>
                  <a:pt x="181497" y="391651"/>
                </a:lnTo>
                <a:lnTo>
                  <a:pt x="162392" y="391651"/>
                </a:lnTo>
                <a:lnTo>
                  <a:pt x="162392" y="353441"/>
                </a:lnTo>
                <a:close/>
                <a:moveTo>
                  <a:pt x="248364" y="353441"/>
                </a:moveTo>
                <a:lnTo>
                  <a:pt x="267469" y="353441"/>
                </a:lnTo>
                <a:lnTo>
                  <a:pt x="267469" y="391651"/>
                </a:lnTo>
                <a:lnTo>
                  <a:pt x="248364" y="391651"/>
                </a:lnTo>
                <a:lnTo>
                  <a:pt x="248364" y="353441"/>
                </a:lnTo>
                <a:close/>
                <a:moveTo>
                  <a:pt x="229259" y="238811"/>
                </a:moveTo>
                <a:lnTo>
                  <a:pt x="229259" y="219707"/>
                </a:lnTo>
                <a:lnTo>
                  <a:pt x="133734" y="219707"/>
                </a:lnTo>
                <a:lnTo>
                  <a:pt x="133734" y="162392"/>
                </a:lnTo>
                <a:lnTo>
                  <a:pt x="210154" y="162392"/>
                </a:lnTo>
                <a:lnTo>
                  <a:pt x="210154" y="143287"/>
                </a:lnTo>
                <a:lnTo>
                  <a:pt x="133734" y="143287"/>
                </a:lnTo>
                <a:lnTo>
                  <a:pt x="133734" y="85972"/>
                </a:lnTo>
                <a:lnTo>
                  <a:pt x="229259" y="85972"/>
                </a:lnTo>
                <a:lnTo>
                  <a:pt x="229259" y="66867"/>
                </a:lnTo>
                <a:lnTo>
                  <a:pt x="126092" y="66867"/>
                </a:lnTo>
                <a:lnTo>
                  <a:pt x="114630" y="66867"/>
                </a:lnTo>
                <a:lnTo>
                  <a:pt x="114630" y="227349"/>
                </a:lnTo>
                <a:lnTo>
                  <a:pt x="114630" y="238811"/>
                </a:lnTo>
                <a:lnTo>
                  <a:pt x="229259" y="23881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Graphic 35" descr="Eye exam tool icon.">
            <a:extLst>
              <a:ext uri="{FF2B5EF4-FFF2-40B4-BE49-F238E27FC236}">
                <a16:creationId xmlns:a16="http://schemas.microsoft.com/office/drawing/2014/main" id="{6DF6C5D7-AA80-4599-ABD0-F439BA9CB417}"/>
              </a:ext>
            </a:extLst>
          </p:cNvPr>
          <p:cNvSpPr>
            <a:spLocks noChangeAspect="1"/>
          </p:cNvSpPr>
          <p:nvPr/>
        </p:nvSpPr>
        <p:spPr>
          <a:xfrm>
            <a:off x="4778917" y="4216147"/>
            <a:ext cx="191049" cy="420308"/>
          </a:xfrm>
          <a:custGeom>
            <a:avLst/>
            <a:gdLst>
              <a:gd name="connsiteX0" fmla="*/ 175765 w 191049"/>
              <a:gd name="connsiteY0" fmla="*/ 30568 h 420308"/>
              <a:gd name="connsiteX1" fmla="*/ 141376 w 191049"/>
              <a:gd name="connsiteY1" fmla="*/ 9552 h 420308"/>
              <a:gd name="connsiteX2" fmla="*/ 126092 w 191049"/>
              <a:gd name="connsiteY2" fmla="*/ 0 h 420308"/>
              <a:gd name="connsiteX3" fmla="*/ 19105 w 191049"/>
              <a:gd name="connsiteY3" fmla="*/ 0 h 420308"/>
              <a:gd name="connsiteX4" fmla="*/ 0 w 191049"/>
              <a:gd name="connsiteY4" fmla="*/ 19105 h 420308"/>
              <a:gd name="connsiteX5" fmla="*/ 0 w 191049"/>
              <a:gd name="connsiteY5" fmla="*/ 95525 h 420308"/>
              <a:gd name="connsiteX6" fmla="*/ 19105 w 191049"/>
              <a:gd name="connsiteY6" fmla="*/ 114630 h 420308"/>
              <a:gd name="connsiteX7" fmla="*/ 38210 w 191049"/>
              <a:gd name="connsiteY7" fmla="*/ 114630 h 420308"/>
              <a:gd name="connsiteX8" fmla="*/ 38210 w 191049"/>
              <a:gd name="connsiteY8" fmla="*/ 133734 h 420308"/>
              <a:gd name="connsiteX9" fmla="*/ 19105 w 191049"/>
              <a:gd name="connsiteY9" fmla="*/ 133734 h 420308"/>
              <a:gd name="connsiteX10" fmla="*/ 0 w 191049"/>
              <a:gd name="connsiteY10" fmla="*/ 152839 h 420308"/>
              <a:gd name="connsiteX11" fmla="*/ 0 w 191049"/>
              <a:gd name="connsiteY11" fmla="*/ 401203 h 420308"/>
              <a:gd name="connsiteX12" fmla="*/ 19105 w 191049"/>
              <a:gd name="connsiteY12" fmla="*/ 420308 h 420308"/>
              <a:gd name="connsiteX13" fmla="*/ 133734 w 191049"/>
              <a:gd name="connsiteY13" fmla="*/ 420308 h 420308"/>
              <a:gd name="connsiteX14" fmla="*/ 152839 w 191049"/>
              <a:gd name="connsiteY14" fmla="*/ 401203 h 420308"/>
              <a:gd name="connsiteX15" fmla="*/ 152839 w 191049"/>
              <a:gd name="connsiteY15" fmla="*/ 152839 h 420308"/>
              <a:gd name="connsiteX16" fmla="*/ 133734 w 191049"/>
              <a:gd name="connsiteY16" fmla="*/ 133734 h 420308"/>
              <a:gd name="connsiteX17" fmla="*/ 114630 w 191049"/>
              <a:gd name="connsiteY17" fmla="*/ 133734 h 420308"/>
              <a:gd name="connsiteX18" fmla="*/ 114630 w 191049"/>
              <a:gd name="connsiteY18" fmla="*/ 114630 h 420308"/>
              <a:gd name="connsiteX19" fmla="*/ 126092 w 191049"/>
              <a:gd name="connsiteY19" fmla="*/ 114630 h 420308"/>
              <a:gd name="connsiteX20" fmla="*/ 141376 w 191049"/>
              <a:gd name="connsiteY20" fmla="*/ 105077 h 420308"/>
              <a:gd name="connsiteX21" fmla="*/ 175765 w 191049"/>
              <a:gd name="connsiteY21" fmla="*/ 84062 h 420308"/>
              <a:gd name="connsiteX22" fmla="*/ 191049 w 191049"/>
              <a:gd name="connsiteY22" fmla="*/ 68778 h 420308"/>
              <a:gd name="connsiteX23" fmla="*/ 191049 w 191049"/>
              <a:gd name="connsiteY23" fmla="*/ 45852 h 420308"/>
              <a:gd name="connsiteX24" fmla="*/ 175765 w 191049"/>
              <a:gd name="connsiteY24" fmla="*/ 30568 h 420308"/>
              <a:gd name="connsiteX25" fmla="*/ 19105 w 191049"/>
              <a:gd name="connsiteY25" fmla="*/ 95525 h 420308"/>
              <a:gd name="connsiteX26" fmla="*/ 19105 w 191049"/>
              <a:gd name="connsiteY26" fmla="*/ 19105 h 420308"/>
              <a:gd name="connsiteX27" fmla="*/ 95525 w 191049"/>
              <a:gd name="connsiteY27" fmla="*/ 19105 h 420308"/>
              <a:gd name="connsiteX28" fmla="*/ 95525 w 191049"/>
              <a:gd name="connsiteY28" fmla="*/ 95525 h 420308"/>
              <a:gd name="connsiteX29" fmla="*/ 19105 w 191049"/>
              <a:gd name="connsiteY29" fmla="*/ 95525 h 420308"/>
              <a:gd name="connsiteX30" fmla="*/ 133734 w 191049"/>
              <a:gd name="connsiteY30" fmla="*/ 401203 h 420308"/>
              <a:gd name="connsiteX31" fmla="*/ 19105 w 191049"/>
              <a:gd name="connsiteY31" fmla="*/ 401203 h 420308"/>
              <a:gd name="connsiteX32" fmla="*/ 19105 w 191049"/>
              <a:gd name="connsiteY32" fmla="*/ 210154 h 420308"/>
              <a:gd name="connsiteX33" fmla="*/ 133734 w 191049"/>
              <a:gd name="connsiteY33" fmla="*/ 210154 h 420308"/>
              <a:gd name="connsiteX34" fmla="*/ 133734 w 191049"/>
              <a:gd name="connsiteY34" fmla="*/ 401203 h 420308"/>
              <a:gd name="connsiteX35" fmla="*/ 133734 w 191049"/>
              <a:gd name="connsiteY35" fmla="*/ 401203 h 420308"/>
              <a:gd name="connsiteX36" fmla="*/ 133734 w 191049"/>
              <a:gd name="connsiteY36" fmla="*/ 191049 h 420308"/>
              <a:gd name="connsiteX37" fmla="*/ 19105 w 191049"/>
              <a:gd name="connsiteY37" fmla="*/ 191049 h 420308"/>
              <a:gd name="connsiteX38" fmla="*/ 19105 w 191049"/>
              <a:gd name="connsiteY38" fmla="*/ 152839 h 420308"/>
              <a:gd name="connsiteX39" fmla="*/ 133734 w 191049"/>
              <a:gd name="connsiteY39" fmla="*/ 152839 h 420308"/>
              <a:gd name="connsiteX40" fmla="*/ 133734 w 191049"/>
              <a:gd name="connsiteY40" fmla="*/ 191049 h 420308"/>
              <a:gd name="connsiteX41" fmla="*/ 95525 w 191049"/>
              <a:gd name="connsiteY41" fmla="*/ 133734 h 420308"/>
              <a:gd name="connsiteX42" fmla="*/ 57315 w 191049"/>
              <a:gd name="connsiteY42" fmla="*/ 133734 h 420308"/>
              <a:gd name="connsiteX43" fmla="*/ 57315 w 191049"/>
              <a:gd name="connsiteY43" fmla="*/ 114630 h 420308"/>
              <a:gd name="connsiteX44" fmla="*/ 95525 w 191049"/>
              <a:gd name="connsiteY44" fmla="*/ 114630 h 420308"/>
              <a:gd name="connsiteX45" fmla="*/ 95525 w 191049"/>
              <a:gd name="connsiteY45" fmla="*/ 133734 h 420308"/>
              <a:gd name="connsiteX46" fmla="*/ 171944 w 191049"/>
              <a:gd name="connsiteY46" fmla="*/ 64957 h 420308"/>
              <a:gd name="connsiteX47" fmla="*/ 124182 w 191049"/>
              <a:gd name="connsiteY47" fmla="*/ 95525 h 420308"/>
              <a:gd name="connsiteX48" fmla="*/ 114630 w 191049"/>
              <a:gd name="connsiteY48" fmla="*/ 95525 h 420308"/>
              <a:gd name="connsiteX49" fmla="*/ 114630 w 191049"/>
              <a:gd name="connsiteY49" fmla="*/ 19105 h 420308"/>
              <a:gd name="connsiteX50" fmla="*/ 124182 w 191049"/>
              <a:gd name="connsiteY50" fmla="*/ 19105 h 420308"/>
              <a:gd name="connsiteX51" fmla="*/ 171944 w 191049"/>
              <a:gd name="connsiteY51" fmla="*/ 47762 h 420308"/>
              <a:gd name="connsiteX52" fmla="*/ 171944 w 191049"/>
              <a:gd name="connsiteY52" fmla="*/ 64957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1049" h="420308">
                <a:moveTo>
                  <a:pt x="175765" y="30568"/>
                </a:moveTo>
                <a:cubicBezTo>
                  <a:pt x="160481" y="30568"/>
                  <a:pt x="147108" y="22926"/>
                  <a:pt x="141376" y="9552"/>
                </a:cubicBezTo>
                <a:cubicBezTo>
                  <a:pt x="137555" y="3821"/>
                  <a:pt x="131824" y="0"/>
                  <a:pt x="126092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38210" y="114630"/>
                </a:lnTo>
                <a:lnTo>
                  <a:pt x="38210" y="133734"/>
                </a:lnTo>
                <a:lnTo>
                  <a:pt x="19105" y="133734"/>
                </a:lnTo>
                <a:cubicBezTo>
                  <a:pt x="7642" y="133734"/>
                  <a:pt x="0" y="141376"/>
                  <a:pt x="0" y="152839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133734" y="420308"/>
                </a:lnTo>
                <a:cubicBezTo>
                  <a:pt x="145197" y="420308"/>
                  <a:pt x="152839" y="412666"/>
                  <a:pt x="152839" y="401203"/>
                </a:cubicBezTo>
                <a:lnTo>
                  <a:pt x="152839" y="152839"/>
                </a:lnTo>
                <a:cubicBezTo>
                  <a:pt x="152839" y="141376"/>
                  <a:pt x="145197" y="133734"/>
                  <a:pt x="133734" y="133734"/>
                </a:cubicBezTo>
                <a:lnTo>
                  <a:pt x="114630" y="133734"/>
                </a:lnTo>
                <a:lnTo>
                  <a:pt x="114630" y="114630"/>
                </a:lnTo>
                <a:lnTo>
                  <a:pt x="126092" y="114630"/>
                </a:lnTo>
                <a:cubicBezTo>
                  <a:pt x="131824" y="114630"/>
                  <a:pt x="137555" y="110809"/>
                  <a:pt x="141376" y="105077"/>
                </a:cubicBezTo>
                <a:cubicBezTo>
                  <a:pt x="149018" y="91704"/>
                  <a:pt x="162392" y="84062"/>
                  <a:pt x="175765" y="84062"/>
                </a:cubicBezTo>
                <a:cubicBezTo>
                  <a:pt x="183407" y="84062"/>
                  <a:pt x="191049" y="76420"/>
                  <a:pt x="191049" y="68778"/>
                </a:cubicBezTo>
                <a:lnTo>
                  <a:pt x="191049" y="45852"/>
                </a:lnTo>
                <a:cubicBezTo>
                  <a:pt x="191049" y="38210"/>
                  <a:pt x="183407" y="30568"/>
                  <a:pt x="175765" y="30568"/>
                </a:cubicBezTo>
                <a:close/>
                <a:moveTo>
                  <a:pt x="19105" y="95525"/>
                </a:moveTo>
                <a:lnTo>
                  <a:pt x="19105" y="19105"/>
                </a:lnTo>
                <a:lnTo>
                  <a:pt x="95525" y="19105"/>
                </a:lnTo>
                <a:lnTo>
                  <a:pt x="95525" y="95525"/>
                </a:lnTo>
                <a:lnTo>
                  <a:pt x="19105" y="95525"/>
                </a:lnTo>
                <a:close/>
                <a:moveTo>
                  <a:pt x="133734" y="401203"/>
                </a:moveTo>
                <a:lnTo>
                  <a:pt x="19105" y="401203"/>
                </a:lnTo>
                <a:lnTo>
                  <a:pt x="19105" y="210154"/>
                </a:lnTo>
                <a:lnTo>
                  <a:pt x="133734" y="210154"/>
                </a:lnTo>
                <a:lnTo>
                  <a:pt x="133734" y="401203"/>
                </a:lnTo>
                <a:lnTo>
                  <a:pt x="133734" y="401203"/>
                </a:lnTo>
                <a:moveTo>
                  <a:pt x="133734" y="191049"/>
                </a:moveTo>
                <a:lnTo>
                  <a:pt x="19105" y="191049"/>
                </a:lnTo>
                <a:lnTo>
                  <a:pt x="19105" y="152839"/>
                </a:lnTo>
                <a:lnTo>
                  <a:pt x="133734" y="152839"/>
                </a:lnTo>
                <a:lnTo>
                  <a:pt x="133734" y="191049"/>
                </a:lnTo>
                <a:close/>
                <a:moveTo>
                  <a:pt x="95525" y="133734"/>
                </a:moveTo>
                <a:lnTo>
                  <a:pt x="57315" y="133734"/>
                </a:lnTo>
                <a:lnTo>
                  <a:pt x="57315" y="114630"/>
                </a:lnTo>
                <a:lnTo>
                  <a:pt x="95525" y="114630"/>
                </a:lnTo>
                <a:lnTo>
                  <a:pt x="95525" y="133734"/>
                </a:lnTo>
                <a:close/>
                <a:moveTo>
                  <a:pt x="171944" y="64957"/>
                </a:moveTo>
                <a:cubicBezTo>
                  <a:pt x="152839" y="66867"/>
                  <a:pt x="133734" y="76420"/>
                  <a:pt x="124182" y="95525"/>
                </a:cubicBezTo>
                <a:lnTo>
                  <a:pt x="114630" y="95525"/>
                </a:lnTo>
                <a:lnTo>
                  <a:pt x="114630" y="19105"/>
                </a:lnTo>
                <a:lnTo>
                  <a:pt x="124182" y="19105"/>
                </a:lnTo>
                <a:cubicBezTo>
                  <a:pt x="133734" y="36299"/>
                  <a:pt x="152839" y="47762"/>
                  <a:pt x="171944" y="47762"/>
                </a:cubicBezTo>
                <a:lnTo>
                  <a:pt x="171944" y="6495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Graphic 34" descr="Eye drops icon.">
            <a:extLst>
              <a:ext uri="{FF2B5EF4-FFF2-40B4-BE49-F238E27FC236}">
                <a16:creationId xmlns:a16="http://schemas.microsoft.com/office/drawing/2014/main" id="{A11F9BDB-E610-47D6-9290-5B0486606E9C}"/>
              </a:ext>
            </a:extLst>
          </p:cNvPr>
          <p:cNvSpPr>
            <a:spLocks noChangeAspect="1"/>
          </p:cNvSpPr>
          <p:nvPr/>
        </p:nvSpPr>
        <p:spPr>
          <a:xfrm>
            <a:off x="5998709" y="4216147"/>
            <a:ext cx="191049" cy="420308"/>
          </a:xfrm>
          <a:custGeom>
            <a:avLst/>
            <a:gdLst>
              <a:gd name="connsiteX0" fmla="*/ 171944 w 191049"/>
              <a:gd name="connsiteY0" fmla="*/ 171944 h 420308"/>
              <a:gd name="connsiteX1" fmla="*/ 152839 w 191049"/>
              <a:gd name="connsiteY1" fmla="*/ 171944 h 420308"/>
              <a:gd name="connsiteX2" fmla="*/ 152839 w 191049"/>
              <a:gd name="connsiteY2" fmla="*/ 152839 h 420308"/>
              <a:gd name="connsiteX3" fmla="*/ 171944 w 191049"/>
              <a:gd name="connsiteY3" fmla="*/ 133734 h 420308"/>
              <a:gd name="connsiteX4" fmla="*/ 171944 w 191049"/>
              <a:gd name="connsiteY4" fmla="*/ 85972 h 420308"/>
              <a:gd name="connsiteX5" fmla="*/ 162392 w 191049"/>
              <a:gd name="connsiteY5" fmla="*/ 68778 h 420308"/>
              <a:gd name="connsiteX6" fmla="*/ 129913 w 191049"/>
              <a:gd name="connsiteY6" fmla="*/ 17194 h 420308"/>
              <a:gd name="connsiteX7" fmla="*/ 110809 w 191049"/>
              <a:gd name="connsiteY7" fmla="*/ 0 h 420308"/>
              <a:gd name="connsiteX8" fmla="*/ 80241 w 191049"/>
              <a:gd name="connsiteY8" fmla="*/ 0 h 420308"/>
              <a:gd name="connsiteX9" fmla="*/ 61136 w 191049"/>
              <a:gd name="connsiteY9" fmla="*/ 17194 h 420308"/>
              <a:gd name="connsiteX10" fmla="*/ 30568 w 191049"/>
              <a:gd name="connsiteY10" fmla="*/ 68778 h 420308"/>
              <a:gd name="connsiteX11" fmla="*/ 19105 w 191049"/>
              <a:gd name="connsiteY11" fmla="*/ 85972 h 420308"/>
              <a:gd name="connsiteX12" fmla="*/ 19105 w 191049"/>
              <a:gd name="connsiteY12" fmla="*/ 133734 h 420308"/>
              <a:gd name="connsiteX13" fmla="*/ 38210 w 191049"/>
              <a:gd name="connsiteY13" fmla="*/ 152839 h 420308"/>
              <a:gd name="connsiteX14" fmla="*/ 38210 w 191049"/>
              <a:gd name="connsiteY14" fmla="*/ 171944 h 420308"/>
              <a:gd name="connsiteX15" fmla="*/ 19105 w 191049"/>
              <a:gd name="connsiteY15" fmla="*/ 171944 h 420308"/>
              <a:gd name="connsiteX16" fmla="*/ 0 w 191049"/>
              <a:gd name="connsiteY16" fmla="*/ 191049 h 420308"/>
              <a:gd name="connsiteX17" fmla="*/ 0 w 191049"/>
              <a:gd name="connsiteY17" fmla="*/ 401203 h 420308"/>
              <a:gd name="connsiteX18" fmla="*/ 19105 w 191049"/>
              <a:gd name="connsiteY18" fmla="*/ 420308 h 420308"/>
              <a:gd name="connsiteX19" fmla="*/ 171944 w 191049"/>
              <a:gd name="connsiteY19" fmla="*/ 420308 h 420308"/>
              <a:gd name="connsiteX20" fmla="*/ 191049 w 191049"/>
              <a:gd name="connsiteY20" fmla="*/ 401203 h 420308"/>
              <a:gd name="connsiteX21" fmla="*/ 191049 w 191049"/>
              <a:gd name="connsiteY21" fmla="*/ 191049 h 420308"/>
              <a:gd name="connsiteX22" fmla="*/ 171944 w 191049"/>
              <a:gd name="connsiteY22" fmla="*/ 171944 h 420308"/>
              <a:gd name="connsiteX23" fmla="*/ 38210 w 191049"/>
              <a:gd name="connsiteY23" fmla="*/ 85972 h 420308"/>
              <a:gd name="connsiteX24" fmla="*/ 80241 w 191049"/>
              <a:gd name="connsiteY24" fmla="*/ 19105 h 420308"/>
              <a:gd name="connsiteX25" fmla="*/ 110809 w 191049"/>
              <a:gd name="connsiteY25" fmla="*/ 19105 h 420308"/>
              <a:gd name="connsiteX26" fmla="*/ 110809 w 191049"/>
              <a:gd name="connsiteY26" fmla="*/ 19105 h 420308"/>
              <a:gd name="connsiteX27" fmla="*/ 152839 w 191049"/>
              <a:gd name="connsiteY27" fmla="*/ 85972 h 420308"/>
              <a:gd name="connsiteX28" fmla="*/ 152839 w 191049"/>
              <a:gd name="connsiteY28" fmla="*/ 133734 h 420308"/>
              <a:gd name="connsiteX29" fmla="*/ 38210 w 191049"/>
              <a:gd name="connsiteY29" fmla="*/ 133734 h 420308"/>
              <a:gd name="connsiteX30" fmla="*/ 38210 w 191049"/>
              <a:gd name="connsiteY30" fmla="*/ 85972 h 420308"/>
              <a:gd name="connsiteX31" fmla="*/ 57315 w 191049"/>
              <a:gd name="connsiteY31" fmla="*/ 152839 h 420308"/>
              <a:gd name="connsiteX32" fmla="*/ 133734 w 191049"/>
              <a:gd name="connsiteY32" fmla="*/ 152839 h 420308"/>
              <a:gd name="connsiteX33" fmla="*/ 133734 w 191049"/>
              <a:gd name="connsiteY33" fmla="*/ 171944 h 420308"/>
              <a:gd name="connsiteX34" fmla="*/ 57315 w 191049"/>
              <a:gd name="connsiteY34" fmla="*/ 171944 h 420308"/>
              <a:gd name="connsiteX35" fmla="*/ 57315 w 191049"/>
              <a:gd name="connsiteY35" fmla="*/ 152839 h 420308"/>
              <a:gd name="connsiteX36" fmla="*/ 171944 w 191049"/>
              <a:gd name="connsiteY36" fmla="*/ 191049 h 420308"/>
              <a:gd name="connsiteX37" fmla="*/ 171944 w 191049"/>
              <a:gd name="connsiteY37" fmla="*/ 229259 h 420308"/>
              <a:gd name="connsiteX38" fmla="*/ 19105 w 191049"/>
              <a:gd name="connsiteY38" fmla="*/ 229259 h 420308"/>
              <a:gd name="connsiteX39" fmla="*/ 19105 w 191049"/>
              <a:gd name="connsiteY39" fmla="*/ 191049 h 420308"/>
              <a:gd name="connsiteX40" fmla="*/ 171944 w 191049"/>
              <a:gd name="connsiteY40" fmla="*/ 191049 h 420308"/>
              <a:gd name="connsiteX41" fmla="*/ 171944 w 191049"/>
              <a:gd name="connsiteY41" fmla="*/ 248364 h 420308"/>
              <a:gd name="connsiteX42" fmla="*/ 171944 w 191049"/>
              <a:gd name="connsiteY42" fmla="*/ 343889 h 420308"/>
              <a:gd name="connsiteX43" fmla="*/ 19105 w 191049"/>
              <a:gd name="connsiteY43" fmla="*/ 343889 h 420308"/>
              <a:gd name="connsiteX44" fmla="*/ 19105 w 191049"/>
              <a:gd name="connsiteY44" fmla="*/ 248364 h 420308"/>
              <a:gd name="connsiteX45" fmla="*/ 171944 w 191049"/>
              <a:gd name="connsiteY45" fmla="*/ 248364 h 420308"/>
              <a:gd name="connsiteX46" fmla="*/ 171944 w 191049"/>
              <a:gd name="connsiteY46" fmla="*/ 401203 h 420308"/>
              <a:gd name="connsiteX47" fmla="*/ 19105 w 191049"/>
              <a:gd name="connsiteY47" fmla="*/ 401203 h 420308"/>
              <a:gd name="connsiteX48" fmla="*/ 19105 w 191049"/>
              <a:gd name="connsiteY48" fmla="*/ 362993 h 420308"/>
              <a:gd name="connsiteX49" fmla="*/ 171944 w 191049"/>
              <a:gd name="connsiteY49" fmla="*/ 362993 h 420308"/>
              <a:gd name="connsiteX50" fmla="*/ 171944 w 191049"/>
              <a:gd name="connsiteY50" fmla="*/ 401203 h 420308"/>
              <a:gd name="connsiteX51" fmla="*/ 171944 w 191049"/>
              <a:gd name="connsiteY51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91049" h="420308">
                <a:moveTo>
                  <a:pt x="171944" y="171944"/>
                </a:moveTo>
                <a:lnTo>
                  <a:pt x="152839" y="171944"/>
                </a:lnTo>
                <a:lnTo>
                  <a:pt x="152839" y="152839"/>
                </a:lnTo>
                <a:cubicBezTo>
                  <a:pt x="164302" y="152839"/>
                  <a:pt x="171944" y="145197"/>
                  <a:pt x="171944" y="133734"/>
                </a:cubicBezTo>
                <a:lnTo>
                  <a:pt x="171944" y="85972"/>
                </a:lnTo>
                <a:cubicBezTo>
                  <a:pt x="171944" y="78330"/>
                  <a:pt x="168123" y="72599"/>
                  <a:pt x="162392" y="68778"/>
                </a:cubicBezTo>
                <a:cubicBezTo>
                  <a:pt x="143287" y="59225"/>
                  <a:pt x="131824" y="38210"/>
                  <a:pt x="129913" y="17194"/>
                </a:cubicBezTo>
                <a:cubicBezTo>
                  <a:pt x="129913" y="7642"/>
                  <a:pt x="120361" y="0"/>
                  <a:pt x="110809" y="0"/>
                </a:cubicBezTo>
                <a:lnTo>
                  <a:pt x="80241" y="0"/>
                </a:lnTo>
                <a:cubicBezTo>
                  <a:pt x="70688" y="0"/>
                  <a:pt x="61136" y="7642"/>
                  <a:pt x="61136" y="17194"/>
                </a:cubicBezTo>
                <a:cubicBezTo>
                  <a:pt x="61136" y="38210"/>
                  <a:pt x="47762" y="59225"/>
                  <a:pt x="30568" y="68778"/>
                </a:cubicBezTo>
                <a:cubicBezTo>
                  <a:pt x="22926" y="72599"/>
                  <a:pt x="19105" y="78330"/>
                  <a:pt x="19105" y="85972"/>
                </a:cubicBezTo>
                <a:lnTo>
                  <a:pt x="19105" y="133734"/>
                </a:lnTo>
                <a:cubicBezTo>
                  <a:pt x="19105" y="145197"/>
                  <a:pt x="26747" y="152839"/>
                  <a:pt x="38210" y="152839"/>
                </a:cubicBezTo>
                <a:lnTo>
                  <a:pt x="38210" y="171944"/>
                </a:lnTo>
                <a:lnTo>
                  <a:pt x="19105" y="171944"/>
                </a:lnTo>
                <a:cubicBezTo>
                  <a:pt x="7642" y="171944"/>
                  <a:pt x="0" y="179586"/>
                  <a:pt x="0" y="191049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171944" y="420308"/>
                </a:lnTo>
                <a:cubicBezTo>
                  <a:pt x="183407" y="420308"/>
                  <a:pt x="191049" y="412666"/>
                  <a:pt x="191049" y="401203"/>
                </a:cubicBezTo>
                <a:lnTo>
                  <a:pt x="191049" y="191049"/>
                </a:lnTo>
                <a:cubicBezTo>
                  <a:pt x="191049" y="179586"/>
                  <a:pt x="183407" y="171944"/>
                  <a:pt x="171944" y="171944"/>
                </a:cubicBezTo>
                <a:close/>
                <a:moveTo>
                  <a:pt x="38210" y="85972"/>
                </a:moveTo>
                <a:cubicBezTo>
                  <a:pt x="63046" y="72599"/>
                  <a:pt x="78330" y="47762"/>
                  <a:pt x="80241" y="19105"/>
                </a:cubicBezTo>
                <a:lnTo>
                  <a:pt x="110809" y="19105"/>
                </a:lnTo>
                <a:lnTo>
                  <a:pt x="110809" y="19105"/>
                </a:lnTo>
                <a:cubicBezTo>
                  <a:pt x="110809" y="47762"/>
                  <a:pt x="128003" y="72599"/>
                  <a:pt x="152839" y="85972"/>
                </a:cubicBezTo>
                <a:lnTo>
                  <a:pt x="152839" y="133734"/>
                </a:lnTo>
                <a:lnTo>
                  <a:pt x="38210" y="133734"/>
                </a:lnTo>
                <a:lnTo>
                  <a:pt x="38210" y="85972"/>
                </a:lnTo>
                <a:close/>
                <a:moveTo>
                  <a:pt x="57315" y="152839"/>
                </a:moveTo>
                <a:lnTo>
                  <a:pt x="133734" y="152839"/>
                </a:lnTo>
                <a:lnTo>
                  <a:pt x="133734" y="171944"/>
                </a:lnTo>
                <a:lnTo>
                  <a:pt x="57315" y="171944"/>
                </a:lnTo>
                <a:lnTo>
                  <a:pt x="57315" y="152839"/>
                </a:lnTo>
                <a:close/>
                <a:moveTo>
                  <a:pt x="171944" y="191049"/>
                </a:moveTo>
                <a:lnTo>
                  <a:pt x="171944" y="229259"/>
                </a:lnTo>
                <a:lnTo>
                  <a:pt x="19105" y="229259"/>
                </a:lnTo>
                <a:lnTo>
                  <a:pt x="19105" y="191049"/>
                </a:lnTo>
                <a:lnTo>
                  <a:pt x="171944" y="191049"/>
                </a:lnTo>
                <a:close/>
                <a:moveTo>
                  <a:pt x="171944" y="248364"/>
                </a:moveTo>
                <a:lnTo>
                  <a:pt x="171944" y="343889"/>
                </a:lnTo>
                <a:lnTo>
                  <a:pt x="19105" y="343889"/>
                </a:lnTo>
                <a:lnTo>
                  <a:pt x="19105" y="248364"/>
                </a:lnTo>
                <a:lnTo>
                  <a:pt x="171944" y="248364"/>
                </a:lnTo>
                <a:close/>
                <a:moveTo>
                  <a:pt x="171944" y="401203"/>
                </a:moveTo>
                <a:lnTo>
                  <a:pt x="19105" y="401203"/>
                </a:lnTo>
                <a:lnTo>
                  <a:pt x="19105" y="362993"/>
                </a:lnTo>
                <a:lnTo>
                  <a:pt x="171944" y="362993"/>
                </a:lnTo>
                <a:lnTo>
                  <a:pt x="171944" y="401203"/>
                </a:lnTo>
                <a:lnTo>
                  <a:pt x="171944" y="401203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9" name="Graphic 46" descr="Contact solution icon.">
            <a:extLst>
              <a:ext uri="{FF2B5EF4-FFF2-40B4-BE49-F238E27FC236}">
                <a16:creationId xmlns:a16="http://schemas.microsoft.com/office/drawing/2014/main" id="{E90C517F-2A14-46B5-9C8E-7F9FF14018B6}"/>
              </a:ext>
            </a:extLst>
          </p:cNvPr>
          <p:cNvSpPr>
            <a:spLocks noChangeAspect="1"/>
          </p:cNvSpPr>
          <p:nvPr/>
        </p:nvSpPr>
        <p:spPr>
          <a:xfrm>
            <a:off x="7231101" y="4177937"/>
            <a:ext cx="191049" cy="458518"/>
          </a:xfrm>
          <a:custGeom>
            <a:avLst/>
            <a:gdLst>
              <a:gd name="connsiteX0" fmla="*/ 171944 w 191049"/>
              <a:gd name="connsiteY0" fmla="*/ 133734 h 458518"/>
              <a:gd name="connsiteX1" fmla="*/ 152839 w 191049"/>
              <a:gd name="connsiteY1" fmla="*/ 133734 h 458518"/>
              <a:gd name="connsiteX2" fmla="*/ 152839 w 191049"/>
              <a:gd name="connsiteY2" fmla="*/ 95525 h 458518"/>
              <a:gd name="connsiteX3" fmla="*/ 171944 w 191049"/>
              <a:gd name="connsiteY3" fmla="*/ 95525 h 458518"/>
              <a:gd name="connsiteX4" fmla="*/ 191049 w 191049"/>
              <a:gd name="connsiteY4" fmla="*/ 76420 h 458518"/>
              <a:gd name="connsiteX5" fmla="*/ 191049 w 191049"/>
              <a:gd name="connsiteY5" fmla="*/ 38210 h 458518"/>
              <a:gd name="connsiteX6" fmla="*/ 171944 w 191049"/>
              <a:gd name="connsiteY6" fmla="*/ 19105 h 458518"/>
              <a:gd name="connsiteX7" fmla="*/ 129913 w 191049"/>
              <a:gd name="connsiteY7" fmla="*/ 19105 h 458518"/>
              <a:gd name="connsiteX8" fmla="*/ 120361 w 191049"/>
              <a:gd name="connsiteY8" fmla="*/ 0 h 458518"/>
              <a:gd name="connsiteX9" fmla="*/ 70688 w 191049"/>
              <a:gd name="connsiteY9" fmla="*/ 0 h 458518"/>
              <a:gd name="connsiteX10" fmla="*/ 59225 w 191049"/>
              <a:gd name="connsiteY10" fmla="*/ 22926 h 458518"/>
              <a:gd name="connsiteX11" fmla="*/ 57315 w 191049"/>
              <a:gd name="connsiteY11" fmla="*/ 28657 h 458518"/>
              <a:gd name="connsiteX12" fmla="*/ 57315 w 191049"/>
              <a:gd name="connsiteY12" fmla="*/ 57315 h 458518"/>
              <a:gd name="connsiteX13" fmla="*/ 57315 w 191049"/>
              <a:gd name="connsiteY13" fmla="*/ 57315 h 458518"/>
              <a:gd name="connsiteX14" fmla="*/ 38210 w 191049"/>
              <a:gd name="connsiteY14" fmla="*/ 76420 h 458518"/>
              <a:gd name="connsiteX15" fmla="*/ 38210 w 191049"/>
              <a:gd name="connsiteY15" fmla="*/ 133734 h 458518"/>
              <a:gd name="connsiteX16" fmla="*/ 19105 w 191049"/>
              <a:gd name="connsiteY16" fmla="*/ 133734 h 458518"/>
              <a:gd name="connsiteX17" fmla="*/ 0 w 191049"/>
              <a:gd name="connsiteY17" fmla="*/ 152839 h 458518"/>
              <a:gd name="connsiteX18" fmla="*/ 0 w 191049"/>
              <a:gd name="connsiteY18" fmla="*/ 439413 h 458518"/>
              <a:gd name="connsiteX19" fmla="*/ 19105 w 191049"/>
              <a:gd name="connsiteY19" fmla="*/ 458518 h 458518"/>
              <a:gd name="connsiteX20" fmla="*/ 171944 w 191049"/>
              <a:gd name="connsiteY20" fmla="*/ 458518 h 458518"/>
              <a:gd name="connsiteX21" fmla="*/ 191049 w 191049"/>
              <a:gd name="connsiteY21" fmla="*/ 439413 h 458518"/>
              <a:gd name="connsiteX22" fmla="*/ 191049 w 191049"/>
              <a:gd name="connsiteY22" fmla="*/ 152839 h 458518"/>
              <a:gd name="connsiteX23" fmla="*/ 171944 w 191049"/>
              <a:gd name="connsiteY23" fmla="*/ 133734 h 458518"/>
              <a:gd name="connsiteX24" fmla="*/ 171944 w 191049"/>
              <a:gd name="connsiteY24" fmla="*/ 76420 h 458518"/>
              <a:gd name="connsiteX25" fmla="*/ 152839 w 191049"/>
              <a:gd name="connsiteY25" fmla="*/ 76420 h 458518"/>
              <a:gd name="connsiteX26" fmla="*/ 133734 w 191049"/>
              <a:gd name="connsiteY26" fmla="*/ 57315 h 458518"/>
              <a:gd name="connsiteX27" fmla="*/ 133734 w 191049"/>
              <a:gd name="connsiteY27" fmla="*/ 38210 h 458518"/>
              <a:gd name="connsiteX28" fmla="*/ 171944 w 191049"/>
              <a:gd name="connsiteY28" fmla="*/ 38210 h 458518"/>
              <a:gd name="connsiteX29" fmla="*/ 171944 w 191049"/>
              <a:gd name="connsiteY29" fmla="*/ 76420 h 458518"/>
              <a:gd name="connsiteX30" fmla="*/ 76420 w 191049"/>
              <a:gd name="connsiteY30" fmla="*/ 32478 h 458518"/>
              <a:gd name="connsiteX31" fmla="*/ 82151 w 191049"/>
              <a:gd name="connsiteY31" fmla="*/ 19105 h 458518"/>
              <a:gd name="connsiteX32" fmla="*/ 108898 w 191049"/>
              <a:gd name="connsiteY32" fmla="*/ 19105 h 458518"/>
              <a:gd name="connsiteX33" fmla="*/ 114630 w 191049"/>
              <a:gd name="connsiteY33" fmla="*/ 28657 h 458518"/>
              <a:gd name="connsiteX34" fmla="*/ 114630 w 191049"/>
              <a:gd name="connsiteY34" fmla="*/ 32478 h 458518"/>
              <a:gd name="connsiteX35" fmla="*/ 114630 w 191049"/>
              <a:gd name="connsiteY35" fmla="*/ 57315 h 458518"/>
              <a:gd name="connsiteX36" fmla="*/ 76420 w 191049"/>
              <a:gd name="connsiteY36" fmla="*/ 57315 h 458518"/>
              <a:gd name="connsiteX37" fmla="*/ 76420 w 191049"/>
              <a:gd name="connsiteY37" fmla="*/ 32478 h 458518"/>
              <a:gd name="connsiteX38" fmla="*/ 57315 w 191049"/>
              <a:gd name="connsiteY38" fmla="*/ 76420 h 458518"/>
              <a:gd name="connsiteX39" fmla="*/ 133734 w 191049"/>
              <a:gd name="connsiteY39" fmla="*/ 76420 h 458518"/>
              <a:gd name="connsiteX40" fmla="*/ 133734 w 191049"/>
              <a:gd name="connsiteY40" fmla="*/ 133734 h 458518"/>
              <a:gd name="connsiteX41" fmla="*/ 57315 w 191049"/>
              <a:gd name="connsiteY41" fmla="*/ 133734 h 458518"/>
              <a:gd name="connsiteX42" fmla="*/ 57315 w 191049"/>
              <a:gd name="connsiteY42" fmla="*/ 76420 h 458518"/>
              <a:gd name="connsiteX43" fmla="*/ 19105 w 191049"/>
              <a:gd name="connsiteY43" fmla="*/ 439413 h 458518"/>
              <a:gd name="connsiteX44" fmla="*/ 19105 w 191049"/>
              <a:gd name="connsiteY44" fmla="*/ 152839 h 458518"/>
              <a:gd name="connsiteX45" fmla="*/ 171944 w 191049"/>
              <a:gd name="connsiteY45" fmla="*/ 152839 h 458518"/>
              <a:gd name="connsiteX46" fmla="*/ 171944 w 191049"/>
              <a:gd name="connsiteY46" fmla="*/ 439413 h 458518"/>
              <a:gd name="connsiteX47" fmla="*/ 19105 w 191049"/>
              <a:gd name="connsiteY47" fmla="*/ 439413 h 458518"/>
              <a:gd name="connsiteX48" fmla="*/ 74509 w 191049"/>
              <a:gd name="connsiteY48" fmla="*/ 338157 h 458518"/>
              <a:gd name="connsiteX49" fmla="*/ 84062 w 191049"/>
              <a:gd name="connsiteY49" fmla="*/ 341978 h 458518"/>
              <a:gd name="connsiteX50" fmla="*/ 95525 w 191049"/>
              <a:gd name="connsiteY50" fmla="*/ 343889 h 458518"/>
              <a:gd name="connsiteX51" fmla="*/ 116540 w 191049"/>
              <a:gd name="connsiteY51" fmla="*/ 338157 h 458518"/>
              <a:gd name="connsiteX52" fmla="*/ 126092 w 191049"/>
              <a:gd name="connsiteY52" fmla="*/ 284663 h 458518"/>
              <a:gd name="connsiteX53" fmla="*/ 124182 w 191049"/>
              <a:gd name="connsiteY53" fmla="*/ 280842 h 458518"/>
              <a:gd name="connsiteX54" fmla="*/ 118450 w 191049"/>
              <a:gd name="connsiteY54" fmla="*/ 271290 h 458518"/>
              <a:gd name="connsiteX55" fmla="*/ 112719 w 191049"/>
              <a:gd name="connsiteY55" fmla="*/ 259827 h 458518"/>
              <a:gd name="connsiteX56" fmla="*/ 106988 w 191049"/>
              <a:gd name="connsiteY56" fmla="*/ 250274 h 458518"/>
              <a:gd name="connsiteX57" fmla="*/ 103167 w 191049"/>
              <a:gd name="connsiteY57" fmla="*/ 242632 h 458518"/>
              <a:gd name="connsiteX58" fmla="*/ 87883 w 191049"/>
              <a:gd name="connsiteY58" fmla="*/ 242632 h 458518"/>
              <a:gd name="connsiteX59" fmla="*/ 87883 w 191049"/>
              <a:gd name="connsiteY59" fmla="*/ 242632 h 458518"/>
              <a:gd name="connsiteX60" fmla="*/ 84062 w 191049"/>
              <a:gd name="connsiteY60" fmla="*/ 248364 h 458518"/>
              <a:gd name="connsiteX61" fmla="*/ 80241 w 191049"/>
              <a:gd name="connsiteY61" fmla="*/ 256006 h 458518"/>
              <a:gd name="connsiteX62" fmla="*/ 72599 w 191049"/>
              <a:gd name="connsiteY62" fmla="*/ 269379 h 458518"/>
              <a:gd name="connsiteX63" fmla="*/ 68778 w 191049"/>
              <a:gd name="connsiteY63" fmla="*/ 277021 h 458518"/>
              <a:gd name="connsiteX64" fmla="*/ 66867 w 191049"/>
              <a:gd name="connsiteY64" fmla="*/ 280842 h 458518"/>
              <a:gd name="connsiteX65" fmla="*/ 64957 w 191049"/>
              <a:gd name="connsiteY65" fmla="*/ 282753 h 458518"/>
              <a:gd name="connsiteX66" fmla="*/ 74509 w 191049"/>
              <a:gd name="connsiteY66" fmla="*/ 338157 h 458518"/>
              <a:gd name="connsiteX67" fmla="*/ 74509 w 191049"/>
              <a:gd name="connsiteY67" fmla="*/ 338157 h 458518"/>
              <a:gd name="connsiteX68" fmla="*/ 80241 w 191049"/>
              <a:gd name="connsiteY68" fmla="*/ 292305 h 458518"/>
              <a:gd name="connsiteX69" fmla="*/ 93614 w 191049"/>
              <a:gd name="connsiteY69" fmla="*/ 267469 h 458518"/>
              <a:gd name="connsiteX70" fmla="*/ 108898 w 191049"/>
              <a:gd name="connsiteY70" fmla="*/ 294216 h 458518"/>
              <a:gd name="connsiteX71" fmla="*/ 106988 w 191049"/>
              <a:gd name="connsiteY71" fmla="*/ 320963 h 458518"/>
              <a:gd name="connsiteX72" fmla="*/ 85972 w 191049"/>
              <a:gd name="connsiteY72" fmla="*/ 322873 h 458518"/>
              <a:gd name="connsiteX73" fmla="*/ 84062 w 191049"/>
              <a:gd name="connsiteY73" fmla="*/ 322873 h 458518"/>
              <a:gd name="connsiteX74" fmla="*/ 80241 w 191049"/>
              <a:gd name="connsiteY74" fmla="*/ 29230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91049" h="458518">
                <a:moveTo>
                  <a:pt x="171944" y="133734"/>
                </a:moveTo>
                <a:lnTo>
                  <a:pt x="152839" y="133734"/>
                </a:lnTo>
                <a:lnTo>
                  <a:pt x="152839" y="95525"/>
                </a:lnTo>
                <a:lnTo>
                  <a:pt x="171944" y="95525"/>
                </a:lnTo>
                <a:cubicBezTo>
                  <a:pt x="183407" y="95525"/>
                  <a:pt x="191049" y="87883"/>
                  <a:pt x="191049" y="76420"/>
                </a:cubicBezTo>
                <a:lnTo>
                  <a:pt x="191049" y="38210"/>
                </a:lnTo>
                <a:cubicBezTo>
                  <a:pt x="191049" y="26747"/>
                  <a:pt x="183407" y="19105"/>
                  <a:pt x="171944" y="19105"/>
                </a:cubicBezTo>
                <a:lnTo>
                  <a:pt x="129913" y="19105"/>
                </a:lnTo>
                <a:lnTo>
                  <a:pt x="120361" y="0"/>
                </a:lnTo>
                <a:lnTo>
                  <a:pt x="70688" y="0"/>
                </a:lnTo>
                <a:lnTo>
                  <a:pt x="59225" y="22926"/>
                </a:lnTo>
                <a:lnTo>
                  <a:pt x="57315" y="28657"/>
                </a:lnTo>
                <a:lnTo>
                  <a:pt x="57315" y="57315"/>
                </a:lnTo>
                <a:lnTo>
                  <a:pt x="57315" y="57315"/>
                </a:lnTo>
                <a:cubicBezTo>
                  <a:pt x="45852" y="57315"/>
                  <a:pt x="38210" y="64957"/>
                  <a:pt x="38210" y="76420"/>
                </a:cubicBezTo>
                <a:lnTo>
                  <a:pt x="38210" y="133734"/>
                </a:lnTo>
                <a:lnTo>
                  <a:pt x="19105" y="133734"/>
                </a:lnTo>
                <a:cubicBezTo>
                  <a:pt x="7642" y="133734"/>
                  <a:pt x="0" y="141376"/>
                  <a:pt x="0" y="152839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171944" y="458518"/>
                </a:lnTo>
                <a:cubicBezTo>
                  <a:pt x="183407" y="458518"/>
                  <a:pt x="191049" y="450876"/>
                  <a:pt x="191049" y="439413"/>
                </a:cubicBezTo>
                <a:lnTo>
                  <a:pt x="191049" y="152839"/>
                </a:lnTo>
                <a:cubicBezTo>
                  <a:pt x="191049" y="141376"/>
                  <a:pt x="183407" y="133734"/>
                  <a:pt x="171944" y="133734"/>
                </a:cubicBezTo>
                <a:close/>
                <a:moveTo>
                  <a:pt x="171944" y="76420"/>
                </a:moveTo>
                <a:lnTo>
                  <a:pt x="152839" y="76420"/>
                </a:lnTo>
                <a:cubicBezTo>
                  <a:pt x="152839" y="64957"/>
                  <a:pt x="145197" y="57315"/>
                  <a:pt x="133734" y="57315"/>
                </a:cubicBezTo>
                <a:lnTo>
                  <a:pt x="133734" y="38210"/>
                </a:lnTo>
                <a:lnTo>
                  <a:pt x="171944" y="38210"/>
                </a:lnTo>
                <a:lnTo>
                  <a:pt x="171944" y="76420"/>
                </a:lnTo>
                <a:close/>
                <a:moveTo>
                  <a:pt x="76420" y="32478"/>
                </a:moveTo>
                <a:lnTo>
                  <a:pt x="82151" y="19105"/>
                </a:lnTo>
                <a:lnTo>
                  <a:pt x="108898" y="19105"/>
                </a:lnTo>
                <a:lnTo>
                  <a:pt x="114630" y="28657"/>
                </a:lnTo>
                <a:lnTo>
                  <a:pt x="114630" y="32478"/>
                </a:lnTo>
                <a:lnTo>
                  <a:pt x="114630" y="57315"/>
                </a:lnTo>
                <a:lnTo>
                  <a:pt x="76420" y="57315"/>
                </a:lnTo>
                <a:lnTo>
                  <a:pt x="76420" y="32478"/>
                </a:lnTo>
                <a:close/>
                <a:moveTo>
                  <a:pt x="57315" y="76420"/>
                </a:moveTo>
                <a:lnTo>
                  <a:pt x="133734" y="76420"/>
                </a:lnTo>
                <a:lnTo>
                  <a:pt x="133734" y="133734"/>
                </a:lnTo>
                <a:lnTo>
                  <a:pt x="57315" y="133734"/>
                </a:lnTo>
                <a:lnTo>
                  <a:pt x="57315" y="76420"/>
                </a:lnTo>
                <a:close/>
                <a:moveTo>
                  <a:pt x="19105" y="439413"/>
                </a:moveTo>
                <a:lnTo>
                  <a:pt x="19105" y="152839"/>
                </a:lnTo>
                <a:lnTo>
                  <a:pt x="171944" y="152839"/>
                </a:lnTo>
                <a:lnTo>
                  <a:pt x="171944" y="439413"/>
                </a:lnTo>
                <a:lnTo>
                  <a:pt x="19105" y="439413"/>
                </a:lnTo>
                <a:moveTo>
                  <a:pt x="74509" y="338157"/>
                </a:moveTo>
                <a:cubicBezTo>
                  <a:pt x="76420" y="340068"/>
                  <a:pt x="80241" y="341978"/>
                  <a:pt x="84062" y="341978"/>
                </a:cubicBezTo>
                <a:cubicBezTo>
                  <a:pt x="87883" y="343889"/>
                  <a:pt x="91704" y="343889"/>
                  <a:pt x="95525" y="343889"/>
                </a:cubicBezTo>
                <a:cubicBezTo>
                  <a:pt x="103167" y="343889"/>
                  <a:pt x="110809" y="341978"/>
                  <a:pt x="116540" y="338157"/>
                </a:cubicBezTo>
                <a:cubicBezTo>
                  <a:pt x="126092" y="332426"/>
                  <a:pt x="141376" y="315231"/>
                  <a:pt x="126092" y="284663"/>
                </a:cubicBezTo>
                <a:lnTo>
                  <a:pt x="124182" y="280842"/>
                </a:lnTo>
                <a:lnTo>
                  <a:pt x="118450" y="271290"/>
                </a:lnTo>
                <a:lnTo>
                  <a:pt x="112719" y="259827"/>
                </a:lnTo>
                <a:lnTo>
                  <a:pt x="106988" y="250274"/>
                </a:lnTo>
                <a:cubicBezTo>
                  <a:pt x="105077" y="248364"/>
                  <a:pt x="105077" y="246453"/>
                  <a:pt x="103167" y="242632"/>
                </a:cubicBezTo>
                <a:cubicBezTo>
                  <a:pt x="99346" y="238811"/>
                  <a:pt x="91704" y="238811"/>
                  <a:pt x="87883" y="242632"/>
                </a:cubicBezTo>
                <a:lnTo>
                  <a:pt x="87883" y="242632"/>
                </a:lnTo>
                <a:cubicBezTo>
                  <a:pt x="85972" y="244543"/>
                  <a:pt x="85972" y="246453"/>
                  <a:pt x="84062" y="248364"/>
                </a:cubicBezTo>
                <a:lnTo>
                  <a:pt x="80241" y="256006"/>
                </a:lnTo>
                <a:lnTo>
                  <a:pt x="72599" y="269379"/>
                </a:lnTo>
                <a:lnTo>
                  <a:pt x="68778" y="277021"/>
                </a:lnTo>
                <a:lnTo>
                  <a:pt x="66867" y="280842"/>
                </a:lnTo>
                <a:cubicBezTo>
                  <a:pt x="66867" y="280842"/>
                  <a:pt x="66867" y="282753"/>
                  <a:pt x="64957" y="282753"/>
                </a:cubicBezTo>
                <a:cubicBezTo>
                  <a:pt x="51583" y="303768"/>
                  <a:pt x="55404" y="326694"/>
                  <a:pt x="74509" y="338157"/>
                </a:cubicBezTo>
                <a:cubicBezTo>
                  <a:pt x="72599" y="338157"/>
                  <a:pt x="72599" y="338157"/>
                  <a:pt x="74509" y="338157"/>
                </a:cubicBezTo>
                <a:close/>
                <a:moveTo>
                  <a:pt x="80241" y="292305"/>
                </a:moveTo>
                <a:cubicBezTo>
                  <a:pt x="80241" y="292305"/>
                  <a:pt x="82151" y="288484"/>
                  <a:pt x="93614" y="267469"/>
                </a:cubicBezTo>
                <a:lnTo>
                  <a:pt x="108898" y="294216"/>
                </a:lnTo>
                <a:cubicBezTo>
                  <a:pt x="118450" y="313321"/>
                  <a:pt x="108898" y="320963"/>
                  <a:pt x="106988" y="320963"/>
                </a:cubicBezTo>
                <a:cubicBezTo>
                  <a:pt x="101256" y="324784"/>
                  <a:pt x="91704" y="326694"/>
                  <a:pt x="85972" y="322873"/>
                </a:cubicBezTo>
                <a:lnTo>
                  <a:pt x="84062" y="322873"/>
                </a:lnTo>
                <a:cubicBezTo>
                  <a:pt x="74509" y="315231"/>
                  <a:pt x="74509" y="307589"/>
                  <a:pt x="80241" y="2923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Graphic 31" descr="Contact lens case icon.">
            <a:extLst>
              <a:ext uri="{FF2B5EF4-FFF2-40B4-BE49-F238E27FC236}">
                <a16:creationId xmlns:a16="http://schemas.microsoft.com/office/drawing/2014/main" id="{8F24B205-0F2A-4A3A-AFCE-F735D9F3E689}"/>
              </a:ext>
            </a:extLst>
          </p:cNvPr>
          <p:cNvSpPr>
            <a:spLocks noChangeAspect="1"/>
          </p:cNvSpPr>
          <p:nvPr/>
        </p:nvSpPr>
        <p:spPr>
          <a:xfrm>
            <a:off x="8314213" y="4351583"/>
            <a:ext cx="456607" cy="219706"/>
          </a:xfrm>
          <a:custGeom>
            <a:avLst/>
            <a:gdLst>
              <a:gd name="connsiteX0" fmla="*/ 372546 w 456607"/>
              <a:gd name="connsiteY0" fmla="*/ 162392 h 219706"/>
              <a:gd name="connsiteX1" fmla="*/ 393561 w 456607"/>
              <a:gd name="connsiteY1" fmla="*/ 162392 h 219706"/>
              <a:gd name="connsiteX2" fmla="*/ 370635 w 456607"/>
              <a:gd name="connsiteY2" fmla="*/ 120361 h 219706"/>
              <a:gd name="connsiteX3" fmla="*/ 385919 w 456607"/>
              <a:gd name="connsiteY3" fmla="*/ 95525 h 219706"/>
              <a:gd name="connsiteX4" fmla="*/ 385919 w 456607"/>
              <a:gd name="connsiteY4" fmla="*/ 85972 h 219706"/>
              <a:gd name="connsiteX5" fmla="*/ 357262 w 456607"/>
              <a:gd name="connsiteY5" fmla="*/ 57315 h 219706"/>
              <a:gd name="connsiteX6" fmla="*/ 319052 w 456607"/>
              <a:gd name="connsiteY6" fmla="*/ 57315 h 219706"/>
              <a:gd name="connsiteX7" fmla="*/ 309500 w 456607"/>
              <a:gd name="connsiteY7" fmla="*/ 57315 h 219706"/>
              <a:gd name="connsiteX8" fmla="*/ 309500 w 456607"/>
              <a:gd name="connsiteY8" fmla="*/ 105077 h 219706"/>
              <a:gd name="connsiteX9" fmla="*/ 309500 w 456607"/>
              <a:gd name="connsiteY9" fmla="*/ 124182 h 219706"/>
              <a:gd name="connsiteX10" fmla="*/ 309500 w 456607"/>
              <a:gd name="connsiteY10" fmla="*/ 162392 h 219706"/>
              <a:gd name="connsiteX11" fmla="*/ 328605 w 456607"/>
              <a:gd name="connsiteY11" fmla="*/ 162392 h 219706"/>
              <a:gd name="connsiteX12" fmla="*/ 328605 w 456607"/>
              <a:gd name="connsiteY12" fmla="*/ 124182 h 219706"/>
              <a:gd name="connsiteX13" fmla="*/ 351530 w 456607"/>
              <a:gd name="connsiteY13" fmla="*/ 124182 h 219706"/>
              <a:gd name="connsiteX14" fmla="*/ 372546 w 456607"/>
              <a:gd name="connsiteY14" fmla="*/ 162392 h 219706"/>
              <a:gd name="connsiteX15" fmla="*/ 328605 w 456607"/>
              <a:gd name="connsiteY15" fmla="*/ 76420 h 219706"/>
              <a:gd name="connsiteX16" fmla="*/ 357262 w 456607"/>
              <a:gd name="connsiteY16" fmla="*/ 76420 h 219706"/>
              <a:gd name="connsiteX17" fmla="*/ 366814 w 456607"/>
              <a:gd name="connsiteY17" fmla="*/ 85972 h 219706"/>
              <a:gd name="connsiteX18" fmla="*/ 366814 w 456607"/>
              <a:gd name="connsiteY18" fmla="*/ 95525 h 219706"/>
              <a:gd name="connsiteX19" fmla="*/ 357262 w 456607"/>
              <a:gd name="connsiteY19" fmla="*/ 105077 h 219706"/>
              <a:gd name="connsiteX20" fmla="*/ 328605 w 456607"/>
              <a:gd name="connsiteY20" fmla="*/ 105077 h 219706"/>
              <a:gd name="connsiteX21" fmla="*/ 328605 w 456607"/>
              <a:gd name="connsiteY21" fmla="*/ 76420 h 219706"/>
              <a:gd name="connsiteX22" fmla="*/ 95525 w 456607"/>
              <a:gd name="connsiteY22" fmla="*/ 57315 h 219706"/>
              <a:gd name="connsiteX23" fmla="*/ 76420 w 456607"/>
              <a:gd name="connsiteY23" fmla="*/ 57315 h 219706"/>
              <a:gd name="connsiteX24" fmla="*/ 76420 w 456607"/>
              <a:gd name="connsiteY24" fmla="*/ 152839 h 219706"/>
              <a:gd name="connsiteX25" fmla="*/ 76420 w 456607"/>
              <a:gd name="connsiteY25" fmla="*/ 162392 h 219706"/>
              <a:gd name="connsiteX26" fmla="*/ 152839 w 456607"/>
              <a:gd name="connsiteY26" fmla="*/ 162392 h 219706"/>
              <a:gd name="connsiteX27" fmla="*/ 152839 w 456607"/>
              <a:gd name="connsiteY27" fmla="*/ 143287 h 219706"/>
              <a:gd name="connsiteX28" fmla="*/ 95525 w 456607"/>
              <a:gd name="connsiteY28" fmla="*/ 143287 h 219706"/>
              <a:gd name="connsiteX29" fmla="*/ 95525 w 456607"/>
              <a:gd name="connsiteY29" fmla="*/ 57315 h 219706"/>
              <a:gd name="connsiteX30" fmla="*/ 347710 w 456607"/>
              <a:gd name="connsiteY30" fmla="*/ 0 h 219706"/>
              <a:gd name="connsiteX31" fmla="*/ 215886 w 456607"/>
              <a:gd name="connsiteY31" fmla="*/ 0 h 219706"/>
              <a:gd name="connsiteX32" fmla="*/ 189139 w 456607"/>
              <a:gd name="connsiteY32" fmla="*/ 0 h 219706"/>
              <a:gd name="connsiteX33" fmla="*/ 166213 w 456607"/>
              <a:gd name="connsiteY33" fmla="*/ 0 h 219706"/>
              <a:gd name="connsiteX34" fmla="*/ 87883 w 456607"/>
              <a:gd name="connsiteY34" fmla="*/ 1910 h 219706"/>
              <a:gd name="connsiteX35" fmla="*/ 57315 w 456607"/>
              <a:gd name="connsiteY35" fmla="*/ 13373 h 219706"/>
              <a:gd name="connsiteX36" fmla="*/ 30568 w 456607"/>
              <a:gd name="connsiteY36" fmla="*/ 32478 h 219706"/>
              <a:gd name="connsiteX37" fmla="*/ 11463 w 456607"/>
              <a:gd name="connsiteY37" fmla="*/ 59225 h 219706"/>
              <a:gd name="connsiteX38" fmla="*/ 0 w 456607"/>
              <a:gd name="connsiteY38" fmla="*/ 89793 h 219706"/>
              <a:gd name="connsiteX39" fmla="*/ 0 w 456607"/>
              <a:gd name="connsiteY39" fmla="*/ 110809 h 219706"/>
              <a:gd name="connsiteX40" fmla="*/ 108898 w 456607"/>
              <a:gd name="connsiteY40" fmla="*/ 219707 h 219706"/>
              <a:gd name="connsiteX41" fmla="*/ 200602 w 456607"/>
              <a:gd name="connsiteY41" fmla="*/ 170034 h 219706"/>
              <a:gd name="connsiteX42" fmla="*/ 256006 w 456607"/>
              <a:gd name="connsiteY42" fmla="*/ 170034 h 219706"/>
              <a:gd name="connsiteX43" fmla="*/ 347710 w 456607"/>
              <a:gd name="connsiteY43" fmla="*/ 219707 h 219706"/>
              <a:gd name="connsiteX44" fmla="*/ 456608 w 456607"/>
              <a:gd name="connsiteY44" fmla="*/ 110809 h 219706"/>
              <a:gd name="connsiteX45" fmla="*/ 347710 w 456607"/>
              <a:gd name="connsiteY45" fmla="*/ 0 h 219706"/>
              <a:gd name="connsiteX46" fmla="*/ 189139 w 456607"/>
              <a:gd name="connsiteY46" fmla="*/ 150929 h 219706"/>
              <a:gd name="connsiteX47" fmla="*/ 108898 w 456607"/>
              <a:gd name="connsiteY47" fmla="*/ 198691 h 219706"/>
              <a:gd name="connsiteX48" fmla="*/ 19105 w 456607"/>
              <a:gd name="connsiteY48" fmla="*/ 108898 h 219706"/>
              <a:gd name="connsiteX49" fmla="*/ 108898 w 456607"/>
              <a:gd name="connsiteY49" fmla="*/ 19105 h 219706"/>
              <a:gd name="connsiteX50" fmla="*/ 198691 w 456607"/>
              <a:gd name="connsiteY50" fmla="*/ 108898 h 219706"/>
              <a:gd name="connsiteX51" fmla="*/ 189139 w 456607"/>
              <a:gd name="connsiteY51" fmla="*/ 150929 h 219706"/>
              <a:gd name="connsiteX52" fmla="*/ 244543 w 456607"/>
              <a:gd name="connsiteY52" fmla="*/ 145197 h 219706"/>
              <a:gd name="connsiteX53" fmla="*/ 213975 w 456607"/>
              <a:gd name="connsiteY53" fmla="*/ 145197 h 219706"/>
              <a:gd name="connsiteX54" fmla="*/ 219707 w 456607"/>
              <a:gd name="connsiteY54" fmla="*/ 108898 h 219706"/>
              <a:gd name="connsiteX55" fmla="*/ 171944 w 456607"/>
              <a:gd name="connsiteY55" fmla="*/ 19105 h 219706"/>
              <a:gd name="connsiteX56" fmla="*/ 286574 w 456607"/>
              <a:gd name="connsiteY56" fmla="*/ 19105 h 219706"/>
              <a:gd name="connsiteX57" fmla="*/ 238811 w 456607"/>
              <a:gd name="connsiteY57" fmla="*/ 108898 h 219706"/>
              <a:gd name="connsiteX58" fmla="*/ 244543 w 456607"/>
              <a:gd name="connsiteY58" fmla="*/ 145197 h 219706"/>
              <a:gd name="connsiteX59" fmla="*/ 347710 w 456607"/>
              <a:gd name="connsiteY59" fmla="*/ 200602 h 219706"/>
              <a:gd name="connsiteX60" fmla="*/ 257916 w 456607"/>
              <a:gd name="connsiteY60" fmla="*/ 110809 h 219706"/>
              <a:gd name="connsiteX61" fmla="*/ 347710 w 456607"/>
              <a:gd name="connsiteY61" fmla="*/ 21015 h 219706"/>
              <a:gd name="connsiteX62" fmla="*/ 351530 w 456607"/>
              <a:gd name="connsiteY62" fmla="*/ 21015 h 219706"/>
              <a:gd name="connsiteX63" fmla="*/ 441324 w 456607"/>
              <a:gd name="connsiteY63" fmla="*/ 110809 h 219706"/>
              <a:gd name="connsiteX64" fmla="*/ 347710 w 456607"/>
              <a:gd name="connsiteY64" fmla="*/ 200602 h 21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56607" h="219706">
                <a:moveTo>
                  <a:pt x="372546" y="162392"/>
                </a:moveTo>
                <a:lnTo>
                  <a:pt x="393561" y="162392"/>
                </a:lnTo>
                <a:lnTo>
                  <a:pt x="370635" y="120361"/>
                </a:lnTo>
                <a:cubicBezTo>
                  <a:pt x="380188" y="114630"/>
                  <a:pt x="385919" y="106988"/>
                  <a:pt x="385919" y="95525"/>
                </a:cubicBezTo>
                <a:lnTo>
                  <a:pt x="385919" y="85972"/>
                </a:lnTo>
                <a:cubicBezTo>
                  <a:pt x="385919" y="70688"/>
                  <a:pt x="372546" y="57315"/>
                  <a:pt x="357262" y="57315"/>
                </a:cubicBezTo>
                <a:lnTo>
                  <a:pt x="319052" y="57315"/>
                </a:lnTo>
                <a:lnTo>
                  <a:pt x="309500" y="57315"/>
                </a:lnTo>
                <a:lnTo>
                  <a:pt x="309500" y="105077"/>
                </a:lnTo>
                <a:lnTo>
                  <a:pt x="309500" y="124182"/>
                </a:lnTo>
                <a:lnTo>
                  <a:pt x="309500" y="162392"/>
                </a:lnTo>
                <a:lnTo>
                  <a:pt x="328605" y="162392"/>
                </a:lnTo>
                <a:lnTo>
                  <a:pt x="328605" y="124182"/>
                </a:lnTo>
                <a:lnTo>
                  <a:pt x="351530" y="124182"/>
                </a:lnTo>
                <a:lnTo>
                  <a:pt x="372546" y="162392"/>
                </a:lnTo>
                <a:close/>
                <a:moveTo>
                  <a:pt x="328605" y="76420"/>
                </a:moveTo>
                <a:lnTo>
                  <a:pt x="357262" y="76420"/>
                </a:lnTo>
                <a:cubicBezTo>
                  <a:pt x="362993" y="76420"/>
                  <a:pt x="366814" y="80241"/>
                  <a:pt x="366814" y="85972"/>
                </a:cubicBezTo>
                <a:lnTo>
                  <a:pt x="366814" y="95525"/>
                </a:lnTo>
                <a:cubicBezTo>
                  <a:pt x="366814" y="101256"/>
                  <a:pt x="362993" y="105077"/>
                  <a:pt x="357262" y="105077"/>
                </a:cubicBezTo>
                <a:lnTo>
                  <a:pt x="328605" y="105077"/>
                </a:lnTo>
                <a:lnTo>
                  <a:pt x="328605" y="76420"/>
                </a:lnTo>
                <a:close/>
                <a:moveTo>
                  <a:pt x="95525" y="57315"/>
                </a:moveTo>
                <a:lnTo>
                  <a:pt x="76420" y="57315"/>
                </a:lnTo>
                <a:lnTo>
                  <a:pt x="76420" y="152839"/>
                </a:lnTo>
                <a:lnTo>
                  <a:pt x="76420" y="162392"/>
                </a:lnTo>
                <a:lnTo>
                  <a:pt x="152839" y="162392"/>
                </a:lnTo>
                <a:lnTo>
                  <a:pt x="152839" y="143287"/>
                </a:lnTo>
                <a:lnTo>
                  <a:pt x="95525" y="143287"/>
                </a:lnTo>
                <a:lnTo>
                  <a:pt x="95525" y="57315"/>
                </a:lnTo>
                <a:close/>
                <a:moveTo>
                  <a:pt x="347710" y="0"/>
                </a:moveTo>
                <a:cubicBezTo>
                  <a:pt x="345799" y="0"/>
                  <a:pt x="223528" y="0"/>
                  <a:pt x="215886" y="0"/>
                </a:cubicBezTo>
                <a:cubicBezTo>
                  <a:pt x="206333" y="0"/>
                  <a:pt x="198691" y="0"/>
                  <a:pt x="189139" y="0"/>
                </a:cubicBezTo>
                <a:cubicBezTo>
                  <a:pt x="181497" y="0"/>
                  <a:pt x="173855" y="0"/>
                  <a:pt x="166213" y="0"/>
                </a:cubicBezTo>
                <a:cubicBezTo>
                  <a:pt x="158571" y="0"/>
                  <a:pt x="101256" y="0"/>
                  <a:pt x="87883" y="1910"/>
                </a:cubicBezTo>
                <a:cubicBezTo>
                  <a:pt x="78330" y="3821"/>
                  <a:pt x="66867" y="7642"/>
                  <a:pt x="57315" y="13373"/>
                </a:cubicBezTo>
                <a:cubicBezTo>
                  <a:pt x="47762" y="19105"/>
                  <a:pt x="38210" y="24836"/>
                  <a:pt x="30568" y="32478"/>
                </a:cubicBezTo>
                <a:cubicBezTo>
                  <a:pt x="22926" y="40120"/>
                  <a:pt x="17194" y="49673"/>
                  <a:pt x="11463" y="59225"/>
                </a:cubicBezTo>
                <a:cubicBezTo>
                  <a:pt x="5731" y="68778"/>
                  <a:pt x="1910" y="80241"/>
                  <a:pt x="0" y="89793"/>
                </a:cubicBezTo>
                <a:cubicBezTo>
                  <a:pt x="0" y="97435"/>
                  <a:pt x="0" y="103167"/>
                  <a:pt x="0" y="110809"/>
                </a:cubicBezTo>
                <a:cubicBezTo>
                  <a:pt x="0" y="171944"/>
                  <a:pt x="49673" y="219707"/>
                  <a:pt x="108898" y="219707"/>
                </a:cubicBezTo>
                <a:cubicBezTo>
                  <a:pt x="145197" y="219707"/>
                  <a:pt x="179586" y="200602"/>
                  <a:pt x="200602" y="170034"/>
                </a:cubicBezTo>
                <a:cubicBezTo>
                  <a:pt x="215886" y="158571"/>
                  <a:pt x="240722" y="158571"/>
                  <a:pt x="256006" y="170034"/>
                </a:cubicBezTo>
                <a:cubicBezTo>
                  <a:pt x="275111" y="200602"/>
                  <a:pt x="309500" y="219707"/>
                  <a:pt x="347710" y="219707"/>
                </a:cubicBezTo>
                <a:cubicBezTo>
                  <a:pt x="408845" y="219707"/>
                  <a:pt x="456608" y="170034"/>
                  <a:pt x="456608" y="110809"/>
                </a:cubicBezTo>
                <a:cubicBezTo>
                  <a:pt x="456608" y="51583"/>
                  <a:pt x="408845" y="0"/>
                  <a:pt x="347710" y="0"/>
                </a:cubicBezTo>
                <a:close/>
                <a:moveTo>
                  <a:pt x="189139" y="150929"/>
                </a:moveTo>
                <a:cubicBezTo>
                  <a:pt x="173855" y="181497"/>
                  <a:pt x="143287" y="198691"/>
                  <a:pt x="108898" y="198691"/>
                </a:cubicBezTo>
                <a:cubicBezTo>
                  <a:pt x="59225" y="198691"/>
                  <a:pt x="19105" y="158571"/>
                  <a:pt x="19105" y="108898"/>
                </a:cubicBezTo>
                <a:cubicBezTo>
                  <a:pt x="19105" y="59225"/>
                  <a:pt x="59225" y="19105"/>
                  <a:pt x="108898" y="19105"/>
                </a:cubicBezTo>
                <a:cubicBezTo>
                  <a:pt x="158571" y="19105"/>
                  <a:pt x="198691" y="59225"/>
                  <a:pt x="198691" y="108898"/>
                </a:cubicBezTo>
                <a:cubicBezTo>
                  <a:pt x="200602" y="124182"/>
                  <a:pt x="196781" y="139466"/>
                  <a:pt x="189139" y="150929"/>
                </a:cubicBezTo>
                <a:close/>
                <a:moveTo>
                  <a:pt x="244543" y="145197"/>
                </a:moveTo>
                <a:cubicBezTo>
                  <a:pt x="234990" y="143287"/>
                  <a:pt x="223528" y="143287"/>
                  <a:pt x="213975" y="145197"/>
                </a:cubicBezTo>
                <a:cubicBezTo>
                  <a:pt x="217796" y="133734"/>
                  <a:pt x="219707" y="122271"/>
                  <a:pt x="219707" y="108898"/>
                </a:cubicBezTo>
                <a:cubicBezTo>
                  <a:pt x="219707" y="70688"/>
                  <a:pt x="200602" y="38210"/>
                  <a:pt x="171944" y="19105"/>
                </a:cubicBezTo>
                <a:lnTo>
                  <a:pt x="286574" y="19105"/>
                </a:lnTo>
                <a:cubicBezTo>
                  <a:pt x="257916" y="38210"/>
                  <a:pt x="238811" y="72599"/>
                  <a:pt x="238811" y="108898"/>
                </a:cubicBezTo>
                <a:cubicBezTo>
                  <a:pt x="238811" y="122271"/>
                  <a:pt x="240722" y="133734"/>
                  <a:pt x="244543" y="145197"/>
                </a:cubicBezTo>
                <a:close/>
                <a:moveTo>
                  <a:pt x="347710" y="200602"/>
                </a:moveTo>
                <a:cubicBezTo>
                  <a:pt x="298037" y="200602"/>
                  <a:pt x="257916" y="160481"/>
                  <a:pt x="257916" y="110809"/>
                </a:cubicBezTo>
                <a:cubicBezTo>
                  <a:pt x="257916" y="61136"/>
                  <a:pt x="298037" y="21015"/>
                  <a:pt x="347710" y="21015"/>
                </a:cubicBezTo>
                <a:lnTo>
                  <a:pt x="351530" y="21015"/>
                </a:lnTo>
                <a:cubicBezTo>
                  <a:pt x="401203" y="21015"/>
                  <a:pt x="441324" y="61136"/>
                  <a:pt x="441324" y="110809"/>
                </a:cubicBezTo>
                <a:cubicBezTo>
                  <a:pt x="439413" y="160481"/>
                  <a:pt x="399293" y="200602"/>
                  <a:pt x="347710" y="20060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Graphic 41" descr="Eyeglass frames icon.">
            <a:extLst>
              <a:ext uri="{FF2B5EF4-FFF2-40B4-BE49-F238E27FC236}">
                <a16:creationId xmlns:a16="http://schemas.microsoft.com/office/drawing/2014/main" id="{93C53788-ECE4-4AEB-9CA4-EE93BE0C8EC5}"/>
              </a:ext>
            </a:extLst>
          </p:cNvPr>
          <p:cNvSpPr>
            <a:spLocks noChangeAspect="1"/>
          </p:cNvSpPr>
          <p:nvPr/>
        </p:nvSpPr>
        <p:spPr>
          <a:xfrm>
            <a:off x="9545452" y="4221067"/>
            <a:ext cx="459892" cy="344679"/>
          </a:xfrm>
          <a:custGeom>
            <a:avLst/>
            <a:gdLst>
              <a:gd name="connsiteX0" fmla="*/ 26902 w 459892"/>
              <a:gd name="connsiteY0" fmla="*/ 103958 h 344679"/>
              <a:gd name="connsiteX1" fmla="*/ 57470 w 459892"/>
              <a:gd name="connsiteY1" fmla="*/ 126884 h 344679"/>
              <a:gd name="connsiteX2" fmla="*/ 101411 w 459892"/>
              <a:gd name="connsiteY2" fmla="*/ 134526 h 344679"/>
              <a:gd name="connsiteX3" fmla="*/ 175920 w 459892"/>
              <a:gd name="connsiteY3" fmla="*/ 113510 h 344679"/>
              <a:gd name="connsiteX4" fmla="*/ 210309 w 459892"/>
              <a:gd name="connsiteY4" fmla="*/ 60017 h 344679"/>
              <a:gd name="connsiteX5" fmla="*/ 210309 w 459892"/>
              <a:gd name="connsiteY5" fmla="*/ 48554 h 344679"/>
              <a:gd name="connsiteX6" fmla="*/ 210309 w 459892"/>
              <a:gd name="connsiteY6" fmla="*/ 48554 h 344679"/>
              <a:gd name="connsiteX7" fmla="*/ 208398 w 459892"/>
              <a:gd name="connsiteY7" fmla="*/ 42822 h 344679"/>
              <a:gd name="connsiteX8" fmla="*/ 254250 w 459892"/>
              <a:gd name="connsiteY8" fmla="*/ 40912 h 344679"/>
              <a:gd name="connsiteX9" fmla="*/ 250429 w 459892"/>
              <a:gd name="connsiteY9" fmla="*/ 48554 h 344679"/>
              <a:gd name="connsiteX10" fmla="*/ 250429 w 459892"/>
              <a:gd name="connsiteY10" fmla="*/ 48554 h 344679"/>
              <a:gd name="connsiteX11" fmla="*/ 248519 w 459892"/>
              <a:gd name="connsiteY11" fmla="*/ 60017 h 344679"/>
              <a:gd name="connsiteX12" fmla="*/ 284818 w 459892"/>
              <a:gd name="connsiteY12" fmla="*/ 113510 h 344679"/>
              <a:gd name="connsiteX13" fmla="*/ 359327 w 459892"/>
              <a:gd name="connsiteY13" fmla="*/ 134526 h 344679"/>
              <a:gd name="connsiteX14" fmla="*/ 401358 w 459892"/>
              <a:gd name="connsiteY14" fmla="*/ 126884 h 344679"/>
              <a:gd name="connsiteX15" fmla="*/ 433836 w 459892"/>
              <a:gd name="connsiteY15" fmla="*/ 103958 h 344679"/>
              <a:gd name="connsiteX16" fmla="*/ 456762 w 459892"/>
              <a:gd name="connsiteY16" fmla="*/ 61927 h 344679"/>
              <a:gd name="connsiteX17" fmla="*/ 449120 w 459892"/>
              <a:gd name="connsiteY17" fmla="*/ 14165 h 344679"/>
              <a:gd name="connsiteX18" fmla="*/ 418553 w 459892"/>
              <a:gd name="connsiteY18" fmla="*/ 4612 h 344679"/>
              <a:gd name="connsiteX19" fmla="*/ 351685 w 459892"/>
              <a:gd name="connsiteY19" fmla="*/ 791 h 344679"/>
              <a:gd name="connsiteX20" fmla="*/ 265713 w 459892"/>
              <a:gd name="connsiteY20" fmla="*/ 23717 h 344679"/>
              <a:gd name="connsiteX21" fmla="*/ 196935 w 459892"/>
              <a:gd name="connsiteY21" fmla="*/ 25628 h 344679"/>
              <a:gd name="connsiteX22" fmla="*/ 107142 w 459892"/>
              <a:gd name="connsiteY22" fmla="*/ 791 h 344679"/>
              <a:gd name="connsiteX23" fmla="*/ 42186 w 459892"/>
              <a:gd name="connsiteY23" fmla="*/ 2702 h 344679"/>
              <a:gd name="connsiteX24" fmla="*/ 11618 w 459892"/>
              <a:gd name="connsiteY24" fmla="*/ 14165 h 344679"/>
              <a:gd name="connsiteX25" fmla="*/ 3976 w 459892"/>
              <a:gd name="connsiteY25" fmla="*/ 61927 h 344679"/>
              <a:gd name="connsiteX26" fmla="*/ 26902 w 459892"/>
              <a:gd name="connsiteY26" fmla="*/ 103958 h 344679"/>
              <a:gd name="connsiteX27" fmla="*/ 353596 w 459892"/>
              <a:gd name="connsiteY27" fmla="*/ 19896 h 344679"/>
              <a:gd name="connsiteX28" fmla="*/ 416642 w 459892"/>
              <a:gd name="connsiteY28" fmla="*/ 21807 h 344679"/>
              <a:gd name="connsiteX29" fmla="*/ 435747 w 459892"/>
              <a:gd name="connsiteY29" fmla="*/ 27538 h 344679"/>
              <a:gd name="connsiteX30" fmla="*/ 437657 w 459892"/>
              <a:gd name="connsiteY30" fmla="*/ 56196 h 344679"/>
              <a:gd name="connsiteX31" fmla="*/ 418553 w 459892"/>
              <a:gd name="connsiteY31" fmla="*/ 90584 h 344679"/>
              <a:gd name="connsiteX32" fmla="*/ 393716 w 459892"/>
              <a:gd name="connsiteY32" fmla="*/ 107779 h 344679"/>
              <a:gd name="connsiteX33" fmla="*/ 294371 w 459892"/>
              <a:gd name="connsiteY33" fmla="*/ 96316 h 344679"/>
              <a:gd name="connsiteX34" fmla="*/ 267624 w 459892"/>
              <a:gd name="connsiteY34" fmla="*/ 58106 h 344679"/>
              <a:gd name="connsiteX35" fmla="*/ 267624 w 459892"/>
              <a:gd name="connsiteY35" fmla="*/ 52375 h 344679"/>
              <a:gd name="connsiteX36" fmla="*/ 353596 w 459892"/>
              <a:gd name="connsiteY36" fmla="*/ 19896 h 344679"/>
              <a:gd name="connsiteX37" fmla="*/ 24991 w 459892"/>
              <a:gd name="connsiteY37" fmla="*/ 27538 h 344679"/>
              <a:gd name="connsiteX38" fmla="*/ 44096 w 459892"/>
              <a:gd name="connsiteY38" fmla="*/ 21807 h 344679"/>
              <a:gd name="connsiteX39" fmla="*/ 86127 w 459892"/>
              <a:gd name="connsiteY39" fmla="*/ 19896 h 344679"/>
              <a:gd name="connsiteX40" fmla="*/ 107142 w 459892"/>
              <a:gd name="connsiteY40" fmla="*/ 19896 h 344679"/>
              <a:gd name="connsiteX41" fmla="*/ 191204 w 459892"/>
              <a:gd name="connsiteY41" fmla="*/ 52375 h 344679"/>
              <a:gd name="connsiteX42" fmla="*/ 191204 w 459892"/>
              <a:gd name="connsiteY42" fmla="*/ 58106 h 344679"/>
              <a:gd name="connsiteX43" fmla="*/ 164457 w 459892"/>
              <a:gd name="connsiteY43" fmla="*/ 96316 h 344679"/>
              <a:gd name="connsiteX44" fmla="*/ 65112 w 459892"/>
              <a:gd name="connsiteY44" fmla="*/ 107779 h 344679"/>
              <a:gd name="connsiteX45" fmla="*/ 40275 w 459892"/>
              <a:gd name="connsiteY45" fmla="*/ 90584 h 344679"/>
              <a:gd name="connsiteX46" fmla="*/ 21170 w 459892"/>
              <a:gd name="connsiteY46" fmla="*/ 56196 h 344679"/>
              <a:gd name="connsiteX47" fmla="*/ 24991 w 459892"/>
              <a:gd name="connsiteY47" fmla="*/ 27538 h 344679"/>
              <a:gd name="connsiteX48" fmla="*/ 439568 w 459892"/>
              <a:gd name="connsiteY48" fmla="*/ 210945 h 344679"/>
              <a:gd name="connsiteX49" fmla="*/ 267624 w 459892"/>
              <a:gd name="connsiteY49" fmla="*/ 210945 h 344679"/>
              <a:gd name="connsiteX50" fmla="*/ 248519 w 459892"/>
              <a:gd name="connsiteY50" fmla="*/ 230050 h 344679"/>
              <a:gd name="connsiteX51" fmla="*/ 248519 w 459892"/>
              <a:gd name="connsiteY51" fmla="*/ 241513 h 344679"/>
              <a:gd name="connsiteX52" fmla="*/ 210309 w 459892"/>
              <a:gd name="connsiteY52" fmla="*/ 243424 h 344679"/>
              <a:gd name="connsiteX53" fmla="*/ 210309 w 459892"/>
              <a:gd name="connsiteY53" fmla="*/ 230050 h 344679"/>
              <a:gd name="connsiteX54" fmla="*/ 191204 w 459892"/>
              <a:gd name="connsiteY54" fmla="*/ 210945 h 344679"/>
              <a:gd name="connsiteX55" fmla="*/ 19260 w 459892"/>
              <a:gd name="connsiteY55" fmla="*/ 210945 h 344679"/>
              <a:gd name="connsiteX56" fmla="*/ 155 w 459892"/>
              <a:gd name="connsiteY56" fmla="*/ 230050 h 344679"/>
              <a:gd name="connsiteX57" fmla="*/ 155 w 459892"/>
              <a:gd name="connsiteY57" fmla="*/ 277813 h 344679"/>
              <a:gd name="connsiteX58" fmla="*/ 67022 w 459892"/>
              <a:gd name="connsiteY58" fmla="*/ 344680 h 344679"/>
              <a:gd name="connsiteX59" fmla="*/ 143442 w 459892"/>
              <a:gd name="connsiteY59" fmla="*/ 344680 h 344679"/>
              <a:gd name="connsiteX60" fmla="*/ 210309 w 459892"/>
              <a:gd name="connsiteY60" fmla="*/ 277813 h 344679"/>
              <a:gd name="connsiteX61" fmla="*/ 210309 w 459892"/>
              <a:gd name="connsiteY61" fmla="*/ 262529 h 344679"/>
              <a:gd name="connsiteX62" fmla="*/ 248519 w 459892"/>
              <a:gd name="connsiteY62" fmla="*/ 260618 h 344679"/>
              <a:gd name="connsiteX63" fmla="*/ 248519 w 459892"/>
              <a:gd name="connsiteY63" fmla="*/ 277813 h 344679"/>
              <a:gd name="connsiteX64" fmla="*/ 315386 w 459892"/>
              <a:gd name="connsiteY64" fmla="*/ 344680 h 344679"/>
              <a:gd name="connsiteX65" fmla="*/ 391806 w 459892"/>
              <a:gd name="connsiteY65" fmla="*/ 344680 h 344679"/>
              <a:gd name="connsiteX66" fmla="*/ 458673 w 459892"/>
              <a:gd name="connsiteY66" fmla="*/ 277813 h 344679"/>
              <a:gd name="connsiteX67" fmla="*/ 458673 w 459892"/>
              <a:gd name="connsiteY67" fmla="*/ 230050 h 344679"/>
              <a:gd name="connsiteX68" fmla="*/ 439568 w 459892"/>
              <a:gd name="connsiteY68" fmla="*/ 210945 h 344679"/>
              <a:gd name="connsiteX69" fmla="*/ 191204 w 459892"/>
              <a:gd name="connsiteY69" fmla="*/ 277813 h 344679"/>
              <a:gd name="connsiteX70" fmla="*/ 143442 w 459892"/>
              <a:gd name="connsiteY70" fmla="*/ 325575 h 344679"/>
              <a:gd name="connsiteX71" fmla="*/ 67022 w 459892"/>
              <a:gd name="connsiteY71" fmla="*/ 325575 h 344679"/>
              <a:gd name="connsiteX72" fmla="*/ 19260 w 459892"/>
              <a:gd name="connsiteY72" fmla="*/ 277813 h 344679"/>
              <a:gd name="connsiteX73" fmla="*/ 19260 w 459892"/>
              <a:gd name="connsiteY73" fmla="*/ 230050 h 344679"/>
              <a:gd name="connsiteX74" fmla="*/ 191204 w 459892"/>
              <a:gd name="connsiteY74" fmla="*/ 230050 h 344679"/>
              <a:gd name="connsiteX75" fmla="*/ 191204 w 459892"/>
              <a:gd name="connsiteY75" fmla="*/ 277813 h 344679"/>
              <a:gd name="connsiteX76" fmla="*/ 439568 w 459892"/>
              <a:gd name="connsiteY76" fmla="*/ 277813 h 344679"/>
              <a:gd name="connsiteX77" fmla="*/ 391806 w 459892"/>
              <a:gd name="connsiteY77" fmla="*/ 325575 h 344679"/>
              <a:gd name="connsiteX78" fmla="*/ 315386 w 459892"/>
              <a:gd name="connsiteY78" fmla="*/ 325575 h 344679"/>
              <a:gd name="connsiteX79" fmla="*/ 267624 w 459892"/>
              <a:gd name="connsiteY79" fmla="*/ 277813 h 344679"/>
              <a:gd name="connsiteX80" fmla="*/ 267624 w 459892"/>
              <a:gd name="connsiteY80" fmla="*/ 230050 h 344679"/>
              <a:gd name="connsiteX81" fmla="*/ 439568 w 459892"/>
              <a:gd name="connsiteY81" fmla="*/ 230050 h 344679"/>
              <a:gd name="connsiteX82" fmla="*/ 439568 w 459892"/>
              <a:gd name="connsiteY82" fmla="*/ 277813 h 344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9892" h="344679">
                <a:moveTo>
                  <a:pt x="26902" y="103958"/>
                </a:moveTo>
                <a:cubicBezTo>
                  <a:pt x="36454" y="113510"/>
                  <a:pt x="46007" y="121152"/>
                  <a:pt x="57470" y="126884"/>
                </a:cubicBezTo>
                <a:cubicBezTo>
                  <a:pt x="70843" y="132615"/>
                  <a:pt x="86127" y="134526"/>
                  <a:pt x="101411" y="134526"/>
                </a:cubicBezTo>
                <a:cubicBezTo>
                  <a:pt x="128158" y="134526"/>
                  <a:pt x="152994" y="126884"/>
                  <a:pt x="175920" y="113510"/>
                </a:cubicBezTo>
                <a:cubicBezTo>
                  <a:pt x="195025" y="102047"/>
                  <a:pt x="208398" y="82943"/>
                  <a:pt x="210309" y="60017"/>
                </a:cubicBezTo>
                <a:cubicBezTo>
                  <a:pt x="210309" y="56196"/>
                  <a:pt x="210309" y="52375"/>
                  <a:pt x="210309" y="48554"/>
                </a:cubicBezTo>
                <a:lnTo>
                  <a:pt x="210309" y="48554"/>
                </a:lnTo>
                <a:cubicBezTo>
                  <a:pt x="210309" y="46643"/>
                  <a:pt x="208398" y="44733"/>
                  <a:pt x="208398" y="42822"/>
                </a:cubicBezTo>
                <a:cubicBezTo>
                  <a:pt x="221772" y="35180"/>
                  <a:pt x="238966" y="35180"/>
                  <a:pt x="254250" y="40912"/>
                </a:cubicBezTo>
                <a:cubicBezTo>
                  <a:pt x="252340" y="42822"/>
                  <a:pt x="252340" y="46643"/>
                  <a:pt x="250429" y="48554"/>
                </a:cubicBezTo>
                <a:lnTo>
                  <a:pt x="250429" y="48554"/>
                </a:lnTo>
                <a:cubicBezTo>
                  <a:pt x="248519" y="52375"/>
                  <a:pt x="248519" y="56196"/>
                  <a:pt x="248519" y="60017"/>
                </a:cubicBezTo>
                <a:cubicBezTo>
                  <a:pt x="250429" y="82943"/>
                  <a:pt x="263803" y="102047"/>
                  <a:pt x="284818" y="113510"/>
                </a:cubicBezTo>
                <a:cubicBezTo>
                  <a:pt x="307744" y="126884"/>
                  <a:pt x="332580" y="134526"/>
                  <a:pt x="359327" y="134526"/>
                </a:cubicBezTo>
                <a:cubicBezTo>
                  <a:pt x="374611" y="134526"/>
                  <a:pt x="387985" y="132615"/>
                  <a:pt x="401358" y="126884"/>
                </a:cubicBezTo>
                <a:cubicBezTo>
                  <a:pt x="412821" y="121152"/>
                  <a:pt x="424284" y="113510"/>
                  <a:pt x="433836" y="103958"/>
                </a:cubicBezTo>
                <a:cubicBezTo>
                  <a:pt x="445299" y="92495"/>
                  <a:pt x="452941" y="77211"/>
                  <a:pt x="456762" y="61927"/>
                </a:cubicBezTo>
                <a:cubicBezTo>
                  <a:pt x="462494" y="46643"/>
                  <a:pt x="460583" y="27538"/>
                  <a:pt x="449120" y="14165"/>
                </a:cubicBezTo>
                <a:cubicBezTo>
                  <a:pt x="439568" y="6523"/>
                  <a:pt x="430015" y="4612"/>
                  <a:pt x="418553" y="4612"/>
                </a:cubicBezTo>
                <a:cubicBezTo>
                  <a:pt x="395627" y="791"/>
                  <a:pt x="374611" y="-1119"/>
                  <a:pt x="351685" y="791"/>
                </a:cubicBezTo>
                <a:cubicBezTo>
                  <a:pt x="321117" y="2702"/>
                  <a:pt x="284818" y="8433"/>
                  <a:pt x="265713" y="23717"/>
                </a:cubicBezTo>
                <a:cubicBezTo>
                  <a:pt x="244698" y="12254"/>
                  <a:pt x="217951" y="12254"/>
                  <a:pt x="196935" y="25628"/>
                </a:cubicBezTo>
                <a:cubicBezTo>
                  <a:pt x="177831" y="8433"/>
                  <a:pt x="139621" y="2702"/>
                  <a:pt x="107142" y="791"/>
                </a:cubicBezTo>
                <a:cubicBezTo>
                  <a:pt x="86127" y="-1119"/>
                  <a:pt x="63201" y="791"/>
                  <a:pt x="42186" y="2702"/>
                </a:cubicBezTo>
                <a:cubicBezTo>
                  <a:pt x="30723" y="2702"/>
                  <a:pt x="21170" y="6523"/>
                  <a:pt x="11618" y="14165"/>
                </a:cubicBezTo>
                <a:cubicBezTo>
                  <a:pt x="155" y="25628"/>
                  <a:pt x="-3666" y="44733"/>
                  <a:pt x="3976" y="61927"/>
                </a:cubicBezTo>
                <a:cubicBezTo>
                  <a:pt x="7797" y="77211"/>
                  <a:pt x="15439" y="90584"/>
                  <a:pt x="26902" y="103958"/>
                </a:cubicBezTo>
                <a:close/>
                <a:moveTo>
                  <a:pt x="353596" y="19896"/>
                </a:moveTo>
                <a:cubicBezTo>
                  <a:pt x="374611" y="17986"/>
                  <a:pt x="395627" y="19896"/>
                  <a:pt x="416642" y="21807"/>
                </a:cubicBezTo>
                <a:cubicBezTo>
                  <a:pt x="424284" y="21807"/>
                  <a:pt x="430015" y="23717"/>
                  <a:pt x="435747" y="27538"/>
                </a:cubicBezTo>
                <a:cubicBezTo>
                  <a:pt x="441478" y="33270"/>
                  <a:pt x="443389" y="40912"/>
                  <a:pt x="437657" y="56196"/>
                </a:cubicBezTo>
                <a:cubicBezTo>
                  <a:pt x="433836" y="69569"/>
                  <a:pt x="428105" y="81032"/>
                  <a:pt x="418553" y="90584"/>
                </a:cubicBezTo>
                <a:cubicBezTo>
                  <a:pt x="410911" y="98226"/>
                  <a:pt x="403269" y="103958"/>
                  <a:pt x="393716" y="107779"/>
                </a:cubicBezTo>
                <a:cubicBezTo>
                  <a:pt x="361238" y="119242"/>
                  <a:pt x="324938" y="115421"/>
                  <a:pt x="294371" y="96316"/>
                </a:cubicBezTo>
                <a:cubicBezTo>
                  <a:pt x="279087" y="88674"/>
                  <a:pt x="269534" y="75301"/>
                  <a:pt x="267624" y="58106"/>
                </a:cubicBezTo>
                <a:cubicBezTo>
                  <a:pt x="267624" y="56196"/>
                  <a:pt x="267624" y="54285"/>
                  <a:pt x="267624" y="52375"/>
                </a:cubicBezTo>
                <a:cubicBezTo>
                  <a:pt x="275266" y="25628"/>
                  <a:pt x="334491" y="21807"/>
                  <a:pt x="353596" y="19896"/>
                </a:cubicBezTo>
                <a:close/>
                <a:moveTo>
                  <a:pt x="24991" y="27538"/>
                </a:moveTo>
                <a:cubicBezTo>
                  <a:pt x="30723" y="23717"/>
                  <a:pt x="36454" y="21807"/>
                  <a:pt x="44096" y="21807"/>
                </a:cubicBezTo>
                <a:cubicBezTo>
                  <a:pt x="59380" y="19896"/>
                  <a:pt x="72754" y="19896"/>
                  <a:pt x="86127" y="19896"/>
                </a:cubicBezTo>
                <a:cubicBezTo>
                  <a:pt x="93769" y="19896"/>
                  <a:pt x="99500" y="19896"/>
                  <a:pt x="107142" y="19896"/>
                </a:cubicBezTo>
                <a:cubicBezTo>
                  <a:pt x="126247" y="21807"/>
                  <a:pt x="185473" y="25628"/>
                  <a:pt x="191204" y="52375"/>
                </a:cubicBezTo>
                <a:cubicBezTo>
                  <a:pt x="191204" y="54285"/>
                  <a:pt x="191204" y="56196"/>
                  <a:pt x="191204" y="58106"/>
                </a:cubicBezTo>
                <a:cubicBezTo>
                  <a:pt x="189293" y="75301"/>
                  <a:pt x="179741" y="88674"/>
                  <a:pt x="164457" y="96316"/>
                </a:cubicBezTo>
                <a:cubicBezTo>
                  <a:pt x="135800" y="115421"/>
                  <a:pt x="99500" y="119242"/>
                  <a:pt x="65112" y="107779"/>
                </a:cubicBezTo>
                <a:cubicBezTo>
                  <a:pt x="55559" y="103958"/>
                  <a:pt x="46007" y="98226"/>
                  <a:pt x="40275" y="90584"/>
                </a:cubicBezTo>
                <a:cubicBezTo>
                  <a:pt x="30723" y="81032"/>
                  <a:pt x="24991" y="69569"/>
                  <a:pt x="21170" y="56196"/>
                </a:cubicBezTo>
                <a:cubicBezTo>
                  <a:pt x="17349" y="40912"/>
                  <a:pt x="19260" y="33270"/>
                  <a:pt x="24991" y="27538"/>
                </a:cubicBezTo>
                <a:close/>
                <a:moveTo>
                  <a:pt x="439568" y="210945"/>
                </a:moveTo>
                <a:lnTo>
                  <a:pt x="267624" y="210945"/>
                </a:lnTo>
                <a:cubicBezTo>
                  <a:pt x="256161" y="210945"/>
                  <a:pt x="248519" y="218587"/>
                  <a:pt x="248519" y="230050"/>
                </a:cubicBezTo>
                <a:lnTo>
                  <a:pt x="248519" y="241513"/>
                </a:lnTo>
                <a:cubicBezTo>
                  <a:pt x="235145" y="237692"/>
                  <a:pt x="221772" y="237692"/>
                  <a:pt x="210309" y="243424"/>
                </a:cubicBezTo>
                <a:lnTo>
                  <a:pt x="210309" y="230050"/>
                </a:lnTo>
                <a:cubicBezTo>
                  <a:pt x="210309" y="218587"/>
                  <a:pt x="202667" y="210945"/>
                  <a:pt x="191204" y="210945"/>
                </a:cubicBezTo>
                <a:lnTo>
                  <a:pt x="19260" y="210945"/>
                </a:lnTo>
                <a:cubicBezTo>
                  <a:pt x="7797" y="210945"/>
                  <a:pt x="155" y="218587"/>
                  <a:pt x="155" y="230050"/>
                </a:cubicBezTo>
                <a:lnTo>
                  <a:pt x="155" y="277813"/>
                </a:lnTo>
                <a:cubicBezTo>
                  <a:pt x="155" y="314112"/>
                  <a:pt x="30723" y="344680"/>
                  <a:pt x="67022" y="344680"/>
                </a:cubicBezTo>
                <a:lnTo>
                  <a:pt x="143442" y="344680"/>
                </a:lnTo>
                <a:cubicBezTo>
                  <a:pt x="179741" y="344680"/>
                  <a:pt x="210309" y="314112"/>
                  <a:pt x="210309" y="277813"/>
                </a:cubicBezTo>
                <a:lnTo>
                  <a:pt x="210309" y="262529"/>
                </a:lnTo>
                <a:cubicBezTo>
                  <a:pt x="221772" y="256797"/>
                  <a:pt x="235145" y="254887"/>
                  <a:pt x="248519" y="260618"/>
                </a:cubicBezTo>
                <a:lnTo>
                  <a:pt x="248519" y="277813"/>
                </a:lnTo>
                <a:cubicBezTo>
                  <a:pt x="248519" y="314112"/>
                  <a:pt x="279087" y="344680"/>
                  <a:pt x="315386" y="344680"/>
                </a:cubicBezTo>
                <a:lnTo>
                  <a:pt x="391806" y="344680"/>
                </a:lnTo>
                <a:cubicBezTo>
                  <a:pt x="428105" y="344680"/>
                  <a:pt x="458673" y="314112"/>
                  <a:pt x="458673" y="277813"/>
                </a:cubicBezTo>
                <a:lnTo>
                  <a:pt x="458673" y="230050"/>
                </a:lnTo>
                <a:cubicBezTo>
                  <a:pt x="458673" y="218587"/>
                  <a:pt x="451031" y="210945"/>
                  <a:pt x="439568" y="210945"/>
                </a:cubicBezTo>
                <a:close/>
                <a:moveTo>
                  <a:pt x="191204" y="277813"/>
                </a:moveTo>
                <a:cubicBezTo>
                  <a:pt x="191204" y="304560"/>
                  <a:pt x="170189" y="325575"/>
                  <a:pt x="143442" y="325575"/>
                </a:cubicBezTo>
                <a:lnTo>
                  <a:pt x="67022" y="325575"/>
                </a:lnTo>
                <a:cubicBezTo>
                  <a:pt x="40275" y="325575"/>
                  <a:pt x="19260" y="304560"/>
                  <a:pt x="19260" y="277813"/>
                </a:cubicBezTo>
                <a:lnTo>
                  <a:pt x="19260" y="230050"/>
                </a:lnTo>
                <a:lnTo>
                  <a:pt x="191204" y="230050"/>
                </a:lnTo>
                <a:lnTo>
                  <a:pt x="191204" y="277813"/>
                </a:lnTo>
                <a:close/>
                <a:moveTo>
                  <a:pt x="439568" y="277813"/>
                </a:moveTo>
                <a:cubicBezTo>
                  <a:pt x="439568" y="304560"/>
                  <a:pt x="418553" y="325575"/>
                  <a:pt x="391806" y="325575"/>
                </a:cubicBezTo>
                <a:lnTo>
                  <a:pt x="315386" y="325575"/>
                </a:lnTo>
                <a:cubicBezTo>
                  <a:pt x="288639" y="325575"/>
                  <a:pt x="267624" y="304560"/>
                  <a:pt x="267624" y="277813"/>
                </a:cubicBezTo>
                <a:lnTo>
                  <a:pt x="267624" y="230050"/>
                </a:lnTo>
                <a:lnTo>
                  <a:pt x="439568" y="230050"/>
                </a:lnTo>
                <a:lnTo>
                  <a:pt x="439568" y="2778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Graphic 45" descr="Eyeglasses icon.">
            <a:extLst>
              <a:ext uri="{FF2B5EF4-FFF2-40B4-BE49-F238E27FC236}">
                <a16:creationId xmlns:a16="http://schemas.microsoft.com/office/drawing/2014/main" id="{6F2ED9FB-0B28-444D-A845-362B8AD8D57C}"/>
              </a:ext>
            </a:extLst>
          </p:cNvPr>
          <p:cNvSpPr>
            <a:spLocks noChangeAspect="1"/>
          </p:cNvSpPr>
          <p:nvPr/>
        </p:nvSpPr>
        <p:spPr>
          <a:xfrm>
            <a:off x="10787084" y="4150888"/>
            <a:ext cx="421938" cy="420439"/>
          </a:xfrm>
          <a:custGeom>
            <a:avLst/>
            <a:gdLst>
              <a:gd name="connsiteX0" fmla="*/ 416207 w 421938"/>
              <a:gd name="connsiteY0" fmla="*/ 294347 h 420439"/>
              <a:gd name="connsiteX1" fmla="*/ 416207 w 421938"/>
              <a:gd name="connsiteY1" fmla="*/ 294347 h 420439"/>
              <a:gd name="connsiteX2" fmla="*/ 414297 w 421938"/>
              <a:gd name="connsiteY2" fmla="*/ 286705 h 420439"/>
              <a:gd name="connsiteX3" fmla="*/ 345519 w 421938"/>
              <a:gd name="connsiteY3" fmla="*/ 45983 h 420439"/>
              <a:gd name="connsiteX4" fmla="*/ 278652 w 421938"/>
              <a:gd name="connsiteY4" fmla="*/ 131 h 420439"/>
              <a:gd name="connsiteX5" fmla="*/ 278652 w 421938"/>
              <a:gd name="connsiteY5" fmla="*/ 19236 h 420439"/>
              <a:gd name="connsiteX6" fmla="*/ 328325 w 421938"/>
              <a:gd name="connsiteY6" fmla="*/ 53625 h 420439"/>
              <a:gd name="connsiteX7" fmla="*/ 385640 w 421938"/>
              <a:gd name="connsiteY7" fmla="*/ 250406 h 420439"/>
              <a:gd name="connsiteX8" fmla="*/ 251905 w 421938"/>
              <a:gd name="connsiteY8" fmla="*/ 269511 h 420439"/>
              <a:gd name="connsiteX9" fmla="*/ 232800 w 421938"/>
              <a:gd name="connsiteY9" fmla="*/ 317273 h 420439"/>
              <a:gd name="connsiteX10" fmla="*/ 192680 w 421938"/>
              <a:gd name="connsiteY10" fmla="*/ 317273 h 420439"/>
              <a:gd name="connsiteX11" fmla="*/ 87603 w 421938"/>
              <a:gd name="connsiteY11" fmla="*/ 231301 h 420439"/>
              <a:gd name="connsiteX12" fmla="*/ 39841 w 421938"/>
              <a:gd name="connsiteY12" fmla="*/ 250406 h 420439"/>
              <a:gd name="connsiteX13" fmla="*/ 97155 w 421938"/>
              <a:gd name="connsiteY13" fmla="*/ 53625 h 420439"/>
              <a:gd name="connsiteX14" fmla="*/ 144918 w 421938"/>
              <a:gd name="connsiteY14" fmla="*/ 19236 h 420439"/>
              <a:gd name="connsiteX15" fmla="*/ 144918 w 421938"/>
              <a:gd name="connsiteY15" fmla="*/ 131 h 420439"/>
              <a:gd name="connsiteX16" fmla="*/ 78050 w 421938"/>
              <a:gd name="connsiteY16" fmla="*/ 45983 h 420439"/>
              <a:gd name="connsiteX17" fmla="*/ 7362 w 421938"/>
              <a:gd name="connsiteY17" fmla="*/ 290526 h 420439"/>
              <a:gd name="connsiteX18" fmla="*/ 5452 w 421938"/>
              <a:gd name="connsiteY18" fmla="*/ 294347 h 420439"/>
              <a:gd name="connsiteX19" fmla="*/ 5452 w 421938"/>
              <a:gd name="connsiteY19" fmla="*/ 294347 h 420439"/>
              <a:gd name="connsiteX20" fmla="*/ 60856 w 421938"/>
              <a:gd name="connsiteY20" fmla="*/ 414708 h 420439"/>
              <a:gd name="connsiteX21" fmla="*/ 97155 w 421938"/>
              <a:gd name="connsiteY21" fmla="*/ 420440 h 420439"/>
              <a:gd name="connsiteX22" fmla="*/ 190769 w 421938"/>
              <a:gd name="connsiteY22" fmla="*/ 338288 h 420439"/>
              <a:gd name="connsiteX23" fmla="*/ 230890 w 421938"/>
              <a:gd name="connsiteY23" fmla="*/ 338288 h 420439"/>
              <a:gd name="connsiteX24" fmla="*/ 341698 w 421938"/>
              <a:gd name="connsiteY24" fmla="*/ 416619 h 420439"/>
              <a:gd name="connsiteX25" fmla="*/ 421939 w 421938"/>
              <a:gd name="connsiteY25" fmla="*/ 324915 h 420439"/>
              <a:gd name="connsiteX26" fmla="*/ 416207 w 421938"/>
              <a:gd name="connsiteY26" fmla="*/ 294347 h 420439"/>
              <a:gd name="connsiteX27" fmla="*/ 97155 w 421938"/>
              <a:gd name="connsiteY27" fmla="*/ 401335 h 420439"/>
              <a:gd name="connsiteX28" fmla="*/ 20736 w 421938"/>
              <a:gd name="connsiteY28" fmla="*/ 324915 h 420439"/>
              <a:gd name="connsiteX29" fmla="*/ 97155 w 421938"/>
              <a:gd name="connsiteY29" fmla="*/ 248495 h 420439"/>
              <a:gd name="connsiteX30" fmla="*/ 173575 w 421938"/>
              <a:gd name="connsiteY30" fmla="*/ 324915 h 420439"/>
              <a:gd name="connsiteX31" fmla="*/ 97155 w 421938"/>
              <a:gd name="connsiteY31" fmla="*/ 401335 h 420439"/>
              <a:gd name="connsiteX32" fmla="*/ 326414 w 421938"/>
              <a:gd name="connsiteY32" fmla="*/ 401335 h 420439"/>
              <a:gd name="connsiteX33" fmla="*/ 249995 w 421938"/>
              <a:gd name="connsiteY33" fmla="*/ 324915 h 420439"/>
              <a:gd name="connsiteX34" fmla="*/ 326414 w 421938"/>
              <a:gd name="connsiteY34" fmla="*/ 248495 h 420439"/>
              <a:gd name="connsiteX35" fmla="*/ 402834 w 421938"/>
              <a:gd name="connsiteY35" fmla="*/ 324915 h 420439"/>
              <a:gd name="connsiteX36" fmla="*/ 326414 w 421938"/>
              <a:gd name="connsiteY36" fmla="*/ 401335 h 420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938" h="420439">
                <a:moveTo>
                  <a:pt x="416207" y="294347"/>
                </a:moveTo>
                <a:lnTo>
                  <a:pt x="416207" y="294347"/>
                </a:lnTo>
                <a:lnTo>
                  <a:pt x="414297" y="286705"/>
                </a:lnTo>
                <a:cubicBezTo>
                  <a:pt x="372266" y="137687"/>
                  <a:pt x="349340" y="55536"/>
                  <a:pt x="345519" y="45983"/>
                </a:cubicBezTo>
                <a:cubicBezTo>
                  <a:pt x="335967" y="17326"/>
                  <a:pt x="309220" y="-1779"/>
                  <a:pt x="278652" y="131"/>
                </a:cubicBezTo>
                <a:lnTo>
                  <a:pt x="278652" y="19236"/>
                </a:lnTo>
                <a:cubicBezTo>
                  <a:pt x="301578" y="17326"/>
                  <a:pt x="320683" y="30699"/>
                  <a:pt x="328325" y="53625"/>
                </a:cubicBezTo>
                <a:cubicBezTo>
                  <a:pt x="330235" y="59357"/>
                  <a:pt x="343609" y="99477"/>
                  <a:pt x="385640" y="250406"/>
                </a:cubicBezTo>
                <a:cubicBezTo>
                  <a:pt x="343609" y="217927"/>
                  <a:pt x="284383" y="227480"/>
                  <a:pt x="251905" y="269511"/>
                </a:cubicBezTo>
                <a:cubicBezTo>
                  <a:pt x="240442" y="282884"/>
                  <a:pt x="234711" y="300079"/>
                  <a:pt x="232800" y="317273"/>
                </a:cubicBezTo>
                <a:cubicBezTo>
                  <a:pt x="219427" y="311542"/>
                  <a:pt x="206053" y="311542"/>
                  <a:pt x="192680" y="317273"/>
                </a:cubicBezTo>
                <a:cubicBezTo>
                  <a:pt x="186948" y="265690"/>
                  <a:pt x="141097" y="225569"/>
                  <a:pt x="87603" y="231301"/>
                </a:cubicBezTo>
                <a:cubicBezTo>
                  <a:pt x="70408" y="233211"/>
                  <a:pt x="53214" y="238943"/>
                  <a:pt x="39841" y="250406"/>
                </a:cubicBezTo>
                <a:cubicBezTo>
                  <a:pt x="83782" y="91835"/>
                  <a:pt x="95245" y="59357"/>
                  <a:pt x="97155" y="53625"/>
                </a:cubicBezTo>
                <a:cubicBezTo>
                  <a:pt x="104797" y="32610"/>
                  <a:pt x="123902" y="19236"/>
                  <a:pt x="144918" y="19236"/>
                </a:cubicBezTo>
                <a:lnTo>
                  <a:pt x="144918" y="131"/>
                </a:lnTo>
                <a:cubicBezTo>
                  <a:pt x="114350" y="-1779"/>
                  <a:pt x="87603" y="17326"/>
                  <a:pt x="78050" y="45983"/>
                </a:cubicBezTo>
                <a:cubicBezTo>
                  <a:pt x="74229" y="55536"/>
                  <a:pt x="51303" y="137687"/>
                  <a:pt x="7362" y="290526"/>
                </a:cubicBezTo>
                <a:lnTo>
                  <a:pt x="5452" y="294347"/>
                </a:lnTo>
                <a:lnTo>
                  <a:pt x="5452" y="294347"/>
                </a:lnTo>
                <a:cubicBezTo>
                  <a:pt x="-11743" y="344020"/>
                  <a:pt x="13094" y="397514"/>
                  <a:pt x="60856" y="414708"/>
                </a:cubicBezTo>
                <a:cubicBezTo>
                  <a:pt x="74229" y="418529"/>
                  <a:pt x="85692" y="420440"/>
                  <a:pt x="97155" y="420440"/>
                </a:cubicBezTo>
                <a:cubicBezTo>
                  <a:pt x="144918" y="420440"/>
                  <a:pt x="185038" y="386051"/>
                  <a:pt x="190769" y="338288"/>
                </a:cubicBezTo>
                <a:cubicBezTo>
                  <a:pt x="202232" y="328736"/>
                  <a:pt x="219427" y="328736"/>
                  <a:pt x="230890" y="338288"/>
                </a:cubicBezTo>
                <a:cubicBezTo>
                  <a:pt x="240442" y="389872"/>
                  <a:pt x="288204" y="426171"/>
                  <a:pt x="341698" y="416619"/>
                </a:cubicBezTo>
                <a:cubicBezTo>
                  <a:pt x="387550" y="408977"/>
                  <a:pt x="420028" y="370767"/>
                  <a:pt x="421939" y="324915"/>
                </a:cubicBezTo>
                <a:cubicBezTo>
                  <a:pt x="421939" y="313452"/>
                  <a:pt x="420028" y="303900"/>
                  <a:pt x="416207" y="294347"/>
                </a:cubicBezTo>
                <a:close/>
                <a:moveTo>
                  <a:pt x="97155" y="401335"/>
                </a:moveTo>
                <a:cubicBezTo>
                  <a:pt x="55124" y="401335"/>
                  <a:pt x="20736" y="366946"/>
                  <a:pt x="20736" y="324915"/>
                </a:cubicBezTo>
                <a:cubicBezTo>
                  <a:pt x="20736" y="282884"/>
                  <a:pt x="55124" y="248495"/>
                  <a:pt x="97155" y="248495"/>
                </a:cubicBezTo>
                <a:cubicBezTo>
                  <a:pt x="139186" y="248495"/>
                  <a:pt x="173575" y="282884"/>
                  <a:pt x="173575" y="324915"/>
                </a:cubicBezTo>
                <a:cubicBezTo>
                  <a:pt x="173575" y="366946"/>
                  <a:pt x="139186" y="401335"/>
                  <a:pt x="97155" y="401335"/>
                </a:cubicBezTo>
                <a:close/>
                <a:moveTo>
                  <a:pt x="326414" y="401335"/>
                </a:moveTo>
                <a:cubicBezTo>
                  <a:pt x="284383" y="401335"/>
                  <a:pt x="249995" y="366946"/>
                  <a:pt x="249995" y="324915"/>
                </a:cubicBezTo>
                <a:cubicBezTo>
                  <a:pt x="249995" y="282884"/>
                  <a:pt x="284383" y="248495"/>
                  <a:pt x="326414" y="248495"/>
                </a:cubicBezTo>
                <a:cubicBezTo>
                  <a:pt x="368445" y="248495"/>
                  <a:pt x="402834" y="282884"/>
                  <a:pt x="402834" y="324915"/>
                </a:cubicBezTo>
                <a:cubicBezTo>
                  <a:pt x="402834" y="366946"/>
                  <a:pt x="368445" y="401335"/>
                  <a:pt x="326414" y="40133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9" name="Graphic 187" descr="Cold-flu-chest congestion icon.">
            <a:extLst>
              <a:ext uri="{FF2B5EF4-FFF2-40B4-BE49-F238E27FC236}">
                <a16:creationId xmlns:a16="http://schemas.microsoft.com/office/drawing/2014/main" id="{7922D4A7-45BD-4D04-B971-7E7A6D517B5F}"/>
              </a:ext>
            </a:extLst>
          </p:cNvPr>
          <p:cNvSpPr>
            <a:spLocks noChangeAspect="1"/>
          </p:cNvSpPr>
          <p:nvPr/>
        </p:nvSpPr>
        <p:spPr>
          <a:xfrm>
            <a:off x="974647" y="5063919"/>
            <a:ext cx="420308" cy="459635"/>
          </a:xfrm>
          <a:custGeom>
            <a:avLst/>
            <a:gdLst>
              <a:gd name="connsiteX0" fmla="*/ 43941 w 420308"/>
              <a:gd name="connsiteY0" fmla="*/ 329722 h 459635"/>
              <a:gd name="connsiteX1" fmla="*/ 38210 w 420308"/>
              <a:gd name="connsiteY1" fmla="*/ 331632 h 459635"/>
              <a:gd name="connsiteX2" fmla="*/ 38210 w 420308"/>
              <a:gd name="connsiteY2" fmla="*/ 343095 h 459635"/>
              <a:gd name="connsiteX3" fmla="*/ 0 w 420308"/>
              <a:gd name="connsiteY3" fmla="*/ 343095 h 459635"/>
              <a:gd name="connsiteX4" fmla="*/ 0 w 420308"/>
              <a:gd name="connsiteY4" fmla="*/ 362200 h 459635"/>
              <a:gd name="connsiteX5" fmla="*/ 38210 w 420308"/>
              <a:gd name="connsiteY5" fmla="*/ 362200 h 459635"/>
              <a:gd name="connsiteX6" fmla="*/ 38210 w 420308"/>
              <a:gd name="connsiteY6" fmla="*/ 373663 h 459635"/>
              <a:gd name="connsiteX7" fmla="*/ 42031 w 420308"/>
              <a:gd name="connsiteY7" fmla="*/ 375574 h 459635"/>
              <a:gd name="connsiteX8" fmla="*/ 61136 w 420308"/>
              <a:gd name="connsiteY8" fmla="*/ 356469 h 459635"/>
              <a:gd name="connsiteX9" fmla="*/ 61136 w 420308"/>
              <a:gd name="connsiteY9" fmla="*/ 348827 h 459635"/>
              <a:gd name="connsiteX10" fmla="*/ 43941 w 420308"/>
              <a:gd name="connsiteY10" fmla="*/ 329722 h 459635"/>
              <a:gd name="connsiteX11" fmla="*/ 43941 w 420308"/>
              <a:gd name="connsiteY11" fmla="*/ 157778 h 459635"/>
              <a:gd name="connsiteX12" fmla="*/ 38210 w 420308"/>
              <a:gd name="connsiteY12" fmla="*/ 159688 h 459635"/>
              <a:gd name="connsiteX13" fmla="*/ 38210 w 420308"/>
              <a:gd name="connsiteY13" fmla="*/ 171151 h 459635"/>
              <a:gd name="connsiteX14" fmla="*/ 0 w 420308"/>
              <a:gd name="connsiteY14" fmla="*/ 171151 h 459635"/>
              <a:gd name="connsiteX15" fmla="*/ 0 w 420308"/>
              <a:gd name="connsiteY15" fmla="*/ 190256 h 459635"/>
              <a:gd name="connsiteX16" fmla="*/ 38210 w 420308"/>
              <a:gd name="connsiteY16" fmla="*/ 190256 h 459635"/>
              <a:gd name="connsiteX17" fmla="*/ 38210 w 420308"/>
              <a:gd name="connsiteY17" fmla="*/ 201719 h 459635"/>
              <a:gd name="connsiteX18" fmla="*/ 42031 w 420308"/>
              <a:gd name="connsiteY18" fmla="*/ 203630 h 459635"/>
              <a:gd name="connsiteX19" fmla="*/ 61136 w 420308"/>
              <a:gd name="connsiteY19" fmla="*/ 184525 h 459635"/>
              <a:gd name="connsiteX20" fmla="*/ 61136 w 420308"/>
              <a:gd name="connsiteY20" fmla="*/ 176883 h 459635"/>
              <a:gd name="connsiteX21" fmla="*/ 43941 w 420308"/>
              <a:gd name="connsiteY21" fmla="*/ 157778 h 459635"/>
              <a:gd name="connsiteX22" fmla="*/ 43941 w 420308"/>
              <a:gd name="connsiteY22" fmla="*/ 62253 h 459635"/>
              <a:gd name="connsiteX23" fmla="*/ 38210 w 420308"/>
              <a:gd name="connsiteY23" fmla="*/ 64164 h 459635"/>
              <a:gd name="connsiteX24" fmla="*/ 38210 w 420308"/>
              <a:gd name="connsiteY24" fmla="*/ 75627 h 459635"/>
              <a:gd name="connsiteX25" fmla="*/ 0 w 420308"/>
              <a:gd name="connsiteY25" fmla="*/ 75627 h 459635"/>
              <a:gd name="connsiteX26" fmla="*/ 0 w 420308"/>
              <a:gd name="connsiteY26" fmla="*/ 94732 h 459635"/>
              <a:gd name="connsiteX27" fmla="*/ 38210 w 420308"/>
              <a:gd name="connsiteY27" fmla="*/ 94732 h 459635"/>
              <a:gd name="connsiteX28" fmla="*/ 38210 w 420308"/>
              <a:gd name="connsiteY28" fmla="*/ 106194 h 459635"/>
              <a:gd name="connsiteX29" fmla="*/ 42031 w 420308"/>
              <a:gd name="connsiteY29" fmla="*/ 108105 h 459635"/>
              <a:gd name="connsiteX30" fmla="*/ 61136 w 420308"/>
              <a:gd name="connsiteY30" fmla="*/ 89000 h 459635"/>
              <a:gd name="connsiteX31" fmla="*/ 61136 w 420308"/>
              <a:gd name="connsiteY31" fmla="*/ 81358 h 459635"/>
              <a:gd name="connsiteX32" fmla="*/ 43941 w 420308"/>
              <a:gd name="connsiteY32" fmla="*/ 62253 h 459635"/>
              <a:gd name="connsiteX33" fmla="*/ 43941 w 420308"/>
              <a:gd name="connsiteY33" fmla="*/ 406142 h 459635"/>
              <a:gd name="connsiteX34" fmla="*/ 38210 w 420308"/>
              <a:gd name="connsiteY34" fmla="*/ 408052 h 459635"/>
              <a:gd name="connsiteX35" fmla="*/ 38210 w 420308"/>
              <a:gd name="connsiteY35" fmla="*/ 419515 h 459635"/>
              <a:gd name="connsiteX36" fmla="*/ 0 w 420308"/>
              <a:gd name="connsiteY36" fmla="*/ 419515 h 459635"/>
              <a:gd name="connsiteX37" fmla="*/ 0 w 420308"/>
              <a:gd name="connsiteY37" fmla="*/ 438620 h 459635"/>
              <a:gd name="connsiteX38" fmla="*/ 38210 w 420308"/>
              <a:gd name="connsiteY38" fmla="*/ 438620 h 459635"/>
              <a:gd name="connsiteX39" fmla="*/ 38210 w 420308"/>
              <a:gd name="connsiteY39" fmla="*/ 450083 h 459635"/>
              <a:gd name="connsiteX40" fmla="*/ 42031 w 420308"/>
              <a:gd name="connsiteY40" fmla="*/ 451993 h 459635"/>
              <a:gd name="connsiteX41" fmla="*/ 61136 w 420308"/>
              <a:gd name="connsiteY41" fmla="*/ 432889 h 459635"/>
              <a:gd name="connsiteX42" fmla="*/ 61136 w 420308"/>
              <a:gd name="connsiteY42" fmla="*/ 425247 h 459635"/>
              <a:gd name="connsiteX43" fmla="*/ 43941 w 420308"/>
              <a:gd name="connsiteY43" fmla="*/ 406142 h 459635"/>
              <a:gd name="connsiteX44" fmla="*/ 395472 w 420308"/>
              <a:gd name="connsiteY44" fmla="*/ 388947 h 459635"/>
              <a:gd name="connsiteX45" fmla="*/ 334336 w 420308"/>
              <a:gd name="connsiteY45" fmla="*/ 362200 h 459635"/>
              <a:gd name="connsiteX46" fmla="*/ 334336 w 420308"/>
              <a:gd name="connsiteY46" fmla="*/ 278139 h 459635"/>
              <a:gd name="connsiteX47" fmla="*/ 334336 w 420308"/>
              <a:gd name="connsiteY47" fmla="*/ 276228 h 459635"/>
              <a:gd name="connsiteX48" fmla="*/ 370635 w 420308"/>
              <a:gd name="connsiteY48" fmla="*/ 197898 h 459635"/>
              <a:gd name="connsiteX49" fmla="*/ 351530 w 420308"/>
              <a:gd name="connsiteY49" fmla="*/ 46969 h 459635"/>
              <a:gd name="connsiteX50" fmla="*/ 259827 w 420308"/>
              <a:gd name="connsiteY50" fmla="*/ 1117 h 459635"/>
              <a:gd name="connsiteX51" fmla="*/ 156660 w 420308"/>
              <a:gd name="connsiteY51" fmla="*/ 22133 h 459635"/>
              <a:gd name="connsiteX52" fmla="*/ 128003 w 420308"/>
              <a:gd name="connsiteY52" fmla="*/ 46969 h 459635"/>
              <a:gd name="connsiteX53" fmla="*/ 112719 w 420308"/>
              <a:gd name="connsiteY53" fmla="*/ 77537 h 459635"/>
              <a:gd name="connsiteX54" fmla="*/ 105077 w 420308"/>
              <a:gd name="connsiteY54" fmla="*/ 144404 h 459635"/>
              <a:gd name="connsiteX55" fmla="*/ 78330 w 420308"/>
              <a:gd name="connsiteY55" fmla="*/ 205540 h 459635"/>
              <a:gd name="connsiteX56" fmla="*/ 87883 w 420308"/>
              <a:gd name="connsiteY56" fmla="*/ 228466 h 459635"/>
              <a:gd name="connsiteX57" fmla="*/ 95525 w 420308"/>
              <a:gd name="connsiteY57" fmla="*/ 230376 h 459635"/>
              <a:gd name="connsiteX58" fmla="*/ 106988 w 420308"/>
              <a:gd name="connsiteY58" fmla="*/ 230376 h 459635"/>
              <a:gd name="connsiteX59" fmla="*/ 106988 w 420308"/>
              <a:gd name="connsiteY59" fmla="*/ 295333 h 459635"/>
              <a:gd name="connsiteX60" fmla="*/ 133734 w 420308"/>
              <a:gd name="connsiteY60" fmla="*/ 323991 h 459635"/>
              <a:gd name="connsiteX61" fmla="*/ 200602 w 420308"/>
              <a:gd name="connsiteY61" fmla="*/ 323991 h 459635"/>
              <a:gd name="connsiteX62" fmla="*/ 200602 w 420308"/>
              <a:gd name="connsiteY62" fmla="*/ 362200 h 459635"/>
              <a:gd name="connsiteX63" fmla="*/ 139466 w 420308"/>
              <a:gd name="connsiteY63" fmla="*/ 390858 h 459635"/>
              <a:gd name="connsiteX64" fmla="*/ 114630 w 420308"/>
              <a:gd name="connsiteY64" fmla="*/ 457725 h 459635"/>
              <a:gd name="connsiteX65" fmla="*/ 133734 w 420308"/>
              <a:gd name="connsiteY65" fmla="*/ 457725 h 459635"/>
              <a:gd name="connsiteX66" fmla="*/ 154750 w 420308"/>
              <a:gd name="connsiteY66" fmla="*/ 402321 h 459635"/>
              <a:gd name="connsiteX67" fmla="*/ 202512 w 420308"/>
              <a:gd name="connsiteY67" fmla="*/ 381305 h 459635"/>
              <a:gd name="connsiteX68" fmla="*/ 215886 w 420308"/>
              <a:gd name="connsiteY68" fmla="*/ 375574 h 459635"/>
              <a:gd name="connsiteX69" fmla="*/ 221617 w 420308"/>
              <a:gd name="connsiteY69" fmla="*/ 362200 h 459635"/>
              <a:gd name="connsiteX70" fmla="*/ 221617 w 420308"/>
              <a:gd name="connsiteY70" fmla="*/ 323991 h 459635"/>
              <a:gd name="connsiteX71" fmla="*/ 215886 w 420308"/>
              <a:gd name="connsiteY71" fmla="*/ 310617 h 459635"/>
              <a:gd name="connsiteX72" fmla="*/ 200602 w 420308"/>
              <a:gd name="connsiteY72" fmla="*/ 304886 h 459635"/>
              <a:gd name="connsiteX73" fmla="*/ 133734 w 420308"/>
              <a:gd name="connsiteY73" fmla="*/ 304886 h 459635"/>
              <a:gd name="connsiteX74" fmla="*/ 124182 w 420308"/>
              <a:gd name="connsiteY74" fmla="*/ 295333 h 459635"/>
              <a:gd name="connsiteX75" fmla="*/ 124182 w 420308"/>
              <a:gd name="connsiteY75" fmla="*/ 228466 h 459635"/>
              <a:gd name="connsiteX76" fmla="*/ 108898 w 420308"/>
              <a:gd name="connsiteY76" fmla="*/ 211272 h 459635"/>
              <a:gd name="connsiteX77" fmla="*/ 106988 w 420308"/>
              <a:gd name="connsiteY77" fmla="*/ 211272 h 459635"/>
              <a:gd name="connsiteX78" fmla="*/ 95525 w 420308"/>
              <a:gd name="connsiteY78" fmla="*/ 213182 h 459635"/>
              <a:gd name="connsiteX79" fmla="*/ 124182 w 420308"/>
              <a:gd name="connsiteY79" fmla="*/ 152046 h 459635"/>
              <a:gd name="connsiteX80" fmla="*/ 126092 w 420308"/>
              <a:gd name="connsiteY80" fmla="*/ 142494 h 459635"/>
              <a:gd name="connsiteX81" fmla="*/ 131824 w 420308"/>
              <a:gd name="connsiteY81" fmla="*/ 85179 h 459635"/>
              <a:gd name="connsiteX82" fmla="*/ 145197 w 420308"/>
              <a:gd name="connsiteY82" fmla="*/ 58432 h 459635"/>
              <a:gd name="connsiteX83" fmla="*/ 166213 w 420308"/>
              <a:gd name="connsiteY83" fmla="*/ 37417 h 459635"/>
              <a:gd name="connsiteX84" fmla="*/ 257916 w 420308"/>
              <a:gd name="connsiteY84" fmla="*/ 20222 h 459635"/>
              <a:gd name="connsiteX85" fmla="*/ 336247 w 420308"/>
              <a:gd name="connsiteY85" fmla="*/ 58432 h 459635"/>
              <a:gd name="connsiteX86" fmla="*/ 353441 w 420308"/>
              <a:gd name="connsiteY86" fmla="*/ 190256 h 459635"/>
              <a:gd name="connsiteX87" fmla="*/ 317142 w 420308"/>
              <a:gd name="connsiteY87" fmla="*/ 268586 h 459635"/>
              <a:gd name="connsiteX88" fmla="*/ 315231 w 420308"/>
              <a:gd name="connsiteY88" fmla="*/ 364111 h 459635"/>
              <a:gd name="connsiteX89" fmla="*/ 334336 w 420308"/>
              <a:gd name="connsiteY89" fmla="*/ 383216 h 459635"/>
              <a:gd name="connsiteX90" fmla="*/ 334336 w 420308"/>
              <a:gd name="connsiteY90" fmla="*/ 383216 h 459635"/>
              <a:gd name="connsiteX91" fmla="*/ 380188 w 420308"/>
              <a:gd name="connsiteY91" fmla="*/ 404231 h 459635"/>
              <a:gd name="connsiteX92" fmla="*/ 401203 w 420308"/>
              <a:gd name="connsiteY92" fmla="*/ 459635 h 459635"/>
              <a:gd name="connsiteX93" fmla="*/ 420308 w 420308"/>
              <a:gd name="connsiteY93" fmla="*/ 459635 h 459635"/>
              <a:gd name="connsiteX94" fmla="*/ 395472 w 420308"/>
              <a:gd name="connsiteY94" fmla="*/ 388947 h 45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420308" h="459635">
                <a:moveTo>
                  <a:pt x="43941" y="329722"/>
                </a:moveTo>
                <a:cubicBezTo>
                  <a:pt x="40120" y="327812"/>
                  <a:pt x="38210" y="327812"/>
                  <a:pt x="38210" y="331632"/>
                </a:cubicBezTo>
                <a:lnTo>
                  <a:pt x="38210" y="343095"/>
                </a:lnTo>
                <a:lnTo>
                  <a:pt x="0" y="343095"/>
                </a:lnTo>
                <a:lnTo>
                  <a:pt x="0" y="362200"/>
                </a:lnTo>
                <a:lnTo>
                  <a:pt x="38210" y="362200"/>
                </a:lnTo>
                <a:lnTo>
                  <a:pt x="38210" y="373663"/>
                </a:lnTo>
                <a:cubicBezTo>
                  <a:pt x="38210" y="377484"/>
                  <a:pt x="40120" y="377484"/>
                  <a:pt x="42031" y="375574"/>
                </a:cubicBezTo>
                <a:lnTo>
                  <a:pt x="61136" y="356469"/>
                </a:lnTo>
                <a:cubicBezTo>
                  <a:pt x="63046" y="354558"/>
                  <a:pt x="63046" y="350737"/>
                  <a:pt x="61136" y="348827"/>
                </a:cubicBezTo>
                <a:lnTo>
                  <a:pt x="43941" y="329722"/>
                </a:lnTo>
                <a:close/>
                <a:moveTo>
                  <a:pt x="43941" y="157778"/>
                </a:moveTo>
                <a:cubicBezTo>
                  <a:pt x="40120" y="155867"/>
                  <a:pt x="38210" y="155867"/>
                  <a:pt x="38210" y="159688"/>
                </a:cubicBezTo>
                <a:lnTo>
                  <a:pt x="38210" y="171151"/>
                </a:lnTo>
                <a:lnTo>
                  <a:pt x="0" y="171151"/>
                </a:lnTo>
                <a:lnTo>
                  <a:pt x="0" y="190256"/>
                </a:lnTo>
                <a:lnTo>
                  <a:pt x="38210" y="190256"/>
                </a:lnTo>
                <a:lnTo>
                  <a:pt x="38210" y="201719"/>
                </a:lnTo>
                <a:cubicBezTo>
                  <a:pt x="38210" y="205540"/>
                  <a:pt x="40120" y="205540"/>
                  <a:pt x="42031" y="203630"/>
                </a:cubicBezTo>
                <a:lnTo>
                  <a:pt x="61136" y="184525"/>
                </a:lnTo>
                <a:cubicBezTo>
                  <a:pt x="63046" y="182614"/>
                  <a:pt x="63046" y="178793"/>
                  <a:pt x="61136" y="176883"/>
                </a:cubicBezTo>
                <a:lnTo>
                  <a:pt x="43941" y="157778"/>
                </a:lnTo>
                <a:close/>
                <a:moveTo>
                  <a:pt x="43941" y="62253"/>
                </a:moveTo>
                <a:cubicBezTo>
                  <a:pt x="40120" y="60343"/>
                  <a:pt x="38210" y="60343"/>
                  <a:pt x="38210" y="64164"/>
                </a:cubicBezTo>
                <a:lnTo>
                  <a:pt x="38210" y="75627"/>
                </a:lnTo>
                <a:lnTo>
                  <a:pt x="0" y="75627"/>
                </a:lnTo>
                <a:lnTo>
                  <a:pt x="0" y="94732"/>
                </a:lnTo>
                <a:lnTo>
                  <a:pt x="38210" y="94732"/>
                </a:lnTo>
                <a:lnTo>
                  <a:pt x="38210" y="106194"/>
                </a:lnTo>
                <a:cubicBezTo>
                  <a:pt x="38210" y="110015"/>
                  <a:pt x="40120" y="110015"/>
                  <a:pt x="42031" y="108105"/>
                </a:cubicBezTo>
                <a:lnTo>
                  <a:pt x="61136" y="89000"/>
                </a:lnTo>
                <a:cubicBezTo>
                  <a:pt x="63046" y="87090"/>
                  <a:pt x="63046" y="83269"/>
                  <a:pt x="61136" y="81358"/>
                </a:cubicBezTo>
                <a:lnTo>
                  <a:pt x="43941" y="62253"/>
                </a:lnTo>
                <a:close/>
                <a:moveTo>
                  <a:pt x="43941" y="406142"/>
                </a:moveTo>
                <a:cubicBezTo>
                  <a:pt x="40120" y="404231"/>
                  <a:pt x="38210" y="404231"/>
                  <a:pt x="38210" y="408052"/>
                </a:cubicBezTo>
                <a:lnTo>
                  <a:pt x="38210" y="419515"/>
                </a:lnTo>
                <a:lnTo>
                  <a:pt x="0" y="419515"/>
                </a:lnTo>
                <a:lnTo>
                  <a:pt x="0" y="438620"/>
                </a:lnTo>
                <a:lnTo>
                  <a:pt x="38210" y="438620"/>
                </a:lnTo>
                <a:lnTo>
                  <a:pt x="38210" y="450083"/>
                </a:lnTo>
                <a:cubicBezTo>
                  <a:pt x="38210" y="453904"/>
                  <a:pt x="40120" y="453904"/>
                  <a:pt x="42031" y="451993"/>
                </a:cubicBezTo>
                <a:lnTo>
                  <a:pt x="61136" y="432889"/>
                </a:lnTo>
                <a:cubicBezTo>
                  <a:pt x="63046" y="430978"/>
                  <a:pt x="63046" y="427157"/>
                  <a:pt x="61136" y="425247"/>
                </a:cubicBezTo>
                <a:lnTo>
                  <a:pt x="43941" y="406142"/>
                </a:lnTo>
                <a:close/>
                <a:moveTo>
                  <a:pt x="395472" y="388947"/>
                </a:moveTo>
                <a:cubicBezTo>
                  <a:pt x="380188" y="371753"/>
                  <a:pt x="357262" y="362200"/>
                  <a:pt x="334336" y="362200"/>
                </a:cubicBezTo>
                <a:lnTo>
                  <a:pt x="334336" y="278139"/>
                </a:lnTo>
                <a:lnTo>
                  <a:pt x="334336" y="276228"/>
                </a:lnTo>
                <a:cubicBezTo>
                  <a:pt x="345799" y="251392"/>
                  <a:pt x="359172" y="226555"/>
                  <a:pt x="370635" y="197898"/>
                </a:cubicBezTo>
                <a:cubicBezTo>
                  <a:pt x="391651" y="148225"/>
                  <a:pt x="384009" y="90911"/>
                  <a:pt x="351530" y="46969"/>
                </a:cubicBezTo>
                <a:cubicBezTo>
                  <a:pt x="328605" y="18312"/>
                  <a:pt x="296126" y="3028"/>
                  <a:pt x="259827" y="1117"/>
                </a:cubicBezTo>
                <a:cubicBezTo>
                  <a:pt x="223528" y="-2704"/>
                  <a:pt x="187228" y="3028"/>
                  <a:pt x="156660" y="22133"/>
                </a:cubicBezTo>
                <a:cubicBezTo>
                  <a:pt x="145197" y="27864"/>
                  <a:pt x="135645" y="35506"/>
                  <a:pt x="128003" y="46969"/>
                </a:cubicBezTo>
                <a:cubicBezTo>
                  <a:pt x="122271" y="56522"/>
                  <a:pt x="116540" y="66074"/>
                  <a:pt x="112719" y="77537"/>
                </a:cubicBezTo>
                <a:cubicBezTo>
                  <a:pt x="105077" y="98553"/>
                  <a:pt x="103167" y="121478"/>
                  <a:pt x="105077" y="144404"/>
                </a:cubicBezTo>
                <a:lnTo>
                  <a:pt x="78330" y="205540"/>
                </a:lnTo>
                <a:cubicBezTo>
                  <a:pt x="74509" y="215093"/>
                  <a:pt x="78330" y="224645"/>
                  <a:pt x="87883" y="228466"/>
                </a:cubicBezTo>
                <a:cubicBezTo>
                  <a:pt x="89793" y="230376"/>
                  <a:pt x="93614" y="230376"/>
                  <a:pt x="95525" y="230376"/>
                </a:cubicBezTo>
                <a:lnTo>
                  <a:pt x="106988" y="230376"/>
                </a:lnTo>
                <a:lnTo>
                  <a:pt x="106988" y="295333"/>
                </a:lnTo>
                <a:cubicBezTo>
                  <a:pt x="105077" y="310617"/>
                  <a:pt x="118450" y="323991"/>
                  <a:pt x="133734" y="323991"/>
                </a:cubicBezTo>
                <a:lnTo>
                  <a:pt x="200602" y="323991"/>
                </a:lnTo>
                <a:lnTo>
                  <a:pt x="200602" y="362200"/>
                </a:lnTo>
                <a:cubicBezTo>
                  <a:pt x="177676" y="362200"/>
                  <a:pt x="154750" y="371753"/>
                  <a:pt x="139466" y="390858"/>
                </a:cubicBezTo>
                <a:cubicBezTo>
                  <a:pt x="124182" y="409963"/>
                  <a:pt x="114630" y="432889"/>
                  <a:pt x="114630" y="457725"/>
                </a:cubicBezTo>
                <a:lnTo>
                  <a:pt x="133734" y="457725"/>
                </a:lnTo>
                <a:cubicBezTo>
                  <a:pt x="133734" y="438620"/>
                  <a:pt x="141376" y="417605"/>
                  <a:pt x="154750" y="402321"/>
                </a:cubicBezTo>
                <a:cubicBezTo>
                  <a:pt x="166213" y="388947"/>
                  <a:pt x="183407" y="381305"/>
                  <a:pt x="202512" y="381305"/>
                </a:cubicBezTo>
                <a:cubicBezTo>
                  <a:pt x="208244" y="381305"/>
                  <a:pt x="212065" y="379395"/>
                  <a:pt x="215886" y="375574"/>
                </a:cubicBezTo>
                <a:cubicBezTo>
                  <a:pt x="219707" y="371753"/>
                  <a:pt x="221617" y="367932"/>
                  <a:pt x="221617" y="362200"/>
                </a:cubicBezTo>
                <a:lnTo>
                  <a:pt x="221617" y="323991"/>
                </a:lnTo>
                <a:cubicBezTo>
                  <a:pt x="221617" y="318259"/>
                  <a:pt x="219707" y="314438"/>
                  <a:pt x="215886" y="310617"/>
                </a:cubicBezTo>
                <a:cubicBezTo>
                  <a:pt x="210154" y="306796"/>
                  <a:pt x="206333" y="304886"/>
                  <a:pt x="200602" y="304886"/>
                </a:cubicBezTo>
                <a:lnTo>
                  <a:pt x="133734" y="304886"/>
                </a:lnTo>
                <a:cubicBezTo>
                  <a:pt x="128003" y="304886"/>
                  <a:pt x="124182" y="301065"/>
                  <a:pt x="124182" y="295333"/>
                </a:cubicBezTo>
                <a:lnTo>
                  <a:pt x="124182" y="228466"/>
                </a:lnTo>
                <a:cubicBezTo>
                  <a:pt x="124182" y="218913"/>
                  <a:pt x="116540" y="213182"/>
                  <a:pt x="108898" y="211272"/>
                </a:cubicBezTo>
                <a:lnTo>
                  <a:pt x="106988" y="211272"/>
                </a:lnTo>
                <a:lnTo>
                  <a:pt x="95525" y="213182"/>
                </a:lnTo>
                <a:lnTo>
                  <a:pt x="124182" y="152046"/>
                </a:lnTo>
                <a:cubicBezTo>
                  <a:pt x="126092" y="148225"/>
                  <a:pt x="126092" y="144404"/>
                  <a:pt x="126092" y="142494"/>
                </a:cubicBezTo>
                <a:cubicBezTo>
                  <a:pt x="124182" y="123389"/>
                  <a:pt x="126092" y="104284"/>
                  <a:pt x="131824" y="85179"/>
                </a:cubicBezTo>
                <a:cubicBezTo>
                  <a:pt x="133734" y="75627"/>
                  <a:pt x="137555" y="66074"/>
                  <a:pt x="145197" y="58432"/>
                </a:cubicBezTo>
                <a:cubicBezTo>
                  <a:pt x="150929" y="48880"/>
                  <a:pt x="158571" y="43148"/>
                  <a:pt x="166213" y="37417"/>
                </a:cubicBezTo>
                <a:cubicBezTo>
                  <a:pt x="194870" y="22133"/>
                  <a:pt x="225438" y="16401"/>
                  <a:pt x="257916" y="20222"/>
                </a:cubicBezTo>
                <a:cubicBezTo>
                  <a:pt x="288484" y="20222"/>
                  <a:pt x="317142" y="35506"/>
                  <a:pt x="336247" y="58432"/>
                </a:cubicBezTo>
                <a:cubicBezTo>
                  <a:pt x="364904" y="96642"/>
                  <a:pt x="370635" y="146315"/>
                  <a:pt x="353441" y="190256"/>
                </a:cubicBezTo>
                <a:cubicBezTo>
                  <a:pt x="341978" y="217003"/>
                  <a:pt x="330515" y="243750"/>
                  <a:pt x="317142" y="268586"/>
                </a:cubicBezTo>
                <a:lnTo>
                  <a:pt x="315231" y="364111"/>
                </a:lnTo>
                <a:cubicBezTo>
                  <a:pt x="315231" y="375574"/>
                  <a:pt x="322873" y="383216"/>
                  <a:pt x="334336" y="383216"/>
                </a:cubicBezTo>
                <a:lnTo>
                  <a:pt x="334336" y="383216"/>
                </a:lnTo>
                <a:cubicBezTo>
                  <a:pt x="351530" y="383216"/>
                  <a:pt x="368725" y="390858"/>
                  <a:pt x="380188" y="404231"/>
                </a:cubicBezTo>
                <a:cubicBezTo>
                  <a:pt x="393561" y="419515"/>
                  <a:pt x="399293" y="440531"/>
                  <a:pt x="401203" y="459635"/>
                </a:cubicBezTo>
                <a:lnTo>
                  <a:pt x="420308" y="459635"/>
                </a:lnTo>
                <a:cubicBezTo>
                  <a:pt x="420308" y="432889"/>
                  <a:pt x="410756" y="408052"/>
                  <a:pt x="395472" y="38894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0" name="Graphic 179" descr="Cold-flu-cough throat icon.">
            <a:extLst>
              <a:ext uri="{FF2B5EF4-FFF2-40B4-BE49-F238E27FC236}">
                <a16:creationId xmlns:a16="http://schemas.microsoft.com/office/drawing/2014/main" id="{51CB0F67-F3D3-4E39-8AC7-2A56BA47BBC5}"/>
              </a:ext>
            </a:extLst>
          </p:cNvPr>
          <p:cNvSpPr>
            <a:spLocks noChangeAspect="1"/>
          </p:cNvSpPr>
          <p:nvPr/>
        </p:nvSpPr>
        <p:spPr>
          <a:xfrm>
            <a:off x="2189477" y="5065830"/>
            <a:ext cx="430651" cy="457724"/>
          </a:xfrm>
          <a:custGeom>
            <a:avLst/>
            <a:gdLst>
              <a:gd name="connsiteX0" fmla="*/ 100137 w 430651"/>
              <a:gd name="connsiteY0" fmla="*/ 354558 h 457724"/>
              <a:gd name="connsiteX1" fmla="*/ 90584 w 430651"/>
              <a:gd name="connsiteY1" fmla="*/ 348827 h 457724"/>
              <a:gd name="connsiteX2" fmla="*/ 79122 w 430651"/>
              <a:gd name="connsiteY2" fmla="*/ 329722 h 457724"/>
              <a:gd name="connsiteX3" fmla="*/ 56196 w 430651"/>
              <a:gd name="connsiteY3" fmla="*/ 316349 h 457724"/>
              <a:gd name="connsiteX4" fmla="*/ 48554 w 430651"/>
              <a:gd name="connsiteY4" fmla="*/ 318259 h 457724"/>
              <a:gd name="connsiteX5" fmla="*/ 48554 w 430651"/>
              <a:gd name="connsiteY5" fmla="*/ 278139 h 457724"/>
              <a:gd name="connsiteX6" fmla="*/ 46643 w 430651"/>
              <a:gd name="connsiteY6" fmla="*/ 260944 h 457724"/>
              <a:gd name="connsiteX7" fmla="*/ 31359 w 430651"/>
              <a:gd name="connsiteY7" fmla="*/ 249481 h 457724"/>
              <a:gd name="connsiteX8" fmla="*/ 14165 w 430651"/>
              <a:gd name="connsiteY8" fmla="*/ 260944 h 457724"/>
              <a:gd name="connsiteX9" fmla="*/ 12254 w 430651"/>
              <a:gd name="connsiteY9" fmla="*/ 268586 h 457724"/>
              <a:gd name="connsiteX10" fmla="*/ 791 w 430651"/>
              <a:gd name="connsiteY10" fmla="*/ 322080 h 457724"/>
              <a:gd name="connsiteX11" fmla="*/ 2702 w 430651"/>
              <a:gd name="connsiteY11" fmla="*/ 335453 h 457724"/>
              <a:gd name="connsiteX12" fmla="*/ 48554 w 430651"/>
              <a:gd name="connsiteY12" fmla="*/ 438620 h 457724"/>
              <a:gd name="connsiteX13" fmla="*/ 48554 w 430651"/>
              <a:gd name="connsiteY13" fmla="*/ 455814 h 457724"/>
              <a:gd name="connsiteX14" fmla="*/ 67659 w 430651"/>
              <a:gd name="connsiteY14" fmla="*/ 455814 h 457724"/>
              <a:gd name="connsiteX15" fmla="*/ 67659 w 430651"/>
              <a:gd name="connsiteY15" fmla="*/ 434799 h 457724"/>
              <a:gd name="connsiteX16" fmla="*/ 31359 w 430651"/>
              <a:gd name="connsiteY16" fmla="*/ 356469 h 457724"/>
              <a:gd name="connsiteX17" fmla="*/ 16075 w 430651"/>
              <a:gd name="connsiteY17" fmla="*/ 323991 h 457724"/>
              <a:gd name="connsiteX18" fmla="*/ 25628 w 430651"/>
              <a:gd name="connsiteY18" fmla="*/ 278139 h 457724"/>
              <a:gd name="connsiteX19" fmla="*/ 39001 w 430651"/>
              <a:gd name="connsiteY19" fmla="*/ 276228 h 457724"/>
              <a:gd name="connsiteX20" fmla="*/ 33270 w 430651"/>
              <a:gd name="connsiteY20" fmla="*/ 322080 h 457724"/>
              <a:gd name="connsiteX21" fmla="*/ 40912 w 430651"/>
              <a:gd name="connsiteY21" fmla="*/ 343095 h 457724"/>
              <a:gd name="connsiteX22" fmla="*/ 48554 w 430651"/>
              <a:gd name="connsiteY22" fmla="*/ 354558 h 457724"/>
              <a:gd name="connsiteX23" fmla="*/ 54285 w 430651"/>
              <a:gd name="connsiteY23" fmla="*/ 354558 h 457724"/>
              <a:gd name="connsiteX24" fmla="*/ 52375 w 430651"/>
              <a:gd name="connsiteY24" fmla="*/ 339274 h 457724"/>
              <a:gd name="connsiteX25" fmla="*/ 56196 w 430651"/>
              <a:gd name="connsiteY25" fmla="*/ 333543 h 457724"/>
              <a:gd name="connsiteX26" fmla="*/ 60017 w 430651"/>
              <a:gd name="connsiteY26" fmla="*/ 333543 h 457724"/>
              <a:gd name="connsiteX27" fmla="*/ 69569 w 430651"/>
              <a:gd name="connsiteY27" fmla="*/ 341185 h 457724"/>
              <a:gd name="connsiteX28" fmla="*/ 86763 w 430651"/>
              <a:gd name="connsiteY28" fmla="*/ 367932 h 457724"/>
              <a:gd name="connsiteX29" fmla="*/ 88674 w 430651"/>
              <a:gd name="connsiteY29" fmla="*/ 369842 h 457724"/>
              <a:gd name="connsiteX30" fmla="*/ 96316 w 430651"/>
              <a:gd name="connsiteY30" fmla="*/ 415694 h 457724"/>
              <a:gd name="connsiteX31" fmla="*/ 96316 w 430651"/>
              <a:gd name="connsiteY31" fmla="*/ 417605 h 457724"/>
              <a:gd name="connsiteX32" fmla="*/ 96316 w 430651"/>
              <a:gd name="connsiteY32" fmla="*/ 455814 h 457724"/>
              <a:gd name="connsiteX33" fmla="*/ 115421 w 430651"/>
              <a:gd name="connsiteY33" fmla="*/ 455814 h 457724"/>
              <a:gd name="connsiteX34" fmla="*/ 115421 w 430651"/>
              <a:gd name="connsiteY34" fmla="*/ 419515 h 457724"/>
              <a:gd name="connsiteX35" fmla="*/ 100137 w 430651"/>
              <a:gd name="connsiteY35" fmla="*/ 354558 h 457724"/>
              <a:gd name="connsiteX36" fmla="*/ 165094 w 430651"/>
              <a:gd name="connsiteY36" fmla="*/ 400410 h 457724"/>
              <a:gd name="connsiteX37" fmla="*/ 212856 w 430651"/>
              <a:gd name="connsiteY37" fmla="*/ 379395 h 457724"/>
              <a:gd name="connsiteX38" fmla="*/ 226229 w 430651"/>
              <a:gd name="connsiteY38" fmla="*/ 373663 h 457724"/>
              <a:gd name="connsiteX39" fmla="*/ 231961 w 430651"/>
              <a:gd name="connsiteY39" fmla="*/ 360290 h 457724"/>
              <a:gd name="connsiteX40" fmla="*/ 231961 w 430651"/>
              <a:gd name="connsiteY40" fmla="*/ 322080 h 457724"/>
              <a:gd name="connsiteX41" fmla="*/ 226229 w 430651"/>
              <a:gd name="connsiteY41" fmla="*/ 308707 h 457724"/>
              <a:gd name="connsiteX42" fmla="*/ 210945 w 430651"/>
              <a:gd name="connsiteY42" fmla="*/ 302975 h 457724"/>
              <a:gd name="connsiteX43" fmla="*/ 144078 w 430651"/>
              <a:gd name="connsiteY43" fmla="*/ 302975 h 457724"/>
              <a:gd name="connsiteX44" fmla="*/ 134526 w 430651"/>
              <a:gd name="connsiteY44" fmla="*/ 293423 h 457724"/>
              <a:gd name="connsiteX45" fmla="*/ 134526 w 430651"/>
              <a:gd name="connsiteY45" fmla="*/ 226555 h 457724"/>
              <a:gd name="connsiteX46" fmla="*/ 119242 w 430651"/>
              <a:gd name="connsiteY46" fmla="*/ 209361 h 457724"/>
              <a:gd name="connsiteX47" fmla="*/ 117331 w 430651"/>
              <a:gd name="connsiteY47" fmla="*/ 209361 h 457724"/>
              <a:gd name="connsiteX48" fmla="*/ 105868 w 430651"/>
              <a:gd name="connsiteY48" fmla="*/ 211272 h 457724"/>
              <a:gd name="connsiteX49" fmla="*/ 134526 w 430651"/>
              <a:gd name="connsiteY49" fmla="*/ 150136 h 457724"/>
              <a:gd name="connsiteX50" fmla="*/ 136436 w 430651"/>
              <a:gd name="connsiteY50" fmla="*/ 140583 h 457724"/>
              <a:gd name="connsiteX51" fmla="*/ 142168 w 430651"/>
              <a:gd name="connsiteY51" fmla="*/ 83269 h 457724"/>
              <a:gd name="connsiteX52" fmla="*/ 155541 w 430651"/>
              <a:gd name="connsiteY52" fmla="*/ 56522 h 457724"/>
              <a:gd name="connsiteX53" fmla="*/ 176557 w 430651"/>
              <a:gd name="connsiteY53" fmla="*/ 35506 h 457724"/>
              <a:gd name="connsiteX54" fmla="*/ 268260 w 430651"/>
              <a:gd name="connsiteY54" fmla="*/ 18312 h 457724"/>
              <a:gd name="connsiteX55" fmla="*/ 346590 w 430651"/>
              <a:gd name="connsiteY55" fmla="*/ 56522 h 457724"/>
              <a:gd name="connsiteX56" fmla="*/ 363785 w 430651"/>
              <a:gd name="connsiteY56" fmla="*/ 188346 h 457724"/>
              <a:gd name="connsiteX57" fmla="*/ 327485 w 430651"/>
              <a:gd name="connsiteY57" fmla="*/ 266676 h 457724"/>
              <a:gd name="connsiteX58" fmla="*/ 325575 w 430651"/>
              <a:gd name="connsiteY58" fmla="*/ 362200 h 457724"/>
              <a:gd name="connsiteX59" fmla="*/ 344680 w 430651"/>
              <a:gd name="connsiteY59" fmla="*/ 381305 h 457724"/>
              <a:gd name="connsiteX60" fmla="*/ 344680 w 430651"/>
              <a:gd name="connsiteY60" fmla="*/ 381305 h 457724"/>
              <a:gd name="connsiteX61" fmla="*/ 386711 w 430651"/>
              <a:gd name="connsiteY61" fmla="*/ 398500 h 457724"/>
              <a:gd name="connsiteX62" fmla="*/ 390532 w 430651"/>
              <a:gd name="connsiteY62" fmla="*/ 402321 h 457724"/>
              <a:gd name="connsiteX63" fmla="*/ 411547 w 430651"/>
              <a:gd name="connsiteY63" fmla="*/ 457725 h 457724"/>
              <a:gd name="connsiteX64" fmla="*/ 430652 w 430651"/>
              <a:gd name="connsiteY64" fmla="*/ 457725 h 457724"/>
              <a:gd name="connsiteX65" fmla="*/ 405816 w 430651"/>
              <a:gd name="connsiteY65" fmla="*/ 388947 h 457724"/>
              <a:gd name="connsiteX66" fmla="*/ 344680 w 430651"/>
              <a:gd name="connsiteY66" fmla="*/ 362200 h 457724"/>
              <a:gd name="connsiteX67" fmla="*/ 344680 w 430651"/>
              <a:gd name="connsiteY67" fmla="*/ 278139 h 457724"/>
              <a:gd name="connsiteX68" fmla="*/ 344680 w 430651"/>
              <a:gd name="connsiteY68" fmla="*/ 276228 h 457724"/>
              <a:gd name="connsiteX69" fmla="*/ 380979 w 430651"/>
              <a:gd name="connsiteY69" fmla="*/ 197898 h 457724"/>
              <a:gd name="connsiteX70" fmla="*/ 361874 w 430651"/>
              <a:gd name="connsiteY70" fmla="*/ 46969 h 457724"/>
              <a:gd name="connsiteX71" fmla="*/ 270171 w 430651"/>
              <a:gd name="connsiteY71" fmla="*/ 1117 h 457724"/>
              <a:gd name="connsiteX72" fmla="*/ 167004 w 430651"/>
              <a:gd name="connsiteY72" fmla="*/ 22133 h 457724"/>
              <a:gd name="connsiteX73" fmla="*/ 138347 w 430651"/>
              <a:gd name="connsiteY73" fmla="*/ 45059 h 457724"/>
              <a:gd name="connsiteX74" fmla="*/ 123063 w 430651"/>
              <a:gd name="connsiteY74" fmla="*/ 75627 h 457724"/>
              <a:gd name="connsiteX75" fmla="*/ 115421 w 430651"/>
              <a:gd name="connsiteY75" fmla="*/ 142494 h 457724"/>
              <a:gd name="connsiteX76" fmla="*/ 88674 w 430651"/>
              <a:gd name="connsiteY76" fmla="*/ 203630 h 457724"/>
              <a:gd name="connsiteX77" fmla="*/ 98226 w 430651"/>
              <a:gd name="connsiteY77" fmla="*/ 226555 h 457724"/>
              <a:gd name="connsiteX78" fmla="*/ 105868 w 430651"/>
              <a:gd name="connsiteY78" fmla="*/ 228466 h 457724"/>
              <a:gd name="connsiteX79" fmla="*/ 117331 w 430651"/>
              <a:gd name="connsiteY79" fmla="*/ 228466 h 457724"/>
              <a:gd name="connsiteX80" fmla="*/ 117331 w 430651"/>
              <a:gd name="connsiteY80" fmla="*/ 293423 h 457724"/>
              <a:gd name="connsiteX81" fmla="*/ 144078 w 430651"/>
              <a:gd name="connsiteY81" fmla="*/ 322080 h 457724"/>
              <a:gd name="connsiteX82" fmla="*/ 210945 w 430651"/>
              <a:gd name="connsiteY82" fmla="*/ 322080 h 457724"/>
              <a:gd name="connsiteX83" fmla="*/ 210945 w 430651"/>
              <a:gd name="connsiteY83" fmla="*/ 360290 h 457724"/>
              <a:gd name="connsiteX84" fmla="*/ 149810 w 430651"/>
              <a:gd name="connsiteY84" fmla="*/ 388947 h 457724"/>
              <a:gd name="connsiteX85" fmla="*/ 124973 w 430651"/>
              <a:gd name="connsiteY85" fmla="*/ 455814 h 457724"/>
              <a:gd name="connsiteX86" fmla="*/ 144078 w 430651"/>
              <a:gd name="connsiteY86" fmla="*/ 455814 h 457724"/>
              <a:gd name="connsiteX87" fmla="*/ 165094 w 430651"/>
              <a:gd name="connsiteY87" fmla="*/ 400410 h 45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30651" h="457724">
                <a:moveTo>
                  <a:pt x="100137" y="354558"/>
                </a:moveTo>
                <a:lnTo>
                  <a:pt x="90584" y="348827"/>
                </a:lnTo>
                <a:lnTo>
                  <a:pt x="79122" y="329722"/>
                </a:lnTo>
                <a:cubicBezTo>
                  <a:pt x="75301" y="322080"/>
                  <a:pt x="65748" y="316349"/>
                  <a:pt x="56196" y="316349"/>
                </a:cubicBezTo>
                <a:cubicBezTo>
                  <a:pt x="54285" y="316349"/>
                  <a:pt x="50464" y="318259"/>
                  <a:pt x="48554" y="318259"/>
                </a:cubicBezTo>
                <a:cubicBezTo>
                  <a:pt x="48554" y="304886"/>
                  <a:pt x="48554" y="278139"/>
                  <a:pt x="48554" y="278139"/>
                </a:cubicBezTo>
                <a:cubicBezTo>
                  <a:pt x="48554" y="272407"/>
                  <a:pt x="48554" y="266676"/>
                  <a:pt x="46643" y="260944"/>
                </a:cubicBezTo>
                <a:cubicBezTo>
                  <a:pt x="44733" y="255213"/>
                  <a:pt x="39001" y="251392"/>
                  <a:pt x="31359" y="249481"/>
                </a:cubicBezTo>
                <a:cubicBezTo>
                  <a:pt x="23717" y="249481"/>
                  <a:pt x="17986" y="255213"/>
                  <a:pt x="14165" y="260944"/>
                </a:cubicBezTo>
                <a:cubicBezTo>
                  <a:pt x="12254" y="262855"/>
                  <a:pt x="12254" y="266676"/>
                  <a:pt x="12254" y="268586"/>
                </a:cubicBezTo>
                <a:lnTo>
                  <a:pt x="791" y="322080"/>
                </a:lnTo>
                <a:cubicBezTo>
                  <a:pt x="-1119" y="325901"/>
                  <a:pt x="791" y="331633"/>
                  <a:pt x="2702" y="335453"/>
                </a:cubicBezTo>
                <a:lnTo>
                  <a:pt x="48554" y="438620"/>
                </a:lnTo>
                <a:lnTo>
                  <a:pt x="48554" y="455814"/>
                </a:lnTo>
                <a:lnTo>
                  <a:pt x="67659" y="455814"/>
                </a:lnTo>
                <a:lnTo>
                  <a:pt x="67659" y="434799"/>
                </a:lnTo>
                <a:lnTo>
                  <a:pt x="31359" y="356469"/>
                </a:lnTo>
                <a:lnTo>
                  <a:pt x="16075" y="323991"/>
                </a:lnTo>
                <a:lnTo>
                  <a:pt x="25628" y="278139"/>
                </a:lnTo>
                <a:cubicBezTo>
                  <a:pt x="31359" y="260944"/>
                  <a:pt x="39001" y="272407"/>
                  <a:pt x="39001" y="276228"/>
                </a:cubicBezTo>
                <a:lnTo>
                  <a:pt x="33270" y="322080"/>
                </a:lnTo>
                <a:lnTo>
                  <a:pt x="40912" y="343095"/>
                </a:lnTo>
                <a:cubicBezTo>
                  <a:pt x="42822" y="346916"/>
                  <a:pt x="44733" y="352648"/>
                  <a:pt x="48554" y="354558"/>
                </a:cubicBezTo>
                <a:cubicBezTo>
                  <a:pt x="50464" y="356469"/>
                  <a:pt x="52375" y="356469"/>
                  <a:pt x="54285" y="354558"/>
                </a:cubicBezTo>
                <a:cubicBezTo>
                  <a:pt x="58106" y="350737"/>
                  <a:pt x="54285" y="343095"/>
                  <a:pt x="52375" y="339274"/>
                </a:cubicBezTo>
                <a:cubicBezTo>
                  <a:pt x="52375" y="337364"/>
                  <a:pt x="54285" y="333543"/>
                  <a:pt x="56196" y="333543"/>
                </a:cubicBezTo>
                <a:cubicBezTo>
                  <a:pt x="58106" y="333543"/>
                  <a:pt x="58106" y="333543"/>
                  <a:pt x="60017" y="333543"/>
                </a:cubicBezTo>
                <a:cubicBezTo>
                  <a:pt x="63838" y="335453"/>
                  <a:pt x="67659" y="337364"/>
                  <a:pt x="69569" y="341185"/>
                </a:cubicBezTo>
                <a:cubicBezTo>
                  <a:pt x="77211" y="348827"/>
                  <a:pt x="82943" y="358379"/>
                  <a:pt x="86763" y="367932"/>
                </a:cubicBezTo>
                <a:lnTo>
                  <a:pt x="88674" y="369842"/>
                </a:lnTo>
                <a:cubicBezTo>
                  <a:pt x="88674" y="369842"/>
                  <a:pt x="107779" y="381305"/>
                  <a:pt x="96316" y="415694"/>
                </a:cubicBezTo>
                <a:lnTo>
                  <a:pt x="96316" y="417605"/>
                </a:lnTo>
                <a:lnTo>
                  <a:pt x="96316" y="455814"/>
                </a:lnTo>
                <a:lnTo>
                  <a:pt x="115421" y="455814"/>
                </a:lnTo>
                <a:lnTo>
                  <a:pt x="115421" y="419515"/>
                </a:lnTo>
                <a:cubicBezTo>
                  <a:pt x="130705" y="371753"/>
                  <a:pt x="100137" y="354558"/>
                  <a:pt x="100137" y="354558"/>
                </a:cubicBezTo>
                <a:close/>
                <a:moveTo>
                  <a:pt x="165094" y="400410"/>
                </a:moveTo>
                <a:cubicBezTo>
                  <a:pt x="176557" y="387037"/>
                  <a:pt x="193751" y="379395"/>
                  <a:pt x="212856" y="379395"/>
                </a:cubicBezTo>
                <a:cubicBezTo>
                  <a:pt x="218587" y="379395"/>
                  <a:pt x="222408" y="377484"/>
                  <a:pt x="226229" y="373663"/>
                </a:cubicBezTo>
                <a:cubicBezTo>
                  <a:pt x="230050" y="369842"/>
                  <a:pt x="231961" y="366021"/>
                  <a:pt x="231961" y="360290"/>
                </a:cubicBezTo>
                <a:lnTo>
                  <a:pt x="231961" y="322080"/>
                </a:lnTo>
                <a:cubicBezTo>
                  <a:pt x="231961" y="316349"/>
                  <a:pt x="230050" y="312528"/>
                  <a:pt x="226229" y="308707"/>
                </a:cubicBezTo>
                <a:cubicBezTo>
                  <a:pt x="220498" y="304886"/>
                  <a:pt x="216677" y="302975"/>
                  <a:pt x="210945" y="302975"/>
                </a:cubicBezTo>
                <a:lnTo>
                  <a:pt x="144078" y="302975"/>
                </a:lnTo>
                <a:cubicBezTo>
                  <a:pt x="138347" y="302975"/>
                  <a:pt x="134526" y="299154"/>
                  <a:pt x="134526" y="293423"/>
                </a:cubicBezTo>
                <a:lnTo>
                  <a:pt x="134526" y="226555"/>
                </a:lnTo>
                <a:cubicBezTo>
                  <a:pt x="134526" y="217003"/>
                  <a:pt x="126884" y="211272"/>
                  <a:pt x="119242" y="209361"/>
                </a:cubicBezTo>
                <a:lnTo>
                  <a:pt x="117331" y="209361"/>
                </a:lnTo>
                <a:lnTo>
                  <a:pt x="105868" y="211272"/>
                </a:lnTo>
                <a:lnTo>
                  <a:pt x="134526" y="150136"/>
                </a:lnTo>
                <a:cubicBezTo>
                  <a:pt x="136436" y="146315"/>
                  <a:pt x="136436" y="142494"/>
                  <a:pt x="136436" y="140583"/>
                </a:cubicBezTo>
                <a:cubicBezTo>
                  <a:pt x="134526" y="121478"/>
                  <a:pt x="136436" y="102373"/>
                  <a:pt x="142168" y="83269"/>
                </a:cubicBezTo>
                <a:cubicBezTo>
                  <a:pt x="144078" y="73716"/>
                  <a:pt x="147899" y="64164"/>
                  <a:pt x="155541" y="56522"/>
                </a:cubicBezTo>
                <a:cubicBezTo>
                  <a:pt x="161273" y="46969"/>
                  <a:pt x="168915" y="41238"/>
                  <a:pt x="176557" y="35506"/>
                </a:cubicBezTo>
                <a:cubicBezTo>
                  <a:pt x="205214" y="20222"/>
                  <a:pt x="235782" y="14491"/>
                  <a:pt x="268260" y="18312"/>
                </a:cubicBezTo>
                <a:cubicBezTo>
                  <a:pt x="298828" y="18312"/>
                  <a:pt x="327485" y="33596"/>
                  <a:pt x="346590" y="56522"/>
                </a:cubicBezTo>
                <a:cubicBezTo>
                  <a:pt x="375248" y="94732"/>
                  <a:pt x="380979" y="144404"/>
                  <a:pt x="363785" y="188346"/>
                </a:cubicBezTo>
                <a:cubicBezTo>
                  <a:pt x="352322" y="215092"/>
                  <a:pt x="340859" y="241839"/>
                  <a:pt x="327485" y="266676"/>
                </a:cubicBezTo>
                <a:lnTo>
                  <a:pt x="325575" y="362200"/>
                </a:lnTo>
                <a:cubicBezTo>
                  <a:pt x="325575" y="373663"/>
                  <a:pt x="333217" y="381305"/>
                  <a:pt x="344680" y="381305"/>
                </a:cubicBezTo>
                <a:lnTo>
                  <a:pt x="344680" y="381305"/>
                </a:lnTo>
                <a:cubicBezTo>
                  <a:pt x="359964" y="381305"/>
                  <a:pt x="375248" y="387037"/>
                  <a:pt x="386711" y="398500"/>
                </a:cubicBezTo>
                <a:cubicBezTo>
                  <a:pt x="388621" y="400410"/>
                  <a:pt x="390532" y="400410"/>
                  <a:pt x="390532" y="402321"/>
                </a:cubicBezTo>
                <a:cubicBezTo>
                  <a:pt x="403905" y="417605"/>
                  <a:pt x="409637" y="438620"/>
                  <a:pt x="411547" y="457725"/>
                </a:cubicBezTo>
                <a:lnTo>
                  <a:pt x="430652" y="457725"/>
                </a:lnTo>
                <a:cubicBezTo>
                  <a:pt x="430652" y="432889"/>
                  <a:pt x="421100" y="408052"/>
                  <a:pt x="405816" y="388947"/>
                </a:cubicBezTo>
                <a:cubicBezTo>
                  <a:pt x="390532" y="371753"/>
                  <a:pt x="367606" y="362200"/>
                  <a:pt x="344680" y="362200"/>
                </a:cubicBezTo>
                <a:lnTo>
                  <a:pt x="344680" y="278139"/>
                </a:lnTo>
                <a:lnTo>
                  <a:pt x="344680" y="276228"/>
                </a:lnTo>
                <a:cubicBezTo>
                  <a:pt x="356143" y="251392"/>
                  <a:pt x="369516" y="226555"/>
                  <a:pt x="380979" y="197898"/>
                </a:cubicBezTo>
                <a:cubicBezTo>
                  <a:pt x="401995" y="148225"/>
                  <a:pt x="394353" y="90911"/>
                  <a:pt x="361874" y="46969"/>
                </a:cubicBezTo>
                <a:cubicBezTo>
                  <a:pt x="338948" y="18312"/>
                  <a:pt x="306470" y="3028"/>
                  <a:pt x="270171" y="1117"/>
                </a:cubicBezTo>
                <a:cubicBezTo>
                  <a:pt x="233871" y="-2704"/>
                  <a:pt x="197572" y="3028"/>
                  <a:pt x="167004" y="22133"/>
                </a:cubicBezTo>
                <a:cubicBezTo>
                  <a:pt x="155541" y="25954"/>
                  <a:pt x="145989" y="33596"/>
                  <a:pt x="138347" y="45059"/>
                </a:cubicBezTo>
                <a:cubicBezTo>
                  <a:pt x="132615" y="54611"/>
                  <a:pt x="126884" y="64164"/>
                  <a:pt x="123063" y="75627"/>
                </a:cubicBezTo>
                <a:cubicBezTo>
                  <a:pt x="115421" y="96642"/>
                  <a:pt x="113510" y="119568"/>
                  <a:pt x="115421" y="142494"/>
                </a:cubicBezTo>
                <a:lnTo>
                  <a:pt x="88674" y="203630"/>
                </a:lnTo>
                <a:cubicBezTo>
                  <a:pt x="84853" y="213182"/>
                  <a:pt x="88674" y="222734"/>
                  <a:pt x="98226" y="226555"/>
                </a:cubicBezTo>
                <a:cubicBezTo>
                  <a:pt x="100137" y="228466"/>
                  <a:pt x="103958" y="228466"/>
                  <a:pt x="105868" y="228466"/>
                </a:cubicBezTo>
                <a:lnTo>
                  <a:pt x="117331" y="228466"/>
                </a:lnTo>
                <a:lnTo>
                  <a:pt x="117331" y="293423"/>
                </a:lnTo>
                <a:cubicBezTo>
                  <a:pt x="115421" y="308707"/>
                  <a:pt x="128794" y="322080"/>
                  <a:pt x="144078" y="322080"/>
                </a:cubicBezTo>
                <a:lnTo>
                  <a:pt x="210945" y="322080"/>
                </a:lnTo>
                <a:lnTo>
                  <a:pt x="210945" y="360290"/>
                </a:lnTo>
                <a:cubicBezTo>
                  <a:pt x="188020" y="360290"/>
                  <a:pt x="165094" y="369842"/>
                  <a:pt x="149810" y="388947"/>
                </a:cubicBezTo>
                <a:cubicBezTo>
                  <a:pt x="134526" y="408052"/>
                  <a:pt x="124973" y="430978"/>
                  <a:pt x="124973" y="455814"/>
                </a:cubicBezTo>
                <a:lnTo>
                  <a:pt x="144078" y="455814"/>
                </a:lnTo>
                <a:cubicBezTo>
                  <a:pt x="144078" y="434799"/>
                  <a:pt x="151720" y="415694"/>
                  <a:pt x="165094" y="40041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1" name="Graphic 180" descr="Cold-flu-immune support icon.">
            <a:extLst>
              <a:ext uri="{FF2B5EF4-FFF2-40B4-BE49-F238E27FC236}">
                <a16:creationId xmlns:a16="http://schemas.microsoft.com/office/drawing/2014/main" id="{D9FF7273-F965-4E22-A922-D43D20630B13}"/>
              </a:ext>
            </a:extLst>
          </p:cNvPr>
          <p:cNvSpPr>
            <a:spLocks noChangeAspect="1"/>
          </p:cNvSpPr>
          <p:nvPr/>
        </p:nvSpPr>
        <p:spPr>
          <a:xfrm>
            <a:off x="3429245" y="5101336"/>
            <a:ext cx="420532" cy="422218"/>
          </a:xfrm>
          <a:custGeom>
            <a:avLst/>
            <a:gdLst>
              <a:gd name="connsiteX0" fmla="*/ 345220 w 420532"/>
              <a:gd name="connsiteY0" fmla="*/ 84062 h 422218"/>
              <a:gd name="connsiteX1" fmla="*/ 320384 w 420532"/>
              <a:gd name="connsiteY1" fmla="*/ 63046 h 422218"/>
              <a:gd name="connsiteX2" fmla="*/ 289816 w 420532"/>
              <a:gd name="connsiteY2" fmla="*/ 55404 h 422218"/>
              <a:gd name="connsiteX3" fmla="*/ 261158 w 420532"/>
              <a:gd name="connsiteY3" fmla="*/ 68778 h 422218"/>
              <a:gd name="connsiteX4" fmla="*/ 247785 w 420532"/>
              <a:gd name="connsiteY4" fmla="*/ 76420 h 422218"/>
              <a:gd name="connsiteX5" fmla="*/ 245875 w 420532"/>
              <a:gd name="connsiteY5" fmla="*/ 76420 h 422218"/>
              <a:gd name="connsiteX6" fmla="*/ 245875 w 420532"/>
              <a:gd name="connsiteY6" fmla="*/ 19105 h 422218"/>
              <a:gd name="connsiteX7" fmla="*/ 226770 w 420532"/>
              <a:gd name="connsiteY7" fmla="*/ 0 h 422218"/>
              <a:gd name="connsiteX8" fmla="*/ 188560 w 420532"/>
              <a:gd name="connsiteY8" fmla="*/ 0 h 422218"/>
              <a:gd name="connsiteX9" fmla="*/ 169455 w 420532"/>
              <a:gd name="connsiteY9" fmla="*/ 19105 h 422218"/>
              <a:gd name="connsiteX10" fmla="*/ 169455 w 420532"/>
              <a:gd name="connsiteY10" fmla="*/ 76420 h 422218"/>
              <a:gd name="connsiteX11" fmla="*/ 169455 w 420532"/>
              <a:gd name="connsiteY11" fmla="*/ 76420 h 422218"/>
              <a:gd name="connsiteX12" fmla="*/ 156081 w 420532"/>
              <a:gd name="connsiteY12" fmla="*/ 68778 h 422218"/>
              <a:gd name="connsiteX13" fmla="*/ 127424 w 420532"/>
              <a:gd name="connsiteY13" fmla="*/ 55404 h 422218"/>
              <a:gd name="connsiteX14" fmla="*/ 96856 w 420532"/>
              <a:gd name="connsiteY14" fmla="*/ 63046 h 422218"/>
              <a:gd name="connsiteX15" fmla="*/ 73930 w 420532"/>
              <a:gd name="connsiteY15" fmla="*/ 84062 h 422218"/>
              <a:gd name="connsiteX16" fmla="*/ 3242 w 420532"/>
              <a:gd name="connsiteY16" fmla="*/ 349620 h 422218"/>
              <a:gd name="connsiteX17" fmla="*/ 35720 w 420532"/>
              <a:gd name="connsiteY17" fmla="*/ 414577 h 422218"/>
              <a:gd name="connsiteX18" fmla="*/ 54825 w 420532"/>
              <a:gd name="connsiteY18" fmla="*/ 420308 h 422218"/>
              <a:gd name="connsiteX19" fmla="*/ 85393 w 420532"/>
              <a:gd name="connsiteY19" fmla="*/ 412666 h 422218"/>
              <a:gd name="connsiteX20" fmla="*/ 156081 w 420532"/>
              <a:gd name="connsiteY20" fmla="*/ 370635 h 422218"/>
              <a:gd name="connsiteX21" fmla="*/ 161813 w 420532"/>
              <a:gd name="connsiteY21" fmla="*/ 366814 h 422218"/>
              <a:gd name="connsiteX22" fmla="*/ 184739 w 420532"/>
              <a:gd name="connsiteY22" fmla="*/ 349620 h 422218"/>
              <a:gd name="connsiteX23" fmla="*/ 198112 w 420532"/>
              <a:gd name="connsiteY23" fmla="*/ 298037 h 422218"/>
              <a:gd name="connsiteX24" fmla="*/ 198112 w 420532"/>
              <a:gd name="connsiteY24" fmla="*/ 294216 h 422218"/>
              <a:gd name="connsiteX25" fmla="*/ 198112 w 420532"/>
              <a:gd name="connsiteY25" fmla="*/ 236901 h 422218"/>
              <a:gd name="connsiteX26" fmla="*/ 198112 w 420532"/>
              <a:gd name="connsiteY26" fmla="*/ 198691 h 422218"/>
              <a:gd name="connsiteX27" fmla="*/ 194291 w 420532"/>
              <a:gd name="connsiteY27" fmla="*/ 141376 h 422218"/>
              <a:gd name="connsiteX28" fmla="*/ 190470 w 420532"/>
              <a:gd name="connsiteY28" fmla="*/ 129913 h 422218"/>
              <a:gd name="connsiteX29" fmla="*/ 209575 w 420532"/>
              <a:gd name="connsiteY29" fmla="*/ 128003 h 422218"/>
              <a:gd name="connsiteX30" fmla="*/ 228680 w 420532"/>
              <a:gd name="connsiteY30" fmla="*/ 129913 h 422218"/>
              <a:gd name="connsiteX31" fmla="*/ 226770 w 420532"/>
              <a:gd name="connsiteY31" fmla="*/ 143287 h 422218"/>
              <a:gd name="connsiteX32" fmla="*/ 222949 w 420532"/>
              <a:gd name="connsiteY32" fmla="*/ 200602 h 422218"/>
              <a:gd name="connsiteX33" fmla="*/ 222949 w 420532"/>
              <a:gd name="connsiteY33" fmla="*/ 238811 h 422218"/>
              <a:gd name="connsiteX34" fmla="*/ 222949 w 420532"/>
              <a:gd name="connsiteY34" fmla="*/ 296126 h 422218"/>
              <a:gd name="connsiteX35" fmla="*/ 222949 w 420532"/>
              <a:gd name="connsiteY35" fmla="*/ 298037 h 422218"/>
              <a:gd name="connsiteX36" fmla="*/ 236322 w 420532"/>
              <a:gd name="connsiteY36" fmla="*/ 349620 h 422218"/>
              <a:gd name="connsiteX37" fmla="*/ 259248 w 420532"/>
              <a:gd name="connsiteY37" fmla="*/ 366814 h 422218"/>
              <a:gd name="connsiteX38" fmla="*/ 264979 w 420532"/>
              <a:gd name="connsiteY38" fmla="*/ 370635 h 422218"/>
              <a:gd name="connsiteX39" fmla="*/ 335668 w 420532"/>
              <a:gd name="connsiteY39" fmla="*/ 414577 h 422218"/>
              <a:gd name="connsiteX40" fmla="*/ 364325 w 420532"/>
              <a:gd name="connsiteY40" fmla="*/ 422219 h 422218"/>
              <a:gd name="connsiteX41" fmla="*/ 385340 w 420532"/>
              <a:gd name="connsiteY41" fmla="*/ 416487 h 422218"/>
              <a:gd name="connsiteX42" fmla="*/ 417819 w 420532"/>
              <a:gd name="connsiteY42" fmla="*/ 351530 h 422218"/>
              <a:gd name="connsiteX43" fmla="*/ 345220 w 420532"/>
              <a:gd name="connsiteY43" fmla="*/ 84062 h 422218"/>
              <a:gd name="connsiteX44" fmla="*/ 396803 w 420532"/>
              <a:gd name="connsiteY44" fmla="*/ 347710 h 422218"/>
              <a:gd name="connsiteX45" fmla="*/ 373877 w 420532"/>
              <a:gd name="connsiteY45" fmla="*/ 397382 h 422218"/>
              <a:gd name="connsiteX46" fmla="*/ 341399 w 420532"/>
              <a:gd name="connsiteY46" fmla="*/ 395472 h 422218"/>
              <a:gd name="connsiteX47" fmla="*/ 270711 w 420532"/>
              <a:gd name="connsiteY47" fmla="*/ 353441 h 422218"/>
              <a:gd name="connsiteX48" fmla="*/ 264979 w 420532"/>
              <a:gd name="connsiteY48" fmla="*/ 349620 h 422218"/>
              <a:gd name="connsiteX49" fmla="*/ 247785 w 420532"/>
              <a:gd name="connsiteY49" fmla="*/ 338157 h 422218"/>
              <a:gd name="connsiteX50" fmla="*/ 238233 w 420532"/>
              <a:gd name="connsiteY50" fmla="*/ 299947 h 422218"/>
              <a:gd name="connsiteX51" fmla="*/ 238233 w 420532"/>
              <a:gd name="connsiteY51" fmla="*/ 298037 h 422218"/>
              <a:gd name="connsiteX52" fmla="*/ 238233 w 420532"/>
              <a:gd name="connsiteY52" fmla="*/ 240722 h 422218"/>
              <a:gd name="connsiteX53" fmla="*/ 238233 w 420532"/>
              <a:gd name="connsiteY53" fmla="*/ 202512 h 422218"/>
              <a:gd name="connsiteX54" fmla="*/ 242054 w 420532"/>
              <a:gd name="connsiteY54" fmla="*/ 149018 h 422218"/>
              <a:gd name="connsiteX55" fmla="*/ 243964 w 420532"/>
              <a:gd name="connsiteY55" fmla="*/ 143287 h 422218"/>
              <a:gd name="connsiteX56" fmla="*/ 255427 w 420532"/>
              <a:gd name="connsiteY56" fmla="*/ 158571 h 422218"/>
              <a:gd name="connsiteX57" fmla="*/ 261158 w 420532"/>
              <a:gd name="connsiteY57" fmla="*/ 173855 h 422218"/>
              <a:gd name="connsiteX58" fmla="*/ 280263 w 420532"/>
              <a:gd name="connsiteY58" fmla="*/ 221617 h 422218"/>
              <a:gd name="connsiteX59" fmla="*/ 301279 w 420532"/>
              <a:gd name="connsiteY59" fmla="*/ 273200 h 422218"/>
              <a:gd name="connsiteX60" fmla="*/ 303189 w 420532"/>
              <a:gd name="connsiteY60" fmla="*/ 278932 h 422218"/>
              <a:gd name="connsiteX61" fmla="*/ 312742 w 420532"/>
              <a:gd name="connsiteY61" fmla="*/ 301858 h 422218"/>
              <a:gd name="connsiteX62" fmla="*/ 299368 w 420532"/>
              <a:gd name="connsiteY62" fmla="*/ 305679 h 422218"/>
              <a:gd name="connsiteX63" fmla="*/ 329936 w 420532"/>
              <a:gd name="connsiteY63" fmla="*/ 319052 h 422218"/>
              <a:gd name="connsiteX64" fmla="*/ 345220 w 420532"/>
              <a:gd name="connsiteY64" fmla="*/ 288484 h 422218"/>
              <a:gd name="connsiteX65" fmla="*/ 331847 w 420532"/>
              <a:gd name="connsiteY65" fmla="*/ 294216 h 422218"/>
              <a:gd name="connsiteX66" fmla="*/ 322294 w 420532"/>
              <a:gd name="connsiteY66" fmla="*/ 271290 h 422218"/>
              <a:gd name="connsiteX67" fmla="*/ 320384 w 420532"/>
              <a:gd name="connsiteY67" fmla="*/ 265558 h 422218"/>
              <a:gd name="connsiteX68" fmla="*/ 301279 w 420532"/>
              <a:gd name="connsiteY68" fmla="*/ 213975 h 422218"/>
              <a:gd name="connsiteX69" fmla="*/ 299368 w 420532"/>
              <a:gd name="connsiteY69" fmla="*/ 206333 h 422218"/>
              <a:gd name="connsiteX70" fmla="*/ 329936 w 420532"/>
              <a:gd name="connsiteY70" fmla="*/ 213975 h 422218"/>
              <a:gd name="connsiteX71" fmla="*/ 341399 w 420532"/>
              <a:gd name="connsiteY71" fmla="*/ 212065 h 422218"/>
              <a:gd name="connsiteX72" fmla="*/ 341399 w 420532"/>
              <a:gd name="connsiteY72" fmla="*/ 227349 h 422218"/>
              <a:gd name="connsiteX73" fmla="*/ 364325 w 420532"/>
              <a:gd name="connsiteY73" fmla="*/ 202512 h 422218"/>
              <a:gd name="connsiteX74" fmla="*/ 339489 w 420532"/>
              <a:gd name="connsiteY74" fmla="*/ 179586 h 422218"/>
              <a:gd name="connsiteX75" fmla="*/ 339489 w 420532"/>
              <a:gd name="connsiteY75" fmla="*/ 191049 h 422218"/>
              <a:gd name="connsiteX76" fmla="*/ 284084 w 420532"/>
              <a:gd name="connsiteY76" fmla="*/ 166213 h 422218"/>
              <a:gd name="connsiteX77" fmla="*/ 284084 w 420532"/>
              <a:gd name="connsiteY77" fmla="*/ 166213 h 422218"/>
              <a:gd name="connsiteX78" fmla="*/ 282174 w 420532"/>
              <a:gd name="connsiteY78" fmla="*/ 162392 h 422218"/>
              <a:gd name="connsiteX79" fmla="*/ 274532 w 420532"/>
              <a:gd name="connsiteY79" fmla="*/ 147108 h 422218"/>
              <a:gd name="connsiteX80" fmla="*/ 243964 w 420532"/>
              <a:gd name="connsiteY80" fmla="*/ 114630 h 422218"/>
              <a:gd name="connsiteX81" fmla="*/ 209575 w 420532"/>
              <a:gd name="connsiteY81" fmla="*/ 106988 h 422218"/>
              <a:gd name="connsiteX82" fmla="*/ 207665 w 420532"/>
              <a:gd name="connsiteY82" fmla="*/ 106988 h 422218"/>
              <a:gd name="connsiteX83" fmla="*/ 173276 w 420532"/>
              <a:gd name="connsiteY83" fmla="*/ 114630 h 422218"/>
              <a:gd name="connsiteX84" fmla="*/ 142708 w 420532"/>
              <a:gd name="connsiteY84" fmla="*/ 149018 h 422218"/>
              <a:gd name="connsiteX85" fmla="*/ 136976 w 420532"/>
              <a:gd name="connsiteY85" fmla="*/ 164302 h 422218"/>
              <a:gd name="connsiteX86" fmla="*/ 135066 w 420532"/>
              <a:gd name="connsiteY86" fmla="*/ 168123 h 422218"/>
              <a:gd name="connsiteX87" fmla="*/ 135066 w 420532"/>
              <a:gd name="connsiteY87" fmla="*/ 168123 h 422218"/>
              <a:gd name="connsiteX88" fmla="*/ 79662 w 420532"/>
              <a:gd name="connsiteY88" fmla="*/ 191049 h 422218"/>
              <a:gd name="connsiteX89" fmla="*/ 79662 w 420532"/>
              <a:gd name="connsiteY89" fmla="*/ 177676 h 422218"/>
              <a:gd name="connsiteX90" fmla="*/ 54825 w 420532"/>
              <a:gd name="connsiteY90" fmla="*/ 202512 h 422218"/>
              <a:gd name="connsiteX91" fmla="*/ 77751 w 420532"/>
              <a:gd name="connsiteY91" fmla="*/ 227349 h 422218"/>
              <a:gd name="connsiteX92" fmla="*/ 77751 w 420532"/>
              <a:gd name="connsiteY92" fmla="*/ 210154 h 422218"/>
              <a:gd name="connsiteX93" fmla="*/ 89214 w 420532"/>
              <a:gd name="connsiteY93" fmla="*/ 212065 h 422218"/>
              <a:gd name="connsiteX94" fmla="*/ 119782 w 420532"/>
              <a:gd name="connsiteY94" fmla="*/ 204423 h 422218"/>
              <a:gd name="connsiteX95" fmla="*/ 115961 w 420532"/>
              <a:gd name="connsiteY95" fmla="*/ 210154 h 422218"/>
              <a:gd name="connsiteX96" fmla="*/ 96856 w 420532"/>
              <a:gd name="connsiteY96" fmla="*/ 261737 h 422218"/>
              <a:gd name="connsiteX97" fmla="*/ 94946 w 420532"/>
              <a:gd name="connsiteY97" fmla="*/ 267469 h 422218"/>
              <a:gd name="connsiteX98" fmla="*/ 85393 w 420532"/>
              <a:gd name="connsiteY98" fmla="*/ 290395 h 422218"/>
              <a:gd name="connsiteX99" fmla="*/ 72020 w 420532"/>
              <a:gd name="connsiteY99" fmla="*/ 286574 h 422218"/>
              <a:gd name="connsiteX100" fmla="*/ 85393 w 420532"/>
              <a:gd name="connsiteY100" fmla="*/ 317142 h 422218"/>
              <a:gd name="connsiteX101" fmla="*/ 115961 w 420532"/>
              <a:gd name="connsiteY101" fmla="*/ 303768 h 422218"/>
              <a:gd name="connsiteX102" fmla="*/ 102588 w 420532"/>
              <a:gd name="connsiteY102" fmla="*/ 298037 h 422218"/>
              <a:gd name="connsiteX103" fmla="*/ 112140 w 420532"/>
              <a:gd name="connsiteY103" fmla="*/ 275111 h 422218"/>
              <a:gd name="connsiteX104" fmla="*/ 114051 w 420532"/>
              <a:gd name="connsiteY104" fmla="*/ 269379 h 422218"/>
              <a:gd name="connsiteX105" fmla="*/ 133156 w 420532"/>
              <a:gd name="connsiteY105" fmla="*/ 217796 h 422218"/>
              <a:gd name="connsiteX106" fmla="*/ 152260 w 420532"/>
              <a:gd name="connsiteY106" fmla="*/ 170034 h 422218"/>
              <a:gd name="connsiteX107" fmla="*/ 157992 w 420532"/>
              <a:gd name="connsiteY107" fmla="*/ 154750 h 422218"/>
              <a:gd name="connsiteX108" fmla="*/ 169455 w 420532"/>
              <a:gd name="connsiteY108" fmla="*/ 139466 h 422218"/>
              <a:gd name="connsiteX109" fmla="*/ 171365 w 420532"/>
              <a:gd name="connsiteY109" fmla="*/ 145197 h 422218"/>
              <a:gd name="connsiteX110" fmla="*/ 175186 w 420532"/>
              <a:gd name="connsiteY110" fmla="*/ 198691 h 422218"/>
              <a:gd name="connsiteX111" fmla="*/ 175186 w 420532"/>
              <a:gd name="connsiteY111" fmla="*/ 236901 h 422218"/>
              <a:gd name="connsiteX112" fmla="*/ 175186 w 420532"/>
              <a:gd name="connsiteY112" fmla="*/ 294216 h 422218"/>
              <a:gd name="connsiteX113" fmla="*/ 175186 w 420532"/>
              <a:gd name="connsiteY113" fmla="*/ 298037 h 422218"/>
              <a:gd name="connsiteX114" fmla="*/ 165634 w 420532"/>
              <a:gd name="connsiteY114" fmla="*/ 336247 h 422218"/>
              <a:gd name="connsiteX115" fmla="*/ 148439 w 420532"/>
              <a:gd name="connsiteY115" fmla="*/ 347710 h 422218"/>
              <a:gd name="connsiteX116" fmla="*/ 140797 w 420532"/>
              <a:gd name="connsiteY116" fmla="*/ 351530 h 422218"/>
              <a:gd name="connsiteX117" fmla="*/ 73930 w 420532"/>
              <a:gd name="connsiteY117" fmla="*/ 393561 h 422218"/>
              <a:gd name="connsiteX118" fmla="*/ 43362 w 420532"/>
              <a:gd name="connsiteY118" fmla="*/ 397382 h 422218"/>
              <a:gd name="connsiteX119" fmla="*/ 20436 w 420532"/>
              <a:gd name="connsiteY119" fmla="*/ 347710 h 422218"/>
              <a:gd name="connsiteX120" fmla="*/ 87304 w 420532"/>
              <a:gd name="connsiteY120" fmla="*/ 97435 h 422218"/>
              <a:gd name="connsiteX121" fmla="*/ 108319 w 420532"/>
              <a:gd name="connsiteY121" fmla="*/ 80241 h 422218"/>
              <a:gd name="connsiteX122" fmla="*/ 127424 w 420532"/>
              <a:gd name="connsiteY122" fmla="*/ 76420 h 422218"/>
              <a:gd name="connsiteX123" fmla="*/ 144618 w 420532"/>
              <a:gd name="connsiteY123" fmla="*/ 84062 h 422218"/>
              <a:gd name="connsiteX124" fmla="*/ 171365 w 420532"/>
              <a:gd name="connsiteY124" fmla="*/ 95525 h 422218"/>
              <a:gd name="connsiteX125" fmla="*/ 173276 w 420532"/>
              <a:gd name="connsiteY125" fmla="*/ 95525 h 422218"/>
              <a:gd name="connsiteX126" fmla="*/ 188560 w 420532"/>
              <a:gd name="connsiteY126" fmla="*/ 76420 h 422218"/>
              <a:gd name="connsiteX127" fmla="*/ 188560 w 420532"/>
              <a:gd name="connsiteY127" fmla="*/ 19105 h 422218"/>
              <a:gd name="connsiteX128" fmla="*/ 226770 w 420532"/>
              <a:gd name="connsiteY128" fmla="*/ 19105 h 422218"/>
              <a:gd name="connsiteX129" fmla="*/ 226770 w 420532"/>
              <a:gd name="connsiteY129" fmla="*/ 76420 h 422218"/>
              <a:gd name="connsiteX130" fmla="*/ 242054 w 420532"/>
              <a:gd name="connsiteY130" fmla="*/ 95525 h 422218"/>
              <a:gd name="connsiteX131" fmla="*/ 245875 w 420532"/>
              <a:gd name="connsiteY131" fmla="*/ 95525 h 422218"/>
              <a:gd name="connsiteX132" fmla="*/ 274532 w 420532"/>
              <a:gd name="connsiteY132" fmla="*/ 84062 h 422218"/>
              <a:gd name="connsiteX133" fmla="*/ 291726 w 420532"/>
              <a:gd name="connsiteY133" fmla="*/ 76420 h 422218"/>
              <a:gd name="connsiteX134" fmla="*/ 310831 w 420532"/>
              <a:gd name="connsiteY134" fmla="*/ 80241 h 422218"/>
              <a:gd name="connsiteX135" fmla="*/ 331847 w 420532"/>
              <a:gd name="connsiteY135" fmla="*/ 97435 h 422218"/>
              <a:gd name="connsiteX136" fmla="*/ 396803 w 420532"/>
              <a:gd name="connsiteY136" fmla="*/ 347710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20532" h="422218">
                <a:moveTo>
                  <a:pt x="345220" y="84062"/>
                </a:moveTo>
                <a:cubicBezTo>
                  <a:pt x="337578" y="76420"/>
                  <a:pt x="329936" y="68778"/>
                  <a:pt x="320384" y="63046"/>
                </a:cubicBezTo>
                <a:cubicBezTo>
                  <a:pt x="310831" y="57315"/>
                  <a:pt x="301279" y="55404"/>
                  <a:pt x="289816" y="55404"/>
                </a:cubicBezTo>
                <a:cubicBezTo>
                  <a:pt x="278353" y="57315"/>
                  <a:pt x="268800" y="61136"/>
                  <a:pt x="261158" y="68778"/>
                </a:cubicBezTo>
                <a:cubicBezTo>
                  <a:pt x="255427" y="74509"/>
                  <a:pt x="251606" y="76420"/>
                  <a:pt x="247785" y="76420"/>
                </a:cubicBezTo>
                <a:lnTo>
                  <a:pt x="245875" y="76420"/>
                </a:lnTo>
                <a:lnTo>
                  <a:pt x="245875" y="19105"/>
                </a:lnTo>
                <a:cubicBezTo>
                  <a:pt x="245875" y="7642"/>
                  <a:pt x="238233" y="0"/>
                  <a:pt x="226770" y="0"/>
                </a:cubicBezTo>
                <a:lnTo>
                  <a:pt x="188560" y="0"/>
                </a:lnTo>
                <a:cubicBezTo>
                  <a:pt x="177097" y="0"/>
                  <a:pt x="169455" y="7642"/>
                  <a:pt x="169455" y="19105"/>
                </a:cubicBezTo>
                <a:lnTo>
                  <a:pt x="169455" y="76420"/>
                </a:lnTo>
                <a:lnTo>
                  <a:pt x="169455" y="76420"/>
                </a:lnTo>
                <a:cubicBezTo>
                  <a:pt x="165634" y="76420"/>
                  <a:pt x="161813" y="74509"/>
                  <a:pt x="156081" y="68778"/>
                </a:cubicBezTo>
                <a:cubicBezTo>
                  <a:pt x="148439" y="61136"/>
                  <a:pt x="138887" y="57315"/>
                  <a:pt x="127424" y="55404"/>
                </a:cubicBezTo>
                <a:cubicBezTo>
                  <a:pt x="117872" y="55404"/>
                  <a:pt x="106409" y="57315"/>
                  <a:pt x="96856" y="63046"/>
                </a:cubicBezTo>
                <a:cubicBezTo>
                  <a:pt x="89214" y="68778"/>
                  <a:pt x="81572" y="76420"/>
                  <a:pt x="73930" y="84062"/>
                </a:cubicBezTo>
                <a:cubicBezTo>
                  <a:pt x="70109" y="87883"/>
                  <a:pt x="-17773" y="177676"/>
                  <a:pt x="3242" y="349620"/>
                </a:cubicBezTo>
                <a:cubicBezTo>
                  <a:pt x="3242" y="351530"/>
                  <a:pt x="7063" y="397382"/>
                  <a:pt x="35720" y="414577"/>
                </a:cubicBezTo>
                <a:cubicBezTo>
                  <a:pt x="39541" y="418398"/>
                  <a:pt x="47183" y="420308"/>
                  <a:pt x="54825" y="420308"/>
                </a:cubicBezTo>
                <a:cubicBezTo>
                  <a:pt x="64378" y="420308"/>
                  <a:pt x="75841" y="416487"/>
                  <a:pt x="85393" y="412666"/>
                </a:cubicBezTo>
                <a:lnTo>
                  <a:pt x="156081" y="370635"/>
                </a:lnTo>
                <a:lnTo>
                  <a:pt x="161813" y="366814"/>
                </a:lnTo>
                <a:cubicBezTo>
                  <a:pt x="169455" y="362993"/>
                  <a:pt x="177097" y="357262"/>
                  <a:pt x="184739" y="349620"/>
                </a:cubicBezTo>
                <a:cubicBezTo>
                  <a:pt x="194291" y="334336"/>
                  <a:pt x="200023" y="317142"/>
                  <a:pt x="198112" y="298037"/>
                </a:cubicBezTo>
                <a:lnTo>
                  <a:pt x="198112" y="294216"/>
                </a:lnTo>
                <a:cubicBezTo>
                  <a:pt x="198112" y="275111"/>
                  <a:pt x="198112" y="256006"/>
                  <a:pt x="198112" y="236901"/>
                </a:cubicBezTo>
                <a:cubicBezTo>
                  <a:pt x="198112" y="225438"/>
                  <a:pt x="198112" y="212065"/>
                  <a:pt x="198112" y="198691"/>
                </a:cubicBezTo>
                <a:cubicBezTo>
                  <a:pt x="198112" y="179586"/>
                  <a:pt x="198112" y="160481"/>
                  <a:pt x="194291" y="141376"/>
                </a:cubicBezTo>
                <a:cubicBezTo>
                  <a:pt x="194291" y="137555"/>
                  <a:pt x="192381" y="133734"/>
                  <a:pt x="190470" y="129913"/>
                </a:cubicBezTo>
                <a:cubicBezTo>
                  <a:pt x="196202" y="128003"/>
                  <a:pt x="203844" y="128003"/>
                  <a:pt x="209575" y="128003"/>
                </a:cubicBezTo>
                <a:cubicBezTo>
                  <a:pt x="215307" y="128003"/>
                  <a:pt x="222949" y="128003"/>
                  <a:pt x="228680" y="129913"/>
                </a:cubicBezTo>
                <a:cubicBezTo>
                  <a:pt x="228680" y="133734"/>
                  <a:pt x="226770" y="137555"/>
                  <a:pt x="226770" y="143287"/>
                </a:cubicBezTo>
                <a:cubicBezTo>
                  <a:pt x="222949" y="162392"/>
                  <a:pt x="222949" y="181497"/>
                  <a:pt x="222949" y="200602"/>
                </a:cubicBezTo>
                <a:cubicBezTo>
                  <a:pt x="222949" y="213975"/>
                  <a:pt x="222949" y="227349"/>
                  <a:pt x="222949" y="238811"/>
                </a:cubicBezTo>
                <a:cubicBezTo>
                  <a:pt x="222949" y="257916"/>
                  <a:pt x="222949" y="277021"/>
                  <a:pt x="222949" y="296126"/>
                </a:cubicBezTo>
                <a:lnTo>
                  <a:pt x="222949" y="298037"/>
                </a:lnTo>
                <a:cubicBezTo>
                  <a:pt x="221038" y="315231"/>
                  <a:pt x="226770" y="334336"/>
                  <a:pt x="236322" y="349620"/>
                </a:cubicBezTo>
                <a:cubicBezTo>
                  <a:pt x="242054" y="357262"/>
                  <a:pt x="249695" y="361083"/>
                  <a:pt x="259248" y="366814"/>
                </a:cubicBezTo>
                <a:lnTo>
                  <a:pt x="264979" y="370635"/>
                </a:lnTo>
                <a:lnTo>
                  <a:pt x="335668" y="414577"/>
                </a:lnTo>
                <a:cubicBezTo>
                  <a:pt x="345220" y="418398"/>
                  <a:pt x="354773" y="422219"/>
                  <a:pt x="364325" y="422219"/>
                </a:cubicBezTo>
                <a:cubicBezTo>
                  <a:pt x="371967" y="422219"/>
                  <a:pt x="379609" y="420308"/>
                  <a:pt x="385340" y="416487"/>
                </a:cubicBezTo>
                <a:cubicBezTo>
                  <a:pt x="413998" y="399293"/>
                  <a:pt x="417819" y="353441"/>
                  <a:pt x="417819" y="351530"/>
                </a:cubicBezTo>
                <a:cubicBezTo>
                  <a:pt x="436924" y="175765"/>
                  <a:pt x="349041" y="87883"/>
                  <a:pt x="345220" y="84062"/>
                </a:cubicBezTo>
                <a:close/>
                <a:moveTo>
                  <a:pt x="396803" y="347710"/>
                </a:moveTo>
                <a:cubicBezTo>
                  <a:pt x="396803" y="359172"/>
                  <a:pt x="391072" y="387830"/>
                  <a:pt x="373877" y="397382"/>
                </a:cubicBezTo>
                <a:cubicBezTo>
                  <a:pt x="364325" y="401203"/>
                  <a:pt x="350952" y="401203"/>
                  <a:pt x="341399" y="395472"/>
                </a:cubicBezTo>
                <a:lnTo>
                  <a:pt x="270711" y="353441"/>
                </a:lnTo>
                <a:lnTo>
                  <a:pt x="264979" y="349620"/>
                </a:lnTo>
                <a:cubicBezTo>
                  <a:pt x="259248" y="345799"/>
                  <a:pt x="251606" y="341978"/>
                  <a:pt x="247785" y="338157"/>
                </a:cubicBezTo>
                <a:cubicBezTo>
                  <a:pt x="240143" y="326694"/>
                  <a:pt x="236322" y="313321"/>
                  <a:pt x="238233" y="299947"/>
                </a:cubicBezTo>
                <a:lnTo>
                  <a:pt x="238233" y="298037"/>
                </a:lnTo>
                <a:cubicBezTo>
                  <a:pt x="238233" y="278932"/>
                  <a:pt x="238233" y="259827"/>
                  <a:pt x="238233" y="240722"/>
                </a:cubicBezTo>
                <a:cubicBezTo>
                  <a:pt x="238233" y="229259"/>
                  <a:pt x="238233" y="215886"/>
                  <a:pt x="238233" y="202512"/>
                </a:cubicBezTo>
                <a:cubicBezTo>
                  <a:pt x="238233" y="185318"/>
                  <a:pt x="238233" y="166213"/>
                  <a:pt x="242054" y="149018"/>
                </a:cubicBezTo>
                <a:cubicBezTo>
                  <a:pt x="242054" y="147108"/>
                  <a:pt x="243964" y="145197"/>
                  <a:pt x="243964" y="143287"/>
                </a:cubicBezTo>
                <a:cubicBezTo>
                  <a:pt x="249695" y="147108"/>
                  <a:pt x="253516" y="152839"/>
                  <a:pt x="255427" y="158571"/>
                </a:cubicBezTo>
                <a:cubicBezTo>
                  <a:pt x="257337" y="162392"/>
                  <a:pt x="259248" y="168123"/>
                  <a:pt x="261158" y="173855"/>
                </a:cubicBezTo>
                <a:cubicBezTo>
                  <a:pt x="268800" y="189139"/>
                  <a:pt x="274532" y="204423"/>
                  <a:pt x="280263" y="221617"/>
                </a:cubicBezTo>
                <a:cubicBezTo>
                  <a:pt x="285995" y="238811"/>
                  <a:pt x="293637" y="256006"/>
                  <a:pt x="301279" y="273200"/>
                </a:cubicBezTo>
                <a:lnTo>
                  <a:pt x="303189" y="278932"/>
                </a:lnTo>
                <a:cubicBezTo>
                  <a:pt x="307010" y="286574"/>
                  <a:pt x="308921" y="294216"/>
                  <a:pt x="312742" y="301858"/>
                </a:cubicBezTo>
                <a:lnTo>
                  <a:pt x="299368" y="305679"/>
                </a:lnTo>
                <a:lnTo>
                  <a:pt x="329936" y="319052"/>
                </a:lnTo>
                <a:lnTo>
                  <a:pt x="345220" y="288484"/>
                </a:lnTo>
                <a:lnTo>
                  <a:pt x="331847" y="294216"/>
                </a:lnTo>
                <a:cubicBezTo>
                  <a:pt x="329936" y="286574"/>
                  <a:pt x="326115" y="278932"/>
                  <a:pt x="322294" y="271290"/>
                </a:cubicBezTo>
                <a:lnTo>
                  <a:pt x="320384" y="265558"/>
                </a:lnTo>
                <a:cubicBezTo>
                  <a:pt x="314652" y="248364"/>
                  <a:pt x="307010" y="231170"/>
                  <a:pt x="301279" y="213975"/>
                </a:cubicBezTo>
                <a:lnTo>
                  <a:pt x="299368" y="206333"/>
                </a:lnTo>
                <a:cubicBezTo>
                  <a:pt x="308921" y="210154"/>
                  <a:pt x="318473" y="213975"/>
                  <a:pt x="329936" y="213975"/>
                </a:cubicBezTo>
                <a:cubicBezTo>
                  <a:pt x="333757" y="213975"/>
                  <a:pt x="337578" y="213975"/>
                  <a:pt x="341399" y="212065"/>
                </a:cubicBezTo>
                <a:lnTo>
                  <a:pt x="341399" y="227349"/>
                </a:lnTo>
                <a:lnTo>
                  <a:pt x="364325" y="202512"/>
                </a:lnTo>
                <a:lnTo>
                  <a:pt x="339489" y="179586"/>
                </a:lnTo>
                <a:lnTo>
                  <a:pt x="339489" y="191049"/>
                </a:lnTo>
                <a:cubicBezTo>
                  <a:pt x="318473" y="194870"/>
                  <a:pt x="295547" y="185318"/>
                  <a:pt x="284084" y="166213"/>
                </a:cubicBezTo>
                <a:lnTo>
                  <a:pt x="284084" y="166213"/>
                </a:lnTo>
                <a:lnTo>
                  <a:pt x="282174" y="162392"/>
                </a:lnTo>
                <a:cubicBezTo>
                  <a:pt x="280263" y="156660"/>
                  <a:pt x="278353" y="152839"/>
                  <a:pt x="274532" y="147108"/>
                </a:cubicBezTo>
                <a:cubicBezTo>
                  <a:pt x="268800" y="133734"/>
                  <a:pt x="257337" y="122271"/>
                  <a:pt x="243964" y="114630"/>
                </a:cubicBezTo>
                <a:cubicBezTo>
                  <a:pt x="234412" y="108898"/>
                  <a:pt x="222949" y="106988"/>
                  <a:pt x="209575" y="106988"/>
                </a:cubicBezTo>
                <a:lnTo>
                  <a:pt x="207665" y="106988"/>
                </a:lnTo>
                <a:cubicBezTo>
                  <a:pt x="196202" y="106988"/>
                  <a:pt x="184739" y="108898"/>
                  <a:pt x="173276" y="114630"/>
                </a:cubicBezTo>
                <a:cubicBezTo>
                  <a:pt x="159902" y="124182"/>
                  <a:pt x="150350" y="133734"/>
                  <a:pt x="142708" y="149018"/>
                </a:cubicBezTo>
                <a:cubicBezTo>
                  <a:pt x="140797" y="152839"/>
                  <a:pt x="138887" y="158571"/>
                  <a:pt x="136976" y="164302"/>
                </a:cubicBezTo>
                <a:lnTo>
                  <a:pt x="135066" y="168123"/>
                </a:lnTo>
                <a:lnTo>
                  <a:pt x="135066" y="168123"/>
                </a:lnTo>
                <a:cubicBezTo>
                  <a:pt x="123603" y="187228"/>
                  <a:pt x="100677" y="196781"/>
                  <a:pt x="79662" y="191049"/>
                </a:cubicBezTo>
                <a:lnTo>
                  <a:pt x="79662" y="177676"/>
                </a:lnTo>
                <a:lnTo>
                  <a:pt x="54825" y="202512"/>
                </a:lnTo>
                <a:lnTo>
                  <a:pt x="77751" y="227349"/>
                </a:lnTo>
                <a:lnTo>
                  <a:pt x="77751" y="210154"/>
                </a:lnTo>
                <a:cubicBezTo>
                  <a:pt x="81572" y="210154"/>
                  <a:pt x="85393" y="210154"/>
                  <a:pt x="89214" y="212065"/>
                </a:cubicBezTo>
                <a:cubicBezTo>
                  <a:pt x="100677" y="212065"/>
                  <a:pt x="110230" y="210154"/>
                  <a:pt x="119782" y="204423"/>
                </a:cubicBezTo>
                <a:lnTo>
                  <a:pt x="115961" y="210154"/>
                </a:lnTo>
                <a:lnTo>
                  <a:pt x="96856" y="261737"/>
                </a:lnTo>
                <a:lnTo>
                  <a:pt x="94946" y="267469"/>
                </a:lnTo>
                <a:cubicBezTo>
                  <a:pt x="91125" y="275111"/>
                  <a:pt x="89214" y="282753"/>
                  <a:pt x="85393" y="290395"/>
                </a:cubicBezTo>
                <a:lnTo>
                  <a:pt x="72020" y="286574"/>
                </a:lnTo>
                <a:lnTo>
                  <a:pt x="85393" y="317142"/>
                </a:lnTo>
                <a:lnTo>
                  <a:pt x="115961" y="303768"/>
                </a:lnTo>
                <a:lnTo>
                  <a:pt x="102588" y="298037"/>
                </a:lnTo>
                <a:cubicBezTo>
                  <a:pt x="106409" y="290395"/>
                  <a:pt x="108319" y="282753"/>
                  <a:pt x="112140" y="275111"/>
                </a:cubicBezTo>
                <a:lnTo>
                  <a:pt x="114051" y="269379"/>
                </a:lnTo>
                <a:lnTo>
                  <a:pt x="133156" y="217796"/>
                </a:lnTo>
                <a:cubicBezTo>
                  <a:pt x="138887" y="202512"/>
                  <a:pt x="146529" y="187228"/>
                  <a:pt x="152260" y="170034"/>
                </a:cubicBezTo>
                <a:cubicBezTo>
                  <a:pt x="154171" y="166213"/>
                  <a:pt x="156081" y="160481"/>
                  <a:pt x="157992" y="154750"/>
                </a:cubicBezTo>
                <a:cubicBezTo>
                  <a:pt x="161813" y="149018"/>
                  <a:pt x="165634" y="143287"/>
                  <a:pt x="169455" y="139466"/>
                </a:cubicBezTo>
                <a:cubicBezTo>
                  <a:pt x="169455" y="141376"/>
                  <a:pt x="171365" y="143287"/>
                  <a:pt x="171365" y="145197"/>
                </a:cubicBezTo>
                <a:cubicBezTo>
                  <a:pt x="173276" y="162392"/>
                  <a:pt x="175186" y="179586"/>
                  <a:pt x="175186" y="198691"/>
                </a:cubicBezTo>
                <a:cubicBezTo>
                  <a:pt x="175186" y="212065"/>
                  <a:pt x="175186" y="225438"/>
                  <a:pt x="175186" y="236901"/>
                </a:cubicBezTo>
                <a:cubicBezTo>
                  <a:pt x="175186" y="256006"/>
                  <a:pt x="175186" y="275111"/>
                  <a:pt x="175186" y="294216"/>
                </a:cubicBezTo>
                <a:lnTo>
                  <a:pt x="175186" y="298037"/>
                </a:lnTo>
                <a:cubicBezTo>
                  <a:pt x="177097" y="311410"/>
                  <a:pt x="173276" y="324784"/>
                  <a:pt x="165634" y="336247"/>
                </a:cubicBezTo>
                <a:cubicBezTo>
                  <a:pt x="159902" y="341978"/>
                  <a:pt x="154171" y="345799"/>
                  <a:pt x="148439" y="347710"/>
                </a:cubicBezTo>
                <a:lnTo>
                  <a:pt x="140797" y="351530"/>
                </a:lnTo>
                <a:lnTo>
                  <a:pt x="73930" y="393561"/>
                </a:lnTo>
                <a:cubicBezTo>
                  <a:pt x="66288" y="401203"/>
                  <a:pt x="54825" y="403114"/>
                  <a:pt x="43362" y="397382"/>
                </a:cubicBezTo>
                <a:cubicBezTo>
                  <a:pt x="26168" y="387830"/>
                  <a:pt x="22347" y="359172"/>
                  <a:pt x="20436" y="347710"/>
                </a:cubicBezTo>
                <a:cubicBezTo>
                  <a:pt x="1332" y="183407"/>
                  <a:pt x="85393" y="97435"/>
                  <a:pt x="87304" y="97435"/>
                </a:cubicBezTo>
                <a:cubicBezTo>
                  <a:pt x="93035" y="89793"/>
                  <a:pt x="100677" y="84062"/>
                  <a:pt x="108319" y="80241"/>
                </a:cubicBezTo>
                <a:cubicBezTo>
                  <a:pt x="114051" y="76420"/>
                  <a:pt x="119782" y="74509"/>
                  <a:pt x="127424" y="76420"/>
                </a:cubicBezTo>
                <a:cubicBezTo>
                  <a:pt x="133156" y="76420"/>
                  <a:pt x="138887" y="78330"/>
                  <a:pt x="144618" y="84062"/>
                </a:cubicBezTo>
                <a:cubicBezTo>
                  <a:pt x="152260" y="91704"/>
                  <a:pt x="161813" y="95525"/>
                  <a:pt x="171365" y="95525"/>
                </a:cubicBezTo>
                <a:lnTo>
                  <a:pt x="173276" y="95525"/>
                </a:lnTo>
                <a:cubicBezTo>
                  <a:pt x="180918" y="93614"/>
                  <a:pt x="188560" y="91704"/>
                  <a:pt x="188560" y="76420"/>
                </a:cubicBezTo>
                <a:lnTo>
                  <a:pt x="188560" y="19105"/>
                </a:lnTo>
                <a:lnTo>
                  <a:pt x="226770" y="19105"/>
                </a:lnTo>
                <a:lnTo>
                  <a:pt x="226770" y="76420"/>
                </a:lnTo>
                <a:cubicBezTo>
                  <a:pt x="226770" y="91704"/>
                  <a:pt x="234412" y="93614"/>
                  <a:pt x="242054" y="95525"/>
                </a:cubicBezTo>
                <a:lnTo>
                  <a:pt x="245875" y="95525"/>
                </a:lnTo>
                <a:cubicBezTo>
                  <a:pt x="257337" y="95525"/>
                  <a:pt x="266890" y="91704"/>
                  <a:pt x="274532" y="84062"/>
                </a:cubicBezTo>
                <a:cubicBezTo>
                  <a:pt x="278353" y="80241"/>
                  <a:pt x="285995" y="76420"/>
                  <a:pt x="291726" y="76420"/>
                </a:cubicBezTo>
                <a:cubicBezTo>
                  <a:pt x="299368" y="76420"/>
                  <a:pt x="305100" y="78330"/>
                  <a:pt x="310831" y="80241"/>
                </a:cubicBezTo>
                <a:cubicBezTo>
                  <a:pt x="318473" y="85972"/>
                  <a:pt x="326115" y="91704"/>
                  <a:pt x="331847" y="97435"/>
                </a:cubicBezTo>
                <a:cubicBezTo>
                  <a:pt x="331847" y="97435"/>
                  <a:pt x="417819" y="183407"/>
                  <a:pt x="396803" y="34771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2" name="Graphic 186" descr="Cold-flu-lip-nasal icon.">
            <a:extLst>
              <a:ext uri="{FF2B5EF4-FFF2-40B4-BE49-F238E27FC236}">
                <a16:creationId xmlns:a16="http://schemas.microsoft.com/office/drawing/2014/main" id="{CCE9B57F-B406-45BF-9AF7-8C6555A7352E}"/>
              </a:ext>
            </a:extLst>
          </p:cNvPr>
          <p:cNvSpPr>
            <a:spLocks noChangeAspect="1"/>
          </p:cNvSpPr>
          <p:nvPr/>
        </p:nvSpPr>
        <p:spPr>
          <a:xfrm>
            <a:off x="4699959" y="5132189"/>
            <a:ext cx="343888" cy="458040"/>
          </a:xfrm>
          <a:custGeom>
            <a:avLst/>
            <a:gdLst>
              <a:gd name="connsiteX0" fmla="*/ 85972 w 343888"/>
              <a:gd name="connsiteY0" fmla="*/ 267469 h 458040"/>
              <a:gd name="connsiteX1" fmla="*/ 85972 w 343888"/>
              <a:gd name="connsiteY1" fmla="*/ 248364 h 458040"/>
              <a:gd name="connsiteX2" fmla="*/ 68778 w 343888"/>
              <a:gd name="connsiteY2" fmla="*/ 238811 h 458040"/>
              <a:gd name="connsiteX3" fmla="*/ 59225 w 343888"/>
              <a:gd name="connsiteY3" fmla="*/ 191049 h 458040"/>
              <a:gd name="connsiteX4" fmla="*/ 87883 w 343888"/>
              <a:gd name="connsiteY4" fmla="*/ 147108 h 458040"/>
              <a:gd name="connsiteX5" fmla="*/ 93614 w 343888"/>
              <a:gd name="connsiteY5" fmla="*/ 141376 h 458040"/>
              <a:gd name="connsiteX6" fmla="*/ 122271 w 343888"/>
              <a:gd name="connsiteY6" fmla="*/ 68778 h 458040"/>
              <a:gd name="connsiteX7" fmla="*/ 129913 w 343888"/>
              <a:gd name="connsiteY7" fmla="*/ 0 h 458040"/>
              <a:gd name="connsiteX8" fmla="*/ 110809 w 343888"/>
              <a:gd name="connsiteY8" fmla="*/ 0 h 458040"/>
              <a:gd name="connsiteX9" fmla="*/ 103167 w 343888"/>
              <a:gd name="connsiteY9" fmla="*/ 64957 h 458040"/>
              <a:gd name="connsiteX10" fmla="*/ 78330 w 343888"/>
              <a:gd name="connsiteY10" fmla="*/ 128003 h 458040"/>
              <a:gd name="connsiteX11" fmla="*/ 74509 w 343888"/>
              <a:gd name="connsiteY11" fmla="*/ 133734 h 458040"/>
              <a:gd name="connsiteX12" fmla="*/ 40120 w 343888"/>
              <a:gd name="connsiteY12" fmla="*/ 187228 h 458040"/>
              <a:gd name="connsiteX13" fmla="*/ 55404 w 343888"/>
              <a:gd name="connsiteY13" fmla="*/ 252185 h 458040"/>
              <a:gd name="connsiteX14" fmla="*/ 85972 w 343888"/>
              <a:gd name="connsiteY14" fmla="*/ 267469 h 458040"/>
              <a:gd name="connsiteX15" fmla="*/ 95525 w 343888"/>
              <a:gd name="connsiteY15" fmla="*/ 229259 h 458040"/>
              <a:gd name="connsiteX16" fmla="*/ 128003 w 343888"/>
              <a:gd name="connsiteY16" fmla="*/ 246453 h 458040"/>
              <a:gd name="connsiteX17" fmla="*/ 208244 w 343888"/>
              <a:gd name="connsiteY17" fmla="*/ 256006 h 458040"/>
              <a:gd name="connsiteX18" fmla="*/ 217796 w 343888"/>
              <a:gd name="connsiteY18" fmla="*/ 246453 h 458040"/>
              <a:gd name="connsiteX19" fmla="*/ 248364 w 343888"/>
              <a:gd name="connsiteY19" fmla="*/ 229259 h 458040"/>
              <a:gd name="connsiteX20" fmla="*/ 248364 w 343888"/>
              <a:gd name="connsiteY20" fmla="*/ 210154 h 458040"/>
              <a:gd name="connsiteX21" fmla="*/ 202512 w 343888"/>
              <a:gd name="connsiteY21" fmla="*/ 231170 h 458040"/>
              <a:gd name="connsiteX22" fmla="*/ 149018 w 343888"/>
              <a:gd name="connsiteY22" fmla="*/ 240722 h 458040"/>
              <a:gd name="connsiteX23" fmla="*/ 139466 w 343888"/>
              <a:gd name="connsiteY23" fmla="*/ 231170 h 458040"/>
              <a:gd name="connsiteX24" fmla="*/ 95525 w 343888"/>
              <a:gd name="connsiteY24" fmla="*/ 210154 h 458040"/>
              <a:gd name="connsiteX25" fmla="*/ 95525 w 343888"/>
              <a:gd name="connsiteY25" fmla="*/ 229259 h 458040"/>
              <a:gd name="connsiteX26" fmla="*/ 341978 w 343888"/>
              <a:gd name="connsiteY26" fmla="*/ 359172 h 458040"/>
              <a:gd name="connsiteX27" fmla="*/ 336247 w 343888"/>
              <a:gd name="connsiteY27" fmla="*/ 359172 h 458040"/>
              <a:gd name="connsiteX28" fmla="*/ 256006 w 343888"/>
              <a:gd name="connsiteY28" fmla="*/ 330515 h 458040"/>
              <a:gd name="connsiteX29" fmla="*/ 173855 w 343888"/>
              <a:gd name="connsiteY29" fmla="*/ 328605 h 458040"/>
              <a:gd name="connsiteX30" fmla="*/ 91704 w 343888"/>
              <a:gd name="connsiteY30" fmla="*/ 330515 h 458040"/>
              <a:gd name="connsiteX31" fmla="*/ 11463 w 343888"/>
              <a:gd name="connsiteY31" fmla="*/ 359172 h 458040"/>
              <a:gd name="connsiteX32" fmla="*/ 3821 w 343888"/>
              <a:gd name="connsiteY32" fmla="*/ 361083 h 458040"/>
              <a:gd name="connsiteX33" fmla="*/ 0 w 343888"/>
              <a:gd name="connsiteY33" fmla="*/ 372546 h 458040"/>
              <a:gd name="connsiteX34" fmla="*/ 3821 w 343888"/>
              <a:gd name="connsiteY34" fmla="*/ 376367 h 458040"/>
              <a:gd name="connsiteX35" fmla="*/ 108898 w 343888"/>
              <a:gd name="connsiteY35" fmla="*/ 445145 h 458040"/>
              <a:gd name="connsiteX36" fmla="*/ 234990 w 343888"/>
              <a:gd name="connsiteY36" fmla="*/ 445145 h 458040"/>
              <a:gd name="connsiteX37" fmla="*/ 340068 w 343888"/>
              <a:gd name="connsiteY37" fmla="*/ 376367 h 458040"/>
              <a:gd name="connsiteX38" fmla="*/ 343889 w 343888"/>
              <a:gd name="connsiteY38" fmla="*/ 370635 h 458040"/>
              <a:gd name="connsiteX39" fmla="*/ 341978 w 343888"/>
              <a:gd name="connsiteY39" fmla="*/ 359172 h 458040"/>
              <a:gd name="connsiteX40" fmla="*/ 101256 w 343888"/>
              <a:gd name="connsiteY40" fmla="*/ 343889 h 458040"/>
              <a:gd name="connsiteX41" fmla="*/ 162392 w 343888"/>
              <a:gd name="connsiteY41" fmla="*/ 343889 h 458040"/>
              <a:gd name="connsiteX42" fmla="*/ 181497 w 343888"/>
              <a:gd name="connsiteY42" fmla="*/ 343889 h 458040"/>
              <a:gd name="connsiteX43" fmla="*/ 244543 w 343888"/>
              <a:gd name="connsiteY43" fmla="*/ 343889 h 458040"/>
              <a:gd name="connsiteX44" fmla="*/ 280842 w 343888"/>
              <a:gd name="connsiteY44" fmla="*/ 362993 h 458040"/>
              <a:gd name="connsiteX45" fmla="*/ 215886 w 343888"/>
              <a:gd name="connsiteY45" fmla="*/ 362993 h 458040"/>
              <a:gd name="connsiteX46" fmla="*/ 173855 w 343888"/>
              <a:gd name="connsiteY46" fmla="*/ 372546 h 458040"/>
              <a:gd name="connsiteX47" fmla="*/ 131824 w 343888"/>
              <a:gd name="connsiteY47" fmla="*/ 361083 h 458040"/>
              <a:gd name="connsiteX48" fmla="*/ 64957 w 343888"/>
              <a:gd name="connsiteY48" fmla="*/ 361083 h 458040"/>
              <a:gd name="connsiteX49" fmla="*/ 101256 w 343888"/>
              <a:gd name="connsiteY49" fmla="*/ 343889 h 458040"/>
              <a:gd name="connsiteX50" fmla="*/ 227349 w 343888"/>
              <a:gd name="connsiteY50" fmla="*/ 427950 h 458040"/>
              <a:gd name="connsiteX51" fmla="*/ 116540 w 343888"/>
              <a:gd name="connsiteY51" fmla="*/ 427950 h 458040"/>
              <a:gd name="connsiteX52" fmla="*/ 42031 w 343888"/>
              <a:gd name="connsiteY52" fmla="*/ 382098 h 458040"/>
              <a:gd name="connsiteX53" fmla="*/ 129913 w 343888"/>
              <a:gd name="connsiteY53" fmla="*/ 382098 h 458040"/>
              <a:gd name="connsiteX54" fmla="*/ 164302 w 343888"/>
              <a:gd name="connsiteY54" fmla="*/ 389740 h 458040"/>
              <a:gd name="connsiteX55" fmla="*/ 171944 w 343888"/>
              <a:gd name="connsiteY55" fmla="*/ 391651 h 458040"/>
              <a:gd name="connsiteX56" fmla="*/ 181497 w 343888"/>
              <a:gd name="connsiteY56" fmla="*/ 389740 h 458040"/>
              <a:gd name="connsiteX57" fmla="*/ 215886 w 343888"/>
              <a:gd name="connsiteY57" fmla="*/ 382098 h 458040"/>
              <a:gd name="connsiteX58" fmla="*/ 303768 w 343888"/>
              <a:gd name="connsiteY58" fmla="*/ 382098 h 458040"/>
              <a:gd name="connsiteX59" fmla="*/ 227349 w 343888"/>
              <a:gd name="connsiteY59" fmla="*/ 427950 h 458040"/>
              <a:gd name="connsiteX60" fmla="*/ 227349 w 343888"/>
              <a:gd name="connsiteY60" fmla="*/ 427950 h 458040"/>
              <a:gd name="connsiteX61" fmla="*/ 252185 w 343888"/>
              <a:gd name="connsiteY61" fmla="*/ 139466 h 458040"/>
              <a:gd name="connsiteX62" fmla="*/ 257916 w 343888"/>
              <a:gd name="connsiteY62" fmla="*/ 145197 h 458040"/>
              <a:gd name="connsiteX63" fmla="*/ 286574 w 343888"/>
              <a:gd name="connsiteY63" fmla="*/ 189139 h 458040"/>
              <a:gd name="connsiteX64" fmla="*/ 275111 w 343888"/>
              <a:gd name="connsiteY64" fmla="*/ 238811 h 458040"/>
              <a:gd name="connsiteX65" fmla="*/ 257916 w 343888"/>
              <a:gd name="connsiteY65" fmla="*/ 248364 h 458040"/>
              <a:gd name="connsiteX66" fmla="*/ 257916 w 343888"/>
              <a:gd name="connsiteY66" fmla="*/ 267469 h 458040"/>
              <a:gd name="connsiteX67" fmla="*/ 288484 w 343888"/>
              <a:gd name="connsiteY67" fmla="*/ 252185 h 458040"/>
              <a:gd name="connsiteX68" fmla="*/ 303768 w 343888"/>
              <a:gd name="connsiteY68" fmla="*/ 187228 h 458040"/>
              <a:gd name="connsiteX69" fmla="*/ 271290 w 343888"/>
              <a:gd name="connsiteY69" fmla="*/ 133734 h 458040"/>
              <a:gd name="connsiteX70" fmla="*/ 265558 w 343888"/>
              <a:gd name="connsiteY70" fmla="*/ 128003 h 458040"/>
              <a:gd name="connsiteX71" fmla="*/ 240722 w 343888"/>
              <a:gd name="connsiteY71" fmla="*/ 64957 h 458040"/>
              <a:gd name="connsiteX72" fmla="*/ 233080 w 343888"/>
              <a:gd name="connsiteY72" fmla="*/ 0 h 458040"/>
              <a:gd name="connsiteX73" fmla="*/ 213975 w 343888"/>
              <a:gd name="connsiteY73" fmla="*/ 0 h 458040"/>
              <a:gd name="connsiteX74" fmla="*/ 221617 w 343888"/>
              <a:gd name="connsiteY74" fmla="*/ 68778 h 458040"/>
              <a:gd name="connsiteX75" fmla="*/ 252185 w 343888"/>
              <a:gd name="connsiteY75" fmla="*/ 139466 h 4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43888" h="458040">
                <a:moveTo>
                  <a:pt x="85972" y="267469"/>
                </a:moveTo>
                <a:lnTo>
                  <a:pt x="85972" y="248364"/>
                </a:lnTo>
                <a:cubicBezTo>
                  <a:pt x="80241" y="248364"/>
                  <a:pt x="72599" y="244543"/>
                  <a:pt x="68778" y="238811"/>
                </a:cubicBezTo>
                <a:cubicBezTo>
                  <a:pt x="61136" y="225438"/>
                  <a:pt x="55404" y="208244"/>
                  <a:pt x="59225" y="191049"/>
                </a:cubicBezTo>
                <a:cubicBezTo>
                  <a:pt x="64957" y="173855"/>
                  <a:pt x="74509" y="158571"/>
                  <a:pt x="87883" y="147108"/>
                </a:cubicBezTo>
                <a:lnTo>
                  <a:pt x="93614" y="141376"/>
                </a:lnTo>
                <a:cubicBezTo>
                  <a:pt x="110809" y="120361"/>
                  <a:pt x="120361" y="95525"/>
                  <a:pt x="122271" y="68778"/>
                </a:cubicBezTo>
                <a:cubicBezTo>
                  <a:pt x="126092" y="45852"/>
                  <a:pt x="129913" y="22926"/>
                  <a:pt x="129913" y="0"/>
                </a:cubicBezTo>
                <a:lnTo>
                  <a:pt x="110809" y="0"/>
                </a:lnTo>
                <a:cubicBezTo>
                  <a:pt x="110809" y="21015"/>
                  <a:pt x="106988" y="43941"/>
                  <a:pt x="103167" y="64957"/>
                </a:cubicBezTo>
                <a:cubicBezTo>
                  <a:pt x="101256" y="87883"/>
                  <a:pt x="93614" y="108898"/>
                  <a:pt x="78330" y="128003"/>
                </a:cubicBezTo>
                <a:lnTo>
                  <a:pt x="74509" y="133734"/>
                </a:lnTo>
                <a:cubicBezTo>
                  <a:pt x="57315" y="147108"/>
                  <a:pt x="45852" y="166213"/>
                  <a:pt x="40120" y="187228"/>
                </a:cubicBezTo>
                <a:cubicBezTo>
                  <a:pt x="36299" y="210154"/>
                  <a:pt x="42031" y="233080"/>
                  <a:pt x="55404" y="252185"/>
                </a:cubicBezTo>
                <a:cubicBezTo>
                  <a:pt x="63046" y="261737"/>
                  <a:pt x="74509" y="267469"/>
                  <a:pt x="85972" y="267469"/>
                </a:cubicBezTo>
                <a:close/>
                <a:moveTo>
                  <a:pt x="95525" y="229259"/>
                </a:moveTo>
                <a:cubicBezTo>
                  <a:pt x="108898" y="229259"/>
                  <a:pt x="120361" y="234990"/>
                  <a:pt x="128003" y="246453"/>
                </a:cubicBezTo>
                <a:cubicBezTo>
                  <a:pt x="147108" y="271290"/>
                  <a:pt x="183407" y="275111"/>
                  <a:pt x="208244" y="256006"/>
                </a:cubicBezTo>
                <a:cubicBezTo>
                  <a:pt x="212065" y="254095"/>
                  <a:pt x="215886" y="250274"/>
                  <a:pt x="217796" y="246453"/>
                </a:cubicBezTo>
                <a:cubicBezTo>
                  <a:pt x="225438" y="236901"/>
                  <a:pt x="236901" y="231170"/>
                  <a:pt x="248364" y="229259"/>
                </a:cubicBezTo>
                <a:lnTo>
                  <a:pt x="248364" y="210154"/>
                </a:lnTo>
                <a:cubicBezTo>
                  <a:pt x="231169" y="210154"/>
                  <a:pt x="213975" y="217796"/>
                  <a:pt x="202512" y="231170"/>
                </a:cubicBezTo>
                <a:cubicBezTo>
                  <a:pt x="191049" y="248364"/>
                  <a:pt x="166213" y="252185"/>
                  <a:pt x="149018" y="240722"/>
                </a:cubicBezTo>
                <a:cubicBezTo>
                  <a:pt x="145197" y="238811"/>
                  <a:pt x="141376" y="234990"/>
                  <a:pt x="139466" y="231170"/>
                </a:cubicBezTo>
                <a:cubicBezTo>
                  <a:pt x="129913" y="217796"/>
                  <a:pt x="112719" y="210154"/>
                  <a:pt x="95525" y="210154"/>
                </a:cubicBezTo>
                <a:lnTo>
                  <a:pt x="95525" y="229259"/>
                </a:lnTo>
                <a:close/>
                <a:moveTo>
                  <a:pt x="341978" y="359172"/>
                </a:moveTo>
                <a:lnTo>
                  <a:pt x="336247" y="359172"/>
                </a:lnTo>
                <a:cubicBezTo>
                  <a:pt x="307589" y="355351"/>
                  <a:pt x="280842" y="343889"/>
                  <a:pt x="256006" y="330515"/>
                </a:cubicBezTo>
                <a:cubicBezTo>
                  <a:pt x="231169" y="313321"/>
                  <a:pt x="198691" y="313321"/>
                  <a:pt x="173855" y="328605"/>
                </a:cubicBezTo>
                <a:cubicBezTo>
                  <a:pt x="149018" y="313321"/>
                  <a:pt x="116540" y="313321"/>
                  <a:pt x="91704" y="330515"/>
                </a:cubicBezTo>
                <a:cubicBezTo>
                  <a:pt x="66867" y="345799"/>
                  <a:pt x="40120" y="355351"/>
                  <a:pt x="11463" y="359172"/>
                </a:cubicBezTo>
                <a:lnTo>
                  <a:pt x="3821" y="361083"/>
                </a:lnTo>
                <a:lnTo>
                  <a:pt x="0" y="372546"/>
                </a:lnTo>
                <a:lnTo>
                  <a:pt x="3821" y="376367"/>
                </a:lnTo>
                <a:cubicBezTo>
                  <a:pt x="36299" y="403114"/>
                  <a:pt x="70688" y="426040"/>
                  <a:pt x="108898" y="445145"/>
                </a:cubicBezTo>
                <a:cubicBezTo>
                  <a:pt x="149018" y="462339"/>
                  <a:pt x="194870" y="462339"/>
                  <a:pt x="234990" y="445145"/>
                </a:cubicBezTo>
                <a:cubicBezTo>
                  <a:pt x="273200" y="426040"/>
                  <a:pt x="307589" y="403114"/>
                  <a:pt x="340068" y="376367"/>
                </a:cubicBezTo>
                <a:lnTo>
                  <a:pt x="343889" y="370635"/>
                </a:lnTo>
                <a:lnTo>
                  <a:pt x="341978" y="359172"/>
                </a:lnTo>
                <a:close/>
                <a:moveTo>
                  <a:pt x="101256" y="343889"/>
                </a:moveTo>
                <a:cubicBezTo>
                  <a:pt x="120361" y="332426"/>
                  <a:pt x="145197" y="332426"/>
                  <a:pt x="162392" y="343889"/>
                </a:cubicBezTo>
                <a:cubicBezTo>
                  <a:pt x="168123" y="347710"/>
                  <a:pt x="175765" y="347710"/>
                  <a:pt x="181497" y="343889"/>
                </a:cubicBezTo>
                <a:cubicBezTo>
                  <a:pt x="200602" y="332426"/>
                  <a:pt x="225438" y="332426"/>
                  <a:pt x="244543" y="343889"/>
                </a:cubicBezTo>
                <a:cubicBezTo>
                  <a:pt x="256006" y="351530"/>
                  <a:pt x="267469" y="357262"/>
                  <a:pt x="280842" y="362993"/>
                </a:cubicBezTo>
                <a:lnTo>
                  <a:pt x="215886" y="362993"/>
                </a:lnTo>
                <a:cubicBezTo>
                  <a:pt x="200602" y="362993"/>
                  <a:pt x="187228" y="366814"/>
                  <a:pt x="173855" y="372546"/>
                </a:cubicBezTo>
                <a:cubicBezTo>
                  <a:pt x="160481" y="366814"/>
                  <a:pt x="145197" y="362993"/>
                  <a:pt x="131824" y="361083"/>
                </a:cubicBezTo>
                <a:lnTo>
                  <a:pt x="64957" y="361083"/>
                </a:lnTo>
                <a:cubicBezTo>
                  <a:pt x="78330" y="357262"/>
                  <a:pt x="89793" y="351530"/>
                  <a:pt x="101256" y="343889"/>
                </a:cubicBezTo>
                <a:close/>
                <a:moveTo>
                  <a:pt x="227349" y="427950"/>
                </a:moveTo>
                <a:cubicBezTo>
                  <a:pt x="192960" y="443234"/>
                  <a:pt x="152839" y="443234"/>
                  <a:pt x="116540" y="427950"/>
                </a:cubicBezTo>
                <a:cubicBezTo>
                  <a:pt x="89793" y="414577"/>
                  <a:pt x="64957" y="399293"/>
                  <a:pt x="42031" y="382098"/>
                </a:cubicBezTo>
                <a:lnTo>
                  <a:pt x="129913" y="382098"/>
                </a:lnTo>
                <a:cubicBezTo>
                  <a:pt x="141376" y="382098"/>
                  <a:pt x="152839" y="385919"/>
                  <a:pt x="164302" y="389740"/>
                </a:cubicBezTo>
                <a:cubicBezTo>
                  <a:pt x="166213" y="391651"/>
                  <a:pt x="170034" y="391651"/>
                  <a:pt x="171944" y="391651"/>
                </a:cubicBezTo>
                <a:cubicBezTo>
                  <a:pt x="175765" y="391651"/>
                  <a:pt x="177676" y="391651"/>
                  <a:pt x="181497" y="389740"/>
                </a:cubicBezTo>
                <a:cubicBezTo>
                  <a:pt x="192960" y="384009"/>
                  <a:pt x="204423" y="382098"/>
                  <a:pt x="215886" y="382098"/>
                </a:cubicBezTo>
                <a:lnTo>
                  <a:pt x="303768" y="382098"/>
                </a:lnTo>
                <a:cubicBezTo>
                  <a:pt x="278932" y="399293"/>
                  <a:pt x="254095" y="414577"/>
                  <a:pt x="227349" y="427950"/>
                </a:cubicBezTo>
                <a:lnTo>
                  <a:pt x="227349" y="427950"/>
                </a:lnTo>
                <a:close/>
                <a:moveTo>
                  <a:pt x="252185" y="139466"/>
                </a:moveTo>
                <a:lnTo>
                  <a:pt x="257916" y="145197"/>
                </a:lnTo>
                <a:cubicBezTo>
                  <a:pt x="271290" y="156660"/>
                  <a:pt x="280842" y="171944"/>
                  <a:pt x="286574" y="189139"/>
                </a:cubicBezTo>
                <a:cubicBezTo>
                  <a:pt x="290395" y="206333"/>
                  <a:pt x="284663" y="223528"/>
                  <a:pt x="275111" y="238811"/>
                </a:cubicBezTo>
                <a:cubicBezTo>
                  <a:pt x="271290" y="244543"/>
                  <a:pt x="265558" y="246453"/>
                  <a:pt x="257916" y="248364"/>
                </a:cubicBezTo>
                <a:lnTo>
                  <a:pt x="257916" y="267469"/>
                </a:lnTo>
                <a:cubicBezTo>
                  <a:pt x="269379" y="267469"/>
                  <a:pt x="280842" y="261737"/>
                  <a:pt x="288484" y="252185"/>
                </a:cubicBezTo>
                <a:cubicBezTo>
                  <a:pt x="301858" y="233080"/>
                  <a:pt x="307589" y="210154"/>
                  <a:pt x="303768" y="187228"/>
                </a:cubicBezTo>
                <a:cubicBezTo>
                  <a:pt x="299947" y="166213"/>
                  <a:pt x="288484" y="149018"/>
                  <a:pt x="271290" y="133734"/>
                </a:cubicBezTo>
                <a:lnTo>
                  <a:pt x="265558" y="128003"/>
                </a:lnTo>
                <a:cubicBezTo>
                  <a:pt x="252185" y="110809"/>
                  <a:pt x="242632" y="87883"/>
                  <a:pt x="240722" y="64957"/>
                </a:cubicBezTo>
                <a:cubicBezTo>
                  <a:pt x="236901" y="43941"/>
                  <a:pt x="234990" y="21015"/>
                  <a:pt x="233080" y="0"/>
                </a:cubicBezTo>
                <a:lnTo>
                  <a:pt x="213975" y="0"/>
                </a:lnTo>
                <a:cubicBezTo>
                  <a:pt x="213975" y="22926"/>
                  <a:pt x="217796" y="45852"/>
                  <a:pt x="221617" y="68778"/>
                </a:cubicBezTo>
                <a:cubicBezTo>
                  <a:pt x="225438" y="95525"/>
                  <a:pt x="234990" y="120361"/>
                  <a:pt x="252185" y="13946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3" name="Graphic 191" descr="Cold-flu-sinus-pain icon.">
            <a:extLst>
              <a:ext uri="{FF2B5EF4-FFF2-40B4-BE49-F238E27FC236}">
                <a16:creationId xmlns:a16="http://schemas.microsoft.com/office/drawing/2014/main" id="{7DB6FEF2-C734-4938-B133-4C2193B060B5}"/>
              </a:ext>
            </a:extLst>
          </p:cNvPr>
          <p:cNvSpPr>
            <a:spLocks noChangeAspect="1"/>
          </p:cNvSpPr>
          <p:nvPr/>
        </p:nvSpPr>
        <p:spPr>
          <a:xfrm>
            <a:off x="5916768" y="5129801"/>
            <a:ext cx="342053" cy="460428"/>
          </a:xfrm>
          <a:custGeom>
            <a:avLst/>
            <a:gdLst>
              <a:gd name="connsiteX0" fmla="*/ 101256 w 342053"/>
              <a:gd name="connsiteY0" fmla="*/ 61136 h 460428"/>
              <a:gd name="connsiteX1" fmla="*/ 97435 w 342053"/>
              <a:gd name="connsiteY1" fmla="*/ 63046 h 460428"/>
              <a:gd name="connsiteX2" fmla="*/ 97435 w 342053"/>
              <a:gd name="connsiteY2" fmla="*/ 76420 h 460428"/>
              <a:gd name="connsiteX3" fmla="*/ 40120 w 342053"/>
              <a:gd name="connsiteY3" fmla="*/ 76420 h 460428"/>
              <a:gd name="connsiteX4" fmla="*/ 40120 w 342053"/>
              <a:gd name="connsiteY4" fmla="*/ 95525 h 460428"/>
              <a:gd name="connsiteX5" fmla="*/ 97435 w 342053"/>
              <a:gd name="connsiteY5" fmla="*/ 95525 h 460428"/>
              <a:gd name="connsiteX6" fmla="*/ 97435 w 342053"/>
              <a:gd name="connsiteY6" fmla="*/ 108898 h 460428"/>
              <a:gd name="connsiteX7" fmla="*/ 101256 w 342053"/>
              <a:gd name="connsiteY7" fmla="*/ 110809 h 460428"/>
              <a:gd name="connsiteX8" fmla="*/ 120361 w 342053"/>
              <a:gd name="connsiteY8" fmla="*/ 91704 h 460428"/>
              <a:gd name="connsiteX9" fmla="*/ 120361 w 342053"/>
              <a:gd name="connsiteY9" fmla="*/ 84062 h 460428"/>
              <a:gd name="connsiteX10" fmla="*/ 101256 w 342053"/>
              <a:gd name="connsiteY10" fmla="*/ 61136 h 460428"/>
              <a:gd name="connsiteX11" fmla="*/ 61136 w 342053"/>
              <a:gd name="connsiteY11" fmla="*/ 137555 h 460428"/>
              <a:gd name="connsiteX12" fmla="*/ 57315 w 342053"/>
              <a:gd name="connsiteY12" fmla="*/ 139466 h 460428"/>
              <a:gd name="connsiteX13" fmla="*/ 57315 w 342053"/>
              <a:gd name="connsiteY13" fmla="*/ 152839 h 460428"/>
              <a:gd name="connsiteX14" fmla="*/ 0 w 342053"/>
              <a:gd name="connsiteY14" fmla="*/ 152839 h 460428"/>
              <a:gd name="connsiteX15" fmla="*/ 0 w 342053"/>
              <a:gd name="connsiteY15" fmla="*/ 171944 h 460428"/>
              <a:gd name="connsiteX16" fmla="*/ 57315 w 342053"/>
              <a:gd name="connsiteY16" fmla="*/ 171944 h 460428"/>
              <a:gd name="connsiteX17" fmla="*/ 57315 w 342053"/>
              <a:gd name="connsiteY17" fmla="*/ 183407 h 460428"/>
              <a:gd name="connsiteX18" fmla="*/ 61136 w 342053"/>
              <a:gd name="connsiteY18" fmla="*/ 185318 h 460428"/>
              <a:gd name="connsiteX19" fmla="*/ 80241 w 342053"/>
              <a:gd name="connsiteY19" fmla="*/ 166213 h 460428"/>
              <a:gd name="connsiteX20" fmla="*/ 80241 w 342053"/>
              <a:gd name="connsiteY20" fmla="*/ 158571 h 460428"/>
              <a:gd name="connsiteX21" fmla="*/ 80241 w 342053"/>
              <a:gd name="connsiteY21" fmla="*/ 158571 h 460428"/>
              <a:gd name="connsiteX22" fmla="*/ 61136 w 342053"/>
              <a:gd name="connsiteY22" fmla="*/ 137555 h 460428"/>
              <a:gd name="connsiteX23" fmla="*/ 244543 w 342053"/>
              <a:gd name="connsiteY23" fmla="*/ 110809 h 460428"/>
              <a:gd name="connsiteX24" fmla="*/ 248364 w 342053"/>
              <a:gd name="connsiteY24" fmla="*/ 108898 h 460428"/>
              <a:gd name="connsiteX25" fmla="*/ 248364 w 342053"/>
              <a:gd name="connsiteY25" fmla="*/ 95525 h 460428"/>
              <a:gd name="connsiteX26" fmla="*/ 305679 w 342053"/>
              <a:gd name="connsiteY26" fmla="*/ 95525 h 460428"/>
              <a:gd name="connsiteX27" fmla="*/ 305679 w 342053"/>
              <a:gd name="connsiteY27" fmla="*/ 76420 h 460428"/>
              <a:gd name="connsiteX28" fmla="*/ 248364 w 342053"/>
              <a:gd name="connsiteY28" fmla="*/ 76420 h 460428"/>
              <a:gd name="connsiteX29" fmla="*/ 248364 w 342053"/>
              <a:gd name="connsiteY29" fmla="*/ 64957 h 460428"/>
              <a:gd name="connsiteX30" fmla="*/ 244543 w 342053"/>
              <a:gd name="connsiteY30" fmla="*/ 63046 h 460428"/>
              <a:gd name="connsiteX31" fmla="*/ 225438 w 342053"/>
              <a:gd name="connsiteY31" fmla="*/ 82151 h 460428"/>
              <a:gd name="connsiteX32" fmla="*/ 225438 w 342053"/>
              <a:gd name="connsiteY32" fmla="*/ 89793 h 460428"/>
              <a:gd name="connsiteX33" fmla="*/ 225438 w 342053"/>
              <a:gd name="connsiteY33" fmla="*/ 89793 h 460428"/>
              <a:gd name="connsiteX34" fmla="*/ 244543 w 342053"/>
              <a:gd name="connsiteY34" fmla="*/ 110809 h 460428"/>
              <a:gd name="connsiteX35" fmla="*/ 277021 w 342053"/>
              <a:gd name="connsiteY35" fmla="*/ 152839 h 460428"/>
              <a:gd name="connsiteX36" fmla="*/ 219707 w 342053"/>
              <a:gd name="connsiteY36" fmla="*/ 152839 h 460428"/>
              <a:gd name="connsiteX37" fmla="*/ 219707 w 342053"/>
              <a:gd name="connsiteY37" fmla="*/ 139466 h 460428"/>
              <a:gd name="connsiteX38" fmla="*/ 215886 w 342053"/>
              <a:gd name="connsiteY38" fmla="*/ 137555 h 460428"/>
              <a:gd name="connsiteX39" fmla="*/ 196781 w 342053"/>
              <a:gd name="connsiteY39" fmla="*/ 156660 h 460428"/>
              <a:gd name="connsiteX40" fmla="*/ 196781 w 342053"/>
              <a:gd name="connsiteY40" fmla="*/ 164302 h 460428"/>
              <a:gd name="connsiteX41" fmla="*/ 215886 w 342053"/>
              <a:gd name="connsiteY41" fmla="*/ 183407 h 460428"/>
              <a:gd name="connsiteX42" fmla="*/ 219707 w 342053"/>
              <a:gd name="connsiteY42" fmla="*/ 181497 h 460428"/>
              <a:gd name="connsiteX43" fmla="*/ 219707 w 342053"/>
              <a:gd name="connsiteY43" fmla="*/ 171944 h 460428"/>
              <a:gd name="connsiteX44" fmla="*/ 277021 w 342053"/>
              <a:gd name="connsiteY44" fmla="*/ 171944 h 460428"/>
              <a:gd name="connsiteX45" fmla="*/ 277021 w 342053"/>
              <a:gd name="connsiteY45" fmla="*/ 152839 h 460428"/>
              <a:gd name="connsiteX46" fmla="*/ 252185 w 342053"/>
              <a:gd name="connsiteY46" fmla="*/ 458518 h 460428"/>
              <a:gd name="connsiteX47" fmla="*/ 219707 w 342053"/>
              <a:gd name="connsiteY47" fmla="*/ 447055 h 460428"/>
              <a:gd name="connsiteX48" fmla="*/ 175765 w 342053"/>
              <a:gd name="connsiteY48" fmla="*/ 433682 h 460428"/>
              <a:gd name="connsiteX49" fmla="*/ 118450 w 342053"/>
              <a:gd name="connsiteY49" fmla="*/ 450876 h 460428"/>
              <a:gd name="connsiteX50" fmla="*/ 99346 w 342053"/>
              <a:gd name="connsiteY50" fmla="*/ 458518 h 460428"/>
              <a:gd name="connsiteX51" fmla="*/ 84062 w 342053"/>
              <a:gd name="connsiteY51" fmla="*/ 458518 h 460428"/>
              <a:gd name="connsiteX52" fmla="*/ 0 w 342053"/>
              <a:gd name="connsiteY52" fmla="*/ 378277 h 460428"/>
              <a:gd name="connsiteX53" fmla="*/ 53494 w 342053"/>
              <a:gd name="connsiteY53" fmla="*/ 263648 h 460428"/>
              <a:gd name="connsiteX54" fmla="*/ 189139 w 342053"/>
              <a:gd name="connsiteY54" fmla="*/ 0 h 460428"/>
              <a:gd name="connsiteX55" fmla="*/ 208244 w 342053"/>
              <a:gd name="connsiteY55" fmla="*/ 5731 h 460428"/>
              <a:gd name="connsiteX56" fmla="*/ 70688 w 342053"/>
              <a:gd name="connsiteY56" fmla="*/ 273200 h 460428"/>
              <a:gd name="connsiteX57" fmla="*/ 19105 w 342053"/>
              <a:gd name="connsiteY57" fmla="*/ 378277 h 460428"/>
              <a:gd name="connsiteX58" fmla="*/ 84062 w 342053"/>
              <a:gd name="connsiteY58" fmla="*/ 439413 h 460428"/>
              <a:gd name="connsiteX59" fmla="*/ 99346 w 342053"/>
              <a:gd name="connsiteY59" fmla="*/ 439413 h 460428"/>
              <a:gd name="connsiteX60" fmla="*/ 110809 w 342053"/>
              <a:gd name="connsiteY60" fmla="*/ 433682 h 460428"/>
              <a:gd name="connsiteX61" fmla="*/ 175765 w 342053"/>
              <a:gd name="connsiteY61" fmla="*/ 414577 h 460428"/>
              <a:gd name="connsiteX62" fmla="*/ 229259 w 342053"/>
              <a:gd name="connsiteY62" fmla="*/ 429861 h 460428"/>
              <a:gd name="connsiteX63" fmla="*/ 252185 w 342053"/>
              <a:gd name="connsiteY63" fmla="*/ 439413 h 460428"/>
              <a:gd name="connsiteX64" fmla="*/ 322873 w 342053"/>
              <a:gd name="connsiteY64" fmla="*/ 380188 h 460428"/>
              <a:gd name="connsiteX65" fmla="*/ 322873 w 342053"/>
              <a:gd name="connsiteY65" fmla="*/ 370635 h 460428"/>
              <a:gd name="connsiteX66" fmla="*/ 286574 w 342053"/>
              <a:gd name="connsiteY66" fmla="*/ 303768 h 460428"/>
              <a:gd name="connsiteX67" fmla="*/ 298037 w 342053"/>
              <a:gd name="connsiteY67" fmla="*/ 288484 h 460428"/>
              <a:gd name="connsiteX68" fmla="*/ 341978 w 342053"/>
              <a:gd name="connsiteY68" fmla="*/ 370635 h 460428"/>
              <a:gd name="connsiteX69" fmla="*/ 261737 w 342053"/>
              <a:gd name="connsiteY69" fmla="*/ 460429 h 460428"/>
              <a:gd name="connsiteX70" fmla="*/ 252185 w 342053"/>
              <a:gd name="connsiteY70" fmla="*/ 458518 h 46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42053" h="460428">
                <a:moveTo>
                  <a:pt x="101256" y="61136"/>
                </a:moveTo>
                <a:cubicBezTo>
                  <a:pt x="99346" y="59225"/>
                  <a:pt x="97435" y="61136"/>
                  <a:pt x="97435" y="63046"/>
                </a:cubicBezTo>
                <a:lnTo>
                  <a:pt x="97435" y="76420"/>
                </a:lnTo>
                <a:lnTo>
                  <a:pt x="40120" y="76420"/>
                </a:lnTo>
                <a:lnTo>
                  <a:pt x="40120" y="95525"/>
                </a:lnTo>
                <a:lnTo>
                  <a:pt x="97435" y="95525"/>
                </a:lnTo>
                <a:lnTo>
                  <a:pt x="97435" y="108898"/>
                </a:lnTo>
                <a:cubicBezTo>
                  <a:pt x="97435" y="112719"/>
                  <a:pt x="99346" y="112719"/>
                  <a:pt x="101256" y="110809"/>
                </a:cubicBezTo>
                <a:lnTo>
                  <a:pt x="120361" y="91704"/>
                </a:lnTo>
                <a:cubicBezTo>
                  <a:pt x="122271" y="89793"/>
                  <a:pt x="122271" y="85972"/>
                  <a:pt x="120361" y="84062"/>
                </a:cubicBezTo>
                <a:lnTo>
                  <a:pt x="101256" y="61136"/>
                </a:lnTo>
                <a:close/>
                <a:moveTo>
                  <a:pt x="61136" y="137555"/>
                </a:moveTo>
                <a:cubicBezTo>
                  <a:pt x="59225" y="135645"/>
                  <a:pt x="57315" y="137555"/>
                  <a:pt x="57315" y="139466"/>
                </a:cubicBezTo>
                <a:lnTo>
                  <a:pt x="57315" y="152839"/>
                </a:lnTo>
                <a:lnTo>
                  <a:pt x="0" y="152839"/>
                </a:lnTo>
                <a:lnTo>
                  <a:pt x="0" y="171944"/>
                </a:lnTo>
                <a:lnTo>
                  <a:pt x="57315" y="171944"/>
                </a:lnTo>
                <a:lnTo>
                  <a:pt x="57315" y="183407"/>
                </a:lnTo>
                <a:cubicBezTo>
                  <a:pt x="57315" y="187228"/>
                  <a:pt x="59225" y="187228"/>
                  <a:pt x="61136" y="185318"/>
                </a:cubicBezTo>
                <a:lnTo>
                  <a:pt x="80241" y="166213"/>
                </a:lnTo>
                <a:cubicBezTo>
                  <a:pt x="82151" y="164302"/>
                  <a:pt x="82151" y="160481"/>
                  <a:pt x="80241" y="158571"/>
                </a:cubicBezTo>
                <a:lnTo>
                  <a:pt x="80241" y="158571"/>
                </a:lnTo>
                <a:lnTo>
                  <a:pt x="61136" y="137555"/>
                </a:lnTo>
                <a:close/>
                <a:moveTo>
                  <a:pt x="244543" y="110809"/>
                </a:moveTo>
                <a:cubicBezTo>
                  <a:pt x="246453" y="112719"/>
                  <a:pt x="248364" y="110809"/>
                  <a:pt x="248364" y="108898"/>
                </a:cubicBezTo>
                <a:lnTo>
                  <a:pt x="248364" y="95525"/>
                </a:lnTo>
                <a:lnTo>
                  <a:pt x="305679" y="95525"/>
                </a:lnTo>
                <a:lnTo>
                  <a:pt x="305679" y="76420"/>
                </a:lnTo>
                <a:lnTo>
                  <a:pt x="248364" y="76420"/>
                </a:lnTo>
                <a:lnTo>
                  <a:pt x="248364" y="64957"/>
                </a:lnTo>
                <a:cubicBezTo>
                  <a:pt x="248364" y="61136"/>
                  <a:pt x="246453" y="61136"/>
                  <a:pt x="244543" y="63046"/>
                </a:cubicBezTo>
                <a:lnTo>
                  <a:pt x="225438" y="82151"/>
                </a:lnTo>
                <a:cubicBezTo>
                  <a:pt x="223528" y="84062"/>
                  <a:pt x="223528" y="87883"/>
                  <a:pt x="225438" y="89793"/>
                </a:cubicBezTo>
                <a:lnTo>
                  <a:pt x="225438" y="89793"/>
                </a:lnTo>
                <a:lnTo>
                  <a:pt x="244543" y="110809"/>
                </a:lnTo>
                <a:close/>
                <a:moveTo>
                  <a:pt x="277021" y="152839"/>
                </a:moveTo>
                <a:lnTo>
                  <a:pt x="219707" y="152839"/>
                </a:lnTo>
                <a:lnTo>
                  <a:pt x="219707" y="139466"/>
                </a:lnTo>
                <a:cubicBezTo>
                  <a:pt x="219707" y="135645"/>
                  <a:pt x="217796" y="135645"/>
                  <a:pt x="215886" y="137555"/>
                </a:cubicBezTo>
                <a:lnTo>
                  <a:pt x="196781" y="156660"/>
                </a:lnTo>
                <a:cubicBezTo>
                  <a:pt x="194870" y="158571"/>
                  <a:pt x="194870" y="162392"/>
                  <a:pt x="196781" y="164302"/>
                </a:cubicBezTo>
                <a:lnTo>
                  <a:pt x="215886" y="183407"/>
                </a:lnTo>
                <a:cubicBezTo>
                  <a:pt x="217796" y="185318"/>
                  <a:pt x="219707" y="185318"/>
                  <a:pt x="219707" y="181497"/>
                </a:cubicBezTo>
                <a:lnTo>
                  <a:pt x="219707" y="171944"/>
                </a:lnTo>
                <a:lnTo>
                  <a:pt x="277021" y="171944"/>
                </a:lnTo>
                <a:lnTo>
                  <a:pt x="277021" y="152839"/>
                </a:lnTo>
                <a:close/>
                <a:moveTo>
                  <a:pt x="252185" y="458518"/>
                </a:moveTo>
                <a:cubicBezTo>
                  <a:pt x="240722" y="458518"/>
                  <a:pt x="229259" y="454697"/>
                  <a:pt x="219707" y="447055"/>
                </a:cubicBezTo>
                <a:cubicBezTo>
                  <a:pt x="206333" y="437503"/>
                  <a:pt x="191049" y="433682"/>
                  <a:pt x="175765" y="433682"/>
                </a:cubicBezTo>
                <a:cubicBezTo>
                  <a:pt x="154750" y="433682"/>
                  <a:pt x="135645" y="441324"/>
                  <a:pt x="118450" y="450876"/>
                </a:cubicBezTo>
                <a:cubicBezTo>
                  <a:pt x="112719" y="454697"/>
                  <a:pt x="106988" y="456608"/>
                  <a:pt x="99346" y="458518"/>
                </a:cubicBezTo>
                <a:lnTo>
                  <a:pt x="84062" y="458518"/>
                </a:lnTo>
                <a:cubicBezTo>
                  <a:pt x="38210" y="460429"/>
                  <a:pt x="0" y="424129"/>
                  <a:pt x="0" y="378277"/>
                </a:cubicBezTo>
                <a:cubicBezTo>
                  <a:pt x="0" y="341978"/>
                  <a:pt x="22926" y="309500"/>
                  <a:pt x="53494" y="263648"/>
                </a:cubicBezTo>
                <a:cubicBezTo>
                  <a:pt x="112719" y="183407"/>
                  <a:pt x="158571" y="95525"/>
                  <a:pt x="189139" y="0"/>
                </a:cubicBezTo>
                <a:lnTo>
                  <a:pt x="208244" y="5731"/>
                </a:lnTo>
                <a:cubicBezTo>
                  <a:pt x="177676" y="101256"/>
                  <a:pt x="129913" y="192960"/>
                  <a:pt x="70688" y="273200"/>
                </a:cubicBezTo>
                <a:cubicBezTo>
                  <a:pt x="40120" y="319052"/>
                  <a:pt x="19105" y="347710"/>
                  <a:pt x="19105" y="378277"/>
                </a:cubicBezTo>
                <a:cubicBezTo>
                  <a:pt x="21015" y="412666"/>
                  <a:pt x="49673" y="441324"/>
                  <a:pt x="84062" y="439413"/>
                </a:cubicBezTo>
                <a:lnTo>
                  <a:pt x="99346" y="439413"/>
                </a:lnTo>
                <a:cubicBezTo>
                  <a:pt x="103167" y="437503"/>
                  <a:pt x="106988" y="435592"/>
                  <a:pt x="110809" y="433682"/>
                </a:cubicBezTo>
                <a:cubicBezTo>
                  <a:pt x="129913" y="422219"/>
                  <a:pt x="152839" y="414577"/>
                  <a:pt x="175765" y="414577"/>
                </a:cubicBezTo>
                <a:cubicBezTo>
                  <a:pt x="194870" y="414577"/>
                  <a:pt x="213975" y="420308"/>
                  <a:pt x="229259" y="429861"/>
                </a:cubicBezTo>
                <a:cubicBezTo>
                  <a:pt x="236901" y="435592"/>
                  <a:pt x="244543" y="437503"/>
                  <a:pt x="252185" y="439413"/>
                </a:cubicBezTo>
                <a:cubicBezTo>
                  <a:pt x="288484" y="441324"/>
                  <a:pt x="319052" y="414577"/>
                  <a:pt x="322873" y="380188"/>
                </a:cubicBezTo>
                <a:cubicBezTo>
                  <a:pt x="322873" y="376367"/>
                  <a:pt x="322873" y="372546"/>
                  <a:pt x="322873" y="370635"/>
                </a:cubicBezTo>
                <a:cubicBezTo>
                  <a:pt x="320963" y="343889"/>
                  <a:pt x="307589" y="320963"/>
                  <a:pt x="286574" y="303768"/>
                </a:cubicBezTo>
                <a:lnTo>
                  <a:pt x="298037" y="288484"/>
                </a:lnTo>
                <a:cubicBezTo>
                  <a:pt x="324784" y="307589"/>
                  <a:pt x="340068" y="338157"/>
                  <a:pt x="341978" y="370635"/>
                </a:cubicBezTo>
                <a:cubicBezTo>
                  <a:pt x="343889" y="416487"/>
                  <a:pt x="309500" y="456608"/>
                  <a:pt x="261737" y="460429"/>
                </a:cubicBezTo>
                <a:cubicBezTo>
                  <a:pt x="259827" y="458518"/>
                  <a:pt x="256006" y="458518"/>
                  <a:pt x="252185" y="45851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6" name="Graphic 10" descr="Acupuncture icon.">
            <a:extLst>
              <a:ext uri="{FF2B5EF4-FFF2-40B4-BE49-F238E27FC236}">
                <a16:creationId xmlns:a16="http://schemas.microsoft.com/office/drawing/2014/main" id="{A89E25C8-8D0B-4E66-949D-A80323D47F2B}"/>
              </a:ext>
            </a:extLst>
          </p:cNvPr>
          <p:cNvSpPr/>
          <p:nvPr/>
        </p:nvSpPr>
        <p:spPr>
          <a:xfrm>
            <a:off x="7093329" y="5157580"/>
            <a:ext cx="454695" cy="432649"/>
          </a:xfrm>
          <a:custGeom>
            <a:avLst/>
            <a:gdLst>
              <a:gd name="connsiteX0" fmla="*/ 243078 w 641323"/>
              <a:gd name="connsiteY0" fmla="*/ 199512 h 610228"/>
              <a:gd name="connsiteX1" fmla="*/ 243078 w 641323"/>
              <a:gd name="connsiteY1" fmla="*/ 311992 h 610228"/>
              <a:gd name="connsiteX2" fmla="*/ 292018 w 641323"/>
              <a:gd name="connsiteY2" fmla="*/ 372289 h 610228"/>
              <a:gd name="connsiteX3" fmla="*/ 229558 w 641323"/>
              <a:gd name="connsiteY3" fmla="*/ 435289 h 610228"/>
              <a:gd name="connsiteX4" fmla="*/ 229558 w 641323"/>
              <a:gd name="connsiteY4" fmla="*/ 408250 h 610228"/>
              <a:gd name="connsiteX5" fmla="*/ 264979 w 641323"/>
              <a:gd name="connsiteY5" fmla="*/ 372289 h 610228"/>
              <a:gd name="connsiteX6" fmla="*/ 236318 w 641323"/>
              <a:gd name="connsiteY6" fmla="*/ 337138 h 610228"/>
              <a:gd name="connsiteX7" fmla="*/ 216039 w 641323"/>
              <a:gd name="connsiteY7" fmla="*/ 311992 h 610228"/>
              <a:gd name="connsiteX8" fmla="*/ 216039 w 641323"/>
              <a:gd name="connsiteY8" fmla="*/ 199512 h 610228"/>
              <a:gd name="connsiteX9" fmla="*/ 327709 w 641323"/>
              <a:gd name="connsiteY9" fmla="*/ 87031 h 610228"/>
              <a:gd name="connsiteX10" fmla="*/ 406662 w 641323"/>
              <a:gd name="connsiteY10" fmla="*/ 116232 h 610228"/>
              <a:gd name="connsiteX11" fmla="*/ 439108 w 641323"/>
              <a:gd name="connsiteY11" fmla="*/ 212220 h 610228"/>
              <a:gd name="connsiteX12" fmla="*/ 412069 w 641323"/>
              <a:gd name="connsiteY12" fmla="*/ 212220 h 610228"/>
              <a:gd name="connsiteX13" fmla="*/ 387464 w 641323"/>
              <a:gd name="connsiteY13" fmla="*/ 135430 h 610228"/>
              <a:gd name="connsiteX14" fmla="*/ 327709 w 641323"/>
              <a:gd name="connsiteY14" fmla="*/ 114340 h 610228"/>
              <a:gd name="connsiteX15" fmla="*/ 243078 w 641323"/>
              <a:gd name="connsiteY15" fmla="*/ 199782 h 610228"/>
              <a:gd name="connsiteX16" fmla="*/ 108155 w 641323"/>
              <a:gd name="connsiteY16" fmla="*/ 312804 h 610228"/>
              <a:gd name="connsiteX17" fmla="*/ 108155 w 641323"/>
              <a:gd name="connsiteY17" fmla="*/ 312804 h 610228"/>
              <a:gd name="connsiteX18" fmla="*/ 81116 w 641323"/>
              <a:gd name="connsiteY18" fmla="*/ 339842 h 610228"/>
              <a:gd name="connsiteX19" fmla="*/ 27039 w 641323"/>
              <a:gd name="connsiteY19" fmla="*/ 339842 h 610228"/>
              <a:gd name="connsiteX20" fmla="*/ 0 w 641323"/>
              <a:gd name="connsiteY20" fmla="*/ 312804 h 610228"/>
              <a:gd name="connsiteX21" fmla="*/ 0 w 641323"/>
              <a:gd name="connsiteY21" fmla="*/ 285765 h 610228"/>
              <a:gd name="connsiteX22" fmla="*/ 27039 w 641323"/>
              <a:gd name="connsiteY22" fmla="*/ 258726 h 610228"/>
              <a:gd name="connsiteX23" fmla="*/ 81116 w 641323"/>
              <a:gd name="connsiteY23" fmla="*/ 258726 h 610228"/>
              <a:gd name="connsiteX24" fmla="*/ 108155 w 641323"/>
              <a:gd name="connsiteY24" fmla="*/ 285765 h 610228"/>
              <a:gd name="connsiteX25" fmla="*/ 189000 w 641323"/>
              <a:gd name="connsiteY25" fmla="*/ 285765 h 610228"/>
              <a:gd name="connsiteX26" fmla="*/ 189000 w 641323"/>
              <a:gd name="connsiteY26" fmla="*/ 312804 h 610228"/>
              <a:gd name="connsiteX27" fmla="*/ 108155 w 641323"/>
              <a:gd name="connsiteY27" fmla="*/ 312804 h 610228"/>
              <a:gd name="connsiteX28" fmla="*/ 81116 w 641323"/>
              <a:gd name="connsiteY28" fmla="*/ 285765 h 610228"/>
              <a:gd name="connsiteX29" fmla="*/ 27039 w 641323"/>
              <a:gd name="connsiteY29" fmla="*/ 285765 h 610228"/>
              <a:gd name="connsiteX30" fmla="*/ 27039 w 641323"/>
              <a:gd name="connsiteY30" fmla="*/ 312804 h 610228"/>
              <a:gd name="connsiteX31" fmla="*/ 81116 w 641323"/>
              <a:gd name="connsiteY31" fmla="*/ 312804 h 610228"/>
              <a:gd name="connsiteX32" fmla="*/ 81116 w 641323"/>
              <a:gd name="connsiteY32" fmla="*/ 285765 h 610228"/>
              <a:gd name="connsiteX33" fmla="*/ 81116 w 641323"/>
              <a:gd name="connsiteY33" fmla="*/ 285765 h 610228"/>
              <a:gd name="connsiteX34" fmla="*/ 81116 w 641323"/>
              <a:gd name="connsiteY34" fmla="*/ 285765 h 610228"/>
              <a:gd name="connsiteX35" fmla="*/ 640546 w 641323"/>
              <a:gd name="connsiteY35" fmla="*/ 55395 h 610228"/>
              <a:gd name="connsiteX36" fmla="*/ 628919 w 641323"/>
              <a:gd name="connsiteY36" fmla="*/ 72430 h 610228"/>
              <a:gd name="connsiteX37" fmla="*/ 583765 w 641323"/>
              <a:gd name="connsiteY37" fmla="*/ 102443 h 610228"/>
              <a:gd name="connsiteX38" fmla="*/ 568894 w 641323"/>
              <a:gd name="connsiteY38" fmla="*/ 107039 h 610228"/>
              <a:gd name="connsiteX39" fmla="*/ 563486 w 641323"/>
              <a:gd name="connsiteY39" fmla="*/ 106499 h 610228"/>
              <a:gd name="connsiteX40" fmla="*/ 546451 w 641323"/>
              <a:gd name="connsiteY40" fmla="*/ 94872 h 610228"/>
              <a:gd name="connsiteX41" fmla="*/ 546451 w 641323"/>
              <a:gd name="connsiteY41" fmla="*/ 94872 h 610228"/>
              <a:gd name="connsiteX42" fmla="*/ 502108 w 641323"/>
              <a:gd name="connsiteY42" fmla="*/ 123803 h 610228"/>
              <a:gd name="connsiteX43" fmla="*/ 518061 w 641323"/>
              <a:gd name="connsiteY43" fmla="*/ 201675 h 610228"/>
              <a:gd name="connsiteX44" fmla="*/ 406932 w 641323"/>
              <a:gd name="connsiteY44" fmla="*/ 483958 h 610228"/>
              <a:gd name="connsiteX45" fmla="*/ 450735 w 641323"/>
              <a:gd name="connsiteY45" fmla="*/ 513971 h 610228"/>
              <a:gd name="connsiteX46" fmla="*/ 451275 w 641323"/>
              <a:gd name="connsiteY46" fmla="*/ 513430 h 610228"/>
              <a:gd name="connsiteX47" fmla="*/ 468580 w 641323"/>
              <a:gd name="connsiteY47" fmla="*/ 502074 h 610228"/>
              <a:gd name="connsiteX48" fmla="*/ 488859 w 641323"/>
              <a:gd name="connsiteY48" fmla="*/ 506400 h 610228"/>
              <a:gd name="connsiteX49" fmla="*/ 533473 w 641323"/>
              <a:gd name="connsiteY49" fmla="*/ 536954 h 610228"/>
              <a:gd name="connsiteX50" fmla="*/ 540503 w 641323"/>
              <a:gd name="connsiteY50" fmla="*/ 574538 h 610228"/>
              <a:gd name="connsiteX51" fmla="*/ 525091 w 641323"/>
              <a:gd name="connsiteY51" fmla="*/ 596710 h 610228"/>
              <a:gd name="connsiteX52" fmla="*/ 507786 w 641323"/>
              <a:gd name="connsiteY52" fmla="*/ 608066 h 610228"/>
              <a:gd name="connsiteX53" fmla="*/ 502919 w 641323"/>
              <a:gd name="connsiteY53" fmla="*/ 608607 h 610228"/>
              <a:gd name="connsiteX54" fmla="*/ 487507 w 641323"/>
              <a:gd name="connsiteY54" fmla="*/ 603740 h 610228"/>
              <a:gd name="connsiteX55" fmla="*/ 442893 w 641323"/>
              <a:gd name="connsiteY55" fmla="*/ 573186 h 610228"/>
              <a:gd name="connsiteX56" fmla="*/ 431537 w 641323"/>
              <a:gd name="connsiteY56" fmla="*/ 555881 h 610228"/>
              <a:gd name="connsiteX57" fmla="*/ 435593 w 641323"/>
              <a:gd name="connsiteY57" fmla="*/ 536413 h 610228"/>
              <a:gd name="connsiteX58" fmla="*/ 390709 w 641323"/>
              <a:gd name="connsiteY58" fmla="*/ 505589 h 610228"/>
              <a:gd name="connsiteX59" fmla="*/ 380434 w 641323"/>
              <a:gd name="connsiteY59" fmla="*/ 518838 h 610228"/>
              <a:gd name="connsiteX60" fmla="*/ 248485 w 641323"/>
              <a:gd name="connsiteY60" fmla="*/ 610229 h 610228"/>
              <a:gd name="connsiteX61" fmla="*/ 147631 w 641323"/>
              <a:gd name="connsiteY61" fmla="*/ 510186 h 610228"/>
              <a:gd name="connsiteX62" fmla="*/ 174670 w 641323"/>
              <a:gd name="connsiteY62" fmla="*/ 510186 h 610228"/>
              <a:gd name="connsiteX63" fmla="*/ 248485 w 641323"/>
              <a:gd name="connsiteY63" fmla="*/ 583190 h 610228"/>
              <a:gd name="connsiteX64" fmla="*/ 359074 w 641323"/>
              <a:gd name="connsiteY64" fmla="*/ 501804 h 610228"/>
              <a:gd name="connsiteX65" fmla="*/ 491022 w 641323"/>
              <a:gd name="connsiteY65" fmla="*/ 201404 h 610228"/>
              <a:gd name="connsiteX66" fmla="*/ 332846 w 641323"/>
              <a:gd name="connsiteY66" fmla="*/ 42147 h 610228"/>
              <a:gd name="connsiteX67" fmla="*/ 174670 w 641323"/>
              <a:gd name="connsiteY67" fmla="*/ 201404 h 610228"/>
              <a:gd name="connsiteX68" fmla="*/ 147631 w 641323"/>
              <a:gd name="connsiteY68" fmla="*/ 201404 h 610228"/>
              <a:gd name="connsiteX69" fmla="*/ 332846 w 641323"/>
              <a:gd name="connsiteY69" fmla="*/ 15108 h 610228"/>
              <a:gd name="connsiteX70" fmla="*/ 489400 w 641323"/>
              <a:gd name="connsiteY70" fmla="*/ 99469 h 610228"/>
              <a:gd name="connsiteX71" fmla="*/ 531310 w 641323"/>
              <a:gd name="connsiteY71" fmla="*/ 71619 h 610228"/>
              <a:gd name="connsiteX72" fmla="*/ 539151 w 641323"/>
              <a:gd name="connsiteY72" fmla="*/ 34576 h 610228"/>
              <a:gd name="connsiteX73" fmla="*/ 584306 w 641323"/>
              <a:gd name="connsiteY73" fmla="*/ 4563 h 610228"/>
              <a:gd name="connsiteX74" fmla="*/ 604585 w 641323"/>
              <a:gd name="connsiteY74" fmla="*/ 507 h 610228"/>
              <a:gd name="connsiteX75" fmla="*/ 621889 w 641323"/>
              <a:gd name="connsiteY75" fmla="*/ 12134 h 610228"/>
              <a:gd name="connsiteX76" fmla="*/ 636761 w 641323"/>
              <a:gd name="connsiteY76" fmla="*/ 34576 h 610228"/>
              <a:gd name="connsiteX77" fmla="*/ 640816 w 641323"/>
              <a:gd name="connsiteY77" fmla="*/ 54855 h 610228"/>
              <a:gd name="connsiteX78" fmla="*/ 458035 w 641323"/>
              <a:gd name="connsiteY78" fmla="*/ 551014 h 610228"/>
              <a:gd name="connsiteX79" fmla="*/ 502649 w 641323"/>
              <a:gd name="connsiteY79" fmla="*/ 581568 h 610228"/>
              <a:gd name="connsiteX80" fmla="*/ 518061 w 641323"/>
              <a:gd name="connsiteY80" fmla="*/ 559396 h 610228"/>
              <a:gd name="connsiteX81" fmla="*/ 473447 w 641323"/>
              <a:gd name="connsiteY81" fmla="*/ 528843 h 610228"/>
              <a:gd name="connsiteX82" fmla="*/ 458035 w 641323"/>
              <a:gd name="connsiteY82" fmla="*/ 551014 h 610228"/>
              <a:gd name="connsiteX83" fmla="*/ 614048 w 641323"/>
              <a:gd name="connsiteY83" fmla="*/ 49988 h 610228"/>
              <a:gd name="connsiteX84" fmla="*/ 599177 w 641323"/>
              <a:gd name="connsiteY84" fmla="*/ 27546 h 610228"/>
              <a:gd name="connsiteX85" fmla="*/ 554022 w 641323"/>
              <a:gd name="connsiteY85" fmla="*/ 57559 h 610228"/>
              <a:gd name="connsiteX86" fmla="*/ 568894 w 641323"/>
              <a:gd name="connsiteY86" fmla="*/ 80001 h 610228"/>
              <a:gd name="connsiteX87" fmla="*/ 614048 w 641323"/>
              <a:gd name="connsiteY87" fmla="*/ 49988 h 61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41323" h="610228">
                <a:moveTo>
                  <a:pt x="243078" y="199512"/>
                </a:moveTo>
                <a:lnTo>
                  <a:pt x="243078" y="311992"/>
                </a:lnTo>
                <a:cubicBezTo>
                  <a:pt x="270927" y="316319"/>
                  <a:pt x="292018" y="342276"/>
                  <a:pt x="292018" y="372289"/>
                </a:cubicBezTo>
                <a:cubicBezTo>
                  <a:pt x="292018" y="406898"/>
                  <a:pt x="263897" y="435289"/>
                  <a:pt x="229558" y="435289"/>
                </a:cubicBezTo>
                <a:lnTo>
                  <a:pt x="229558" y="408250"/>
                </a:lnTo>
                <a:cubicBezTo>
                  <a:pt x="249026" y="408250"/>
                  <a:pt x="264979" y="392297"/>
                  <a:pt x="264979" y="372289"/>
                </a:cubicBezTo>
                <a:cubicBezTo>
                  <a:pt x="264979" y="355254"/>
                  <a:pt x="252812" y="340383"/>
                  <a:pt x="236318" y="337138"/>
                </a:cubicBezTo>
                <a:cubicBezTo>
                  <a:pt x="224691" y="334975"/>
                  <a:pt x="216039" y="324160"/>
                  <a:pt x="216039" y="311992"/>
                </a:cubicBezTo>
                <a:lnTo>
                  <a:pt x="216039" y="199512"/>
                </a:lnTo>
                <a:cubicBezTo>
                  <a:pt x="216039" y="133267"/>
                  <a:pt x="262005" y="87031"/>
                  <a:pt x="327709" y="87031"/>
                </a:cubicBezTo>
                <a:cubicBezTo>
                  <a:pt x="360966" y="87031"/>
                  <a:pt x="387464" y="96765"/>
                  <a:pt x="406662" y="116232"/>
                </a:cubicBezTo>
                <a:cubicBezTo>
                  <a:pt x="428293" y="137863"/>
                  <a:pt x="439108" y="170039"/>
                  <a:pt x="439108" y="212220"/>
                </a:cubicBezTo>
                <a:lnTo>
                  <a:pt x="412069" y="212220"/>
                </a:lnTo>
                <a:cubicBezTo>
                  <a:pt x="412069" y="177610"/>
                  <a:pt x="403958" y="151924"/>
                  <a:pt x="387464" y="135430"/>
                </a:cubicBezTo>
                <a:cubicBezTo>
                  <a:pt x="373404" y="121370"/>
                  <a:pt x="353395" y="114340"/>
                  <a:pt x="327709" y="114340"/>
                </a:cubicBezTo>
                <a:cubicBezTo>
                  <a:pt x="277146" y="114340"/>
                  <a:pt x="243078" y="148679"/>
                  <a:pt x="243078" y="199782"/>
                </a:cubicBezTo>
                <a:close/>
                <a:moveTo>
                  <a:pt x="108155" y="312804"/>
                </a:moveTo>
                <a:lnTo>
                  <a:pt x="108155" y="312804"/>
                </a:lnTo>
                <a:cubicBezTo>
                  <a:pt x="108155" y="327675"/>
                  <a:pt x="95987" y="339842"/>
                  <a:pt x="81116" y="339842"/>
                </a:cubicBezTo>
                <a:lnTo>
                  <a:pt x="27039" y="339842"/>
                </a:lnTo>
                <a:cubicBezTo>
                  <a:pt x="12167" y="339842"/>
                  <a:pt x="0" y="327675"/>
                  <a:pt x="0" y="312804"/>
                </a:cubicBezTo>
                <a:lnTo>
                  <a:pt x="0" y="285765"/>
                </a:lnTo>
                <a:cubicBezTo>
                  <a:pt x="0" y="270894"/>
                  <a:pt x="12167" y="258726"/>
                  <a:pt x="27039" y="258726"/>
                </a:cubicBezTo>
                <a:lnTo>
                  <a:pt x="81116" y="258726"/>
                </a:lnTo>
                <a:cubicBezTo>
                  <a:pt x="95987" y="258726"/>
                  <a:pt x="108155" y="270894"/>
                  <a:pt x="108155" y="285765"/>
                </a:cubicBezTo>
                <a:lnTo>
                  <a:pt x="189000" y="285765"/>
                </a:lnTo>
                <a:lnTo>
                  <a:pt x="189000" y="312804"/>
                </a:lnTo>
                <a:lnTo>
                  <a:pt x="108155" y="312804"/>
                </a:lnTo>
                <a:close/>
                <a:moveTo>
                  <a:pt x="81116" y="285765"/>
                </a:moveTo>
                <a:lnTo>
                  <a:pt x="27039" y="285765"/>
                </a:lnTo>
                <a:lnTo>
                  <a:pt x="27039" y="312804"/>
                </a:lnTo>
                <a:lnTo>
                  <a:pt x="81116" y="312804"/>
                </a:lnTo>
                <a:lnTo>
                  <a:pt x="81116" y="285765"/>
                </a:lnTo>
                <a:close/>
                <a:moveTo>
                  <a:pt x="81116" y="285765"/>
                </a:moveTo>
                <a:lnTo>
                  <a:pt x="81116" y="285765"/>
                </a:lnTo>
                <a:moveTo>
                  <a:pt x="640546" y="55395"/>
                </a:moveTo>
                <a:cubicBezTo>
                  <a:pt x="639194" y="62426"/>
                  <a:pt x="635138" y="68644"/>
                  <a:pt x="628919" y="72430"/>
                </a:cubicBezTo>
                <a:lnTo>
                  <a:pt x="583765" y="102443"/>
                </a:lnTo>
                <a:cubicBezTo>
                  <a:pt x="579168" y="105417"/>
                  <a:pt x="574031" y="107039"/>
                  <a:pt x="568894" y="107039"/>
                </a:cubicBezTo>
                <a:cubicBezTo>
                  <a:pt x="567001" y="107039"/>
                  <a:pt x="565379" y="107039"/>
                  <a:pt x="563486" y="106499"/>
                </a:cubicBezTo>
                <a:cubicBezTo>
                  <a:pt x="556456" y="105147"/>
                  <a:pt x="550237" y="101091"/>
                  <a:pt x="546451" y="94872"/>
                </a:cubicBezTo>
                <a:lnTo>
                  <a:pt x="546451" y="94872"/>
                </a:lnTo>
                <a:lnTo>
                  <a:pt x="502108" y="123803"/>
                </a:lnTo>
                <a:cubicBezTo>
                  <a:pt x="512383" y="147327"/>
                  <a:pt x="518061" y="173554"/>
                  <a:pt x="518061" y="201675"/>
                </a:cubicBezTo>
                <a:cubicBezTo>
                  <a:pt x="518061" y="311452"/>
                  <a:pt x="463172" y="407709"/>
                  <a:pt x="406932" y="483958"/>
                </a:cubicBezTo>
                <a:lnTo>
                  <a:pt x="450735" y="513971"/>
                </a:lnTo>
                <a:lnTo>
                  <a:pt x="451275" y="513430"/>
                </a:lnTo>
                <a:cubicBezTo>
                  <a:pt x="455331" y="507482"/>
                  <a:pt x="461550" y="503426"/>
                  <a:pt x="468580" y="502074"/>
                </a:cubicBezTo>
                <a:cubicBezTo>
                  <a:pt x="475610" y="500722"/>
                  <a:pt x="482911" y="502074"/>
                  <a:pt x="488859" y="506400"/>
                </a:cubicBezTo>
                <a:lnTo>
                  <a:pt x="533473" y="536954"/>
                </a:lnTo>
                <a:cubicBezTo>
                  <a:pt x="545640" y="545336"/>
                  <a:pt x="548885" y="562371"/>
                  <a:pt x="540503" y="574538"/>
                </a:cubicBezTo>
                <a:lnTo>
                  <a:pt x="525091" y="596710"/>
                </a:lnTo>
                <a:cubicBezTo>
                  <a:pt x="521035" y="602658"/>
                  <a:pt x="514816" y="606714"/>
                  <a:pt x="507786" y="608066"/>
                </a:cubicBezTo>
                <a:cubicBezTo>
                  <a:pt x="506164" y="608336"/>
                  <a:pt x="504542" y="608607"/>
                  <a:pt x="502919" y="608607"/>
                </a:cubicBezTo>
                <a:cubicBezTo>
                  <a:pt x="497512" y="608607"/>
                  <a:pt x="492104" y="606984"/>
                  <a:pt x="487507" y="603740"/>
                </a:cubicBezTo>
                <a:lnTo>
                  <a:pt x="442893" y="573186"/>
                </a:lnTo>
                <a:cubicBezTo>
                  <a:pt x="436945" y="569130"/>
                  <a:pt x="432889" y="562911"/>
                  <a:pt x="431537" y="555881"/>
                </a:cubicBezTo>
                <a:cubicBezTo>
                  <a:pt x="430185" y="549122"/>
                  <a:pt x="431537" y="542092"/>
                  <a:pt x="435593" y="536413"/>
                </a:cubicBezTo>
                <a:lnTo>
                  <a:pt x="390709" y="505589"/>
                </a:lnTo>
                <a:cubicBezTo>
                  <a:pt x="387194" y="510186"/>
                  <a:pt x="383679" y="514512"/>
                  <a:pt x="380434" y="518838"/>
                </a:cubicBezTo>
                <a:cubicBezTo>
                  <a:pt x="345284" y="563182"/>
                  <a:pt x="303103" y="610229"/>
                  <a:pt x="248485" y="610229"/>
                </a:cubicBezTo>
                <a:cubicBezTo>
                  <a:pt x="191163" y="610229"/>
                  <a:pt x="147631" y="567237"/>
                  <a:pt x="147631" y="510186"/>
                </a:cubicBezTo>
                <a:lnTo>
                  <a:pt x="174670" y="510186"/>
                </a:lnTo>
                <a:cubicBezTo>
                  <a:pt x="174670" y="552366"/>
                  <a:pt x="205764" y="583190"/>
                  <a:pt x="248485" y="583190"/>
                </a:cubicBezTo>
                <a:cubicBezTo>
                  <a:pt x="291206" y="583190"/>
                  <a:pt x="327979" y="541280"/>
                  <a:pt x="359074" y="501804"/>
                </a:cubicBezTo>
                <a:cubicBezTo>
                  <a:pt x="420451" y="424473"/>
                  <a:pt x="491022" y="320374"/>
                  <a:pt x="491022" y="201404"/>
                </a:cubicBezTo>
                <a:cubicBezTo>
                  <a:pt x="491022" y="110554"/>
                  <a:pt x="422885" y="42147"/>
                  <a:pt x="332846" y="42147"/>
                </a:cubicBezTo>
                <a:cubicBezTo>
                  <a:pt x="242807" y="42147"/>
                  <a:pt x="174670" y="110554"/>
                  <a:pt x="174670" y="201404"/>
                </a:cubicBezTo>
                <a:lnTo>
                  <a:pt x="147631" y="201404"/>
                </a:lnTo>
                <a:cubicBezTo>
                  <a:pt x="147631" y="95142"/>
                  <a:pt x="227125" y="15108"/>
                  <a:pt x="332846" y="15108"/>
                </a:cubicBezTo>
                <a:cubicBezTo>
                  <a:pt x="400443" y="15108"/>
                  <a:pt x="457224" y="48095"/>
                  <a:pt x="489400" y="99469"/>
                </a:cubicBezTo>
                <a:lnTo>
                  <a:pt x="531310" y="71619"/>
                </a:lnTo>
                <a:cubicBezTo>
                  <a:pt x="523469" y="59181"/>
                  <a:pt x="526713" y="42687"/>
                  <a:pt x="539151" y="34576"/>
                </a:cubicBezTo>
                <a:lnTo>
                  <a:pt x="584306" y="4563"/>
                </a:lnTo>
                <a:cubicBezTo>
                  <a:pt x="590254" y="507"/>
                  <a:pt x="597555" y="-845"/>
                  <a:pt x="604585" y="507"/>
                </a:cubicBezTo>
                <a:cubicBezTo>
                  <a:pt x="611615" y="1859"/>
                  <a:pt x="617834" y="5915"/>
                  <a:pt x="621889" y="12134"/>
                </a:cubicBezTo>
                <a:lnTo>
                  <a:pt x="636761" y="34576"/>
                </a:lnTo>
                <a:cubicBezTo>
                  <a:pt x="640816" y="40524"/>
                  <a:pt x="642168" y="47825"/>
                  <a:pt x="640816" y="54855"/>
                </a:cubicBezTo>
                <a:close/>
                <a:moveTo>
                  <a:pt x="458035" y="551014"/>
                </a:moveTo>
                <a:lnTo>
                  <a:pt x="502649" y="581568"/>
                </a:lnTo>
                <a:lnTo>
                  <a:pt x="518061" y="559396"/>
                </a:lnTo>
                <a:lnTo>
                  <a:pt x="473447" y="528843"/>
                </a:lnTo>
                <a:lnTo>
                  <a:pt x="458035" y="551014"/>
                </a:lnTo>
                <a:close/>
                <a:moveTo>
                  <a:pt x="614048" y="49988"/>
                </a:moveTo>
                <a:lnTo>
                  <a:pt x="599177" y="27546"/>
                </a:lnTo>
                <a:lnTo>
                  <a:pt x="554022" y="57559"/>
                </a:lnTo>
                <a:lnTo>
                  <a:pt x="568894" y="80001"/>
                </a:lnTo>
                <a:lnTo>
                  <a:pt x="614048" y="49988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5" name="Graphic 16" descr="Massage icon.">
            <a:extLst>
              <a:ext uri="{FF2B5EF4-FFF2-40B4-BE49-F238E27FC236}">
                <a16:creationId xmlns:a16="http://schemas.microsoft.com/office/drawing/2014/main" id="{DE8A3F4C-67F7-4C7E-98B5-FAD293A087A8}"/>
              </a:ext>
            </a:extLst>
          </p:cNvPr>
          <p:cNvSpPr/>
          <p:nvPr/>
        </p:nvSpPr>
        <p:spPr>
          <a:xfrm>
            <a:off x="8332458" y="5196488"/>
            <a:ext cx="421746" cy="344873"/>
          </a:xfrm>
          <a:custGeom>
            <a:avLst/>
            <a:gdLst>
              <a:gd name="connsiteX0" fmla="*/ 567812 w 594850"/>
              <a:gd name="connsiteY0" fmla="*/ 351503 h 486425"/>
              <a:gd name="connsiteX1" fmla="*/ 567812 w 594850"/>
              <a:gd name="connsiteY1" fmla="*/ 351503 h 486425"/>
              <a:gd name="connsiteX2" fmla="*/ 567812 w 594850"/>
              <a:gd name="connsiteY2" fmla="*/ 350962 h 486425"/>
              <a:gd name="connsiteX3" fmla="*/ 567812 w 594850"/>
              <a:gd name="connsiteY3" fmla="*/ 297425 h 486425"/>
              <a:gd name="connsiteX4" fmla="*/ 527254 w 594850"/>
              <a:gd name="connsiteY4" fmla="*/ 256867 h 486425"/>
              <a:gd name="connsiteX5" fmla="*/ 419099 w 594850"/>
              <a:gd name="connsiteY5" fmla="*/ 256867 h 486425"/>
              <a:gd name="connsiteX6" fmla="*/ 419099 w 594850"/>
              <a:gd name="connsiteY6" fmla="*/ 174670 h 486425"/>
              <a:gd name="connsiteX7" fmla="*/ 374756 w 594850"/>
              <a:gd name="connsiteY7" fmla="*/ 102747 h 486425"/>
              <a:gd name="connsiteX8" fmla="*/ 384760 w 594850"/>
              <a:gd name="connsiteY8" fmla="*/ 67597 h 486425"/>
              <a:gd name="connsiteX9" fmla="*/ 364752 w 594850"/>
              <a:gd name="connsiteY9" fmla="*/ 19738 h 486425"/>
              <a:gd name="connsiteX10" fmla="*/ 317164 w 594850"/>
              <a:gd name="connsiteY10" fmla="*/ 0 h 486425"/>
              <a:gd name="connsiteX11" fmla="*/ 317164 w 594850"/>
              <a:gd name="connsiteY11" fmla="*/ 0 h 486425"/>
              <a:gd name="connsiteX12" fmla="*/ 269305 w 594850"/>
              <a:gd name="connsiteY12" fmla="*/ 20009 h 486425"/>
              <a:gd name="connsiteX13" fmla="*/ 249567 w 594850"/>
              <a:gd name="connsiteY13" fmla="*/ 67867 h 486425"/>
              <a:gd name="connsiteX14" fmla="*/ 259842 w 594850"/>
              <a:gd name="connsiteY14" fmla="*/ 102747 h 486425"/>
              <a:gd name="connsiteX15" fmla="*/ 216309 w 594850"/>
              <a:gd name="connsiteY15" fmla="*/ 174670 h 486425"/>
              <a:gd name="connsiteX16" fmla="*/ 216309 w 594850"/>
              <a:gd name="connsiteY16" fmla="*/ 256867 h 486425"/>
              <a:gd name="connsiteX17" fmla="*/ 186567 w 594850"/>
              <a:gd name="connsiteY17" fmla="*/ 263897 h 486425"/>
              <a:gd name="connsiteX18" fmla="*/ 179266 w 594850"/>
              <a:gd name="connsiteY18" fmla="*/ 237670 h 486425"/>
              <a:gd name="connsiteX19" fmla="*/ 138979 w 594850"/>
              <a:gd name="connsiteY19" fmla="*/ 205494 h 486425"/>
              <a:gd name="connsiteX20" fmla="*/ 88416 w 594850"/>
              <a:gd name="connsiteY20" fmla="*/ 211442 h 486425"/>
              <a:gd name="connsiteX21" fmla="*/ 60026 w 594850"/>
              <a:gd name="connsiteY21" fmla="*/ 297425 h 486425"/>
              <a:gd name="connsiteX22" fmla="*/ 40558 w 594850"/>
              <a:gd name="connsiteY22" fmla="*/ 297425 h 486425"/>
              <a:gd name="connsiteX23" fmla="*/ 21631 w 594850"/>
              <a:gd name="connsiteY23" fmla="*/ 305537 h 486425"/>
              <a:gd name="connsiteX24" fmla="*/ 13790 w 594850"/>
              <a:gd name="connsiteY24" fmla="*/ 324734 h 486425"/>
              <a:gd name="connsiteX25" fmla="*/ 13790 w 594850"/>
              <a:gd name="connsiteY25" fmla="*/ 351503 h 486425"/>
              <a:gd name="connsiteX26" fmla="*/ 14601 w 594850"/>
              <a:gd name="connsiteY26" fmla="*/ 355018 h 486425"/>
              <a:gd name="connsiteX27" fmla="*/ 0 w 594850"/>
              <a:gd name="connsiteY27" fmla="*/ 378541 h 486425"/>
              <a:gd name="connsiteX28" fmla="*/ 0 w 594850"/>
              <a:gd name="connsiteY28" fmla="*/ 486155 h 486425"/>
              <a:gd name="connsiteX29" fmla="*/ 27039 w 594850"/>
              <a:gd name="connsiteY29" fmla="*/ 486155 h 486425"/>
              <a:gd name="connsiteX30" fmla="*/ 27039 w 594850"/>
              <a:gd name="connsiteY30" fmla="*/ 459657 h 486425"/>
              <a:gd name="connsiteX31" fmla="*/ 567812 w 594850"/>
              <a:gd name="connsiteY31" fmla="*/ 459657 h 486425"/>
              <a:gd name="connsiteX32" fmla="*/ 567812 w 594850"/>
              <a:gd name="connsiteY32" fmla="*/ 486426 h 486425"/>
              <a:gd name="connsiteX33" fmla="*/ 594851 w 594850"/>
              <a:gd name="connsiteY33" fmla="*/ 486426 h 486425"/>
              <a:gd name="connsiteX34" fmla="*/ 594851 w 594850"/>
              <a:gd name="connsiteY34" fmla="*/ 378541 h 486425"/>
              <a:gd name="connsiteX35" fmla="*/ 567812 w 594850"/>
              <a:gd name="connsiteY35" fmla="*/ 351503 h 486425"/>
              <a:gd name="connsiteX36" fmla="*/ 419370 w 594850"/>
              <a:gd name="connsiteY36" fmla="*/ 296614 h 486425"/>
              <a:gd name="connsiteX37" fmla="*/ 419370 w 594850"/>
              <a:gd name="connsiteY37" fmla="*/ 283906 h 486425"/>
              <a:gd name="connsiteX38" fmla="*/ 527524 w 594850"/>
              <a:gd name="connsiteY38" fmla="*/ 283906 h 486425"/>
              <a:gd name="connsiteX39" fmla="*/ 541044 w 594850"/>
              <a:gd name="connsiteY39" fmla="*/ 297425 h 486425"/>
              <a:gd name="connsiteX40" fmla="*/ 541044 w 594850"/>
              <a:gd name="connsiteY40" fmla="*/ 350962 h 486425"/>
              <a:gd name="connsiteX41" fmla="*/ 541044 w 594850"/>
              <a:gd name="connsiteY41" fmla="*/ 350962 h 486425"/>
              <a:gd name="connsiteX42" fmla="*/ 541044 w 594850"/>
              <a:gd name="connsiteY42" fmla="*/ 351503 h 486425"/>
              <a:gd name="connsiteX43" fmla="*/ 378812 w 594850"/>
              <a:gd name="connsiteY43" fmla="*/ 351503 h 486425"/>
              <a:gd name="connsiteX44" fmla="*/ 378812 w 594850"/>
              <a:gd name="connsiteY44" fmla="*/ 324464 h 486425"/>
              <a:gd name="connsiteX45" fmla="*/ 392331 w 594850"/>
              <a:gd name="connsiteY45" fmla="*/ 324464 h 486425"/>
              <a:gd name="connsiteX46" fmla="*/ 419370 w 594850"/>
              <a:gd name="connsiteY46" fmla="*/ 296614 h 486425"/>
              <a:gd name="connsiteX47" fmla="*/ 288503 w 594850"/>
              <a:gd name="connsiteY47" fmla="*/ 38936 h 486425"/>
              <a:gd name="connsiteX48" fmla="*/ 317164 w 594850"/>
              <a:gd name="connsiteY48" fmla="*/ 27039 h 486425"/>
              <a:gd name="connsiteX49" fmla="*/ 345825 w 594850"/>
              <a:gd name="connsiteY49" fmla="*/ 38936 h 486425"/>
              <a:gd name="connsiteX50" fmla="*/ 357722 w 594850"/>
              <a:gd name="connsiteY50" fmla="*/ 67597 h 486425"/>
              <a:gd name="connsiteX51" fmla="*/ 317164 w 594850"/>
              <a:gd name="connsiteY51" fmla="*/ 108155 h 486425"/>
              <a:gd name="connsiteX52" fmla="*/ 288503 w 594850"/>
              <a:gd name="connsiteY52" fmla="*/ 96258 h 486425"/>
              <a:gd name="connsiteX53" fmla="*/ 276606 w 594850"/>
              <a:gd name="connsiteY53" fmla="*/ 67597 h 486425"/>
              <a:gd name="connsiteX54" fmla="*/ 288503 w 594850"/>
              <a:gd name="connsiteY54" fmla="*/ 38936 h 486425"/>
              <a:gd name="connsiteX55" fmla="*/ 243348 w 594850"/>
              <a:gd name="connsiteY55" fmla="*/ 174670 h 486425"/>
              <a:gd name="connsiteX56" fmla="*/ 279580 w 594850"/>
              <a:gd name="connsiteY56" fmla="*/ 123837 h 486425"/>
              <a:gd name="connsiteX57" fmla="*/ 317164 w 594850"/>
              <a:gd name="connsiteY57" fmla="*/ 135193 h 486425"/>
              <a:gd name="connsiteX58" fmla="*/ 317164 w 594850"/>
              <a:gd name="connsiteY58" fmla="*/ 135193 h 486425"/>
              <a:gd name="connsiteX59" fmla="*/ 354747 w 594850"/>
              <a:gd name="connsiteY59" fmla="*/ 123567 h 486425"/>
              <a:gd name="connsiteX60" fmla="*/ 391790 w 594850"/>
              <a:gd name="connsiteY60" fmla="*/ 174399 h 486425"/>
              <a:gd name="connsiteX61" fmla="*/ 391790 w 594850"/>
              <a:gd name="connsiteY61" fmla="*/ 297155 h 486425"/>
              <a:gd name="connsiteX62" fmla="*/ 365022 w 594850"/>
              <a:gd name="connsiteY62" fmla="*/ 296344 h 486425"/>
              <a:gd name="connsiteX63" fmla="*/ 365022 w 594850"/>
              <a:gd name="connsiteY63" fmla="*/ 161691 h 486425"/>
              <a:gd name="connsiteX64" fmla="*/ 337983 w 594850"/>
              <a:gd name="connsiteY64" fmla="*/ 161691 h 486425"/>
              <a:gd name="connsiteX65" fmla="*/ 337983 w 594850"/>
              <a:gd name="connsiteY65" fmla="*/ 256327 h 486425"/>
              <a:gd name="connsiteX66" fmla="*/ 297155 w 594850"/>
              <a:gd name="connsiteY66" fmla="*/ 256327 h 486425"/>
              <a:gd name="connsiteX67" fmla="*/ 297155 w 594850"/>
              <a:gd name="connsiteY67" fmla="*/ 161691 h 486425"/>
              <a:gd name="connsiteX68" fmla="*/ 270387 w 594850"/>
              <a:gd name="connsiteY68" fmla="*/ 161691 h 486425"/>
              <a:gd name="connsiteX69" fmla="*/ 270387 w 594850"/>
              <a:gd name="connsiteY69" fmla="*/ 296885 h 486425"/>
              <a:gd name="connsiteX70" fmla="*/ 243078 w 594850"/>
              <a:gd name="connsiteY70" fmla="*/ 296344 h 486425"/>
              <a:gd name="connsiteX71" fmla="*/ 243078 w 594850"/>
              <a:gd name="connsiteY71" fmla="*/ 173859 h 486425"/>
              <a:gd name="connsiteX72" fmla="*/ 101936 w 594850"/>
              <a:gd name="connsiteY72" fmla="*/ 234966 h 486425"/>
              <a:gd name="connsiteX73" fmla="*/ 131949 w 594850"/>
              <a:gd name="connsiteY73" fmla="*/ 231451 h 486425"/>
              <a:gd name="connsiteX74" fmla="*/ 156013 w 594850"/>
              <a:gd name="connsiteY74" fmla="*/ 250648 h 486425"/>
              <a:gd name="connsiteX75" fmla="*/ 151687 w 594850"/>
              <a:gd name="connsiteY75" fmla="*/ 296614 h 486425"/>
              <a:gd name="connsiteX76" fmla="*/ 150876 w 594850"/>
              <a:gd name="connsiteY76" fmla="*/ 297425 h 486425"/>
              <a:gd name="connsiteX77" fmla="*/ 92472 w 594850"/>
              <a:gd name="connsiteY77" fmla="*/ 297425 h 486425"/>
              <a:gd name="connsiteX78" fmla="*/ 86524 w 594850"/>
              <a:gd name="connsiteY78" fmla="*/ 290125 h 486425"/>
              <a:gd name="connsiteX79" fmla="*/ 101936 w 594850"/>
              <a:gd name="connsiteY79" fmla="*/ 234966 h 486425"/>
              <a:gd name="connsiteX80" fmla="*/ 203060 w 594850"/>
              <a:gd name="connsiteY80" fmla="*/ 324464 h 486425"/>
              <a:gd name="connsiteX81" fmla="*/ 203060 w 594850"/>
              <a:gd name="connsiteY81" fmla="*/ 297425 h 486425"/>
              <a:gd name="connsiteX82" fmla="*/ 186567 w 594850"/>
              <a:gd name="connsiteY82" fmla="*/ 297425 h 486425"/>
              <a:gd name="connsiteX83" fmla="*/ 216309 w 594850"/>
              <a:gd name="connsiteY83" fmla="*/ 283906 h 486425"/>
              <a:gd name="connsiteX84" fmla="*/ 216309 w 594850"/>
              <a:gd name="connsiteY84" fmla="*/ 297155 h 486425"/>
              <a:gd name="connsiteX85" fmla="*/ 243348 w 594850"/>
              <a:gd name="connsiteY85" fmla="*/ 324464 h 486425"/>
              <a:gd name="connsiteX86" fmla="*/ 270387 w 594850"/>
              <a:gd name="connsiteY86" fmla="*/ 324464 h 486425"/>
              <a:gd name="connsiteX87" fmla="*/ 297425 w 594850"/>
              <a:gd name="connsiteY87" fmla="*/ 296885 h 486425"/>
              <a:gd name="connsiteX88" fmla="*/ 297425 w 594850"/>
              <a:gd name="connsiteY88" fmla="*/ 283906 h 486425"/>
              <a:gd name="connsiteX89" fmla="*/ 338524 w 594850"/>
              <a:gd name="connsiteY89" fmla="*/ 283906 h 486425"/>
              <a:gd name="connsiteX90" fmla="*/ 338524 w 594850"/>
              <a:gd name="connsiteY90" fmla="*/ 296885 h 486425"/>
              <a:gd name="connsiteX91" fmla="*/ 351773 w 594850"/>
              <a:gd name="connsiteY91" fmla="*/ 320138 h 486425"/>
              <a:gd name="connsiteX92" fmla="*/ 351773 w 594850"/>
              <a:gd name="connsiteY92" fmla="*/ 351503 h 486425"/>
              <a:gd name="connsiteX93" fmla="*/ 40828 w 594850"/>
              <a:gd name="connsiteY93" fmla="*/ 351503 h 486425"/>
              <a:gd name="connsiteX94" fmla="*/ 40828 w 594850"/>
              <a:gd name="connsiteY94" fmla="*/ 324464 h 486425"/>
              <a:gd name="connsiteX95" fmla="*/ 202790 w 594850"/>
              <a:gd name="connsiteY95" fmla="*/ 324464 h 486425"/>
              <a:gd name="connsiteX96" fmla="*/ 27309 w 594850"/>
              <a:gd name="connsiteY96" fmla="*/ 378541 h 486425"/>
              <a:gd name="connsiteX97" fmla="*/ 567812 w 594850"/>
              <a:gd name="connsiteY97" fmla="*/ 378541 h 486425"/>
              <a:gd name="connsiteX98" fmla="*/ 567812 w 594850"/>
              <a:gd name="connsiteY98" fmla="*/ 432619 h 486425"/>
              <a:gd name="connsiteX99" fmla="*/ 27039 w 594850"/>
              <a:gd name="connsiteY99" fmla="*/ 432619 h 486425"/>
              <a:gd name="connsiteX100" fmla="*/ 27039 w 594850"/>
              <a:gd name="connsiteY100" fmla="*/ 378541 h 48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594850" h="486425">
                <a:moveTo>
                  <a:pt x="567812" y="351503"/>
                </a:moveTo>
                <a:lnTo>
                  <a:pt x="567812" y="351503"/>
                </a:lnTo>
                <a:cubicBezTo>
                  <a:pt x="567812" y="351503"/>
                  <a:pt x="567812" y="351232"/>
                  <a:pt x="567812" y="350962"/>
                </a:cubicBezTo>
                <a:lnTo>
                  <a:pt x="567812" y="297425"/>
                </a:lnTo>
                <a:cubicBezTo>
                  <a:pt x="567812" y="274983"/>
                  <a:pt x="549696" y="256867"/>
                  <a:pt x="527254" y="256867"/>
                </a:cubicBezTo>
                <a:lnTo>
                  <a:pt x="419099" y="256867"/>
                </a:lnTo>
                <a:lnTo>
                  <a:pt x="419099" y="174670"/>
                </a:lnTo>
                <a:cubicBezTo>
                  <a:pt x="418829" y="143846"/>
                  <a:pt x="401254" y="116537"/>
                  <a:pt x="374756" y="102747"/>
                </a:cubicBezTo>
                <a:cubicBezTo>
                  <a:pt x="380975" y="92472"/>
                  <a:pt x="384760" y="80575"/>
                  <a:pt x="384760" y="67597"/>
                </a:cubicBezTo>
                <a:cubicBezTo>
                  <a:pt x="384760" y="49481"/>
                  <a:pt x="377730" y="32717"/>
                  <a:pt x="364752" y="19738"/>
                </a:cubicBezTo>
                <a:cubicBezTo>
                  <a:pt x="352043" y="7030"/>
                  <a:pt x="335009" y="0"/>
                  <a:pt x="317164" y="0"/>
                </a:cubicBezTo>
                <a:lnTo>
                  <a:pt x="317164" y="0"/>
                </a:lnTo>
                <a:cubicBezTo>
                  <a:pt x="299048" y="0"/>
                  <a:pt x="282284" y="7030"/>
                  <a:pt x="269305" y="20009"/>
                </a:cubicBezTo>
                <a:cubicBezTo>
                  <a:pt x="256597" y="32717"/>
                  <a:pt x="249567" y="49751"/>
                  <a:pt x="249567" y="67867"/>
                </a:cubicBezTo>
                <a:cubicBezTo>
                  <a:pt x="249567" y="80846"/>
                  <a:pt x="253352" y="92743"/>
                  <a:pt x="259842" y="102747"/>
                </a:cubicBezTo>
                <a:cubicBezTo>
                  <a:pt x="233614" y="116537"/>
                  <a:pt x="216309" y="143846"/>
                  <a:pt x="216309" y="174670"/>
                </a:cubicBezTo>
                <a:lnTo>
                  <a:pt x="216309" y="256867"/>
                </a:lnTo>
                <a:cubicBezTo>
                  <a:pt x="205494" y="256867"/>
                  <a:pt x="195490" y="259571"/>
                  <a:pt x="186567" y="263897"/>
                </a:cubicBezTo>
                <a:cubicBezTo>
                  <a:pt x="185756" y="254704"/>
                  <a:pt x="183863" y="245781"/>
                  <a:pt x="179266" y="237670"/>
                </a:cubicBezTo>
                <a:cubicBezTo>
                  <a:pt x="170614" y="221717"/>
                  <a:pt x="156284" y="210361"/>
                  <a:pt x="138979" y="205494"/>
                </a:cubicBezTo>
                <a:cubicBezTo>
                  <a:pt x="121944" y="200627"/>
                  <a:pt x="103828" y="202790"/>
                  <a:pt x="88416" y="211442"/>
                </a:cubicBezTo>
                <a:cubicBezTo>
                  <a:pt x="58133" y="228477"/>
                  <a:pt x="46507" y="266060"/>
                  <a:pt x="60026" y="297425"/>
                </a:cubicBezTo>
                <a:lnTo>
                  <a:pt x="40558" y="297425"/>
                </a:lnTo>
                <a:cubicBezTo>
                  <a:pt x="33528" y="297425"/>
                  <a:pt x="26768" y="300400"/>
                  <a:pt x="21631" y="305537"/>
                </a:cubicBezTo>
                <a:cubicBezTo>
                  <a:pt x="16494" y="310674"/>
                  <a:pt x="13790" y="317434"/>
                  <a:pt x="13790" y="324734"/>
                </a:cubicBezTo>
                <a:lnTo>
                  <a:pt x="13790" y="351503"/>
                </a:lnTo>
                <a:cubicBezTo>
                  <a:pt x="13790" y="351503"/>
                  <a:pt x="14330" y="353936"/>
                  <a:pt x="14601" y="355018"/>
                </a:cubicBezTo>
                <a:cubicBezTo>
                  <a:pt x="6219" y="359614"/>
                  <a:pt x="0" y="368267"/>
                  <a:pt x="0" y="378541"/>
                </a:cubicBezTo>
                <a:lnTo>
                  <a:pt x="0" y="486155"/>
                </a:lnTo>
                <a:lnTo>
                  <a:pt x="27039" y="486155"/>
                </a:lnTo>
                <a:lnTo>
                  <a:pt x="27039" y="459657"/>
                </a:lnTo>
                <a:lnTo>
                  <a:pt x="567812" y="459657"/>
                </a:lnTo>
                <a:lnTo>
                  <a:pt x="567812" y="486426"/>
                </a:lnTo>
                <a:lnTo>
                  <a:pt x="594851" y="486426"/>
                </a:lnTo>
                <a:lnTo>
                  <a:pt x="594851" y="378541"/>
                </a:lnTo>
                <a:cubicBezTo>
                  <a:pt x="594851" y="363670"/>
                  <a:pt x="582683" y="351503"/>
                  <a:pt x="567812" y="351503"/>
                </a:cubicBezTo>
                <a:close/>
                <a:moveTo>
                  <a:pt x="419370" y="296614"/>
                </a:moveTo>
                <a:lnTo>
                  <a:pt x="419370" y="283906"/>
                </a:lnTo>
                <a:lnTo>
                  <a:pt x="527524" y="283906"/>
                </a:lnTo>
                <a:cubicBezTo>
                  <a:pt x="534825" y="283906"/>
                  <a:pt x="541044" y="289855"/>
                  <a:pt x="541044" y="297425"/>
                </a:cubicBezTo>
                <a:lnTo>
                  <a:pt x="541044" y="350962"/>
                </a:lnTo>
                <a:lnTo>
                  <a:pt x="541044" y="350962"/>
                </a:lnTo>
                <a:lnTo>
                  <a:pt x="541044" y="351503"/>
                </a:lnTo>
                <a:lnTo>
                  <a:pt x="378812" y="351503"/>
                </a:lnTo>
                <a:lnTo>
                  <a:pt x="378812" y="324464"/>
                </a:lnTo>
                <a:lnTo>
                  <a:pt x="392331" y="324464"/>
                </a:lnTo>
                <a:cubicBezTo>
                  <a:pt x="407202" y="324464"/>
                  <a:pt x="419640" y="311485"/>
                  <a:pt x="419370" y="296614"/>
                </a:cubicBezTo>
                <a:close/>
                <a:moveTo>
                  <a:pt x="288503" y="38936"/>
                </a:moveTo>
                <a:cubicBezTo>
                  <a:pt x="296073" y="31094"/>
                  <a:pt x="305807" y="26228"/>
                  <a:pt x="317164" y="27039"/>
                </a:cubicBezTo>
                <a:cubicBezTo>
                  <a:pt x="327979" y="27039"/>
                  <a:pt x="337983" y="31365"/>
                  <a:pt x="345825" y="38936"/>
                </a:cubicBezTo>
                <a:cubicBezTo>
                  <a:pt x="353395" y="46507"/>
                  <a:pt x="357722" y="56781"/>
                  <a:pt x="357722" y="67597"/>
                </a:cubicBezTo>
                <a:cubicBezTo>
                  <a:pt x="357722" y="90039"/>
                  <a:pt x="339606" y="108155"/>
                  <a:pt x="317164" y="108155"/>
                </a:cubicBezTo>
                <a:cubicBezTo>
                  <a:pt x="306078" y="108425"/>
                  <a:pt x="296073" y="104099"/>
                  <a:pt x="288503" y="96258"/>
                </a:cubicBezTo>
                <a:cubicBezTo>
                  <a:pt x="280661" y="88687"/>
                  <a:pt x="276606" y="78412"/>
                  <a:pt x="276606" y="67597"/>
                </a:cubicBezTo>
                <a:cubicBezTo>
                  <a:pt x="276606" y="56781"/>
                  <a:pt x="280661" y="46507"/>
                  <a:pt x="288503" y="38936"/>
                </a:cubicBezTo>
                <a:close/>
                <a:moveTo>
                  <a:pt x="243348" y="174670"/>
                </a:moveTo>
                <a:cubicBezTo>
                  <a:pt x="243348" y="151417"/>
                  <a:pt x="258219" y="131138"/>
                  <a:pt x="279580" y="123837"/>
                </a:cubicBezTo>
                <a:cubicBezTo>
                  <a:pt x="290395" y="131138"/>
                  <a:pt x="303103" y="135193"/>
                  <a:pt x="317164" y="135193"/>
                </a:cubicBezTo>
                <a:lnTo>
                  <a:pt x="317164" y="135193"/>
                </a:lnTo>
                <a:cubicBezTo>
                  <a:pt x="330953" y="135193"/>
                  <a:pt x="343932" y="130867"/>
                  <a:pt x="354747" y="123567"/>
                </a:cubicBezTo>
                <a:cubicBezTo>
                  <a:pt x="376378" y="130867"/>
                  <a:pt x="391790" y="151146"/>
                  <a:pt x="391790" y="174399"/>
                </a:cubicBezTo>
                <a:lnTo>
                  <a:pt x="391790" y="297155"/>
                </a:lnTo>
                <a:lnTo>
                  <a:pt x="365022" y="296344"/>
                </a:lnTo>
                <a:lnTo>
                  <a:pt x="365022" y="161691"/>
                </a:lnTo>
                <a:lnTo>
                  <a:pt x="337983" y="161691"/>
                </a:lnTo>
                <a:lnTo>
                  <a:pt x="337983" y="256327"/>
                </a:lnTo>
                <a:lnTo>
                  <a:pt x="297155" y="256327"/>
                </a:lnTo>
                <a:lnTo>
                  <a:pt x="297155" y="161691"/>
                </a:lnTo>
                <a:lnTo>
                  <a:pt x="270387" y="161691"/>
                </a:lnTo>
                <a:lnTo>
                  <a:pt x="270387" y="296885"/>
                </a:lnTo>
                <a:lnTo>
                  <a:pt x="243078" y="296344"/>
                </a:lnTo>
                <a:lnTo>
                  <a:pt x="243078" y="173859"/>
                </a:lnTo>
                <a:close/>
                <a:moveTo>
                  <a:pt x="101936" y="234966"/>
                </a:moveTo>
                <a:cubicBezTo>
                  <a:pt x="111129" y="229829"/>
                  <a:pt x="121674" y="228477"/>
                  <a:pt x="131949" y="231451"/>
                </a:cubicBezTo>
                <a:cubicBezTo>
                  <a:pt x="142223" y="234425"/>
                  <a:pt x="150876" y="241185"/>
                  <a:pt x="156013" y="250648"/>
                </a:cubicBezTo>
                <a:cubicBezTo>
                  <a:pt x="164125" y="265249"/>
                  <a:pt x="162232" y="283906"/>
                  <a:pt x="151687" y="296614"/>
                </a:cubicBezTo>
                <a:cubicBezTo>
                  <a:pt x="151687" y="296885"/>
                  <a:pt x="151146" y="297155"/>
                  <a:pt x="150876" y="297425"/>
                </a:cubicBezTo>
                <a:lnTo>
                  <a:pt x="92472" y="297425"/>
                </a:lnTo>
                <a:cubicBezTo>
                  <a:pt x="90309" y="294992"/>
                  <a:pt x="88146" y="292829"/>
                  <a:pt x="86524" y="290125"/>
                </a:cubicBezTo>
                <a:cubicBezTo>
                  <a:pt x="75708" y="270657"/>
                  <a:pt x="82738" y="245781"/>
                  <a:pt x="101936" y="234966"/>
                </a:cubicBezTo>
                <a:close/>
                <a:moveTo>
                  <a:pt x="203060" y="324464"/>
                </a:moveTo>
                <a:lnTo>
                  <a:pt x="203060" y="297425"/>
                </a:lnTo>
                <a:lnTo>
                  <a:pt x="186567" y="297425"/>
                </a:lnTo>
                <a:cubicBezTo>
                  <a:pt x="193867" y="289314"/>
                  <a:pt x="204412" y="283906"/>
                  <a:pt x="216309" y="283906"/>
                </a:cubicBezTo>
                <a:lnTo>
                  <a:pt x="216309" y="297155"/>
                </a:lnTo>
                <a:cubicBezTo>
                  <a:pt x="216309" y="312297"/>
                  <a:pt x="228477" y="324464"/>
                  <a:pt x="243348" y="324464"/>
                </a:cubicBezTo>
                <a:lnTo>
                  <a:pt x="270387" y="324464"/>
                </a:lnTo>
                <a:cubicBezTo>
                  <a:pt x="285258" y="324464"/>
                  <a:pt x="297425" y="312026"/>
                  <a:pt x="297425" y="296885"/>
                </a:cubicBezTo>
                <a:lnTo>
                  <a:pt x="297425" y="283906"/>
                </a:lnTo>
                <a:lnTo>
                  <a:pt x="338524" y="283906"/>
                </a:lnTo>
                <a:lnTo>
                  <a:pt x="338524" y="296885"/>
                </a:lnTo>
                <a:cubicBezTo>
                  <a:pt x="338524" y="306889"/>
                  <a:pt x="343932" y="315271"/>
                  <a:pt x="351773" y="320138"/>
                </a:cubicBezTo>
                <a:lnTo>
                  <a:pt x="351773" y="351503"/>
                </a:lnTo>
                <a:lnTo>
                  <a:pt x="40828" y="351503"/>
                </a:lnTo>
                <a:lnTo>
                  <a:pt x="40828" y="324464"/>
                </a:lnTo>
                <a:lnTo>
                  <a:pt x="202790" y="324464"/>
                </a:lnTo>
                <a:close/>
                <a:moveTo>
                  <a:pt x="27309" y="378541"/>
                </a:moveTo>
                <a:lnTo>
                  <a:pt x="567812" y="378541"/>
                </a:lnTo>
                <a:lnTo>
                  <a:pt x="567812" y="432619"/>
                </a:lnTo>
                <a:lnTo>
                  <a:pt x="27039" y="432619"/>
                </a:lnTo>
                <a:lnTo>
                  <a:pt x="27039" y="378541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" name="Graphic 145" descr="Mental health icon.">
            <a:extLst>
              <a:ext uri="{FF2B5EF4-FFF2-40B4-BE49-F238E27FC236}">
                <a16:creationId xmlns:a16="http://schemas.microsoft.com/office/drawing/2014/main" id="{3275DE11-3D5B-4D92-8337-DD5C65DECCDE}"/>
              </a:ext>
            </a:extLst>
          </p:cNvPr>
          <p:cNvSpPr>
            <a:spLocks noChangeAspect="1"/>
          </p:cNvSpPr>
          <p:nvPr/>
        </p:nvSpPr>
        <p:spPr>
          <a:xfrm>
            <a:off x="9535727" y="5167982"/>
            <a:ext cx="418397" cy="422512"/>
          </a:xfrm>
          <a:custGeom>
            <a:avLst/>
            <a:gdLst>
              <a:gd name="connsiteX0" fmla="*/ 284663 w 418397"/>
              <a:gd name="connsiteY0" fmla="*/ 269673 h 422512"/>
              <a:gd name="connsiteX1" fmla="*/ 179586 w 418397"/>
              <a:gd name="connsiteY1" fmla="*/ 269673 h 422512"/>
              <a:gd name="connsiteX2" fmla="*/ 47762 w 418397"/>
              <a:gd name="connsiteY2" fmla="*/ 401497 h 422512"/>
              <a:gd name="connsiteX3" fmla="*/ 47762 w 418397"/>
              <a:gd name="connsiteY3" fmla="*/ 409139 h 422512"/>
              <a:gd name="connsiteX4" fmla="*/ 61136 w 418397"/>
              <a:gd name="connsiteY4" fmla="*/ 422513 h 422512"/>
              <a:gd name="connsiteX5" fmla="*/ 405024 w 418397"/>
              <a:gd name="connsiteY5" fmla="*/ 422513 h 422512"/>
              <a:gd name="connsiteX6" fmla="*/ 418398 w 418397"/>
              <a:gd name="connsiteY6" fmla="*/ 409139 h 422512"/>
              <a:gd name="connsiteX7" fmla="*/ 418398 w 418397"/>
              <a:gd name="connsiteY7" fmla="*/ 401497 h 422512"/>
              <a:gd name="connsiteX8" fmla="*/ 284663 w 418397"/>
              <a:gd name="connsiteY8" fmla="*/ 269673 h 422512"/>
              <a:gd name="connsiteX9" fmla="*/ 401203 w 418397"/>
              <a:gd name="connsiteY9" fmla="*/ 403408 h 422512"/>
              <a:gd name="connsiteX10" fmla="*/ 353441 w 418397"/>
              <a:gd name="connsiteY10" fmla="*/ 403408 h 422512"/>
              <a:gd name="connsiteX11" fmla="*/ 353441 w 418397"/>
              <a:gd name="connsiteY11" fmla="*/ 365198 h 422512"/>
              <a:gd name="connsiteX12" fmla="*/ 334336 w 418397"/>
              <a:gd name="connsiteY12" fmla="*/ 365198 h 422512"/>
              <a:gd name="connsiteX13" fmla="*/ 334336 w 418397"/>
              <a:gd name="connsiteY13" fmla="*/ 403408 h 422512"/>
              <a:gd name="connsiteX14" fmla="*/ 133734 w 418397"/>
              <a:gd name="connsiteY14" fmla="*/ 403408 h 422512"/>
              <a:gd name="connsiteX15" fmla="*/ 133734 w 418397"/>
              <a:gd name="connsiteY15" fmla="*/ 365198 h 422512"/>
              <a:gd name="connsiteX16" fmla="*/ 114630 w 418397"/>
              <a:gd name="connsiteY16" fmla="*/ 365198 h 422512"/>
              <a:gd name="connsiteX17" fmla="*/ 114630 w 418397"/>
              <a:gd name="connsiteY17" fmla="*/ 403408 h 422512"/>
              <a:gd name="connsiteX18" fmla="*/ 66867 w 418397"/>
              <a:gd name="connsiteY18" fmla="*/ 403408 h 422512"/>
              <a:gd name="connsiteX19" fmla="*/ 66867 w 418397"/>
              <a:gd name="connsiteY19" fmla="*/ 401497 h 422512"/>
              <a:gd name="connsiteX20" fmla="*/ 179586 w 418397"/>
              <a:gd name="connsiteY20" fmla="*/ 288778 h 422512"/>
              <a:gd name="connsiteX21" fmla="*/ 284663 w 418397"/>
              <a:gd name="connsiteY21" fmla="*/ 288778 h 422512"/>
              <a:gd name="connsiteX22" fmla="*/ 401203 w 418397"/>
              <a:gd name="connsiteY22" fmla="*/ 401497 h 422512"/>
              <a:gd name="connsiteX23" fmla="*/ 401203 w 418397"/>
              <a:gd name="connsiteY23" fmla="*/ 403408 h 422512"/>
              <a:gd name="connsiteX24" fmla="*/ 143287 w 418397"/>
              <a:gd name="connsiteY24" fmla="*/ 202806 h 422512"/>
              <a:gd name="connsiteX25" fmla="*/ 261737 w 418397"/>
              <a:gd name="connsiteY25" fmla="*/ 260121 h 422512"/>
              <a:gd name="connsiteX26" fmla="*/ 319052 w 418397"/>
              <a:gd name="connsiteY26" fmla="*/ 141671 h 422512"/>
              <a:gd name="connsiteX27" fmla="*/ 231170 w 418397"/>
              <a:gd name="connsiteY27" fmla="*/ 78624 h 422512"/>
              <a:gd name="connsiteX28" fmla="*/ 112719 w 418397"/>
              <a:gd name="connsiteY28" fmla="*/ 2205 h 422512"/>
              <a:gd name="connsiteX29" fmla="*/ 34389 w 418397"/>
              <a:gd name="connsiteY29" fmla="*/ 95819 h 422512"/>
              <a:gd name="connsiteX30" fmla="*/ 0 w 418397"/>
              <a:gd name="connsiteY30" fmla="*/ 147402 h 422512"/>
              <a:gd name="connsiteX31" fmla="*/ 55404 w 418397"/>
              <a:gd name="connsiteY31" fmla="*/ 202806 h 422512"/>
              <a:gd name="connsiteX32" fmla="*/ 143287 w 418397"/>
              <a:gd name="connsiteY32" fmla="*/ 202806 h 422512"/>
              <a:gd name="connsiteX33" fmla="*/ 303768 w 418397"/>
              <a:gd name="connsiteY33" fmla="*/ 170328 h 422512"/>
              <a:gd name="connsiteX34" fmla="*/ 231170 w 418397"/>
              <a:gd name="connsiteY34" fmla="*/ 244837 h 422512"/>
              <a:gd name="connsiteX35" fmla="*/ 156660 w 418397"/>
              <a:gd name="connsiteY35" fmla="*/ 172238 h 422512"/>
              <a:gd name="connsiteX36" fmla="*/ 229259 w 418397"/>
              <a:gd name="connsiteY36" fmla="*/ 97729 h 422512"/>
              <a:gd name="connsiteX37" fmla="*/ 229259 w 418397"/>
              <a:gd name="connsiteY37" fmla="*/ 97729 h 422512"/>
              <a:gd name="connsiteX38" fmla="*/ 303768 w 418397"/>
              <a:gd name="connsiteY38" fmla="*/ 170328 h 422512"/>
              <a:gd name="connsiteX39" fmla="*/ 303768 w 418397"/>
              <a:gd name="connsiteY39" fmla="*/ 170328 h 422512"/>
              <a:gd name="connsiteX40" fmla="*/ 19105 w 418397"/>
              <a:gd name="connsiteY40" fmla="*/ 147402 h 422512"/>
              <a:gd name="connsiteX41" fmla="*/ 47762 w 418397"/>
              <a:gd name="connsiteY41" fmla="*/ 113013 h 422512"/>
              <a:gd name="connsiteX42" fmla="*/ 55404 w 418397"/>
              <a:gd name="connsiteY42" fmla="*/ 109192 h 422512"/>
              <a:gd name="connsiteX43" fmla="*/ 55404 w 418397"/>
              <a:gd name="connsiteY43" fmla="*/ 97729 h 422512"/>
              <a:gd name="connsiteX44" fmla="*/ 137555 w 418397"/>
              <a:gd name="connsiteY44" fmla="*/ 19399 h 422512"/>
              <a:gd name="connsiteX45" fmla="*/ 213975 w 418397"/>
              <a:gd name="connsiteY45" fmla="*/ 80535 h 422512"/>
              <a:gd name="connsiteX46" fmla="*/ 137555 w 418397"/>
              <a:gd name="connsiteY46" fmla="*/ 170328 h 422512"/>
              <a:gd name="connsiteX47" fmla="*/ 139466 w 418397"/>
              <a:gd name="connsiteY47" fmla="*/ 183701 h 422512"/>
              <a:gd name="connsiteX48" fmla="*/ 55404 w 418397"/>
              <a:gd name="connsiteY48" fmla="*/ 183701 h 422512"/>
              <a:gd name="connsiteX49" fmla="*/ 19105 w 418397"/>
              <a:gd name="connsiteY49" fmla="*/ 147402 h 42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18397" h="422512">
                <a:moveTo>
                  <a:pt x="284663" y="269673"/>
                </a:moveTo>
                <a:lnTo>
                  <a:pt x="179586" y="269673"/>
                </a:lnTo>
                <a:cubicBezTo>
                  <a:pt x="106988" y="269673"/>
                  <a:pt x="47762" y="328899"/>
                  <a:pt x="47762" y="401497"/>
                </a:cubicBezTo>
                <a:lnTo>
                  <a:pt x="47762" y="409139"/>
                </a:lnTo>
                <a:cubicBezTo>
                  <a:pt x="47762" y="416781"/>
                  <a:pt x="53494" y="422513"/>
                  <a:pt x="61136" y="422513"/>
                </a:cubicBezTo>
                <a:lnTo>
                  <a:pt x="405024" y="422513"/>
                </a:lnTo>
                <a:cubicBezTo>
                  <a:pt x="412666" y="422513"/>
                  <a:pt x="418398" y="416781"/>
                  <a:pt x="418398" y="409139"/>
                </a:cubicBezTo>
                <a:lnTo>
                  <a:pt x="418398" y="401497"/>
                </a:lnTo>
                <a:cubicBezTo>
                  <a:pt x="418398" y="326988"/>
                  <a:pt x="357262" y="269673"/>
                  <a:pt x="284663" y="269673"/>
                </a:cubicBezTo>
                <a:close/>
                <a:moveTo>
                  <a:pt x="401203" y="403408"/>
                </a:moveTo>
                <a:lnTo>
                  <a:pt x="353441" y="403408"/>
                </a:lnTo>
                <a:lnTo>
                  <a:pt x="353441" y="365198"/>
                </a:lnTo>
                <a:lnTo>
                  <a:pt x="334336" y="365198"/>
                </a:lnTo>
                <a:lnTo>
                  <a:pt x="334336" y="403408"/>
                </a:lnTo>
                <a:lnTo>
                  <a:pt x="133734" y="403408"/>
                </a:lnTo>
                <a:lnTo>
                  <a:pt x="133734" y="365198"/>
                </a:lnTo>
                <a:lnTo>
                  <a:pt x="114630" y="365198"/>
                </a:lnTo>
                <a:lnTo>
                  <a:pt x="114630" y="403408"/>
                </a:lnTo>
                <a:lnTo>
                  <a:pt x="66867" y="403408"/>
                </a:lnTo>
                <a:lnTo>
                  <a:pt x="66867" y="401497"/>
                </a:lnTo>
                <a:cubicBezTo>
                  <a:pt x="66867" y="340362"/>
                  <a:pt x="116540" y="288778"/>
                  <a:pt x="179586" y="288778"/>
                </a:cubicBezTo>
                <a:lnTo>
                  <a:pt x="284663" y="288778"/>
                </a:lnTo>
                <a:cubicBezTo>
                  <a:pt x="347710" y="288778"/>
                  <a:pt x="399293" y="338451"/>
                  <a:pt x="401203" y="401497"/>
                </a:cubicBezTo>
                <a:lnTo>
                  <a:pt x="401203" y="403408"/>
                </a:lnTo>
                <a:close/>
                <a:moveTo>
                  <a:pt x="143287" y="202806"/>
                </a:moveTo>
                <a:cubicBezTo>
                  <a:pt x="160481" y="250569"/>
                  <a:pt x="213975" y="277315"/>
                  <a:pt x="261737" y="260121"/>
                </a:cubicBezTo>
                <a:cubicBezTo>
                  <a:pt x="309500" y="242927"/>
                  <a:pt x="336247" y="189433"/>
                  <a:pt x="319052" y="141671"/>
                </a:cubicBezTo>
                <a:cubicBezTo>
                  <a:pt x="305679" y="103461"/>
                  <a:pt x="271290" y="78624"/>
                  <a:pt x="231170" y="78624"/>
                </a:cubicBezTo>
                <a:cubicBezTo>
                  <a:pt x="219707" y="25131"/>
                  <a:pt x="166213" y="-9258"/>
                  <a:pt x="112719" y="2205"/>
                </a:cubicBezTo>
                <a:cubicBezTo>
                  <a:pt x="68778" y="11757"/>
                  <a:pt x="36299" y="49967"/>
                  <a:pt x="34389" y="95819"/>
                </a:cubicBezTo>
                <a:cubicBezTo>
                  <a:pt x="13373" y="103461"/>
                  <a:pt x="0" y="124476"/>
                  <a:pt x="0" y="147402"/>
                </a:cubicBezTo>
                <a:cubicBezTo>
                  <a:pt x="0" y="177970"/>
                  <a:pt x="24836" y="202806"/>
                  <a:pt x="55404" y="202806"/>
                </a:cubicBezTo>
                <a:lnTo>
                  <a:pt x="143287" y="202806"/>
                </a:lnTo>
                <a:close/>
                <a:moveTo>
                  <a:pt x="303768" y="170328"/>
                </a:moveTo>
                <a:cubicBezTo>
                  <a:pt x="303768" y="210448"/>
                  <a:pt x="271290" y="244837"/>
                  <a:pt x="231170" y="244837"/>
                </a:cubicBezTo>
                <a:cubicBezTo>
                  <a:pt x="191049" y="244837"/>
                  <a:pt x="156660" y="212359"/>
                  <a:pt x="156660" y="172238"/>
                </a:cubicBezTo>
                <a:cubicBezTo>
                  <a:pt x="154750" y="132118"/>
                  <a:pt x="187228" y="97729"/>
                  <a:pt x="229259" y="97729"/>
                </a:cubicBezTo>
                <a:lnTo>
                  <a:pt x="229259" y="97729"/>
                </a:lnTo>
                <a:cubicBezTo>
                  <a:pt x="269379" y="97729"/>
                  <a:pt x="303768" y="130208"/>
                  <a:pt x="303768" y="170328"/>
                </a:cubicBezTo>
                <a:lnTo>
                  <a:pt x="303768" y="170328"/>
                </a:lnTo>
                <a:close/>
                <a:moveTo>
                  <a:pt x="19105" y="147402"/>
                </a:moveTo>
                <a:cubicBezTo>
                  <a:pt x="19105" y="130208"/>
                  <a:pt x="30568" y="116834"/>
                  <a:pt x="47762" y="113013"/>
                </a:cubicBezTo>
                <a:lnTo>
                  <a:pt x="55404" y="109192"/>
                </a:lnTo>
                <a:lnTo>
                  <a:pt x="55404" y="97729"/>
                </a:lnTo>
                <a:cubicBezTo>
                  <a:pt x="57315" y="53788"/>
                  <a:pt x="93614" y="17489"/>
                  <a:pt x="137555" y="19399"/>
                </a:cubicBezTo>
                <a:cubicBezTo>
                  <a:pt x="173855" y="19399"/>
                  <a:pt x="204423" y="44235"/>
                  <a:pt x="213975" y="80535"/>
                </a:cubicBezTo>
                <a:cubicBezTo>
                  <a:pt x="170034" y="88177"/>
                  <a:pt x="137555" y="126387"/>
                  <a:pt x="137555" y="170328"/>
                </a:cubicBezTo>
                <a:cubicBezTo>
                  <a:pt x="137555" y="174149"/>
                  <a:pt x="137555" y="177970"/>
                  <a:pt x="139466" y="183701"/>
                </a:cubicBezTo>
                <a:lnTo>
                  <a:pt x="55404" y="183701"/>
                </a:lnTo>
                <a:cubicBezTo>
                  <a:pt x="36299" y="183701"/>
                  <a:pt x="19105" y="168417"/>
                  <a:pt x="19105" y="14740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4" descr="Health equity icon.">
            <a:extLst>
              <a:ext uri="{FF2B5EF4-FFF2-40B4-BE49-F238E27FC236}">
                <a16:creationId xmlns:a16="http://schemas.microsoft.com/office/drawing/2014/main" id="{AE7BDA82-6E83-C12E-5BDA-E6D9549D3382}"/>
              </a:ext>
            </a:extLst>
          </p:cNvPr>
          <p:cNvSpPr/>
          <p:nvPr/>
        </p:nvSpPr>
        <p:spPr>
          <a:xfrm>
            <a:off x="10789922" y="5190003"/>
            <a:ext cx="419100" cy="417194"/>
          </a:xfrm>
          <a:custGeom>
            <a:avLst/>
            <a:gdLst>
              <a:gd name="connsiteX0" fmla="*/ 314325 w 419100"/>
              <a:gd name="connsiteY0" fmla="*/ 83820 h 417194"/>
              <a:gd name="connsiteX1" fmla="*/ 270510 w 419100"/>
              <a:gd name="connsiteY1" fmla="*/ 41910 h 417194"/>
              <a:gd name="connsiteX2" fmla="*/ 314325 w 419100"/>
              <a:gd name="connsiteY2" fmla="*/ 0 h 417194"/>
              <a:gd name="connsiteX3" fmla="*/ 358140 w 419100"/>
              <a:gd name="connsiteY3" fmla="*/ 41910 h 417194"/>
              <a:gd name="connsiteX4" fmla="*/ 314325 w 419100"/>
              <a:gd name="connsiteY4" fmla="*/ 83820 h 417194"/>
              <a:gd name="connsiteX5" fmla="*/ 314325 w 419100"/>
              <a:gd name="connsiteY5" fmla="*/ 17145 h 417194"/>
              <a:gd name="connsiteX6" fmla="*/ 289560 w 419100"/>
              <a:gd name="connsiteY6" fmla="*/ 40005 h 417194"/>
              <a:gd name="connsiteX7" fmla="*/ 314325 w 419100"/>
              <a:gd name="connsiteY7" fmla="*/ 62865 h 417194"/>
              <a:gd name="connsiteX8" fmla="*/ 339090 w 419100"/>
              <a:gd name="connsiteY8" fmla="*/ 40005 h 417194"/>
              <a:gd name="connsiteX9" fmla="*/ 314325 w 419100"/>
              <a:gd name="connsiteY9" fmla="*/ 17145 h 417194"/>
              <a:gd name="connsiteX10" fmla="*/ 400050 w 419100"/>
              <a:gd name="connsiteY10" fmla="*/ 283845 h 417194"/>
              <a:gd name="connsiteX11" fmla="*/ 381000 w 419100"/>
              <a:gd name="connsiteY11" fmla="*/ 283845 h 417194"/>
              <a:gd name="connsiteX12" fmla="*/ 381000 w 419100"/>
              <a:gd name="connsiteY12" fmla="*/ 264795 h 417194"/>
              <a:gd name="connsiteX13" fmla="*/ 361950 w 419100"/>
              <a:gd name="connsiteY13" fmla="*/ 245745 h 417194"/>
              <a:gd name="connsiteX14" fmla="*/ 361950 w 419100"/>
              <a:gd name="connsiteY14" fmla="*/ 207645 h 417194"/>
              <a:gd name="connsiteX15" fmla="*/ 381000 w 419100"/>
              <a:gd name="connsiteY15" fmla="*/ 207645 h 417194"/>
              <a:gd name="connsiteX16" fmla="*/ 400050 w 419100"/>
              <a:gd name="connsiteY16" fmla="*/ 188595 h 417194"/>
              <a:gd name="connsiteX17" fmla="*/ 400050 w 419100"/>
              <a:gd name="connsiteY17" fmla="*/ 150495 h 417194"/>
              <a:gd name="connsiteX18" fmla="*/ 382905 w 419100"/>
              <a:gd name="connsiteY18" fmla="*/ 110490 h 417194"/>
              <a:gd name="connsiteX19" fmla="*/ 342900 w 419100"/>
              <a:gd name="connsiteY19" fmla="*/ 93345 h 417194"/>
              <a:gd name="connsiteX20" fmla="*/ 285750 w 419100"/>
              <a:gd name="connsiteY20" fmla="*/ 93345 h 417194"/>
              <a:gd name="connsiteX21" fmla="*/ 228600 w 419100"/>
              <a:gd name="connsiteY21" fmla="*/ 150495 h 417194"/>
              <a:gd name="connsiteX22" fmla="*/ 228600 w 419100"/>
              <a:gd name="connsiteY22" fmla="*/ 188595 h 417194"/>
              <a:gd name="connsiteX23" fmla="*/ 234315 w 419100"/>
              <a:gd name="connsiteY23" fmla="*/ 201930 h 417194"/>
              <a:gd name="connsiteX24" fmla="*/ 247650 w 419100"/>
              <a:gd name="connsiteY24" fmla="*/ 207645 h 417194"/>
              <a:gd name="connsiteX25" fmla="*/ 266700 w 419100"/>
              <a:gd name="connsiteY25" fmla="*/ 207645 h 417194"/>
              <a:gd name="connsiteX26" fmla="*/ 266700 w 419100"/>
              <a:gd name="connsiteY26" fmla="*/ 245745 h 417194"/>
              <a:gd name="connsiteX27" fmla="*/ 247650 w 419100"/>
              <a:gd name="connsiteY27" fmla="*/ 264795 h 417194"/>
              <a:gd name="connsiteX28" fmla="*/ 247650 w 419100"/>
              <a:gd name="connsiteY28" fmla="*/ 283845 h 417194"/>
              <a:gd name="connsiteX29" fmla="*/ 228600 w 419100"/>
              <a:gd name="connsiteY29" fmla="*/ 283845 h 417194"/>
              <a:gd name="connsiteX30" fmla="*/ 209550 w 419100"/>
              <a:gd name="connsiteY30" fmla="*/ 302895 h 417194"/>
              <a:gd name="connsiteX31" fmla="*/ 209550 w 419100"/>
              <a:gd name="connsiteY31" fmla="*/ 340995 h 417194"/>
              <a:gd name="connsiteX32" fmla="*/ 190500 w 419100"/>
              <a:gd name="connsiteY32" fmla="*/ 321945 h 417194"/>
              <a:gd name="connsiteX33" fmla="*/ 171450 w 419100"/>
              <a:gd name="connsiteY33" fmla="*/ 321945 h 417194"/>
              <a:gd name="connsiteX34" fmla="*/ 171450 w 419100"/>
              <a:gd name="connsiteY34" fmla="*/ 302895 h 417194"/>
              <a:gd name="connsiteX35" fmla="*/ 152400 w 419100"/>
              <a:gd name="connsiteY35" fmla="*/ 283845 h 417194"/>
              <a:gd name="connsiteX36" fmla="*/ 152400 w 419100"/>
              <a:gd name="connsiteY36" fmla="*/ 226695 h 417194"/>
              <a:gd name="connsiteX37" fmla="*/ 171450 w 419100"/>
              <a:gd name="connsiteY37" fmla="*/ 226695 h 417194"/>
              <a:gd name="connsiteX38" fmla="*/ 190500 w 419100"/>
              <a:gd name="connsiteY38" fmla="*/ 207645 h 417194"/>
              <a:gd name="connsiteX39" fmla="*/ 190500 w 419100"/>
              <a:gd name="connsiteY39" fmla="*/ 150495 h 417194"/>
              <a:gd name="connsiteX40" fmla="*/ 133350 w 419100"/>
              <a:gd name="connsiteY40" fmla="*/ 93345 h 417194"/>
              <a:gd name="connsiteX41" fmla="*/ 76200 w 419100"/>
              <a:gd name="connsiteY41" fmla="*/ 93345 h 417194"/>
              <a:gd name="connsiteX42" fmla="*/ 19050 w 419100"/>
              <a:gd name="connsiteY42" fmla="*/ 150495 h 417194"/>
              <a:gd name="connsiteX43" fmla="*/ 19050 w 419100"/>
              <a:gd name="connsiteY43" fmla="*/ 207645 h 417194"/>
              <a:gd name="connsiteX44" fmla="*/ 38100 w 419100"/>
              <a:gd name="connsiteY44" fmla="*/ 226695 h 417194"/>
              <a:gd name="connsiteX45" fmla="*/ 57150 w 419100"/>
              <a:gd name="connsiteY45" fmla="*/ 226695 h 417194"/>
              <a:gd name="connsiteX46" fmla="*/ 57150 w 419100"/>
              <a:gd name="connsiteY46" fmla="*/ 283845 h 417194"/>
              <a:gd name="connsiteX47" fmla="*/ 38100 w 419100"/>
              <a:gd name="connsiteY47" fmla="*/ 302895 h 417194"/>
              <a:gd name="connsiteX48" fmla="*/ 38100 w 419100"/>
              <a:gd name="connsiteY48" fmla="*/ 321945 h 417194"/>
              <a:gd name="connsiteX49" fmla="*/ 19050 w 419100"/>
              <a:gd name="connsiteY49" fmla="*/ 321945 h 417194"/>
              <a:gd name="connsiteX50" fmla="*/ 0 w 419100"/>
              <a:gd name="connsiteY50" fmla="*/ 340995 h 417194"/>
              <a:gd name="connsiteX51" fmla="*/ 0 w 419100"/>
              <a:gd name="connsiteY51" fmla="*/ 398145 h 417194"/>
              <a:gd name="connsiteX52" fmla="*/ 19050 w 419100"/>
              <a:gd name="connsiteY52" fmla="*/ 417195 h 417194"/>
              <a:gd name="connsiteX53" fmla="*/ 190500 w 419100"/>
              <a:gd name="connsiteY53" fmla="*/ 417195 h 417194"/>
              <a:gd name="connsiteX54" fmla="*/ 209550 w 419100"/>
              <a:gd name="connsiteY54" fmla="*/ 398145 h 417194"/>
              <a:gd name="connsiteX55" fmla="*/ 228600 w 419100"/>
              <a:gd name="connsiteY55" fmla="*/ 417195 h 417194"/>
              <a:gd name="connsiteX56" fmla="*/ 400050 w 419100"/>
              <a:gd name="connsiteY56" fmla="*/ 417195 h 417194"/>
              <a:gd name="connsiteX57" fmla="*/ 419100 w 419100"/>
              <a:gd name="connsiteY57" fmla="*/ 398145 h 417194"/>
              <a:gd name="connsiteX58" fmla="*/ 419100 w 419100"/>
              <a:gd name="connsiteY58" fmla="*/ 302895 h 417194"/>
              <a:gd name="connsiteX59" fmla="*/ 400050 w 419100"/>
              <a:gd name="connsiteY59" fmla="*/ 283845 h 417194"/>
              <a:gd name="connsiteX60" fmla="*/ 57150 w 419100"/>
              <a:gd name="connsiteY60" fmla="*/ 302895 h 417194"/>
              <a:gd name="connsiteX61" fmla="*/ 76200 w 419100"/>
              <a:gd name="connsiteY61" fmla="*/ 302895 h 417194"/>
              <a:gd name="connsiteX62" fmla="*/ 76200 w 419100"/>
              <a:gd name="connsiteY62" fmla="*/ 140970 h 417194"/>
              <a:gd name="connsiteX63" fmla="*/ 57150 w 419100"/>
              <a:gd name="connsiteY63" fmla="*/ 140970 h 417194"/>
              <a:gd name="connsiteX64" fmla="*/ 57150 w 419100"/>
              <a:gd name="connsiteY64" fmla="*/ 207645 h 417194"/>
              <a:gd name="connsiteX65" fmla="*/ 38100 w 419100"/>
              <a:gd name="connsiteY65" fmla="*/ 207645 h 417194"/>
              <a:gd name="connsiteX66" fmla="*/ 38100 w 419100"/>
              <a:gd name="connsiteY66" fmla="*/ 150495 h 417194"/>
              <a:gd name="connsiteX67" fmla="*/ 76200 w 419100"/>
              <a:gd name="connsiteY67" fmla="*/ 112395 h 417194"/>
              <a:gd name="connsiteX68" fmla="*/ 133350 w 419100"/>
              <a:gd name="connsiteY68" fmla="*/ 112395 h 417194"/>
              <a:gd name="connsiteX69" fmla="*/ 171450 w 419100"/>
              <a:gd name="connsiteY69" fmla="*/ 150495 h 417194"/>
              <a:gd name="connsiteX70" fmla="*/ 171450 w 419100"/>
              <a:gd name="connsiteY70" fmla="*/ 207645 h 417194"/>
              <a:gd name="connsiteX71" fmla="*/ 152400 w 419100"/>
              <a:gd name="connsiteY71" fmla="*/ 207645 h 417194"/>
              <a:gd name="connsiteX72" fmla="*/ 152400 w 419100"/>
              <a:gd name="connsiteY72" fmla="*/ 140970 h 417194"/>
              <a:gd name="connsiteX73" fmla="*/ 133350 w 419100"/>
              <a:gd name="connsiteY73" fmla="*/ 140970 h 417194"/>
              <a:gd name="connsiteX74" fmla="*/ 133350 w 419100"/>
              <a:gd name="connsiteY74" fmla="*/ 302895 h 417194"/>
              <a:gd name="connsiteX75" fmla="*/ 152400 w 419100"/>
              <a:gd name="connsiteY75" fmla="*/ 302895 h 417194"/>
              <a:gd name="connsiteX76" fmla="*/ 152400 w 419100"/>
              <a:gd name="connsiteY76" fmla="*/ 321945 h 417194"/>
              <a:gd name="connsiteX77" fmla="*/ 114300 w 419100"/>
              <a:gd name="connsiteY77" fmla="*/ 321945 h 417194"/>
              <a:gd name="connsiteX78" fmla="*/ 114300 w 419100"/>
              <a:gd name="connsiteY78" fmla="*/ 217170 h 417194"/>
              <a:gd name="connsiteX79" fmla="*/ 95250 w 419100"/>
              <a:gd name="connsiteY79" fmla="*/ 217170 h 417194"/>
              <a:gd name="connsiteX80" fmla="*/ 95250 w 419100"/>
              <a:gd name="connsiteY80" fmla="*/ 321945 h 417194"/>
              <a:gd name="connsiteX81" fmla="*/ 57150 w 419100"/>
              <a:gd name="connsiteY81" fmla="*/ 321945 h 417194"/>
              <a:gd name="connsiteX82" fmla="*/ 57150 w 419100"/>
              <a:gd name="connsiteY82" fmla="*/ 302895 h 417194"/>
              <a:gd name="connsiteX83" fmla="*/ 190500 w 419100"/>
              <a:gd name="connsiteY83" fmla="*/ 398145 h 417194"/>
              <a:gd name="connsiteX84" fmla="*/ 19050 w 419100"/>
              <a:gd name="connsiteY84" fmla="*/ 398145 h 417194"/>
              <a:gd name="connsiteX85" fmla="*/ 19050 w 419100"/>
              <a:gd name="connsiteY85" fmla="*/ 340995 h 417194"/>
              <a:gd name="connsiteX86" fmla="*/ 190500 w 419100"/>
              <a:gd name="connsiteY86" fmla="*/ 340995 h 417194"/>
              <a:gd name="connsiteX87" fmla="*/ 190500 w 419100"/>
              <a:gd name="connsiteY87" fmla="*/ 398145 h 417194"/>
              <a:gd name="connsiteX88" fmla="*/ 266700 w 419100"/>
              <a:gd name="connsiteY88" fmla="*/ 264795 h 417194"/>
              <a:gd name="connsiteX89" fmla="*/ 285750 w 419100"/>
              <a:gd name="connsiteY89" fmla="*/ 264795 h 417194"/>
              <a:gd name="connsiteX90" fmla="*/ 285750 w 419100"/>
              <a:gd name="connsiteY90" fmla="*/ 140970 h 417194"/>
              <a:gd name="connsiteX91" fmla="*/ 266700 w 419100"/>
              <a:gd name="connsiteY91" fmla="*/ 140970 h 417194"/>
              <a:gd name="connsiteX92" fmla="*/ 266700 w 419100"/>
              <a:gd name="connsiteY92" fmla="*/ 188595 h 417194"/>
              <a:gd name="connsiteX93" fmla="*/ 247650 w 419100"/>
              <a:gd name="connsiteY93" fmla="*/ 188595 h 417194"/>
              <a:gd name="connsiteX94" fmla="*/ 247650 w 419100"/>
              <a:gd name="connsiteY94" fmla="*/ 150495 h 417194"/>
              <a:gd name="connsiteX95" fmla="*/ 285750 w 419100"/>
              <a:gd name="connsiteY95" fmla="*/ 112395 h 417194"/>
              <a:gd name="connsiteX96" fmla="*/ 342900 w 419100"/>
              <a:gd name="connsiteY96" fmla="*/ 112395 h 417194"/>
              <a:gd name="connsiteX97" fmla="*/ 369570 w 419100"/>
              <a:gd name="connsiteY97" fmla="*/ 123825 h 417194"/>
              <a:gd name="connsiteX98" fmla="*/ 381000 w 419100"/>
              <a:gd name="connsiteY98" fmla="*/ 150495 h 417194"/>
              <a:gd name="connsiteX99" fmla="*/ 381000 w 419100"/>
              <a:gd name="connsiteY99" fmla="*/ 188595 h 417194"/>
              <a:gd name="connsiteX100" fmla="*/ 361950 w 419100"/>
              <a:gd name="connsiteY100" fmla="*/ 188595 h 417194"/>
              <a:gd name="connsiteX101" fmla="*/ 361950 w 419100"/>
              <a:gd name="connsiteY101" fmla="*/ 140970 h 417194"/>
              <a:gd name="connsiteX102" fmla="*/ 342900 w 419100"/>
              <a:gd name="connsiteY102" fmla="*/ 140970 h 417194"/>
              <a:gd name="connsiteX103" fmla="*/ 342900 w 419100"/>
              <a:gd name="connsiteY103" fmla="*/ 264795 h 417194"/>
              <a:gd name="connsiteX104" fmla="*/ 361950 w 419100"/>
              <a:gd name="connsiteY104" fmla="*/ 264795 h 417194"/>
              <a:gd name="connsiteX105" fmla="*/ 361950 w 419100"/>
              <a:gd name="connsiteY105" fmla="*/ 283845 h 417194"/>
              <a:gd name="connsiteX106" fmla="*/ 323850 w 419100"/>
              <a:gd name="connsiteY106" fmla="*/ 283845 h 417194"/>
              <a:gd name="connsiteX107" fmla="*/ 323850 w 419100"/>
              <a:gd name="connsiteY107" fmla="*/ 198120 h 417194"/>
              <a:gd name="connsiteX108" fmla="*/ 304800 w 419100"/>
              <a:gd name="connsiteY108" fmla="*/ 198120 h 417194"/>
              <a:gd name="connsiteX109" fmla="*/ 304800 w 419100"/>
              <a:gd name="connsiteY109" fmla="*/ 283845 h 417194"/>
              <a:gd name="connsiteX110" fmla="*/ 266700 w 419100"/>
              <a:gd name="connsiteY110" fmla="*/ 283845 h 417194"/>
              <a:gd name="connsiteX111" fmla="*/ 266700 w 419100"/>
              <a:gd name="connsiteY111" fmla="*/ 264795 h 417194"/>
              <a:gd name="connsiteX112" fmla="*/ 400050 w 419100"/>
              <a:gd name="connsiteY112" fmla="*/ 398145 h 417194"/>
              <a:gd name="connsiteX113" fmla="*/ 228600 w 419100"/>
              <a:gd name="connsiteY113" fmla="*/ 398145 h 417194"/>
              <a:gd name="connsiteX114" fmla="*/ 228600 w 419100"/>
              <a:gd name="connsiteY114" fmla="*/ 302895 h 417194"/>
              <a:gd name="connsiteX115" fmla="*/ 400050 w 419100"/>
              <a:gd name="connsiteY115" fmla="*/ 302895 h 417194"/>
              <a:gd name="connsiteX116" fmla="*/ 400050 w 419100"/>
              <a:gd name="connsiteY116" fmla="*/ 398145 h 417194"/>
              <a:gd name="connsiteX117" fmla="*/ 104775 w 419100"/>
              <a:gd name="connsiteY117" fmla="*/ 83820 h 417194"/>
              <a:gd name="connsiteX118" fmla="*/ 60960 w 419100"/>
              <a:gd name="connsiteY118" fmla="*/ 41910 h 417194"/>
              <a:gd name="connsiteX119" fmla="*/ 104775 w 419100"/>
              <a:gd name="connsiteY119" fmla="*/ 0 h 417194"/>
              <a:gd name="connsiteX120" fmla="*/ 148590 w 419100"/>
              <a:gd name="connsiteY120" fmla="*/ 41910 h 417194"/>
              <a:gd name="connsiteX121" fmla="*/ 104775 w 419100"/>
              <a:gd name="connsiteY121" fmla="*/ 83820 h 417194"/>
              <a:gd name="connsiteX122" fmla="*/ 104775 w 419100"/>
              <a:gd name="connsiteY122" fmla="*/ 17145 h 417194"/>
              <a:gd name="connsiteX123" fmla="*/ 80010 w 419100"/>
              <a:gd name="connsiteY123" fmla="*/ 40005 h 417194"/>
              <a:gd name="connsiteX124" fmla="*/ 104775 w 419100"/>
              <a:gd name="connsiteY124" fmla="*/ 62865 h 417194"/>
              <a:gd name="connsiteX125" fmla="*/ 129540 w 419100"/>
              <a:gd name="connsiteY125" fmla="*/ 40005 h 417194"/>
              <a:gd name="connsiteX126" fmla="*/ 104775 w 419100"/>
              <a:gd name="connsiteY126" fmla="*/ 17145 h 41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19100" h="417194">
                <a:moveTo>
                  <a:pt x="314325" y="83820"/>
                </a:moveTo>
                <a:cubicBezTo>
                  <a:pt x="291465" y="83820"/>
                  <a:pt x="270510" y="64770"/>
                  <a:pt x="270510" y="41910"/>
                </a:cubicBezTo>
                <a:cubicBezTo>
                  <a:pt x="270510" y="19050"/>
                  <a:pt x="289560" y="0"/>
                  <a:pt x="314325" y="0"/>
                </a:cubicBezTo>
                <a:cubicBezTo>
                  <a:pt x="339090" y="0"/>
                  <a:pt x="358140" y="19050"/>
                  <a:pt x="358140" y="41910"/>
                </a:cubicBezTo>
                <a:cubicBezTo>
                  <a:pt x="358140" y="64770"/>
                  <a:pt x="339090" y="83820"/>
                  <a:pt x="314325" y="83820"/>
                </a:cubicBezTo>
                <a:close/>
                <a:moveTo>
                  <a:pt x="314325" y="17145"/>
                </a:moveTo>
                <a:cubicBezTo>
                  <a:pt x="300990" y="17145"/>
                  <a:pt x="289560" y="28575"/>
                  <a:pt x="289560" y="40005"/>
                </a:cubicBezTo>
                <a:cubicBezTo>
                  <a:pt x="289560" y="51435"/>
                  <a:pt x="300990" y="62865"/>
                  <a:pt x="314325" y="62865"/>
                </a:cubicBezTo>
                <a:cubicBezTo>
                  <a:pt x="327660" y="62865"/>
                  <a:pt x="339090" y="51435"/>
                  <a:pt x="339090" y="40005"/>
                </a:cubicBezTo>
                <a:cubicBezTo>
                  <a:pt x="339090" y="28575"/>
                  <a:pt x="327660" y="17145"/>
                  <a:pt x="314325" y="17145"/>
                </a:cubicBezTo>
                <a:close/>
                <a:moveTo>
                  <a:pt x="400050" y="283845"/>
                </a:moveTo>
                <a:lnTo>
                  <a:pt x="381000" y="283845"/>
                </a:lnTo>
                <a:lnTo>
                  <a:pt x="381000" y="264795"/>
                </a:lnTo>
                <a:cubicBezTo>
                  <a:pt x="381000" y="253365"/>
                  <a:pt x="371475" y="245745"/>
                  <a:pt x="361950" y="245745"/>
                </a:cubicBezTo>
                <a:lnTo>
                  <a:pt x="361950" y="207645"/>
                </a:lnTo>
                <a:lnTo>
                  <a:pt x="381000" y="207645"/>
                </a:lnTo>
                <a:cubicBezTo>
                  <a:pt x="390525" y="207645"/>
                  <a:pt x="400050" y="200025"/>
                  <a:pt x="400050" y="188595"/>
                </a:cubicBezTo>
                <a:lnTo>
                  <a:pt x="400050" y="150495"/>
                </a:lnTo>
                <a:cubicBezTo>
                  <a:pt x="400050" y="135255"/>
                  <a:pt x="394335" y="120015"/>
                  <a:pt x="382905" y="110490"/>
                </a:cubicBezTo>
                <a:cubicBezTo>
                  <a:pt x="371475" y="100965"/>
                  <a:pt x="358140" y="93345"/>
                  <a:pt x="342900" y="93345"/>
                </a:cubicBezTo>
                <a:lnTo>
                  <a:pt x="285750" y="93345"/>
                </a:lnTo>
                <a:cubicBezTo>
                  <a:pt x="255270" y="93345"/>
                  <a:pt x="228600" y="118110"/>
                  <a:pt x="228600" y="150495"/>
                </a:cubicBezTo>
                <a:lnTo>
                  <a:pt x="228600" y="188595"/>
                </a:lnTo>
                <a:cubicBezTo>
                  <a:pt x="228600" y="194310"/>
                  <a:pt x="230505" y="198120"/>
                  <a:pt x="234315" y="201930"/>
                </a:cubicBezTo>
                <a:cubicBezTo>
                  <a:pt x="238125" y="205740"/>
                  <a:pt x="241935" y="207645"/>
                  <a:pt x="247650" y="207645"/>
                </a:cubicBezTo>
                <a:lnTo>
                  <a:pt x="266700" y="207645"/>
                </a:lnTo>
                <a:lnTo>
                  <a:pt x="266700" y="245745"/>
                </a:lnTo>
                <a:cubicBezTo>
                  <a:pt x="255270" y="245745"/>
                  <a:pt x="247650" y="253365"/>
                  <a:pt x="247650" y="264795"/>
                </a:cubicBezTo>
                <a:lnTo>
                  <a:pt x="247650" y="283845"/>
                </a:lnTo>
                <a:lnTo>
                  <a:pt x="228600" y="283845"/>
                </a:lnTo>
                <a:cubicBezTo>
                  <a:pt x="217170" y="283845"/>
                  <a:pt x="209550" y="293370"/>
                  <a:pt x="209550" y="302895"/>
                </a:cubicBezTo>
                <a:lnTo>
                  <a:pt x="209550" y="340995"/>
                </a:lnTo>
                <a:cubicBezTo>
                  <a:pt x="209550" y="331470"/>
                  <a:pt x="201930" y="321945"/>
                  <a:pt x="190500" y="321945"/>
                </a:cubicBezTo>
                <a:lnTo>
                  <a:pt x="171450" y="321945"/>
                </a:lnTo>
                <a:lnTo>
                  <a:pt x="171450" y="302895"/>
                </a:lnTo>
                <a:cubicBezTo>
                  <a:pt x="171450" y="293370"/>
                  <a:pt x="163830" y="283845"/>
                  <a:pt x="152400" y="283845"/>
                </a:cubicBezTo>
                <a:lnTo>
                  <a:pt x="152400" y="226695"/>
                </a:lnTo>
                <a:lnTo>
                  <a:pt x="171450" y="226695"/>
                </a:lnTo>
                <a:cubicBezTo>
                  <a:pt x="182880" y="226695"/>
                  <a:pt x="190500" y="219075"/>
                  <a:pt x="190500" y="207645"/>
                </a:cubicBezTo>
                <a:lnTo>
                  <a:pt x="190500" y="150495"/>
                </a:lnTo>
                <a:cubicBezTo>
                  <a:pt x="190500" y="118110"/>
                  <a:pt x="163830" y="93345"/>
                  <a:pt x="133350" y="93345"/>
                </a:cubicBezTo>
                <a:lnTo>
                  <a:pt x="76200" y="93345"/>
                </a:lnTo>
                <a:cubicBezTo>
                  <a:pt x="43815" y="93345"/>
                  <a:pt x="19050" y="118110"/>
                  <a:pt x="19050" y="150495"/>
                </a:cubicBezTo>
                <a:lnTo>
                  <a:pt x="19050" y="207645"/>
                </a:lnTo>
                <a:cubicBezTo>
                  <a:pt x="19050" y="219075"/>
                  <a:pt x="28575" y="226695"/>
                  <a:pt x="38100" y="226695"/>
                </a:cubicBezTo>
                <a:lnTo>
                  <a:pt x="57150" y="226695"/>
                </a:lnTo>
                <a:lnTo>
                  <a:pt x="57150" y="283845"/>
                </a:lnTo>
                <a:cubicBezTo>
                  <a:pt x="47625" y="283845"/>
                  <a:pt x="38100" y="293370"/>
                  <a:pt x="38100" y="302895"/>
                </a:cubicBezTo>
                <a:lnTo>
                  <a:pt x="38100" y="321945"/>
                </a:lnTo>
                <a:lnTo>
                  <a:pt x="19050" y="321945"/>
                </a:lnTo>
                <a:cubicBezTo>
                  <a:pt x="9525" y="321945"/>
                  <a:pt x="0" y="331470"/>
                  <a:pt x="0" y="340995"/>
                </a:cubicBezTo>
                <a:lnTo>
                  <a:pt x="0" y="398145"/>
                </a:lnTo>
                <a:cubicBezTo>
                  <a:pt x="0" y="407670"/>
                  <a:pt x="9525" y="417195"/>
                  <a:pt x="19050" y="417195"/>
                </a:cubicBezTo>
                <a:lnTo>
                  <a:pt x="190500" y="417195"/>
                </a:lnTo>
                <a:cubicBezTo>
                  <a:pt x="201930" y="417195"/>
                  <a:pt x="209550" y="407670"/>
                  <a:pt x="209550" y="398145"/>
                </a:cubicBezTo>
                <a:cubicBezTo>
                  <a:pt x="209550" y="407670"/>
                  <a:pt x="217170" y="417195"/>
                  <a:pt x="228600" y="417195"/>
                </a:cubicBezTo>
                <a:lnTo>
                  <a:pt x="400050" y="417195"/>
                </a:lnTo>
                <a:cubicBezTo>
                  <a:pt x="409575" y="417195"/>
                  <a:pt x="419100" y="407670"/>
                  <a:pt x="419100" y="398145"/>
                </a:cubicBezTo>
                <a:lnTo>
                  <a:pt x="419100" y="302895"/>
                </a:lnTo>
                <a:cubicBezTo>
                  <a:pt x="419100" y="293370"/>
                  <a:pt x="409575" y="283845"/>
                  <a:pt x="400050" y="283845"/>
                </a:cubicBezTo>
                <a:close/>
                <a:moveTo>
                  <a:pt x="57150" y="302895"/>
                </a:moveTo>
                <a:lnTo>
                  <a:pt x="76200" y="302895"/>
                </a:lnTo>
                <a:lnTo>
                  <a:pt x="76200" y="140970"/>
                </a:lnTo>
                <a:lnTo>
                  <a:pt x="57150" y="140970"/>
                </a:lnTo>
                <a:lnTo>
                  <a:pt x="57150" y="207645"/>
                </a:lnTo>
                <a:lnTo>
                  <a:pt x="38100" y="207645"/>
                </a:lnTo>
                <a:lnTo>
                  <a:pt x="38100" y="150495"/>
                </a:lnTo>
                <a:cubicBezTo>
                  <a:pt x="38100" y="129540"/>
                  <a:pt x="55245" y="112395"/>
                  <a:pt x="76200" y="112395"/>
                </a:cubicBezTo>
                <a:lnTo>
                  <a:pt x="133350" y="112395"/>
                </a:lnTo>
                <a:cubicBezTo>
                  <a:pt x="154305" y="112395"/>
                  <a:pt x="171450" y="129540"/>
                  <a:pt x="171450" y="150495"/>
                </a:cubicBezTo>
                <a:lnTo>
                  <a:pt x="171450" y="207645"/>
                </a:lnTo>
                <a:lnTo>
                  <a:pt x="152400" y="207645"/>
                </a:lnTo>
                <a:lnTo>
                  <a:pt x="152400" y="140970"/>
                </a:lnTo>
                <a:lnTo>
                  <a:pt x="133350" y="140970"/>
                </a:lnTo>
                <a:lnTo>
                  <a:pt x="133350" y="302895"/>
                </a:lnTo>
                <a:lnTo>
                  <a:pt x="152400" y="302895"/>
                </a:lnTo>
                <a:lnTo>
                  <a:pt x="152400" y="321945"/>
                </a:lnTo>
                <a:lnTo>
                  <a:pt x="114300" y="321945"/>
                </a:lnTo>
                <a:lnTo>
                  <a:pt x="114300" y="217170"/>
                </a:lnTo>
                <a:lnTo>
                  <a:pt x="95250" y="217170"/>
                </a:lnTo>
                <a:lnTo>
                  <a:pt x="95250" y="321945"/>
                </a:lnTo>
                <a:lnTo>
                  <a:pt x="57150" y="321945"/>
                </a:lnTo>
                <a:lnTo>
                  <a:pt x="57150" y="302895"/>
                </a:lnTo>
                <a:close/>
                <a:moveTo>
                  <a:pt x="190500" y="398145"/>
                </a:moveTo>
                <a:lnTo>
                  <a:pt x="19050" y="398145"/>
                </a:lnTo>
                <a:lnTo>
                  <a:pt x="19050" y="340995"/>
                </a:lnTo>
                <a:lnTo>
                  <a:pt x="190500" y="340995"/>
                </a:lnTo>
                <a:lnTo>
                  <a:pt x="190500" y="398145"/>
                </a:lnTo>
                <a:close/>
                <a:moveTo>
                  <a:pt x="266700" y="264795"/>
                </a:moveTo>
                <a:lnTo>
                  <a:pt x="285750" y="264795"/>
                </a:lnTo>
                <a:lnTo>
                  <a:pt x="285750" y="140970"/>
                </a:lnTo>
                <a:lnTo>
                  <a:pt x="266700" y="140970"/>
                </a:lnTo>
                <a:lnTo>
                  <a:pt x="266700" y="188595"/>
                </a:lnTo>
                <a:lnTo>
                  <a:pt x="247650" y="188595"/>
                </a:lnTo>
                <a:lnTo>
                  <a:pt x="247650" y="150495"/>
                </a:lnTo>
                <a:cubicBezTo>
                  <a:pt x="247650" y="129540"/>
                  <a:pt x="264795" y="112395"/>
                  <a:pt x="285750" y="112395"/>
                </a:cubicBezTo>
                <a:lnTo>
                  <a:pt x="342900" y="112395"/>
                </a:lnTo>
                <a:cubicBezTo>
                  <a:pt x="352425" y="112395"/>
                  <a:pt x="361950" y="116205"/>
                  <a:pt x="369570" y="123825"/>
                </a:cubicBezTo>
                <a:cubicBezTo>
                  <a:pt x="377190" y="131445"/>
                  <a:pt x="381000" y="140970"/>
                  <a:pt x="381000" y="150495"/>
                </a:cubicBezTo>
                <a:lnTo>
                  <a:pt x="381000" y="188595"/>
                </a:lnTo>
                <a:lnTo>
                  <a:pt x="361950" y="188595"/>
                </a:lnTo>
                <a:lnTo>
                  <a:pt x="361950" y="140970"/>
                </a:lnTo>
                <a:lnTo>
                  <a:pt x="342900" y="140970"/>
                </a:lnTo>
                <a:lnTo>
                  <a:pt x="342900" y="264795"/>
                </a:lnTo>
                <a:lnTo>
                  <a:pt x="361950" y="264795"/>
                </a:lnTo>
                <a:lnTo>
                  <a:pt x="361950" y="283845"/>
                </a:lnTo>
                <a:lnTo>
                  <a:pt x="323850" y="283845"/>
                </a:lnTo>
                <a:lnTo>
                  <a:pt x="323850" y="198120"/>
                </a:lnTo>
                <a:lnTo>
                  <a:pt x="304800" y="198120"/>
                </a:lnTo>
                <a:lnTo>
                  <a:pt x="304800" y="283845"/>
                </a:lnTo>
                <a:lnTo>
                  <a:pt x="266700" y="283845"/>
                </a:lnTo>
                <a:lnTo>
                  <a:pt x="266700" y="264795"/>
                </a:lnTo>
                <a:close/>
                <a:moveTo>
                  <a:pt x="400050" y="398145"/>
                </a:moveTo>
                <a:lnTo>
                  <a:pt x="228600" y="398145"/>
                </a:lnTo>
                <a:lnTo>
                  <a:pt x="228600" y="302895"/>
                </a:lnTo>
                <a:lnTo>
                  <a:pt x="400050" y="302895"/>
                </a:lnTo>
                <a:lnTo>
                  <a:pt x="400050" y="398145"/>
                </a:lnTo>
                <a:close/>
                <a:moveTo>
                  <a:pt x="104775" y="83820"/>
                </a:moveTo>
                <a:cubicBezTo>
                  <a:pt x="81915" y="83820"/>
                  <a:pt x="60960" y="64770"/>
                  <a:pt x="60960" y="41910"/>
                </a:cubicBezTo>
                <a:cubicBezTo>
                  <a:pt x="60960" y="19050"/>
                  <a:pt x="80010" y="0"/>
                  <a:pt x="104775" y="0"/>
                </a:cubicBezTo>
                <a:cubicBezTo>
                  <a:pt x="129540" y="0"/>
                  <a:pt x="148590" y="19050"/>
                  <a:pt x="148590" y="41910"/>
                </a:cubicBezTo>
                <a:cubicBezTo>
                  <a:pt x="148590" y="64770"/>
                  <a:pt x="129540" y="83820"/>
                  <a:pt x="104775" y="83820"/>
                </a:cubicBezTo>
                <a:close/>
                <a:moveTo>
                  <a:pt x="104775" y="17145"/>
                </a:moveTo>
                <a:cubicBezTo>
                  <a:pt x="91440" y="17145"/>
                  <a:pt x="80010" y="28575"/>
                  <a:pt x="80010" y="40005"/>
                </a:cubicBezTo>
                <a:cubicBezTo>
                  <a:pt x="80010" y="51435"/>
                  <a:pt x="91440" y="62865"/>
                  <a:pt x="104775" y="62865"/>
                </a:cubicBezTo>
                <a:cubicBezTo>
                  <a:pt x="118110" y="62865"/>
                  <a:pt x="129540" y="51435"/>
                  <a:pt x="129540" y="40005"/>
                </a:cubicBezTo>
                <a:cubicBezTo>
                  <a:pt x="129540" y="28575"/>
                  <a:pt x="118110" y="17145"/>
                  <a:pt x="104775" y="1714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737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Lifestyle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7BAAEF-9ED5-4E4B-B570-E6056EEA9DD1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Home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Building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Building city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Elevator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Bell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Light bulb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Digital alarm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Coffee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Football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Golf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Graduation hat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Pail and shovel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Shovel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Military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Ribbon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Trophy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Trophy with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dollar sign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Umbrella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Smoking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smoking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Alcohol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Utensils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Wrench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Key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Making bed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Toilet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Bathtub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Toothbrush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Detergent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Cleaning products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Fire extinguisher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Fire hose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Safety gloves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and goggles 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Safety helmet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and goggles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Goggles/Protective eyewear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39" name="Graphic 3" descr="Home icon.">
            <a:extLst>
              <a:ext uri="{FF2B5EF4-FFF2-40B4-BE49-F238E27FC236}">
                <a16:creationId xmlns:a16="http://schemas.microsoft.com/office/drawing/2014/main" id="{ECDA9219-ADD1-41B4-A385-F1044965E809}"/>
              </a:ext>
            </a:extLst>
          </p:cNvPr>
          <p:cNvSpPr/>
          <p:nvPr/>
        </p:nvSpPr>
        <p:spPr>
          <a:xfrm>
            <a:off x="971692" y="1394568"/>
            <a:ext cx="402476" cy="434637"/>
          </a:xfrm>
          <a:custGeom>
            <a:avLst/>
            <a:gdLst>
              <a:gd name="connsiteX0" fmla="*/ 397533 w 402476"/>
              <a:gd name="connsiteY0" fmla="*/ 198998 h 434637"/>
              <a:gd name="connsiteX1" fmla="*/ 366404 w 402476"/>
              <a:gd name="connsiteY1" fmla="*/ 166092 h 434637"/>
              <a:gd name="connsiteX2" fmla="*/ 365855 w 402476"/>
              <a:gd name="connsiteY2" fmla="*/ 75505 h 434637"/>
              <a:gd name="connsiteX3" fmla="*/ 347544 w 402476"/>
              <a:gd name="connsiteY3" fmla="*/ 56782 h 434637"/>
              <a:gd name="connsiteX4" fmla="*/ 320443 w 402476"/>
              <a:gd name="connsiteY4" fmla="*/ 56782 h 434637"/>
              <a:gd name="connsiteX5" fmla="*/ 302132 w 402476"/>
              <a:gd name="connsiteY5" fmla="*/ 75694 h 434637"/>
              <a:gd name="connsiteX6" fmla="*/ 302132 w 402476"/>
              <a:gd name="connsiteY6" fmla="*/ 98010 h 434637"/>
              <a:gd name="connsiteX7" fmla="*/ 214605 w 402476"/>
              <a:gd name="connsiteY7" fmla="*/ 5532 h 434637"/>
              <a:gd name="connsiteX8" fmla="*/ 188421 w 402476"/>
              <a:gd name="connsiteY8" fmla="*/ 5532 h 434637"/>
              <a:gd name="connsiteX9" fmla="*/ 5310 w 402476"/>
              <a:gd name="connsiteY9" fmla="*/ 198809 h 434637"/>
              <a:gd name="connsiteX10" fmla="*/ 0 w 402476"/>
              <a:gd name="connsiteY10" fmla="*/ 212047 h 434637"/>
              <a:gd name="connsiteX11" fmla="*/ 0 w 402476"/>
              <a:gd name="connsiteY11" fmla="*/ 415726 h 434637"/>
              <a:gd name="connsiteX12" fmla="*/ 18311 w 402476"/>
              <a:gd name="connsiteY12" fmla="*/ 434637 h 434637"/>
              <a:gd name="connsiteX13" fmla="*/ 146305 w 402476"/>
              <a:gd name="connsiteY13" fmla="*/ 434637 h 434637"/>
              <a:gd name="connsiteX14" fmla="*/ 164616 w 402476"/>
              <a:gd name="connsiteY14" fmla="*/ 415726 h 434637"/>
              <a:gd name="connsiteX15" fmla="*/ 164616 w 402476"/>
              <a:gd name="connsiteY15" fmla="*/ 264432 h 434637"/>
              <a:gd name="connsiteX16" fmla="*/ 237860 w 402476"/>
              <a:gd name="connsiteY16" fmla="*/ 264432 h 434637"/>
              <a:gd name="connsiteX17" fmla="*/ 237860 w 402476"/>
              <a:gd name="connsiteY17" fmla="*/ 415726 h 434637"/>
              <a:gd name="connsiteX18" fmla="*/ 256171 w 402476"/>
              <a:gd name="connsiteY18" fmla="*/ 434637 h 434637"/>
              <a:gd name="connsiteX19" fmla="*/ 384166 w 402476"/>
              <a:gd name="connsiteY19" fmla="*/ 434637 h 434637"/>
              <a:gd name="connsiteX20" fmla="*/ 402477 w 402476"/>
              <a:gd name="connsiteY20" fmla="*/ 415726 h 434637"/>
              <a:gd name="connsiteX21" fmla="*/ 402477 w 402476"/>
              <a:gd name="connsiteY21" fmla="*/ 212236 h 434637"/>
              <a:gd name="connsiteX22" fmla="*/ 397167 w 402476"/>
              <a:gd name="connsiteY22" fmla="*/ 198998 h 434637"/>
              <a:gd name="connsiteX23" fmla="*/ 258735 w 402476"/>
              <a:gd name="connsiteY23" fmla="*/ 402298 h 434637"/>
              <a:gd name="connsiteX24" fmla="*/ 270271 w 402476"/>
              <a:gd name="connsiteY24" fmla="*/ 389628 h 434637"/>
              <a:gd name="connsiteX25" fmla="*/ 279793 w 402476"/>
              <a:gd name="connsiteY25" fmla="*/ 388871 h 434637"/>
              <a:gd name="connsiteX26" fmla="*/ 296639 w 402476"/>
              <a:gd name="connsiteY26" fmla="*/ 388493 h 434637"/>
              <a:gd name="connsiteX27" fmla="*/ 300301 w 402476"/>
              <a:gd name="connsiteY27" fmla="*/ 379037 h 434637"/>
              <a:gd name="connsiteX28" fmla="*/ 319528 w 402476"/>
              <a:gd name="connsiteY28" fmla="*/ 359180 h 434637"/>
              <a:gd name="connsiteX29" fmla="*/ 338754 w 402476"/>
              <a:gd name="connsiteY29" fmla="*/ 379037 h 434637"/>
              <a:gd name="connsiteX30" fmla="*/ 338205 w 402476"/>
              <a:gd name="connsiteY30" fmla="*/ 385089 h 434637"/>
              <a:gd name="connsiteX31" fmla="*/ 342233 w 402476"/>
              <a:gd name="connsiteY31" fmla="*/ 388493 h 434637"/>
              <a:gd name="connsiteX32" fmla="*/ 358896 w 402476"/>
              <a:gd name="connsiteY32" fmla="*/ 389060 h 434637"/>
              <a:gd name="connsiteX33" fmla="*/ 368601 w 402476"/>
              <a:gd name="connsiteY33" fmla="*/ 389817 h 434637"/>
              <a:gd name="connsiteX34" fmla="*/ 380137 w 402476"/>
              <a:gd name="connsiteY34" fmla="*/ 402488 h 434637"/>
              <a:gd name="connsiteX35" fmla="*/ 378855 w 402476"/>
              <a:gd name="connsiteY35" fmla="*/ 416293 h 434637"/>
              <a:gd name="connsiteX36" fmla="*/ 259651 w 402476"/>
              <a:gd name="connsiteY36" fmla="*/ 416293 h 434637"/>
              <a:gd name="connsiteX37" fmla="*/ 258369 w 402476"/>
              <a:gd name="connsiteY37" fmla="*/ 402488 h 434637"/>
              <a:gd name="connsiteX38" fmla="*/ 320260 w 402476"/>
              <a:gd name="connsiteY38" fmla="*/ 75883 h 434637"/>
              <a:gd name="connsiteX39" fmla="*/ 347360 w 402476"/>
              <a:gd name="connsiteY39" fmla="*/ 75883 h 434637"/>
              <a:gd name="connsiteX40" fmla="*/ 347910 w 402476"/>
              <a:gd name="connsiteY40" fmla="*/ 146802 h 434637"/>
              <a:gd name="connsiteX41" fmla="*/ 320077 w 402476"/>
              <a:gd name="connsiteY41" fmla="*/ 117489 h 434637"/>
              <a:gd name="connsiteX42" fmla="*/ 320077 w 402476"/>
              <a:gd name="connsiteY42" fmla="*/ 76072 h 434637"/>
              <a:gd name="connsiteX43" fmla="*/ 20508 w 402476"/>
              <a:gd name="connsiteY43" fmla="*/ 402109 h 434637"/>
              <a:gd name="connsiteX44" fmla="*/ 32044 w 402476"/>
              <a:gd name="connsiteY44" fmla="*/ 389439 h 434637"/>
              <a:gd name="connsiteX45" fmla="*/ 41566 w 402476"/>
              <a:gd name="connsiteY45" fmla="*/ 388682 h 434637"/>
              <a:gd name="connsiteX46" fmla="*/ 58412 w 402476"/>
              <a:gd name="connsiteY46" fmla="*/ 388304 h 434637"/>
              <a:gd name="connsiteX47" fmla="*/ 62074 w 402476"/>
              <a:gd name="connsiteY47" fmla="*/ 378848 h 434637"/>
              <a:gd name="connsiteX48" fmla="*/ 81301 w 402476"/>
              <a:gd name="connsiteY48" fmla="*/ 358991 h 434637"/>
              <a:gd name="connsiteX49" fmla="*/ 100528 w 402476"/>
              <a:gd name="connsiteY49" fmla="*/ 378848 h 434637"/>
              <a:gd name="connsiteX50" fmla="*/ 99978 w 402476"/>
              <a:gd name="connsiteY50" fmla="*/ 384900 h 434637"/>
              <a:gd name="connsiteX51" fmla="*/ 104007 w 402476"/>
              <a:gd name="connsiteY51" fmla="*/ 388304 h 434637"/>
              <a:gd name="connsiteX52" fmla="*/ 120670 w 402476"/>
              <a:gd name="connsiteY52" fmla="*/ 388871 h 434637"/>
              <a:gd name="connsiteX53" fmla="*/ 130375 w 402476"/>
              <a:gd name="connsiteY53" fmla="*/ 389628 h 434637"/>
              <a:gd name="connsiteX54" fmla="*/ 141911 w 402476"/>
              <a:gd name="connsiteY54" fmla="*/ 402298 h 434637"/>
              <a:gd name="connsiteX55" fmla="*/ 140629 w 402476"/>
              <a:gd name="connsiteY55" fmla="*/ 416104 h 434637"/>
              <a:gd name="connsiteX56" fmla="*/ 21790 w 402476"/>
              <a:gd name="connsiteY56" fmla="*/ 416104 h 434637"/>
              <a:gd name="connsiteX57" fmla="*/ 20508 w 402476"/>
              <a:gd name="connsiteY57" fmla="*/ 402298 h 434637"/>
              <a:gd name="connsiteX58" fmla="*/ 238044 w 402476"/>
              <a:gd name="connsiteY58" fmla="*/ 245710 h 434637"/>
              <a:gd name="connsiteX59" fmla="*/ 164982 w 402476"/>
              <a:gd name="connsiteY59" fmla="*/ 245710 h 434637"/>
              <a:gd name="connsiteX60" fmla="*/ 146671 w 402476"/>
              <a:gd name="connsiteY60" fmla="*/ 264622 h 434637"/>
              <a:gd name="connsiteX61" fmla="*/ 146671 w 402476"/>
              <a:gd name="connsiteY61" fmla="*/ 377146 h 434637"/>
              <a:gd name="connsiteX62" fmla="*/ 137150 w 402476"/>
              <a:gd name="connsiteY62" fmla="*/ 371662 h 434637"/>
              <a:gd name="connsiteX63" fmla="*/ 118289 w 402476"/>
              <a:gd name="connsiteY63" fmla="*/ 369959 h 434637"/>
              <a:gd name="connsiteX64" fmla="*/ 81667 w 402476"/>
              <a:gd name="connsiteY64" fmla="*/ 339890 h 434637"/>
              <a:gd name="connsiteX65" fmla="*/ 45045 w 402476"/>
              <a:gd name="connsiteY65" fmla="*/ 369959 h 434637"/>
              <a:gd name="connsiteX66" fmla="*/ 26185 w 402476"/>
              <a:gd name="connsiteY66" fmla="*/ 371662 h 434637"/>
              <a:gd name="connsiteX67" fmla="*/ 18494 w 402476"/>
              <a:gd name="connsiteY67" fmla="*/ 375633 h 434637"/>
              <a:gd name="connsiteX68" fmla="*/ 18494 w 402476"/>
              <a:gd name="connsiteY68" fmla="*/ 212236 h 434637"/>
              <a:gd name="connsiteX69" fmla="*/ 201421 w 402476"/>
              <a:gd name="connsiteY69" fmla="*/ 18770 h 434637"/>
              <a:gd name="connsiteX70" fmla="*/ 384532 w 402476"/>
              <a:gd name="connsiteY70" fmla="*/ 212047 h 434637"/>
              <a:gd name="connsiteX71" fmla="*/ 384532 w 402476"/>
              <a:gd name="connsiteY71" fmla="*/ 212047 h 434637"/>
              <a:gd name="connsiteX72" fmla="*/ 384532 w 402476"/>
              <a:gd name="connsiteY72" fmla="*/ 376957 h 434637"/>
              <a:gd name="connsiteX73" fmla="*/ 375193 w 402476"/>
              <a:gd name="connsiteY73" fmla="*/ 371662 h 434637"/>
              <a:gd name="connsiteX74" fmla="*/ 356333 w 402476"/>
              <a:gd name="connsiteY74" fmla="*/ 369959 h 434637"/>
              <a:gd name="connsiteX75" fmla="*/ 319711 w 402476"/>
              <a:gd name="connsiteY75" fmla="*/ 339890 h 434637"/>
              <a:gd name="connsiteX76" fmla="*/ 283089 w 402476"/>
              <a:gd name="connsiteY76" fmla="*/ 369959 h 434637"/>
              <a:gd name="connsiteX77" fmla="*/ 264228 w 402476"/>
              <a:gd name="connsiteY77" fmla="*/ 371662 h 434637"/>
              <a:gd name="connsiteX78" fmla="*/ 256355 w 402476"/>
              <a:gd name="connsiteY78" fmla="*/ 375822 h 434637"/>
              <a:gd name="connsiteX79" fmla="*/ 256355 w 402476"/>
              <a:gd name="connsiteY79" fmla="*/ 264622 h 434637"/>
              <a:gd name="connsiteX80" fmla="*/ 238044 w 402476"/>
              <a:gd name="connsiteY80" fmla="*/ 245710 h 434637"/>
              <a:gd name="connsiteX81" fmla="*/ 228888 w 402476"/>
              <a:gd name="connsiteY81" fmla="*/ 340268 h 434637"/>
              <a:gd name="connsiteX82" fmla="*/ 219733 w 402476"/>
              <a:gd name="connsiteY82" fmla="*/ 349724 h 434637"/>
              <a:gd name="connsiteX83" fmla="*/ 210577 w 402476"/>
              <a:gd name="connsiteY83" fmla="*/ 340268 h 434637"/>
              <a:gd name="connsiteX84" fmla="*/ 219733 w 402476"/>
              <a:gd name="connsiteY84" fmla="*/ 330812 h 434637"/>
              <a:gd name="connsiteX85" fmla="*/ 228888 w 402476"/>
              <a:gd name="connsiteY85" fmla="*/ 340268 h 434637"/>
              <a:gd name="connsiteX86" fmla="*/ 100345 w 402476"/>
              <a:gd name="connsiteY86" fmla="*/ 246088 h 434637"/>
              <a:gd name="connsiteX87" fmla="*/ 63722 w 402476"/>
              <a:gd name="connsiteY87" fmla="*/ 246088 h 434637"/>
              <a:gd name="connsiteX88" fmla="*/ 45411 w 402476"/>
              <a:gd name="connsiteY88" fmla="*/ 265000 h 434637"/>
              <a:gd name="connsiteX89" fmla="*/ 45411 w 402476"/>
              <a:gd name="connsiteY89" fmla="*/ 302823 h 434637"/>
              <a:gd name="connsiteX90" fmla="*/ 63722 w 402476"/>
              <a:gd name="connsiteY90" fmla="*/ 321735 h 434637"/>
              <a:gd name="connsiteX91" fmla="*/ 100345 w 402476"/>
              <a:gd name="connsiteY91" fmla="*/ 321735 h 434637"/>
              <a:gd name="connsiteX92" fmla="*/ 118656 w 402476"/>
              <a:gd name="connsiteY92" fmla="*/ 302823 h 434637"/>
              <a:gd name="connsiteX93" fmla="*/ 118656 w 402476"/>
              <a:gd name="connsiteY93" fmla="*/ 265000 h 434637"/>
              <a:gd name="connsiteX94" fmla="*/ 100345 w 402476"/>
              <a:gd name="connsiteY94" fmla="*/ 246088 h 434637"/>
              <a:gd name="connsiteX95" fmla="*/ 100345 w 402476"/>
              <a:gd name="connsiteY95" fmla="*/ 302823 h 434637"/>
              <a:gd name="connsiteX96" fmla="*/ 63722 w 402476"/>
              <a:gd name="connsiteY96" fmla="*/ 302823 h 434637"/>
              <a:gd name="connsiteX97" fmla="*/ 63722 w 402476"/>
              <a:gd name="connsiteY97" fmla="*/ 265000 h 434637"/>
              <a:gd name="connsiteX98" fmla="*/ 100345 w 402476"/>
              <a:gd name="connsiteY98" fmla="*/ 265000 h 434637"/>
              <a:gd name="connsiteX99" fmla="*/ 100345 w 402476"/>
              <a:gd name="connsiteY99" fmla="*/ 302823 h 434637"/>
              <a:gd name="connsiteX100" fmla="*/ 301949 w 402476"/>
              <a:gd name="connsiteY100" fmla="*/ 321735 h 434637"/>
              <a:gd name="connsiteX101" fmla="*/ 338571 w 402476"/>
              <a:gd name="connsiteY101" fmla="*/ 321735 h 434637"/>
              <a:gd name="connsiteX102" fmla="*/ 356882 w 402476"/>
              <a:gd name="connsiteY102" fmla="*/ 302823 h 434637"/>
              <a:gd name="connsiteX103" fmla="*/ 356882 w 402476"/>
              <a:gd name="connsiteY103" fmla="*/ 265000 h 434637"/>
              <a:gd name="connsiteX104" fmla="*/ 338571 w 402476"/>
              <a:gd name="connsiteY104" fmla="*/ 246088 h 434637"/>
              <a:gd name="connsiteX105" fmla="*/ 301949 w 402476"/>
              <a:gd name="connsiteY105" fmla="*/ 246088 h 434637"/>
              <a:gd name="connsiteX106" fmla="*/ 283638 w 402476"/>
              <a:gd name="connsiteY106" fmla="*/ 265000 h 434637"/>
              <a:gd name="connsiteX107" fmla="*/ 283638 w 402476"/>
              <a:gd name="connsiteY107" fmla="*/ 302823 h 434637"/>
              <a:gd name="connsiteX108" fmla="*/ 301949 w 402476"/>
              <a:gd name="connsiteY108" fmla="*/ 321735 h 434637"/>
              <a:gd name="connsiteX109" fmla="*/ 301949 w 402476"/>
              <a:gd name="connsiteY109" fmla="*/ 265000 h 434637"/>
              <a:gd name="connsiteX110" fmla="*/ 338571 w 402476"/>
              <a:gd name="connsiteY110" fmla="*/ 265000 h 434637"/>
              <a:gd name="connsiteX111" fmla="*/ 338571 w 402476"/>
              <a:gd name="connsiteY111" fmla="*/ 302823 h 434637"/>
              <a:gd name="connsiteX112" fmla="*/ 301949 w 402476"/>
              <a:gd name="connsiteY112" fmla="*/ 302823 h 434637"/>
              <a:gd name="connsiteX113" fmla="*/ 301949 w 402476"/>
              <a:gd name="connsiteY113" fmla="*/ 265000 h 43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02476" h="434637">
                <a:moveTo>
                  <a:pt x="397533" y="198998"/>
                </a:moveTo>
                <a:lnTo>
                  <a:pt x="366404" y="166092"/>
                </a:lnTo>
                <a:lnTo>
                  <a:pt x="365855" y="75505"/>
                </a:lnTo>
                <a:cubicBezTo>
                  <a:pt x="365855" y="65103"/>
                  <a:pt x="357615" y="56782"/>
                  <a:pt x="347544" y="56782"/>
                </a:cubicBezTo>
                <a:lnTo>
                  <a:pt x="320443" y="56782"/>
                </a:lnTo>
                <a:cubicBezTo>
                  <a:pt x="310372" y="56782"/>
                  <a:pt x="302132" y="65293"/>
                  <a:pt x="302132" y="75694"/>
                </a:cubicBezTo>
                <a:lnTo>
                  <a:pt x="302132" y="98010"/>
                </a:lnTo>
                <a:lnTo>
                  <a:pt x="214605" y="5532"/>
                </a:lnTo>
                <a:cubicBezTo>
                  <a:pt x="207647" y="-1844"/>
                  <a:pt x="195379" y="-1844"/>
                  <a:pt x="188421" y="5532"/>
                </a:cubicBezTo>
                <a:lnTo>
                  <a:pt x="5310" y="198809"/>
                </a:lnTo>
                <a:cubicBezTo>
                  <a:pt x="1831" y="202402"/>
                  <a:pt x="0" y="207130"/>
                  <a:pt x="0" y="212047"/>
                </a:cubicBezTo>
                <a:lnTo>
                  <a:pt x="0" y="415726"/>
                </a:lnTo>
                <a:cubicBezTo>
                  <a:pt x="0" y="426127"/>
                  <a:pt x="8240" y="434637"/>
                  <a:pt x="18311" y="434637"/>
                </a:cubicBezTo>
                <a:lnTo>
                  <a:pt x="146305" y="434637"/>
                </a:lnTo>
                <a:cubicBezTo>
                  <a:pt x="156376" y="434637"/>
                  <a:pt x="164616" y="426127"/>
                  <a:pt x="164616" y="415726"/>
                </a:cubicBezTo>
                <a:lnTo>
                  <a:pt x="164616" y="264432"/>
                </a:lnTo>
                <a:lnTo>
                  <a:pt x="237860" y="264432"/>
                </a:lnTo>
                <a:lnTo>
                  <a:pt x="237860" y="415726"/>
                </a:lnTo>
                <a:cubicBezTo>
                  <a:pt x="237860" y="426127"/>
                  <a:pt x="246100" y="434637"/>
                  <a:pt x="256171" y="434637"/>
                </a:cubicBezTo>
                <a:lnTo>
                  <a:pt x="384166" y="434637"/>
                </a:lnTo>
                <a:cubicBezTo>
                  <a:pt x="394237" y="434637"/>
                  <a:pt x="402477" y="426127"/>
                  <a:pt x="402477" y="415726"/>
                </a:cubicBezTo>
                <a:lnTo>
                  <a:pt x="402477" y="212236"/>
                </a:lnTo>
                <a:cubicBezTo>
                  <a:pt x="402477" y="207319"/>
                  <a:pt x="400646" y="202591"/>
                  <a:pt x="397167" y="198998"/>
                </a:cubicBezTo>
                <a:close/>
                <a:moveTo>
                  <a:pt x="258735" y="402298"/>
                </a:moveTo>
                <a:cubicBezTo>
                  <a:pt x="260383" y="396625"/>
                  <a:pt x="264778" y="391708"/>
                  <a:pt x="270271" y="389628"/>
                </a:cubicBezTo>
                <a:cubicBezTo>
                  <a:pt x="275764" y="387547"/>
                  <a:pt x="279793" y="388871"/>
                  <a:pt x="279793" y="388871"/>
                </a:cubicBezTo>
                <a:cubicBezTo>
                  <a:pt x="287300" y="391708"/>
                  <a:pt x="292794" y="391708"/>
                  <a:pt x="296639" y="388493"/>
                </a:cubicBezTo>
                <a:cubicBezTo>
                  <a:pt x="299386" y="386224"/>
                  <a:pt x="300667" y="382630"/>
                  <a:pt x="300301" y="379037"/>
                </a:cubicBezTo>
                <a:cubicBezTo>
                  <a:pt x="300301" y="368068"/>
                  <a:pt x="308907" y="359180"/>
                  <a:pt x="319528" y="359180"/>
                </a:cubicBezTo>
                <a:cubicBezTo>
                  <a:pt x="330148" y="359180"/>
                  <a:pt x="338754" y="368068"/>
                  <a:pt x="338754" y="379037"/>
                </a:cubicBezTo>
                <a:lnTo>
                  <a:pt x="338205" y="385089"/>
                </a:lnTo>
                <a:lnTo>
                  <a:pt x="342233" y="388493"/>
                </a:lnTo>
                <a:cubicBezTo>
                  <a:pt x="346079" y="391708"/>
                  <a:pt x="351572" y="391708"/>
                  <a:pt x="358896" y="389060"/>
                </a:cubicBezTo>
                <a:cubicBezTo>
                  <a:pt x="358896" y="389060"/>
                  <a:pt x="363108" y="387736"/>
                  <a:pt x="368601" y="389817"/>
                </a:cubicBezTo>
                <a:cubicBezTo>
                  <a:pt x="374095" y="391897"/>
                  <a:pt x="378672" y="396625"/>
                  <a:pt x="380137" y="402488"/>
                </a:cubicBezTo>
                <a:cubicBezTo>
                  <a:pt x="381419" y="407215"/>
                  <a:pt x="380687" y="411943"/>
                  <a:pt x="378855" y="416293"/>
                </a:cubicBezTo>
                <a:lnTo>
                  <a:pt x="259651" y="416293"/>
                </a:lnTo>
                <a:cubicBezTo>
                  <a:pt x="257819" y="411943"/>
                  <a:pt x="257087" y="407405"/>
                  <a:pt x="258369" y="402488"/>
                </a:cubicBezTo>
                <a:close/>
                <a:moveTo>
                  <a:pt x="320260" y="75883"/>
                </a:moveTo>
                <a:lnTo>
                  <a:pt x="347360" y="75883"/>
                </a:lnTo>
                <a:lnTo>
                  <a:pt x="347910" y="146802"/>
                </a:lnTo>
                <a:lnTo>
                  <a:pt x="320077" y="117489"/>
                </a:lnTo>
                <a:lnTo>
                  <a:pt x="320077" y="76072"/>
                </a:lnTo>
                <a:close/>
                <a:moveTo>
                  <a:pt x="20508" y="402109"/>
                </a:moveTo>
                <a:cubicBezTo>
                  <a:pt x="22156" y="396436"/>
                  <a:pt x="26551" y="391519"/>
                  <a:pt x="32044" y="389439"/>
                </a:cubicBezTo>
                <a:cubicBezTo>
                  <a:pt x="37538" y="387358"/>
                  <a:pt x="41566" y="388682"/>
                  <a:pt x="41566" y="388682"/>
                </a:cubicBezTo>
                <a:cubicBezTo>
                  <a:pt x="49074" y="391519"/>
                  <a:pt x="54750" y="391519"/>
                  <a:pt x="58412" y="388304"/>
                </a:cubicBezTo>
                <a:cubicBezTo>
                  <a:pt x="61159" y="386034"/>
                  <a:pt x="62441" y="382441"/>
                  <a:pt x="62074" y="378848"/>
                </a:cubicBezTo>
                <a:cubicBezTo>
                  <a:pt x="62074" y="367879"/>
                  <a:pt x="70681" y="358991"/>
                  <a:pt x="81301" y="358991"/>
                </a:cubicBezTo>
                <a:cubicBezTo>
                  <a:pt x="91921" y="358991"/>
                  <a:pt x="100528" y="367879"/>
                  <a:pt x="100528" y="378848"/>
                </a:cubicBezTo>
                <a:lnTo>
                  <a:pt x="99978" y="384900"/>
                </a:lnTo>
                <a:lnTo>
                  <a:pt x="104007" y="388304"/>
                </a:lnTo>
                <a:cubicBezTo>
                  <a:pt x="107852" y="391519"/>
                  <a:pt x="113345" y="391708"/>
                  <a:pt x="120670" y="388871"/>
                </a:cubicBezTo>
                <a:cubicBezTo>
                  <a:pt x="120670" y="388871"/>
                  <a:pt x="124881" y="387547"/>
                  <a:pt x="130375" y="389628"/>
                </a:cubicBezTo>
                <a:cubicBezTo>
                  <a:pt x="135868" y="391708"/>
                  <a:pt x="140446" y="396436"/>
                  <a:pt x="141911" y="402298"/>
                </a:cubicBezTo>
                <a:cubicBezTo>
                  <a:pt x="143192" y="407026"/>
                  <a:pt x="142460" y="411754"/>
                  <a:pt x="140629" y="416104"/>
                </a:cubicBezTo>
                <a:lnTo>
                  <a:pt x="21790" y="416104"/>
                </a:lnTo>
                <a:cubicBezTo>
                  <a:pt x="19959" y="411754"/>
                  <a:pt x="19227" y="407215"/>
                  <a:pt x="20508" y="402298"/>
                </a:cubicBezTo>
                <a:close/>
                <a:moveTo>
                  <a:pt x="238044" y="245710"/>
                </a:moveTo>
                <a:lnTo>
                  <a:pt x="164982" y="245710"/>
                </a:lnTo>
                <a:cubicBezTo>
                  <a:pt x="154911" y="245710"/>
                  <a:pt x="146671" y="254220"/>
                  <a:pt x="146671" y="264622"/>
                </a:cubicBezTo>
                <a:lnTo>
                  <a:pt x="146671" y="377146"/>
                </a:lnTo>
                <a:cubicBezTo>
                  <a:pt x="143742" y="374877"/>
                  <a:pt x="140629" y="372985"/>
                  <a:pt x="137150" y="371662"/>
                </a:cubicBezTo>
                <a:cubicBezTo>
                  <a:pt x="128910" y="368636"/>
                  <a:pt x="122135" y="369203"/>
                  <a:pt x="118289" y="369959"/>
                </a:cubicBezTo>
                <a:cubicBezTo>
                  <a:pt x="114444" y="352750"/>
                  <a:pt x="99429" y="339890"/>
                  <a:pt x="81667" y="339890"/>
                </a:cubicBezTo>
                <a:cubicBezTo>
                  <a:pt x="63906" y="339890"/>
                  <a:pt x="48890" y="352750"/>
                  <a:pt x="45045" y="369959"/>
                </a:cubicBezTo>
                <a:cubicBezTo>
                  <a:pt x="41200" y="369203"/>
                  <a:pt x="34242" y="368636"/>
                  <a:pt x="26185" y="371662"/>
                </a:cubicBezTo>
                <a:cubicBezTo>
                  <a:pt x="23438" y="372607"/>
                  <a:pt x="20875" y="373931"/>
                  <a:pt x="18494" y="375633"/>
                </a:cubicBezTo>
                <a:lnTo>
                  <a:pt x="18494" y="212236"/>
                </a:lnTo>
                <a:lnTo>
                  <a:pt x="201421" y="18770"/>
                </a:lnTo>
                <a:lnTo>
                  <a:pt x="384532" y="212047"/>
                </a:lnTo>
                <a:lnTo>
                  <a:pt x="384532" y="212047"/>
                </a:lnTo>
                <a:lnTo>
                  <a:pt x="384532" y="376957"/>
                </a:lnTo>
                <a:cubicBezTo>
                  <a:pt x="381602" y="374877"/>
                  <a:pt x="378672" y="372985"/>
                  <a:pt x="375193" y="371662"/>
                </a:cubicBezTo>
                <a:cubicBezTo>
                  <a:pt x="366953" y="368636"/>
                  <a:pt x="360178" y="369203"/>
                  <a:pt x="356333" y="369959"/>
                </a:cubicBezTo>
                <a:cubicBezTo>
                  <a:pt x="352488" y="352750"/>
                  <a:pt x="337656" y="339890"/>
                  <a:pt x="319711" y="339890"/>
                </a:cubicBezTo>
                <a:cubicBezTo>
                  <a:pt x="301766" y="339890"/>
                  <a:pt x="286934" y="352750"/>
                  <a:pt x="283089" y="369959"/>
                </a:cubicBezTo>
                <a:cubicBezTo>
                  <a:pt x="279243" y="369203"/>
                  <a:pt x="272285" y="368636"/>
                  <a:pt x="264228" y="371662"/>
                </a:cubicBezTo>
                <a:cubicBezTo>
                  <a:pt x="261482" y="372607"/>
                  <a:pt x="258735" y="374120"/>
                  <a:pt x="256355" y="375822"/>
                </a:cubicBezTo>
                <a:lnTo>
                  <a:pt x="256355" y="264622"/>
                </a:lnTo>
                <a:cubicBezTo>
                  <a:pt x="256355" y="254220"/>
                  <a:pt x="248115" y="245710"/>
                  <a:pt x="238044" y="245710"/>
                </a:cubicBezTo>
                <a:close/>
                <a:moveTo>
                  <a:pt x="228888" y="340268"/>
                </a:moveTo>
                <a:cubicBezTo>
                  <a:pt x="228888" y="345563"/>
                  <a:pt x="224860" y="349724"/>
                  <a:pt x="219733" y="349724"/>
                </a:cubicBezTo>
                <a:cubicBezTo>
                  <a:pt x="214605" y="349724"/>
                  <a:pt x="210577" y="345563"/>
                  <a:pt x="210577" y="340268"/>
                </a:cubicBezTo>
                <a:cubicBezTo>
                  <a:pt x="210577" y="334973"/>
                  <a:pt x="214605" y="330812"/>
                  <a:pt x="219733" y="330812"/>
                </a:cubicBezTo>
                <a:cubicBezTo>
                  <a:pt x="224860" y="330812"/>
                  <a:pt x="228888" y="334973"/>
                  <a:pt x="228888" y="340268"/>
                </a:cubicBezTo>
                <a:close/>
                <a:moveTo>
                  <a:pt x="100345" y="246088"/>
                </a:moveTo>
                <a:lnTo>
                  <a:pt x="63722" y="246088"/>
                </a:lnTo>
                <a:cubicBezTo>
                  <a:pt x="53651" y="246088"/>
                  <a:pt x="45411" y="254598"/>
                  <a:pt x="45411" y="265000"/>
                </a:cubicBezTo>
                <a:lnTo>
                  <a:pt x="45411" y="302823"/>
                </a:lnTo>
                <a:cubicBezTo>
                  <a:pt x="45411" y="313224"/>
                  <a:pt x="53651" y="321735"/>
                  <a:pt x="63722" y="321735"/>
                </a:cubicBezTo>
                <a:lnTo>
                  <a:pt x="100345" y="321735"/>
                </a:lnTo>
                <a:cubicBezTo>
                  <a:pt x="110416" y="321735"/>
                  <a:pt x="118656" y="313224"/>
                  <a:pt x="118656" y="302823"/>
                </a:cubicBezTo>
                <a:lnTo>
                  <a:pt x="118656" y="265000"/>
                </a:lnTo>
                <a:cubicBezTo>
                  <a:pt x="118656" y="254598"/>
                  <a:pt x="110416" y="246088"/>
                  <a:pt x="100345" y="246088"/>
                </a:cubicBezTo>
                <a:close/>
                <a:moveTo>
                  <a:pt x="100345" y="302823"/>
                </a:moveTo>
                <a:lnTo>
                  <a:pt x="63722" y="302823"/>
                </a:lnTo>
                <a:lnTo>
                  <a:pt x="63722" y="265000"/>
                </a:lnTo>
                <a:lnTo>
                  <a:pt x="100345" y="265000"/>
                </a:lnTo>
                <a:lnTo>
                  <a:pt x="100345" y="302823"/>
                </a:lnTo>
                <a:close/>
                <a:moveTo>
                  <a:pt x="301949" y="321735"/>
                </a:moveTo>
                <a:lnTo>
                  <a:pt x="338571" y="321735"/>
                </a:lnTo>
                <a:cubicBezTo>
                  <a:pt x="348642" y="321735"/>
                  <a:pt x="356882" y="313224"/>
                  <a:pt x="356882" y="302823"/>
                </a:cubicBezTo>
                <a:lnTo>
                  <a:pt x="356882" y="265000"/>
                </a:lnTo>
                <a:cubicBezTo>
                  <a:pt x="356882" y="254598"/>
                  <a:pt x="348642" y="246088"/>
                  <a:pt x="338571" y="246088"/>
                </a:cubicBezTo>
                <a:lnTo>
                  <a:pt x="301949" y="246088"/>
                </a:lnTo>
                <a:cubicBezTo>
                  <a:pt x="291878" y="246088"/>
                  <a:pt x="283638" y="254598"/>
                  <a:pt x="283638" y="265000"/>
                </a:cubicBezTo>
                <a:lnTo>
                  <a:pt x="283638" y="302823"/>
                </a:lnTo>
                <a:cubicBezTo>
                  <a:pt x="283638" y="313224"/>
                  <a:pt x="291878" y="321735"/>
                  <a:pt x="301949" y="321735"/>
                </a:cubicBezTo>
                <a:close/>
                <a:moveTo>
                  <a:pt x="301949" y="265000"/>
                </a:moveTo>
                <a:lnTo>
                  <a:pt x="338571" y="265000"/>
                </a:lnTo>
                <a:lnTo>
                  <a:pt x="338571" y="302823"/>
                </a:lnTo>
                <a:lnTo>
                  <a:pt x="301949" y="302823"/>
                </a:lnTo>
                <a:lnTo>
                  <a:pt x="301949" y="265000"/>
                </a:lnTo>
                <a:close/>
              </a:path>
            </a:pathLst>
          </a:custGeom>
          <a:solidFill>
            <a:srgbClr val="0B315E"/>
          </a:solidFill>
          <a:ln w="182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90" descr="Building icon.">
            <a:extLst>
              <a:ext uri="{FF2B5EF4-FFF2-40B4-BE49-F238E27FC236}">
                <a16:creationId xmlns:a16="http://schemas.microsoft.com/office/drawing/2014/main" id="{331EA25B-10C2-4BBA-9A75-97D6474B5D32}"/>
              </a:ext>
            </a:extLst>
          </p:cNvPr>
          <p:cNvSpPr>
            <a:spLocks noChangeAspect="1"/>
          </p:cNvSpPr>
          <p:nvPr/>
        </p:nvSpPr>
        <p:spPr>
          <a:xfrm>
            <a:off x="2204992" y="1408897"/>
            <a:ext cx="414165" cy="420308"/>
          </a:xfrm>
          <a:custGeom>
            <a:avLst/>
            <a:gdLst>
              <a:gd name="connsiteX0" fmla="*/ 413416 w 414165"/>
              <a:gd name="connsiteY0" fmla="*/ 110809 h 420308"/>
              <a:gd name="connsiteX1" fmla="*/ 390490 w 414165"/>
              <a:gd name="connsiteY1" fmla="*/ 15284 h 420308"/>
              <a:gd name="connsiteX2" fmla="*/ 371385 w 414165"/>
              <a:gd name="connsiteY2" fmla="*/ 0 h 420308"/>
              <a:gd name="connsiteX3" fmla="*/ 42780 w 414165"/>
              <a:gd name="connsiteY3" fmla="*/ 0 h 420308"/>
              <a:gd name="connsiteX4" fmla="*/ 23675 w 414165"/>
              <a:gd name="connsiteY4" fmla="*/ 15284 h 420308"/>
              <a:gd name="connsiteX5" fmla="*/ 749 w 414165"/>
              <a:gd name="connsiteY5" fmla="*/ 110809 h 420308"/>
              <a:gd name="connsiteX6" fmla="*/ 4570 w 414165"/>
              <a:gd name="connsiteY6" fmla="*/ 128003 h 420308"/>
              <a:gd name="connsiteX7" fmla="*/ 16033 w 414165"/>
              <a:gd name="connsiteY7" fmla="*/ 133734 h 420308"/>
              <a:gd name="connsiteX8" fmla="*/ 16033 w 414165"/>
              <a:gd name="connsiteY8" fmla="*/ 401203 h 420308"/>
              <a:gd name="connsiteX9" fmla="*/ 35138 w 414165"/>
              <a:gd name="connsiteY9" fmla="*/ 420308 h 420308"/>
              <a:gd name="connsiteX10" fmla="*/ 168873 w 414165"/>
              <a:gd name="connsiteY10" fmla="*/ 420308 h 420308"/>
              <a:gd name="connsiteX11" fmla="*/ 187978 w 414165"/>
              <a:gd name="connsiteY11" fmla="*/ 401203 h 420308"/>
              <a:gd name="connsiteX12" fmla="*/ 187978 w 414165"/>
              <a:gd name="connsiteY12" fmla="*/ 305679 h 420308"/>
              <a:gd name="connsiteX13" fmla="*/ 226188 w 414165"/>
              <a:gd name="connsiteY13" fmla="*/ 305679 h 420308"/>
              <a:gd name="connsiteX14" fmla="*/ 226188 w 414165"/>
              <a:gd name="connsiteY14" fmla="*/ 401203 h 420308"/>
              <a:gd name="connsiteX15" fmla="*/ 245292 w 414165"/>
              <a:gd name="connsiteY15" fmla="*/ 420308 h 420308"/>
              <a:gd name="connsiteX16" fmla="*/ 379027 w 414165"/>
              <a:gd name="connsiteY16" fmla="*/ 420308 h 420308"/>
              <a:gd name="connsiteX17" fmla="*/ 398132 w 414165"/>
              <a:gd name="connsiteY17" fmla="*/ 401203 h 420308"/>
              <a:gd name="connsiteX18" fmla="*/ 398132 w 414165"/>
              <a:gd name="connsiteY18" fmla="*/ 133734 h 420308"/>
              <a:gd name="connsiteX19" fmla="*/ 409595 w 414165"/>
              <a:gd name="connsiteY19" fmla="*/ 128003 h 420308"/>
              <a:gd name="connsiteX20" fmla="*/ 413416 w 414165"/>
              <a:gd name="connsiteY20" fmla="*/ 110809 h 420308"/>
              <a:gd name="connsiteX21" fmla="*/ 42780 w 414165"/>
              <a:gd name="connsiteY21" fmla="*/ 19105 h 420308"/>
              <a:gd name="connsiteX22" fmla="*/ 371385 w 414165"/>
              <a:gd name="connsiteY22" fmla="*/ 19105 h 420308"/>
              <a:gd name="connsiteX23" fmla="*/ 394311 w 414165"/>
              <a:gd name="connsiteY23" fmla="*/ 114630 h 420308"/>
              <a:gd name="connsiteX24" fmla="*/ 17944 w 414165"/>
              <a:gd name="connsiteY24" fmla="*/ 114630 h 420308"/>
              <a:gd name="connsiteX25" fmla="*/ 42780 w 414165"/>
              <a:gd name="connsiteY25" fmla="*/ 19105 h 420308"/>
              <a:gd name="connsiteX26" fmla="*/ 245292 w 414165"/>
              <a:gd name="connsiteY26" fmla="*/ 401203 h 420308"/>
              <a:gd name="connsiteX27" fmla="*/ 245292 w 414165"/>
              <a:gd name="connsiteY27" fmla="*/ 305679 h 420308"/>
              <a:gd name="connsiteX28" fmla="*/ 226188 w 414165"/>
              <a:gd name="connsiteY28" fmla="*/ 286574 h 420308"/>
              <a:gd name="connsiteX29" fmla="*/ 187978 w 414165"/>
              <a:gd name="connsiteY29" fmla="*/ 286574 h 420308"/>
              <a:gd name="connsiteX30" fmla="*/ 168873 w 414165"/>
              <a:gd name="connsiteY30" fmla="*/ 305679 h 420308"/>
              <a:gd name="connsiteX31" fmla="*/ 168873 w 414165"/>
              <a:gd name="connsiteY31" fmla="*/ 401203 h 420308"/>
              <a:gd name="connsiteX32" fmla="*/ 35138 w 414165"/>
              <a:gd name="connsiteY32" fmla="*/ 401203 h 420308"/>
              <a:gd name="connsiteX33" fmla="*/ 35138 w 414165"/>
              <a:gd name="connsiteY33" fmla="*/ 133734 h 420308"/>
              <a:gd name="connsiteX34" fmla="*/ 379027 w 414165"/>
              <a:gd name="connsiteY34" fmla="*/ 133734 h 420308"/>
              <a:gd name="connsiteX35" fmla="*/ 379027 w 414165"/>
              <a:gd name="connsiteY35" fmla="*/ 401203 h 420308"/>
              <a:gd name="connsiteX36" fmla="*/ 245292 w 414165"/>
              <a:gd name="connsiteY36" fmla="*/ 401203 h 420308"/>
              <a:gd name="connsiteX37" fmla="*/ 92453 w 414165"/>
              <a:gd name="connsiteY37" fmla="*/ 286574 h 420308"/>
              <a:gd name="connsiteX38" fmla="*/ 111558 w 414165"/>
              <a:gd name="connsiteY38" fmla="*/ 286574 h 420308"/>
              <a:gd name="connsiteX39" fmla="*/ 111558 w 414165"/>
              <a:gd name="connsiteY39" fmla="*/ 343889 h 420308"/>
              <a:gd name="connsiteX40" fmla="*/ 92453 w 414165"/>
              <a:gd name="connsiteY40" fmla="*/ 343889 h 420308"/>
              <a:gd name="connsiteX41" fmla="*/ 92453 w 414165"/>
              <a:gd name="connsiteY41" fmla="*/ 286574 h 420308"/>
              <a:gd name="connsiteX42" fmla="*/ 92453 w 414165"/>
              <a:gd name="connsiteY42" fmla="*/ 171944 h 420308"/>
              <a:gd name="connsiteX43" fmla="*/ 111558 w 414165"/>
              <a:gd name="connsiteY43" fmla="*/ 171944 h 420308"/>
              <a:gd name="connsiteX44" fmla="*/ 111558 w 414165"/>
              <a:gd name="connsiteY44" fmla="*/ 229259 h 420308"/>
              <a:gd name="connsiteX45" fmla="*/ 92453 w 414165"/>
              <a:gd name="connsiteY45" fmla="*/ 229259 h 420308"/>
              <a:gd name="connsiteX46" fmla="*/ 92453 w 414165"/>
              <a:gd name="connsiteY46" fmla="*/ 171944 h 420308"/>
              <a:gd name="connsiteX47" fmla="*/ 302607 w 414165"/>
              <a:gd name="connsiteY47" fmla="*/ 286574 h 420308"/>
              <a:gd name="connsiteX48" fmla="*/ 321712 w 414165"/>
              <a:gd name="connsiteY48" fmla="*/ 286574 h 420308"/>
              <a:gd name="connsiteX49" fmla="*/ 321712 w 414165"/>
              <a:gd name="connsiteY49" fmla="*/ 343889 h 420308"/>
              <a:gd name="connsiteX50" fmla="*/ 302607 w 414165"/>
              <a:gd name="connsiteY50" fmla="*/ 343889 h 420308"/>
              <a:gd name="connsiteX51" fmla="*/ 302607 w 414165"/>
              <a:gd name="connsiteY51" fmla="*/ 286574 h 420308"/>
              <a:gd name="connsiteX52" fmla="*/ 302607 w 414165"/>
              <a:gd name="connsiteY52" fmla="*/ 171944 h 420308"/>
              <a:gd name="connsiteX53" fmla="*/ 321712 w 414165"/>
              <a:gd name="connsiteY53" fmla="*/ 171944 h 420308"/>
              <a:gd name="connsiteX54" fmla="*/ 321712 w 414165"/>
              <a:gd name="connsiteY54" fmla="*/ 229259 h 420308"/>
              <a:gd name="connsiteX55" fmla="*/ 302607 w 414165"/>
              <a:gd name="connsiteY55" fmla="*/ 229259 h 420308"/>
              <a:gd name="connsiteX56" fmla="*/ 302607 w 414165"/>
              <a:gd name="connsiteY56" fmla="*/ 171944 h 420308"/>
              <a:gd name="connsiteX57" fmla="*/ 197530 w 414165"/>
              <a:gd name="connsiteY57" fmla="*/ 171944 h 420308"/>
              <a:gd name="connsiteX58" fmla="*/ 216635 w 414165"/>
              <a:gd name="connsiteY58" fmla="*/ 171944 h 420308"/>
              <a:gd name="connsiteX59" fmla="*/ 216635 w 414165"/>
              <a:gd name="connsiteY59" fmla="*/ 229259 h 420308"/>
              <a:gd name="connsiteX60" fmla="*/ 197530 w 414165"/>
              <a:gd name="connsiteY60" fmla="*/ 229259 h 420308"/>
              <a:gd name="connsiteX61" fmla="*/ 197530 w 414165"/>
              <a:gd name="connsiteY61" fmla="*/ 17194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14165" h="420308">
                <a:moveTo>
                  <a:pt x="413416" y="110809"/>
                </a:moveTo>
                <a:lnTo>
                  <a:pt x="390490" y="15284"/>
                </a:lnTo>
                <a:cubicBezTo>
                  <a:pt x="388579" y="5731"/>
                  <a:pt x="380937" y="0"/>
                  <a:pt x="371385" y="0"/>
                </a:cubicBezTo>
                <a:lnTo>
                  <a:pt x="42780" y="0"/>
                </a:lnTo>
                <a:cubicBezTo>
                  <a:pt x="33228" y="0"/>
                  <a:pt x="25586" y="5731"/>
                  <a:pt x="23675" y="15284"/>
                </a:cubicBezTo>
                <a:lnTo>
                  <a:pt x="749" y="110809"/>
                </a:lnTo>
                <a:cubicBezTo>
                  <a:pt x="-1161" y="116540"/>
                  <a:pt x="749" y="122271"/>
                  <a:pt x="4570" y="128003"/>
                </a:cubicBezTo>
                <a:cubicBezTo>
                  <a:pt x="6481" y="129913"/>
                  <a:pt x="10302" y="133734"/>
                  <a:pt x="16033" y="133734"/>
                </a:cubicBezTo>
                <a:lnTo>
                  <a:pt x="16033" y="401203"/>
                </a:lnTo>
                <a:cubicBezTo>
                  <a:pt x="16033" y="412666"/>
                  <a:pt x="23675" y="420308"/>
                  <a:pt x="35138" y="420308"/>
                </a:cubicBezTo>
                <a:lnTo>
                  <a:pt x="168873" y="420308"/>
                </a:lnTo>
                <a:cubicBezTo>
                  <a:pt x="180336" y="420308"/>
                  <a:pt x="187978" y="412666"/>
                  <a:pt x="187978" y="401203"/>
                </a:cubicBezTo>
                <a:lnTo>
                  <a:pt x="187978" y="305679"/>
                </a:lnTo>
                <a:lnTo>
                  <a:pt x="226188" y="305679"/>
                </a:lnTo>
                <a:lnTo>
                  <a:pt x="226188" y="401203"/>
                </a:lnTo>
                <a:cubicBezTo>
                  <a:pt x="226188" y="412666"/>
                  <a:pt x="233829" y="420308"/>
                  <a:pt x="245292" y="420308"/>
                </a:cubicBezTo>
                <a:lnTo>
                  <a:pt x="379027" y="420308"/>
                </a:lnTo>
                <a:cubicBezTo>
                  <a:pt x="390490" y="420308"/>
                  <a:pt x="398132" y="412666"/>
                  <a:pt x="398132" y="401203"/>
                </a:cubicBezTo>
                <a:lnTo>
                  <a:pt x="398132" y="133734"/>
                </a:lnTo>
                <a:cubicBezTo>
                  <a:pt x="403863" y="133734"/>
                  <a:pt x="407684" y="129913"/>
                  <a:pt x="409595" y="128003"/>
                </a:cubicBezTo>
                <a:cubicBezTo>
                  <a:pt x="413416" y="122271"/>
                  <a:pt x="415326" y="116540"/>
                  <a:pt x="413416" y="110809"/>
                </a:cubicBezTo>
                <a:close/>
                <a:moveTo>
                  <a:pt x="42780" y="19105"/>
                </a:moveTo>
                <a:lnTo>
                  <a:pt x="371385" y="19105"/>
                </a:lnTo>
                <a:lnTo>
                  <a:pt x="394311" y="114630"/>
                </a:lnTo>
                <a:lnTo>
                  <a:pt x="17944" y="114630"/>
                </a:lnTo>
                <a:lnTo>
                  <a:pt x="42780" y="19105"/>
                </a:lnTo>
                <a:close/>
                <a:moveTo>
                  <a:pt x="245292" y="401203"/>
                </a:moveTo>
                <a:lnTo>
                  <a:pt x="245292" y="305679"/>
                </a:lnTo>
                <a:cubicBezTo>
                  <a:pt x="245292" y="294216"/>
                  <a:pt x="237650" y="286574"/>
                  <a:pt x="226188" y="286574"/>
                </a:cubicBezTo>
                <a:lnTo>
                  <a:pt x="187978" y="286574"/>
                </a:lnTo>
                <a:cubicBezTo>
                  <a:pt x="176515" y="286574"/>
                  <a:pt x="168873" y="294216"/>
                  <a:pt x="168873" y="305679"/>
                </a:cubicBezTo>
                <a:lnTo>
                  <a:pt x="168873" y="401203"/>
                </a:lnTo>
                <a:lnTo>
                  <a:pt x="35138" y="401203"/>
                </a:lnTo>
                <a:lnTo>
                  <a:pt x="35138" y="133734"/>
                </a:lnTo>
                <a:lnTo>
                  <a:pt x="379027" y="133734"/>
                </a:lnTo>
                <a:lnTo>
                  <a:pt x="379027" y="401203"/>
                </a:lnTo>
                <a:lnTo>
                  <a:pt x="245292" y="401203"/>
                </a:lnTo>
                <a:close/>
                <a:moveTo>
                  <a:pt x="92453" y="286574"/>
                </a:moveTo>
                <a:lnTo>
                  <a:pt x="111558" y="286574"/>
                </a:lnTo>
                <a:lnTo>
                  <a:pt x="111558" y="343889"/>
                </a:lnTo>
                <a:lnTo>
                  <a:pt x="92453" y="343889"/>
                </a:lnTo>
                <a:lnTo>
                  <a:pt x="92453" y="286574"/>
                </a:lnTo>
                <a:close/>
                <a:moveTo>
                  <a:pt x="92453" y="171944"/>
                </a:moveTo>
                <a:lnTo>
                  <a:pt x="111558" y="171944"/>
                </a:lnTo>
                <a:lnTo>
                  <a:pt x="111558" y="229259"/>
                </a:lnTo>
                <a:lnTo>
                  <a:pt x="92453" y="229259"/>
                </a:lnTo>
                <a:lnTo>
                  <a:pt x="92453" y="171944"/>
                </a:lnTo>
                <a:close/>
                <a:moveTo>
                  <a:pt x="302607" y="286574"/>
                </a:moveTo>
                <a:lnTo>
                  <a:pt x="321712" y="286574"/>
                </a:lnTo>
                <a:lnTo>
                  <a:pt x="321712" y="343889"/>
                </a:lnTo>
                <a:lnTo>
                  <a:pt x="302607" y="343889"/>
                </a:lnTo>
                <a:lnTo>
                  <a:pt x="302607" y="286574"/>
                </a:lnTo>
                <a:close/>
                <a:moveTo>
                  <a:pt x="302607" y="171944"/>
                </a:moveTo>
                <a:lnTo>
                  <a:pt x="321712" y="171944"/>
                </a:lnTo>
                <a:lnTo>
                  <a:pt x="321712" y="229259"/>
                </a:lnTo>
                <a:lnTo>
                  <a:pt x="302607" y="229259"/>
                </a:lnTo>
                <a:lnTo>
                  <a:pt x="302607" y="171944"/>
                </a:lnTo>
                <a:close/>
                <a:moveTo>
                  <a:pt x="197530" y="171944"/>
                </a:moveTo>
                <a:lnTo>
                  <a:pt x="216635" y="171944"/>
                </a:lnTo>
                <a:lnTo>
                  <a:pt x="216635" y="229259"/>
                </a:lnTo>
                <a:lnTo>
                  <a:pt x="197530" y="229259"/>
                </a:lnTo>
                <a:lnTo>
                  <a:pt x="197530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91" descr="Building city icon.">
            <a:extLst>
              <a:ext uri="{FF2B5EF4-FFF2-40B4-BE49-F238E27FC236}">
                <a16:creationId xmlns:a16="http://schemas.microsoft.com/office/drawing/2014/main" id="{262968E2-7F6A-4EED-81B7-09445EB98253}"/>
              </a:ext>
            </a:extLst>
          </p:cNvPr>
          <p:cNvSpPr>
            <a:spLocks noChangeAspect="1"/>
          </p:cNvSpPr>
          <p:nvPr/>
        </p:nvSpPr>
        <p:spPr>
          <a:xfrm>
            <a:off x="3409331" y="1408897"/>
            <a:ext cx="420308" cy="420308"/>
          </a:xfrm>
          <a:custGeom>
            <a:avLst/>
            <a:gdLst>
              <a:gd name="connsiteX0" fmla="*/ 401203 w 420308"/>
              <a:gd name="connsiteY0" fmla="*/ 0 h 420308"/>
              <a:gd name="connsiteX1" fmla="*/ 171944 w 420308"/>
              <a:gd name="connsiteY1" fmla="*/ 0 h 420308"/>
              <a:gd name="connsiteX2" fmla="*/ 152839 w 420308"/>
              <a:gd name="connsiteY2" fmla="*/ 19105 h 420308"/>
              <a:gd name="connsiteX3" fmla="*/ 152839 w 420308"/>
              <a:gd name="connsiteY3" fmla="*/ 114630 h 420308"/>
              <a:gd name="connsiteX4" fmla="*/ 19105 w 420308"/>
              <a:gd name="connsiteY4" fmla="*/ 114630 h 420308"/>
              <a:gd name="connsiteX5" fmla="*/ 0 w 420308"/>
              <a:gd name="connsiteY5" fmla="*/ 133734 h 420308"/>
              <a:gd name="connsiteX6" fmla="*/ 0 w 420308"/>
              <a:gd name="connsiteY6" fmla="*/ 401203 h 420308"/>
              <a:gd name="connsiteX7" fmla="*/ 19105 w 420308"/>
              <a:gd name="connsiteY7" fmla="*/ 420308 h 420308"/>
              <a:gd name="connsiteX8" fmla="*/ 401203 w 420308"/>
              <a:gd name="connsiteY8" fmla="*/ 420308 h 420308"/>
              <a:gd name="connsiteX9" fmla="*/ 420308 w 420308"/>
              <a:gd name="connsiteY9" fmla="*/ 401203 h 420308"/>
              <a:gd name="connsiteX10" fmla="*/ 420308 w 420308"/>
              <a:gd name="connsiteY10" fmla="*/ 19105 h 420308"/>
              <a:gd name="connsiteX11" fmla="*/ 401203 w 420308"/>
              <a:gd name="connsiteY11" fmla="*/ 0 h 420308"/>
              <a:gd name="connsiteX12" fmla="*/ 191049 w 420308"/>
              <a:gd name="connsiteY12" fmla="*/ 401203 h 420308"/>
              <a:gd name="connsiteX13" fmla="*/ 19105 w 420308"/>
              <a:gd name="connsiteY13" fmla="*/ 401203 h 420308"/>
              <a:gd name="connsiteX14" fmla="*/ 19105 w 420308"/>
              <a:gd name="connsiteY14" fmla="*/ 133734 h 420308"/>
              <a:gd name="connsiteX15" fmla="*/ 191049 w 420308"/>
              <a:gd name="connsiteY15" fmla="*/ 133734 h 420308"/>
              <a:gd name="connsiteX16" fmla="*/ 191049 w 420308"/>
              <a:gd name="connsiteY16" fmla="*/ 401203 h 420308"/>
              <a:gd name="connsiteX17" fmla="*/ 401203 w 420308"/>
              <a:gd name="connsiteY17" fmla="*/ 401203 h 420308"/>
              <a:gd name="connsiteX18" fmla="*/ 210154 w 420308"/>
              <a:gd name="connsiteY18" fmla="*/ 401203 h 420308"/>
              <a:gd name="connsiteX19" fmla="*/ 210154 w 420308"/>
              <a:gd name="connsiteY19" fmla="*/ 133734 h 420308"/>
              <a:gd name="connsiteX20" fmla="*/ 191049 w 420308"/>
              <a:gd name="connsiteY20" fmla="*/ 114630 h 420308"/>
              <a:gd name="connsiteX21" fmla="*/ 171944 w 420308"/>
              <a:gd name="connsiteY21" fmla="*/ 114630 h 420308"/>
              <a:gd name="connsiteX22" fmla="*/ 171944 w 420308"/>
              <a:gd name="connsiteY22" fmla="*/ 19105 h 420308"/>
              <a:gd name="connsiteX23" fmla="*/ 401203 w 420308"/>
              <a:gd name="connsiteY23" fmla="*/ 19105 h 420308"/>
              <a:gd name="connsiteX24" fmla="*/ 401203 w 420308"/>
              <a:gd name="connsiteY24" fmla="*/ 401203 h 420308"/>
              <a:gd name="connsiteX25" fmla="*/ 57315 w 420308"/>
              <a:gd name="connsiteY25" fmla="*/ 171944 h 420308"/>
              <a:gd name="connsiteX26" fmla="*/ 76420 w 420308"/>
              <a:gd name="connsiteY26" fmla="*/ 171944 h 420308"/>
              <a:gd name="connsiteX27" fmla="*/ 76420 w 420308"/>
              <a:gd name="connsiteY27" fmla="*/ 229259 h 420308"/>
              <a:gd name="connsiteX28" fmla="*/ 57315 w 420308"/>
              <a:gd name="connsiteY28" fmla="*/ 229259 h 420308"/>
              <a:gd name="connsiteX29" fmla="*/ 57315 w 420308"/>
              <a:gd name="connsiteY29" fmla="*/ 171944 h 420308"/>
              <a:gd name="connsiteX30" fmla="*/ 133734 w 420308"/>
              <a:gd name="connsiteY30" fmla="*/ 171944 h 420308"/>
              <a:gd name="connsiteX31" fmla="*/ 152839 w 420308"/>
              <a:gd name="connsiteY31" fmla="*/ 171944 h 420308"/>
              <a:gd name="connsiteX32" fmla="*/ 152839 w 420308"/>
              <a:gd name="connsiteY32" fmla="*/ 229259 h 420308"/>
              <a:gd name="connsiteX33" fmla="*/ 133734 w 420308"/>
              <a:gd name="connsiteY33" fmla="*/ 229259 h 420308"/>
              <a:gd name="connsiteX34" fmla="*/ 133734 w 420308"/>
              <a:gd name="connsiteY34" fmla="*/ 171944 h 420308"/>
              <a:gd name="connsiteX35" fmla="*/ 57315 w 420308"/>
              <a:gd name="connsiteY35" fmla="*/ 267469 h 420308"/>
              <a:gd name="connsiteX36" fmla="*/ 76420 w 420308"/>
              <a:gd name="connsiteY36" fmla="*/ 267469 h 420308"/>
              <a:gd name="connsiteX37" fmla="*/ 76420 w 420308"/>
              <a:gd name="connsiteY37" fmla="*/ 324784 h 420308"/>
              <a:gd name="connsiteX38" fmla="*/ 57315 w 420308"/>
              <a:gd name="connsiteY38" fmla="*/ 324784 h 420308"/>
              <a:gd name="connsiteX39" fmla="*/ 57315 w 420308"/>
              <a:gd name="connsiteY39" fmla="*/ 267469 h 420308"/>
              <a:gd name="connsiteX40" fmla="*/ 133734 w 420308"/>
              <a:gd name="connsiteY40" fmla="*/ 267469 h 420308"/>
              <a:gd name="connsiteX41" fmla="*/ 152839 w 420308"/>
              <a:gd name="connsiteY41" fmla="*/ 267469 h 420308"/>
              <a:gd name="connsiteX42" fmla="*/ 152839 w 420308"/>
              <a:gd name="connsiteY42" fmla="*/ 324784 h 420308"/>
              <a:gd name="connsiteX43" fmla="*/ 133734 w 420308"/>
              <a:gd name="connsiteY43" fmla="*/ 324784 h 420308"/>
              <a:gd name="connsiteX44" fmla="*/ 133734 w 420308"/>
              <a:gd name="connsiteY44" fmla="*/ 267469 h 420308"/>
              <a:gd name="connsiteX45" fmla="*/ 248364 w 420308"/>
              <a:gd name="connsiteY45" fmla="*/ 76420 h 420308"/>
              <a:gd name="connsiteX46" fmla="*/ 267469 w 420308"/>
              <a:gd name="connsiteY46" fmla="*/ 76420 h 420308"/>
              <a:gd name="connsiteX47" fmla="*/ 267469 w 420308"/>
              <a:gd name="connsiteY47" fmla="*/ 133734 h 420308"/>
              <a:gd name="connsiteX48" fmla="*/ 248364 w 420308"/>
              <a:gd name="connsiteY48" fmla="*/ 133734 h 420308"/>
              <a:gd name="connsiteX49" fmla="*/ 248364 w 420308"/>
              <a:gd name="connsiteY49" fmla="*/ 76420 h 420308"/>
              <a:gd name="connsiteX50" fmla="*/ 248364 w 420308"/>
              <a:gd name="connsiteY50" fmla="*/ 171944 h 420308"/>
              <a:gd name="connsiteX51" fmla="*/ 267469 w 420308"/>
              <a:gd name="connsiteY51" fmla="*/ 171944 h 420308"/>
              <a:gd name="connsiteX52" fmla="*/ 267469 w 420308"/>
              <a:gd name="connsiteY52" fmla="*/ 229259 h 420308"/>
              <a:gd name="connsiteX53" fmla="*/ 248364 w 420308"/>
              <a:gd name="connsiteY53" fmla="*/ 229259 h 420308"/>
              <a:gd name="connsiteX54" fmla="*/ 248364 w 420308"/>
              <a:gd name="connsiteY54" fmla="*/ 171944 h 420308"/>
              <a:gd name="connsiteX55" fmla="*/ 248364 w 420308"/>
              <a:gd name="connsiteY55" fmla="*/ 267469 h 420308"/>
              <a:gd name="connsiteX56" fmla="*/ 267469 w 420308"/>
              <a:gd name="connsiteY56" fmla="*/ 267469 h 420308"/>
              <a:gd name="connsiteX57" fmla="*/ 267469 w 420308"/>
              <a:gd name="connsiteY57" fmla="*/ 324784 h 420308"/>
              <a:gd name="connsiteX58" fmla="*/ 248364 w 420308"/>
              <a:gd name="connsiteY58" fmla="*/ 324784 h 420308"/>
              <a:gd name="connsiteX59" fmla="*/ 248364 w 420308"/>
              <a:gd name="connsiteY59" fmla="*/ 267469 h 420308"/>
              <a:gd name="connsiteX60" fmla="*/ 324784 w 420308"/>
              <a:gd name="connsiteY60" fmla="*/ 171944 h 420308"/>
              <a:gd name="connsiteX61" fmla="*/ 343889 w 420308"/>
              <a:gd name="connsiteY61" fmla="*/ 171944 h 420308"/>
              <a:gd name="connsiteX62" fmla="*/ 343889 w 420308"/>
              <a:gd name="connsiteY62" fmla="*/ 229259 h 420308"/>
              <a:gd name="connsiteX63" fmla="*/ 324784 w 420308"/>
              <a:gd name="connsiteY63" fmla="*/ 229259 h 420308"/>
              <a:gd name="connsiteX64" fmla="*/ 324784 w 420308"/>
              <a:gd name="connsiteY64" fmla="*/ 171944 h 420308"/>
              <a:gd name="connsiteX65" fmla="*/ 324784 w 420308"/>
              <a:gd name="connsiteY65" fmla="*/ 267469 h 420308"/>
              <a:gd name="connsiteX66" fmla="*/ 343889 w 420308"/>
              <a:gd name="connsiteY66" fmla="*/ 267469 h 420308"/>
              <a:gd name="connsiteX67" fmla="*/ 343889 w 420308"/>
              <a:gd name="connsiteY67" fmla="*/ 324784 h 420308"/>
              <a:gd name="connsiteX68" fmla="*/ 324784 w 420308"/>
              <a:gd name="connsiteY68" fmla="*/ 324784 h 420308"/>
              <a:gd name="connsiteX69" fmla="*/ 324784 w 420308"/>
              <a:gd name="connsiteY69" fmla="*/ 267469 h 420308"/>
              <a:gd name="connsiteX70" fmla="*/ 324784 w 420308"/>
              <a:gd name="connsiteY70" fmla="*/ 76420 h 420308"/>
              <a:gd name="connsiteX71" fmla="*/ 343889 w 420308"/>
              <a:gd name="connsiteY71" fmla="*/ 76420 h 420308"/>
              <a:gd name="connsiteX72" fmla="*/ 343889 w 420308"/>
              <a:gd name="connsiteY72" fmla="*/ 133734 h 420308"/>
              <a:gd name="connsiteX73" fmla="*/ 324784 w 420308"/>
              <a:gd name="connsiteY73" fmla="*/ 133734 h 420308"/>
              <a:gd name="connsiteX74" fmla="*/ 324784 w 420308"/>
              <a:gd name="connsiteY74" fmla="*/ 7642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20308" h="420308">
                <a:moveTo>
                  <a:pt x="401203" y="0"/>
                </a:moveTo>
                <a:lnTo>
                  <a:pt x="171944" y="0"/>
                </a:lnTo>
                <a:cubicBezTo>
                  <a:pt x="160481" y="0"/>
                  <a:pt x="152839" y="7642"/>
                  <a:pt x="152839" y="19105"/>
                </a:cubicBezTo>
                <a:lnTo>
                  <a:pt x="152839" y="114630"/>
                </a:lnTo>
                <a:lnTo>
                  <a:pt x="19105" y="114630"/>
                </a:lnTo>
                <a:cubicBezTo>
                  <a:pt x="7642" y="114630"/>
                  <a:pt x="0" y="122271"/>
                  <a:pt x="0" y="133734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  <a:moveTo>
                  <a:pt x="191049" y="401203"/>
                </a:moveTo>
                <a:lnTo>
                  <a:pt x="19105" y="401203"/>
                </a:lnTo>
                <a:lnTo>
                  <a:pt x="19105" y="133734"/>
                </a:lnTo>
                <a:lnTo>
                  <a:pt x="191049" y="133734"/>
                </a:lnTo>
                <a:lnTo>
                  <a:pt x="191049" y="401203"/>
                </a:lnTo>
                <a:close/>
                <a:moveTo>
                  <a:pt x="401203" y="401203"/>
                </a:moveTo>
                <a:lnTo>
                  <a:pt x="210154" y="401203"/>
                </a:lnTo>
                <a:lnTo>
                  <a:pt x="210154" y="133734"/>
                </a:lnTo>
                <a:cubicBezTo>
                  <a:pt x="210154" y="122271"/>
                  <a:pt x="202512" y="114630"/>
                  <a:pt x="191049" y="114630"/>
                </a:cubicBezTo>
                <a:lnTo>
                  <a:pt x="171944" y="114630"/>
                </a:lnTo>
                <a:lnTo>
                  <a:pt x="171944" y="19105"/>
                </a:lnTo>
                <a:lnTo>
                  <a:pt x="401203" y="19105"/>
                </a:lnTo>
                <a:lnTo>
                  <a:pt x="401203" y="401203"/>
                </a:lnTo>
                <a:close/>
                <a:moveTo>
                  <a:pt x="57315" y="171944"/>
                </a:moveTo>
                <a:lnTo>
                  <a:pt x="76420" y="171944"/>
                </a:lnTo>
                <a:lnTo>
                  <a:pt x="76420" y="229259"/>
                </a:lnTo>
                <a:lnTo>
                  <a:pt x="57315" y="229259"/>
                </a:lnTo>
                <a:lnTo>
                  <a:pt x="57315" y="171944"/>
                </a:lnTo>
                <a:close/>
                <a:moveTo>
                  <a:pt x="133734" y="171944"/>
                </a:moveTo>
                <a:lnTo>
                  <a:pt x="152839" y="171944"/>
                </a:lnTo>
                <a:lnTo>
                  <a:pt x="152839" y="229259"/>
                </a:lnTo>
                <a:lnTo>
                  <a:pt x="133734" y="229259"/>
                </a:lnTo>
                <a:lnTo>
                  <a:pt x="133734" y="171944"/>
                </a:lnTo>
                <a:close/>
                <a:moveTo>
                  <a:pt x="57315" y="267469"/>
                </a:moveTo>
                <a:lnTo>
                  <a:pt x="76420" y="267469"/>
                </a:lnTo>
                <a:lnTo>
                  <a:pt x="76420" y="324784"/>
                </a:lnTo>
                <a:lnTo>
                  <a:pt x="57315" y="324784"/>
                </a:lnTo>
                <a:lnTo>
                  <a:pt x="57315" y="267469"/>
                </a:lnTo>
                <a:close/>
                <a:moveTo>
                  <a:pt x="133734" y="267469"/>
                </a:moveTo>
                <a:lnTo>
                  <a:pt x="152839" y="267469"/>
                </a:lnTo>
                <a:lnTo>
                  <a:pt x="152839" y="324784"/>
                </a:lnTo>
                <a:lnTo>
                  <a:pt x="133734" y="324784"/>
                </a:lnTo>
                <a:lnTo>
                  <a:pt x="133734" y="267469"/>
                </a:lnTo>
                <a:close/>
                <a:moveTo>
                  <a:pt x="248364" y="76420"/>
                </a:moveTo>
                <a:lnTo>
                  <a:pt x="267469" y="76420"/>
                </a:lnTo>
                <a:lnTo>
                  <a:pt x="267469" y="133734"/>
                </a:lnTo>
                <a:lnTo>
                  <a:pt x="248364" y="133734"/>
                </a:lnTo>
                <a:lnTo>
                  <a:pt x="248364" y="76420"/>
                </a:lnTo>
                <a:close/>
                <a:moveTo>
                  <a:pt x="248364" y="171944"/>
                </a:moveTo>
                <a:lnTo>
                  <a:pt x="267469" y="171944"/>
                </a:lnTo>
                <a:lnTo>
                  <a:pt x="267469" y="229259"/>
                </a:lnTo>
                <a:lnTo>
                  <a:pt x="248364" y="229259"/>
                </a:lnTo>
                <a:lnTo>
                  <a:pt x="248364" y="171944"/>
                </a:lnTo>
                <a:close/>
                <a:moveTo>
                  <a:pt x="248364" y="267469"/>
                </a:moveTo>
                <a:lnTo>
                  <a:pt x="267469" y="267469"/>
                </a:lnTo>
                <a:lnTo>
                  <a:pt x="267469" y="324784"/>
                </a:lnTo>
                <a:lnTo>
                  <a:pt x="248364" y="324784"/>
                </a:lnTo>
                <a:lnTo>
                  <a:pt x="248364" y="267469"/>
                </a:lnTo>
                <a:close/>
                <a:moveTo>
                  <a:pt x="324784" y="171944"/>
                </a:moveTo>
                <a:lnTo>
                  <a:pt x="343889" y="171944"/>
                </a:lnTo>
                <a:lnTo>
                  <a:pt x="343889" y="229259"/>
                </a:lnTo>
                <a:lnTo>
                  <a:pt x="324784" y="229259"/>
                </a:lnTo>
                <a:lnTo>
                  <a:pt x="324784" y="171944"/>
                </a:lnTo>
                <a:close/>
                <a:moveTo>
                  <a:pt x="324784" y="267469"/>
                </a:moveTo>
                <a:lnTo>
                  <a:pt x="343889" y="267469"/>
                </a:lnTo>
                <a:lnTo>
                  <a:pt x="343889" y="324784"/>
                </a:lnTo>
                <a:lnTo>
                  <a:pt x="324784" y="324784"/>
                </a:lnTo>
                <a:lnTo>
                  <a:pt x="324784" y="267469"/>
                </a:lnTo>
                <a:close/>
                <a:moveTo>
                  <a:pt x="324784" y="76420"/>
                </a:moveTo>
                <a:lnTo>
                  <a:pt x="343889" y="76420"/>
                </a:lnTo>
                <a:lnTo>
                  <a:pt x="343889" y="133734"/>
                </a:lnTo>
                <a:lnTo>
                  <a:pt x="324784" y="133734"/>
                </a:lnTo>
                <a:lnTo>
                  <a:pt x="324784" y="7642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Graphic 62" descr="Elevator icon.">
            <a:extLst>
              <a:ext uri="{FF2B5EF4-FFF2-40B4-BE49-F238E27FC236}">
                <a16:creationId xmlns:a16="http://schemas.microsoft.com/office/drawing/2014/main" id="{9E978F85-B7AC-4D88-85B7-D1282EA6FEC4}"/>
              </a:ext>
            </a:extLst>
          </p:cNvPr>
          <p:cNvSpPr/>
          <p:nvPr/>
        </p:nvSpPr>
        <p:spPr>
          <a:xfrm>
            <a:off x="4634023" y="1479701"/>
            <a:ext cx="457560" cy="342788"/>
          </a:xfrm>
          <a:custGeom>
            <a:avLst/>
            <a:gdLst>
              <a:gd name="connsiteX0" fmla="*/ 438495 w 457560"/>
              <a:gd name="connsiteY0" fmla="*/ 0 h 342788"/>
              <a:gd name="connsiteX1" fmla="*/ 19065 w 457560"/>
              <a:gd name="connsiteY1" fmla="*/ 0 h 342788"/>
              <a:gd name="connsiteX2" fmla="*/ 0 w 457560"/>
              <a:gd name="connsiteY2" fmla="*/ 19065 h 342788"/>
              <a:gd name="connsiteX3" fmla="*/ 0 w 457560"/>
              <a:gd name="connsiteY3" fmla="*/ 323724 h 342788"/>
              <a:gd name="connsiteX4" fmla="*/ 19065 w 457560"/>
              <a:gd name="connsiteY4" fmla="*/ 342789 h 342788"/>
              <a:gd name="connsiteX5" fmla="*/ 438495 w 457560"/>
              <a:gd name="connsiteY5" fmla="*/ 342789 h 342788"/>
              <a:gd name="connsiteX6" fmla="*/ 457560 w 457560"/>
              <a:gd name="connsiteY6" fmla="*/ 323724 h 342788"/>
              <a:gd name="connsiteX7" fmla="*/ 457560 w 457560"/>
              <a:gd name="connsiteY7" fmla="*/ 19065 h 342788"/>
              <a:gd name="connsiteX8" fmla="*/ 438495 w 457560"/>
              <a:gd name="connsiteY8" fmla="*/ 0 h 342788"/>
              <a:gd name="connsiteX9" fmla="*/ 342598 w 457560"/>
              <a:gd name="connsiteY9" fmla="*/ 323724 h 342788"/>
              <a:gd name="connsiteX10" fmla="*/ 238503 w 457560"/>
              <a:gd name="connsiteY10" fmla="*/ 323724 h 342788"/>
              <a:gd name="connsiteX11" fmla="*/ 238503 w 457560"/>
              <a:gd name="connsiteY11" fmla="*/ 95706 h 342788"/>
              <a:gd name="connsiteX12" fmla="*/ 342598 w 457560"/>
              <a:gd name="connsiteY12" fmla="*/ 95706 h 342788"/>
              <a:gd name="connsiteX13" fmla="*/ 342598 w 457560"/>
              <a:gd name="connsiteY13" fmla="*/ 323914 h 342788"/>
              <a:gd name="connsiteX14" fmla="*/ 219438 w 457560"/>
              <a:gd name="connsiteY14" fmla="*/ 95516 h 342788"/>
              <a:gd name="connsiteX15" fmla="*/ 219438 w 457560"/>
              <a:gd name="connsiteY15" fmla="*/ 323724 h 342788"/>
              <a:gd name="connsiteX16" fmla="*/ 113818 w 457560"/>
              <a:gd name="connsiteY16" fmla="*/ 323724 h 342788"/>
              <a:gd name="connsiteX17" fmla="*/ 113818 w 457560"/>
              <a:gd name="connsiteY17" fmla="*/ 95706 h 342788"/>
              <a:gd name="connsiteX18" fmla="*/ 219438 w 457560"/>
              <a:gd name="connsiteY18" fmla="*/ 95706 h 342788"/>
              <a:gd name="connsiteX19" fmla="*/ 438686 w 457560"/>
              <a:gd name="connsiteY19" fmla="*/ 323724 h 342788"/>
              <a:gd name="connsiteX20" fmla="*/ 361854 w 457560"/>
              <a:gd name="connsiteY20" fmla="*/ 323724 h 342788"/>
              <a:gd name="connsiteX21" fmla="*/ 361854 w 457560"/>
              <a:gd name="connsiteY21" fmla="*/ 95706 h 342788"/>
              <a:gd name="connsiteX22" fmla="*/ 342789 w 457560"/>
              <a:gd name="connsiteY22" fmla="*/ 76641 h 342788"/>
              <a:gd name="connsiteX23" fmla="*/ 113818 w 457560"/>
              <a:gd name="connsiteY23" fmla="*/ 76641 h 342788"/>
              <a:gd name="connsiteX24" fmla="*/ 94753 w 457560"/>
              <a:gd name="connsiteY24" fmla="*/ 95706 h 342788"/>
              <a:gd name="connsiteX25" fmla="*/ 94753 w 457560"/>
              <a:gd name="connsiteY25" fmla="*/ 323914 h 342788"/>
              <a:gd name="connsiteX26" fmla="*/ 19065 w 457560"/>
              <a:gd name="connsiteY26" fmla="*/ 323914 h 342788"/>
              <a:gd name="connsiteX27" fmla="*/ 19065 w 457560"/>
              <a:gd name="connsiteY27" fmla="*/ 19065 h 342788"/>
              <a:gd name="connsiteX28" fmla="*/ 438495 w 457560"/>
              <a:gd name="connsiteY28" fmla="*/ 19065 h 342788"/>
              <a:gd name="connsiteX29" fmla="*/ 438495 w 457560"/>
              <a:gd name="connsiteY29" fmla="*/ 323724 h 342788"/>
              <a:gd name="connsiteX30" fmla="*/ 400556 w 457560"/>
              <a:gd name="connsiteY30" fmla="*/ 248989 h 342788"/>
              <a:gd name="connsiteX31" fmla="*/ 374818 w 457560"/>
              <a:gd name="connsiteY31" fmla="*/ 223251 h 342788"/>
              <a:gd name="connsiteX32" fmla="*/ 388354 w 457560"/>
              <a:gd name="connsiteY32" fmla="*/ 209715 h 342788"/>
              <a:gd name="connsiteX33" fmla="*/ 400746 w 457560"/>
              <a:gd name="connsiteY33" fmla="*/ 222107 h 342788"/>
              <a:gd name="connsiteX34" fmla="*/ 413139 w 457560"/>
              <a:gd name="connsiteY34" fmla="*/ 209715 h 342788"/>
              <a:gd name="connsiteX35" fmla="*/ 426675 w 457560"/>
              <a:gd name="connsiteY35" fmla="*/ 223251 h 342788"/>
              <a:gd name="connsiteX36" fmla="*/ 400937 w 457560"/>
              <a:gd name="connsiteY36" fmla="*/ 248989 h 342788"/>
              <a:gd name="connsiteX37" fmla="*/ 388163 w 457560"/>
              <a:gd name="connsiteY37" fmla="*/ 191413 h 342788"/>
              <a:gd name="connsiteX38" fmla="*/ 374627 w 457560"/>
              <a:gd name="connsiteY38" fmla="*/ 177876 h 342788"/>
              <a:gd name="connsiteX39" fmla="*/ 400365 w 457560"/>
              <a:gd name="connsiteY39" fmla="*/ 152139 h 342788"/>
              <a:gd name="connsiteX40" fmla="*/ 426103 w 457560"/>
              <a:gd name="connsiteY40" fmla="*/ 177876 h 342788"/>
              <a:gd name="connsiteX41" fmla="*/ 412567 w 457560"/>
              <a:gd name="connsiteY41" fmla="*/ 191413 h 342788"/>
              <a:gd name="connsiteX42" fmla="*/ 400174 w 457560"/>
              <a:gd name="connsiteY42" fmla="*/ 179020 h 342788"/>
              <a:gd name="connsiteX43" fmla="*/ 387782 w 457560"/>
              <a:gd name="connsiteY43" fmla="*/ 191413 h 342788"/>
              <a:gd name="connsiteX44" fmla="*/ 238503 w 457560"/>
              <a:gd name="connsiteY44" fmla="*/ 57195 h 342788"/>
              <a:gd name="connsiteX45" fmla="*/ 219438 w 457560"/>
              <a:gd name="connsiteY45" fmla="*/ 57195 h 342788"/>
              <a:gd name="connsiteX46" fmla="*/ 219438 w 457560"/>
              <a:gd name="connsiteY46" fmla="*/ 38130 h 342788"/>
              <a:gd name="connsiteX47" fmla="*/ 238503 w 457560"/>
              <a:gd name="connsiteY47" fmla="*/ 38130 h 342788"/>
              <a:gd name="connsiteX48" fmla="*/ 238503 w 457560"/>
              <a:gd name="connsiteY48" fmla="*/ 57195 h 342788"/>
              <a:gd name="connsiteX49" fmla="*/ 276633 w 457560"/>
              <a:gd name="connsiteY49" fmla="*/ 57195 h 342788"/>
              <a:gd name="connsiteX50" fmla="*/ 257568 w 457560"/>
              <a:gd name="connsiteY50" fmla="*/ 57195 h 342788"/>
              <a:gd name="connsiteX51" fmla="*/ 257568 w 457560"/>
              <a:gd name="connsiteY51" fmla="*/ 38130 h 342788"/>
              <a:gd name="connsiteX52" fmla="*/ 276633 w 457560"/>
              <a:gd name="connsiteY52" fmla="*/ 38130 h 342788"/>
              <a:gd name="connsiteX53" fmla="*/ 276633 w 457560"/>
              <a:gd name="connsiteY53" fmla="*/ 57195 h 342788"/>
              <a:gd name="connsiteX54" fmla="*/ 200373 w 457560"/>
              <a:gd name="connsiteY54" fmla="*/ 57195 h 342788"/>
              <a:gd name="connsiteX55" fmla="*/ 181308 w 457560"/>
              <a:gd name="connsiteY55" fmla="*/ 57195 h 342788"/>
              <a:gd name="connsiteX56" fmla="*/ 181308 w 457560"/>
              <a:gd name="connsiteY56" fmla="*/ 38130 h 342788"/>
              <a:gd name="connsiteX57" fmla="*/ 200373 w 457560"/>
              <a:gd name="connsiteY57" fmla="*/ 38130 h 342788"/>
              <a:gd name="connsiteX58" fmla="*/ 200373 w 457560"/>
              <a:gd name="connsiteY58" fmla="*/ 57195 h 34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57560" h="342788">
                <a:moveTo>
                  <a:pt x="438495" y="0"/>
                </a:moveTo>
                <a:lnTo>
                  <a:pt x="19065" y="0"/>
                </a:lnTo>
                <a:cubicBezTo>
                  <a:pt x="8579" y="0"/>
                  <a:pt x="0" y="8579"/>
                  <a:pt x="0" y="19065"/>
                </a:cubicBezTo>
                <a:lnTo>
                  <a:pt x="0" y="323724"/>
                </a:lnTo>
                <a:cubicBezTo>
                  <a:pt x="0" y="334209"/>
                  <a:pt x="8579" y="342789"/>
                  <a:pt x="19065" y="342789"/>
                </a:cubicBezTo>
                <a:lnTo>
                  <a:pt x="438495" y="342789"/>
                </a:lnTo>
                <a:cubicBezTo>
                  <a:pt x="448981" y="342789"/>
                  <a:pt x="457560" y="334209"/>
                  <a:pt x="457560" y="323724"/>
                </a:cubicBezTo>
                <a:lnTo>
                  <a:pt x="457560" y="19065"/>
                </a:lnTo>
                <a:cubicBezTo>
                  <a:pt x="457560" y="8579"/>
                  <a:pt x="448981" y="0"/>
                  <a:pt x="438495" y="0"/>
                </a:cubicBezTo>
                <a:close/>
                <a:moveTo>
                  <a:pt x="342598" y="323724"/>
                </a:moveTo>
                <a:lnTo>
                  <a:pt x="238503" y="323724"/>
                </a:lnTo>
                <a:lnTo>
                  <a:pt x="238503" y="95706"/>
                </a:lnTo>
                <a:cubicBezTo>
                  <a:pt x="238503" y="95706"/>
                  <a:pt x="342598" y="95706"/>
                  <a:pt x="342598" y="95706"/>
                </a:cubicBezTo>
                <a:lnTo>
                  <a:pt x="342598" y="323914"/>
                </a:lnTo>
                <a:close/>
                <a:moveTo>
                  <a:pt x="219438" y="95516"/>
                </a:moveTo>
                <a:lnTo>
                  <a:pt x="219438" y="323724"/>
                </a:lnTo>
                <a:cubicBezTo>
                  <a:pt x="219438" y="323724"/>
                  <a:pt x="113818" y="323724"/>
                  <a:pt x="113818" y="323724"/>
                </a:cubicBezTo>
                <a:lnTo>
                  <a:pt x="113818" y="95706"/>
                </a:lnTo>
                <a:lnTo>
                  <a:pt x="219438" y="95706"/>
                </a:lnTo>
                <a:close/>
                <a:moveTo>
                  <a:pt x="438686" y="323724"/>
                </a:moveTo>
                <a:lnTo>
                  <a:pt x="361854" y="323724"/>
                </a:lnTo>
                <a:lnTo>
                  <a:pt x="361854" y="95706"/>
                </a:lnTo>
                <a:cubicBezTo>
                  <a:pt x="361854" y="85221"/>
                  <a:pt x="353274" y="76641"/>
                  <a:pt x="342789" y="76641"/>
                </a:cubicBezTo>
                <a:lnTo>
                  <a:pt x="113818" y="76641"/>
                </a:lnTo>
                <a:cubicBezTo>
                  <a:pt x="103332" y="76641"/>
                  <a:pt x="94753" y="85221"/>
                  <a:pt x="94753" y="95706"/>
                </a:cubicBezTo>
                <a:lnTo>
                  <a:pt x="94753" y="323914"/>
                </a:lnTo>
                <a:lnTo>
                  <a:pt x="19065" y="323914"/>
                </a:lnTo>
                <a:lnTo>
                  <a:pt x="19065" y="19065"/>
                </a:lnTo>
                <a:lnTo>
                  <a:pt x="438495" y="19065"/>
                </a:lnTo>
                <a:lnTo>
                  <a:pt x="438495" y="323724"/>
                </a:lnTo>
                <a:close/>
                <a:moveTo>
                  <a:pt x="400556" y="248989"/>
                </a:moveTo>
                <a:lnTo>
                  <a:pt x="374818" y="223251"/>
                </a:lnTo>
                <a:lnTo>
                  <a:pt x="388354" y="209715"/>
                </a:lnTo>
                <a:lnTo>
                  <a:pt x="400746" y="222107"/>
                </a:lnTo>
                <a:lnTo>
                  <a:pt x="413139" y="209715"/>
                </a:lnTo>
                <a:lnTo>
                  <a:pt x="426675" y="223251"/>
                </a:lnTo>
                <a:lnTo>
                  <a:pt x="400937" y="248989"/>
                </a:lnTo>
                <a:close/>
                <a:moveTo>
                  <a:pt x="388163" y="191413"/>
                </a:moveTo>
                <a:lnTo>
                  <a:pt x="374627" y="177876"/>
                </a:lnTo>
                <a:lnTo>
                  <a:pt x="400365" y="152139"/>
                </a:lnTo>
                <a:lnTo>
                  <a:pt x="426103" y="177876"/>
                </a:lnTo>
                <a:lnTo>
                  <a:pt x="412567" y="191413"/>
                </a:lnTo>
                <a:lnTo>
                  <a:pt x="400174" y="179020"/>
                </a:lnTo>
                <a:lnTo>
                  <a:pt x="387782" y="191413"/>
                </a:lnTo>
                <a:close/>
                <a:moveTo>
                  <a:pt x="238503" y="57195"/>
                </a:moveTo>
                <a:lnTo>
                  <a:pt x="219438" y="57195"/>
                </a:lnTo>
                <a:lnTo>
                  <a:pt x="219438" y="38130"/>
                </a:lnTo>
                <a:lnTo>
                  <a:pt x="238503" y="38130"/>
                </a:lnTo>
                <a:lnTo>
                  <a:pt x="238503" y="57195"/>
                </a:lnTo>
                <a:close/>
                <a:moveTo>
                  <a:pt x="276633" y="57195"/>
                </a:moveTo>
                <a:lnTo>
                  <a:pt x="257568" y="57195"/>
                </a:lnTo>
                <a:lnTo>
                  <a:pt x="257568" y="38130"/>
                </a:lnTo>
                <a:lnTo>
                  <a:pt x="276633" y="38130"/>
                </a:lnTo>
                <a:lnTo>
                  <a:pt x="276633" y="57195"/>
                </a:lnTo>
                <a:close/>
                <a:moveTo>
                  <a:pt x="200373" y="57195"/>
                </a:moveTo>
                <a:lnTo>
                  <a:pt x="181308" y="57195"/>
                </a:lnTo>
                <a:lnTo>
                  <a:pt x="181308" y="38130"/>
                </a:lnTo>
                <a:lnTo>
                  <a:pt x="200373" y="38130"/>
                </a:lnTo>
                <a:lnTo>
                  <a:pt x="200373" y="5719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86" descr="Bell icon.">
            <a:extLst>
              <a:ext uri="{FF2B5EF4-FFF2-40B4-BE49-F238E27FC236}">
                <a16:creationId xmlns:a16="http://schemas.microsoft.com/office/drawing/2014/main" id="{E0787E3C-038F-4B6E-81E6-2F115455A0DE}"/>
              </a:ext>
            </a:extLst>
          </p:cNvPr>
          <p:cNvSpPr>
            <a:spLocks noChangeAspect="1"/>
          </p:cNvSpPr>
          <p:nvPr/>
        </p:nvSpPr>
        <p:spPr>
          <a:xfrm>
            <a:off x="5881747" y="1402232"/>
            <a:ext cx="421558" cy="426973"/>
          </a:xfrm>
          <a:custGeom>
            <a:avLst/>
            <a:gdLst>
              <a:gd name="connsiteX0" fmla="*/ 419353 w 421558"/>
              <a:gd name="connsiteY0" fmla="*/ 334336 h 419309"/>
              <a:gd name="connsiteX1" fmla="*/ 383054 w 421558"/>
              <a:gd name="connsiteY1" fmla="*/ 271290 h 419309"/>
              <a:gd name="connsiteX2" fmla="*/ 383054 w 421558"/>
              <a:gd name="connsiteY2" fmla="*/ 170034 h 419309"/>
              <a:gd name="connsiteX3" fmla="*/ 333381 w 421558"/>
              <a:gd name="connsiteY3" fmla="*/ 49673 h 419309"/>
              <a:gd name="connsiteX4" fmla="*/ 218751 w 421558"/>
              <a:gd name="connsiteY4" fmla="*/ 0 h 419309"/>
              <a:gd name="connsiteX5" fmla="*/ 203467 w 421558"/>
              <a:gd name="connsiteY5" fmla="*/ 0 h 419309"/>
              <a:gd name="connsiteX6" fmla="*/ 39165 w 421558"/>
              <a:gd name="connsiteY6" fmla="*/ 170034 h 419309"/>
              <a:gd name="connsiteX7" fmla="*/ 39165 w 421558"/>
              <a:gd name="connsiteY7" fmla="*/ 273200 h 419309"/>
              <a:gd name="connsiteX8" fmla="*/ 2866 w 421558"/>
              <a:gd name="connsiteY8" fmla="*/ 334336 h 419309"/>
              <a:gd name="connsiteX9" fmla="*/ 2866 w 421558"/>
              <a:gd name="connsiteY9" fmla="*/ 353441 h 419309"/>
              <a:gd name="connsiteX10" fmla="*/ 20060 w 421558"/>
              <a:gd name="connsiteY10" fmla="*/ 362993 h 419309"/>
              <a:gd name="connsiteX11" fmla="*/ 130869 w 421558"/>
              <a:gd name="connsiteY11" fmla="*/ 362993 h 419309"/>
              <a:gd name="connsiteX12" fmla="*/ 241677 w 421558"/>
              <a:gd name="connsiteY12" fmla="*/ 414577 h 419309"/>
              <a:gd name="connsiteX13" fmla="*/ 293260 w 421558"/>
              <a:gd name="connsiteY13" fmla="*/ 362993 h 419309"/>
              <a:gd name="connsiteX14" fmla="*/ 402159 w 421558"/>
              <a:gd name="connsiteY14" fmla="*/ 362993 h 419309"/>
              <a:gd name="connsiteX15" fmla="*/ 419353 w 421558"/>
              <a:gd name="connsiteY15" fmla="*/ 353441 h 419309"/>
              <a:gd name="connsiteX16" fmla="*/ 419353 w 421558"/>
              <a:gd name="connsiteY16" fmla="*/ 334336 h 419309"/>
              <a:gd name="connsiteX17" fmla="*/ 211109 w 421558"/>
              <a:gd name="connsiteY17" fmla="*/ 401203 h 419309"/>
              <a:gd name="connsiteX18" fmla="*/ 151884 w 421558"/>
              <a:gd name="connsiteY18" fmla="*/ 362993 h 419309"/>
              <a:gd name="connsiteX19" fmla="*/ 272245 w 421558"/>
              <a:gd name="connsiteY19" fmla="*/ 362993 h 419309"/>
              <a:gd name="connsiteX20" fmla="*/ 211109 w 421558"/>
              <a:gd name="connsiteY20" fmla="*/ 401203 h 419309"/>
              <a:gd name="connsiteX21" fmla="*/ 402159 w 421558"/>
              <a:gd name="connsiteY21" fmla="*/ 343889 h 419309"/>
              <a:gd name="connsiteX22" fmla="*/ 20060 w 421558"/>
              <a:gd name="connsiteY22" fmla="*/ 343889 h 419309"/>
              <a:gd name="connsiteX23" fmla="*/ 56360 w 421558"/>
              <a:gd name="connsiteY23" fmla="*/ 282753 h 419309"/>
              <a:gd name="connsiteX24" fmla="*/ 58270 w 421558"/>
              <a:gd name="connsiteY24" fmla="*/ 273200 h 419309"/>
              <a:gd name="connsiteX25" fmla="*/ 58270 w 421558"/>
              <a:gd name="connsiteY25" fmla="*/ 170034 h 419309"/>
              <a:gd name="connsiteX26" fmla="*/ 203467 w 421558"/>
              <a:gd name="connsiteY26" fmla="*/ 19105 h 419309"/>
              <a:gd name="connsiteX27" fmla="*/ 216841 w 421558"/>
              <a:gd name="connsiteY27" fmla="*/ 19105 h 419309"/>
              <a:gd name="connsiteX28" fmla="*/ 316186 w 421558"/>
              <a:gd name="connsiteY28" fmla="*/ 63046 h 419309"/>
              <a:gd name="connsiteX29" fmla="*/ 363949 w 421558"/>
              <a:gd name="connsiteY29" fmla="*/ 170034 h 419309"/>
              <a:gd name="connsiteX30" fmla="*/ 363949 w 421558"/>
              <a:gd name="connsiteY30" fmla="*/ 271290 h 419309"/>
              <a:gd name="connsiteX31" fmla="*/ 365859 w 421558"/>
              <a:gd name="connsiteY31" fmla="*/ 280842 h 419309"/>
              <a:gd name="connsiteX32" fmla="*/ 402159 w 421558"/>
              <a:gd name="connsiteY32" fmla="*/ 343889 h 41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21558" h="419309">
                <a:moveTo>
                  <a:pt x="419353" y="334336"/>
                </a:moveTo>
                <a:lnTo>
                  <a:pt x="383054" y="271290"/>
                </a:lnTo>
                <a:lnTo>
                  <a:pt x="383054" y="170034"/>
                </a:lnTo>
                <a:cubicBezTo>
                  <a:pt x="383054" y="124182"/>
                  <a:pt x="363949" y="82151"/>
                  <a:pt x="333381" y="49673"/>
                </a:cubicBezTo>
                <a:cubicBezTo>
                  <a:pt x="302813" y="19105"/>
                  <a:pt x="262693" y="1910"/>
                  <a:pt x="218751" y="0"/>
                </a:cubicBezTo>
                <a:cubicBezTo>
                  <a:pt x="213020" y="0"/>
                  <a:pt x="207288" y="0"/>
                  <a:pt x="203467" y="0"/>
                </a:cubicBezTo>
                <a:cubicBezTo>
                  <a:pt x="111764" y="1910"/>
                  <a:pt x="39165" y="78330"/>
                  <a:pt x="39165" y="170034"/>
                </a:cubicBezTo>
                <a:lnTo>
                  <a:pt x="39165" y="273200"/>
                </a:lnTo>
                <a:lnTo>
                  <a:pt x="2866" y="334336"/>
                </a:lnTo>
                <a:cubicBezTo>
                  <a:pt x="-955" y="340068"/>
                  <a:pt x="-955" y="347710"/>
                  <a:pt x="2866" y="353441"/>
                </a:cubicBezTo>
                <a:cubicBezTo>
                  <a:pt x="6687" y="359172"/>
                  <a:pt x="12418" y="362993"/>
                  <a:pt x="20060" y="362993"/>
                </a:cubicBezTo>
                <a:lnTo>
                  <a:pt x="130869" y="362993"/>
                </a:lnTo>
                <a:cubicBezTo>
                  <a:pt x="146153" y="406935"/>
                  <a:pt x="195825" y="429861"/>
                  <a:pt x="241677" y="414577"/>
                </a:cubicBezTo>
                <a:cubicBezTo>
                  <a:pt x="264603" y="405024"/>
                  <a:pt x="283708" y="387830"/>
                  <a:pt x="293260" y="362993"/>
                </a:cubicBezTo>
                <a:lnTo>
                  <a:pt x="402159" y="362993"/>
                </a:lnTo>
                <a:cubicBezTo>
                  <a:pt x="409800" y="362993"/>
                  <a:pt x="415532" y="359172"/>
                  <a:pt x="419353" y="353441"/>
                </a:cubicBezTo>
                <a:cubicBezTo>
                  <a:pt x="423174" y="347710"/>
                  <a:pt x="421263" y="340068"/>
                  <a:pt x="419353" y="334336"/>
                </a:cubicBezTo>
                <a:close/>
                <a:moveTo>
                  <a:pt x="211109" y="401203"/>
                </a:moveTo>
                <a:cubicBezTo>
                  <a:pt x="186273" y="401203"/>
                  <a:pt x="161437" y="385919"/>
                  <a:pt x="151884" y="362993"/>
                </a:cubicBezTo>
                <a:lnTo>
                  <a:pt x="272245" y="362993"/>
                </a:lnTo>
                <a:cubicBezTo>
                  <a:pt x="260782" y="385919"/>
                  <a:pt x="235946" y="401203"/>
                  <a:pt x="211109" y="401203"/>
                </a:cubicBezTo>
                <a:close/>
                <a:moveTo>
                  <a:pt x="402159" y="343889"/>
                </a:moveTo>
                <a:lnTo>
                  <a:pt x="20060" y="343889"/>
                </a:lnTo>
                <a:lnTo>
                  <a:pt x="56360" y="282753"/>
                </a:lnTo>
                <a:cubicBezTo>
                  <a:pt x="58270" y="278932"/>
                  <a:pt x="58270" y="277021"/>
                  <a:pt x="58270" y="273200"/>
                </a:cubicBezTo>
                <a:lnTo>
                  <a:pt x="58270" y="170034"/>
                </a:lnTo>
                <a:cubicBezTo>
                  <a:pt x="58270" y="87883"/>
                  <a:pt x="123227" y="21015"/>
                  <a:pt x="203467" y="19105"/>
                </a:cubicBezTo>
                <a:lnTo>
                  <a:pt x="216841" y="19105"/>
                </a:lnTo>
                <a:cubicBezTo>
                  <a:pt x="255051" y="21015"/>
                  <a:pt x="289440" y="36299"/>
                  <a:pt x="316186" y="63046"/>
                </a:cubicBezTo>
                <a:cubicBezTo>
                  <a:pt x="346754" y="91704"/>
                  <a:pt x="363949" y="129913"/>
                  <a:pt x="363949" y="170034"/>
                </a:cubicBezTo>
                <a:lnTo>
                  <a:pt x="363949" y="271290"/>
                </a:lnTo>
                <a:cubicBezTo>
                  <a:pt x="363949" y="275111"/>
                  <a:pt x="363949" y="277021"/>
                  <a:pt x="365859" y="280842"/>
                </a:cubicBezTo>
                <a:lnTo>
                  <a:pt x="402159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29" descr="Lightbulb icon.">
            <a:extLst>
              <a:ext uri="{FF2B5EF4-FFF2-40B4-BE49-F238E27FC236}">
                <a16:creationId xmlns:a16="http://schemas.microsoft.com/office/drawing/2014/main" id="{63D94620-ACD2-439C-801D-D5932DCD26AB}"/>
              </a:ext>
            </a:extLst>
          </p:cNvPr>
          <p:cNvSpPr>
            <a:spLocks noChangeAspect="1"/>
          </p:cNvSpPr>
          <p:nvPr/>
        </p:nvSpPr>
        <p:spPr>
          <a:xfrm>
            <a:off x="7155068" y="1363019"/>
            <a:ext cx="347770" cy="466186"/>
          </a:xfrm>
          <a:custGeom>
            <a:avLst/>
            <a:gdLst>
              <a:gd name="connsiteX0" fmla="*/ 291341 w 347770"/>
              <a:gd name="connsiteY0" fmla="*/ 47551 h 466186"/>
              <a:gd name="connsiteX1" fmla="*/ 47551 w 347770"/>
              <a:gd name="connsiteY1" fmla="*/ 53310 h 466186"/>
              <a:gd name="connsiteX2" fmla="*/ 53310 w 347770"/>
              <a:gd name="connsiteY2" fmla="*/ 299019 h 466186"/>
              <a:gd name="connsiteX3" fmla="*/ 85943 w 347770"/>
              <a:gd name="connsiteY3" fmla="*/ 323974 h 466186"/>
              <a:gd name="connsiteX4" fmla="*/ 99381 w 347770"/>
              <a:gd name="connsiteY4" fmla="*/ 347010 h 466186"/>
              <a:gd name="connsiteX5" fmla="*/ 99381 w 347770"/>
              <a:gd name="connsiteY5" fmla="*/ 406517 h 466186"/>
              <a:gd name="connsiteX6" fmla="*/ 116657 w 347770"/>
              <a:gd name="connsiteY6" fmla="*/ 427633 h 466186"/>
              <a:gd name="connsiteX7" fmla="*/ 118577 w 347770"/>
              <a:gd name="connsiteY7" fmla="*/ 427633 h 466186"/>
              <a:gd name="connsiteX8" fmla="*/ 176165 w 347770"/>
              <a:gd name="connsiteY8" fmla="*/ 466025 h 466186"/>
              <a:gd name="connsiteX9" fmla="*/ 235673 w 347770"/>
              <a:gd name="connsiteY9" fmla="*/ 427633 h 466186"/>
              <a:gd name="connsiteX10" fmla="*/ 252949 w 347770"/>
              <a:gd name="connsiteY10" fmla="*/ 406517 h 466186"/>
              <a:gd name="connsiteX11" fmla="*/ 252949 w 347770"/>
              <a:gd name="connsiteY11" fmla="*/ 347010 h 466186"/>
              <a:gd name="connsiteX12" fmla="*/ 266386 w 347770"/>
              <a:gd name="connsiteY12" fmla="*/ 322055 h 466186"/>
              <a:gd name="connsiteX13" fmla="*/ 322055 w 347770"/>
              <a:gd name="connsiteY13" fmla="*/ 85943 h 466186"/>
              <a:gd name="connsiteX14" fmla="*/ 291341 w 347770"/>
              <a:gd name="connsiteY14" fmla="*/ 47551 h 466186"/>
              <a:gd name="connsiteX15" fmla="*/ 118577 w 347770"/>
              <a:gd name="connsiteY15" fmla="*/ 348929 h 466186"/>
              <a:gd name="connsiteX16" fmla="*/ 233753 w 347770"/>
              <a:gd name="connsiteY16" fmla="*/ 348929 h 466186"/>
              <a:gd name="connsiteX17" fmla="*/ 233753 w 347770"/>
              <a:gd name="connsiteY17" fmla="*/ 368125 h 466186"/>
              <a:gd name="connsiteX18" fmla="*/ 118577 w 347770"/>
              <a:gd name="connsiteY18" fmla="*/ 368125 h 466186"/>
              <a:gd name="connsiteX19" fmla="*/ 118577 w 347770"/>
              <a:gd name="connsiteY19" fmla="*/ 348929 h 466186"/>
              <a:gd name="connsiteX20" fmla="*/ 233753 w 347770"/>
              <a:gd name="connsiteY20" fmla="*/ 404598 h 466186"/>
              <a:gd name="connsiteX21" fmla="*/ 233753 w 347770"/>
              <a:gd name="connsiteY21" fmla="*/ 404598 h 466186"/>
              <a:gd name="connsiteX22" fmla="*/ 118577 w 347770"/>
              <a:gd name="connsiteY22" fmla="*/ 404598 h 466186"/>
              <a:gd name="connsiteX23" fmla="*/ 118577 w 347770"/>
              <a:gd name="connsiteY23" fmla="*/ 387321 h 466186"/>
              <a:gd name="connsiteX24" fmla="*/ 233753 w 347770"/>
              <a:gd name="connsiteY24" fmla="*/ 387321 h 466186"/>
              <a:gd name="connsiteX25" fmla="*/ 233753 w 347770"/>
              <a:gd name="connsiteY25" fmla="*/ 404598 h 466186"/>
              <a:gd name="connsiteX26" fmla="*/ 176165 w 347770"/>
              <a:gd name="connsiteY26" fmla="*/ 442990 h 466186"/>
              <a:gd name="connsiteX27" fmla="*/ 141612 w 347770"/>
              <a:gd name="connsiteY27" fmla="*/ 425713 h 466186"/>
              <a:gd name="connsiteX28" fmla="*/ 210718 w 347770"/>
              <a:gd name="connsiteY28" fmla="*/ 425713 h 466186"/>
              <a:gd name="connsiteX29" fmla="*/ 176165 w 347770"/>
              <a:gd name="connsiteY29" fmla="*/ 442990 h 466186"/>
              <a:gd name="connsiteX30" fmla="*/ 254869 w 347770"/>
              <a:gd name="connsiteY30" fmla="*/ 304778 h 466186"/>
              <a:gd name="connsiteX31" fmla="*/ 237592 w 347770"/>
              <a:gd name="connsiteY31" fmla="*/ 329733 h 466186"/>
              <a:gd name="connsiteX32" fmla="*/ 114737 w 347770"/>
              <a:gd name="connsiteY32" fmla="*/ 329733 h 466186"/>
              <a:gd name="connsiteX33" fmla="*/ 95541 w 347770"/>
              <a:gd name="connsiteY33" fmla="*/ 306698 h 466186"/>
              <a:gd name="connsiteX34" fmla="*/ 47551 w 347770"/>
              <a:gd name="connsiteY34" fmla="*/ 93622 h 466186"/>
              <a:gd name="connsiteX35" fmla="*/ 156969 w 347770"/>
              <a:gd name="connsiteY35" fmla="*/ 22596 h 466186"/>
              <a:gd name="connsiteX36" fmla="*/ 176165 w 347770"/>
              <a:gd name="connsiteY36" fmla="*/ 22596 h 466186"/>
              <a:gd name="connsiteX37" fmla="*/ 327814 w 347770"/>
              <a:gd name="connsiteY37" fmla="*/ 178084 h 466186"/>
              <a:gd name="connsiteX38" fmla="*/ 254869 w 347770"/>
              <a:gd name="connsiteY38" fmla="*/ 304778 h 466186"/>
              <a:gd name="connsiteX39" fmla="*/ 218396 w 347770"/>
              <a:gd name="connsiteY39" fmla="*/ 51391 h 466186"/>
              <a:gd name="connsiteX40" fmla="*/ 212637 w 347770"/>
              <a:gd name="connsiteY40" fmla="*/ 68667 h 466186"/>
              <a:gd name="connsiteX41" fmla="*/ 277904 w 347770"/>
              <a:gd name="connsiteY41" fmla="*/ 132014 h 466186"/>
              <a:gd name="connsiteX42" fmla="*/ 295180 w 347770"/>
              <a:gd name="connsiteY42" fmla="*/ 126255 h 466186"/>
              <a:gd name="connsiteX43" fmla="*/ 218396 w 347770"/>
              <a:gd name="connsiteY43" fmla="*/ 51391 h 46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7770" h="466186">
                <a:moveTo>
                  <a:pt x="291341" y="47551"/>
                </a:moveTo>
                <a:cubicBezTo>
                  <a:pt x="222235" y="-17715"/>
                  <a:pt x="112818" y="-15796"/>
                  <a:pt x="47551" y="53310"/>
                </a:cubicBezTo>
                <a:cubicBezTo>
                  <a:pt x="-17715" y="122416"/>
                  <a:pt x="-15796" y="231833"/>
                  <a:pt x="53310" y="299019"/>
                </a:cubicBezTo>
                <a:cubicBezTo>
                  <a:pt x="62908" y="308618"/>
                  <a:pt x="74426" y="316296"/>
                  <a:pt x="85943" y="323974"/>
                </a:cubicBezTo>
                <a:cubicBezTo>
                  <a:pt x="93622" y="327814"/>
                  <a:pt x="99381" y="337412"/>
                  <a:pt x="99381" y="347010"/>
                </a:cubicBezTo>
                <a:lnTo>
                  <a:pt x="99381" y="406517"/>
                </a:lnTo>
                <a:cubicBezTo>
                  <a:pt x="99381" y="418035"/>
                  <a:pt x="107059" y="425713"/>
                  <a:pt x="116657" y="427633"/>
                </a:cubicBezTo>
                <a:cubicBezTo>
                  <a:pt x="116657" y="427633"/>
                  <a:pt x="116657" y="427633"/>
                  <a:pt x="118577" y="427633"/>
                </a:cubicBezTo>
                <a:cubicBezTo>
                  <a:pt x="126255" y="452588"/>
                  <a:pt x="151210" y="467945"/>
                  <a:pt x="176165" y="466025"/>
                </a:cubicBezTo>
                <a:cubicBezTo>
                  <a:pt x="203039" y="467945"/>
                  <a:pt x="226075" y="452588"/>
                  <a:pt x="235673" y="427633"/>
                </a:cubicBezTo>
                <a:cubicBezTo>
                  <a:pt x="245271" y="425713"/>
                  <a:pt x="252949" y="418035"/>
                  <a:pt x="252949" y="406517"/>
                </a:cubicBezTo>
                <a:lnTo>
                  <a:pt x="252949" y="347010"/>
                </a:lnTo>
                <a:cubicBezTo>
                  <a:pt x="252949" y="337412"/>
                  <a:pt x="258708" y="327814"/>
                  <a:pt x="266386" y="322055"/>
                </a:cubicBezTo>
                <a:cubicBezTo>
                  <a:pt x="347010" y="272145"/>
                  <a:pt x="371964" y="166567"/>
                  <a:pt x="322055" y="85943"/>
                </a:cubicBezTo>
                <a:cubicBezTo>
                  <a:pt x="314376" y="72506"/>
                  <a:pt x="304778" y="59069"/>
                  <a:pt x="291341" y="47551"/>
                </a:cubicBezTo>
                <a:close/>
                <a:moveTo>
                  <a:pt x="118577" y="348929"/>
                </a:moveTo>
                <a:lnTo>
                  <a:pt x="233753" y="348929"/>
                </a:lnTo>
                <a:lnTo>
                  <a:pt x="233753" y="368125"/>
                </a:lnTo>
                <a:lnTo>
                  <a:pt x="118577" y="368125"/>
                </a:lnTo>
                <a:lnTo>
                  <a:pt x="118577" y="348929"/>
                </a:lnTo>
                <a:close/>
                <a:moveTo>
                  <a:pt x="233753" y="404598"/>
                </a:moveTo>
                <a:lnTo>
                  <a:pt x="233753" y="404598"/>
                </a:lnTo>
                <a:lnTo>
                  <a:pt x="118577" y="404598"/>
                </a:lnTo>
                <a:lnTo>
                  <a:pt x="118577" y="387321"/>
                </a:lnTo>
                <a:lnTo>
                  <a:pt x="233753" y="387321"/>
                </a:lnTo>
                <a:lnTo>
                  <a:pt x="233753" y="404598"/>
                </a:lnTo>
                <a:close/>
                <a:moveTo>
                  <a:pt x="176165" y="442990"/>
                </a:moveTo>
                <a:cubicBezTo>
                  <a:pt x="162728" y="444909"/>
                  <a:pt x="149290" y="437231"/>
                  <a:pt x="141612" y="425713"/>
                </a:cubicBezTo>
                <a:lnTo>
                  <a:pt x="210718" y="425713"/>
                </a:lnTo>
                <a:cubicBezTo>
                  <a:pt x="203039" y="437231"/>
                  <a:pt x="189602" y="442990"/>
                  <a:pt x="176165" y="442990"/>
                </a:cubicBezTo>
                <a:close/>
                <a:moveTo>
                  <a:pt x="254869" y="304778"/>
                </a:moveTo>
                <a:cubicBezTo>
                  <a:pt x="245271" y="310537"/>
                  <a:pt x="241431" y="320135"/>
                  <a:pt x="237592" y="329733"/>
                </a:cubicBezTo>
                <a:lnTo>
                  <a:pt x="114737" y="329733"/>
                </a:lnTo>
                <a:cubicBezTo>
                  <a:pt x="110898" y="320135"/>
                  <a:pt x="105139" y="312457"/>
                  <a:pt x="95541" y="306698"/>
                </a:cubicBezTo>
                <a:cubicBezTo>
                  <a:pt x="24516" y="260627"/>
                  <a:pt x="3400" y="166567"/>
                  <a:pt x="47551" y="93622"/>
                </a:cubicBezTo>
                <a:cubicBezTo>
                  <a:pt x="72506" y="55230"/>
                  <a:pt x="112818" y="28355"/>
                  <a:pt x="156969" y="22596"/>
                </a:cubicBezTo>
                <a:cubicBezTo>
                  <a:pt x="164647" y="22596"/>
                  <a:pt x="170406" y="22596"/>
                  <a:pt x="176165" y="22596"/>
                </a:cubicBezTo>
                <a:cubicBezTo>
                  <a:pt x="260627" y="22596"/>
                  <a:pt x="329733" y="93622"/>
                  <a:pt x="327814" y="178084"/>
                </a:cubicBezTo>
                <a:cubicBezTo>
                  <a:pt x="327814" y="229914"/>
                  <a:pt x="299019" y="275984"/>
                  <a:pt x="254869" y="304778"/>
                </a:cubicBezTo>
                <a:close/>
                <a:moveTo>
                  <a:pt x="218396" y="51391"/>
                </a:moveTo>
                <a:lnTo>
                  <a:pt x="212637" y="68667"/>
                </a:lnTo>
                <a:cubicBezTo>
                  <a:pt x="243351" y="78265"/>
                  <a:pt x="266386" y="103220"/>
                  <a:pt x="277904" y="132014"/>
                </a:cubicBezTo>
                <a:lnTo>
                  <a:pt x="295180" y="126255"/>
                </a:lnTo>
                <a:cubicBezTo>
                  <a:pt x="283663" y="91702"/>
                  <a:pt x="254869" y="64828"/>
                  <a:pt x="218396" y="5139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94" descr="Clock icon.">
            <a:extLst>
              <a:ext uri="{FF2B5EF4-FFF2-40B4-BE49-F238E27FC236}">
                <a16:creationId xmlns:a16="http://schemas.microsoft.com/office/drawing/2014/main" id="{2AE8C2C5-E22A-4797-85FB-43E524205667}"/>
              </a:ext>
            </a:extLst>
          </p:cNvPr>
          <p:cNvSpPr>
            <a:spLocks noChangeAspect="1"/>
          </p:cNvSpPr>
          <p:nvPr/>
        </p:nvSpPr>
        <p:spPr>
          <a:xfrm>
            <a:off x="8327426" y="1370687"/>
            <a:ext cx="458518" cy="458518"/>
          </a:xfrm>
          <a:custGeom>
            <a:avLst/>
            <a:gdLst>
              <a:gd name="connsiteX0" fmla="*/ 229259 w 458518"/>
              <a:gd name="connsiteY0" fmla="*/ 0 h 458518"/>
              <a:gd name="connsiteX1" fmla="*/ 0 w 458518"/>
              <a:gd name="connsiteY1" fmla="*/ 229259 h 458518"/>
              <a:gd name="connsiteX2" fmla="*/ 229259 w 458518"/>
              <a:gd name="connsiteY2" fmla="*/ 458518 h 458518"/>
              <a:gd name="connsiteX3" fmla="*/ 458518 w 458518"/>
              <a:gd name="connsiteY3" fmla="*/ 229259 h 458518"/>
              <a:gd name="connsiteX4" fmla="*/ 229259 w 458518"/>
              <a:gd name="connsiteY4" fmla="*/ 0 h 458518"/>
              <a:gd name="connsiteX5" fmla="*/ 229259 w 458518"/>
              <a:gd name="connsiteY5" fmla="*/ 439413 h 458518"/>
              <a:gd name="connsiteX6" fmla="*/ 19105 w 458518"/>
              <a:gd name="connsiteY6" fmla="*/ 229259 h 458518"/>
              <a:gd name="connsiteX7" fmla="*/ 229259 w 458518"/>
              <a:gd name="connsiteY7" fmla="*/ 19105 h 458518"/>
              <a:gd name="connsiteX8" fmla="*/ 439413 w 458518"/>
              <a:gd name="connsiteY8" fmla="*/ 229259 h 458518"/>
              <a:gd name="connsiteX9" fmla="*/ 229259 w 458518"/>
              <a:gd name="connsiteY9" fmla="*/ 439413 h 458518"/>
              <a:gd name="connsiteX10" fmla="*/ 114630 w 458518"/>
              <a:gd name="connsiteY10" fmla="*/ 229259 h 458518"/>
              <a:gd name="connsiteX11" fmla="*/ 219707 w 458518"/>
              <a:gd name="connsiteY11" fmla="*/ 229259 h 458518"/>
              <a:gd name="connsiteX12" fmla="*/ 219707 w 458518"/>
              <a:gd name="connsiteY12" fmla="*/ 382098 h 458518"/>
              <a:gd name="connsiteX13" fmla="*/ 238811 w 458518"/>
              <a:gd name="connsiteY13" fmla="*/ 382098 h 458518"/>
              <a:gd name="connsiteX14" fmla="*/ 238811 w 458518"/>
              <a:gd name="connsiteY14" fmla="*/ 210154 h 458518"/>
              <a:gd name="connsiteX15" fmla="*/ 114630 w 458518"/>
              <a:gd name="connsiteY15" fmla="*/ 210154 h 458518"/>
              <a:gd name="connsiteX16" fmla="*/ 114630 w 458518"/>
              <a:gd name="connsiteY16" fmla="*/ 22925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8518" h="458518"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29259" y="439413"/>
                </a:moveTo>
                <a:cubicBezTo>
                  <a:pt x="112719" y="439413"/>
                  <a:pt x="19105" y="34579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345799"/>
                  <a:pt x="345799" y="439413"/>
                  <a:pt x="229259" y="439413"/>
                </a:cubicBezTo>
                <a:close/>
                <a:moveTo>
                  <a:pt x="114630" y="229259"/>
                </a:moveTo>
                <a:lnTo>
                  <a:pt x="219707" y="229259"/>
                </a:lnTo>
                <a:lnTo>
                  <a:pt x="219707" y="382098"/>
                </a:lnTo>
                <a:lnTo>
                  <a:pt x="238811" y="382098"/>
                </a:lnTo>
                <a:lnTo>
                  <a:pt x="238811" y="210154"/>
                </a:lnTo>
                <a:lnTo>
                  <a:pt x="114630" y="210154"/>
                </a:lnTo>
                <a:lnTo>
                  <a:pt x="114630" y="22925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05" descr="Digital alarm icon.">
            <a:extLst>
              <a:ext uri="{FF2B5EF4-FFF2-40B4-BE49-F238E27FC236}">
                <a16:creationId xmlns:a16="http://schemas.microsoft.com/office/drawing/2014/main" id="{C08EB83C-294A-4977-BA46-47DCC4016A80}"/>
              </a:ext>
            </a:extLst>
          </p:cNvPr>
          <p:cNvSpPr>
            <a:spLocks noChangeAspect="1"/>
          </p:cNvSpPr>
          <p:nvPr/>
        </p:nvSpPr>
        <p:spPr>
          <a:xfrm>
            <a:off x="9552818" y="1447107"/>
            <a:ext cx="458518" cy="382098"/>
          </a:xfrm>
          <a:custGeom>
            <a:avLst/>
            <a:gdLst>
              <a:gd name="connsiteX0" fmla="*/ 219707 w 458518"/>
              <a:gd name="connsiteY0" fmla="*/ 152839 h 382098"/>
              <a:gd name="connsiteX1" fmla="*/ 238811 w 458518"/>
              <a:gd name="connsiteY1" fmla="*/ 152839 h 382098"/>
              <a:gd name="connsiteX2" fmla="*/ 238811 w 458518"/>
              <a:gd name="connsiteY2" fmla="*/ 171944 h 382098"/>
              <a:gd name="connsiteX3" fmla="*/ 219707 w 458518"/>
              <a:gd name="connsiteY3" fmla="*/ 171944 h 382098"/>
              <a:gd name="connsiteX4" fmla="*/ 219707 w 458518"/>
              <a:gd name="connsiteY4" fmla="*/ 152839 h 382098"/>
              <a:gd name="connsiteX5" fmla="*/ 219707 w 458518"/>
              <a:gd name="connsiteY5" fmla="*/ 210154 h 382098"/>
              <a:gd name="connsiteX6" fmla="*/ 238811 w 458518"/>
              <a:gd name="connsiteY6" fmla="*/ 210154 h 382098"/>
              <a:gd name="connsiteX7" fmla="*/ 238811 w 458518"/>
              <a:gd name="connsiteY7" fmla="*/ 229259 h 382098"/>
              <a:gd name="connsiteX8" fmla="*/ 219707 w 458518"/>
              <a:gd name="connsiteY8" fmla="*/ 229259 h 382098"/>
              <a:gd name="connsiteX9" fmla="*/ 219707 w 458518"/>
              <a:gd name="connsiteY9" fmla="*/ 210154 h 382098"/>
              <a:gd name="connsiteX10" fmla="*/ 57315 w 458518"/>
              <a:gd name="connsiteY10" fmla="*/ 114630 h 382098"/>
              <a:gd name="connsiteX11" fmla="*/ 76420 w 458518"/>
              <a:gd name="connsiteY11" fmla="*/ 114630 h 382098"/>
              <a:gd name="connsiteX12" fmla="*/ 76420 w 458518"/>
              <a:gd name="connsiteY12" fmla="*/ 267469 h 382098"/>
              <a:gd name="connsiteX13" fmla="*/ 57315 w 458518"/>
              <a:gd name="connsiteY13" fmla="*/ 267469 h 382098"/>
              <a:gd name="connsiteX14" fmla="*/ 57315 w 458518"/>
              <a:gd name="connsiteY14" fmla="*/ 114630 h 382098"/>
              <a:gd name="connsiteX15" fmla="*/ 171944 w 458518"/>
              <a:gd name="connsiteY15" fmla="*/ 267469 h 382098"/>
              <a:gd name="connsiteX16" fmla="*/ 114630 w 458518"/>
              <a:gd name="connsiteY16" fmla="*/ 267469 h 382098"/>
              <a:gd name="connsiteX17" fmla="*/ 95525 w 458518"/>
              <a:gd name="connsiteY17" fmla="*/ 248364 h 382098"/>
              <a:gd name="connsiteX18" fmla="*/ 95525 w 458518"/>
              <a:gd name="connsiteY18" fmla="*/ 133734 h 382098"/>
              <a:gd name="connsiteX19" fmla="*/ 114630 w 458518"/>
              <a:gd name="connsiteY19" fmla="*/ 114630 h 382098"/>
              <a:gd name="connsiteX20" fmla="*/ 171944 w 458518"/>
              <a:gd name="connsiteY20" fmla="*/ 114630 h 382098"/>
              <a:gd name="connsiteX21" fmla="*/ 191049 w 458518"/>
              <a:gd name="connsiteY21" fmla="*/ 133734 h 382098"/>
              <a:gd name="connsiteX22" fmla="*/ 191049 w 458518"/>
              <a:gd name="connsiteY22" fmla="*/ 248364 h 382098"/>
              <a:gd name="connsiteX23" fmla="*/ 171944 w 458518"/>
              <a:gd name="connsiteY23" fmla="*/ 267469 h 382098"/>
              <a:gd name="connsiteX24" fmla="*/ 114630 w 458518"/>
              <a:gd name="connsiteY24" fmla="*/ 133734 h 382098"/>
              <a:gd name="connsiteX25" fmla="*/ 114630 w 458518"/>
              <a:gd name="connsiteY25" fmla="*/ 248364 h 382098"/>
              <a:gd name="connsiteX26" fmla="*/ 171944 w 458518"/>
              <a:gd name="connsiteY26" fmla="*/ 248364 h 382098"/>
              <a:gd name="connsiteX27" fmla="*/ 171944 w 458518"/>
              <a:gd name="connsiteY27" fmla="*/ 133734 h 382098"/>
              <a:gd name="connsiteX28" fmla="*/ 114630 w 458518"/>
              <a:gd name="connsiteY28" fmla="*/ 133734 h 382098"/>
              <a:gd name="connsiteX29" fmla="*/ 267469 w 458518"/>
              <a:gd name="connsiteY29" fmla="*/ 114630 h 382098"/>
              <a:gd name="connsiteX30" fmla="*/ 286574 w 458518"/>
              <a:gd name="connsiteY30" fmla="*/ 114630 h 382098"/>
              <a:gd name="connsiteX31" fmla="*/ 286574 w 458518"/>
              <a:gd name="connsiteY31" fmla="*/ 267469 h 382098"/>
              <a:gd name="connsiteX32" fmla="*/ 267469 w 458518"/>
              <a:gd name="connsiteY32" fmla="*/ 267469 h 382098"/>
              <a:gd name="connsiteX33" fmla="*/ 267469 w 458518"/>
              <a:gd name="connsiteY33" fmla="*/ 114630 h 382098"/>
              <a:gd name="connsiteX34" fmla="*/ 382098 w 458518"/>
              <a:gd name="connsiteY34" fmla="*/ 267469 h 382098"/>
              <a:gd name="connsiteX35" fmla="*/ 324784 w 458518"/>
              <a:gd name="connsiteY35" fmla="*/ 267469 h 382098"/>
              <a:gd name="connsiteX36" fmla="*/ 305679 w 458518"/>
              <a:gd name="connsiteY36" fmla="*/ 248364 h 382098"/>
              <a:gd name="connsiteX37" fmla="*/ 305679 w 458518"/>
              <a:gd name="connsiteY37" fmla="*/ 133734 h 382098"/>
              <a:gd name="connsiteX38" fmla="*/ 324784 w 458518"/>
              <a:gd name="connsiteY38" fmla="*/ 114630 h 382098"/>
              <a:gd name="connsiteX39" fmla="*/ 382098 w 458518"/>
              <a:gd name="connsiteY39" fmla="*/ 114630 h 382098"/>
              <a:gd name="connsiteX40" fmla="*/ 401203 w 458518"/>
              <a:gd name="connsiteY40" fmla="*/ 133734 h 382098"/>
              <a:gd name="connsiteX41" fmla="*/ 401203 w 458518"/>
              <a:gd name="connsiteY41" fmla="*/ 248364 h 382098"/>
              <a:gd name="connsiteX42" fmla="*/ 382098 w 458518"/>
              <a:gd name="connsiteY42" fmla="*/ 267469 h 382098"/>
              <a:gd name="connsiteX43" fmla="*/ 324784 w 458518"/>
              <a:gd name="connsiteY43" fmla="*/ 133734 h 382098"/>
              <a:gd name="connsiteX44" fmla="*/ 324784 w 458518"/>
              <a:gd name="connsiteY44" fmla="*/ 248364 h 382098"/>
              <a:gd name="connsiteX45" fmla="*/ 382098 w 458518"/>
              <a:gd name="connsiteY45" fmla="*/ 248364 h 382098"/>
              <a:gd name="connsiteX46" fmla="*/ 382098 w 458518"/>
              <a:gd name="connsiteY46" fmla="*/ 133734 h 382098"/>
              <a:gd name="connsiteX47" fmla="*/ 324784 w 458518"/>
              <a:gd name="connsiteY47" fmla="*/ 133734 h 382098"/>
              <a:gd name="connsiteX48" fmla="*/ 439413 w 458518"/>
              <a:gd name="connsiteY48" fmla="*/ 38210 h 382098"/>
              <a:gd name="connsiteX49" fmla="*/ 420308 w 458518"/>
              <a:gd name="connsiteY49" fmla="*/ 38210 h 382098"/>
              <a:gd name="connsiteX50" fmla="*/ 420308 w 458518"/>
              <a:gd name="connsiteY50" fmla="*/ 19105 h 382098"/>
              <a:gd name="connsiteX51" fmla="*/ 401203 w 458518"/>
              <a:gd name="connsiteY51" fmla="*/ 0 h 382098"/>
              <a:gd name="connsiteX52" fmla="*/ 362993 w 458518"/>
              <a:gd name="connsiteY52" fmla="*/ 0 h 382098"/>
              <a:gd name="connsiteX53" fmla="*/ 343889 w 458518"/>
              <a:gd name="connsiteY53" fmla="*/ 19105 h 382098"/>
              <a:gd name="connsiteX54" fmla="*/ 343889 w 458518"/>
              <a:gd name="connsiteY54" fmla="*/ 38210 h 382098"/>
              <a:gd name="connsiteX55" fmla="*/ 324784 w 458518"/>
              <a:gd name="connsiteY55" fmla="*/ 38210 h 382098"/>
              <a:gd name="connsiteX56" fmla="*/ 324784 w 458518"/>
              <a:gd name="connsiteY56" fmla="*/ 19105 h 382098"/>
              <a:gd name="connsiteX57" fmla="*/ 305679 w 458518"/>
              <a:gd name="connsiteY57" fmla="*/ 0 h 382098"/>
              <a:gd name="connsiteX58" fmla="*/ 267469 w 458518"/>
              <a:gd name="connsiteY58" fmla="*/ 0 h 382098"/>
              <a:gd name="connsiteX59" fmla="*/ 248364 w 458518"/>
              <a:gd name="connsiteY59" fmla="*/ 19105 h 382098"/>
              <a:gd name="connsiteX60" fmla="*/ 248364 w 458518"/>
              <a:gd name="connsiteY60" fmla="*/ 38210 h 382098"/>
              <a:gd name="connsiteX61" fmla="*/ 19105 w 458518"/>
              <a:gd name="connsiteY61" fmla="*/ 38210 h 382098"/>
              <a:gd name="connsiteX62" fmla="*/ 0 w 458518"/>
              <a:gd name="connsiteY62" fmla="*/ 55404 h 382098"/>
              <a:gd name="connsiteX63" fmla="*/ 0 w 458518"/>
              <a:gd name="connsiteY63" fmla="*/ 324784 h 382098"/>
              <a:gd name="connsiteX64" fmla="*/ 19105 w 458518"/>
              <a:gd name="connsiteY64" fmla="*/ 343889 h 382098"/>
              <a:gd name="connsiteX65" fmla="*/ 57315 w 458518"/>
              <a:gd name="connsiteY65" fmla="*/ 343889 h 382098"/>
              <a:gd name="connsiteX66" fmla="*/ 57315 w 458518"/>
              <a:gd name="connsiteY66" fmla="*/ 362993 h 382098"/>
              <a:gd name="connsiteX67" fmla="*/ 76420 w 458518"/>
              <a:gd name="connsiteY67" fmla="*/ 382098 h 382098"/>
              <a:gd name="connsiteX68" fmla="*/ 382098 w 458518"/>
              <a:gd name="connsiteY68" fmla="*/ 382098 h 382098"/>
              <a:gd name="connsiteX69" fmla="*/ 401203 w 458518"/>
              <a:gd name="connsiteY69" fmla="*/ 362993 h 382098"/>
              <a:gd name="connsiteX70" fmla="*/ 401203 w 458518"/>
              <a:gd name="connsiteY70" fmla="*/ 343889 h 382098"/>
              <a:gd name="connsiteX71" fmla="*/ 439413 w 458518"/>
              <a:gd name="connsiteY71" fmla="*/ 343889 h 382098"/>
              <a:gd name="connsiteX72" fmla="*/ 458518 w 458518"/>
              <a:gd name="connsiteY72" fmla="*/ 326694 h 382098"/>
              <a:gd name="connsiteX73" fmla="*/ 458518 w 458518"/>
              <a:gd name="connsiteY73" fmla="*/ 55404 h 382098"/>
              <a:gd name="connsiteX74" fmla="*/ 439413 w 458518"/>
              <a:gd name="connsiteY74" fmla="*/ 38210 h 382098"/>
              <a:gd name="connsiteX75" fmla="*/ 362993 w 458518"/>
              <a:gd name="connsiteY75" fmla="*/ 19105 h 382098"/>
              <a:gd name="connsiteX76" fmla="*/ 401203 w 458518"/>
              <a:gd name="connsiteY76" fmla="*/ 19105 h 382098"/>
              <a:gd name="connsiteX77" fmla="*/ 401203 w 458518"/>
              <a:gd name="connsiteY77" fmla="*/ 38210 h 382098"/>
              <a:gd name="connsiteX78" fmla="*/ 362993 w 458518"/>
              <a:gd name="connsiteY78" fmla="*/ 38210 h 382098"/>
              <a:gd name="connsiteX79" fmla="*/ 362993 w 458518"/>
              <a:gd name="connsiteY79" fmla="*/ 19105 h 382098"/>
              <a:gd name="connsiteX80" fmla="*/ 267469 w 458518"/>
              <a:gd name="connsiteY80" fmla="*/ 19105 h 382098"/>
              <a:gd name="connsiteX81" fmla="*/ 305679 w 458518"/>
              <a:gd name="connsiteY81" fmla="*/ 19105 h 382098"/>
              <a:gd name="connsiteX82" fmla="*/ 305679 w 458518"/>
              <a:gd name="connsiteY82" fmla="*/ 38210 h 382098"/>
              <a:gd name="connsiteX83" fmla="*/ 267469 w 458518"/>
              <a:gd name="connsiteY83" fmla="*/ 38210 h 382098"/>
              <a:gd name="connsiteX84" fmla="*/ 267469 w 458518"/>
              <a:gd name="connsiteY84" fmla="*/ 19105 h 382098"/>
              <a:gd name="connsiteX85" fmla="*/ 382098 w 458518"/>
              <a:gd name="connsiteY85" fmla="*/ 362993 h 382098"/>
              <a:gd name="connsiteX86" fmla="*/ 76420 w 458518"/>
              <a:gd name="connsiteY86" fmla="*/ 362993 h 382098"/>
              <a:gd name="connsiteX87" fmla="*/ 76420 w 458518"/>
              <a:gd name="connsiteY87" fmla="*/ 343889 h 382098"/>
              <a:gd name="connsiteX88" fmla="*/ 382098 w 458518"/>
              <a:gd name="connsiteY88" fmla="*/ 343889 h 382098"/>
              <a:gd name="connsiteX89" fmla="*/ 382098 w 458518"/>
              <a:gd name="connsiteY89" fmla="*/ 362993 h 382098"/>
              <a:gd name="connsiteX90" fmla="*/ 439413 w 458518"/>
              <a:gd name="connsiteY90" fmla="*/ 324784 h 382098"/>
              <a:gd name="connsiteX91" fmla="*/ 19105 w 458518"/>
              <a:gd name="connsiteY91" fmla="*/ 326694 h 382098"/>
              <a:gd name="connsiteX92" fmla="*/ 19105 w 458518"/>
              <a:gd name="connsiteY92" fmla="*/ 57315 h 382098"/>
              <a:gd name="connsiteX93" fmla="*/ 439413 w 458518"/>
              <a:gd name="connsiteY93" fmla="*/ 57315 h 382098"/>
              <a:gd name="connsiteX94" fmla="*/ 439413 w 458518"/>
              <a:gd name="connsiteY94" fmla="*/ 324784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458518" h="382098">
                <a:moveTo>
                  <a:pt x="219707" y="152839"/>
                </a:moveTo>
                <a:lnTo>
                  <a:pt x="238811" y="152839"/>
                </a:lnTo>
                <a:lnTo>
                  <a:pt x="238811" y="171944"/>
                </a:lnTo>
                <a:lnTo>
                  <a:pt x="219707" y="171944"/>
                </a:lnTo>
                <a:lnTo>
                  <a:pt x="219707" y="152839"/>
                </a:lnTo>
                <a:close/>
                <a:moveTo>
                  <a:pt x="219707" y="210154"/>
                </a:moveTo>
                <a:lnTo>
                  <a:pt x="238811" y="210154"/>
                </a:lnTo>
                <a:lnTo>
                  <a:pt x="238811" y="229259"/>
                </a:lnTo>
                <a:lnTo>
                  <a:pt x="219707" y="229259"/>
                </a:lnTo>
                <a:lnTo>
                  <a:pt x="219707" y="210154"/>
                </a:lnTo>
                <a:close/>
                <a:moveTo>
                  <a:pt x="57315" y="114630"/>
                </a:moveTo>
                <a:lnTo>
                  <a:pt x="76420" y="114630"/>
                </a:lnTo>
                <a:lnTo>
                  <a:pt x="76420" y="267469"/>
                </a:lnTo>
                <a:lnTo>
                  <a:pt x="57315" y="267469"/>
                </a:lnTo>
                <a:lnTo>
                  <a:pt x="57315" y="114630"/>
                </a:lnTo>
                <a:close/>
                <a:moveTo>
                  <a:pt x="171944" y="267469"/>
                </a:moveTo>
                <a:lnTo>
                  <a:pt x="114630" y="267469"/>
                </a:lnTo>
                <a:cubicBezTo>
                  <a:pt x="103167" y="267469"/>
                  <a:pt x="95525" y="259827"/>
                  <a:pt x="95525" y="248364"/>
                </a:cubicBezTo>
                <a:lnTo>
                  <a:pt x="95525" y="133734"/>
                </a:lnTo>
                <a:cubicBezTo>
                  <a:pt x="95525" y="122271"/>
                  <a:pt x="103167" y="114630"/>
                  <a:pt x="114630" y="114630"/>
                </a:cubicBezTo>
                <a:lnTo>
                  <a:pt x="171944" y="114630"/>
                </a:lnTo>
                <a:cubicBezTo>
                  <a:pt x="183407" y="114630"/>
                  <a:pt x="191049" y="122271"/>
                  <a:pt x="191049" y="133734"/>
                </a:cubicBezTo>
                <a:lnTo>
                  <a:pt x="191049" y="248364"/>
                </a:lnTo>
                <a:cubicBezTo>
                  <a:pt x="191049" y="259827"/>
                  <a:pt x="183407" y="267469"/>
                  <a:pt x="171944" y="267469"/>
                </a:cubicBezTo>
                <a:close/>
                <a:moveTo>
                  <a:pt x="114630" y="133734"/>
                </a:moveTo>
                <a:lnTo>
                  <a:pt x="114630" y="248364"/>
                </a:lnTo>
                <a:lnTo>
                  <a:pt x="171944" y="248364"/>
                </a:lnTo>
                <a:lnTo>
                  <a:pt x="171944" y="133734"/>
                </a:lnTo>
                <a:lnTo>
                  <a:pt x="114630" y="133734"/>
                </a:lnTo>
                <a:close/>
                <a:moveTo>
                  <a:pt x="267469" y="114630"/>
                </a:moveTo>
                <a:lnTo>
                  <a:pt x="286574" y="114630"/>
                </a:lnTo>
                <a:lnTo>
                  <a:pt x="286574" y="267469"/>
                </a:lnTo>
                <a:lnTo>
                  <a:pt x="267469" y="267469"/>
                </a:lnTo>
                <a:lnTo>
                  <a:pt x="267469" y="114630"/>
                </a:lnTo>
                <a:close/>
                <a:moveTo>
                  <a:pt x="382098" y="267469"/>
                </a:moveTo>
                <a:lnTo>
                  <a:pt x="324784" y="267469"/>
                </a:lnTo>
                <a:cubicBezTo>
                  <a:pt x="313321" y="267469"/>
                  <a:pt x="305679" y="259827"/>
                  <a:pt x="305679" y="248364"/>
                </a:cubicBezTo>
                <a:lnTo>
                  <a:pt x="305679" y="133734"/>
                </a:lnTo>
                <a:cubicBezTo>
                  <a:pt x="305679" y="122271"/>
                  <a:pt x="313321" y="114630"/>
                  <a:pt x="324784" y="114630"/>
                </a:cubicBezTo>
                <a:lnTo>
                  <a:pt x="382098" y="114630"/>
                </a:lnTo>
                <a:cubicBezTo>
                  <a:pt x="393561" y="114630"/>
                  <a:pt x="401203" y="122271"/>
                  <a:pt x="401203" y="133734"/>
                </a:cubicBezTo>
                <a:lnTo>
                  <a:pt x="401203" y="248364"/>
                </a:lnTo>
                <a:cubicBezTo>
                  <a:pt x="401203" y="259827"/>
                  <a:pt x="393561" y="267469"/>
                  <a:pt x="382098" y="267469"/>
                </a:cubicBezTo>
                <a:close/>
                <a:moveTo>
                  <a:pt x="324784" y="133734"/>
                </a:moveTo>
                <a:lnTo>
                  <a:pt x="324784" y="248364"/>
                </a:lnTo>
                <a:lnTo>
                  <a:pt x="382098" y="248364"/>
                </a:lnTo>
                <a:lnTo>
                  <a:pt x="382098" y="133734"/>
                </a:lnTo>
                <a:lnTo>
                  <a:pt x="324784" y="133734"/>
                </a:lnTo>
                <a:close/>
                <a:moveTo>
                  <a:pt x="439413" y="38210"/>
                </a:moveTo>
                <a:lnTo>
                  <a:pt x="420308" y="38210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lnTo>
                  <a:pt x="362993" y="0"/>
                </a:lnTo>
                <a:cubicBezTo>
                  <a:pt x="351530" y="0"/>
                  <a:pt x="343889" y="7642"/>
                  <a:pt x="343889" y="19105"/>
                </a:cubicBezTo>
                <a:lnTo>
                  <a:pt x="343889" y="38210"/>
                </a:lnTo>
                <a:lnTo>
                  <a:pt x="324784" y="38210"/>
                </a:lnTo>
                <a:lnTo>
                  <a:pt x="324784" y="19105"/>
                </a:lnTo>
                <a:cubicBezTo>
                  <a:pt x="324784" y="7642"/>
                  <a:pt x="317142" y="0"/>
                  <a:pt x="305679" y="0"/>
                </a:cubicBezTo>
                <a:lnTo>
                  <a:pt x="267469" y="0"/>
                </a:lnTo>
                <a:cubicBezTo>
                  <a:pt x="256006" y="0"/>
                  <a:pt x="248364" y="7642"/>
                  <a:pt x="248364" y="19105"/>
                </a:cubicBezTo>
                <a:lnTo>
                  <a:pt x="248364" y="38210"/>
                </a:lnTo>
                <a:lnTo>
                  <a:pt x="19105" y="38210"/>
                </a:lnTo>
                <a:cubicBezTo>
                  <a:pt x="9552" y="38210"/>
                  <a:pt x="0" y="45852"/>
                  <a:pt x="0" y="55404"/>
                </a:cubicBezTo>
                <a:lnTo>
                  <a:pt x="0" y="324784"/>
                </a:lnTo>
                <a:cubicBezTo>
                  <a:pt x="0" y="336247"/>
                  <a:pt x="9552" y="343889"/>
                  <a:pt x="19105" y="343889"/>
                </a:cubicBezTo>
                <a:lnTo>
                  <a:pt x="57315" y="343889"/>
                </a:lnTo>
                <a:lnTo>
                  <a:pt x="57315" y="362993"/>
                </a:lnTo>
                <a:cubicBezTo>
                  <a:pt x="57315" y="374456"/>
                  <a:pt x="64957" y="382098"/>
                  <a:pt x="76420" y="382098"/>
                </a:cubicBezTo>
                <a:lnTo>
                  <a:pt x="382098" y="382098"/>
                </a:lnTo>
                <a:cubicBezTo>
                  <a:pt x="393561" y="382098"/>
                  <a:pt x="401203" y="374456"/>
                  <a:pt x="401203" y="362993"/>
                </a:cubicBezTo>
                <a:lnTo>
                  <a:pt x="401203" y="343889"/>
                </a:lnTo>
                <a:lnTo>
                  <a:pt x="439413" y="343889"/>
                </a:lnTo>
                <a:cubicBezTo>
                  <a:pt x="448966" y="343889"/>
                  <a:pt x="458518" y="336247"/>
                  <a:pt x="458518" y="326694"/>
                </a:cubicBezTo>
                <a:lnTo>
                  <a:pt x="458518" y="55404"/>
                </a:lnTo>
                <a:cubicBezTo>
                  <a:pt x="458518" y="45852"/>
                  <a:pt x="448966" y="38210"/>
                  <a:pt x="439413" y="38210"/>
                </a:cubicBezTo>
                <a:close/>
                <a:moveTo>
                  <a:pt x="362993" y="19105"/>
                </a:moveTo>
                <a:lnTo>
                  <a:pt x="401203" y="19105"/>
                </a:lnTo>
                <a:lnTo>
                  <a:pt x="401203" y="38210"/>
                </a:lnTo>
                <a:lnTo>
                  <a:pt x="362993" y="38210"/>
                </a:lnTo>
                <a:lnTo>
                  <a:pt x="362993" y="19105"/>
                </a:lnTo>
                <a:close/>
                <a:moveTo>
                  <a:pt x="267469" y="19105"/>
                </a:moveTo>
                <a:lnTo>
                  <a:pt x="305679" y="19105"/>
                </a:lnTo>
                <a:lnTo>
                  <a:pt x="305679" y="38210"/>
                </a:lnTo>
                <a:lnTo>
                  <a:pt x="267469" y="38210"/>
                </a:lnTo>
                <a:lnTo>
                  <a:pt x="267469" y="19105"/>
                </a:lnTo>
                <a:close/>
                <a:moveTo>
                  <a:pt x="382098" y="362993"/>
                </a:moveTo>
                <a:lnTo>
                  <a:pt x="76420" y="362993"/>
                </a:lnTo>
                <a:lnTo>
                  <a:pt x="76420" y="343889"/>
                </a:lnTo>
                <a:lnTo>
                  <a:pt x="382098" y="343889"/>
                </a:lnTo>
                <a:lnTo>
                  <a:pt x="382098" y="362993"/>
                </a:lnTo>
                <a:close/>
                <a:moveTo>
                  <a:pt x="439413" y="324784"/>
                </a:moveTo>
                <a:lnTo>
                  <a:pt x="19105" y="326694"/>
                </a:lnTo>
                <a:lnTo>
                  <a:pt x="19105" y="57315"/>
                </a:lnTo>
                <a:lnTo>
                  <a:pt x="439413" y="57315"/>
                </a:lnTo>
                <a:lnTo>
                  <a:pt x="439413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00" descr="Coffee icon.">
            <a:extLst>
              <a:ext uri="{FF2B5EF4-FFF2-40B4-BE49-F238E27FC236}">
                <a16:creationId xmlns:a16="http://schemas.microsoft.com/office/drawing/2014/main" id="{5E1FFBCF-3578-4538-B62A-387FD5B1E681}"/>
              </a:ext>
            </a:extLst>
          </p:cNvPr>
          <p:cNvSpPr>
            <a:spLocks noChangeAspect="1"/>
          </p:cNvSpPr>
          <p:nvPr/>
        </p:nvSpPr>
        <p:spPr>
          <a:xfrm>
            <a:off x="10798672" y="1408897"/>
            <a:ext cx="418397" cy="420308"/>
          </a:xfrm>
          <a:custGeom>
            <a:avLst/>
            <a:gdLst>
              <a:gd name="connsiteX0" fmla="*/ 0 w 418397"/>
              <a:gd name="connsiteY0" fmla="*/ 401203 h 420308"/>
              <a:gd name="connsiteX1" fmla="*/ 418398 w 418397"/>
              <a:gd name="connsiteY1" fmla="*/ 401203 h 420308"/>
              <a:gd name="connsiteX2" fmla="*/ 418398 w 418397"/>
              <a:gd name="connsiteY2" fmla="*/ 420308 h 420308"/>
              <a:gd name="connsiteX3" fmla="*/ 0 w 418397"/>
              <a:gd name="connsiteY3" fmla="*/ 420308 h 420308"/>
              <a:gd name="connsiteX4" fmla="*/ 0 w 418397"/>
              <a:gd name="connsiteY4" fmla="*/ 401203 h 420308"/>
              <a:gd name="connsiteX5" fmla="*/ 194870 w 418397"/>
              <a:gd name="connsiteY5" fmla="*/ 74509 h 420308"/>
              <a:gd name="connsiteX6" fmla="*/ 213975 w 418397"/>
              <a:gd name="connsiteY6" fmla="*/ 82151 h 420308"/>
              <a:gd name="connsiteX7" fmla="*/ 238811 w 418397"/>
              <a:gd name="connsiteY7" fmla="*/ 95525 h 420308"/>
              <a:gd name="connsiteX8" fmla="*/ 246453 w 418397"/>
              <a:gd name="connsiteY8" fmla="*/ 114630 h 420308"/>
              <a:gd name="connsiteX9" fmla="*/ 265558 w 418397"/>
              <a:gd name="connsiteY9" fmla="*/ 114630 h 420308"/>
              <a:gd name="connsiteX10" fmla="*/ 265558 w 418397"/>
              <a:gd name="connsiteY10" fmla="*/ 110809 h 420308"/>
              <a:gd name="connsiteX11" fmla="*/ 252185 w 418397"/>
              <a:gd name="connsiteY11" fmla="*/ 82151 h 420308"/>
              <a:gd name="connsiteX12" fmla="*/ 219707 w 418397"/>
              <a:gd name="connsiteY12" fmla="*/ 64957 h 420308"/>
              <a:gd name="connsiteX13" fmla="*/ 202512 w 418397"/>
              <a:gd name="connsiteY13" fmla="*/ 57315 h 420308"/>
              <a:gd name="connsiteX14" fmla="*/ 181497 w 418397"/>
              <a:gd name="connsiteY14" fmla="*/ 34389 h 420308"/>
              <a:gd name="connsiteX15" fmla="*/ 177676 w 418397"/>
              <a:gd name="connsiteY15" fmla="*/ 1910 h 420308"/>
              <a:gd name="connsiteX16" fmla="*/ 177676 w 418397"/>
              <a:gd name="connsiteY16" fmla="*/ 0 h 420308"/>
              <a:gd name="connsiteX17" fmla="*/ 158571 w 418397"/>
              <a:gd name="connsiteY17" fmla="*/ 0 h 420308"/>
              <a:gd name="connsiteX18" fmla="*/ 162392 w 418397"/>
              <a:gd name="connsiteY18" fmla="*/ 42031 h 420308"/>
              <a:gd name="connsiteX19" fmla="*/ 194870 w 418397"/>
              <a:gd name="connsiteY19" fmla="*/ 74509 h 420308"/>
              <a:gd name="connsiteX20" fmla="*/ 97435 w 418397"/>
              <a:gd name="connsiteY20" fmla="*/ 74509 h 420308"/>
              <a:gd name="connsiteX21" fmla="*/ 116540 w 418397"/>
              <a:gd name="connsiteY21" fmla="*/ 82151 h 420308"/>
              <a:gd name="connsiteX22" fmla="*/ 141376 w 418397"/>
              <a:gd name="connsiteY22" fmla="*/ 95525 h 420308"/>
              <a:gd name="connsiteX23" fmla="*/ 149018 w 418397"/>
              <a:gd name="connsiteY23" fmla="*/ 114630 h 420308"/>
              <a:gd name="connsiteX24" fmla="*/ 168123 w 418397"/>
              <a:gd name="connsiteY24" fmla="*/ 114630 h 420308"/>
              <a:gd name="connsiteX25" fmla="*/ 168123 w 418397"/>
              <a:gd name="connsiteY25" fmla="*/ 110809 h 420308"/>
              <a:gd name="connsiteX26" fmla="*/ 154750 w 418397"/>
              <a:gd name="connsiteY26" fmla="*/ 84062 h 420308"/>
              <a:gd name="connsiteX27" fmla="*/ 122271 w 418397"/>
              <a:gd name="connsiteY27" fmla="*/ 66867 h 420308"/>
              <a:gd name="connsiteX28" fmla="*/ 106988 w 418397"/>
              <a:gd name="connsiteY28" fmla="*/ 59225 h 420308"/>
              <a:gd name="connsiteX29" fmla="*/ 85972 w 418397"/>
              <a:gd name="connsiteY29" fmla="*/ 34389 h 420308"/>
              <a:gd name="connsiteX30" fmla="*/ 82151 w 418397"/>
              <a:gd name="connsiteY30" fmla="*/ 1910 h 420308"/>
              <a:gd name="connsiteX31" fmla="*/ 82151 w 418397"/>
              <a:gd name="connsiteY31" fmla="*/ 0 h 420308"/>
              <a:gd name="connsiteX32" fmla="*/ 63046 w 418397"/>
              <a:gd name="connsiteY32" fmla="*/ 0 h 420308"/>
              <a:gd name="connsiteX33" fmla="*/ 68778 w 418397"/>
              <a:gd name="connsiteY33" fmla="*/ 42031 h 420308"/>
              <a:gd name="connsiteX34" fmla="*/ 97435 w 418397"/>
              <a:gd name="connsiteY34" fmla="*/ 74509 h 420308"/>
              <a:gd name="connsiteX35" fmla="*/ 84062 w 418397"/>
              <a:gd name="connsiteY35" fmla="*/ 382098 h 420308"/>
              <a:gd name="connsiteX36" fmla="*/ 275111 w 418397"/>
              <a:gd name="connsiteY36" fmla="*/ 382098 h 420308"/>
              <a:gd name="connsiteX37" fmla="*/ 322873 w 418397"/>
              <a:gd name="connsiteY37" fmla="*/ 334336 h 420308"/>
              <a:gd name="connsiteX38" fmla="*/ 322873 w 418397"/>
              <a:gd name="connsiteY38" fmla="*/ 267469 h 420308"/>
              <a:gd name="connsiteX39" fmla="*/ 351530 w 418397"/>
              <a:gd name="connsiteY39" fmla="*/ 267469 h 420308"/>
              <a:gd name="connsiteX40" fmla="*/ 418398 w 418397"/>
              <a:gd name="connsiteY40" fmla="*/ 200602 h 420308"/>
              <a:gd name="connsiteX41" fmla="*/ 351530 w 418397"/>
              <a:gd name="connsiteY41" fmla="*/ 133734 h 420308"/>
              <a:gd name="connsiteX42" fmla="*/ 55404 w 418397"/>
              <a:gd name="connsiteY42" fmla="*/ 133734 h 420308"/>
              <a:gd name="connsiteX43" fmla="*/ 36299 w 418397"/>
              <a:gd name="connsiteY43" fmla="*/ 152839 h 420308"/>
              <a:gd name="connsiteX44" fmla="*/ 36299 w 418397"/>
              <a:gd name="connsiteY44" fmla="*/ 334336 h 420308"/>
              <a:gd name="connsiteX45" fmla="*/ 84062 w 418397"/>
              <a:gd name="connsiteY45" fmla="*/ 382098 h 420308"/>
              <a:gd name="connsiteX46" fmla="*/ 351530 w 418397"/>
              <a:gd name="connsiteY46" fmla="*/ 152839 h 420308"/>
              <a:gd name="connsiteX47" fmla="*/ 399293 w 418397"/>
              <a:gd name="connsiteY47" fmla="*/ 200602 h 420308"/>
              <a:gd name="connsiteX48" fmla="*/ 351530 w 418397"/>
              <a:gd name="connsiteY48" fmla="*/ 248364 h 420308"/>
              <a:gd name="connsiteX49" fmla="*/ 322873 w 418397"/>
              <a:gd name="connsiteY49" fmla="*/ 248364 h 420308"/>
              <a:gd name="connsiteX50" fmla="*/ 322873 w 418397"/>
              <a:gd name="connsiteY50" fmla="*/ 152839 h 420308"/>
              <a:gd name="connsiteX51" fmla="*/ 351530 w 418397"/>
              <a:gd name="connsiteY51" fmla="*/ 152839 h 420308"/>
              <a:gd name="connsiteX52" fmla="*/ 55404 w 418397"/>
              <a:gd name="connsiteY52" fmla="*/ 152839 h 420308"/>
              <a:gd name="connsiteX53" fmla="*/ 303768 w 418397"/>
              <a:gd name="connsiteY53" fmla="*/ 152839 h 420308"/>
              <a:gd name="connsiteX54" fmla="*/ 303768 w 418397"/>
              <a:gd name="connsiteY54" fmla="*/ 334336 h 420308"/>
              <a:gd name="connsiteX55" fmla="*/ 275111 w 418397"/>
              <a:gd name="connsiteY55" fmla="*/ 362993 h 420308"/>
              <a:gd name="connsiteX56" fmla="*/ 84062 w 418397"/>
              <a:gd name="connsiteY56" fmla="*/ 362993 h 420308"/>
              <a:gd name="connsiteX57" fmla="*/ 55404 w 418397"/>
              <a:gd name="connsiteY57" fmla="*/ 334336 h 420308"/>
              <a:gd name="connsiteX58" fmla="*/ 55404 w 418397"/>
              <a:gd name="connsiteY58" fmla="*/ 15283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18397" h="420308">
                <a:moveTo>
                  <a:pt x="0" y="401203"/>
                </a:moveTo>
                <a:lnTo>
                  <a:pt x="418398" y="401203"/>
                </a:lnTo>
                <a:lnTo>
                  <a:pt x="418398" y="420308"/>
                </a:lnTo>
                <a:lnTo>
                  <a:pt x="0" y="420308"/>
                </a:lnTo>
                <a:lnTo>
                  <a:pt x="0" y="401203"/>
                </a:lnTo>
                <a:close/>
                <a:moveTo>
                  <a:pt x="194870" y="74509"/>
                </a:moveTo>
                <a:cubicBezTo>
                  <a:pt x="200602" y="78330"/>
                  <a:pt x="208244" y="80241"/>
                  <a:pt x="213975" y="82151"/>
                </a:cubicBezTo>
                <a:cubicBezTo>
                  <a:pt x="223528" y="84062"/>
                  <a:pt x="231169" y="89793"/>
                  <a:pt x="238811" y="95525"/>
                </a:cubicBezTo>
                <a:cubicBezTo>
                  <a:pt x="242632" y="101256"/>
                  <a:pt x="244543" y="108898"/>
                  <a:pt x="246453" y="114630"/>
                </a:cubicBezTo>
                <a:lnTo>
                  <a:pt x="265558" y="114630"/>
                </a:lnTo>
                <a:lnTo>
                  <a:pt x="265558" y="110809"/>
                </a:lnTo>
                <a:cubicBezTo>
                  <a:pt x="263648" y="101256"/>
                  <a:pt x="259827" y="89793"/>
                  <a:pt x="252185" y="82151"/>
                </a:cubicBezTo>
                <a:cubicBezTo>
                  <a:pt x="242632" y="74509"/>
                  <a:pt x="233080" y="68778"/>
                  <a:pt x="219707" y="64957"/>
                </a:cubicBezTo>
                <a:cubicBezTo>
                  <a:pt x="213975" y="63046"/>
                  <a:pt x="208244" y="61136"/>
                  <a:pt x="202512" y="57315"/>
                </a:cubicBezTo>
                <a:cubicBezTo>
                  <a:pt x="192960" y="51583"/>
                  <a:pt x="185318" y="43941"/>
                  <a:pt x="181497" y="34389"/>
                </a:cubicBezTo>
                <a:cubicBezTo>
                  <a:pt x="177676" y="22926"/>
                  <a:pt x="175765" y="11463"/>
                  <a:pt x="177676" y="1910"/>
                </a:cubicBezTo>
                <a:lnTo>
                  <a:pt x="177676" y="0"/>
                </a:lnTo>
                <a:lnTo>
                  <a:pt x="158571" y="0"/>
                </a:lnTo>
                <a:cubicBezTo>
                  <a:pt x="156660" y="13373"/>
                  <a:pt x="158571" y="28657"/>
                  <a:pt x="162392" y="42031"/>
                </a:cubicBezTo>
                <a:cubicBezTo>
                  <a:pt x="170034" y="55404"/>
                  <a:pt x="181497" y="68778"/>
                  <a:pt x="194870" y="74509"/>
                </a:cubicBezTo>
                <a:close/>
                <a:moveTo>
                  <a:pt x="97435" y="74509"/>
                </a:moveTo>
                <a:cubicBezTo>
                  <a:pt x="103167" y="78330"/>
                  <a:pt x="110809" y="80241"/>
                  <a:pt x="116540" y="82151"/>
                </a:cubicBezTo>
                <a:cubicBezTo>
                  <a:pt x="126092" y="84062"/>
                  <a:pt x="133734" y="89793"/>
                  <a:pt x="141376" y="95525"/>
                </a:cubicBezTo>
                <a:cubicBezTo>
                  <a:pt x="145197" y="101256"/>
                  <a:pt x="149018" y="108898"/>
                  <a:pt x="149018" y="114630"/>
                </a:cubicBezTo>
                <a:lnTo>
                  <a:pt x="168123" y="114630"/>
                </a:lnTo>
                <a:lnTo>
                  <a:pt x="168123" y="110809"/>
                </a:lnTo>
                <a:cubicBezTo>
                  <a:pt x="166213" y="101256"/>
                  <a:pt x="162392" y="91704"/>
                  <a:pt x="154750" y="84062"/>
                </a:cubicBezTo>
                <a:cubicBezTo>
                  <a:pt x="145197" y="76420"/>
                  <a:pt x="135645" y="70688"/>
                  <a:pt x="122271" y="66867"/>
                </a:cubicBezTo>
                <a:cubicBezTo>
                  <a:pt x="118450" y="63046"/>
                  <a:pt x="112719" y="61136"/>
                  <a:pt x="106988" y="59225"/>
                </a:cubicBezTo>
                <a:cubicBezTo>
                  <a:pt x="97435" y="53494"/>
                  <a:pt x="89793" y="45852"/>
                  <a:pt x="85972" y="34389"/>
                </a:cubicBezTo>
                <a:cubicBezTo>
                  <a:pt x="82151" y="24836"/>
                  <a:pt x="80241" y="13373"/>
                  <a:pt x="82151" y="1910"/>
                </a:cubicBezTo>
                <a:lnTo>
                  <a:pt x="82151" y="0"/>
                </a:lnTo>
                <a:lnTo>
                  <a:pt x="63046" y="0"/>
                </a:lnTo>
                <a:cubicBezTo>
                  <a:pt x="61136" y="13373"/>
                  <a:pt x="63046" y="28657"/>
                  <a:pt x="68778" y="42031"/>
                </a:cubicBezTo>
                <a:cubicBezTo>
                  <a:pt x="74509" y="55404"/>
                  <a:pt x="84062" y="68778"/>
                  <a:pt x="97435" y="74509"/>
                </a:cubicBezTo>
                <a:close/>
                <a:moveTo>
                  <a:pt x="84062" y="382098"/>
                </a:moveTo>
                <a:lnTo>
                  <a:pt x="275111" y="382098"/>
                </a:lnTo>
                <a:cubicBezTo>
                  <a:pt x="301858" y="382098"/>
                  <a:pt x="322873" y="361083"/>
                  <a:pt x="322873" y="334336"/>
                </a:cubicBezTo>
                <a:lnTo>
                  <a:pt x="322873" y="267469"/>
                </a:lnTo>
                <a:lnTo>
                  <a:pt x="351530" y="267469"/>
                </a:lnTo>
                <a:cubicBezTo>
                  <a:pt x="387830" y="267469"/>
                  <a:pt x="418398" y="236901"/>
                  <a:pt x="418398" y="200602"/>
                </a:cubicBezTo>
                <a:cubicBezTo>
                  <a:pt x="418398" y="164302"/>
                  <a:pt x="387830" y="133734"/>
                  <a:pt x="351530" y="133734"/>
                </a:cubicBezTo>
                <a:lnTo>
                  <a:pt x="55404" y="133734"/>
                </a:lnTo>
                <a:cubicBezTo>
                  <a:pt x="43941" y="133734"/>
                  <a:pt x="36299" y="141376"/>
                  <a:pt x="36299" y="152839"/>
                </a:cubicBezTo>
                <a:lnTo>
                  <a:pt x="36299" y="334336"/>
                </a:lnTo>
                <a:cubicBezTo>
                  <a:pt x="36299" y="361083"/>
                  <a:pt x="57315" y="382098"/>
                  <a:pt x="84062" y="382098"/>
                </a:cubicBezTo>
                <a:close/>
                <a:moveTo>
                  <a:pt x="351530" y="152839"/>
                </a:moveTo>
                <a:cubicBezTo>
                  <a:pt x="378277" y="152839"/>
                  <a:pt x="399293" y="173855"/>
                  <a:pt x="399293" y="200602"/>
                </a:cubicBezTo>
                <a:cubicBezTo>
                  <a:pt x="399293" y="227349"/>
                  <a:pt x="378277" y="248364"/>
                  <a:pt x="351530" y="248364"/>
                </a:cubicBezTo>
                <a:lnTo>
                  <a:pt x="322873" y="248364"/>
                </a:lnTo>
                <a:lnTo>
                  <a:pt x="322873" y="152839"/>
                </a:lnTo>
                <a:lnTo>
                  <a:pt x="351530" y="152839"/>
                </a:lnTo>
                <a:close/>
                <a:moveTo>
                  <a:pt x="55404" y="152839"/>
                </a:moveTo>
                <a:lnTo>
                  <a:pt x="303768" y="152839"/>
                </a:lnTo>
                <a:lnTo>
                  <a:pt x="303768" y="334336"/>
                </a:lnTo>
                <a:cubicBezTo>
                  <a:pt x="303768" y="349620"/>
                  <a:pt x="290395" y="362993"/>
                  <a:pt x="275111" y="362993"/>
                </a:cubicBezTo>
                <a:lnTo>
                  <a:pt x="84062" y="362993"/>
                </a:lnTo>
                <a:cubicBezTo>
                  <a:pt x="68778" y="362993"/>
                  <a:pt x="55404" y="349620"/>
                  <a:pt x="55404" y="334336"/>
                </a:cubicBezTo>
                <a:lnTo>
                  <a:pt x="55404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08" descr="Fan icon.">
            <a:extLst>
              <a:ext uri="{FF2B5EF4-FFF2-40B4-BE49-F238E27FC236}">
                <a16:creationId xmlns:a16="http://schemas.microsoft.com/office/drawing/2014/main" id="{BED5460F-EB4D-4AB2-9A76-67DAD2095A9B}"/>
              </a:ext>
            </a:extLst>
          </p:cNvPr>
          <p:cNvSpPr>
            <a:spLocks noChangeAspect="1"/>
          </p:cNvSpPr>
          <p:nvPr/>
        </p:nvSpPr>
        <p:spPr>
          <a:xfrm>
            <a:off x="943671" y="2442852"/>
            <a:ext cx="458518" cy="305678"/>
          </a:xfrm>
          <a:custGeom>
            <a:avLst/>
            <a:gdLst>
              <a:gd name="connsiteX0" fmla="*/ 393561 w 458518"/>
              <a:gd name="connsiteY0" fmla="*/ 59225 h 305678"/>
              <a:gd name="connsiteX1" fmla="*/ 229259 w 458518"/>
              <a:gd name="connsiteY1" fmla="*/ 0 h 305678"/>
              <a:gd name="connsiteX2" fmla="*/ 229259 w 458518"/>
              <a:gd name="connsiteY2" fmla="*/ 0 h 305678"/>
              <a:gd name="connsiteX3" fmla="*/ 0 w 458518"/>
              <a:gd name="connsiteY3" fmla="*/ 152839 h 305678"/>
              <a:gd name="connsiteX4" fmla="*/ 64957 w 458518"/>
              <a:gd name="connsiteY4" fmla="*/ 248364 h 305678"/>
              <a:gd name="connsiteX5" fmla="*/ 229259 w 458518"/>
              <a:gd name="connsiteY5" fmla="*/ 305679 h 305678"/>
              <a:gd name="connsiteX6" fmla="*/ 229259 w 458518"/>
              <a:gd name="connsiteY6" fmla="*/ 305679 h 305678"/>
              <a:gd name="connsiteX7" fmla="*/ 458518 w 458518"/>
              <a:gd name="connsiteY7" fmla="*/ 152839 h 305678"/>
              <a:gd name="connsiteX8" fmla="*/ 393561 w 458518"/>
              <a:gd name="connsiteY8" fmla="*/ 59225 h 305678"/>
              <a:gd name="connsiteX9" fmla="*/ 437503 w 458518"/>
              <a:gd name="connsiteY9" fmla="*/ 143287 h 305678"/>
              <a:gd name="connsiteX10" fmla="*/ 345799 w 458518"/>
              <a:gd name="connsiteY10" fmla="*/ 143287 h 305678"/>
              <a:gd name="connsiteX11" fmla="*/ 378277 w 458518"/>
              <a:gd name="connsiteY11" fmla="*/ 70688 h 305678"/>
              <a:gd name="connsiteX12" fmla="*/ 382098 w 458518"/>
              <a:gd name="connsiteY12" fmla="*/ 74509 h 305678"/>
              <a:gd name="connsiteX13" fmla="*/ 437503 w 458518"/>
              <a:gd name="connsiteY13" fmla="*/ 143287 h 305678"/>
              <a:gd name="connsiteX14" fmla="*/ 229259 w 458518"/>
              <a:gd name="connsiteY14" fmla="*/ 19105 h 305678"/>
              <a:gd name="connsiteX15" fmla="*/ 361083 w 458518"/>
              <a:gd name="connsiteY15" fmla="*/ 59225 h 305678"/>
              <a:gd name="connsiteX16" fmla="*/ 326694 w 458518"/>
              <a:gd name="connsiteY16" fmla="*/ 143287 h 305678"/>
              <a:gd name="connsiteX17" fmla="*/ 286574 w 458518"/>
              <a:gd name="connsiteY17" fmla="*/ 143287 h 305678"/>
              <a:gd name="connsiteX18" fmla="*/ 286574 w 458518"/>
              <a:gd name="connsiteY18" fmla="*/ 114630 h 305678"/>
              <a:gd name="connsiteX19" fmla="*/ 267469 w 458518"/>
              <a:gd name="connsiteY19" fmla="*/ 114630 h 305678"/>
              <a:gd name="connsiteX20" fmla="*/ 267469 w 458518"/>
              <a:gd name="connsiteY20" fmla="*/ 143287 h 305678"/>
              <a:gd name="connsiteX21" fmla="*/ 238811 w 458518"/>
              <a:gd name="connsiteY21" fmla="*/ 143287 h 305678"/>
              <a:gd name="connsiteX22" fmla="*/ 238811 w 458518"/>
              <a:gd name="connsiteY22" fmla="*/ 114630 h 305678"/>
              <a:gd name="connsiteX23" fmla="*/ 219707 w 458518"/>
              <a:gd name="connsiteY23" fmla="*/ 114630 h 305678"/>
              <a:gd name="connsiteX24" fmla="*/ 219707 w 458518"/>
              <a:gd name="connsiteY24" fmla="*/ 143287 h 305678"/>
              <a:gd name="connsiteX25" fmla="*/ 191049 w 458518"/>
              <a:gd name="connsiteY25" fmla="*/ 143287 h 305678"/>
              <a:gd name="connsiteX26" fmla="*/ 191049 w 458518"/>
              <a:gd name="connsiteY26" fmla="*/ 114630 h 305678"/>
              <a:gd name="connsiteX27" fmla="*/ 171944 w 458518"/>
              <a:gd name="connsiteY27" fmla="*/ 114630 h 305678"/>
              <a:gd name="connsiteX28" fmla="*/ 171944 w 458518"/>
              <a:gd name="connsiteY28" fmla="*/ 143287 h 305678"/>
              <a:gd name="connsiteX29" fmla="*/ 129913 w 458518"/>
              <a:gd name="connsiteY29" fmla="*/ 143287 h 305678"/>
              <a:gd name="connsiteX30" fmla="*/ 95525 w 458518"/>
              <a:gd name="connsiteY30" fmla="*/ 59225 h 305678"/>
              <a:gd name="connsiteX31" fmla="*/ 229259 w 458518"/>
              <a:gd name="connsiteY31" fmla="*/ 19105 h 305678"/>
              <a:gd name="connsiteX32" fmla="*/ 80241 w 458518"/>
              <a:gd name="connsiteY32" fmla="*/ 70688 h 305678"/>
              <a:gd name="connsiteX33" fmla="*/ 110809 w 458518"/>
              <a:gd name="connsiteY33" fmla="*/ 143287 h 305678"/>
              <a:gd name="connsiteX34" fmla="*/ 21015 w 458518"/>
              <a:gd name="connsiteY34" fmla="*/ 143287 h 305678"/>
              <a:gd name="connsiteX35" fmla="*/ 80241 w 458518"/>
              <a:gd name="connsiteY35" fmla="*/ 70688 h 305678"/>
              <a:gd name="connsiteX36" fmla="*/ 21015 w 458518"/>
              <a:gd name="connsiteY36" fmla="*/ 162392 h 305678"/>
              <a:gd name="connsiteX37" fmla="*/ 110809 w 458518"/>
              <a:gd name="connsiteY37" fmla="*/ 162392 h 305678"/>
              <a:gd name="connsiteX38" fmla="*/ 80241 w 458518"/>
              <a:gd name="connsiteY38" fmla="*/ 234990 h 305678"/>
              <a:gd name="connsiteX39" fmla="*/ 76420 w 458518"/>
              <a:gd name="connsiteY39" fmla="*/ 233080 h 305678"/>
              <a:gd name="connsiteX40" fmla="*/ 21015 w 458518"/>
              <a:gd name="connsiteY40" fmla="*/ 162392 h 305678"/>
              <a:gd name="connsiteX41" fmla="*/ 229259 w 458518"/>
              <a:gd name="connsiteY41" fmla="*/ 286574 h 305678"/>
              <a:gd name="connsiteX42" fmla="*/ 97435 w 458518"/>
              <a:gd name="connsiteY42" fmla="*/ 246453 h 305678"/>
              <a:gd name="connsiteX43" fmla="*/ 131824 w 458518"/>
              <a:gd name="connsiteY43" fmla="*/ 162392 h 305678"/>
              <a:gd name="connsiteX44" fmla="*/ 171944 w 458518"/>
              <a:gd name="connsiteY44" fmla="*/ 162392 h 305678"/>
              <a:gd name="connsiteX45" fmla="*/ 171944 w 458518"/>
              <a:gd name="connsiteY45" fmla="*/ 191049 h 305678"/>
              <a:gd name="connsiteX46" fmla="*/ 191049 w 458518"/>
              <a:gd name="connsiteY46" fmla="*/ 191049 h 305678"/>
              <a:gd name="connsiteX47" fmla="*/ 191049 w 458518"/>
              <a:gd name="connsiteY47" fmla="*/ 162392 h 305678"/>
              <a:gd name="connsiteX48" fmla="*/ 219707 w 458518"/>
              <a:gd name="connsiteY48" fmla="*/ 162392 h 305678"/>
              <a:gd name="connsiteX49" fmla="*/ 219707 w 458518"/>
              <a:gd name="connsiteY49" fmla="*/ 191049 h 305678"/>
              <a:gd name="connsiteX50" fmla="*/ 238811 w 458518"/>
              <a:gd name="connsiteY50" fmla="*/ 191049 h 305678"/>
              <a:gd name="connsiteX51" fmla="*/ 238811 w 458518"/>
              <a:gd name="connsiteY51" fmla="*/ 162392 h 305678"/>
              <a:gd name="connsiteX52" fmla="*/ 267469 w 458518"/>
              <a:gd name="connsiteY52" fmla="*/ 162392 h 305678"/>
              <a:gd name="connsiteX53" fmla="*/ 267469 w 458518"/>
              <a:gd name="connsiteY53" fmla="*/ 191049 h 305678"/>
              <a:gd name="connsiteX54" fmla="*/ 286574 w 458518"/>
              <a:gd name="connsiteY54" fmla="*/ 191049 h 305678"/>
              <a:gd name="connsiteX55" fmla="*/ 286574 w 458518"/>
              <a:gd name="connsiteY55" fmla="*/ 162392 h 305678"/>
              <a:gd name="connsiteX56" fmla="*/ 326694 w 458518"/>
              <a:gd name="connsiteY56" fmla="*/ 162392 h 305678"/>
              <a:gd name="connsiteX57" fmla="*/ 361083 w 458518"/>
              <a:gd name="connsiteY57" fmla="*/ 246453 h 305678"/>
              <a:gd name="connsiteX58" fmla="*/ 229259 w 458518"/>
              <a:gd name="connsiteY58" fmla="*/ 286574 h 305678"/>
              <a:gd name="connsiteX59" fmla="*/ 376367 w 458518"/>
              <a:gd name="connsiteY59" fmla="*/ 234990 h 305678"/>
              <a:gd name="connsiteX60" fmla="*/ 343889 w 458518"/>
              <a:gd name="connsiteY60" fmla="*/ 162392 h 305678"/>
              <a:gd name="connsiteX61" fmla="*/ 435592 w 458518"/>
              <a:gd name="connsiteY61" fmla="*/ 162392 h 305678"/>
              <a:gd name="connsiteX62" fmla="*/ 376367 w 458518"/>
              <a:gd name="connsiteY62" fmla="*/ 234990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58518" h="305678">
                <a:moveTo>
                  <a:pt x="393561" y="59225"/>
                </a:moveTo>
                <a:cubicBezTo>
                  <a:pt x="345799" y="21015"/>
                  <a:pt x="288484" y="0"/>
                  <a:pt x="229259" y="0"/>
                </a:cubicBezTo>
                <a:lnTo>
                  <a:pt x="229259" y="0"/>
                </a:lnTo>
                <a:cubicBezTo>
                  <a:pt x="97435" y="0"/>
                  <a:pt x="0" y="106988"/>
                  <a:pt x="0" y="152839"/>
                </a:cubicBezTo>
                <a:cubicBezTo>
                  <a:pt x="0" y="177676"/>
                  <a:pt x="26747" y="215886"/>
                  <a:pt x="64957" y="248364"/>
                </a:cubicBezTo>
                <a:cubicBezTo>
                  <a:pt x="110809" y="284663"/>
                  <a:pt x="170034" y="305679"/>
                  <a:pt x="229259" y="305679"/>
                </a:cubicBezTo>
                <a:lnTo>
                  <a:pt x="229259" y="305679"/>
                </a:lnTo>
                <a:cubicBezTo>
                  <a:pt x="361083" y="305679"/>
                  <a:pt x="458518" y="198691"/>
                  <a:pt x="458518" y="152839"/>
                </a:cubicBezTo>
                <a:cubicBezTo>
                  <a:pt x="458518" y="128003"/>
                  <a:pt x="431771" y="89793"/>
                  <a:pt x="393561" y="59225"/>
                </a:cubicBezTo>
                <a:close/>
                <a:moveTo>
                  <a:pt x="437503" y="143287"/>
                </a:moveTo>
                <a:lnTo>
                  <a:pt x="345799" y="143287"/>
                </a:lnTo>
                <a:cubicBezTo>
                  <a:pt x="345799" y="116540"/>
                  <a:pt x="357262" y="89793"/>
                  <a:pt x="378277" y="70688"/>
                </a:cubicBezTo>
                <a:lnTo>
                  <a:pt x="382098" y="74509"/>
                </a:lnTo>
                <a:cubicBezTo>
                  <a:pt x="405024" y="91704"/>
                  <a:pt x="426040" y="114630"/>
                  <a:pt x="437503" y="143287"/>
                </a:cubicBezTo>
                <a:close/>
                <a:moveTo>
                  <a:pt x="229259" y="19105"/>
                </a:moveTo>
                <a:cubicBezTo>
                  <a:pt x="275111" y="19105"/>
                  <a:pt x="320963" y="32478"/>
                  <a:pt x="361083" y="59225"/>
                </a:cubicBezTo>
                <a:cubicBezTo>
                  <a:pt x="340068" y="82151"/>
                  <a:pt x="326694" y="112719"/>
                  <a:pt x="326694" y="143287"/>
                </a:cubicBezTo>
                <a:lnTo>
                  <a:pt x="286574" y="143287"/>
                </a:lnTo>
                <a:lnTo>
                  <a:pt x="286574" y="114630"/>
                </a:lnTo>
                <a:lnTo>
                  <a:pt x="267469" y="114630"/>
                </a:lnTo>
                <a:lnTo>
                  <a:pt x="267469" y="143287"/>
                </a:lnTo>
                <a:lnTo>
                  <a:pt x="238811" y="143287"/>
                </a:lnTo>
                <a:lnTo>
                  <a:pt x="238811" y="114630"/>
                </a:lnTo>
                <a:lnTo>
                  <a:pt x="219707" y="114630"/>
                </a:lnTo>
                <a:lnTo>
                  <a:pt x="219707" y="143287"/>
                </a:lnTo>
                <a:lnTo>
                  <a:pt x="191049" y="143287"/>
                </a:lnTo>
                <a:lnTo>
                  <a:pt x="191049" y="114630"/>
                </a:lnTo>
                <a:lnTo>
                  <a:pt x="171944" y="114630"/>
                </a:lnTo>
                <a:lnTo>
                  <a:pt x="171944" y="143287"/>
                </a:lnTo>
                <a:lnTo>
                  <a:pt x="129913" y="143287"/>
                </a:lnTo>
                <a:cubicBezTo>
                  <a:pt x="129913" y="112719"/>
                  <a:pt x="116540" y="82151"/>
                  <a:pt x="95525" y="59225"/>
                </a:cubicBezTo>
                <a:cubicBezTo>
                  <a:pt x="135645" y="34389"/>
                  <a:pt x="181497" y="19105"/>
                  <a:pt x="229259" y="19105"/>
                </a:cubicBezTo>
                <a:close/>
                <a:moveTo>
                  <a:pt x="80241" y="70688"/>
                </a:moveTo>
                <a:cubicBezTo>
                  <a:pt x="99346" y="89793"/>
                  <a:pt x="110809" y="114630"/>
                  <a:pt x="110809" y="143287"/>
                </a:cubicBezTo>
                <a:lnTo>
                  <a:pt x="21015" y="143287"/>
                </a:lnTo>
                <a:cubicBezTo>
                  <a:pt x="34389" y="114630"/>
                  <a:pt x="53494" y="89793"/>
                  <a:pt x="80241" y="70688"/>
                </a:cubicBezTo>
                <a:close/>
                <a:moveTo>
                  <a:pt x="21015" y="162392"/>
                </a:moveTo>
                <a:lnTo>
                  <a:pt x="110809" y="162392"/>
                </a:lnTo>
                <a:cubicBezTo>
                  <a:pt x="110809" y="189139"/>
                  <a:pt x="99346" y="215886"/>
                  <a:pt x="80241" y="234990"/>
                </a:cubicBezTo>
                <a:lnTo>
                  <a:pt x="76420" y="233080"/>
                </a:lnTo>
                <a:cubicBezTo>
                  <a:pt x="53494" y="213975"/>
                  <a:pt x="32478" y="191049"/>
                  <a:pt x="21015" y="162392"/>
                </a:cubicBezTo>
                <a:close/>
                <a:moveTo>
                  <a:pt x="229259" y="286574"/>
                </a:moveTo>
                <a:cubicBezTo>
                  <a:pt x="181497" y="286574"/>
                  <a:pt x="135645" y="271290"/>
                  <a:pt x="97435" y="246453"/>
                </a:cubicBezTo>
                <a:cubicBezTo>
                  <a:pt x="118450" y="223528"/>
                  <a:pt x="129913" y="194870"/>
                  <a:pt x="131824" y="162392"/>
                </a:cubicBezTo>
                <a:lnTo>
                  <a:pt x="171944" y="162392"/>
                </a:lnTo>
                <a:lnTo>
                  <a:pt x="171944" y="191049"/>
                </a:lnTo>
                <a:lnTo>
                  <a:pt x="191049" y="191049"/>
                </a:lnTo>
                <a:lnTo>
                  <a:pt x="191049" y="162392"/>
                </a:lnTo>
                <a:lnTo>
                  <a:pt x="219707" y="162392"/>
                </a:lnTo>
                <a:lnTo>
                  <a:pt x="219707" y="191049"/>
                </a:lnTo>
                <a:lnTo>
                  <a:pt x="238811" y="191049"/>
                </a:lnTo>
                <a:lnTo>
                  <a:pt x="238811" y="162392"/>
                </a:lnTo>
                <a:lnTo>
                  <a:pt x="267469" y="162392"/>
                </a:lnTo>
                <a:lnTo>
                  <a:pt x="267469" y="191049"/>
                </a:lnTo>
                <a:lnTo>
                  <a:pt x="286574" y="191049"/>
                </a:lnTo>
                <a:lnTo>
                  <a:pt x="286574" y="162392"/>
                </a:lnTo>
                <a:lnTo>
                  <a:pt x="326694" y="162392"/>
                </a:lnTo>
                <a:cubicBezTo>
                  <a:pt x="326694" y="192960"/>
                  <a:pt x="340068" y="223528"/>
                  <a:pt x="361083" y="246453"/>
                </a:cubicBezTo>
                <a:cubicBezTo>
                  <a:pt x="320963" y="273200"/>
                  <a:pt x="277021" y="286574"/>
                  <a:pt x="229259" y="286574"/>
                </a:cubicBezTo>
                <a:close/>
                <a:moveTo>
                  <a:pt x="376367" y="234990"/>
                </a:moveTo>
                <a:cubicBezTo>
                  <a:pt x="355351" y="215886"/>
                  <a:pt x="343889" y="189139"/>
                  <a:pt x="343889" y="162392"/>
                </a:cubicBezTo>
                <a:lnTo>
                  <a:pt x="435592" y="162392"/>
                </a:lnTo>
                <a:cubicBezTo>
                  <a:pt x="424129" y="191049"/>
                  <a:pt x="403114" y="217796"/>
                  <a:pt x="376367" y="23499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09" descr="Golf icon.">
            <a:extLst>
              <a:ext uri="{FF2B5EF4-FFF2-40B4-BE49-F238E27FC236}">
                <a16:creationId xmlns:a16="http://schemas.microsoft.com/office/drawing/2014/main" id="{B8EEB27E-D905-4F0A-9A7C-D2F7C5030B62}"/>
              </a:ext>
            </a:extLst>
          </p:cNvPr>
          <p:cNvSpPr>
            <a:spLocks noChangeAspect="1"/>
          </p:cNvSpPr>
          <p:nvPr/>
        </p:nvSpPr>
        <p:spPr>
          <a:xfrm>
            <a:off x="2183105" y="2319125"/>
            <a:ext cx="457939" cy="457398"/>
          </a:xfrm>
          <a:custGeom>
            <a:avLst/>
            <a:gdLst>
              <a:gd name="connsiteX0" fmla="*/ 48428 w 457939"/>
              <a:gd name="connsiteY0" fmla="*/ 388621 h 457398"/>
              <a:gd name="connsiteX1" fmla="*/ 52249 w 457939"/>
              <a:gd name="connsiteY1" fmla="*/ 369516 h 457398"/>
              <a:gd name="connsiteX2" fmla="*/ 164968 w 457939"/>
              <a:gd name="connsiteY2" fmla="*/ 400084 h 457398"/>
              <a:gd name="connsiteX3" fmla="*/ 161147 w 457939"/>
              <a:gd name="connsiteY3" fmla="*/ 419189 h 457398"/>
              <a:gd name="connsiteX4" fmla="*/ 48428 w 457939"/>
              <a:gd name="connsiteY4" fmla="*/ 388621 h 457398"/>
              <a:gd name="connsiteX5" fmla="*/ 63712 w 457939"/>
              <a:gd name="connsiteY5" fmla="*/ 361874 h 457398"/>
              <a:gd name="connsiteX6" fmla="*/ 67533 w 457939"/>
              <a:gd name="connsiteY6" fmla="*/ 342769 h 457398"/>
              <a:gd name="connsiteX7" fmla="*/ 122937 w 457939"/>
              <a:gd name="connsiteY7" fmla="*/ 356143 h 457398"/>
              <a:gd name="connsiteX8" fmla="*/ 119116 w 457939"/>
              <a:gd name="connsiteY8" fmla="*/ 375248 h 457398"/>
              <a:gd name="connsiteX9" fmla="*/ 63712 w 457939"/>
              <a:gd name="connsiteY9" fmla="*/ 361874 h 457398"/>
              <a:gd name="connsiteX10" fmla="*/ 447721 w 457939"/>
              <a:gd name="connsiteY10" fmla="*/ 12254 h 457398"/>
              <a:gd name="connsiteX11" fmla="*/ 430526 w 457939"/>
              <a:gd name="connsiteY11" fmla="*/ 2702 h 457398"/>
              <a:gd name="connsiteX12" fmla="*/ 415242 w 457939"/>
              <a:gd name="connsiteY12" fmla="*/ 791 h 457398"/>
              <a:gd name="connsiteX13" fmla="*/ 403780 w 457939"/>
              <a:gd name="connsiteY13" fmla="*/ 10344 h 457398"/>
              <a:gd name="connsiteX14" fmla="*/ 317807 w 457939"/>
              <a:gd name="connsiteY14" fmla="*/ 159362 h 457398"/>
              <a:gd name="connsiteX15" fmla="*/ 323539 w 457939"/>
              <a:gd name="connsiteY15" fmla="*/ 184199 h 457398"/>
              <a:gd name="connsiteX16" fmla="*/ 216551 w 457939"/>
              <a:gd name="connsiteY16" fmla="*/ 369516 h 457398"/>
              <a:gd name="connsiteX17" fmla="*/ 105743 w 457939"/>
              <a:gd name="connsiteY17" fmla="*/ 304560 h 457398"/>
              <a:gd name="connsiteX18" fmla="*/ 10218 w 457939"/>
              <a:gd name="connsiteY18" fmla="*/ 327485 h 457398"/>
              <a:gd name="connsiteX19" fmla="*/ 666 w 457939"/>
              <a:gd name="connsiteY19" fmla="*/ 375248 h 457398"/>
              <a:gd name="connsiteX20" fmla="*/ 35055 w 457939"/>
              <a:gd name="connsiteY20" fmla="*/ 424921 h 457398"/>
              <a:gd name="connsiteX21" fmla="*/ 176431 w 457939"/>
              <a:gd name="connsiteY21" fmla="*/ 457399 h 457398"/>
              <a:gd name="connsiteX22" fmla="*/ 178341 w 457939"/>
              <a:gd name="connsiteY22" fmla="*/ 457399 h 457398"/>
              <a:gd name="connsiteX23" fmla="*/ 195536 w 457939"/>
              <a:gd name="connsiteY23" fmla="*/ 447846 h 457398"/>
              <a:gd name="connsiteX24" fmla="*/ 229925 w 457939"/>
              <a:gd name="connsiteY24" fmla="*/ 386711 h 457398"/>
              <a:gd name="connsiteX25" fmla="*/ 229925 w 457939"/>
              <a:gd name="connsiteY25" fmla="*/ 386711 h 457398"/>
              <a:gd name="connsiteX26" fmla="*/ 342644 w 457939"/>
              <a:gd name="connsiteY26" fmla="*/ 193751 h 457398"/>
              <a:gd name="connsiteX27" fmla="*/ 344554 w 457939"/>
              <a:gd name="connsiteY27" fmla="*/ 195662 h 457398"/>
              <a:gd name="connsiteX28" fmla="*/ 371301 w 457939"/>
              <a:gd name="connsiteY28" fmla="*/ 188020 h 457398"/>
              <a:gd name="connsiteX29" fmla="*/ 371301 w 457939"/>
              <a:gd name="connsiteY29" fmla="*/ 188020 h 457398"/>
              <a:gd name="connsiteX30" fmla="*/ 457273 w 457939"/>
              <a:gd name="connsiteY30" fmla="*/ 39001 h 457398"/>
              <a:gd name="connsiteX31" fmla="*/ 447721 w 457939"/>
              <a:gd name="connsiteY31" fmla="*/ 12254 h 457398"/>
              <a:gd name="connsiteX32" fmla="*/ 176431 w 457939"/>
              <a:gd name="connsiteY32" fmla="*/ 436383 h 457398"/>
              <a:gd name="connsiteX33" fmla="*/ 42697 w 457939"/>
              <a:gd name="connsiteY33" fmla="*/ 405816 h 457398"/>
              <a:gd name="connsiteX34" fmla="*/ 17860 w 457939"/>
              <a:gd name="connsiteY34" fmla="*/ 371427 h 457398"/>
              <a:gd name="connsiteX35" fmla="*/ 57980 w 457939"/>
              <a:gd name="connsiteY35" fmla="*/ 314112 h 457398"/>
              <a:gd name="connsiteX36" fmla="*/ 67533 w 457939"/>
              <a:gd name="connsiteY36" fmla="*/ 314112 h 457398"/>
              <a:gd name="connsiteX37" fmla="*/ 96190 w 457939"/>
              <a:gd name="connsiteY37" fmla="*/ 321754 h 457398"/>
              <a:gd name="connsiteX38" fmla="*/ 206999 w 457939"/>
              <a:gd name="connsiteY38" fmla="*/ 386711 h 457398"/>
              <a:gd name="connsiteX39" fmla="*/ 176431 w 457939"/>
              <a:gd name="connsiteY39" fmla="*/ 436383 h 457398"/>
              <a:gd name="connsiteX40" fmla="*/ 352196 w 457939"/>
              <a:gd name="connsiteY40" fmla="*/ 178467 h 457398"/>
              <a:gd name="connsiteX41" fmla="*/ 335002 w 457939"/>
              <a:gd name="connsiteY41" fmla="*/ 168915 h 457398"/>
              <a:gd name="connsiteX42" fmla="*/ 420974 w 457939"/>
              <a:gd name="connsiteY42" fmla="*/ 19896 h 457398"/>
              <a:gd name="connsiteX43" fmla="*/ 438168 w 457939"/>
              <a:gd name="connsiteY43" fmla="*/ 29449 h 457398"/>
              <a:gd name="connsiteX44" fmla="*/ 352196 w 457939"/>
              <a:gd name="connsiteY44" fmla="*/ 178467 h 45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939" h="457398">
                <a:moveTo>
                  <a:pt x="48428" y="388621"/>
                </a:moveTo>
                <a:lnTo>
                  <a:pt x="52249" y="369516"/>
                </a:lnTo>
                <a:lnTo>
                  <a:pt x="164968" y="400084"/>
                </a:lnTo>
                <a:lnTo>
                  <a:pt x="161147" y="419189"/>
                </a:lnTo>
                <a:lnTo>
                  <a:pt x="48428" y="388621"/>
                </a:lnTo>
                <a:close/>
                <a:moveTo>
                  <a:pt x="63712" y="361874"/>
                </a:moveTo>
                <a:lnTo>
                  <a:pt x="67533" y="342769"/>
                </a:lnTo>
                <a:lnTo>
                  <a:pt x="122937" y="356143"/>
                </a:lnTo>
                <a:lnTo>
                  <a:pt x="119116" y="375248"/>
                </a:lnTo>
                <a:lnTo>
                  <a:pt x="63712" y="361874"/>
                </a:lnTo>
                <a:close/>
                <a:moveTo>
                  <a:pt x="447721" y="12254"/>
                </a:moveTo>
                <a:lnTo>
                  <a:pt x="430526" y="2702"/>
                </a:lnTo>
                <a:cubicBezTo>
                  <a:pt x="426705" y="791"/>
                  <a:pt x="420974" y="-1119"/>
                  <a:pt x="415242" y="791"/>
                </a:cubicBezTo>
                <a:cubicBezTo>
                  <a:pt x="409511" y="2702"/>
                  <a:pt x="405690" y="4612"/>
                  <a:pt x="403780" y="10344"/>
                </a:cubicBezTo>
                <a:lnTo>
                  <a:pt x="317807" y="159362"/>
                </a:lnTo>
                <a:cubicBezTo>
                  <a:pt x="313986" y="167004"/>
                  <a:pt x="315897" y="178467"/>
                  <a:pt x="323539" y="184199"/>
                </a:cubicBezTo>
                <a:lnTo>
                  <a:pt x="216551" y="369516"/>
                </a:lnTo>
                <a:lnTo>
                  <a:pt x="105743" y="304560"/>
                </a:lnTo>
                <a:cubicBezTo>
                  <a:pt x="73264" y="283544"/>
                  <a:pt x="29323" y="295007"/>
                  <a:pt x="10218" y="327485"/>
                </a:cubicBezTo>
                <a:cubicBezTo>
                  <a:pt x="666" y="342769"/>
                  <a:pt x="-1245" y="358053"/>
                  <a:pt x="666" y="375248"/>
                </a:cubicBezTo>
                <a:cubicBezTo>
                  <a:pt x="4487" y="396263"/>
                  <a:pt x="15950" y="413458"/>
                  <a:pt x="35055" y="424921"/>
                </a:cubicBezTo>
                <a:cubicBezTo>
                  <a:pt x="61801" y="440204"/>
                  <a:pt x="128669" y="451667"/>
                  <a:pt x="176431" y="457399"/>
                </a:cubicBezTo>
                <a:lnTo>
                  <a:pt x="178341" y="457399"/>
                </a:lnTo>
                <a:cubicBezTo>
                  <a:pt x="185983" y="457399"/>
                  <a:pt x="191715" y="453578"/>
                  <a:pt x="195536" y="447846"/>
                </a:cubicBezTo>
                <a:lnTo>
                  <a:pt x="229925" y="386711"/>
                </a:lnTo>
                <a:lnTo>
                  <a:pt x="229925" y="386711"/>
                </a:lnTo>
                <a:lnTo>
                  <a:pt x="342644" y="193751"/>
                </a:lnTo>
                <a:lnTo>
                  <a:pt x="344554" y="195662"/>
                </a:lnTo>
                <a:cubicBezTo>
                  <a:pt x="354107" y="201393"/>
                  <a:pt x="365570" y="197572"/>
                  <a:pt x="371301" y="188020"/>
                </a:cubicBezTo>
                <a:cubicBezTo>
                  <a:pt x="371301" y="188020"/>
                  <a:pt x="371301" y="188020"/>
                  <a:pt x="371301" y="188020"/>
                </a:cubicBezTo>
                <a:lnTo>
                  <a:pt x="457273" y="39001"/>
                </a:lnTo>
                <a:cubicBezTo>
                  <a:pt x="459184" y="29449"/>
                  <a:pt x="457273" y="17986"/>
                  <a:pt x="447721" y="12254"/>
                </a:cubicBezTo>
                <a:close/>
                <a:moveTo>
                  <a:pt x="176431" y="436383"/>
                </a:moveTo>
                <a:cubicBezTo>
                  <a:pt x="126758" y="430652"/>
                  <a:pt x="65622" y="419189"/>
                  <a:pt x="42697" y="405816"/>
                </a:cubicBezTo>
                <a:cubicBezTo>
                  <a:pt x="29323" y="400084"/>
                  <a:pt x="19771" y="386711"/>
                  <a:pt x="17860" y="371427"/>
                </a:cubicBezTo>
                <a:cubicBezTo>
                  <a:pt x="14039" y="344680"/>
                  <a:pt x="31234" y="317933"/>
                  <a:pt x="57980" y="314112"/>
                </a:cubicBezTo>
                <a:cubicBezTo>
                  <a:pt x="61801" y="314112"/>
                  <a:pt x="63712" y="314112"/>
                  <a:pt x="67533" y="314112"/>
                </a:cubicBezTo>
                <a:cubicBezTo>
                  <a:pt x="77085" y="314112"/>
                  <a:pt x="86638" y="316022"/>
                  <a:pt x="96190" y="321754"/>
                </a:cubicBezTo>
                <a:lnTo>
                  <a:pt x="206999" y="386711"/>
                </a:lnTo>
                <a:lnTo>
                  <a:pt x="176431" y="436383"/>
                </a:lnTo>
                <a:close/>
                <a:moveTo>
                  <a:pt x="352196" y="178467"/>
                </a:moveTo>
                <a:lnTo>
                  <a:pt x="335002" y="168915"/>
                </a:lnTo>
                <a:lnTo>
                  <a:pt x="420974" y="19896"/>
                </a:lnTo>
                <a:lnTo>
                  <a:pt x="438168" y="29449"/>
                </a:lnTo>
                <a:lnTo>
                  <a:pt x="352196" y="17846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13" descr="Graduation hat icon.">
            <a:extLst>
              <a:ext uri="{FF2B5EF4-FFF2-40B4-BE49-F238E27FC236}">
                <a16:creationId xmlns:a16="http://schemas.microsoft.com/office/drawing/2014/main" id="{B177C33A-6A47-4726-A9B1-F439E6AA834F}"/>
              </a:ext>
            </a:extLst>
          </p:cNvPr>
          <p:cNvSpPr>
            <a:spLocks noChangeAspect="1"/>
          </p:cNvSpPr>
          <p:nvPr/>
        </p:nvSpPr>
        <p:spPr>
          <a:xfrm>
            <a:off x="3390525" y="2429769"/>
            <a:ext cx="457920" cy="346754"/>
          </a:xfrm>
          <a:custGeom>
            <a:avLst/>
            <a:gdLst>
              <a:gd name="connsiteX0" fmla="*/ 448369 w 457920"/>
              <a:gd name="connsiteY0" fmla="*/ 138511 h 346754"/>
              <a:gd name="connsiteX1" fmla="*/ 240125 w 457920"/>
              <a:gd name="connsiteY1" fmla="*/ 2866 h 346754"/>
              <a:gd name="connsiteX2" fmla="*/ 219110 w 457920"/>
              <a:gd name="connsiteY2" fmla="*/ 2866 h 346754"/>
              <a:gd name="connsiteX3" fmla="*/ 8955 w 457920"/>
              <a:gd name="connsiteY3" fmla="*/ 140421 h 346754"/>
              <a:gd name="connsiteX4" fmla="*/ 3224 w 457920"/>
              <a:gd name="connsiteY4" fmla="*/ 167168 h 346754"/>
              <a:gd name="connsiteX5" fmla="*/ 8955 w 457920"/>
              <a:gd name="connsiteY5" fmla="*/ 172899 h 346754"/>
              <a:gd name="connsiteX6" fmla="*/ 94928 w 457920"/>
              <a:gd name="connsiteY6" fmla="*/ 228304 h 346754"/>
              <a:gd name="connsiteX7" fmla="*/ 94928 w 457920"/>
              <a:gd name="connsiteY7" fmla="*/ 327649 h 346754"/>
              <a:gd name="connsiteX8" fmla="*/ 114032 w 457920"/>
              <a:gd name="connsiteY8" fmla="*/ 346754 h 346754"/>
              <a:gd name="connsiteX9" fmla="*/ 343291 w 457920"/>
              <a:gd name="connsiteY9" fmla="*/ 346754 h 346754"/>
              <a:gd name="connsiteX10" fmla="*/ 362396 w 457920"/>
              <a:gd name="connsiteY10" fmla="*/ 327649 h 346754"/>
              <a:gd name="connsiteX11" fmla="*/ 362396 w 457920"/>
              <a:gd name="connsiteY11" fmla="*/ 228304 h 346754"/>
              <a:gd name="connsiteX12" fmla="*/ 400606 w 457920"/>
              <a:gd name="connsiteY12" fmla="*/ 203467 h 346754"/>
              <a:gd name="connsiteX13" fmla="*/ 400606 w 457920"/>
              <a:gd name="connsiteY13" fmla="*/ 243588 h 346754"/>
              <a:gd name="connsiteX14" fmla="*/ 391054 w 457920"/>
              <a:gd name="connsiteY14" fmla="*/ 258872 h 346754"/>
              <a:gd name="connsiteX15" fmla="*/ 381501 w 457920"/>
              <a:gd name="connsiteY15" fmla="*/ 327649 h 346754"/>
              <a:gd name="connsiteX16" fmla="*/ 400606 w 457920"/>
              <a:gd name="connsiteY16" fmla="*/ 346754 h 346754"/>
              <a:gd name="connsiteX17" fmla="*/ 419711 w 457920"/>
              <a:gd name="connsiteY17" fmla="*/ 346754 h 346754"/>
              <a:gd name="connsiteX18" fmla="*/ 438816 w 457920"/>
              <a:gd name="connsiteY18" fmla="*/ 327649 h 346754"/>
              <a:gd name="connsiteX19" fmla="*/ 438816 w 457920"/>
              <a:gd name="connsiteY19" fmla="*/ 325739 h 346754"/>
              <a:gd name="connsiteX20" fmla="*/ 429264 w 457920"/>
              <a:gd name="connsiteY20" fmla="*/ 260782 h 346754"/>
              <a:gd name="connsiteX21" fmla="*/ 419711 w 457920"/>
              <a:gd name="connsiteY21" fmla="*/ 243588 h 346754"/>
              <a:gd name="connsiteX22" fmla="*/ 419711 w 457920"/>
              <a:gd name="connsiteY22" fmla="*/ 190094 h 346754"/>
              <a:gd name="connsiteX23" fmla="*/ 448369 w 457920"/>
              <a:gd name="connsiteY23" fmla="*/ 170989 h 346754"/>
              <a:gd name="connsiteX24" fmla="*/ 457921 w 457920"/>
              <a:gd name="connsiteY24" fmla="*/ 155705 h 346754"/>
              <a:gd name="connsiteX25" fmla="*/ 448369 w 457920"/>
              <a:gd name="connsiteY25" fmla="*/ 138511 h 346754"/>
              <a:gd name="connsiteX26" fmla="*/ 419711 w 457920"/>
              <a:gd name="connsiteY26" fmla="*/ 327649 h 346754"/>
              <a:gd name="connsiteX27" fmla="*/ 400606 w 457920"/>
              <a:gd name="connsiteY27" fmla="*/ 327649 h 346754"/>
              <a:gd name="connsiteX28" fmla="*/ 410159 w 457920"/>
              <a:gd name="connsiteY28" fmla="*/ 260782 h 346754"/>
              <a:gd name="connsiteX29" fmla="*/ 419711 w 457920"/>
              <a:gd name="connsiteY29" fmla="*/ 327649 h 346754"/>
              <a:gd name="connsiteX30" fmla="*/ 343291 w 457920"/>
              <a:gd name="connsiteY30" fmla="*/ 327649 h 346754"/>
              <a:gd name="connsiteX31" fmla="*/ 114032 w 457920"/>
              <a:gd name="connsiteY31" fmla="*/ 327649 h 346754"/>
              <a:gd name="connsiteX32" fmla="*/ 114032 w 457920"/>
              <a:gd name="connsiteY32" fmla="*/ 241677 h 346754"/>
              <a:gd name="connsiteX33" fmla="*/ 217199 w 457920"/>
              <a:gd name="connsiteY33" fmla="*/ 308544 h 346754"/>
              <a:gd name="connsiteX34" fmla="*/ 238214 w 457920"/>
              <a:gd name="connsiteY34" fmla="*/ 308544 h 346754"/>
              <a:gd name="connsiteX35" fmla="*/ 341381 w 457920"/>
              <a:gd name="connsiteY35" fmla="*/ 241677 h 346754"/>
              <a:gd name="connsiteX36" fmla="*/ 341381 w 457920"/>
              <a:gd name="connsiteY36" fmla="*/ 327649 h 346754"/>
              <a:gd name="connsiteX37" fmla="*/ 228662 w 457920"/>
              <a:gd name="connsiteY37" fmla="*/ 18150 h 346754"/>
              <a:gd name="connsiteX38" fmla="*/ 438816 w 457920"/>
              <a:gd name="connsiteY38" fmla="*/ 155705 h 346754"/>
              <a:gd name="connsiteX39" fmla="*/ 228662 w 457920"/>
              <a:gd name="connsiteY39" fmla="*/ 293261 h 346754"/>
              <a:gd name="connsiteX40" fmla="*/ 18508 w 457920"/>
              <a:gd name="connsiteY40" fmla="*/ 155705 h 346754"/>
              <a:gd name="connsiteX41" fmla="*/ 228662 w 457920"/>
              <a:gd name="connsiteY41" fmla="*/ 18150 h 34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57920" h="346754">
                <a:moveTo>
                  <a:pt x="448369" y="138511"/>
                </a:moveTo>
                <a:lnTo>
                  <a:pt x="240125" y="2866"/>
                </a:lnTo>
                <a:cubicBezTo>
                  <a:pt x="234393" y="-955"/>
                  <a:pt x="224841" y="-955"/>
                  <a:pt x="219110" y="2866"/>
                </a:cubicBezTo>
                <a:lnTo>
                  <a:pt x="8955" y="140421"/>
                </a:lnTo>
                <a:cubicBezTo>
                  <a:pt x="-597" y="146153"/>
                  <a:pt x="-2508" y="157616"/>
                  <a:pt x="3224" y="167168"/>
                </a:cubicBezTo>
                <a:cubicBezTo>
                  <a:pt x="5134" y="169079"/>
                  <a:pt x="7045" y="170989"/>
                  <a:pt x="8955" y="172899"/>
                </a:cubicBezTo>
                <a:lnTo>
                  <a:pt x="94928" y="228304"/>
                </a:lnTo>
                <a:lnTo>
                  <a:pt x="94928" y="327649"/>
                </a:lnTo>
                <a:cubicBezTo>
                  <a:pt x="94928" y="339112"/>
                  <a:pt x="102570" y="346754"/>
                  <a:pt x="114032" y="346754"/>
                </a:cubicBezTo>
                <a:lnTo>
                  <a:pt x="343291" y="346754"/>
                </a:lnTo>
                <a:cubicBezTo>
                  <a:pt x="354754" y="346754"/>
                  <a:pt x="362396" y="339112"/>
                  <a:pt x="362396" y="327649"/>
                </a:cubicBezTo>
                <a:lnTo>
                  <a:pt x="362396" y="228304"/>
                </a:lnTo>
                <a:lnTo>
                  <a:pt x="400606" y="203467"/>
                </a:lnTo>
                <a:lnTo>
                  <a:pt x="400606" y="243588"/>
                </a:lnTo>
                <a:cubicBezTo>
                  <a:pt x="394875" y="247409"/>
                  <a:pt x="391054" y="253140"/>
                  <a:pt x="391054" y="258872"/>
                </a:cubicBezTo>
                <a:lnTo>
                  <a:pt x="381501" y="327649"/>
                </a:lnTo>
                <a:cubicBezTo>
                  <a:pt x="381501" y="339112"/>
                  <a:pt x="389143" y="346754"/>
                  <a:pt x="400606" y="346754"/>
                </a:cubicBezTo>
                <a:lnTo>
                  <a:pt x="419711" y="346754"/>
                </a:lnTo>
                <a:cubicBezTo>
                  <a:pt x="431174" y="346754"/>
                  <a:pt x="438816" y="339112"/>
                  <a:pt x="438816" y="327649"/>
                </a:cubicBezTo>
                <a:cubicBezTo>
                  <a:pt x="438816" y="327649"/>
                  <a:pt x="438816" y="327649"/>
                  <a:pt x="438816" y="325739"/>
                </a:cubicBezTo>
                <a:lnTo>
                  <a:pt x="429264" y="260782"/>
                </a:lnTo>
                <a:cubicBezTo>
                  <a:pt x="429264" y="253140"/>
                  <a:pt x="425443" y="247409"/>
                  <a:pt x="419711" y="243588"/>
                </a:cubicBezTo>
                <a:lnTo>
                  <a:pt x="419711" y="190094"/>
                </a:lnTo>
                <a:lnTo>
                  <a:pt x="448369" y="170989"/>
                </a:lnTo>
                <a:cubicBezTo>
                  <a:pt x="454100" y="167168"/>
                  <a:pt x="457921" y="161437"/>
                  <a:pt x="457921" y="155705"/>
                </a:cubicBezTo>
                <a:cubicBezTo>
                  <a:pt x="457921" y="149974"/>
                  <a:pt x="454100" y="142332"/>
                  <a:pt x="448369" y="138511"/>
                </a:cubicBezTo>
                <a:close/>
                <a:moveTo>
                  <a:pt x="419711" y="327649"/>
                </a:moveTo>
                <a:lnTo>
                  <a:pt x="400606" y="327649"/>
                </a:lnTo>
                <a:lnTo>
                  <a:pt x="410159" y="260782"/>
                </a:lnTo>
                <a:lnTo>
                  <a:pt x="419711" y="327649"/>
                </a:lnTo>
                <a:close/>
                <a:moveTo>
                  <a:pt x="343291" y="327649"/>
                </a:moveTo>
                <a:lnTo>
                  <a:pt x="114032" y="327649"/>
                </a:lnTo>
                <a:lnTo>
                  <a:pt x="114032" y="241677"/>
                </a:lnTo>
                <a:lnTo>
                  <a:pt x="217199" y="308544"/>
                </a:lnTo>
                <a:cubicBezTo>
                  <a:pt x="222931" y="312365"/>
                  <a:pt x="232483" y="312365"/>
                  <a:pt x="238214" y="308544"/>
                </a:cubicBezTo>
                <a:lnTo>
                  <a:pt x="341381" y="241677"/>
                </a:lnTo>
                <a:lnTo>
                  <a:pt x="341381" y="327649"/>
                </a:lnTo>
                <a:close/>
                <a:moveTo>
                  <a:pt x="228662" y="18150"/>
                </a:moveTo>
                <a:lnTo>
                  <a:pt x="438816" y="155705"/>
                </a:lnTo>
                <a:lnTo>
                  <a:pt x="228662" y="293261"/>
                </a:lnTo>
                <a:lnTo>
                  <a:pt x="18508" y="155705"/>
                </a:lnTo>
                <a:lnTo>
                  <a:pt x="228662" y="18150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21" descr="Pail and shovel icon.">
            <a:extLst>
              <a:ext uri="{FF2B5EF4-FFF2-40B4-BE49-F238E27FC236}">
                <a16:creationId xmlns:a16="http://schemas.microsoft.com/office/drawing/2014/main" id="{4C9EE0D7-B6B2-4A1C-9741-F244CFB8A251}"/>
              </a:ext>
            </a:extLst>
          </p:cNvPr>
          <p:cNvSpPr>
            <a:spLocks noChangeAspect="1"/>
          </p:cNvSpPr>
          <p:nvPr/>
        </p:nvSpPr>
        <p:spPr>
          <a:xfrm>
            <a:off x="4633544" y="2356215"/>
            <a:ext cx="458518" cy="420308"/>
          </a:xfrm>
          <a:custGeom>
            <a:avLst/>
            <a:gdLst>
              <a:gd name="connsiteX0" fmla="*/ 133734 w 458518"/>
              <a:gd name="connsiteY0" fmla="*/ 80241 h 420308"/>
              <a:gd name="connsiteX1" fmla="*/ 5731 w 458518"/>
              <a:gd name="connsiteY1" fmla="*/ 202512 h 420308"/>
              <a:gd name="connsiteX2" fmla="*/ 0 w 458518"/>
              <a:gd name="connsiteY2" fmla="*/ 217796 h 420308"/>
              <a:gd name="connsiteX3" fmla="*/ 0 w 458518"/>
              <a:gd name="connsiteY3" fmla="*/ 250274 h 420308"/>
              <a:gd name="connsiteX4" fmla="*/ 21015 w 458518"/>
              <a:gd name="connsiteY4" fmla="*/ 271290 h 420308"/>
              <a:gd name="connsiteX5" fmla="*/ 21015 w 458518"/>
              <a:gd name="connsiteY5" fmla="*/ 271290 h 420308"/>
              <a:gd name="connsiteX6" fmla="*/ 32478 w 458518"/>
              <a:gd name="connsiteY6" fmla="*/ 401203 h 420308"/>
              <a:gd name="connsiteX7" fmla="*/ 53494 w 458518"/>
              <a:gd name="connsiteY7" fmla="*/ 420308 h 420308"/>
              <a:gd name="connsiteX8" fmla="*/ 215886 w 458518"/>
              <a:gd name="connsiteY8" fmla="*/ 420308 h 420308"/>
              <a:gd name="connsiteX9" fmla="*/ 236901 w 458518"/>
              <a:gd name="connsiteY9" fmla="*/ 401203 h 420308"/>
              <a:gd name="connsiteX10" fmla="*/ 246453 w 458518"/>
              <a:gd name="connsiteY10" fmla="*/ 269379 h 420308"/>
              <a:gd name="connsiteX11" fmla="*/ 246453 w 458518"/>
              <a:gd name="connsiteY11" fmla="*/ 269379 h 420308"/>
              <a:gd name="connsiteX12" fmla="*/ 267469 w 458518"/>
              <a:gd name="connsiteY12" fmla="*/ 250274 h 420308"/>
              <a:gd name="connsiteX13" fmla="*/ 267469 w 458518"/>
              <a:gd name="connsiteY13" fmla="*/ 248364 h 420308"/>
              <a:gd name="connsiteX14" fmla="*/ 267469 w 458518"/>
              <a:gd name="connsiteY14" fmla="*/ 215886 h 420308"/>
              <a:gd name="connsiteX15" fmla="*/ 261737 w 458518"/>
              <a:gd name="connsiteY15" fmla="*/ 202512 h 420308"/>
              <a:gd name="connsiteX16" fmla="*/ 133734 w 458518"/>
              <a:gd name="connsiteY16" fmla="*/ 80241 h 420308"/>
              <a:gd name="connsiteX17" fmla="*/ 133734 w 458518"/>
              <a:gd name="connsiteY17" fmla="*/ 99346 h 420308"/>
              <a:gd name="connsiteX18" fmla="*/ 242632 w 458518"/>
              <a:gd name="connsiteY18" fmla="*/ 196781 h 420308"/>
              <a:gd name="connsiteX19" fmla="*/ 24836 w 458518"/>
              <a:gd name="connsiteY19" fmla="*/ 196781 h 420308"/>
              <a:gd name="connsiteX20" fmla="*/ 133734 w 458518"/>
              <a:gd name="connsiteY20" fmla="*/ 99346 h 420308"/>
              <a:gd name="connsiteX21" fmla="*/ 215886 w 458518"/>
              <a:gd name="connsiteY21" fmla="*/ 401203 h 420308"/>
              <a:gd name="connsiteX22" fmla="*/ 51583 w 458518"/>
              <a:gd name="connsiteY22" fmla="*/ 399293 h 420308"/>
              <a:gd name="connsiteX23" fmla="*/ 40120 w 458518"/>
              <a:gd name="connsiteY23" fmla="*/ 269379 h 420308"/>
              <a:gd name="connsiteX24" fmla="*/ 227349 w 458518"/>
              <a:gd name="connsiteY24" fmla="*/ 269379 h 420308"/>
              <a:gd name="connsiteX25" fmla="*/ 215886 w 458518"/>
              <a:gd name="connsiteY25" fmla="*/ 401203 h 420308"/>
              <a:gd name="connsiteX26" fmla="*/ 246453 w 458518"/>
              <a:gd name="connsiteY26" fmla="*/ 250274 h 420308"/>
              <a:gd name="connsiteX27" fmla="*/ 19105 w 458518"/>
              <a:gd name="connsiteY27" fmla="*/ 250274 h 420308"/>
              <a:gd name="connsiteX28" fmla="*/ 21015 w 458518"/>
              <a:gd name="connsiteY28" fmla="*/ 215886 h 420308"/>
              <a:gd name="connsiteX29" fmla="*/ 246453 w 458518"/>
              <a:gd name="connsiteY29" fmla="*/ 215886 h 420308"/>
              <a:gd name="connsiteX30" fmla="*/ 248364 w 458518"/>
              <a:gd name="connsiteY30" fmla="*/ 217796 h 420308"/>
              <a:gd name="connsiteX31" fmla="*/ 246453 w 458518"/>
              <a:gd name="connsiteY31" fmla="*/ 250274 h 420308"/>
              <a:gd name="connsiteX32" fmla="*/ 391651 w 458518"/>
              <a:gd name="connsiteY32" fmla="*/ 248364 h 420308"/>
              <a:gd name="connsiteX33" fmla="*/ 391651 w 458518"/>
              <a:gd name="connsiteY33" fmla="*/ 74509 h 420308"/>
              <a:gd name="connsiteX34" fmla="*/ 420308 w 458518"/>
              <a:gd name="connsiteY34" fmla="*/ 38210 h 420308"/>
              <a:gd name="connsiteX35" fmla="*/ 420308 w 458518"/>
              <a:gd name="connsiteY35" fmla="*/ 19105 h 420308"/>
              <a:gd name="connsiteX36" fmla="*/ 401203 w 458518"/>
              <a:gd name="connsiteY36" fmla="*/ 0 h 420308"/>
              <a:gd name="connsiteX37" fmla="*/ 324784 w 458518"/>
              <a:gd name="connsiteY37" fmla="*/ 0 h 420308"/>
              <a:gd name="connsiteX38" fmla="*/ 305679 w 458518"/>
              <a:gd name="connsiteY38" fmla="*/ 19105 h 420308"/>
              <a:gd name="connsiteX39" fmla="*/ 305679 w 458518"/>
              <a:gd name="connsiteY39" fmla="*/ 38210 h 420308"/>
              <a:gd name="connsiteX40" fmla="*/ 334336 w 458518"/>
              <a:gd name="connsiteY40" fmla="*/ 74509 h 420308"/>
              <a:gd name="connsiteX41" fmla="*/ 334336 w 458518"/>
              <a:gd name="connsiteY41" fmla="*/ 248364 h 420308"/>
              <a:gd name="connsiteX42" fmla="*/ 267469 w 458518"/>
              <a:gd name="connsiteY42" fmla="*/ 315231 h 420308"/>
              <a:gd name="connsiteX43" fmla="*/ 267469 w 458518"/>
              <a:gd name="connsiteY43" fmla="*/ 401203 h 420308"/>
              <a:gd name="connsiteX44" fmla="*/ 286574 w 458518"/>
              <a:gd name="connsiteY44" fmla="*/ 420308 h 420308"/>
              <a:gd name="connsiteX45" fmla="*/ 439413 w 458518"/>
              <a:gd name="connsiteY45" fmla="*/ 420308 h 420308"/>
              <a:gd name="connsiteX46" fmla="*/ 458518 w 458518"/>
              <a:gd name="connsiteY46" fmla="*/ 401203 h 420308"/>
              <a:gd name="connsiteX47" fmla="*/ 458518 w 458518"/>
              <a:gd name="connsiteY47" fmla="*/ 315231 h 420308"/>
              <a:gd name="connsiteX48" fmla="*/ 391651 w 458518"/>
              <a:gd name="connsiteY48" fmla="*/ 248364 h 420308"/>
              <a:gd name="connsiteX49" fmla="*/ 324784 w 458518"/>
              <a:gd name="connsiteY49" fmla="*/ 38210 h 420308"/>
              <a:gd name="connsiteX50" fmla="*/ 324784 w 458518"/>
              <a:gd name="connsiteY50" fmla="*/ 19105 h 420308"/>
              <a:gd name="connsiteX51" fmla="*/ 401203 w 458518"/>
              <a:gd name="connsiteY51" fmla="*/ 19105 h 420308"/>
              <a:gd name="connsiteX52" fmla="*/ 401203 w 458518"/>
              <a:gd name="connsiteY52" fmla="*/ 38210 h 420308"/>
              <a:gd name="connsiteX53" fmla="*/ 382098 w 458518"/>
              <a:gd name="connsiteY53" fmla="*/ 57315 h 420308"/>
              <a:gd name="connsiteX54" fmla="*/ 343889 w 458518"/>
              <a:gd name="connsiteY54" fmla="*/ 57315 h 420308"/>
              <a:gd name="connsiteX55" fmla="*/ 324784 w 458518"/>
              <a:gd name="connsiteY55" fmla="*/ 38210 h 420308"/>
              <a:gd name="connsiteX56" fmla="*/ 439413 w 458518"/>
              <a:gd name="connsiteY56" fmla="*/ 401203 h 420308"/>
              <a:gd name="connsiteX57" fmla="*/ 286574 w 458518"/>
              <a:gd name="connsiteY57" fmla="*/ 401203 h 420308"/>
              <a:gd name="connsiteX58" fmla="*/ 286574 w 458518"/>
              <a:gd name="connsiteY58" fmla="*/ 315231 h 420308"/>
              <a:gd name="connsiteX59" fmla="*/ 334336 w 458518"/>
              <a:gd name="connsiteY59" fmla="*/ 267469 h 420308"/>
              <a:gd name="connsiteX60" fmla="*/ 353441 w 458518"/>
              <a:gd name="connsiteY60" fmla="*/ 248364 h 420308"/>
              <a:gd name="connsiteX61" fmla="*/ 353441 w 458518"/>
              <a:gd name="connsiteY61" fmla="*/ 76420 h 420308"/>
              <a:gd name="connsiteX62" fmla="*/ 372546 w 458518"/>
              <a:gd name="connsiteY62" fmla="*/ 76420 h 420308"/>
              <a:gd name="connsiteX63" fmla="*/ 372546 w 458518"/>
              <a:gd name="connsiteY63" fmla="*/ 248364 h 420308"/>
              <a:gd name="connsiteX64" fmla="*/ 391651 w 458518"/>
              <a:gd name="connsiteY64" fmla="*/ 267469 h 420308"/>
              <a:gd name="connsiteX65" fmla="*/ 439413 w 458518"/>
              <a:gd name="connsiteY65" fmla="*/ 315231 h 420308"/>
              <a:gd name="connsiteX66" fmla="*/ 439413 w 458518"/>
              <a:gd name="connsiteY66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8518" h="420308">
                <a:moveTo>
                  <a:pt x="133734" y="80241"/>
                </a:moveTo>
                <a:cubicBezTo>
                  <a:pt x="64957" y="80241"/>
                  <a:pt x="7642" y="133734"/>
                  <a:pt x="5731" y="202512"/>
                </a:cubicBezTo>
                <a:cubicBezTo>
                  <a:pt x="1910" y="206333"/>
                  <a:pt x="0" y="212065"/>
                  <a:pt x="0" y="217796"/>
                </a:cubicBezTo>
                <a:lnTo>
                  <a:pt x="0" y="250274"/>
                </a:lnTo>
                <a:cubicBezTo>
                  <a:pt x="0" y="261737"/>
                  <a:pt x="9552" y="271290"/>
                  <a:pt x="21015" y="271290"/>
                </a:cubicBezTo>
                <a:lnTo>
                  <a:pt x="21015" y="271290"/>
                </a:lnTo>
                <a:lnTo>
                  <a:pt x="32478" y="401203"/>
                </a:lnTo>
                <a:cubicBezTo>
                  <a:pt x="32478" y="412666"/>
                  <a:pt x="42031" y="420308"/>
                  <a:pt x="53494" y="420308"/>
                </a:cubicBezTo>
                <a:lnTo>
                  <a:pt x="215886" y="420308"/>
                </a:lnTo>
                <a:cubicBezTo>
                  <a:pt x="227349" y="420308"/>
                  <a:pt x="234990" y="412666"/>
                  <a:pt x="236901" y="401203"/>
                </a:cubicBezTo>
                <a:lnTo>
                  <a:pt x="246453" y="269379"/>
                </a:lnTo>
                <a:lnTo>
                  <a:pt x="246453" y="269379"/>
                </a:lnTo>
                <a:cubicBezTo>
                  <a:pt x="257916" y="269379"/>
                  <a:pt x="267469" y="261737"/>
                  <a:pt x="267469" y="250274"/>
                </a:cubicBezTo>
                <a:cubicBezTo>
                  <a:pt x="267469" y="250274"/>
                  <a:pt x="267469" y="250274"/>
                  <a:pt x="267469" y="248364"/>
                </a:cubicBezTo>
                <a:lnTo>
                  <a:pt x="267469" y="215886"/>
                </a:lnTo>
                <a:cubicBezTo>
                  <a:pt x="267469" y="210154"/>
                  <a:pt x="265558" y="206333"/>
                  <a:pt x="261737" y="202512"/>
                </a:cubicBezTo>
                <a:cubicBezTo>
                  <a:pt x="259827" y="133734"/>
                  <a:pt x="202512" y="80241"/>
                  <a:pt x="133734" y="80241"/>
                </a:cubicBezTo>
                <a:close/>
                <a:moveTo>
                  <a:pt x="133734" y="99346"/>
                </a:moveTo>
                <a:cubicBezTo>
                  <a:pt x="189139" y="99346"/>
                  <a:pt x="236901" y="141376"/>
                  <a:pt x="242632" y="196781"/>
                </a:cubicBezTo>
                <a:lnTo>
                  <a:pt x="24836" y="196781"/>
                </a:lnTo>
                <a:cubicBezTo>
                  <a:pt x="30568" y="141376"/>
                  <a:pt x="78330" y="99346"/>
                  <a:pt x="133734" y="99346"/>
                </a:cubicBezTo>
                <a:close/>
                <a:moveTo>
                  <a:pt x="215886" y="401203"/>
                </a:moveTo>
                <a:lnTo>
                  <a:pt x="51583" y="399293"/>
                </a:lnTo>
                <a:lnTo>
                  <a:pt x="40120" y="269379"/>
                </a:lnTo>
                <a:lnTo>
                  <a:pt x="227349" y="269379"/>
                </a:lnTo>
                <a:lnTo>
                  <a:pt x="215886" y="401203"/>
                </a:lnTo>
                <a:close/>
                <a:moveTo>
                  <a:pt x="246453" y="250274"/>
                </a:moveTo>
                <a:lnTo>
                  <a:pt x="19105" y="250274"/>
                </a:lnTo>
                <a:lnTo>
                  <a:pt x="21015" y="215886"/>
                </a:lnTo>
                <a:lnTo>
                  <a:pt x="246453" y="215886"/>
                </a:lnTo>
                <a:lnTo>
                  <a:pt x="248364" y="217796"/>
                </a:lnTo>
                <a:lnTo>
                  <a:pt x="246453" y="250274"/>
                </a:lnTo>
                <a:close/>
                <a:moveTo>
                  <a:pt x="391651" y="248364"/>
                </a:moveTo>
                <a:lnTo>
                  <a:pt x="391651" y="74509"/>
                </a:lnTo>
                <a:cubicBezTo>
                  <a:pt x="408845" y="70688"/>
                  <a:pt x="420308" y="55404"/>
                  <a:pt x="420308" y="38210"/>
                </a:cubicBez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lnTo>
                  <a:pt x="324784" y="0"/>
                </a:lnTo>
                <a:cubicBezTo>
                  <a:pt x="313321" y="0"/>
                  <a:pt x="305679" y="7642"/>
                  <a:pt x="305679" y="19105"/>
                </a:cubicBezTo>
                <a:lnTo>
                  <a:pt x="305679" y="38210"/>
                </a:lnTo>
                <a:cubicBezTo>
                  <a:pt x="305679" y="55404"/>
                  <a:pt x="317142" y="70688"/>
                  <a:pt x="334336" y="74509"/>
                </a:cubicBezTo>
                <a:lnTo>
                  <a:pt x="334336" y="248364"/>
                </a:lnTo>
                <a:cubicBezTo>
                  <a:pt x="298037" y="248364"/>
                  <a:pt x="267469" y="278932"/>
                  <a:pt x="267469" y="315231"/>
                </a:cubicBezTo>
                <a:lnTo>
                  <a:pt x="267469" y="401203"/>
                </a:lnTo>
                <a:cubicBezTo>
                  <a:pt x="267469" y="412666"/>
                  <a:pt x="275111" y="420308"/>
                  <a:pt x="286574" y="420308"/>
                </a:cubicBezTo>
                <a:lnTo>
                  <a:pt x="439413" y="420308"/>
                </a:lnTo>
                <a:cubicBezTo>
                  <a:pt x="450876" y="420308"/>
                  <a:pt x="458518" y="412666"/>
                  <a:pt x="458518" y="401203"/>
                </a:cubicBezTo>
                <a:lnTo>
                  <a:pt x="458518" y="315231"/>
                </a:lnTo>
                <a:cubicBezTo>
                  <a:pt x="458518" y="278932"/>
                  <a:pt x="427950" y="248364"/>
                  <a:pt x="391651" y="248364"/>
                </a:cubicBezTo>
                <a:close/>
                <a:moveTo>
                  <a:pt x="324784" y="38210"/>
                </a:moveTo>
                <a:lnTo>
                  <a:pt x="324784" y="19105"/>
                </a:lnTo>
                <a:lnTo>
                  <a:pt x="401203" y="19105"/>
                </a:lnTo>
                <a:lnTo>
                  <a:pt x="401203" y="38210"/>
                </a:lnTo>
                <a:cubicBezTo>
                  <a:pt x="401203" y="49673"/>
                  <a:pt x="393561" y="57315"/>
                  <a:pt x="382098" y="57315"/>
                </a:cubicBezTo>
                <a:lnTo>
                  <a:pt x="343889" y="57315"/>
                </a:lnTo>
                <a:cubicBezTo>
                  <a:pt x="332426" y="57315"/>
                  <a:pt x="324784" y="49673"/>
                  <a:pt x="324784" y="38210"/>
                </a:cubicBezTo>
                <a:close/>
                <a:moveTo>
                  <a:pt x="439413" y="401203"/>
                </a:moveTo>
                <a:lnTo>
                  <a:pt x="286574" y="401203"/>
                </a:lnTo>
                <a:lnTo>
                  <a:pt x="286574" y="315231"/>
                </a:lnTo>
                <a:cubicBezTo>
                  <a:pt x="286574" y="288484"/>
                  <a:pt x="307589" y="267469"/>
                  <a:pt x="334336" y="267469"/>
                </a:cubicBezTo>
                <a:cubicBezTo>
                  <a:pt x="345799" y="267469"/>
                  <a:pt x="353441" y="259827"/>
                  <a:pt x="353441" y="248364"/>
                </a:cubicBezTo>
                <a:lnTo>
                  <a:pt x="353441" y="76420"/>
                </a:lnTo>
                <a:lnTo>
                  <a:pt x="372546" y="76420"/>
                </a:lnTo>
                <a:lnTo>
                  <a:pt x="372546" y="248364"/>
                </a:lnTo>
                <a:cubicBezTo>
                  <a:pt x="372546" y="259827"/>
                  <a:pt x="380188" y="267469"/>
                  <a:pt x="391651" y="267469"/>
                </a:cubicBezTo>
                <a:cubicBezTo>
                  <a:pt x="418398" y="267469"/>
                  <a:pt x="439413" y="288484"/>
                  <a:pt x="439413" y="315231"/>
                </a:cubicBezTo>
                <a:lnTo>
                  <a:pt x="439413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27" descr="Shovel icon.">
            <a:extLst>
              <a:ext uri="{FF2B5EF4-FFF2-40B4-BE49-F238E27FC236}">
                <a16:creationId xmlns:a16="http://schemas.microsoft.com/office/drawing/2014/main" id="{94F03256-75FE-4FBD-8EB7-CE5C0B58AE38}"/>
              </a:ext>
            </a:extLst>
          </p:cNvPr>
          <p:cNvSpPr>
            <a:spLocks noChangeAspect="1"/>
          </p:cNvSpPr>
          <p:nvPr/>
        </p:nvSpPr>
        <p:spPr>
          <a:xfrm>
            <a:off x="5860703" y="2318961"/>
            <a:ext cx="457931" cy="457562"/>
          </a:xfrm>
          <a:custGeom>
            <a:avLst/>
            <a:gdLst>
              <a:gd name="connsiteX0" fmla="*/ 450508 w 457931"/>
              <a:gd name="connsiteY0" fmla="*/ 64001 h 457562"/>
              <a:gd name="connsiteX1" fmla="*/ 395104 w 457931"/>
              <a:gd name="connsiteY1" fmla="*/ 8597 h 457562"/>
              <a:gd name="connsiteX2" fmla="*/ 354984 w 457931"/>
              <a:gd name="connsiteY2" fmla="*/ 8597 h 457562"/>
              <a:gd name="connsiteX3" fmla="*/ 354984 w 457931"/>
              <a:gd name="connsiteY3" fmla="*/ 8597 h 457562"/>
              <a:gd name="connsiteX4" fmla="*/ 353073 w 457931"/>
              <a:gd name="connsiteY4" fmla="*/ 48718 h 457562"/>
              <a:gd name="connsiteX5" fmla="*/ 358805 w 457931"/>
              <a:gd name="connsiteY5" fmla="*/ 54449 h 457562"/>
              <a:gd name="connsiteX6" fmla="*/ 167756 w 457931"/>
              <a:gd name="connsiteY6" fmla="*/ 247409 h 457562"/>
              <a:gd name="connsiteX7" fmla="*/ 123814 w 457931"/>
              <a:gd name="connsiteY7" fmla="*/ 203467 h 457562"/>
              <a:gd name="connsiteX8" fmla="*/ 102799 w 457931"/>
              <a:gd name="connsiteY8" fmla="*/ 203467 h 457562"/>
              <a:gd name="connsiteX9" fmla="*/ 102799 w 457931"/>
              <a:gd name="connsiteY9" fmla="*/ 203467 h 457562"/>
              <a:gd name="connsiteX10" fmla="*/ 34021 w 457931"/>
              <a:gd name="connsiteY10" fmla="*/ 272245 h 457562"/>
              <a:gd name="connsiteX11" fmla="*/ 5364 w 457931"/>
              <a:gd name="connsiteY11" fmla="*/ 440368 h 457562"/>
              <a:gd name="connsiteX12" fmla="*/ 16827 w 457931"/>
              <a:gd name="connsiteY12" fmla="*/ 451831 h 457562"/>
              <a:gd name="connsiteX13" fmla="*/ 76052 w 457931"/>
              <a:gd name="connsiteY13" fmla="*/ 457563 h 457562"/>
              <a:gd name="connsiteX14" fmla="*/ 184950 w 457931"/>
              <a:gd name="connsiteY14" fmla="*/ 423174 h 457562"/>
              <a:gd name="connsiteX15" fmla="*/ 253728 w 457931"/>
              <a:gd name="connsiteY15" fmla="*/ 354396 h 457562"/>
              <a:gd name="connsiteX16" fmla="*/ 253728 w 457931"/>
              <a:gd name="connsiteY16" fmla="*/ 333381 h 457562"/>
              <a:gd name="connsiteX17" fmla="*/ 253728 w 457931"/>
              <a:gd name="connsiteY17" fmla="*/ 333381 h 457562"/>
              <a:gd name="connsiteX18" fmla="*/ 207876 w 457931"/>
              <a:gd name="connsiteY18" fmla="*/ 287529 h 457562"/>
              <a:gd name="connsiteX19" fmla="*/ 400836 w 457931"/>
              <a:gd name="connsiteY19" fmla="*/ 94569 h 457562"/>
              <a:gd name="connsiteX20" fmla="*/ 410388 w 457931"/>
              <a:gd name="connsiteY20" fmla="*/ 104122 h 457562"/>
              <a:gd name="connsiteX21" fmla="*/ 431404 w 457931"/>
              <a:gd name="connsiteY21" fmla="*/ 111764 h 457562"/>
              <a:gd name="connsiteX22" fmla="*/ 452419 w 457931"/>
              <a:gd name="connsiteY22" fmla="*/ 104122 h 457562"/>
              <a:gd name="connsiteX23" fmla="*/ 450508 w 457931"/>
              <a:gd name="connsiteY23" fmla="*/ 64001 h 457562"/>
              <a:gd name="connsiteX24" fmla="*/ 171577 w 457931"/>
              <a:gd name="connsiteY24" fmla="*/ 409800 h 457562"/>
              <a:gd name="connsiteX25" fmla="*/ 22558 w 457931"/>
              <a:gd name="connsiteY25" fmla="*/ 434637 h 457562"/>
              <a:gd name="connsiteX26" fmla="*/ 49305 w 457931"/>
              <a:gd name="connsiteY26" fmla="*/ 285619 h 457562"/>
              <a:gd name="connsiteX27" fmla="*/ 114262 w 457931"/>
              <a:gd name="connsiteY27" fmla="*/ 220662 h 457562"/>
              <a:gd name="connsiteX28" fmla="*/ 236533 w 457931"/>
              <a:gd name="connsiteY28" fmla="*/ 342933 h 457562"/>
              <a:gd name="connsiteX29" fmla="*/ 171577 w 457931"/>
              <a:gd name="connsiteY29" fmla="*/ 409800 h 457562"/>
              <a:gd name="connsiteX30" fmla="*/ 194503 w 457931"/>
              <a:gd name="connsiteY30" fmla="*/ 274156 h 457562"/>
              <a:gd name="connsiteX31" fmla="*/ 181129 w 457931"/>
              <a:gd name="connsiteY31" fmla="*/ 260782 h 457562"/>
              <a:gd name="connsiteX32" fmla="*/ 374089 w 457931"/>
              <a:gd name="connsiteY32" fmla="*/ 67822 h 457562"/>
              <a:gd name="connsiteX33" fmla="*/ 387462 w 457931"/>
              <a:gd name="connsiteY33" fmla="*/ 81196 h 457562"/>
              <a:gd name="connsiteX34" fmla="*/ 194503 w 457931"/>
              <a:gd name="connsiteY34" fmla="*/ 274156 h 457562"/>
              <a:gd name="connsiteX35" fmla="*/ 437135 w 457931"/>
              <a:gd name="connsiteY35" fmla="*/ 90748 h 457562"/>
              <a:gd name="connsiteX36" fmla="*/ 423762 w 457931"/>
              <a:gd name="connsiteY36" fmla="*/ 90748 h 457562"/>
              <a:gd name="connsiteX37" fmla="*/ 423762 w 457931"/>
              <a:gd name="connsiteY37" fmla="*/ 90748 h 457562"/>
              <a:gd name="connsiteX38" fmla="*/ 414209 w 457931"/>
              <a:gd name="connsiteY38" fmla="*/ 83106 h 457562"/>
              <a:gd name="connsiteX39" fmla="*/ 374089 w 457931"/>
              <a:gd name="connsiteY39" fmla="*/ 42986 h 457562"/>
              <a:gd name="connsiteX40" fmla="*/ 368357 w 457931"/>
              <a:gd name="connsiteY40" fmla="*/ 37255 h 457562"/>
              <a:gd name="connsiteX41" fmla="*/ 368357 w 457931"/>
              <a:gd name="connsiteY41" fmla="*/ 23881 h 457562"/>
              <a:gd name="connsiteX42" fmla="*/ 368357 w 457931"/>
              <a:gd name="connsiteY42" fmla="*/ 23881 h 457562"/>
              <a:gd name="connsiteX43" fmla="*/ 374089 w 457931"/>
              <a:gd name="connsiteY43" fmla="*/ 18150 h 457562"/>
              <a:gd name="connsiteX44" fmla="*/ 381731 w 457931"/>
              <a:gd name="connsiteY44" fmla="*/ 20060 h 457562"/>
              <a:gd name="connsiteX45" fmla="*/ 437135 w 457931"/>
              <a:gd name="connsiteY45" fmla="*/ 75464 h 457562"/>
              <a:gd name="connsiteX46" fmla="*/ 437135 w 457931"/>
              <a:gd name="connsiteY46" fmla="*/ 90748 h 457562"/>
              <a:gd name="connsiteX47" fmla="*/ 437135 w 457931"/>
              <a:gd name="connsiteY47" fmla="*/ 90748 h 45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7931" h="457562">
                <a:moveTo>
                  <a:pt x="450508" y="64001"/>
                </a:moveTo>
                <a:lnTo>
                  <a:pt x="395104" y="8597"/>
                </a:lnTo>
                <a:cubicBezTo>
                  <a:pt x="383641" y="-2866"/>
                  <a:pt x="366447" y="-2866"/>
                  <a:pt x="354984" y="8597"/>
                </a:cubicBezTo>
                <a:cubicBezTo>
                  <a:pt x="354984" y="8597"/>
                  <a:pt x="354984" y="8597"/>
                  <a:pt x="354984" y="8597"/>
                </a:cubicBezTo>
                <a:cubicBezTo>
                  <a:pt x="343521" y="18150"/>
                  <a:pt x="343521" y="37255"/>
                  <a:pt x="353073" y="48718"/>
                </a:cubicBezTo>
                <a:lnTo>
                  <a:pt x="358805" y="54449"/>
                </a:lnTo>
                <a:lnTo>
                  <a:pt x="167756" y="247409"/>
                </a:lnTo>
                <a:lnTo>
                  <a:pt x="123814" y="203467"/>
                </a:lnTo>
                <a:cubicBezTo>
                  <a:pt x="118083" y="197736"/>
                  <a:pt x="108530" y="197736"/>
                  <a:pt x="102799" y="203467"/>
                </a:cubicBezTo>
                <a:cubicBezTo>
                  <a:pt x="102799" y="203467"/>
                  <a:pt x="102799" y="203467"/>
                  <a:pt x="102799" y="203467"/>
                </a:cubicBezTo>
                <a:lnTo>
                  <a:pt x="34021" y="272245"/>
                </a:lnTo>
                <a:cubicBezTo>
                  <a:pt x="-13741" y="321918"/>
                  <a:pt x="1543" y="421263"/>
                  <a:pt x="5364" y="440368"/>
                </a:cubicBezTo>
                <a:cubicBezTo>
                  <a:pt x="7274" y="446100"/>
                  <a:pt x="11095" y="451831"/>
                  <a:pt x="16827" y="451831"/>
                </a:cubicBezTo>
                <a:cubicBezTo>
                  <a:pt x="35932" y="455652"/>
                  <a:pt x="56947" y="457563"/>
                  <a:pt x="76052" y="457563"/>
                </a:cubicBezTo>
                <a:cubicBezTo>
                  <a:pt x="112351" y="457563"/>
                  <a:pt x="158203" y="449921"/>
                  <a:pt x="184950" y="423174"/>
                </a:cubicBezTo>
                <a:lnTo>
                  <a:pt x="253728" y="354396"/>
                </a:lnTo>
                <a:cubicBezTo>
                  <a:pt x="259459" y="348665"/>
                  <a:pt x="259459" y="339112"/>
                  <a:pt x="253728" y="333381"/>
                </a:cubicBezTo>
                <a:cubicBezTo>
                  <a:pt x="253728" y="333381"/>
                  <a:pt x="253728" y="333381"/>
                  <a:pt x="253728" y="333381"/>
                </a:cubicBezTo>
                <a:lnTo>
                  <a:pt x="207876" y="287529"/>
                </a:lnTo>
                <a:lnTo>
                  <a:pt x="400836" y="94569"/>
                </a:lnTo>
                <a:lnTo>
                  <a:pt x="410388" y="104122"/>
                </a:lnTo>
                <a:cubicBezTo>
                  <a:pt x="416120" y="109853"/>
                  <a:pt x="423762" y="111764"/>
                  <a:pt x="431404" y="111764"/>
                </a:cubicBezTo>
                <a:cubicBezTo>
                  <a:pt x="439046" y="111764"/>
                  <a:pt x="446687" y="107943"/>
                  <a:pt x="452419" y="104122"/>
                </a:cubicBezTo>
                <a:cubicBezTo>
                  <a:pt x="460061" y="92659"/>
                  <a:pt x="460061" y="73554"/>
                  <a:pt x="450508" y="64001"/>
                </a:cubicBezTo>
                <a:close/>
                <a:moveTo>
                  <a:pt x="171577" y="409800"/>
                </a:moveTo>
                <a:cubicBezTo>
                  <a:pt x="131456" y="449921"/>
                  <a:pt x="47395" y="438458"/>
                  <a:pt x="22558" y="434637"/>
                </a:cubicBezTo>
                <a:cubicBezTo>
                  <a:pt x="18737" y="409800"/>
                  <a:pt x="9185" y="325739"/>
                  <a:pt x="49305" y="285619"/>
                </a:cubicBezTo>
                <a:lnTo>
                  <a:pt x="114262" y="220662"/>
                </a:lnTo>
                <a:lnTo>
                  <a:pt x="236533" y="342933"/>
                </a:lnTo>
                <a:lnTo>
                  <a:pt x="171577" y="409800"/>
                </a:lnTo>
                <a:close/>
                <a:moveTo>
                  <a:pt x="194503" y="274156"/>
                </a:moveTo>
                <a:lnTo>
                  <a:pt x="181129" y="260782"/>
                </a:lnTo>
                <a:lnTo>
                  <a:pt x="374089" y="67822"/>
                </a:lnTo>
                <a:lnTo>
                  <a:pt x="387462" y="81196"/>
                </a:lnTo>
                <a:lnTo>
                  <a:pt x="194503" y="274156"/>
                </a:lnTo>
                <a:close/>
                <a:moveTo>
                  <a:pt x="437135" y="90748"/>
                </a:moveTo>
                <a:cubicBezTo>
                  <a:pt x="433314" y="94569"/>
                  <a:pt x="427583" y="94569"/>
                  <a:pt x="423762" y="90748"/>
                </a:cubicBezTo>
                <a:cubicBezTo>
                  <a:pt x="423762" y="90748"/>
                  <a:pt x="423762" y="90748"/>
                  <a:pt x="423762" y="90748"/>
                </a:cubicBezTo>
                <a:lnTo>
                  <a:pt x="414209" y="83106"/>
                </a:lnTo>
                <a:lnTo>
                  <a:pt x="374089" y="42986"/>
                </a:lnTo>
                <a:lnTo>
                  <a:pt x="368357" y="37255"/>
                </a:lnTo>
                <a:cubicBezTo>
                  <a:pt x="364536" y="33434"/>
                  <a:pt x="364536" y="27702"/>
                  <a:pt x="368357" y="23881"/>
                </a:cubicBezTo>
                <a:cubicBezTo>
                  <a:pt x="368357" y="23881"/>
                  <a:pt x="368357" y="23881"/>
                  <a:pt x="368357" y="23881"/>
                </a:cubicBezTo>
                <a:cubicBezTo>
                  <a:pt x="368357" y="20060"/>
                  <a:pt x="372178" y="18150"/>
                  <a:pt x="374089" y="18150"/>
                </a:cubicBezTo>
                <a:cubicBezTo>
                  <a:pt x="375999" y="18150"/>
                  <a:pt x="379820" y="18150"/>
                  <a:pt x="381731" y="20060"/>
                </a:cubicBezTo>
                <a:lnTo>
                  <a:pt x="437135" y="75464"/>
                </a:lnTo>
                <a:cubicBezTo>
                  <a:pt x="440956" y="79285"/>
                  <a:pt x="440956" y="86927"/>
                  <a:pt x="437135" y="90748"/>
                </a:cubicBezTo>
                <a:cubicBezTo>
                  <a:pt x="437135" y="90748"/>
                  <a:pt x="437135" y="90748"/>
                  <a:pt x="437135" y="9074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9" descr="Military icon.">
            <a:extLst>
              <a:ext uri="{FF2B5EF4-FFF2-40B4-BE49-F238E27FC236}">
                <a16:creationId xmlns:a16="http://schemas.microsoft.com/office/drawing/2014/main" id="{139E54DD-7D76-4CC8-997E-0175AAF960BC}"/>
              </a:ext>
            </a:extLst>
          </p:cNvPr>
          <p:cNvSpPr>
            <a:spLocks noChangeAspect="1"/>
          </p:cNvSpPr>
          <p:nvPr/>
        </p:nvSpPr>
        <p:spPr>
          <a:xfrm>
            <a:off x="7157009" y="2318483"/>
            <a:ext cx="343888" cy="458040"/>
          </a:xfrm>
          <a:custGeom>
            <a:avLst/>
            <a:gdLst>
              <a:gd name="connsiteX0" fmla="*/ 38210 w 343888"/>
              <a:gd name="connsiteY0" fmla="*/ 269379 h 458040"/>
              <a:gd name="connsiteX1" fmla="*/ 38210 w 343888"/>
              <a:gd name="connsiteY1" fmla="*/ 269379 h 458040"/>
              <a:gd name="connsiteX2" fmla="*/ 38210 w 343888"/>
              <a:gd name="connsiteY2" fmla="*/ 292305 h 458040"/>
              <a:gd name="connsiteX3" fmla="*/ 171944 w 343888"/>
              <a:gd name="connsiteY3" fmla="*/ 376367 h 458040"/>
              <a:gd name="connsiteX4" fmla="*/ 303768 w 343888"/>
              <a:gd name="connsiteY4" fmla="*/ 292305 h 458040"/>
              <a:gd name="connsiteX5" fmla="*/ 303768 w 343888"/>
              <a:gd name="connsiteY5" fmla="*/ 269379 h 458040"/>
              <a:gd name="connsiteX6" fmla="*/ 171944 w 343888"/>
              <a:gd name="connsiteY6" fmla="*/ 353441 h 458040"/>
              <a:gd name="connsiteX7" fmla="*/ 38210 w 343888"/>
              <a:gd name="connsiteY7" fmla="*/ 269379 h 458040"/>
              <a:gd name="connsiteX8" fmla="*/ 38210 w 343888"/>
              <a:gd name="connsiteY8" fmla="*/ 185318 h 458040"/>
              <a:gd name="connsiteX9" fmla="*/ 38210 w 343888"/>
              <a:gd name="connsiteY9" fmla="*/ 185318 h 458040"/>
              <a:gd name="connsiteX10" fmla="*/ 38210 w 343888"/>
              <a:gd name="connsiteY10" fmla="*/ 208244 h 458040"/>
              <a:gd name="connsiteX11" fmla="*/ 171944 w 343888"/>
              <a:gd name="connsiteY11" fmla="*/ 290395 h 458040"/>
              <a:gd name="connsiteX12" fmla="*/ 303768 w 343888"/>
              <a:gd name="connsiteY12" fmla="*/ 206333 h 458040"/>
              <a:gd name="connsiteX13" fmla="*/ 303768 w 343888"/>
              <a:gd name="connsiteY13" fmla="*/ 183407 h 458040"/>
              <a:gd name="connsiteX14" fmla="*/ 171944 w 343888"/>
              <a:gd name="connsiteY14" fmla="*/ 267469 h 458040"/>
              <a:gd name="connsiteX15" fmla="*/ 38210 w 343888"/>
              <a:gd name="connsiteY15" fmla="*/ 185318 h 458040"/>
              <a:gd name="connsiteX16" fmla="*/ 128003 w 343888"/>
              <a:gd name="connsiteY16" fmla="*/ 147108 h 458040"/>
              <a:gd name="connsiteX17" fmla="*/ 114630 w 343888"/>
              <a:gd name="connsiteY17" fmla="*/ 198691 h 458040"/>
              <a:gd name="connsiteX18" fmla="*/ 122271 w 343888"/>
              <a:gd name="connsiteY18" fmla="*/ 210154 h 458040"/>
              <a:gd name="connsiteX19" fmla="*/ 129913 w 343888"/>
              <a:gd name="connsiteY19" fmla="*/ 208244 h 458040"/>
              <a:gd name="connsiteX20" fmla="*/ 171944 w 343888"/>
              <a:gd name="connsiteY20" fmla="*/ 179586 h 458040"/>
              <a:gd name="connsiteX21" fmla="*/ 215886 w 343888"/>
              <a:gd name="connsiteY21" fmla="*/ 210154 h 458040"/>
              <a:gd name="connsiteX22" fmla="*/ 229259 w 343888"/>
              <a:gd name="connsiteY22" fmla="*/ 206333 h 458040"/>
              <a:gd name="connsiteX23" fmla="*/ 231170 w 343888"/>
              <a:gd name="connsiteY23" fmla="*/ 198691 h 458040"/>
              <a:gd name="connsiteX24" fmla="*/ 217796 w 343888"/>
              <a:gd name="connsiteY24" fmla="*/ 145197 h 458040"/>
              <a:gd name="connsiteX25" fmla="*/ 261737 w 343888"/>
              <a:gd name="connsiteY25" fmla="*/ 110809 h 458040"/>
              <a:gd name="connsiteX26" fmla="*/ 263648 w 343888"/>
              <a:gd name="connsiteY26" fmla="*/ 97435 h 458040"/>
              <a:gd name="connsiteX27" fmla="*/ 256006 w 343888"/>
              <a:gd name="connsiteY27" fmla="*/ 93614 h 458040"/>
              <a:gd name="connsiteX28" fmla="*/ 202512 w 343888"/>
              <a:gd name="connsiteY28" fmla="*/ 93614 h 458040"/>
              <a:gd name="connsiteX29" fmla="*/ 181497 w 343888"/>
              <a:gd name="connsiteY29" fmla="*/ 40120 h 458040"/>
              <a:gd name="connsiteX30" fmla="*/ 170034 w 343888"/>
              <a:gd name="connsiteY30" fmla="*/ 34389 h 458040"/>
              <a:gd name="connsiteX31" fmla="*/ 164302 w 343888"/>
              <a:gd name="connsiteY31" fmla="*/ 40120 h 458040"/>
              <a:gd name="connsiteX32" fmla="*/ 145197 w 343888"/>
              <a:gd name="connsiteY32" fmla="*/ 95525 h 458040"/>
              <a:gd name="connsiteX33" fmla="*/ 89793 w 343888"/>
              <a:gd name="connsiteY33" fmla="*/ 95525 h 458040"/>
              <a:gd name="connsiteX34" fmla="*/ 78330 w 343888"/>
              <a:gd name="connsiteY34" fmla="*/ 103167 h 458040"/>
              <a:gd name="connsiteX35" fmla="*/ 84062 w 343888"/>
              <a:gd name="connsiteY35" fmla="*/ 114630 h 458040"/>
              <a:gd name="connsiteX36" fmla="*/ 128003 w 343888"/>
              <a:gd name="connsiteY36" fmla="*/ 147108 h 458040"/>
              <a:gd name="connsiteX37" fmla="*/ 158571 w 343888"/>
              <a:gd name="connsiteY37" fmla="*/ 114630 h 458040"/>
              <a:gd name="connsiteX38" fmla="*/ 171944 w 343888"/>
              <a:gd name="connsiteY38" fmla="*/ 74509 h 458040"/>
              <a:gd name="connsiteX39" fmla="*/ 187228 w 343888"/>
              <a:gd name="connsiteY39" fmla="*/ 114630 h 458040"/>
              <a:gd name="connsiteX40" fmla="*/ 225438 w 343888"/>
              <a:gd name="connsiteY40" fmla="*/ 114630 h 458040"/>
              <a:gd name="connsiteX41" fmla="*/ 192960 w 343888"/>
              <a:gd name="connsiteY41" fmla="*/ 139466 h 458040"/>
              <a:gd name="connsiteX42" fmla="*/ 204423 w 343888"/>
              <a:gd name="connsiteY42" fmla="*/ 179586 h 458040"/>
              <a:gd name="connsiteX43" fmla="*/ 171944 w 343888"/>
              <a:gd name="connsiteY43" fmla="*/ 156660 h 458040"/>
              <a:gd name="connsiteX44" fmla="*/ 139466 w 343888"/>
              <a:gd name="connsiteY44" fmla="*/ 177676 h 458040"/>
              <a:gd name="connsiteX45" fmla="*/ 150929 w 343888"/>
              <a:gd name="connsiteY45" fmla="*/ 137555 h 458040"/>
              <a:gd name="connsiteX46" fmla="*/ 118450 w 343888"/>
              <a:gd name="connsiteY46" fmla="*/ 114630 h 458040"/>
              <a:gd name="connsiteX47" fmla="*/ 158571 w 343888"/>
              <a:gd name="connsiteY47" fmla="*/ 114630 h 458040"/>
              <a:gd name="connsiteX48" fmla="*/ 343889 w 343888"/>
              <a:gd name="connsiteY48" fmla="*/ 9552 h 458040"/>
              <a:gd name="connsiteX49" fmla="*/ 334336 w 343888"/>
              <a:gd name="connsiteY49" fmla="*/ 0 h 458040"/>
              <a:gd name="connsiteX50" fmla="*/ 9552 w 343888"/>
              <a:gd name="connsiteY50" fmla="*/ 0 h 458040"/>
              <a:gd name="connsiteX51" fmla="*/ 0 w 343888"/>
              <a:gd name="connsiteY51" fmla="*/ 9552 h 458040"/>
              <a:gd name="connsiteX52" fmla="*/ 0 w 343888"/>
              <a:gd name="connsiteY52" fmla="*/ 353441 h 458040"/>
              <a:gd name="connsiteX53" fmla="*/ 3821 w 343888"/>
              <a:gd name="connsiteY53" fmla="*/ 361083 h 458040"/>
              <a:gd name="connsiteX54" fmla="*/ 166213 w 343888"/>
              <a:gd name="connsiteY54" fmla="*/ 456608 h 458040"/>
              <a:gd name="connsiteX55" fmla="*/ 175765 w 343888"/>
              <a:gd name="connsiteY55" fmla="*/ 456608 h 458040"/>
              <a:gd name="connsiteX56" fmla="*/ 338157 w 343888"/>
              <a:gd name="connsiteY56" fmla="*/ 361083 h 458040"/>
              <a:gd name="connsiteX57" fmla="*/ 341978 w 343888"/>
              <a:gd name="connsiteY57" fmla="*/ 353441 h 458040"/>
              <a:gd name="connsiteX58" fmla="*/ 343889 w 343888"/>
              <a:gd name="connsiteY58" fmla="*/ 9552 h 458040"/>
              <a:gd name="connsiteX59" fmla="*/ 343889 w 343888"/>
              <a:gd name="connsiteY59" fmla="*/ 9552 h 458040"/>
              <a:gd name="connsiteX60" fmla="*/ 171944 w 343888"/>
              <a:gd name="connsiteY60" fmla="*/ 437503 h 458040"/>
              <a:gd name="connsiteX61" fmla="*/ 19105 w 343888"/>
              <a:gd name="connsiteY61" fmla="*/ 347710 h 458040"/>
              <a:gd name="connsiteX62" fmla="*/ 19105 w 343888"/>
              <a:gd name="connsiteY62" fmla="*/ 19105 h 458040"/>
              <a:gd name="connsiteX63" fmla="*/ 324784 w 343888"/>
              <a:gd name="connsiteY63" fmla="*/ 19105 h 458040"/>
              <a:gd name="connsiteX64" fmla="*/ 324784 w 343888"/>
              <a:gd name="connsiteY64" fmla="*/ 347710 h 458040"/>
              <a:gd name="connsiteX65" fmla="*/ 171944 w 343888"/>
              <a:gd name="connsiteY65" fmla="*/ 437503 h 4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43888" h="458040">
                <a:moveTo>
                  <a:pt x="38210" y="269379"/>
                </a:moveTo>
                <a:lnTo>
                  <a:pt x="38210" y="269379"/>
                </a:lnTo>
                <a:lnTo>
                  <a:pt x="38210" y="292305"/>
                </a:lnTo>
                <a:lnTo>
                  <a:pt x="171944" y="376367"/>
                </a:lnTo>
                <a:lnTo>
                  <a:pt x="303768" y="292305"/>
                </a:lnTo>
                <a:lnTo>
                  <a:pt x="303768" y="269379"/>
                </a:lnTo>
                <a:lnTo>
                  <a:pt x="171944" y="353441"/>
                </a:lnTo>
                <a:lnTo>
                  <a:pt x="38210" y="269379"/>
                </a:lnTo>
                <a:close/>
                <a:moveTo>
                  <a:pt x="38210" y="185318"/>
                </a:moveTo>
                <a:lnTo>
                  <a:pt x="38210" y="185318"/>
                </a:lnTo>
                <a:lnTo>
                  <a:pt x="38210" y="208244"/>
                </a:lnTo>
                <a:lnTo>
                  <a:pt x="171944" y="290395"/>
                </a:lnTo>
                <a:lnTo>
                  <a:pt x="303768" y="206333"/>
                </a:lnTo>
                <a:lnTo>
                  <a:pt x="303768" y="183407"/>
                </a:lnTo>
                <a:lnTo>
                  <a:pt x="171944" y="267469"/>
                </a:lnTo>
                <a:lnTo>
                  <a:pt x="38210" y="185318"/>
                </a:lnTo>
                <a:close/>
                <a:moveTo>
                  <a:pt x="128003" y="147108"/>
                </a:moveTo>
                <a:lnTo>
                  <a:pt x="114630" y="198691"/>
                </a:lnTo>
                <a:cubicBezTo>
                  <a:pt x="112719" y="204423"/>
                  <a:pt x="116540" y="210154"/>
                  <a:pt x="122271" y="210154"/>
                </a:cubicBezTo>
                <a:cubicBezTo>
                  <a:pt x="124182" y="210154"/>
                  <a:pt x="128003" y="210154"/>
                  <a:pt x="129913" y="208244"/>
                </a:cubicBezTo>
                <a:lnTo>
                  <a:pt x="171944" y="179586"/>
                </a:lnTo>
                <a:lnTo>
                  <a:pt x="215886" y="210154"/>
                </a:lnTo>
                <a:cubicBezTo>
                  <a:pt x="219707" y="213975"/>
                  <a:pt x="227349" y="212065"/>
                  <a:pt x="229259" y="206333"/>
                </a:cubicBezTo>
                <a:cubicBezTo>
                  <a:pt x="231170" y="204423"/>
                  <a:pt x="231170" y="200602"/>
                  <a:pt x="231170" y="198691"/>
                </a:cubicBezTo>
                <a:lnTo>
                  <a:pt x="217796" y="145197"/>
                </a:lnTo>
                <a:lnTo>
                  <a:pt x="261737" y="110809"/>
                </a:lnTo>
                <a:cubicBezTo>
                  <a:pt x="265558" y="106988"/>
                  <a:pt x="267469" y="101256"/>
                  <a:pt x="263648" y="97435"/>
                </a:cubicBezTo>
                <a:cubicBezTo>
                  <a:pt x="261737" y="95525"/>
                  <a:pt x="257916" y="93614"/>
                  <a:pt x="256006" y="93614"/>
                </a:cubicBezTo>
                <a:lnTo>
                  <a:pt x="202512" y="93614"/>
                </a:lnTo>
                <a:lnTo>
                  <a:pt x="181497" y="40120"/>
                </a:lnTo>
                <a:cubicBezTo>
                  <a:pt x="179586" y="34389"/>
                  <a:pt x="173855" y="32478"/>
                  <a:pt x="170034" y="34389"/>
                </a:cubicBezTo>
                <a:cubicBezTo>
                  <a:pt x="168123" y="36299"/>
                  <a:pt x="166213" y="38210"/>
                  <a:pt x="164302" y="40120"/>
                </a:cubicBezTo>
                <a:lnTo>
                  <a:pt x="145197" y="95525"/>
                </a:lnTo>
                <a:lnTo>
                  <a:pt x="89793" y="95525"/>
                </a:lnTo>
                <a:cubicBezTo>
                  <a:pt x="85972" y="93614"/>
                  <a:pt x="80241" y="97435"/>
                  <a:pt x="78330" y="103167"/>
                </a:cubicBezTo>
                <a:cubicBezTo>
                  <a:pt x="76420" y="108898"/>
                  <a:pt x="80241" y="112719"/>
                  <a:pt x="84062" y="114630"/>
                </a:cubicBezTo>
                <a:lnTo>
                  <a:pt x="128003" y="147108"/>
                </a:lnTo>
                <a:close/>
                <a:moveTo>
                  <a:pt x="158571" y="114630"/>
                </a:moveTo>
                <a:lnTo>
                  <a:pt x="171944" y="74509"/>
                </a:lnTo>
                <a:lnTo>
                  <a:pt x="187228" y="114630"/>
                </a:lnTo>
                <a:lnTo>
                  <a:pt x="225438" y="114630"/>
                </a:lnTo>
                <a:lnTo>
                  <a:pt x="192960" y="139466"/>
                </a:lnTo>
                <a:lnTo>
                  <a:pt x="204423" y="179586"/>
                </a:lnTo>
                <a:lnTo>
                  <a:pt x="171944" y="156660"/>
                </a:lnTo>
                <a:lnTo>
                  <a:pt x="139466" y="177676"/>
                </a:lnTo>
                <a:lnTo>
                  <a:pt x="150929" y="137555"/>
                </a:lnTo>
                <a:lnTo>
                  <a:pt x="118450" y="114630"/>
                </a:lnTo>
                <a:lnTo>
                  <a:pt x="158571" y="114630"/>
                </a:lnTo>
                <a:close/>
                <a:moveTo>
                  <a:pt x="343889" y="9552"/>
                </a:moveTo>
                <a:cubicBezTo>
                  <a:pt x="343889" y="3821"/>
                  <a:pt x="340068" y="0"/>
                  <a:pt x="334336" y="0"/>
                </a:cubicBezTo>
                <a:lnTo>
                  <a:pt x="9552" y="0"/>
                </a:lnTo>
                <a:cubicBezTo>
                  <a:pt x="3821" y="0"/>
                  <a:pt x="0" y="3821"/>
                  <a:pt x="0" y="9552"/>
                </a:cubicBezTo>
                <a:lnTo>
                  <a:pt x="0" y="353441"/>
                </a:lnTo>
                <a:cubicBezTo>
                  <a:pt x="0" y="357262"/>
                  <a:pt x="1910" y="359172"/>
                  <a:pt x="3821" y="361083"/>
                </a:cubicBezTo>
                <a:lnTo>
                  <a:pt x="166213" y="456608"/>
                </a:lnTo>
                <a:cubicBezTo>
                  <a:pt x="170034" y="458518"/>
                  <a:pt x="173855" y="458518"/>
                  <a:pt x="175765" y="456608"/>
                </a:cubicBezTo>
                <a:lnTo>
                  <a:pt x="338157" y="361083"/>
                </a:lnTo>
                <a:cubicBezTo>
                  <a:pt x="341978" y="359172"/>
                  <a:pt x="341978" y="355351"/>
                  <a:pt x="341978" y="353441"/>
                </a:cubicBezTo>
                <a:lnTo>
                  <a:pt x="343889" y="9552"/>
                </a:lnTo>
                <a:lnTo>
                  <a:pt x="343889" y="9552"/>
                </a:lnTo>
                <a:close/>
                <a:moveTo>
                  <a:pt x="171944" y="437503"/>
                </a:moveTo>
                <a:lnTo>
                  <a:pt x="19105" y="347710"/>
                </a:lnTo>
                <a:lnTo>
                  <a:pt x="19105" y="19105"/>
                </a:lnTo>
                <a:lnTo>
                  <a:pt x="324784" y="19105"/>
                </a:lnTo>
                <a:lnTo>
                  <a:pt x="324784" y="347710"/>
                </a:lnTo>
                <a:lnTo>
                  <a:pt x="171944" y="4375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22" descr="Ribbon icon.">
            <a:extLst>
              <a:ext uri="{FF2B5EF4-FFF2-40B4-BE49-F238E27FC236}">
                <a16:creationId xmlns:a16="http://schemas.microsoft.com/office/drawing/2014/main" id="{20D11D1E-1698-43F6-A51E-062F19931AE7}"/>
              </a:ext>
            </a:extLst>
          </p:cNvPr>
          <p:cNvSpPr>
            <a:spLocks noChangeAspect="1"/>
          </p:cNvSpPr>
          <p:nvPr/>
        </p:nvSpPr>
        <p:spPr>
          <a:xfrm>
            <a:off x="8415548" y="2317289"/>
            <a:ext cx="282275" cy="459234"/>
          </a:xfrm>
          <a:custGeom>
            <a:avLst/>
            <a:gdLst>
              <a:gd name="connsiteX0" fmla="*/ 281559 w 282275"/>
              <a:gd name="connsiteY0" fmla="*/ 387830 h 459234"/>
              <a:gd name="connsiteX1" fmla="*/ 203229 w 282275"/>
              <a:gd name="connsiteY1" fmla="*/ 267469 h 459234"/>
              <a:gd name="connsiteX2" fmla="*/ 262454 w 282275"/>
              <a:gd name="connsiteY2" fmla="*/ 133734 h 459234"/>
              <a:gd name="connsiteX3" fmla="*/ 182213 w 282275"/>
              <a:gd name="connsiteY3" fmla="*/ 11463 h 459234"/>
              <a:gd name="connsiteX4" fmla="*/ 182213 w 282275"/>
              <a:gd name="connsiteY4" fmla="*/ 11463 h 459234"/>
              <a:gd name="connsiteX5" fmla="*/ 142093 w 282275"/>
              <a:gd name="connsiteY5" fmla="*/ 0 h 459234"/>
              <a:gd name="connsiteX6" fmla="*/ 140182 w 282275"/>
              <a:gd name="connsiteY6" fmla="*/ 0 h 459234"/>
              <a:gd name="connsiteX7" fmla="*/ 101972 w 282275"/>
              <a:gd name="connsiteY7" fmla="*/ 7642 h 459234"/>
              <a:gd name="connsiteX8" fmla="*/ 101972 w 282275"/>
              <a:gd name="connsiteY8" fmla="*/ 7642 h 459234"/>
              <a:gd name="connsiteX9" fmla="*/ 16000 w 282275"/>
              <a:gd name="connsiteY9" fmla="*/ 135645 h 459234"/>
              <a:gd name="connsiteX10" fmla="*/ 79047 w 282275"/>
              <a:gd name="connsiteY10" fmla="*/ 267469 h 459234"/>
              <a:gd name="connsiteX11" fmla="*/ 716 w 282275"/>
              <a:gd name="connsiteY11" fmla="*/ 389740 h 459234"/>
              <a:gd name="connsiteX12" fmla="*/ 6448 w 282275"/>
              <a:gd name="connsiteY12" fmla="*/ 410756 h 459234"/>
              <a:gd name="connsiteX13" fmla="*/ 52300 w 282275"/>
              <a:gd name="connsiteY13" fmla="*/ 454697 h 459234"/>
              <a:gd name="connsiteX14" fmla="*/ 63763 w 282275"/>
              <a:gd name="connsiteY14" fmla="*/ 458518 h 459234"/>
              <a:gd name="connsiteX15" fmla="*/ 67584 w 282275"/>
              <a:gd name="connsiteY15" fmla="*/ 458518 h 459234"/>
              <a:gd name="connsiteX16" fmla="*/ 82868 w 282275"/>
              <a:gd name="connsiteY16" fmla="*/ 445145 h 459234"/>
              <a:gd name="connsiteX17" fmla="*/ 140182 w 282275"/>
              <a:gd name="connsiteY17" fmla="*/ 347710 h 459234"/>
              <a:gd name="connsiteX18" fmla="*/ 197497 w 282275"/>
              <a:gd name="connsiteY18" fmla="*/ 445145 h 459234"/>
              <a:gd name="connsiteX19" fmla="*/ 210871 w 282275"/>
              <a:gd name="connsiteY19" fmla="*/ 458518 h 459234"/>
              <a:gd name="connsiteX20" fmla="*/ 229975 w 282275"/>
              <a:gd name="connsiteY20" fmla="*/ 452787 h 459234"/>
              <a:gd name="connsiteX21" fmla="*/ 275827 w 282275"/>
              <a:gd name="connsiteY21" fmla="*/ 408845 h 459234"/>
              <a:gd name="connsiteX22" fmla="*/ 281559 w 282275"/>
              <a:gd name="connsiteY22" fmla="*/ 387830 h 459234"/>
              <a:gd name="connsiteX23" fmla="*/ 140182 w 282275"/>
              <a:gd name="connsiteY23" fmla="*/ 19105 h 459234"/>
              <a:gd name="connsiteX24" fmla="*/ 193676 w 282275"/>
              <a:gd name="connsiteY24" fmla="*/ 64957 h 459234"/>
              <a:gd name="connsiteX25" fmla="*/ 191766 w 282275"/>
              <a:gd name="connsiteY25" fmla="*/ 85972 h 459234"/>
              <a:gd name="connsiteX26" fmla="*/ 140182 w 282275"/>
              <a:gd name="connsiteY26" fmla="*/ 76420 h 459234"/>
              <a:gd name="connsiteX27" fmla="*/ 88599 w 282275"/>
              <a:gd name="connsiteY27" fmla="*/ 85972 h 459234"/>
              <a:gd name="connsiteX28" fmla="*/ 86689 w 282275"/>
              <a:gd name="connsiteY28" fmla="*/ 64957 h 459234"/>
              <a:gd name="connsiteX29" fmla="*/ 140182 w 282275"/>
              <a:gd name="connsiteY29" fmla="*/ 19105 h 459234"/>
              <a:gd name="connsiteX30" fmla="*/ 187945 w 282275"/>
              <a:gd name="connsiteY30" fmla="*/ 106988 h 459234"/>
              <a:gd name="connsiteX31" fmla="*/ 187945 w 282275"/>
              <a:gd name="connsiteY31" fmla="*/ 106988 h 459234"/>
              <a:gd name="connsiteX32" fmla="*/ 140182 w 282275"/>
              <a:gd name="connsiteY32" fmla="*/ 191049 h 459234"/>
              <a:gd name="connsiteX33" fmla="*/ 92420 w 282275"/>
              <a:gd name="connsiteY33" fmla="*/ 105077 h 459234"/>
              <a:gd name="connsiteX34" fmla="*/ 138272 w 282275"/>
              <a:gd name="connsiteY34" fmla="*/ 95525 h 459234"/>
              <a:gd name="connsiteX35" fmla="*/ 187945 w 282275"/>
              <a:gd name="connsiteY35" fmla="*/ 106988 h 459234"/>
              <a:gd name="connsiteX36" fmla="*/ 187945 w 282275"/>
              <a:gd name="connsiteY36" fmla="*/ 106988 h 459234"/>
              <a:gd name="connsiteX37" fmla="*/ 35105 w 282275"/>
              <a:gd name="connsiteY37" fmla="*/ 135645 h 459234"/>
              <a:gd name="connsiteX38" fmla="*/ 67584 w 282275"/>
              <a:gd name="connsiteY38" fmla="*/ 63046 h 459234"/>
              <a:gd name="connsiteX39" fmla="*/ 67584 w 282275"/>
              <a:gd name="connsiteY39" fmla="*/ 63046 h 459234"/>
              <a:gd name="connsiteX40" fmla="*/ 73315 w 282275"/>
              <a:gd name="connsiteY40" fmla="*/ 101256 h 459234"/>
              <a:gd name="connsiteX41" fmla="*/ 73315 w 282275"/>
              <a:gd name="connsiteY41" fmla="*/ 103167 h 459234"/>
              <a:gd name="connsiteX42" fmla="*/ 73315 w 282275"/>
              <a:gd name="connsiteY42" fmla="*/ 103167 h 459234"/>
              <a:gd name="connsiteX43" fmla="*/ 128719 w 282275"/>
              <a:gd name="connsiteY43" fmla="*/ 202512 h 459234"/>
              <a:gd name="connsiteX44" fmla="*/ 90510 w 282275"/>
              <a:gd name="connsiteY44" fmla="*/ 248364 h 459234"/>
              <a:gd name="connsiteX45" fmla="*/ 90510 w 282275"/>
              <a:gd name="connsiteY45" fmla="*/ 248364 h 459234"/>
              <a:gd name="connsiteX46" fmla="*/ 35105 w 282275"/>
              <a:gd name="connsiteY46" fmla="*/ 135645 h 459234"/>
              <a:gd name="connsiteX47" fmla="*/ 35105 w 282275"/>
              <a:gd name="connsiteY47" fmla="*/ 135645 h 459234"/>
              <a:gd name="connsiteX48" fmla="*/ 63763 w 282275"/>
              <a:gd name="connsiteY48" fmla="*/ 439413 h 459234"/>
              <a:gd name="connsiteX49" fmla="*/ 17911 w 282275"/>
              <a:gd name="connsiteY49" fmla="*/ 393561 h 459234"/>
              <a:gd name="connsiteX50" fmla="*/ 105793 w 282275"/>
              <a:gd name="connsiteY50" fmla="*/ 261737 h 459234"/>
              <a:gd name="connsiteX51" fmla="*/ 212781 w 282275"/>
              <a:gd name="connsiteY51" fmla="*/ 63046 h 459234"/>
              <a:gd name="connsiteX52" fmla="*/ 212781 w 282275"/>
              <a:gd name="connsiteY52" fmla="*/ 63046 h 459234"/>
              <a:gd name="connsiteX53" fmla="*/ 243349 w 282275"/>
              <a:gd name="connsiteY53" fmla="*/ 133734 h 459234"/>
              <a:gd name="connsiteX54" fmla="*/ 155466 w 282275"/>
              <a:gd name="connsiteY54" fmla="*/ 298037 h 459234"/>
              <a:gd name="connsiteX55" fmla="*/ 63763 w 282275"/>
              <a:gd name="connsiteY55" fmla="*/ 439413 h 459234"/>
              <a:gd name="connsiteX56" fmla="*/ 216602 w 282275"/>
              <a:gd name="connsiteY56" fmla="*/ 439413 h 459234"/>
              <a:gd name="connsiteX57" fmla="*/ 153556 w 282275"/>
              <a:gd name="connsiteY57" fmla="*/ 332426 h 459234"/>
              <a:gd name="connsiteX58" fmla="*/ 170750 w 282275"/>
              <a:gd name="connsiteY58" fmla="*/ 309500 h 459234"/>
              <a:gd name="connsiteX59" fmla="*/ 191766 w 282275"/>
              <a:gd name="connsiteY59" fmla="*/ 282753 h 459234"/>
              <a:gd name="connsiteX60" fmla="*/ 262454 w 282275"/>
              <a:gd name="connsiteY60" fmla="*/ 395472 h 459234"/>
              <a:gd name="connsiteX61" fmla="*/ 216602 w 282275"/>
              <a:gd name="connsiteY61" fmla="*/ 439413 h 45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82275" h="459234">
                <a:moveTo>
                  <a:pt x="281559" y="387830"/>
                </a:moveTo>
                <a:cubicBezTo>
                  <a:pt x="262454" y="343889"/>
                  <a:pt x="235707" y="301858"/>
                  <a:pt x="203229" y="267469"/>
                </a:cubicBezTo>
                <a:cubicBezTo>
                  <a:pt x="237617" y="221617"/>
                  <a:pt x="262454" y="179586"/>
                  <a:pt x="262454" y="133734"/>
                </a:cubicBezTo>
                <a:cubicBezTo>
                  <a:pt x="262454" y="93614"/>
                  <a:pt x="220423" y="28657"/>
                  <a:pt x="182213" y="11463"/>
                </a:cubicBezTo>
                <a:lnTo>
                  <a:pt x="182213" y="11463"/>
                </a:lnTo>
                <a:cubicBezTo>
                  <a:pt x="170750" y="3821"/>
                  <a:pt x="155466" y="0"/>
                  <a:pt x="142093" y="0"/>
                </a:cubicBezTo>
                <a:lnTo>
                  <a:pt x="140182" y="0"/>
                </a:lnTo>
                <a:cubicBezTo>
                  <a:pt x="126809" y="0"/>
                  <a:pt x="113435" y="1910"/>
                  <a:pt x="101972" y="7642"/>
                </a:cubicBezTo>
                <a:lnTo>
                  <a:pt x="101972" y="7642"/>
                </a:lnTo>
                <a:cubicBezTo>
                  <a:pt x="65673" y="26747"/>
                  <a:pt x="16000" y="93614"/>
                  <a:pt x="16000" y="135645"/>
                </a:cubicBezTo>
                <a:cubicBezTo>
                  <a:pt x="16000" y="177676"/>
                  <a:pt x="42747" y="219707"/>
                  <a:pt x="79047" y="267469"/>
                </a:cubicBezTo>
                <a:cubicBezTo>
                  <a:pt x="44658" y="309500"/>
                  <a:pt x="14090" y="347710"/>
                  <a:pt x="716" y="389740"/>
                </a:cubicBezTo>
                <a:cubicBezTo>
                  <a:pt x="-1194" y="397382"/>
                  <a:pt x="716" y="405024"/>
                  <a:pt x="6448" y="410756"/>
                </a:cubicBezTo>
                <a:lnTo>
                  <a:pt x="52300" y="454697"/>
                </a:lnTo>
                <a:cubicBezTo>
                  <a:pt x="54210" y="456608"/>
                  <a:pt x="58031" y="458518"/>
                  <a:pt x="63763" y="458518"/>
                </a:cubicBezTo>
                <a:cubicBezTo>
                  <a:pt x="65673" y="458518"/>
                  <a:pt x="67584" y="458518"/>
                  <a:pt x="67584" y="458518"/>
                </a:cubicBezTo>
                <a:cubicBezTo>
                  <a:pt x="75226" y="456608"/>
                  <a:pt x="79047" y="452787"/>
                  <a:pt x="82868" y="445145"/>
                </a:cubicBezTo>
                <a:cubicBezTo>
                  <a:pt x="96241" y="410756"/>
                  <a:pt x="117256" y="376367"/>
                  <a:pt x="140182" y="347710"/>
                </a:cubicBezTo>
                <a:cubicBezTo>
                  <a:pt x="165019" y="376367"/>
                  <a:pt x="184124" y="410756"/>
                  <a:pt x="197497" y="445145"/>
                </a:cubicBezTo>
                <a:cubicBezTo>
                  <a:pt x="199408" y="450876"/>
                  <a:pt x="205139" y="456608"/>
                  <a:pt x="210871" y="458518"/>
                </a:cubicBezTo>
                <a:cubicBezTo>
                  <a:pt x="218513" y="460429"/>
                  <a:pt x="224244" y="458518"/>
                  <a:pt x="229975" y="452787"/>
                </a:cubicBezTo>
                <a:lnTo>
                  <a:pt x="275827" y="408845"/>
                </a:lnTo>
                <a:cubicBezTo>
                  <a:pt x="281559" y="403114"/>
                  <a:pt x="283469" y="395472"/>
                  <a:pt x="281559" y="387830"/>
                </a:cubicBezTo>
                <a:close/>
                <a:moveTo>
                  <a:pt x="140182" y="19105"/>
                </a:moveTo>
                <a:cubicBezTo>
                  <a:pt x="180303" y="19105"/>
                  <a:pt x="193676" y="43941"/>
                  <a:pt x="193676" y="64957"/>
                </a:cubicBezTo>
                <a:cubicBezTo>
                  <a:pt x="193676" y="72599"/>
                  <a:pt x="193676" y="78330"/>
                  <a:pt x="191766" y="85972"/>
                </a:cubicBezTo>
                <a:cubicBezTo>
                  <a:pt x="176482" y="80241"/>
                  <a:pt x="157377" y="76420"/>
                  <a:pt x="140182" y="76420"/>
                </a:cubicBezTo>
                <a:cubicBezTo>
                  <a:pt x="122988" y="76420"/>
                  <a:pt x="103883" y="78330"/>
                  <a:pt x="88599" y="85972"/>
                </a:cubicBezTo>
                <a:cubicBezTo>
                  <a:pt x="86689" y="78330"/>
                  <a:pt x="86689" y="70688"/>
                  <a:pt x="86689" y="64957"/>
                </a:cubicBezTo>
                <a:cubicBezTo>
                  <a:pt x="86689" y="43941"/>
                  <a:pt x="100062" y="19105"/>
                  <a:pt x="140182" y="19105"/>
                </a:cubicBezTo>
                <a:close/>
                <a:moveTo>
                  <a:pt x="187945" y="106988"/>
                </a:moveTo>
                <a:lnTo>
                  <a:pt x="187945" y="106988"/>
                </a:lnTo>
                <a:cubicBezTo>
                  <a:pt x="176482" y="137555"/>
                  <a:pt x="161198" y="166213"/>
                  <a:pt x="140182" y="191049"/>
                </a:cubicBezTo>
                <a:cubicBezTo>
                  <a:pt x="119167" y="164302"/>
                  <a:pt x="103883" y="135645"/>
                  <a:pt x="92420" y="105077"/>
                </a:cubicBezTo>
                <a:cubicBezTo>
                  <a:pt x="107704" y="97435"/>
                  <a:pt x="122988" y="95525"/>
                  <a:pt x="138272" y="95525"/>
                </a:cubicBezTo>
                <a:cubicBezTo>
                  <a:pt x="168840" y="95525"/>
                  <a:pt x="186034" y="101256"/>
                  <a:pt x="187945" y="106988"/>
                </a:cubicBezTo>
                <a:lnTo>
                  <a:pt x="187945" y="106988"/>
                </a:lnTo>
                <a:close/>
                <a:moveTo>
                  <a:pt x="35105" y="135645"/>
                </a:moveTo>
                <a:cubicBezTo>
                  <a:pt x="38926" y="108898"/>
                  <a:pt x="50389" y="84062"/>
                  <a:pt x="67584" y="63046"/>
                </a:cubicBezTo>
                <a:lnTo>
                  <a:pt x="67584" y="63046"/>
                </a:lnTo>
                <a:cubicBezTo>
                  <a:pt x="67584" y="76420"/>
                  <a:pt x="69494" y="89793"/>
                  <a:pt x="73315" y="101256"/>
                </a:cubicBezTo>
                <a:lnTo>
                  <a:pt x="73315" y="103167"/>
                </a:lnTo>
                <a:lnTo>
                  <a:pt x="73315" y="103167"/>
                </a:lnTo>
                <a:cubicBezTo>
                  <a:pt x="84778" y="139466"/>
                  <a:pt x="103883" y="173855"/>
                  <a:pt x="128719" y="202512"/>
                </a:cubicBezTo>
                <a:cubicBezTo>
                  <a:pt x="117256" y="217796"/>
                  <a:pt x="103883" y="233080"/>
                  <a:pt x="90510" y="248364"/>
                </a:cubicBezTo>
                <a:lnTo>
                  <a:pt x="90510" y="248364"/>
                </a:lnTo>
                <a:cubicBezTo>
                  <a:pt x="59942" y="210154"/>
                  <a:pt x="35105" y="171944"/>
                  <a:pt x="35105" y="135645"/>
                </a:cubicBezTo>
                <a:lnTo>
                  <a:pt x="35105" y="135645"/>
                </a:lnTo>
                <a:close/>
                <a:moveTo>
                  <a:pt x="63763" y="439413"/>
                </a:moveTo>
                <a:lnTo>
                  <a:pt x="17911" y="393561"/>
                </a:lnTo>
                <a:cubicBezTo>
                  <a:pt x="31284" y="351530"/>
                  <a:pt x="67584" y="307589"/>
                  <a:pt x="105793" y="261737"/>
                </a:cubicBezTo>
                <a:cubicBezTo>
                  <a:pt x="159287" y="198691"/>
                  <a:pt x="212781" y="133734"/>
                  <a:pt x="212781" y="63046"/>
                </a:cubicBezTo>
                <a:lnTo>
                  <a:pt x="212781" y="63046"/>
                </a:lnTo>
                <a:cubicBezTo>
                  <a:pt x="229975" y="84062"/>
                  <a:pt x="239528" y="106988"/>
                  <a:pt x="243349" y="133734"/>
                </a:cubicBezTo>
                <a:cubicBezTo>
                  <a:pt x="243349" y="185318"/>
                  <a:pt x="201318" y="240722"/>
                  <a:pt x="155466" y="298037"/>
                </a:cubicBezTo>
                <a:cubicBezTo>
                  <a:pt x="117256" y="340068"/>
                  <a:pt x="86689" y="387830"/>
                  <a:pt x="63763" y="439413"/>
                </a:cubicBezTo>
                <a:close/>
                <a:moveTo>
                  <a:pt x="216602" y="439413"/>
                </a:moveTo>
                <a:cubicBezTo>
                  <a:pt x="201318" y="401203"/>
                  <a:pt x="180303" y="364904"/>
                  <a:pt x="153556" y="332426"/>
                </a:cubicBezTo>
                <a:lnTo>
                  <a:pt x="170750" y="309500"/>
                </a:lnTo>
                <a:lnTo>
                  <a:pt x="191766" y="282753"/>
                </a:lnTo>
                <a:cubicBezTo>
                  <a:pt x="222333" y="315231"/>
                  <a:pt x="247170" y="353441"/>
                  <a:pt x="262454" y="395472"/>
                </a:cubicBezTo>
                <a:lnTo>
                  <a:pt x="216602" y="4394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30" descr="Trophy icon.">
            <a:extLst>
              <a:ext uri="{FF2B5EF4-FFF2-40B4-BE49-F238E27FC236}">
                <a16:creationId xmlns:a16="http://schemas.microsoft.com/office/drawing/2014/main" id="{E1289839-651C-46A2-B5A9-F26F894C75AC}"/>
              </a:ext>
            </a:extLst>
          </p:cNvPr>
          <p:cNvSpPr>
            <a:spLocks noChangeAspect="1"/>
          </p:cNvSpPr>
          <p:nvPr/>
        </p:nvSpPr>
        <p:spPr>
          <a:xfrm>
            <a:off x="9610133" y="2304910"/>
            <a:ext cx="343888" cy="420308"/>
          </a:xfrm>
          <a:custGeom>
            <a:avLst/>
            <a:gdLst>
              <a:gd name="connsiteX0" fmla="*/ 324784 w 343888"/>
              <a:gd name="connsiteY0" fmla="*/ 9552 h 420308"/>
              <a:gd name="connsiteX1" fmla="*/ 284663 w 343888"/>
              <a:gd name="connsiteY1" fmla="*/ 9552 h 420308"/>
              <a:gd name="connsiteX2" fmla="*/ 269379 w 343888"/>
              <a:gd name="connsiteY2" fmla="*/ 0 h 420308"/>
              <a:gd name="connsiteX3" fmla="*/ 74509 w 343888"/>
              <a:gd name="connsiteY3" fmla="*/ 0 h 420308"/>
              <a:gd name="connsiteX4" fmla="*/ 59225 w 343888"/>
              <a:gd name="connsiteY4" fmla="*/ 9552 h 420308"/>
              <a:gd name="connsiteX5" fmla="*/ 19105 w 343888"/>
              <a:gd name="connsiteY5" fmla="*/ 9552 h 420308"/>
              <a:gd name="connsiteX6" fmla="*/ 0 w 343888"/>
              <a:gd name="connsiteY6" fmla="*/ 28657 h 420308"/>
              <a:gd name="connsiteX7" fmla="*/ 0 w 343888"/>
              <a:gd name="connsiteY7" fmla="*/ 105077 h 420308"/>
              <a:gd name="connsiteX8" fmla="*/ 59225 w 343888"/>
              <a:gd name="connsiteY8" fmla="*/ 171944 h 420308"/>
              <a:gd name="connsiteX9" fmla="*/ 110809 w 343888"/>
              <a:gd name="connsiteY9" fmla="*/ 269379 h 420308"/>
              <a:gd name="connsiteX10" fmla="*/ 152839 w 343888"/>
              <a:gd name="connsiteY10" fmla="*/ 303768 h 420308"/>
              <a:gd name="connsiteX11" fmla="*/ 162392 w 343888"/>
              <a:gd name="connsiteY11" fmla="*/ 311410 h 420308"/>
              <a:gd name="connsiteX12" fmla="*/ 162392 w 343888"/>
              <a:gd name="connsiteY12" fmla="*/ 311410 h 420308"/>
              <a:gd name="connsiteX13" fmla="*/ 162392 w 343888"/>
              <a:gd name="connsiteY13" fmla="*/ 349620 h 420308"/>
              <a:gd name="connsiteX14" fmla="*/ 114630 w 343888"/>
              <a:gd name="connsiteY14" fmla="*/ 349620 h 420308"/>
              <a:gd name="connsiteX15" fmla="*/ 66867 w 343888"/>
              <a:gd name="connsiteY15" fmla="*/ 397382 h 420308"/>
              <a:gd name="connsiteX16" fmla="*/ 66867 w 343888"/>
              <a:gd name="connsiteY16" fmla="*/ 401203 h 420308"/>
              <a:gd name="connsiteX17" fmla="*/ 85972 w 343888"/>
              <a:gd name="connsiteY17" fmla="*/ 420308 h 420308"/>
              <a:gd name="connsiteX18" fmla="*/ 257916 w 343888"/>
              <a:gd name="connsiteY18" fmla="*/ 420308 h 420308"/>
              <a:gd name="connsiteX19" fmla="*/ 277021 w 343888"/>
              <a:gd name="connsiteY19" fmla="*/ 401203 h 420308"/>
              <a:gd name="connsiteX20" fmla="*/ 277021 w 343888"/>
              <a:gd name="connsiteY20" fmla="*/ 397382 h 420308"/>
              <a:gd name="connsiteX21" fmla="*/ 229259 w 343888"/>
              <a:gd name="connsiteY21" fmla="*/ 349620 h 420308"/>
              <a:gd name="connsiteX22" fmla="*/ 181497 w 343888"/>
              <a:gd name="connsiteY22" fmla="*/ 349620 h 420308"/>
              <a:gd name="connsiteX23" fmla="*/ 181497 w 343888"/>
              <a:gd name="connsiteY23" fmla="*/ 311410 h 420308"/>
              <a:gd name="connsiteX24" fmla="*/ 191049 w 343888"/>
              <a:gd name="connsiteY24" fmla="*/ 303768 h 420308"/>
              <a:gd name="connsiteX25" fmla="*/ 233080 w 343888"/>
              <a:gd name="connsiteY25" fmla="*/ 267469 h 420308"/>
              <a:gd name="connsiteX26" fmla="*/ 284663 w 343888"/>
              <a:gd name="connsiteY26" fmla="*/ 170034 h 420308"/>
              <a:gd name="connsiteX27" fmla="*/ 343889 w 343888"/>
              <a:gd name="connsiteY27" fmla="*/ 105077 h 420308"/>
              <a:gd name="connsiteX28" fmla="*/ 343889 w 343888"/>
              <a:gd name="connsiteY28" fmla="*/ 28657 h 420308"/>
              <a:gd name="connsiteX29" fmla="*/ 324784 w 343888"/>
              <a:gd name="connsiteY29" fmla="*/ 9552 h 420308"/>
              <a:gd name="connsiteX30" fmla="*/ 257916 w 343888"/>
              <a:gd name="connsiteY30" fmla="*/ 397382 h 420308"/>
              <a:gd name="connsiteX31" fmla="*/ 257916 w 343888"/>
              <a:gd name="connsiteY31" fmla="*/ 401203 h 420308"/>
              <a:gd name="connsiteX32" fmla="*/ 85972 w 343888"/>
              <a:gd name="connsiteY32" fmla="*/ 401203 h 420308"/>
              <a:gd name="connsiteX33" fmla="*/ 85972 w 343888"/>
              <a:gd name="connsiteY33" fmla="*/ 397382 h 420308"/>
              <a:gd name="connsiteX34" fmla="*/ 114630 w 343888"/>
              <a:gd name="connsiteY34" fmla="*/ 368725 h 420308"/>
              <a:gd name="connsiteX35" fmla="*/ 229259 w 343888"/>
              <a:gd name="connsiteY35" fmla="*/ 368725 h 420308"/>
              <a:gd name="connsiteX36" fmla="*/ 257916 w 343888"/>
              <a:gd name="connsiteY36" fmla="*/ 397382 h 420308"/>
              <a:gd name="connsiteX37" fmla="*/ 257916 w 343888"/>
              <a:gd name="connsiteY37" fmla="*/ 397382 h 420308"/>
              <a:gd name="connsiteX38" fmla="*/ 19105 w 343888"/>
              <a:gd name="connsiteY38" fmla="*/ 105077 h 420308"/>
              <a:gd name="connsiteX39" fmla="*/ 19105 w 343888"/>
              <a:gd name="connsiteY39" fmla="*/ 28657 h 420308"/>
              <a:gd name="connsiteX40" fmla="*/ 57315 w 343888"/>
              <a:gd name="connsiteY40" fmla="*/ 28657 h 420308"/>
              <a:gd name="connsiteX41" fmla="*/ 57315 w 343888"/>
              <a:gd name="connsiteY41" fmla="*/ 152839 h 420308"/>
              <a:gd name="connsiteX42" fmla="*/ 19105 w 343888"/>
              <a:gd name="connsiteY42" fmla="*/ 105077 h 420308"/>
              <a:gd name="connsiteX43" fmla="*/ 267469 w 343888"/>
              <a:gd name="connsiteY43" fmla="*/ 154750 h 420308"/>
              <a:gd name="connsiteX44" fmla="*/ 219707 w 343888"/>
              <a:gd name="connsiteY44" fmla="*/ 256006 h 420308"/>
              <a:gd name="connsiteX45" fmla="*/ 179586 w 343888"/>
              <a:gd name="connsiteY45" fmla="*/ 288484 h 420308"/>
              <a:gd name="connsiteX46" fmla="*/ 171944 w 343888"/>
              <a:gd name="connsiteY46" fmla="*/ 294216 h 420308"/>
              <a:gd name="connsiteX47" fmla="*/ 164302 w 343888"/>
              <a:gd name="connsiteY47" fmla="*/ 288484 h 420308"/>
              <a:gd name="connsiteX48" fmla="*/ 124182 w 343888"/>
              <a:gd name="connsiteY48" fmla="*/ 256006 h 420308"/>
              <a:gd name="connsiteX49" fmla="*/ 76420 w 343888"/>
              <a:gd name="connsiteY49" fmla="*/ 154750 h 420308"/>
              <a:gd name="connsiteX50" fmla="*/ 76420 w 343888"/>
              <a:gd name="connsiteY50" fmla="*/ 19105 h 420308"/>
              <a:gd name="connsiteX51" fmla="*/ 267469 w 343888"/>
              <a:gd name="connsiteY51" fmla="*/ 19105 h 420308"/>
              <a:gd name="connsiteX52" fmla="*/ 267469 w 343888"/>
              <a:gd name="connsiteY52" fmla="*/ 154750 h 420308"/>
              <a:gd name="connsiteX53" fmla="*/ 324784 w 343888"/>
              <a:gd name="connsiteY53" fmla="*/ 105077 h 420308"/>
              <a:gd name="connsiteX54" fmla="*/ 286574 w 343888"/>
              <a:gd name="connsiteY54" fmla="*/ 152839 h 420308"/>
              <a:gd name="connsiteX55" fmla="*/ 286574 w 343888"/>
              <a:gd name="connsiteY55" fmla="*/ 28657 h 420308"/>
              <a:gd name="connsiteX56" fmla="*/ 324784 w 343888"/>
              <a:gd name="connsiteY56" fmla="*/ 28657 h 420308"/>
              <a:gd name="connsiteX57" fmla="*/ 324784 w 343888"/>
              <a:gd name="connsiteY57" fmla="*/ 105077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43888" h="420308">
                <a:moveTo>
                  <a:pt x="324784" y="9552"/>
                </a:moveTo>
                <a:lnTo>
                  <a:pt x="284663" y="9552"/>
                </a:lnTo>
                <a:cubicBezTo>
                  <a:pt x="280842" y="3821"/>
                  <a:pt x="275111" y="0"/>
                  <a:pt x="269379" y="0"/>
                </a:cubicBezTo>
                <a:lnTo>
                  <a:pt x="74509" y="0"/>
                </a:lnTo>
                <a:cubicBezTo>
                  <a:pt x="68778" y="0"/>
                  <a:pt x="63046" y="3821"/>
                  <a:pt x="59225" y="9552"/>
                </a:cubicBezTo>
                <a:lnTo>
                  <a:pt x="19105" y="9552"/>
                </a:lnTo>
                <a:cubicBezTo>
                  <a:pt x="7642" y="9552"/>
                  <a:pt x="0" y="17194"/>
                  <a:pt x="0" y="28657"/>
                </a:cubicBezTo>
                <a:lnTo>
                  <a:pt x="0" y="105077"/>
                </a:lnTo>
                <a:cubicBezTo>
                  <a:pt x="0" y="139466"/>
                  <a:pt x="24836" y="168123"/>
                  <a:pt x="59225" y="171944"/>
                </a:cubicBezTo>
                <a:cubicBezTo>
                  <a:pt x="66867" y="208244"/>
                  <a:pt x="84062" y="242632"/>
                  <a:pt x="110809" y="269379"/>
                </a:cubicBezTo>
                <a:cubicBezTo>
                  <a:pt x="124182" y="282753"/>
                  <a:pt x="137555" y="294216"/>
                  <a:pt x="152839" y="303768"/>
                </a:cubicBezTo>
                <a:lnTo>
                  <a:pt x="162392" y="311410"/>
                </a:lnTo>
                <a:lnTo>
                  <a:pt x="162392" y="311410"/>
                </a:lnTo>
                <a:lnTo>
                  <a:pt x="162392" y="349620"/>
                </a:lnTo>
                <a:lnTo>
                  <a:pt x="114630" y="349620"/>
                </a:lnTo>
                <a:cubicBezTo>
                  <a:pt x="87883" y="349620"/>
                  <a:pt x="66867" y="370635"/>
                  <a:pt x="66867" y="397382"/>
                </a:cubicBezTo>
                <a:lnTo>
                  <a:pt x="66867" y="401203"/>
                </a:lnTo>
                <a:cubicBezTo>
                  <a:pt x="66867" y="412666"/>
                  <a:pt x="74509" y="420308"/>
                  <a:pt x="85972" y="420308"/>
                </a:cubicBezTo>
                <a:lnTo>
                  <a:pt x="257916" y="420308"/>
                </a:lnTo>
                <a:cubicBezTo>
                  <a:pt x="269379" y="420308"/>
                  <a:pt x="277021" y="412666"/>
                  <a:pt x="277021" y="401203"/>
                </a:cubicBezTo>
                <a:lnTo>
                  <a:pt x="277021" y="397382"/>
                </a:lnTo>
                <a:cubicBezTo>
                  <a:pt x="277021" y="370635"/>
                  <a:pt x="256006" y="349620"/>
                  <a:pt x="229259" y="349620"/>
                </a:cubicBezTo>
                <a:lnTo>
                  <a:pt x="181497" y="349620"/>
                </a:lnTo>
                <a:lnTo>
                  <a:pt x="181497" y="311410"/>
                </a:lnTo>
                <a:lnTo>
                  <a:pt x="191049" y="303768"/>
                </a:lnTo>
                <a:cubicBezTo>
                  <a:pt x="206333" y="294216"/>
                  <a:pt x="221617" y="280842"/>
                  <a:pt x="233080" y="267469"/>
                </a:cubicBezTo>
                <a:cubicBezTo>
                  <a:pt x="259827" y="240722"/>
                  <a:pt x="277021" y="208244"/>
                  <a:pt x="284663" y="170034"/>
                </a:cubicBezTo>
                <a:cubicBezTo>
                  <a:pt x="319052" y="168123"/>
                  <a:pt x="343889" y="139466"/>
                  <a:pt x="343889" y="105077"/>
                </a:cubicBezTo>
                <a:lnTo>
                  <a:pt x="343889" y="28657"/>
                </a:lnTo>
                <a:cubicBezTo>
                  <a:pt x="343889" y="19105"/>
                  <a:pt x="334336" y="9552"/>
                  <a:pt x="324784" y="9552"/>
                </a:cubicBezTo>
                <a:close/>
                <a:moveTo>
                  <a:pt x="257916" y="397382"/>
                </a:moveTo>
                <a:lnTo>
                  <a:pt x="257916" y="401203"/>
                </a:lnTo>
                <a:lnTo>
                  <a:pt x="85972" y="401203"/>
                </a:lnTo>
                <a:lnTo>
                  <a:pt x="85972" y="397382"/>
                </a:lnTo>
                <a:cubicBezTo>
                  <a:pt x="85972" y="382098"/>
                  <a:pt x="99346" y="368725"/>
                  <a:pt x="114630" y="368725"/>
                </a:cubicBezTo>
                <a:lnTo>
                  <a:pt x="229259" y="368725"/>
                </a:lnTo>
                <a:cubicBezTo>
                  <a:pt x="244543" y="366814"/>
                  <a:pt x="257916" y="380188"/>
                  <a:pt x="257916" y="397382"/>
                </a:cubicBezTo>
                <a:cubicBezTo>
                  <a:pt x="257916" y="395472"/>
                  <a:pt x="257916" y="397382"/>
                  <a:pt x="257916" y="397382"/>
                </a:cubicBezTo>
                <a:close/>
                <a:moveTo>
                  <a:pt x="19105" y="105077"/>
                </a:moveTo>
                <a:lnTo>
                  <a:pt x="19105" y="28657"/>
                </a:lnTo>
                <a:lnTo>
                  <a:pt x="57315" y="28657"/>
                </a:lnTo>
                <a:lnTo>
                  <a:pt x="57315" y="152839"/>
                </a:lnTo>
                <a:cubicBezTo>
                  <a:pt x="34389" y="149018"/>
                  <a:pt x="19105" y="128003"/>
                  <a:pt x="19105" y="105077"/>
                </a:cubicBezTo>
                <a:close/>
                <a:moveTo>
                  <a:pt x="267469" y="154750"/>
                </a:moveTo>
                <a:cubicBezTo>
                  <a:pt x="263648" y="192960"/>
                  <a:pt x="248364" y="229259"/>
                  <a:pt x="219707" y="256006"/>
                </a:cubicBezTo>
                <a:cubicBezTo>
                  <a:pt x="206333" y="267469"/>
                  <a:pt x="192960" y="278932"/>
                  <a:pt x="179586" y="288484"/>
                </a:cubicBezTo>
                <a:lnTo>
                  <a:pt x="171944" y="294216"/>
                </a:lnTo>
                <a:lnTo>
                  <a:pt x="164302" y="288484"/>
                </a:lnTo>
                <a:cubicBezTo>
                  <a:pt x="149018" y="278932"/>
                  <a:pt x="135645" y="267469"/>
                  <a:pt x="124182" y="256006"/>
                </a:cubicBezTo>
                <a:cubicBezTo>
                  <a:pt x="95525" y="229259"/>
                  <a:pt x="80241" y="192960"/>
                  <a:pt x="76420" y="154750"/>
                </a:cubicBezTo>
                <a:lnTo>
                  <a:pt x="76420" y="19105"/>
                </a:lnTo>
                <a:lnTo>
                  <a:pt x="267469" y="19105"/>
                </a:lnTo>
                <a:lnTo>
                  <a:pt x="267469" y="154750"/>
                </a:lnTo>
                <a:close/>
                <a:moveTo>
                  <a:pt x="324784" y="105077"/>
                </a:moveTo>
                <a:cubicBezTo>
                  <a:pt x="324784" y="128003"/>
                  <a:pt x="309500" y="149018"/>
                  <a:pt x="286574" y="152839"/>
                </a:cubicBezTo>
                <a:lnTo>
                  <a:pt x="286574" y="28657"/>
                </a:lnTo>
                <a:lnTo>
                  <a:pt x="324784" y="28657"/>
                </a:lnTo>
                <a:lnTo>
                  <a:pt x="324784" y="10507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Graphic 60" descr="Trophy with dollar sign icon.">
            <a:extLst>
              <a:ext uri="{FF2B5EF4-FFF2-40B4-BE49-F238E27FC236}">
                <a16:creationId xmlns:a16="http://schemas.microsoft.com/office/drawing/2014/main" id="{94C79A4C-9ED9-4FF4-A23D-DD2785D3E107}"/>
              </a:ext>
            </a:extLst>
          </p:cNvPr>
          <p:cNvSpPr/>
          <p:nvPr/>
        </p:nvSpPr>
        <p:spPr>
          <a:xfrm>
            <a:off x="10836190" y="2285875"/>
            <a:ext cx="343360" cy="419620"/>
          </a:xfrm>
          <a:custGeom>
            <a:avLst/>
            <a:gdLst>
              <a:gd name="connsiteX0" fmla="*/ 193128 w 343360"/>
              <a:gd name="connsiteY0" fmla="*/ 91321 h 419620"/>
              <a:gd name="connsiteX1" fmla="*/ 198848 w 343360"/>
              <a:gd name="connsiteY1" fmla="*/ 104476 h 419620"/>
              <a:gd name="connsiteX2" fmla="*/ 217913 w 343360"/>
              <a:gd name="connsiteY2" fmla="*/ 104476 h 419620"/>
              <a:gd name="connsiteX3" fmla="*/ 206283 w 343360"/>
              <a:gd name="connsiteY3" fmla="*/ 77404 h 419620"/>
              <a:gd name="connsiteX4" fmla="*/ 181118 w 343360"/>
              <a:gd name="connsiteY4" fmla="*/ 66918 h 419620"/>
              <a:gd name="connsiteX5" fmla="*/ 181118 w 343360"/>
              <a:gd name="connsiteY5" fmla="*/ 57004 h 419620"/>
              <a:gd name="connsiteX6" fmla="*/ 162053 w 343360"/>
              <a:gd name="connsiteY6" fmla="*/ 57004 h 419620"/>
              <a:gd name="connsiteX7" fmla="*/ 162053 w 343360"/>
              <a:gd name="connsiteY7" fmla="*/ 66728 h 419620"/>
              <a:gd name="connsiteX8" fmla="*/ 124494 w 343360"/>
              <a:gd name="connsiteY8" fmla="*/ 104858 h 419620"/>
              <a:gd name="connsiteX9" fmla="*/ 162053 w 343360"/>
              <a:gd name="connsiteY9" fmla="*/ 142606 h 419620"/>
              <a:gd name="connsiteX10" fmla="*/ 162053 w 343360"/>
              <a:gd name="connsiteY10" fmla="*/ 182452 h 419620"/>
              <a:gd name="connsiteX11" fmla="*/ 149279 w 343360"/>
              <a:gd name="connsiteY11" fmla="*/ 176542 h 419620"/>
              <a:gd name="connsiteX12" fmla="*/ 143178 w 343360"/>
              <a:gd name="connsiteY12" fmla="*/ 162053 h 419620"/>
              <a:gd name="connsiteX13" fmla="*/ 124113 w 343360"/>
              <a:gd name="connsiteY13" fmla="*/ 162053 h 419620"/>
              <a:gd name="connsiteX14" fmla="*/ 135552 w 343360"/>
              <a:gd name="connsiteY14" fmla="*/ 189887 h 419620"/>
              <a:gd name="connsiteX15" fmla="*/ 162053 w 343360"/>
              <a:gd name="connsiteY15" fmla="*/ 201708 h 419620"/>
              <a:gd name="connsiteX16" fmla="*/ 162053 w 343360"/>
              <a:gd name="connsiteY16" fmla="*/ 209715 h 419620"/>
              <a:gd name="connsiteX17" fmla="*/ 181118 w 343360"/>
              <a:gd name="connsiteY17" fmla="*/ 209715 h 419620"/>
              <a:gd name="connsiteX18" fmla="*/ 181118 w 343360"/>
              <a:gd name="connsiteY18" fmla="*/ 201708 h 419620"/>
              <a:gd name="connsiteX19" fmla="*/ 217150 w 343360"/>
              <a:gd name="connsiteY19" fmla="*/ 163768 h 419620"/>
              <a:gd name="connsiteX20" fmla="*/ 181118 w 343360"/>
              <a:gd name="connsiteY20" fmla="*/ 126401 h 419620"/>
              <a:gd name="connsiteX21" fmla="*/ 181118 w 343360"/>
              <a:gd name="connsiteY21" fmla="*/ 86364 h 419620"/>
              <a:gd name="connsiteX22" fmla="*/ 193128 w 343360"/>
              <a:gd name="connsiteY22" fmla="*/ 91512 h 419620"/>
              <a:gd name="connsiteX23" fmla="*/ 143559 w 343360"/>
              <a:gd name="connsiteY23" fmla="*/ 105048 h 419620"/>
              <a:gd name="connsiteX24" fmla="*/ 162053 w 343360"/>
              <a:gd name="connsiteY24" fmla="*/ 86174 h 419620"/>
              <a:gd name="connsiteX25" fmla="*/ 162053 w 343360"/>
              <a:gd name="connsiteY25" fmla="*/ 123160 h 419620"/>
              <a:gd name="connsiteX26" fmla="*/ 143559 w 343360"/>
              <a:gd name="connsiteY26" fmla="*/ 105239 h 419620"/>
              <a:gd name="connsiteX27" fmla="*/ 198085 w 343360"/>
              <a:gd name="connsiteY27" fmla="*/ 163578 h 419620"/>
              <a:gd name="connsiteX28" fmla="*/ 181118 w 343360"/>
              <a:gd name="connsiteY28" fmla="*/ 182261 h 419620"/>
              <a:gd name="connsiteX29" fmla="*/ 181118 w 343360"/>
              <a:gd name="connsiteY29" fmla="*/ 146038 h 419620"/>
              <a:gd name="connsiteX30" fmla="*/ 198085 w 343360"/>
              <a:gd name="connsiteY30" fmla="*/ 163578 h 419620"/>
              <a:gd name="connsiteX31" fmla="*/ 324105 w 343360"/>
              <a:gd name="connsiteY31" fmla="*/ 9723 h 419620"/>
              <a:gd name="connsiteX32" fmla="*/ 283687 w 343360"/>
              <a:gd name="connsiteY32" fmla="*/ 9723 h 419620"/>
              <a:gd name="connsiteX33" fmla="*/ 268435 w 343360"/>
              <a:gd name="connsiteY33" fmla="*/ 0 h 419620"/>
              <a:gd name="connsiteX34" fmla="*/ 74735 w 343360"/>
              <a:gd name="connsiteY34" fmla="*/ 0 h 419620"/>
              <a:gd name="connsiteX35" fmla="*/ 59483 w 343360"/>
              <a:gd name="connsiteY35" fmla="*/ 9723 h 419620"/>
              <a:gd name="connsiteX36" fmla="*/ 19065 w 343360"/>
              <a:gd name="connsiteY36" fmla="*/ 9723 h 419620"/>
              <a:gd name="connsiteX37" fmla="*/ 0 w 343360"/>
              <a:gd name="connsiteY37" fmla="*/ 28788 h 419620"/>
              <a:gd name="connsiteX38" fmla="*/ 0 w 343360"/>
              <a:gd name="connsiteY38" fmla="*/ 105048 h 419620"/>
              <a:gd name="connsiteX39" fmla="*/ 58720 w 343360"/>
              <a:gd name="connsiteY39" fmla="*/ 170822 h 419620"/>
              <a:gd name="connsiteX40" fmla="*/ 109814 w 343360"/>
              <a:gd name="connsiteY40" fmla="*/ 268245 h 419620"/>
              <a:gd name="connsiteX41" fmla="*/ 152901 w 343360"/>
              <a:gd name="connsiteY41" fmla="*/ 303515 h 419620"/>
              <a:gd name="connsiteX42" fmla="*/ 162243 w 343360"/>
              <a:gd name="connsiteY42" fmla="*/ 310378 h 419620"/>
              <a:gd name="connsiteX43" fmla="*/ 162243 w 343360"/>
              <a:gd name="connsiteY43" fmla="*/ 348318 h 419620"/>
              <a:gd name="connsiteX44" fmla="*/ 114199 w 343360"/>
              <a:gd name="connsiteY44" fmla="*/ 348318 h 419620"/>
              <a:gd name="connsiteX45" fmla="*/ 66537 w 343360"/>
              <a:gd name="connsiteY45" fmla="*/ 395980 h 419620"/>
              <a:gd name="connsiteX46" fmla="*/ 66537 w 343360"/>
              <a:gd name="connsiteY46" fmla="*/ 400556 h 419620"/>
              <a:gd name="connsiteX47" fmla="*/ 85602 w 343360"/>
              <a:gd name="connsiteY47" fmla="*/ 419621 h 419620"/>
              <a:gd name="connsiteX48" fmla="*/ 257949 w 343360"/>
              <a:gd name="connsiteY48" fmla="*/ 419621 h 419620"/>
              <a:gd name="connsiteX49" fmla="*/ 277014 w 343360"/>
              <a:gd name="connsiteY49" fmla="*/ 400556 h 419620"/>
              <a:gd name="connsiteX50" fmla="*/ 277014 w 343360"/>
              <a:gd name="connsiteY50" fmla="*/ 395980 h 419620"/>
              <a:gd name="connsiteX51" fmla="*/ 229352 w 343360"/>
              <a:gd name="connsiteY51" fmla="*/ 348318 h 419620"/>
              <a:gd name="connsiteX52" fmla="*/ 181308 w 343360"/>
              <a:gd name="connsiteY52" fmla="*/ 348318 h 419620"/>
              <a:gd name="connsiteX53" fmla="*/ 181308 w 343360"/>
              <a:gd name="connsiteY53" fmla="*/ 310378 h 419620"/>
              <a:gd name="connsiteX54" fmla="*/ 190650 w 343360"/>
              <a:gd name="connsiteY54" fmla="*/ 303515 h 419620"/>
              <a:gd name="connsiteX55" fmla="*/ 233737 w 343360"/>
              <a:gd name="connsiteY55" fmla="*/ 268435 h 419620"/>
              <a:gd name="connsiteX56" fmla="*/ 284640 w 343360"/>
              <a:gd name="connsiteY56" fmla="*/ 171013 h 419620"/>
              <a:gd name="connsiteX57" fmla="*/ 343361 w 343360"/>
              <a:gd name="connsiteY57" fmla="*/ 105239 h 419620"/>
              <a:gd name="connsiteX58" fmla="*/ 343361 w 343360"/>
              <a:gd name="connsiteY58" fmla="*/ 28788 h 419620"/>
              <a:gd name="connsiteX59" fmla="*/ 324296 w 343360"/>
              <a:gd name="connsiteY59" fmla="*/ 9723 h 419620"/>
              <a:gd name="connsiteX60" fmla="*/ 257759 w 343360"/>
              <a:gd name="connsiteY60" fmla="*/ 395789 h 419620"/>
              <a:gd name="connsiteX61" fmla="*/ 257759 w 343360"/>
              <a:gd name="connsiteY61" fmla="*/ 400365 h 419620"/>
              <a:gd name="connsiteX62" fmla="*/ 85411 w 343360"/>
              <a:gd name="connsiteY62" fmla="*/ 400365 h 419620"/>
              <a:gd name="connsiteX63" fmla="*/ 85411 w 343360"/>
              <a:gd name="connsiteY63" fmla="*/ 395789 h 419620"/>
              <a:gd name="connsiteX64" fmla="*/ 114009 w 343360"/>
              <a:gd name="connsiteY64" fmla="*/ 367192 h 419620"/>
              <a:gd name="connsiteX65" fmla="*/ 229161 w 343360"/>
              <a:gd name="connsiteY65" fmla="*/ 367192 h 419620"/>
              <a:gd name="connsiteX66" fmla="*/ 257759 w 343360"/>
              <a:gd name="connsiteY66" fmla="*/ 395789 h 419620"/>
              <a:gd name="connsiteX67" fmla="*/ 19065 w 343360"/>
              <a:gd name="connsiteY67" fmla="*/ 104858 h 419620"/>
              <a:gd name="connsiteX68" fmla="*/ 19065 w 343360"/>
              <a:gd name="connsiteY68" fmla="*/ 28788 h 419620"/>
              <a:gd name="connsiteX69" fmla="*/ 57195 w 343360"/>
              <a:gd name="connsiteY69" fmla="*/ 28788 h 419620"/>
              <a:gd name="connsiteX70" fmla="*/ 57195 w 343360"/>
              <a:gd name="connsiteY70" fmla="*/ 151567 h 419620"/>
              <a:gd name="connsiteX71" fmla="*/ 19065 w 343360"/>
              <a:gd name="connsiteY71" fmla="*/ 104858 h 419620"/>
              <a:gd name="connsiteX72" fmla="*/ 219629 w 343360"/>
              <a:gd name="connsiteY72" fmla="*/ 255090 h 419620"/>
              <a:gd name="connsiteX73" fmla="*/ 179211 w 343360"/>
              <a:gd name="connsiteY73" fmla="*/ 287882 h 419620"/>
              <a:gd name="connsiteX74" fmla="*/ 171585 w 343360"/>
              <a:gd name="connsiteY74" fmla="*/ 293410 h 419620"/>
              <a:gd name="connsiteX75" fmla="*/ 163959 w 343360"/>
              <a:gd name="connsiteY75" fmla="*/ 287882 h 419620"/>
              <a:gd name="connsiteX76" fmla="*/ 123541 w 343360"/>
              <a:gd name="connsiteY76" fmla="*/ 254899 h 419620"/>
              <a:gd name="connsiteX77" fmla="*/ 76260 w 343360"/>
              <a:gd name="connsiteY77" fmla="*/ 153664 h 419620"/>
              <a:gd name="connsiteX78" fmla="*/ 76260 w 343360"/>
              <a:gd name="connsiteY78" fmla="*/ 19065 h 419620"/>
              <a:gd name="connsiteX79" fmla="*/ 267101 w 343360"/>
              <a:gd name="connsiteY79" fmla="*/ 18112 h 419620"/>
              <a:gd name="connsiteX80" fmla="*/ 267101 w 343360"/>
              <a:gd name="connsiteY80" fmla="*/ 153664 h 419620"/>
              <a:gd name="connsiteX81" fmla="*/ 219819 w 343360"/>
              <a:gd name="connsiteY81" fmla="*/ 255090 h 419620"/>
              <a:gd name="connsiteX82" fmla="*/ 324105 w 343360"/>
              <a:gd name="connsiteY82" fmla="*/ 104858 h 419620"/>
              <a:gd name="connsiteX83" fmla="*/ 285975 w 343360"/>
              <a:gd name="connsiteY83" fmla="*/ 151567 h 419620"/>
              <a:gd name="connsiteX84" fmla="*/ 285975 w 343360"/>
              <a:gd name="connsiteY84" fmla="*/ 28788 h 419620"/>
              <a:gd name="connsiteX85" fmla="*/ 324105 w 343360"/>
              <a:gd name="connsiteY85" fmla="*/ 28788 h 419620"/>
              <a:gd name="connsiteX86" fmla="*/ 324105 w 343360"/>
              <a:gd name="connsiteY86" fmla="*/ 105048 h 41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43360" h="419620">
                <a:moveTo>
                  <a:pt x="193128" y="91321"/>
                </a:moveTo>
                <a:cubicBezTo>
                  <a:pt x="196751" y="94753"/>
                  <a:pt x="198848" y="99329"/>
                  <a:pt x="198848" y="104476"/>
                </a:cubicBezTo>
                <a:lnTo>
                  <a:pt x="217913" y="104476"/>
                </a:lnTo>
                <a:cubicBezTo>
                  <a:pt x="217913" y="94181"/>
                  <a:pt x="213909" y="84649"/>
                  <a:pt x="206283" y="77404"/>
                </a:cubicBezTo>
                <a:cubicBezTo>
                  <a:pt x="199611" y="71112"/>
                  <a:pt x="190650" y="67490"/>
                  <a:pt x="181118" y="66918"/>
                </a:cubicBezTo>
                <a:lnTo>
                  <a:pt x="181118" y="57004"/>
                </a:lnTo>
                <a:lnTo>
                  <a:pt x="162053" y="57004"/>
                </a:lnTo>
                <a:lnTo>
                  <a:pt x="162053" y="66728"/>
                </a:lnTo>
                <a:cubicBezTo>
                  <a:pt x="141272" y="67871"/>
                  <a:pt x="124685" y="84267"/>
                  <a:pt x="124494" y="104858"/>
                </a:cubicBezTo>
                <a:cubicBezTo>
                  <a:pt x="124494" y="124113"/>
                  <a:pt x="138984" y="138793"/>
                  <a:pt x="162053" y="142606"/>
                </a:cubicBezTo>
                <a:lnTo>
                  <a:pt x="162053" y="182452"/>
                </a:lnTo>
                <a:cubicBezTo>
                  <a:pt x="157286" y="182071"/>
                  <a:pt x="152711" y="180164"/>
                  <a:pt x="149279" y="176542"/>
                </a:cubicBezTo>
                <a:cubicBezTo>
                  <a:pt x="145466" y="172538"/>
                  <a:pt x="143178" y="167391"/>
                  <a:pt x="143178" y="162053"/>
                </a:cubicBezTo>
                <a:lnTo>
                  <a:pt x="124113" y="162053"/>
                </a:lnTo>
                <a:cubicBezTo>
                  <a:pt x="124113" y="172157"/>
                  <a:pt x="128307" y="182452"/>
                  <a:pt x="135552" y="189887"/>
                </a:cubicBezTo>
                <a:cubicBezTo>
                  <a:pt x="142606" y="197132"/>
                  <a:pt x="152139" y="201136"/>
                  <a:pt x="162053" y="201708"/>
                </a:cubicBezTo>
                <a:lnTo>
                  <a:pt x="162053" y="209715"/>
                </a:lnTo>
                <a:lnTo>
                  <a:pt x="181118" y="209715"/>
                </a:lnTo>
                <a:lnTo>
                  <a:pt x="181118" y="201708"/>
                </a:lnTo>
                <a:cubicBezTo>
                  <a:pt x="201136" y="199801"/>
                  <a:pt x="216960" y="183787"/>
                  <a:pt x="217150" y="163768"/>
                </a:cubicBezTo>
                <a:cubicBezTo>
                  <a:pt x="217150" y="144894"/>
                  <a:pt x="203233" y="130405"/>
                  <a:pt x="181118" y="126401"/>
                </a:cubicBezTo>
                <a:lnTo>
                  <a:pt x="181118" y="86364"/>
                </a:lnTo>
                <a:cubicBezTo>
                  <a:pt x="185693" y="86936"/>
                  <a:pt x="190078" y="88462"/>
                  <a:pt x="193128" y="91512"/>
                </a:cubicBezTo>
                <a:close/>
                <a:moveTo>
                  <a:pt x="143559" y="105048"/>
                </a:moveTo>
                <a:cubicBezTo>
                  <a:pt x="143559" y="95134"/>
                  <a:pt x="151757" y="87127"/>
                  <a:pt x="162053" y="86174"/>
                </a:cubicBezTo>
                <a:lnTo>
                  <a:pt x="162053" y="123160"/>
                </a:lnTo>
                <a:cubicBezTo>
                  <a:pt x="152520" y="120872"/>
                  <a:pt x="143559" y="115343"/>
                  <a:pt x="143559" y="105239"/>
                </a:cubicBezTo>
                <a:close/>
                <a:moveTo>
                  <a:pt x="198085" y="163578"/>
                </a:moveTo>
                <a:cubicBezTo>
                  <a:pt x="198085" y="173110"/>
                  <a:pt x="190650" y="180546"/>
                  <a:pt x="181118" y="182261"/>
                </a:cubicBezTo>
                <a:lnTo>
                  <a:pt x="181118" y="146038"/>
                </a:lnTo>
                <a:cubicBezTo>
                  <a:pt x="190078" y="148516"/>
                  <a:pt x="198085" y="153855"/>
                  <a:pt x="198085" y="163578"/>
                </a:cubicBezTo>
                <a:close/>
                <a:moveTo>
                  <a:pt x="324105" y="9723"/>
                </a:moveTo>
                <a:lnTo>
                  <a:pt x="283687" y="9723"/>
                </a:lnTo>
                <a:cubicBezTo>
                  <a:pt x="280637" y="4004"/>
                  <a:pt x="275108" y="0"/>
                  <a:pt x="268435" y="0"/>
                </a:cubicBezTo>
                <a:lnTo>
                  <a:pt x="74735" y="0"/>
                </a:lnTo>
                <a:cubicBezTo>
                  <a:pt x="68062" y="0"/>
                  <a:pt x="62533" y="4004"/>
                  <a:pt x="59483" y="9723"/>
                </a:cubicBezTo>
                <a:lnTo>
                  <a:pt x="19065" y="9723"/>
                </a:lnTo>
                <a:cubicBezTo>
                  <a:pt x="8579" y="9723"/>
                  <a:pt x="0" y="18302"/>
                  <a:pt x="0" y="28788"/>
                </a:cubicBezTo>
                <a:lnTo>
                  <a:pt x="0" y="105048"/>
                </a:lnTo>
                <a:cubicBezTo>
                  <a:pt x="0" y="139175"/>
                  <a:pt x="25738" y="167009"/>
                  <a:pt x="58720" y="170822"/>
                </a:cubicBezTo>
                <a:cubicBezTo>
                  <a:pt x="63868" y="204377"/>
                  <a:pt x="81980" y="239266"/>
                  <a:pt x="109814" y="268245"/>
                </a:cubicBezTo>
                <a:cubicBezTo>
                  <a:pt x="122397" y="281399"/>
                  <a:pt x="137840" y="292648"/>
                  <a:pt x="152901" y="303515"/>
                </a:cubicBezTo>
                <a:lnTo>
                  <a:pt x="162243" y="310378"/>
                </a:lnTo>
                <a:lnTo>
                  <a:pt x="162243" y="348318"/>
                </a:lnTo>
                <a:lnTo>
                  <a:pt x="114199" y="348318"/>
                </a:lnTo>
                <a:cubicBezTo>
                  <a:pt x="87890" y="348318"/>
                  <a:pt x="66537" y="369670"/>
                  <a:pt x="66537" y="395980"/>
                </a:cubicBezTo>
                <a:lnTo>
                  <a:pt x="66537" y="400556"/>
                </a:lnTo>
                <a:cubicBezTo>
                  <a:pt x="66537" y="411041"/>
                  <a:pt x="75116" y="419621"/>
                  <a:pt x="85602" y="419621"/>
                </a:cubicBezTo>
                <a:lnTo>
                  <a:pt x="257949" y="419621"/>
                </a:lnTo>
                <a:cubicBezTo>
                  <a:pt x="268435" y="419621"/>
                  <a:pt x="277014" y="411041"/>
                  <a:pt x="277014" y="400556"/>
                </a:cubicBezTo>
                <a:lnTo>
                  <a:pt x="277014" y="395980"/>
                </a:lnTo>
                <a:cubicBezTo>
                  <a:pt x="277014" y="369670"/>
                  <a:pt x="255662" y="348318"/>
                  <a:pt x="229352" y="348318"/>
                </a:cubicBezTo>
                <a:lnTo>
                  <a:pt x="181308" y="348318"/>
                </a:lnTo>
                <a:lnTo>
                  <a:pt x="181308" y="310378"/>
                </a:lnTo>
                <a:lnTo>
                  <a:pt x="190650" y="303515"/>
                </a:lnTo>
                <a:cubicBezTo>
                  <a:pt x="205711" y="292648"/>
                  <a:pt x="221154" y="281399"/>
                  <a:pt x="233737" y="268435"/>
                </a:cubicBezTo>
                <a:cubicBezTo>
                  <a:pt x="261572" y="239266"/>
                  <a:pt x="279493" y="204758"/>
                  <a:pt x="284640" y="171013"/>
                </a:cubicBezTo>
                <a:cubicBezTo>
                  <a:pt x="317623" y="167009"/>
                  <a:pt x="343361" y="139175"/>
                  <a:pt x="343361" y="105239"/>
                </a:cubicBezTo>
                <a:lnTo>
                  <a:pt x="343361" y="28788"/>
                </a:lnTo>
                <a:cubicBezTo>
                  <a:pt x="343361" y="18302"/>
                  <a:pt x="334781" y="9723"/>
                  <a:pt x="324296" y="9723"/>
                </a:cubicBezTo>
                <a:close/>
                <a:moveTo>
                  <a:pt x="257759" y="395789"/>
                </a:moveTo>
                <a:lnTo>
                  <a:pt x="257759" y="400365"/>
                </a:lnTo>
                <a:lnTo>
                  <a:pt x="85411" y="400365"/>
                </a:lnTo>
                <a:lnTo>
                  <a:pt x="85411" y="395789"/>
                </a:lnTo>
                <a:cubicBezTo>
                  <a:pt x="85411" y="379965"/>
                  <a:pt x="98185" y="367192"/>
                  <a:pt x="114009" y="367192"/>
                </a:cubicBezTo>
                <a:lnTo>
                  <a:pt x="229161" y="367192"/>
                </a:lnTo>
                <a:cubicBezTo>
                  <a:pt x="244985" y="367192"/>
                  <a:pt x="257759" y="379965"/>
                  <a:pt x="257759" y="395789"/>
                </a:cubicBezTo>
                <a:close/>
                <a:moveTo>
                  <a:pt x="19065" y="104858"/>
                </a:moveTo>
                <a:lnTo>
                  <a:pt x="19065" y="28788"/>
                </a:lnTo>
                <a:lnTo>
                  <a:pt x="57195" y="28788"/>
                </a:lnTo>
                <a:lnTo>
                  <a:pt x="57195" y="151567"/>
                </a:lnTo>
                <a:cubicBezTo>
                  <a:pt x="35461" y="147182"/>
                  <a:pt x="19065" y="127926"/>
                  <a:pt x="19065" y="104858"/>
                </a:cubicBezTo>
                <a:close/>
                <a:moveTo>
                  <a:pt x="219629" y="255090"/>
                </a:moveTo>
                <a:cubicBezTo>
                  <a:pt x="208380" y="266910"/>
                  <a:pt x="193510" y="277586"/>
                  <a:pt x="179211" y="287882"/>
                </a:cubicBezTo>
                <a:lnTo>
                  <a:pt x="171585" y="293410"/>
                </a:lnTo>
                <a:lnTo>
                  <a:pt x="163959" y="287882"/>
                </a:lnTo>
                <a:cubicBezTo>
                  <a:pt x="149660" y="277586"/>
                  <a:pt x="134790" y="266910"/>
                  <a:pt x="123541" y="254899"/>
                </a:cubicBezTo>
                <a:cubicBezTo>
                  <a:pt x="94372" y="224395"/>
                  <a:pt x="77023" y="187409"/>
                  <a:pt x="76260" y="153664"/>
                </a:cubicBezTo>
                <a:lnTo>
                  <a:pt x="76260" y="19065"/>
                </a:lnTo>
                <a:lnTo>
                  <a:pt x="267101" y="18112"/>
                </a:lnTo>
                <a:lnTo>
                  <a:pt x="267101" y="153664"/>
                </a:lnTo>
                <a:cubicBezTo>
                  <a:pt x="266147" y="187600"/>
                  <a:pt x="248989" y="224586"/>
                  <a:pt x="219819" y="255090"/>
                </a:cubicBezTo>
                <a:close/>
                <a:moveTo>
                  <a:pt x="324105" y="104858"/>
                </a:moveTo>
                <a:cubicBezTo>
                  <a:pt x="324105" y="127926"/>
                  <a:pt x="307709" y="146991"/>
                  <a:pt x="285975" y="151567"/>
                </a:cubicBezTo>
                <a:lnTo>
                  <a:pt x="285975" y="28788"/>
                </a:lnTo>
                <a:lnTo>
                  <a:pt x="324105" y="28788"/>
                </a:lnTo>
                <a:lnTo>
                  <a:pt x="324105" y="10504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31" descr="Umbrella icon.">
            <a:extLst>
              <a:ext uri="{FF2B5EF4-FFF2-40B4-BE49-F238E27FC236}">
                <a16:creationId xmlns:a16="http://schemas.microsoft.com/office/drawing/2014/main" id="{2774EA83-C284-4E1A-9D5D-1F7C49AAC13F}"/>
              </a:ext>
            </a:extLst>
          </p:cNvPr>
          <p:cNvSpPr>
            <a:spLocks noChangeAspect="1"/>
          </p:cNvSpPr>
          <p:nvPr/>
        </p:nvSpPr>
        <p:spPr>
          <a:xfrm>
            <a:off x="943671" y="3272060"/>
            <a:ext cx="458518" cy="458518"/>
          </a:xfrm>
          <a:custGeom>
            <a:avLst/>
            <a:gdLst>
              <a:gd name="connsiteX0" fmla="*/ 458518 w 458518"/>
              <a:gd name="connsiteY0" fmla="*/ 256006 h 458518"/>
              <a:gd name="connsiteX1" fmla="*/ 458518 w 458518"/>
              <a:gd name="connsiteY1" fmla="*/ 248364 h 458518"/>
              <a:gd name="connsiteX2" fmla="*/ 238811 w 458518"/>
              <a:gd name="connsiteY2" fmla="*/ 28657 h 458518"/>
              <a:gd name="connsiteX3" fmla="*/ 238811 w 458518"/>
              <a:gd name="connsiteY3" fmla="*/ 0 h 458518"/>
              <a:gd name="connsiteX4" fmla="*/ 219707 w 458518"/>
              <a:gd name="connsiteY4" fmla="*/ 0 h 458518"/>
              <a:gd name="connsiteX5" fmla="*/ 219707 w 458518"/>
              <a:gd name="connsiteY5" fmla="*/ 28657 h 458518"/>
              <a:gd name="connsiteX6" fmla="*/ 0 w 458518"/>
              <a:gd name="connsiteY6" fmla="*/ 238811 h 458518"/>
              <a:gd name="connsiteX7" fmla="*/ 0 w 458518"/>
              <a:gd name="connsiteY7" fmla="*/ 271290 h 458518"/>
              <a:gd name="connsiteX8" fmla="*/ 15284 w 458518"/>
              <a:gd name="connsiteY8" fmla="*/ 277021 h 458518"/>
              <a:gd name="connsiteX9" fmla="*/ 15284 w 458518"/>
              <a:gd name="connsiteY9" fmla="*/ 277021 h 458518"/>
              <a:gd name="connsiteX10" fmla="*/ 24836 w 458518"/>
              <a:gd name="connsiteY10" fmla="*/ 265558 h 458518"/>
              <a:gd name="connsiteX11" fmla="*/ 36299 w 458518"/>
              <a:gd name="connsiteY11" fmla="*/ 256006 h 458518"/>
              <a:gd name="connsiteX12" fmla="*/ 64957 w 458518"/>
              <a:gd name="connsiteY12" fmla="*/ 248364 h 458518"/>
              <a:gd name="connsiteX13" fmla="*/ 95525 w 458518"/>
              <a:gd name="connsiteY13" fmla="*/ 259827 h 458518"/>
              <a:gd name="connsiteX14" fmla="*/ 118450 w 458518"/>
              <a:gd name="connsiteY14" fmla="*/ 277021 h 458518"/>
              <a:gd name="connsiteX15" fmla="*/ 143287 w 458518"/>
              <a:gd name="connsiteY15" fmla="*/ 259827 h 458518"/>
              <a:gd name="connsiteX16" fmla="*/ 173855 w 458518"/>
              <a:gd name="connsiteY16" fmla="*/ 248364 h 458518"/>
              <a:gd name="connsiteX17" fmla="*/ 204423 w 458518"/>
              <a:gd name="connsiteY17" fmla="*/ 259827 h 458518"/>
              <a:gd name="connsiteX18" fmla="*/ 219707 w 458518"/>
              <a:gd name="connsiteY18" fmla="*/ 275111 h 458518"/>
              <a:gd name="connsiteX19" fmla="*/ 219707 w 458518"/>
              <a:gd name="connsiteY19" fmla="*/ 420308 h 458518"/>
              <a:gd name="connsiteX20" fmla="*/ 200602 w 458518"/>
              <a:gd name="connsiteY20" fmla="*/ 439413 h 458518"/>
              <a:gd name="connsiteX21" fmla="*/ 181497 w 458518"/>
              <a:gd name="connsiteY21" fmla="*/ 420308 h 458518"/>
              <a:gd name="connsiteX22" fmla="*/ 181497 w 458518"/>
              <a:gd name="connsiteY22" fmla="*/ 391651 h 458518"/>
              <a:gd name="connsiteX23" fmla="*/ 162392 w 458518"/>
              <a:gd name="connsiteY23" fmla="*/ 391651 h 458518"/>
              <a:gd name="connsiteX24" fmla="*/ 162392 w 458518"/>
              <a:gd name="connsiteY24" fmla="*/ 420308 h 458518"/>
              <a:gd name="connsiteX25" fmla="*/ 200602 w 458518"/>
              <a:gd name="connsiteY25" fmla="*/ 458518 h 458518"/>
              <a:gd name="connsiteX26" fmla="*/ 238811 w 458518"/>
              <a:gd name="connsiteY26" fmla="*/ 420308 h 458518"/>
              <a:gd name="connsiteX27" fmla="*/ 238811 w 458518"/>
              <a:gd name="connsiteY27" fmla="*/ 275111 h 458518"/>
              <a:gd name="connsiteX28" fmla="*/ 252185 w 458518"/>
              <a:gd name="connsiteY28" fmla="*/ 259827 h 458518"/>
              <a:gd name="connsiteX29" fmla="*/ 282753 w 458518"/>
              <a:gd name="connsiteY29" fmla="*/ 248364 h 458518"/>
              <a:gd name="connsiteX30" fmla="*/ 313321 w 458518"/>
              <a:gd name="connsiteY30" fmla="*/ 259827 h 458518"/>
              <a:gd name="connsiteX31" fmla="*/ 334336 w 458518"/>
              <a:gd name="connsiteY31" fmla="*/ 278932 h 458518"/>
              <a:gd name="connsiteX32" fmla="*/ 361083 w 458518"/>
              <a:gd name="connsiteY32" fmla="*/ 261737 h 458518"/>
              <a:gd name="connsiteX33" fmla="*/ 393561 w 458518"/>
              <a:gd name="connsiteY33" fmla="*/ 248364 h 458518"/>
              <a:gd name="connsiteX34" fmla="*/ 420308 w 458518"/>
              <a:gd name="connsiteY34" fmla="*/ 254095 h 458518"/>
              <a:gd name="connsiteX35" fmla="*/ 439413 w 458518"/>
              <a:gd name="connsiteY35" fmla="*/ 273200 h 458518"/>
              <a:gd name="connsiteX36" fmla="*/ 448966 w 458518"/>
              <a:gd name="connsiteY36" fmla="*/ 277021 h 458518"/>
              <a:gd name="connsiteX37" fmla="*/ 458518 w 458518"/>
              <a:gd name="connsiteY37" fmla="*/ 271290 h 458518"/>
              <a:gd name="connsiteX38" fmla="*/ 458518 w 458518"/>
              <a:gd name="connsiteY38" fmla="*/ 256006 h 458518"/>
              <a:gd name="connsiteX39" fmla="*/ 393561 w 458518"/>
              <a:gd name="connsiteY39" fmla="*/ 229259 h 458518"/>
              <a:gd name="connsiteX40" fmla="*/ 338157 w 458518"/>
              <a:gd name="connsiteY40" fmla="*/ 259827 h 458518"/>
              <a:gd name="connsiteX41" fmla="*/ 282753 w 458518"/>
              <a:gd name="connsiteY41" fmla="*/ 229259 h 458518"/>
              <a:gd name="connsiteX42" fmla="*/ 227349 w 458518"/>
              <a:gd name="connsiteY42" fmla="*/ 259827 h 458518"/>
              <a:gd name="connsiteX43" fmla="*/ 171944 w 458518"/>
              <a:gd name="connsiteY43" fmla="*/ 229259 h 458518"/>
              <a:gd name="connsiteX44" fmla="*/ 116540 w 458518"/>
              <a:gd name="connsiteY44" fmla="*/ 259827 h 458518"/>
              <a:gd name="connsiteX45" fmla="*/ 61136 w 458518"/>
              <a:gd name="connsiteY45" fmla="*/ 229259 h 458518"/>
              <a:gd name="connsiteX46" fmla="*/ 15284 w 458518"/>
              <a:gd name="connsiteY46" fmla="*/ 244543 h 458518"/>
              <a:gd name="connsiteX47" fmla="*/ 15284 w 458518"/>
              <a:gd name="connsiteY47" fmla="*/ 240722 h 458518"/>
              <a:gd name="connsiteX48" fmla="*/ 225438 w 458518"/>
              <a:gd name="connsiteY48" fmla="*/ 49673 h 458518"/>
              <a:gd name="connsiteX49" fmla="*/ 435592 w 458518"/>
              <a:gd name="connsiteY49" fmla="*/ 244543 h 458518"/>
              <a:gd name="connsiteX50" fmla="*/ 393561 w 458518"/>
              <a:gd name="connsiteY50" fmla="*/ 22925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58518" h="458518">
                <a:moveTo>
                  <a:pt x="458518" y="256006"/>
                </a:moveTo>
                <a:lnTo>
                  <a:pt x="458518" y="248364"/>
                </a:lnTo>
                <a:cubicBezTo>
                  <a:pt x="458518" y="128003"/>
                  <a:pt x="362993" y="34389"/>
                  <a:pt x="238811" y="28657"/>
                </a:cubicBezTo>
                <a:lnTo>
                  <a:pt x="238811" y="0"/>
                </a:lnTo>
                <a:lnTo>
                  <a:pt x="219707" y="0"/>
                </a:lnTo>
                <a:lnTo>
                  <a:pt x="219707" y="28657"/>
                </a:lnTo>
                <a:cubicBezTo>
                  <a:pt x="99346" y="34389"/>
                  <a:pt x="5731" y="122271"/>
                  <a:pt x="0" y="238811"/>
                </a:cubicBezTo>
                <a:cubicBezTo>
                  <a:pt x="0" y="238811"/>
                  <a:pt x="0" y="259827"/>
                  <a:pt x="0" y="271290"/>
                </a:cubicBezTo>
                <a:cubicBezTo>
                  <a:pt x="1910" y="277021"/>
                  <a:pt x="9552" y="278932"/>
                  <a:pt x="15284" y="277021"/>
                </a:cubicBezTo>
                <a:cubicBezTo>
                  <a:pt x="15284" y="277021"/>
                  <a:pt x="15284" y="277021"/>
                  <a:pt x="15284" y="277021"/>
                </a:cubicBezTo>
                <a:cubicBezTo>
                  <a:pt x="19105" y="275111"/>
                  <a:pt x="22926" y="271290"/>
                  <a:pt x="24836" y="265558"/>
                </a:cubicBezTo>
                <a:cubicBezTo>
                  <a:pt x="28657" y="261737"/>
                  <a:pt x="30568" y="257916"/>
                  <a:pt x="36299" y="256006"/>
                </a:cubicBezTo>
                <a:cubicBezTo>
                  <a:pt x="45852" y="250274"/>
                  <a:pt x="55404" y="248364"/>
                  <a:pt x="64957" y="248364"/>
                </a:cubicBezTo>
                <a:cubicBezTo>
                  <a:pt x="76420" y="248364"/>
                  <a:pt x="87883" y="252185"/>
                  <a:pt x="95525" y="259827"/>
                </a:cubicBezTo>
                <a:cubicBezTo>
                  <a:pt x="103167" y="265558"/>
                  <a:pt x="108898" y="277021"/>
                  <a:pt x="118450" y="277021"/>
                </a:cubicBezTo>
                <a:cubicBezTo>
                  <a:pt x="128003" y="277021"/>
                  <a:pt x="135645" y="265558"/>
                  <a:pt x="143287" y="259827"/>
                </a:cubicBezTo>
                <a:cubicBezTo>
                  <a:pt x="152839" y="252185"/>
                  <a:pt x="164302" y="248364"/>
                  <a:pt x="173855" y="248364"/>
                </a:cubicBezTo>
                <a:cubicBezTo>
                  <a:pt x="185318" y="248364"/>
                  <a:pt x="196781" y="252185"/>
                  <a:pt x="204423" y="259827"/>
                </a:cubicBezTo>
                <a:cubicBezTo>
                  <a:pt x="208244" y="265558"/>
                  <a:pt x="213975" y="271290"/>
                  <a:pt x="219707" y="275111"/>
                </a:cubicBezTo>
                <a:lnTo>
                  <a:pt x="219707" y="420308"/>
                </a:lnTo>
                <a:cubicBezTo>
                  <a:pt x="219707" y="431771"/>
                  <a:pt x="212065" y="439413"/>
                  <a:pt x="200602" y="439413"/>
                </a:cubicBezTo>
                <a:cubicBezTo>
                  <a:pt x="189139" y="439413"/>
                  <a:pt x="181497" y="431771"/>
                  <a:pt x="181497" y="420308"/>
                </a:cubicBezTo>
                <a:lnTo>
                  <a:pt x="181497" y="391651"/>
                </a:lnTo>
                <a:lnTo>
                  <a:pt x="162392" y="391651"/>
                </a:lnTo>
                <a:lnTo>
                  <a:pt x="162392" y="420308"/>
                </a:lnTo>
                <a:cubicBezTo>
                  <a:pt x="162392" y="441324"/>
                  <a:pt x="179586" y="458518"/>
                  <a:pt x="200602" y="458518"/>
                </a:cubicBezTo>
                <a:cubicBezTo>
                  <a:pt x="221617" y="458518"/>
                  <a:pt x="238811" y="441324"/>
                  <a:pt x="238811" y="420308"/>
                </a:cubicBezTo>
                <a:lnTo>
                  <a:pt x="238811" y="275111"/>
                </a:lnTo>
                <a:cubicBezTo>
                  <a:pt x="244543" y="271290"/>
                  <a:pt x="248364" y="265558"/>
                  <a:pt x="252185" y="259827"/>
                </a:cubicBezTo>
                <a:cubicBezTo>
                  <a:pt x="259827" y="252185"/>
                  <a:pt x="271290" y="248364"/>
                  <a:pt x="282753" y="248364"/>
                </a:cubicBezTo>
                <a:cubicBezTo>
                  <a:pt x="294216" y="248364"/>
                  <a:pt x="303768" y="252185"/>
                  <a:pt x="313321" y="259827"/>
                </a:cubicBezTo>
                <a:cubicBezTo>
                  <a:pt x="320963" y="265558"/>
                  <a:pt x="324784" y="275111"/>
                  <a:pt x="334336" y="278932"/>
                </a:cubicBezTo>
                <a:cubicBezTo>
                  <a:pt x="347710" y="282753"/>
                  <a:pt x="353441" y="269379"/>
                  <a:pt x="361083" y="261737"/>
                </a:cubicBezTo>
                <a:cubicBezTo>
                  <a:pt x="370635" y="254095"/>
                  <a:pt x="382098" y="248364"/>
                  <a:pt x="393561" y="248364"/>
                </a:cubicBezTo>
                <a:cubicBezTo>
                  <a:pt x="403114" y="248364"/>
                  <a:pt x="410756" y="250274"/>
                  <a:pt x="420308" y="254095"/>
                </a:cubicBezTo>
                <a:cubicBezTo>
                  <a:pt x="427950" y="257916"/>
                  <a:pt x="431771" y="267469"/>
                  <a:pt x="439413" y="273200"/>
                </a:cubicBezTo>
                <a:cubicBezTo>
                  <a:pt x="441324" y="277021"/>
                  <a:pt x="445145" y="277021"/>
                  <a:pt x="448966" y="277021"/>
                </a:cubicBezTo>
                <a:cubicBezTo>
                  <a:pt x="450876" y="277021"/>
                  <a:pt x="458518" y="273200"/>
                  <a:pt x="458518" y="271290"/>
                </a:cubicBezTo>
                <a:cubicBezTo>
                  <a:pt x="458518" y="269379"/>
                  <a:pt x="458518" y="261737"/>
                  <a:pt x="458518" y="256006"/>
                </a:cubicBezTo>
                <a:close/>
                <a:moveTo>
                  <a:pt x="393561" y="229259"/>
                </a:moveTo>
                <a:cubicBezTo>
                  <a:pt x="370635" y="229259"/>
                  <a:pt x="349620" y="240722"/>
                  <a:pt x="338157" y="259827"/>
                </a:cubicBezTo>
                <a:cubicBezTo>
                  <a:pt x="326694" y="240722"/>
                  <a:pt x="305679" y="229259"/>
                  <a:pt x="282753" y="229259"/>
                </a:cubicBezTo>
                <a:cubicBezTo>
                  <a:pt x="259827" y="229259"/>
                  <a:pt x="238811" y="240722"/>
                  <a:pt x="227349" y="259827"/>
                </a:cubicBezTo>
                <a:cubicBezTo>
                  <a:pt x="215886" y="240722"/>
                  <a:pt x="194870" y="229259"/>
                  <a:pt x="171944" y="229259"/>
                </a:cubicBezTo>
                <a:cubicBezTo>
                  <a:pt x="149018" y="229259"/>
                  <a:pt x="128003" y="240722"/>
                  <a:pt x="116540" y="259827"/>
                </a:cubicBezTo>
                <a:cubicBezTo>
                  <a:pt x="105077" y="240722"/>
                  <a:pt x="84062" y="229259"/>
                  <a:pt x="61136" y="229259"/>
                </a:cubicBezTo>
                <a:cubicBezTo>
                  <a:pt x="43941" y="229259"/>
                  <a:pt x="28657" y="233080"/>
                  <a:pt x="15284" y="244543"/>
                </a:cubicBezTo>
                <a:cubicBezTo>
                  <a:pt x="15284" y="242632"/>
                  <a:pt x="15284" y="240722"/>
                  <a:pt x="15284" y="240722"/>
                </a:cubicBezTo>
                <a:cubicBezTo>
                  <a:pt x="19105" y="131824"/>
                  <a:pt x="110809" y="49673"/>
                  <a:pt x="225438" y="49673"/>
                </a:cubicBezTo>
                <a:cubicBezTo>
                  <a:pt x="338157" y="45852"/>
                  <a:pt x="431771" y="133734"/>
                  <a:pt x="435592" y="244543"/>
                </a:cubicBezTo>
                <a:cubicBezTo>
                  <a:pt x="426040" y="233080"/>
                  <a:pt x="410756" y="229259"/>
                  <a:pt x="393561" y="22925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28" descr="Smoking icon.">
            <a:extLst>
              <a:ext uri="{FF2B5EF4-FFF2-40B4-BE49-F238E27FC236}">
                <a16:creationId xmlns:a16="http://schemas.microsoft.com/office/drawing/2014/main" id="{FCF6A79C-3AF5-41CF-9C89-1D08CFBA9A3B}"/>
              </a:ext>
            </a:extLst>
          </p:cNvPr>
          <p:cNvSpPr>
            <a:spLocks noChangeAspect="1"/>
          </p:cNvSpPr>
          <p:nvPr/>
        </p:nvSpPr>
        <p:spPr>
          <a:xfrm>
            <a:off x="2182815" y="3371406"/>
            <a:ext cx="458518" cy="286573"/>
          </a:xfrm>
          <a:custGeom>
            <a:avLst/>
            <a:gdLst>
              <a:gd name="connsiteX0" fmla="*/ 439413 w 458518"/>
              <a:gd name="connsiteY0" fmla="*/ 191049 h 286573"/>
              <a:gd name="connsiteX1" fmla="*/ 19105 w 458518"/>
              <a:gd name="connsiteY1" fmla="*/ 191049 h 286573"/>
              <a:gd name="connsiteX2" fmla="*/ 0 w 458518"/>
              <a:gd name="connsiteY2" fmla="*/ 210154 h 286573"/>
              <a:gd name="connsiteX3" fmla="*/ 0 w 458518"/>
              <a:gd name="connsiteY3" fmla="*/ 267469 h 286573"/>
              <a:gd name="connsiteX4" fmla="*/ 19105 w 458518"/>
              <a:gd name="connsiteY4" fmla="*/ 286574 h 286573"/>
              <a:gd name="connsiteX5" fmla="*/ 439413 w 458518"/>
              <a:gd name="connsiteY5" fmla="*/ 286574 h 286573"/>
              <a:gd name="connsiteX6" fmla="*/ 458518 w 458518"/>
              <a:gd name="connsiteY6" fmla="*/ 267469 h 286573"/>
              <a:gd name="connsiteX7" fmla="*/ 458518 w 458518"/>
              <a:gd name="connsiteY7" fmla="*/ 210154 h 286573"/>
              <a:gd name="connsiteX8" fmla="*/ 439413 w 458518"/>
              <a:gd name="connsiteY8" fmla="*/ 191049 h 286573"/>
              <a:gd name="connsiteX9" fmla="*/ 19105 w 458518"/>
              <a:gd name="connsiteY9" fmla="*/ 267469 h 286573"/>
              <a:gd name="connsiteX10" fmla="*/ 19105 w 458518"/>
              <a:gd name="connsiteY10" fmla="*/ 210154 h 286573"/>
              <a:gd name="connsiteX11" fmla="*/ 114630 w 458518"/>
              <a:gd name="connsiteY11" fmla="*/ 210154 h 286573"/>
              <a:gd name="connsiteX12" fmla="*/ 114630 w 458518"/>
              <a:gd name="connsiteY12" fmla="*/ 267469 h 286573"/>
              <a:gd name="connsiteX13" fmla="*/ 19105 w 458518"/>
              <a:gd name="connsiteY13" fmla="*/ 267469 h 286573"/>
              <a:gd name="connsiteX14" fmla="*/ 133734 w 458518"/>
              <a:gd name="connsiteY14" fmla="*/ 267469 h 286573"/>
              <a:gd name="connsiteX15" fmla="*/ 133734 w 458518"/>
              <a:gd name="connsiteY15" fmla="*/ 210154 h 286573"/>
              <a:gd name="connsiteX16" fmla="*/ 401203 w 458518"/>
              <a:gd name="connsiteY16" fmla="*/ 210154 h 286573"/>
              <a:gd name="connsiteX17" fmla="*/ 401203 w 458518"/>
              <a:gd name="connsiteY17" fmla="*/ 267469 h 286573"/>
              <a:gd name="connsiteX18" fmla="*/ 133734 w 458518"/>
              <a:gd name="connsiteY18" fmla="*/ 267469 h 286573"/>
              <a:gd name="connsiteX19" fmla="*/ 439413 w 458518"/>
              <a:gd name="connsiteY19" fmla="*/ 267469 h 286573"/>
              <a:gd name="connsiteX20" fmla="*/ 420308 w 458518"/>
              <a:gd name="connsiteY20" fmla="*/ 267469 h 286573"/>
              <a:gd name="connsiteX21" fmla="*/ 420308 w 458518"/>
              <a:gd name="connsiteY21" fmla="*/ 210154 h 286573"/>
              <a:gd name="connsiteX22" fmla="*/ 439413 w 458518"/>
              <a:gd name="connsiteY22" fmla="*/ 210154 h 286573"/>
              <a:gd name="connsiteX23" fmla="*/ 439413 w 458518"/>
              <a:gd name="connsiteY23" fmla="*/ 267469 h 286573"/>
              <a:gd name="connsiteX24" fmla="*/ 296126 w 458518"/>
              <a:gd name="connsiteY24" fmla="*/ 133734 h 286573"/>
              <a:gd name="connsiteX25" fmla="*/ 362993 w 458518"/>
              <a:gd name="connsiteY25" fmla="*/ 133734 h 286573"/>
              <a:gd name="connsiteX26" fmla="*/ 401203 w 458518"/>
              <a:gd name="connsiteY26" fmla="*/ 171944 h 286573"/>
              <a:gd name="connsiteX27" fmla="*/ 420308 w 458518"/>
              <a:gd name="connsiteY27" fmla="*/ 171944 h 286573"/>
              <a:gd name="connsiteX28" fmla="*/ 362993 w 458518"/>
              <a:gd name="connsiteY28" fmla="*/ 114630 h 286573"/>
              <a:gd name="connsiteX29" fmla="*/ 296126 w 458518"/>
              <a:gd name="connsiteY29" fmla="*/ 114630 h 286573"/>
              <a:gd name="connsiteX30" fmla="*/ 248364 w 458518"/>
              <a:gd name="connsiteY30" fmla="*/ 66867 h 286573"/>
              <a:gd name="connsiteX31" fmla="*/ 286574 w 458518"/>
              <a:gd name="connsiteY31" fmla="*/ 19105 h 286573"/>
              <a:gd name="connsiteX32" fmla="*/ 286574 w 458518"/>
              <a:gd name="connsiteY32" fmla="*/ 0 h 286573"/>
              <a:gd name="connsiteX33" fmla="*/ 229259 w 458518"/>
              <a:gd name="connsiteY33" fmla="*/ 66867 h 286573"/>
              <a:gd name="connsiteX34" fmla="*/ 296126 w 458518"/>
              <a:gd name="connsiteY34" fmla="*/ 133734 h 286573"/>
              <a:gd name="connsiteX35" fmla="*/ 362993 w 458518"/>
              <a:gd name="connsiteY35" fmla="*/ 87883 h 286573"/>
              <a:gd name="connsiteX36" fmla="*/ 362993 w 458518"/>
              <a:gd name="connsiteY36" fmla="*/ 95525 h 286573"/>
              <a:gd name="connsiteX37" fmla="*/ 370635 w 458518"/>
              <a:gd name="connsiteY37" fmla="*/ 95525 h 286573"/>
              <a:gd name="connsiteX38" fmla="*/ 439413 w 458518"/>
              <a:gd name="connsiteY38" fmla="*/ 171944 h 286573"/>
              <a:gd name="connsiteX39" fmla="*/ 458518 w 458518"/>
              <a:gd name="connsiteY39" fmla="*/ 171944 h 286573"/>
              <a:gd name="connsiteX40" fmla="*/ 380188 w 458518"/>
              <a:gd name="connsiteY40" fmla="*/ 78330 h 286573"/>
              <a:gd name="connsiteX41" fmla="*/ 324784 w 458518"/>
              <a:gd name="connsiteY41" fmla="*/ 38210 h 286573"/>
              <a:gd name="connsiteX42" fmla="*/ 324784 w 458518"/>
              <a:gd name="connsiteY42" fmla="*/ 57315 h 286573"/>
              <a:gd name="connsiteX43" fmla="*/ 362993 w 458518"/>
              <a:gd name="connsiteY43" fmla="*/ 87883 h 28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58518" h="286573">
                <a:moveTo>
                  <a:pt x="439413" y="191049"/>
                </a:moveTo>
                <a:lnTo>
                  <a:pt x="19105" y="191049"/>
                </a:lnTo>
                <a:cubicBezTo>
                  <a:pt x="7642" y="191049"/>
                  <a:pt x="0" y="198691"/>
                  <a:pt x="0" y="210154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10154"/>
                </a:lnTo>
                <a:cubicBezTo>
                  <a:pt x="458518" y="198691"/>
                  <a:pt x="450876" y="191049"/>
                  <a:pt x="439413" y="191049"/>
                </a:cubicBezTo>
                <a:close/>
                <a:moveTo>
                  <a:pt x="19105" y="267469"/>
                </a:moveTo>
                <a:lnTo>
                  <a:pt x="19105" y="210154"/>
                </a:lnTo>
                <a:lnTo>
                  <a:pt x="114630" y="210154"/>
                </a:lnTo>
                <a:lnTo>
                  <a:pt x="114630" y="267469"/>
                </a:lnTo>
                <a:lnTo>
                  <a:pt x="19105" y="267469"/>
                </a:lnTo>
                <a:close/>
                <a:moveTo>
                  <a:pt x="133734" y="267469"/>
                </a:moveTo>
                <a:lnTo>
                  <a:pt x="133734" y="210154"/>
                </a:lnTo>
                <a:lnTo>
                  <a:pt x="401203" y="210154"/>
                </a:lnTo>
                <a:lnTo>
                  <a:pt x="401203" y="267469"/>
                </a:lnTo>
                <a:lnTo>
                  <a:pt x="133734" y="267469"/>
                </a:lnTo>
                <a:close/>
                <a:moveTo>
                  <a:pt x="439413" y="267469"/>
                </a:moveTo>
                <a:lnTo>
                  <a:pt x="420308" y="267469"/>
                </a:lnTo>
                <a:lnTo>
                  <a:pt x="420308" y="210154"/>
                </a:lnTo>
                <a:lnTo>
                  <a:pt x="439413" y="210154"/>
                </a:lnTo>
                <a:lnTo>
                  <a:pt x="439413" y="267469"/>
                </a:lnTo>
                <a:close/>
                <a:moveTo>
                  <a:pt x="296126" y="133734"/>
                </a:moveTo>
                <a:lnTo>
                  <a:pt x="362993" y="133734"/>
                </a:lnTo>
                <a:cubicBezTo>
                  <a:pt x="384009" y="133734"/>
                  <a:pt x="401203" y="150929"/>
                  <a:pt x="401203" y="171944"/>
                </a:cubicBezTo>
                <a:lnTo>
                  <a:pt x="420308" y="171944"/>
                </a:lnTo>
                <a:cubicBezTo>
                  <a:pt x="420308" y="139466"/>
                  <a:pt x="395472" y="114630"/>
                  <a:pt x="362993" y="114630"/>
                </a:cubicBezTo>
                <a:lnTo>
                  <a:pt x="296126" y="114630"/>
                </a:lnTo>
                <a:cubicBezTo>
                  <a:pt x="269379" y="114630"/>
                  <a:pt x="248364" y="93614"/>
                  <a:pt x="248364" y="66867"/>
                </a:cubicBezTo>
                <a:cubicBezTo>
                  <a:pt x="248364" y="40120"/>
                  <a:pt x="263648" y="19105"/>
                  <a:pt x="286574" y="19105"/>
                </a:cubicBezTo>
                <a:lnTo>
                  <a:pt x="286574" y="0"/>
                </a:lnTo>
                <a:cubicBezTo>
                  <a:pt x="254095" y="0"/>
                  <a:pt x="229259" y="28657"/>
                  <a:pt x="229259" y="66867"/>
                </a:cubicBezTo>
                <a:cubicBezTo>
                  <a:pt x="229259" y="103167"/>
                  <a:pt x="259827" y="133734"/>
                  <a:pt x="296126" y="133734"/>
                </a:cubicBezTo>
                <a:close/>
                <a:moveTo>
                  <a:pt x="362993" y="87883"/>
                </a:moveTo>
                <a:lnTo>
                  <a:pt x="362993" y="95525"/>
                </a:lnTo>
                <a:lnTo>
                  <a:pt x="370635" y="95525"/>
                </a:lnTo>
                <a:cubicBezTo>
                  <a:pt x="408845" y="99346"/>
                  <a:pt x="439413" y="133734"/>
                  <a:pt x="439413" y="171944"/>
                </a:cubicBezTo>
                <a:lnTo>
                  <a:pt x="458518" y="171944"/>
                </a:lnTo>
                <a:cubicBezTo>
                  <a:pt x="458518" y="126092"/>
                  <a:pt x="426040" y="87883"/>
                  <a:pt x="380188" y="78330"/>
                </a:cubicBezTo>
                <a:cubicBezTo>
                  <a:pt x="374456" y="53494"/>
                  <a:pt x="349620" y="38210"/>
                  <a:pt x="324784" y="38210"/>
                </a:cubicBezTo>
                <a:lnTo>
                  <a:pt x="324784" y="57315"/>
                </a:lnTo>
                <a:cubicBezTo>
                  <a:pt x="343889" y="55404"/>
                  <a:pt x="359172" y="68778"/>
                  <a:pt x="362993" y="8788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46" descr="No smoking icon.">
            <a:extLst>
              <a:ext uri="{FF2B5EF4-FFF2-40B4-BE49-F238E27FC236}">
                <a16:creationId xmlns:a16="http://schemas.microsoft.com/office/drawing/2014/main" id="{7BAB5C02-154C-4312-B338-889726C77A09}"/>
              </a:ext>
            </a:extLst>
          </p:cNvPr>
          <p:cNvSpPr>
            <a:spLocks noChangeAspect="1"/>
          </p:cNvSpPr>
          <p:nvPr/>
        </p:nvSpPr>
        <p:spPr>
          <a:xfrm>
            <a:off x="3390226" y="3371406"/>
            <a:ext cx="458518" cy="359172"/>
          </a:xfrm>
          <a:custGeom>
            <a:avLst/>
            <a:gdLst>
              <a:gd name="connsiteX0" fmla="*/ 296126 w 458518"/>
              <a:gd name="connsiteY0" fmla="*/ 133734 h 359172"/>
              <a:gd name="connsiteX1" fmla="*/ 362993 w 458518"/>
              <a:gd name="connsiteY1" fmla="*/ 133734 h 359172"/>
              <a:gd name="connsiteX2" fmla="*/ 401203 w 458518"/>
              <a:gd name="connsiteY2" fmla="*/ 171944 h 359172"/>
              <a:gd name="connsiteX3" fmla="*/ 420308 w 458518"/>
              <a:gd name="connsiteY3" fmla="*/ 171944 h 359172"/>
              <a:gd name="connsiteX4" fmla="*/ 362993 w 458518"/>
              <a:gd name="connsiteY4" fmla="*/ 114630 h 359172"/>
              <a:gd name="connsiteX5" fmla="*/ 296126 w 458518"/>
              <a:gd name="connsiteY5" fmla="*/ 114630 h 359172"/>
              <a:gd name="connsiteX6" fmla="*/ 248364 w 458518"/>
              <a:gd name="connsiteY6" fmla="*/ 66867 h 359172"/>
              <a:gd name="connsiteX7" fmla="*/ 286574 w 458518"/>
              <a:gd name="connsiteY7" fmla="*/ 19105 h 359172"/>
              <a:gd name="connsiteX8" fmla="*/ 286574 w 458518"/>
              <a:gd name="connsiteY8" fmla="*/ 19105 h 359172"/>
              <a:gd name="connsiteX9" fmla="*/ 286574 w 458518"/>
              <a:gd name="connsiteY9" fmla="*/ 0 h 359172"/>
              <a:gd name="connsiteX10" fmla="*/ 229259 w 458518"/>
              <a:gd name="connsiteY10" fmla="*/ 66867 h 359172"/>
              <a:gd name="connsiteX11" fmla="*/ 296126 w 458518"/>
              <a:gd name="connsiteY11" fmla="*/ 133734 h 359172"/>
              <a:gd name="connsiteX12" fmla="*/ 362993 w 458518"/>
              <a:gd name="connsiteY12" fmla="*/ 87883 h 359172"/>
              <a:gd name="connsiteX13" fmla="*/ 362993 w 458518"/>
              <a:gd name="connsiteY13" fmla="*/ 95525 h 359172"/>
              <a:gd name="connsiteX14" fmla="*/ 370635 w 458518"/>
              <a:gd name="connsiteY14" fmla="*/ 95525 h 359172"/>
              <a:gd name="connsiteX15" fmla="*/ 439413 w 458518"/>
              <a:gd name="connsiteY15" fmla="*/ 171944 h 359172"/>
              <a:gd name="connsiteX16" fmla="*/ 458518 w 458518"/>
              <a:gd name="connsiteY16" fmla="*/ 171944 h 359172"/>
              <a:gd name="connsiteX17" fmla="*/ 380188 w 458518"/>
              <a:gd name="connsiteY17" fmla="*/ 78330 h 359172"/>
              <a:gd name="connsiteX18" fmla="*/ 324784 w 458518"/>
              <a:gd name="connsiteY18" fmla="*/ 38210 h 359172"/>
              <a:gd name="connsiteX19" fmla="*/ 324784 w 458518"/>
              <a:gd name="connsiteY19" fmla="*/ 57315 h 359172"/>
              <a:gd name="connsiteX20" fmla="*/ 362993 w 458518"/>
              <a:gd name="connsiteY20" fmla="*/ 87883 h 359172"/>
              <a:gd name="connsiteX21" fmla="*/ 439413 w 458518"/>
              <a:gd name="connsiteY21" fmla="*/ 191049 h 359172"/>
              <a:gd name="connsiteX22" fmla="*/ 229259 w 458518"/>
              <a:gd name="connsiteY22" fmla="*/ 191049 h 359172"/>
              <a:gd name="connsiteX23" fmla="*/ 135645 w 458518"/>
              <a:gd name="connsiteY23" fmla="*/ 99346 h 359172"/>
              <a:gd name="connsiteX24" fmla="*/ 122271 w 458518"/>
              <a:gd name="connsiteY24" fmla="*/ 112719 h 359172"/>
              <a:gd name="connsiteX25" fmla="*/ 202512 w 458518"/>
              <a:gd name="connsiteY25" fmla="*/ 191049 h 359172"/>
              <a:gd name="connsiteX26" fmla="*/ 202512 w 458518"/>
              <a:gd name="connsiteY26" fmla="*/ 191049 h 359172"/>
              <a:gd name="connsiteX27" fmla="*/ 221617 w 458518"/>
              <a:gd name="connsiteY27" fmla="*/ 210154 h 359172"/>
              <a:gd name="connsiteX28" fmla="*/ 221617 w 458518"/>
              <a:gd name="connsiteY28" fmla="*/ 210154 h 359172"/>
              <a:gd name="connsiteX29" fmla="*/ 278932 w 458518"/>
              <a:gd name="connsiteY29" fmla="*/ 267469 h 359172"/>
              <a:gd name="connsiteX30" fmla="*/ 278932 w 458518"/>
              <a:gd name="connsiteY30" fmla="*/ 267469 h 359172"/>
              <a:gd name="connsiteX31" fmla="*/ 298037 w 458518"/>
              <a:gd name="connsiteY31" fmla="*/ 286574 h 359172"/>
              <a:gd name="connsiteX32" fmla="*/ 298037 w 458518"/>
              <a:gd name="connsiteY32" fmla="*/ 286574 h 359172"/>
              <a:gd name="connsiteX33" fmla="*/ 372546 w 458518"/>
              <a:gd name="connsiteY33" fmla="*/ 359172 h 359172"/>
              <a:gd name="connsiteX34" fmla="*/ 385919 w 458518"/>
              <a:gd name="connsiteY34" fmla="*/ 345799 h 359172"/>
              <a:gd name="connsiteX35" fmla="*/ 326694 w 458518"/>
              <a:gd name="connsiteY35" fmla="*/ 286574 h 359172"/>
              <a:gd name="connsiteX36" fmla="*/ 439413 w 458518"/>
              <a:gd name="connsiteY36" fmla="*/ 286574 h 359172"/>
              <a:gd name="connsiteX37" fmla="*/ 458518 w 458518"/>
              <a:gd name="connsiteY37" fmla="*/ 267469 h 359172"/>
              <a:gd name="connsiteX38" fmla="*/ 458518 w 458518"/>
              <a:gd name="connsiteY38" fmla="*/ 210154 h 359172"/>
              <a:gd name="connsiteX39" fmla="*/ 439413 w 458518"/>
              <a:gd name="connsiteY39" fmla="*/ 191049 h 359172"/>
              <a:gd name="connsiteX40" fmla="*/ 307589 w 458518"/>
              <a:gd name="connsiteY40" fmla="*/ 267469 h 359172"/>
              <a:gd name="connsiteX41" fmla="*/ 250274 w 458518"/>
              <a:gd name="connsiteY41" fmla="*/ 210154 h 359172"/>
              <a:gd name="connsiteX42" fmla="*/ 403114 w 458518"/>
              <a:gd name="connsiteY42" fmla="*/ 210154 h 359172"/>
              <a:gd name="connsiteX43" fmla="*/ 403114 w 458518"/>
              <a:gd name="connsiteY43" fmla="*/ 267469 h 359172"/>
              <a:gd name="connsiteX44" fmla="*/ 307589 w 458518"/>
              <a:gd name="connsiteY44" fmla="*/ 267469 h 359172"/>
              <a:gd name="connsiteX45" fmla="*/ 439413 w 458518"/>
              <a:gd name="connsiteY45" fmla="*/ 267469 h 359172"/>
              <a:gd name="connsiteX46" fmla="*/ 420308 w 458518"/>
              <a:gd name="connsiteY46" fmla="*/ 267469 h 359172"/>
              <a:gd name="connsiteX47" fmla="*/ 420308 w 458518"/>
              <a:gd name="connsiteY47" fmla="*/ 210154 h 359172"/>
              <a:gd name="connsiteX48" fmla="*/ 439413 w 458518"/>
              <a:gd name="connsiteY48" fmla="*/ 210154 h 359172"/>
              <a:gd name="connsiteX49" fmla="*/ 439413 w 458518"/>
              <a:gd name="connsiteY49" fmla="*/ 267469 h 359172"/>
              <a:gd name="connsiteX50" fmla="*/ 133734 w 458518"/>
              <a:gd name="connsiteY50" fmla="*/ 267469 h 359172"/>
              <a:gd name="connsiteX51" fmla="*/ 133734 w 458518"/>
              <a:gd name="connsiteY51" fmla="*/ 210154 h 359172"/>
              <a:gd name="connsiteX52" fmla="*/ 194870 w 458518"/>
              <a:gd name="connsiteY52" fmla="*/ 210154 h 359172"/>
              <a:gd name="connsiteX53" fmla="*/ 175765 w 458518"/>
              <a:gd name="connsiteY53" fmla="*/ 191049 h 359172"/>
              <a:gd name="connsiteX54" fmla="*/ 19105 w 458518"/>
              <a:gd name="connsiteY54" fmla="*/ 191049 h 359172"/>
              <a:gd name="connsiteX55" fmla="*/ 0 w 458518"/>
              <a:gd name="connsiteY55" fmla="*/ 210154 h 359172"/>
              <a:gd name="connsiteX56" fmla="*/ 0 w 458518"/>
              <a:gd name="connsiteY56" fmla="*/ 267469 h 359172"/>
              <a:gd name="connsiteX57" fmla="*/ 19105 w 458518"/>
              <a:gd name="connsiteY57" fmla="*/ 286574 h 359172"/>
              <a:gd name="connsiteX58" fmla="*/ 271290 w 458518"/>
              <a:gd name="connsiteY58" fmla="*/ 286574 h 359172"/>
              <a:gd name="connsiteX59" fmla="*/ 252185 w 458518"/>
              <a:gd name="connsiteY59" fmla="*/ 267469 h 359172"/>
              <a:gd name="connsiteX60" fmla="*/ 133734 w 458518"/>
              <a:gd name="connsiteY60" fmla="*/ 267469 h 359172"/>
              <a:gd name="connsiteX61" fmla="*/ 19105 w 458518"/>
              <a:gd name="connsiteY61" fmla="*/ 267469 h 359172"/>
              <a:gd name="connsiteX62" fmla="*/ 19105 w 458518"/>
              <a:gd name="connsiteY62" fmla="*/ 210154 h 359172"/>
              <a:gd name="connsiteX63" fmla="*/ 114630 w 458518"/>
              <a:gd name="connsiteY63" fmla="*/ 210154 h 359172"/>
              <a:gd name="connsiteX64" fmla="*/ 114630 w 458518"/>
              <a:gd name="connsiteY64" fmla="*/ 267469 h 359172"/>
              <a:gd name="connsiteX65" fmla="*/ 19105 w 458518"/>
              <a:gd name="connsiteY65" fmla="*/ 267469 h 359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58518" h="359172">
                <a:moveTo>
                  <a:pt x="296126" y="133734"/>
                </a:moveTo>
                <a:lnTo>
                  <a:pt x="362993" y="133734"/>
                </a:lnTo>
                <a:cubicBezTo>
                  <a:pt x="384009" y="133734"/>
                  <a:pt x="401203" y="150929"/>
                  <a:pt x="401203" y="171944"/>
                </a:cubicBezTo>
                <a:lnTo>
                  <a:pt x="420308" y="171944"/>
                </a:lnTo>
                <a:cubicBezTo>
                  <a:pt x="420308" y="139466"/>
                  <a:pt x="395472" y="114630"/>
                  <a:pt x="362993" y="114630"/>
                </a:cubicBezTo>
                <a:lnTo>
                  <a:pt x="296126" y="114630"/>
                </a:lnTo>
                <a:cubicBezTo>
                  <a:pt x="269379" y="114630"/>
                  <a:pt x="248364" y="93614"/>
                  <a:pt x="248364" y="66867"/>
                </a:cubicBezTo>
                <a:cubicBezTo>
                  <a:pt x="246453" y="43941"/>
                  <a:pt x="261737" y="22926"/>
                  <a:pt x="286574" y="19105"/>
                </a:cubicBezTo>
                <a:lnTo>
                  <a:pt x="286574" y="19105"/>
                </a:lnTo>
                <a:lnTo>
                  <a:pt x="286574" y="0"/>
                </a:lnTo>
                <a:cubicBezTo>
                  <a:pt x="254095" y="0"/>
                  <a:pt x="229259" y="28657"/>
                  <a:pt x="229259" y="66867"/>
                </a:cubicBezTo>
                <a:cubicBezTo>
                  <a:pt x="229259" y="103167"/>
                  <a:pt x="259827" y="133734"/>
                  <a:pt x="296126" y="133734"/>
                </a:cubicBezTo>
                <a:close/>
                <a:moveTo>
                  <a:pt x="362993" y="87883"/>
                </a:moveTo>
                <a:lnTo>
                  <a:pt x="362993" y="95525"/>
                </a:lnTo>
                <a:lnTo>
                  <a:pt x="370635" y="95525"/>
                </a:lnTo>
                <a:cubicBezTo>
                  <a:pt x="408845" y="99346"/>
                  <a:pt x="439413" y="133734"/>
                  <a:pt x="439413" y="171944"/>
                </a:cubicBezTo>
                <a:lnTo>
                  <a:pt x="458518" y="171944"/>
                </a:lnTo>
                <a:cubicBezTo>
                  <a:pt x="458518" y="126092"/>
                  <a:pt x="426040" y="87883"/>
                  <a:pt x="380188" y="78330"/>
                </a:cubicBezTo>
                <a:cubicBezTo>
                  <a:pt x="374456" y="53494"/>
                  <a:pt x="349620" y="38210"/>
                  <a:pt x="324784" y="38210"/>
                </a:cubicBezTo>
                <a:lnTo>
                  <a:pt x="324784" y="57315"/>
                </a:lnTo>
                <a:cubicBezTo>
                  <a:pt x="343889" y="55404"/>
                  <a:pt x="359172" y="68778"/>
                  <a:pt x="362993" y="87883"/>
                </a:cubicBezTo>
                <a:close/>
                <a:moveTo>
                  <a:pt x="439413" y="191049"/>
                </a:moveTo>
                <a:lnTo>
                  <a:pt x="229259" y="191049"/>
                </a:lnTo>
                <a:lnTo>
                  <a:pt x="135645" y="99346"/>
                </a:lnTo>
                <a:lnTo>
                  <a:pt x="122271" y="112719"/>
                </a:lnTo>
                <a:lnTo>
                  <a:pt x="202512" y="191049"/>
                </a:lnTo>
                <a:lnTo>
                  <a:pt x="202512" y="191049"/>
                </a:lnTo>
                <a:lnTo>
                  <a:pt x="221617" y="210154"/>
                </a:lnTo>
                <a:lnTo>
                  <a:pt x="221617" y="210154"/>
                </a:lnTo>
                <a:lnTo>
                  <a:pt x="278932" y="267469"/>
                </a:lnTo>
                <a:lnTo>
                  <a:pt x="278932" y="267469"/>
                </a:lnTo>
                <a:lnTo>
                  <a:pt x="298037" y="286574"/>
                </a:lnTo>
                <a:lnTo>
                  <a:pt x="298037" y="286574"/>
                </a:lnTo>
                <a:lnTo>
                  <a:pt x="372546" y="359172"/>
                </a:lnTo>
                <a:lnTo>
                  <a:pt x="385919" y="345799"/>
                </a:lnTo>
                <a:lnTo>
                  <a:pt x="326694" y="286574"/>
                </a:ln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10154"/>
                </a:lnTo>
                <a:cubicBezTo>
                  <a:pt x="458518" y="198691"/>
                  <a:pt x="450876" y="191049"/>
                  <a:pt x="439413" y="191049"/>
                </a:cubicBezTo>
                <a:close/>
                <a:moveTo>
                  <a:pt x="307589" y="267469"/>
                </a:moveTo>
                <a:lnTo>
                  <a:pt x="250274" y="210154"/>
                </a:lnTo>
                <a:lnTo>
                  <a:pt x="403114" y="210154"/>
                </a:lnTo>
                <a:lnTo>
                  <a:pt x="403114" y="267469"/>
                </a:lnTo>
                <a:lnTo>
                  <a:pt x="307589" y="267469"/>
                </a:lnTo>
                <a:close/>
                <a:moveTo>
                  <a:pt x="439413" y="267469"/>
                </a:moveTo>
                <a:lnTo>
                  <a:pt x="420308" y="267469"/>
                </a:lnTo>
                <a:lnTo>
                  <a:pt x="420308" y="210154"/>
                </a:lnTo>
                <a:lnTo>
                  <a:pt x="439413" y="210154"/>
                </a:lnTo>
                <a:lnTo>
                  <a:pt x="439413" y="267469"/>
                </a:lnTo>
                <a:close/>
                <a:moveTo>
                  <a:pt x="133734" y="267469"/>
                </a:moveTo>
                <a:lnTo>
                  <a:pt x="133734" y="210154"/>
                </a:lnTo>
                <a:lnTo>
                  <a:pt x="194870" y="210154"/>
                </a:lnTo>
                <a:lnTo>
                  <a:pt x="175765" y="191049"/>
                </a:lnTo>
                <a:lnTo>
                  <a:pt x="19105" y="191049"/>
                </a:lnTo>
                <a:cubicBezTo>
                  <a:pt x="7642" y="191049"/>
                  <a:pt x="0" y="198691"/>
                  <a:pt x="0" y="210154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271290" y="286574"/>
                </a:lnTo>
                <a:lnTo>
                  <a:pt x="252185" y="267469"/>
                </a:lnTo>
                <a:lnTo>
                  <a:pt x="133734" y="267469"/>
                </a:lnTo>
                <a:close/>
                <a:moveTo>
                  <a:pt x="19105" y="267469"/>
                </a:moveTo>
                <a:lnTo>
                  <a:pt x="19105" y="210154"/>
                </a:lnTo>
                <a:lnTo>
                  <a:pt x="114630" y="210154"/>
                </a:lnTo>
                <a:lnTo>
                  <a:pt x="114630" y="267469"/>
                </a:lnTo>
                <a:lnTo>
                  <a:pt x="19105" y="26746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Graphic 149" descr="Alcohol icon.">
            <a:extLst>
              <a:ext uri="{FF2B5EF4-FFF2-40B4-BE49-F238E27FC236}">
                <a16:creationId xmlns:a16="http://schemas.microsoft.com/office/drawing/2014/main" id="{658001EB-CCD3-4BD4-B901-A89EA24B5E55}"/>
              </a:ext>
            </a:extLst>
          </p:cNvPr>
          <p:cNvSpPr>
            <a:spLocks noChangeAspect="1"/>
          </p:cNvSpPr>
          <p:nvPr/>
        </p:nvSpPr>
        <p:spPr>
          <a:xfrm>
            <a:off x="4652527" y="3285170"/>
            <a:ext cx="420552" cy="445408"/>
          </a:xfrm>
          <a:custGeom>
            <a:avLst/>
            <a:gdLst>
              <a:gd name="connsiteX0" fmla="*/ 302030 w 420552"/>
              <a:gd name="connsiteY0" fmla="*/ 170297 h 445408"/>
              <a:gd name="connsiteX1" fmla="*/ 334508 w 420552"/>
              <a:gd name="connsiteY1" fmla="*/ 177939 h 445408"/>
              <a:gd name="connsiteX2" fmla="*/ 338329 w 420552"/>
              <a:gd name="connsiteY2" fmla="*/ 177939 h 445408"/>
              <a:gd name="connsiteX3" fmla="*/ 393734 w 420552"/>
              <a:gd name="connsiteY3" fmla="*/ 155013 h 445408"/>
              <a:gd name="connsiteX4" fmla="*/ 420480 w 420552"/>
              <a:gd name="connsiteY4" fmla="*/ 91967 h 445408"/>
              <a:gd name="connsiteX5" fmla="*/ 340240 w 420552"/>
              <a:gd name="connsiteY5" fmla="*/ 264 h 445408"/>
              <a:gd name="connsiteX6" fmla="*/ 248536 w 420552"/>
              <a:gd name="connsiteY6" fmla="*/ 82415 h 445408"/>
              <a:gd name="connsiteX7" fmla="*/ 19277 w 420552"/>
              <a:gd name="connsiteY7" fmla="*/ 82415 h 445408"/>
              <a:gd name="connsiteX8" fmla="*/ 2083 w 420552"/>
              <a:gd name="connsiteY8" fmla="*/ 93878 h 445408"/>
              <a:gd name="connsiteX9" fmla="*/ 3993 w 420552"/>
              <a:gd name="connsiteY9" fmla="*/ 114893 h 445408"/>
              <a:gd name="connsiteX10" fmla="*/ 166385 w 420552"/>
              <a:gd name="connsiteY10" fmla="*/ 300211 h 445408"/>
              <a:gd name="connsiteX11" fmla="*/ 172117 w 420552"/>
              <a:gd name="connsiteY11" fmla="*/ 304032 h 445408"/>
              <a:gd name="connsiteX12" fmla="*/ 172117 w 420552"/>
              <a:gd name="connsiteY12" fmla="*/ 426303 h 445408"/>
              <a:gd name="connsiteX13" fmla="*/ 114802 w 420552"/>
              <a:gd name="connsiteY13" fmla="*/ 426303 h 445408"/>
              <a:gd name="connsiteX14" fmla="*/ 114802 w 420552"/>
              <a:gd name="connsiteY14" fmla="*/ 445408 h 445408"/>
              <a:gd name="connsiteX15" fmla="*/ 248536 w 420552"/>
              <a:gd name="connsiteY15" fmla="*/ 445408 h 445408"/>
              <a:gd name="connsiteX16" fmla="*/ 248536 w 420552"/>
              <a:gd name="connsiteY16" fmla="*/ 426303 h 445408"/>
              <a:gd name="connsiteX17" fmla="*/ 191221 w 420552"/>
              <a:gd name="connsiteY17" fmla="*/ 426303 h 445408"/>
              <a:gd name="connsiteX18" fmla="*/ 191221 w 420552"/>
              <a:gd name="connsiteY18" fmla="*/ 302121 h 445408"/>
              <a:gd name="connsiteX19" fmla="*/ 196953 w 420552"/>
              <a:gd name="connsiteY19" fmla="*/ 298300 h 445408"/>
              <a:gd name="connsiteX20" fmla="*/ 302030 w 420552"/>
              <a:gd name="connsiteY20" fmla="*/ 170297 h 445408"/>
              <a:gd name="connsiteX21" fmla="*/ 334508 w 420552"/>
              <a:gd name="connsiteY21" fmla="*/ 25100 h 445408"/>
              <a:gd name="connsiteX22" fmla="*/ 401376 w 420552"/>
              <a:gd name="connsiteY22" fmla="*/ 91967 h 445408"/>
              <a:gd name="connsiteX23" fmla="*/ 380360 w 420552"/>
              <a:gd name="connsiteY23" fmla="*/ 141640 h 445408"/>
              <a:gd name="connsiteX24" fmla="*/ 334508 w 420552"/>
              <a:gd name="connsiteY24" fmla="*/ 158834 h 445408"/>
              <a:gd name="connsiteX25" fmla="*/ 315403 w 420552"/>
              <a:gd name="connsiteY25" fmla="*/ 155013 h 445408"/>
              <a:gd name="connsiteX26" fmla="*/ 349792 w 420552"/>
              <a:gd name="connsiteY26" fmla="*/ 112983 h 445408"/>
              <a:gd name="connsiteX27" fmla="*/ 347882 w 420552"/>
              <a:gd name="connsiteY27" fmla="*/ 86236 h 445408"/>
              <a:gd name="connsiteX28" fmla="*/ 334508 w 420552"/>
              <a:gd name="connsiteY28" fmla="*/ 82415 h 445408"/>
              <a:gd name="connsiteX29" fmla="*/ 267641 w 420552"/>
              <a:gd name="connsiteY29" fmla="*/ 82415 h 445408"/>
              <a:gd name="connsiteX30" fmla="*/ 334508 w 420552"/>
              <a:gd name="connsiteY30" fmla="*/ 25100 h 445408"/>
              <a:gd name="connsiteX31" fmla="*/ 181669 w 420552"/>
              <a:gd name="connsiteY31" fmla="*/ 286837 h 445408"/>
              <a:gd name="connsiteX32" fmla="*/ 174027 w 420552"/>
              <a:gd name="connsiteY32" fmla="*/ 292569 h 445408"/>
              <a:gd name="connsiteX33" fmla="*/ 181669 w 420552"/>
              <a:gd name="connsiteY33" fmla="*/ 286837 h 445408"/>
              <a:gd name="connsiteX34" fmla="*/ 19277 w 420552"/>
              <a:gd name="connsiteY34" fmla="*/ 101520 h 445408"/>
              <a:gd name="connsiteX35" fmla="*/ 334508 w 420552"/>
              <a:gd name="connsiteY35" fmla="*/ 101520 h 445408"/>
              <a:gd name="connsiteX36" fmla="*/ 181669 w 420552"/>
              <a:gd name="connsiteY36" fmla="*/ 286837 h 445408"/>
              <a:gd name="connsiteX37" fmla="*/ 181669 w 420552"/>
              <a:gd name="connsiteY37" fmla="*/ 286837 h 44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20552" h="445408">
                <a:moveTo>
                  <a:pt x="302030" y="170297"/>
                </a:moveTo>
                <a:cubicBezTo>
                  <a:pt x="311582" y="174118"/>
                  <a:pt x="323045" y="176029"/>
                  <a:pt x="334508" y="177939"/>
                </a:cubicBezTo>
                <a:lnTo>
                  <a:pt x="338329" y="177939"/>
                </a:lnTo>
                <a:cubicBezTo>
                  <a:pt x="359345" y="177939"/>
                  <a:pt x="378450" y="170297"/>
                  <a:pt x="393734" y="155013"/>
                </a:cubicBezTo>
                <a:cubicBezTo>
                  <a:pt x="410928" y="139730"/>
                  <a:pt x="420480" y="116804"/>
                  <a:pt x="420480" y="91967"/>
                </a:cubicBezTo>
                <a:cubicBezTo>
                  <a:pt x="422391" y="44205"/>
                  <a:pt x="386092" y="4085"/>
                  <a:pt x="340240" y="264"/>
                </a:cubicBezTo>
                <a:cubicBezTo>
                  <a:pt x="294388" y="-3557"/>
                  <a:pt x="250447" y="34653"/>
                  <a:pt x="248536" y="82415"/>
                </a:cubicBezTo>
                <a:lnTo>
                  <a:pt x="19277" y="82415"/>
                </a:lnTo>
                <a:cubicBezTo>
                  <a:pt x="11635" y="82415"/>
                  <a:pt x="5904" y="86236"/>
                  <a:pt x="2083" y="93878"/>
                </a:cubicBezTo>
                <a:cubicBezTo>
                  <a:pt x="-1738" y="99609"/>
                  <a:pt x="172" y="109162"/>
                  <a:pt x="3993" y="114893"/>
                </a:cubicBezTo>
                <a:lnTo>
                  <a:pt x="166385" y="300211"/>
                </a:lnTo>
                <a:cubicBezTo>
                  <a:pt x="168296" y="302121"/>
                  <a:pt x="170206" y="302121"/>
                  <a:pt x="172117" y="304032"/>
                </a:cubicBezTo>
                <a:lnTo>
                  <a:pt x="172117" y="426303"/>
                </a:lnTo>
                <a:lnTo>
                  <a:pt x="114802" y="426303"/>
                </a:lnTo>
                <a:lnTo>
                  <a:pt x="114802" y="445408"/>
                </a:lnTo>
                <a:lnTo>
                  <a:pt x="248536" y="445408"/>
                </a:lnTo>
                <a:lnTo>
                  <a:pt x="248536" y="426303"/>
                </a:lnTo>
                <a:lnTo>
                  <a:pt x="191221" y="426303"/>
                </a:lnTo>
                <a:lnTo>
                  <a:pt x="191221" y="302121"/>
                </a:lnTo>
                <a:cubicBezTo>
                  <a:pt x="193132" y="300211"/>
                  <a:pt x="195042" y="300211"/>
                  <a:pt x="196953" y="298300"/>
                </a:cubicBezTo>
                <a:lnTo>
                  <a:pt x="302030" y="170297"/>
                </a:lnTo>
                <a:close/>
                <a:moveTo>
                  <a:pt x="334508" y="25100"/>
                </a:moveTo>
                <a:cubicBezTo>
                  <a:pt x="370808" y="25100"/>
                  <a:pt x="401376" y="55668"/>
                  <a:pt x="401376" y="91967"/>
                </a:cubicBezTo>
                <a:cubicBezTo>
                  <a:pt x="401376" y="111072"/>
                  <a:pt x="393734" y="128267"/>
                  <a:pt x="380360" y="141640"/>
                </a:cubicBezTo>
                <a:cubicBezTo>
                  <a:pt x="368897" y="153103"/>
                  <a:pt x="351703" y="158834"/>
                  <a:pt x="334508" y="158834"/>
                </a:cubicBezTo>
                <a:cubicBezTo>
                  <a:pt x="326866" y="158834"/>
                  <a:pt x="321135" y="156924"/>
                  <a:pt x="315403" y="155013"/>
                </a:cubicBezTo>
                <a:lnTo>
                  <a:pt x="349792" y="112983"/>
                </a:lnTo>
                <a:cubicBezTo>
                  <a:pt x="357434" y="105341"/>
                  <a:pt x="355524" y="91967"/>
                  <a:pt x="347882" y="86236"/>
                </a:cubicBezTo>
                <a:cubicBezTo>
                  <a:pt x="344061" y="84325"/>
                  <a:pt x="338329" y="82415"/>
                  <a:pt x="334508" y="82415"/>
                </a:cubicBezTo>
                <a:lnTo>
                  <a:pt x="267641" y="82415"/>
                </a:lnTo>
                <a:cubicBezTo>
                  <a:pt x="271462" y="49936"/>
                  <a:pt x="300119" y="25100"/>
                  <a:pt x="334508" y="25100"/>
                </a:cubicBezTo>
                <a:close/>
                <a:moveTo>
                  <a:pt x="181669" y="286837"/>
                </a:moveTo>
                <a:lnTo>
                  <a:pt x="174027" y="292569"/>
                </a:lnTo>
                <a:lnTo>
                  <a:pt x="181669" y="286837"/>
                </a:lnTo>
                <a:lnTo>
                  <a:pt x="19277" y="101520"/>
                </a:lnTo>
                <a:lnTo>
                  <a:pt x="334508" y="101520"/>
                </a:lnTo>
                <a:lnTo>
                  <a:pt x="181669" y="286837"/>
                </a:lnTo>
                <a:lnTo>
                  <a:pt x="181669" y="28683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134" descr="Utensils icon.">
            <a:extLst>
              <a:ext uri="{FF2B5EF4-FFF2-40B4-BE49-F238E27FC236}">
                <a16:creationId xmlns:a16="http://schemas.microsoft.com/office/drawing/2014/main" id="{34526486-F422-4457-B545-A1AA6CD4748D}"/>
              </a:ext>
            </a:extLst>
          </p:cNvPr>
          <p:cNvSpPr>
            <a:spLocks noChangeAspect="1"/>
          </p:cNvSpPr>
          <p:nvPr/>
        </p:nvSpPr>
        <p:spPr>
          <a:xfrm>
            <a:off x="5992650" y="3272060"/>
            <a:ext cx="210154" cy="458518"/>
          </a:xfrm>
          <a:custGeom>
            <a:avLst/>
            <a:gdLst>
              <a:gd name="connsiteX0" fmla="*/ 95525 w 210154"/>
              <a:gd name="connsiteY0" fmla="*/ 84062 h 458518"/>
              <a:gd name="connsiteX1" fmla="*/ 95525 w 210154"/>
              <a:gd name="connsiteY1" fmla="*/ 84062 h 458518"/>
              <a:gd name="connsiteX2" fmla="*/ 66867 w 210154"/>
              <a:gd name="connsiteY2" fmla="*/ 84062 h 458518"/>
              <a:gd name="connsiteX3" fmla="*/ 66867 w 210154"/>
              <a:gd name="connsiteY3" fmla="*/ 0 h 458518"/>
              <a:gd name="connsiteX4" fmla="*/ 47762 w 210154"/>
              <a:gd name="connsiteY4" fmla="*/ 0 h 458518"/>
              <a:gd name="connsiteX5" fmla="*/ 47762 w 210154"/>
              <a:gd name="connsiteY5" fmla="*/ 85972 h 458518"/>
              <a:gd name="connsiteX6" fmla="*/ 19105 w 210154"/>
              <a:gd name="connsiteY6" fmla="*/ 85972 h 458518"/>
              <a:gd name="connsiteX7" fmla="*/ 19105 w 210154"/>
              <a:gd name="connsiteY7" fmla="*/ 0 h 458518"/>
              <a:gd name="connsiteX8" fmla="*/ 0 w 210154"/>
              <a:gd name="connsiteY8" fmla="*/ 0 h 458518"/>
              <a:gd name="connsiteX9" fmla="*/ 0 w 210154"/>
              <a:gd name="connsiteY9" fmla="*/ 84062 h 458518"/>
              <a:gd name="connsiteX10" fmla="*/ 47762 w 210154"/>
              <a:gd name="connsiteY10" fmla="*/ 141376 h 458518"/>
              <a:gd name="connsiteX11" fmla="*/ 47762 w 210154"/>
              <a:gd name="connsiteY11" fmla="*/ 181497 h 458518"/>
              <a:gd name="connsiteX12" fmla="*/ 38210 w 210154"/>
              <a:gd name="connsiteY12" fmla="*/ 181497 h 458518"/>
              <a:gd name="connsiteX13" fmla="*/ 19105 w 210154"/>
              <a:gd name="connsiteY13" fmla="*/ 200602 h 458518"/>
              <a:gd name="connsiteX14" fmla="*/ 19105 w 210154"/>
              <a:gd name="connsiteY14" fmla="*/ 439413 h 458518"/>
              <a:gd name="connsiteX15" fmla="*/ 38210 w 210154"/>
              <a:gd name="connsiteY15" fmla="*/ 458518 h 458518"/>
              <a:gd name="connsiteX16" fmla="*/ 76420 w 210154"/>
              <a:gd name="connsiteY16" fmla="*/ 458518 h 458518"/>
              <a:gd name="connsiteX17" fmla="*/ 95525 w 210154"/>
              <a:gd name="connsiteY17" fmla="*/ 439413 h 458518"/>
              <a:gd name="connsiteX18" fmla="*/ 95525 w 210154"/>
              <a:gd name="connsiteY18" fmla="*/ 200602 h 458518"/>
              <a:gd name="connsiteX19" fmla="*/ 76420 w 210154"/>
              <a:gd name="connsiteY19" fmla="*/ 181497 h 458518"/>
              <a:gd name="connsiteX20" fmla="*/ 66867 w 210154"/>
              <a:gd name="connsiteY20" fmla="*/ 181497 h 458518"/>
              <a:gd name="connsiteX21" fmla="*/ 66867 w 210154"/>
              <a:gd name="connsiteY21" fmla="*/ 143287 h 458518"/>
              <a:gd name="connsiteX22" fmla="*/ 114630 w 210154"/>
              <a:gd name="connsiteY22" fmla="*/ 85972 h 458518"/>
              <a:gd name="connsiteX23" fmla="*/ 114630 w 210154"/>
              <a:gd name="connsiteY23" fmla="*/ 0 h 458518"/>
              <a:gd name="connsiteX24" fmla="*/ 95525 w 210154"/>
              <a:gd name="connsiteY24" fmla="*/ 0 h 458518"/>
              <a:gd name="connsiteX25" fmla="*/ 95525 w 210154"/>
              <a:gd name="connsiteY25" fmla="*/ 84062 h 458518"/>
              <a:gd name="connsiteX26" fmla="*/ 76420 w 210154"/>
              <a:gd name="connsiteY26" fmla="*/ 439413 h 458518"/>
              <a:gd name="connsiteX27" fmla="*/ 38210 w 210154"/>
              <a:gd name="connsiteY27" fmla="*/ 439413 h 458518"/>
              <a:gd name="connsiteX28" fmla="*/ 38210 w 210154"/>
              <a:gd name="connsiteY28" fmla="*/ 200602 h 458518"/>
              <a:gd name="connsiteX29" fmla="*/ 76420 w 210154"/>
              <a:gd name="connsiteY29" fmla="*/ 200602 h 458518"/>
              <a:gd name="connsiteX30" fmla="*/ 76420 w 210154"/>
              <a:gd name="connsiteY30" fmla="*/ 439413 h 458518"/>
              <a:gd name="connsiteX31" fmla="*/ 57315 w 210154"/>
              <a:gd name="connsiteY31" fmla="*/ 124182 h 458518"/>
              <a:gd name="connsiteX32" fmla="*/ 24836 w 210154"/>
              <a:gd name="connsiteY32" fmla="*/ 105077 h 458518"/>
              <a:gd name="connsiteX33" fmla="*/ 89793 w 210154"/>
              <a:gd name="connsiteY33" fmla="*/ 105077 h 458518"/>
              <a:gd name="connsiteX34" fmla="*/ 57315 w 210154"/>
              <a:gd name="connsiteY34" fmla="*/ 124182 h 458518"/>
              <a:gd name="connsiteX35" fmla="*/ 202512 w 210154"/>
              <a:gd name="connsiteY35" fmla="*/ 3821 h 458518"/>
              <a:gd name="connsiteX36" fmla="*/ 185318 w 210154"/>
              <a:gd name="connsiteY36" fmla="*/ 1910 h 458518"/>
              <a:gd name="connsiteX37" fmla="*/ 133734 w 210154"/>
              <a:gd name="connsiteY37" fmla="*/ 80241 h 458518"/>
              <a:gd name="connsiteX38" fmla="*/ 133734 w 210154"/>
              <a:gd name="connsiteY38" fmla="*/ 219707 h 458518"/>
              <a:gd name="connsiteX39" fmla="*/ 133734 w 210154"/>
              <a:gd name="connsiteY39" fmla="*/ 219707 h 458518"/>
              <a:gd name="connsiteX40" fmla="*/ 133734 w 210154"/>
              <a:gd name="connsiteY40" fmla="*/ 439413 h 458518"/>
              <a:gd name="connsiteX41" fmla="*/ 152839 w 210154"/>
              <a:gd name="connsiteY41" fmla="*/ 458518 h 458518"/>
              <a:gd name="connsiteX42" fmla="*/ 191049 w 210154"/>
              <a:gd name="connsiteY42" fmla="*/ 458518 h 458518"/>
              <a:gd name="connsiteX43" fmla="*/ 210154 w 210154"/>
              <a:gd name="connsiteY43" fmla="*/ 439413 h 458518"/>
              <a:gd name="connsiteX44" fmla="*/ 210154 w 210154"/>
              <a:gd name="connsiteY44" fmla="*/ 19105 h 458518"/>
              <a:gd name="connsiteX45" fmla="*/ 202512 w 210154"/>
              <a:gd name="connsiteY45" fmla="*/ 3821 h 458518"/>
              <a:gd name="connsiteX46" fmla="*/ 191049 w 210154"/>
              <a:gd name="connsiteY46" fmla="*/ 439413 h 458518"/>
              <a:gd name="connsiteX47" fmla="*/ 152839 w 210154"/>
              <a:gd name="connsiteY47" fmla="*/ 439413 h 458518"/>
              <a:gd name="connsiteX48" fmla="*/ 152839 w 210154"/>
              <a:gd name="connsiteY48" fmla="*/ 229259 h 458518"/>
              <a:gd name="connsiteX49" fmla="*/ 191049 w 210154"/>
              <a:gd name="connsiteY49" fmla="*/ 229259 h 458518"/>
              <a:gd name="connsiteX50" fmla="*/ 191049 w 210154"/>
              <a:gd name="connsiteY50" fmla="*/ 439413 h 458518"/>
              <a:gd name="connsiteX51" fmla="*/ 152839 w 210154"/>
              <a:gd name="connsiteY51" fmla="*/ 210154 h 458518"/>
              <a:gd name="connsiteX52" fmla="*/ 152839 w 210154"/>
              <a:gd name="connsiteY52" fmla="*/ 80241 h 458518"/>
              <a:gd name="connsiteX53" fmla="*/ 191049 w 210154"/>
              <a:gd name="connsiteY53" fmla="*/ 19105 h 458518"/>
              <a:gd name="connsiteX54" fmla="*/ 191049 w 210154"/>
              <a:gd name="connsiteY54" fmla="*/ 210154 h 458518"/>
              <a:gd name="connsiteX55" fmla="*/ 152839 w 210154"/>
              <a:gd name="connsiteY55" fmla="*/ 21015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0154" h="458518">
                <a:moveTo>
                  <a:pt x="95525" y="84062"/>
                </a:moveTo>
                <a:lnTo>
                  <a:pt x="95525" y="84062"/>
                </a:lnTo>
                <a:lnTo>
                  <a:pt x="66867" y="84062"/>
                </a:lnTo>
                <a:lnTo>
                  <a:pt x="66867" y="0"/>
                </a:lnTo>
                <a:lnTo>
                  <a:pt x="47762" y="0"/>
                </a:lnTo>
                <a:lnTo>
                  <a:pt x="47762" y="85972"/>
                </a:lnTo>
                <a:lnTo>
                  <a:pt x="19105" y="85972"/>
                </a:lnTo>
                <a:lnTo>
                  <a:pt x="19105" y="0"/>
                </a:lnTo>
                <a:lnTo>
                  <a:pt x="0" y="0"/>
                </a:lnTo>
                <a:lnTo>
                  <a:pt x="0" y="84062"/>
                </a:lnTo>
                <a:cubicBezTo>
                  <a:pt x="0" y="112719"/>
                  <a:pt x="21015" y="137555"/>
                  <a:pt x="47762" y="141376"/>
                </a:cubicBezTo>
                <a:lnTo>
                  <a:pt x="47762" y="181497"/>
                </a:lnTo>
                <a:lnTo>
                  <a:pt x="38210" y="181497"/>
                </a:lnTo>
                <a:cubicBezTo>
                  <a:pt x="26747" y="181497"/>
                  <a:pt x="19105" y="189139"/>
                  <a:pt x="19105" y="200602"/>
                </a:cubicBezTo>
                <a:lnTo>
                  <a:pt x="19105" y="439413"/>
                </a:lnTo>
                <a:cubicBezTo>
                  <a:pt x="19105" y="450876"/>
                  <a:pt x="26747" y="458518"/>
                  <a:pt x="38210" y="458518"/>
                </a:cubicBezTo>
                <a:lnTo>
                  <a:pt x="76420" y="458518"/>
                </a:lnTo>
                <a:cubicBezTo>
                  <a:pt x="87883" y="458518"/>
                  <a:pt x="95525" y="450876"/>
                  <a:pt x="95525" y="439413"/>
                </a:cubicBezTo>
                <a:lnTo>
                  <a:pt x="95525" y="200602"/>
                </a:lnTo>
                <a:cubicBezTo>
                  <a:pt x="95525" y="189139"/>
                  <a:pt x="87883" y="181497"/>
                  <a:pt x="76420" y="181497"/>
                </a:cubicBezTo>
                <a:lnTo>
                  <a:pt x="66867" y="181497"/>
                </a:lnTo>
                <a:lnTo>
                  <a:pt x="66867" y="143287"/>
                </a:lnTo>
                <a:cubicBezTo>
                  <a:pt x="93614" y="139466"/>
                  <a:pt x="114630" y="114630"/>
                  <a:pt x="114630" y="85972"/>
                </a:cubicBezTo>
                <a:lnTo>
                  <a:pt x="114630" y="0"/>
                </a:lnTo>
                <a:lnTo>
                  <a:pt x="95525" y="0"/>
                </a:lnTo>
                <a:lnTo>
                  <a:pt x="95525" y="84062"/>
                </a:lnTo>
                <a:close/>
                <a:moveTo>
                  <a:pt x="76420" y="439413"/>
                </a:moveTo>
                <a:lnTo>
                  <a:pt x="38210" y="439413"/>
                </a:lnTo>
                <a:lnTo>
                  <a:pt x="38210" y="200602"/>
                </a:lnTo>
                <a:lnTo>
                  <a:pt x="76420" y="200602"/>
                </a:lnTo>
                <a:lnTo>
                  <a:pt x="76420" y="439413"/>
                </a:lnTo>
                <a:close/>
                <a:moveTo>
                  <a:pt x="57315" y="124182"/>
                </a:moveTo>
                <a:cubicBezTo>
                  <a:pt x="43941" y="124182"/>
                  <a:pt x="30568" y="116540"/>
                  <a:pt x="24836" y="105077"/>
                </a:cubicBezTo>
                <a:lnTo>
                  <a:pt x="89793" y="105077"/>
                </a:lnTo>
                <a:cubicBezTo>
                  <a:pt x="84062" y="116540"/>
                  <a:pt x="70688" y="124182"/>
                  <a:pt x="57315" y="124182"/>
                </a:cubicBezTo>
                <a:close/>
                <a:moveTo>
                  <a:pt x="202512" y="3821"/>
                </a:moveTo>
                <a:cubicBezTo>
                  <a:pt x="196781" y="0"/>
                  <a:pt x="191049" y="0"/>
                  <a:pt x="185318" y="1910"/>
                </a:cubicBezTo>
                <a:cubicBezTo>
                  <a:pt x="152839" y="15284"/>
                  <a:pt x="133734" y="45852"/>
                  <a:pt x="133734" y="80241"/>
                </a:cubicBezTo>
                <a:lnTo>
                  <a:pt x="133734" y="219707"/>
                </a:lnTo>
                <a:lnTo>
                  <a:pt x="133734" y="219707"/>
                </a:lnTo>
                <a:lnTo>
                  <a:pt x="133734" y="439413"/>
                </a:lnTo>
                <a:cubicBezTo>
                  <a:pt x="133734" y="450876"/>
                  <a:pt x="141376" y="458518"/>
                  <a:pt x="152839" y="458518"/>
                </a:cubicBezTo>
                <a:lnTo>
                  <a:pt x="191049" y="458518"/>
                </a:lnTo>
                <a:cubicBezTo>
                  <a:pt x="202512" y="458518"/>
                  <a:pt x="210154" y="450876"/>
                  <a:pt x="210154" y="439413"/>
                </a:cubicBezTo>
                <a:lnTo>
                  <a:pt x="210154" y="19105"/>
                </a:lnTo>
                <a:cubicBezTo>
                  <a:pt x="210154" y="13373"/>
                  <a:pt x="206333" y="7642"/>
                  <a:pt x="202512" y="3821"/>
                </a:cubicBezTo>
                <a:close/>
                <a:moveTo>
                  <a:pt x="191049" y="439413"/>
                </a:moveTo>
                <a:lnTo>
                  <a:pt x="152839" y="439413"/>
                </a:lnTo>
                <a:lnTo>
                  <a:pt x="152839" y="229259"/>
                </a:lnTo>
                <a:lnTo>
                  <a:pt x="191049" y="229259"/>
                </a:lnTo>
                <a:lnTo>
                  <a:pt x="191049" y="439413"/>
                </a:lnTo>
                <a:close/>
                <a:moveTo>
                  <a:pt x="152839" y="210154"/>
                </a:moveTo>
                <a:lnTo>
                  <a:pt x="152839" y="80241"/>
                </a:lnTo>
                <a:cubicBezTo>
                  <a:pt x="152839" y="53494"/>
                  <a:pt x="168123" y="30568"/>
                  <a:pt x="191049" y="19105"/>
                </a:cubicBezTo>
                <a:lnTo>
                  <a:pt x="191049" y="210154"/>
                </a:lnTo>
                <a:lnTo>
                  <a:pt x="152839" y="21015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136" descr="Wrench icon.">
            <a:extLst>
              <a:ext uri="{FF2B5EF4-FFF2-40B4-BE49-F238E27FC236}">
                <a16:creationId xmlns:a16="http://schemas.microsoft.com/office/drawing/2014/main" id="{43F9A364-F872-DF46-9615-F8CE8A581195}"/>
              </a:ext>
            </a:extLst>
          </p:cNvPr>
          <p:cNvSpPr>
            <a:spLocks noChangeAspect="1"/>
          </p:cNvSpPr>
          <p:nvPr/>
        </p:nvSpPr>
        <p:spPr>
          <a:xfrm>
            <a:off x="7100844" y="3274200"/>
            <a:ext cx="456219" cy="456378"/>
          </a:xfrm>
          <a:custGeom>
            <a:avLst/>
            <a:gdLst>
              <a:gd name="connsiteX0" fmla="*/ 451646 w 456219"/>
              <a:gd name="connsiteY0" fmla="*/ 101734 h 456378"/>
              <a:gd name="connsiteX1" fmla="*/ 451646 w 456219"/>
              <a:gd name="connsiteY1" fmla="*/ 101734 h 456378"/>
              <a:gd name="connsiteX2" fmla="*/ 438272 w 456219"/>
              <a:gd name="connsiteY2" fmla="*/ 88360 h 456378"/>
              <a:gd name="connsiteX3" fmla="*/ 419167 w 456219"/>
              <a:gd name="connsiteY3" fmla="*/ 94092 h 456378"/>
              <a:gd name="connsiteX4" fmla="*/ 350390 w 456219"/>
              <a:gd name="connsiteY4" fmla="*/ 162869 h 456378"/>
              <a:gd name="connsiteX5" fmla="*/ 306448 w 456219"/>
              <a:gd name="connsiteY5" fmla="*/ 151406 h 456378"/>
              <a:gd name="connsiteX6" fmla="*/ 294985 w 456219"/>
              <a:gd name="connsiteY6" fmla="*/ 107465 h 456378"/>
              <a:gd name="connsiteX7" fmla="*/ 363763 w 456219"/>
              <a:gd name="connsiteY7" fmla="*/ 36777 h 456378"/>
              <a:gd name="connsiteX8" fmla="*/ 363763 w 456219"/>
              <a:gd name="connsiteY8" fmla="*/ 10030 h 456378"/>
              <a:gd name="connsiteX9" fmla="*/ 354210 w 456219"/>
              <a:gd name="connsiteY9" fmla="*/ 4299 h 456378"/>
              <a:gd name="connsiteX10" fmla="*/ 285433 w 456219"/>
              <a:gd name="connsiteY10" fmla="*/ 4299 h 456378"/>
              <a:gd name="connsiteX11" fmla="*/ 189908 w 456219"/>
              <a:gd name="connsiteY11" fmla="*/ 105555 h 456378"/>
              <a:gd name="connsiteX12" fmla="*/ 195640 w 456219"/>
              <a:gd name="connsiteY12" fmla="*/ 178153 h 456378"/>
              <a:gd name="connsiteX13" fmla="*/ 12232 w 456219"/>
              <a:gd name="connsiteY13" fmla="*/ 361561 h 456378"/>
              <a:gd name="connsiteX14" fmla="*/ 19874 w 456219"/>
              <a:gd name="connsiteY14" fmla="*/ 441801 h 456378"/>
              <a:gd name="connsiteX15" fmla="*/ 94384 w 456219"/>
              <a:gd name="connsiteY15" fmla="*/ 443712 h 456378"/>
              <a:gd name="connsiteX16" fmla="*/ 277791 w 456219"/>
              <a:gd name="connsiteY16" fmla="*/ 260304 h 456378"/>
              <a:gd name="connsiteX17" fmla="*/ 352300 w 456219"/>
              <a:gd name="connsiteY17" fmla="*/ 266036 h 456378"/>
              <a:gd name="connsiteX18" fmla="*/ 453556 w 456219"/>
              <a:gd name="connsiteY18" fmla="*/ 170511 h 456378"/>
              <a:gd name="connsiteX19" fmla="*/ 451646 w 456219"/>
              <a:gd name="connsiteY19" fmla="*/ 101734 h 456378"/>
              <a:gd name="connsiteX20" fmla="*/ 432541 w 456219"/>
              <a:gd name="connsiteY20" fmla="*/ 107465 h 456378"/>
              <a:gd name="connsiteX21" fmla="*/ 432541 w 456219"/>
              <a:gd name="connsiteY21" fmla="*/ 166690 h 456378"/>
              <a:gd name="connsiteX22" fmla="*/ 346569 w 456219"/>
              <a:gd name="connsiteY22" fmla="*/ 248842 h 456378"/>
              <a:gd name="connsiteX23" fmla="*/ 281612 w 456219"/>
              <a:gd name="connsiteY23" fmla="*/ 243110 h 456378"/>
              <a:gd name="connsiteX24" fmla="*/ 264417 w 456219"/>
              <a:gd name="connsiteY24" fmla="*/ 248842 h 456378"/>
              <a:gd name="connsiteX25" fmla="*/ 81010 w 456219"/>
              <a:gd name="connsiteY25" fmla="*/ 432249 h 456378"/>
              <a:gd name="connsiteX26" fmla="*/ 27516 w 456219"/>
              <a:gd name="connsiteY26" fmla="*/ 424607 h 456378"/>
              <a:gd name="connsiteX27" fmla="*/ 27516 w 456219"/>
              <a:gd name="connsiteY27" fmla="*/ 378755 h 456378"/>
              <a:gd name="connsiteX28" fmla="*/ 210924 w 456219"/>
              <a:gd name="connsiteY28" fmla="*/ 195348 h 456378"/>
              <a:gd name="connsiteX29" fmla="*/ 216655 w 456219"/>
              <a:gd name="connsiteY29" fmla="*/ 178153 h 456378"/>
              <a:gd name="connsiteX30" fmla="*/ 209013 w 456219"/>
              <a:gd name="connsiteY30" fmla="*/ 111286 h 456378"/>
              <a:gd name="connsiteX31" fmla="*/ 291164 w 456219"/>
              <a:gd name="connsiteY31" fmla="*/ 25314 h 456378"/>
              <a:gd name="connsiteX32" fmla="*/ 321732 w 456219"/>
              <a:gd name="connsiteY32" fmla="*/ 21493 h 456378"/>
              <a:gd name="connsiteX33" fmla="*/ 350390 w 456219"/>
              <a:gd name="connsiteY33" fmla="*/ 25314 h 456378"/>
              <a:gd name="connsiteX34" fmla="*/ 279701 w 456219"/>
              <a:gd name="connsiteY34" fmla="*/ 94092 h 456378"/>
              <a:gd name="connsiteX35" fmla="*/ 273970 w 456219"/>
              <a:gd name="connsiteY35" fmla="*/ 113197 h 456378"/>
              <a:gd name="connsiteX36" fmla="*/ 285433 w 456219"/>
              <a:gd name="connsiteY36" fmla="*/ 157138 h 456378"/>
              <a:gd name="connsiteX37" fmla="*/ 298806 w 456219"/>
              <a:gd name="connsiteY37" fmla="*/ 170511 h 456378"/>
              <a:gd name="connsiteX38" fmla="*/ 342748 w 456219"/>
              <a:gd name="connsiteY38" fmla="*/ 181974 h 456378"/>
              <a:gd name="connsiteX39" fmla="*/ 361852 w 456219"/>
              <a:gd name="connsiteY39" fmla="*/ 176243 h 456378"/>
              <a:gd name="connsiteX40" fmla="*/ 432541 w 456219"/>
              <a:gd name="connsiteY40" fmla="*/ 107465 h 456378"/>
              <a:gd name="connsiteX41" fmla="*/ 442093 w 456219"/>
              <a:gd name="connsiteY41" fmla="*/ 105555 h 456378"/>
              <a:gd name="connsiteX42" fmla="*/ 432541 w 456219"/>
              <a:gd name="connsiteY42" fmla="*/ 107465 h 456378"/>
              <a:gd name="connsiteX43" fmla="*/ 432541 w 456219"/>
              <a:gd name="connsiteY43" fmla="*/ 107465 h 456378"/>
              <a:gd name="connsiteX44" fmla="*/ 71458 w 456219"/>
              <a:gd name="connsiteY44" fmla="*/ 373024 h 456378"/>
              <a:gd name="connsiteX45" fmla="*/ 220476 w 456219"/>
              <a:gd name="connsiteY45" fmla="*/ 224005 h 456378"/>
              <a:gd name="connsiteX46" fmla="*/ 233849 w 456219"/>
              <a:gd name="connsiteY46" fmla="*/ 237379 h 456378"/>
              <a:gd name="connsiteX47" fmla="*/ 84831 w 456219"/>
              <a:gd name="connsiteY47" fmla="*/ 386397 h 456378"/>
              <a:gd name="connsiteX48" fmla="*/ 71458 w 456219"/>
              <a:gd name="connsiteY48" fmla="*/ 373024 h 456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56219" h="456378">
                <a:moveTo>
                  <a:pt x="451646" y="101734"/>
                </a:moveTo>
                <a:lnTo>
                  <a:pt x="451646" y="101734"/>
                </a:lnTo>
                <a:cubicBezTo>
                  <a:pt x="449735" y="96002"/>
                  <a:pt x="444004" y="90271"/>
                  <a:pt x="438272" y="88360"/>
                </a:cubicBezTo>
                <a:cubicBezTo>
                  <a:pt x="430630" y="86450"/>
                  <a:pt x="424899" y="88360"/>
                  <a:pt x="419167" y="94092"/>
                </a:cubicBezTo>
                <a:lnTo>
                  <a:pt x="350390" y="162869"/>
                </a:lnTo>
                <a:lnTo>
                  <a:pt x="306448" y="151406"/>
                </a:lnTo>
                <a:lnTo>
                  <a:pt x="294985" y="107465"/>
                </a:lnTo>
                <a:lnTo>
                  <a:pt x="363763" y="36777"/>
                </a:lnTo>
                <a:cubicBezTo>
                  <a:pt x="371405" y="29135"/>
                  <a:pt x="371405" y="17672"/>
                  <a:pt x="363763" y="10030"/>
                </a:cubicBezTo>
                <a:cubicBezTo>
                  <a:pt x="361852" y="8120"/>
                  <a:pt x="358031" y="6209"/>
                  <a:pt x="354210" y="4299"/>
                </a:cubicBezTo>
                <a:cubicBezTo>
                  <a:pt x="331285" y="-1433"/>
                  <a:pt x="308359" y="-1433"/>
                  <a:pt x="285433" y="4299"/>
                </a:cubicBezTo>
                <a:cubicBezTo>
                  <a:pt x="237670" y="17672"/>
                  <a:pt x="201371" y="55882"/>
                  <a:pt x="189908" y="105555"/>
                </a:cubicBezTo>
                <a:cubicBezTo>
                  <a:pt x="187998" y="130391"/>
                  <a:pt x="189908" y="155227"/>
                  <a:pt x="195640" y="178153"/>
                </a:cubicBezTo>
                <a:lnTo>
                  <a:pt x="12232" y="361561"/>
                </a:lnTo>
                <a:cubicBezTo>
                  <a:pt x="-6872" y="386397"/>
                  <a:pt x="-3051" y="422696"/>
                  <a:pt x="19874" y="441801"/>
                </a:cubicBezTo>
                <a:cubicBezTo>
                  <a:pt x="42800" y="460906"/>
                  <a:pt x="73368" y="460906"/>
                  <a:pt x="94384" y="443712"/>
                </a:cubicBezTo>
                <a:lnTo>
                  <a:pt x="277791" y="260304"/>
                </a:lnTo>
                <a:cubicBezTo>
                  <a:pt x="302627" y="266036"/>
                  <a:pt x="327464" y="267946"/>
                  <a:pt x="352300" y="266036"/>
                </a:cubicBezTo>
                <a:cubicBezTo>
                  <a:pt x="401973" y="254573"/>
                  <a:pt x="440183" y="218274"/>
                  <a:pt x="453556" y="170511"/>
                </a:cubicBezTo>
                <a:cubicBezTo>
                  <a:pt x="457377" y="149496"/>
                  <a:pt x="457377" y="124660"/>
                  <a:pt x="451646" y="101734"/>
                </a:cubicBezTo>
                <a:close/>
                <a:moveTo>
                  <a:pt x="432541" y="107465"/>
                </a:moveTo>
                <a:cubicBezTo>
                  <a:pt x="438272" y="126570"/>
                  <a:pt x="438272" y="147585"/>
                  <a:pt x="432541" y="166690"/>
                </a:cubicBezTo>
                <a:cubicBezTo>
                  <a:pt x="421078" y="208721"/>
                  <a:pt x="388599" y="239289"/>
                  <a:pt x="346569" y="248842"/>
                </a:cubicBezTo>
                <a:cubicBezTo>
                  <a:pt x="323643" y="250752"/>
                  <a:pt x="302627" y="248842"/>
                  <a:pt x="281612" y="243110"/>
                </a:cubicBezTo>
                <a:cubicBezTo>
                  <a:pt x="275880" y="241200"/>
                  <a:pt x="268238" y="243110"/>
                  <a:pt x="264417" y="248842"/>
                </a:cubicBezTo>
                <a:lnTo>
                  <a:pt x="81010" y="432249"/>
                </a:lnTo>
                <a:cubicBezTo>
                  <a:pt x="63816" y="445622"/>
                  <a:pt x="40890" y="441801"/>
                  <a:pt x="27516" y="424607"/>
                </a:cubicBezTo>
                <a:cubicBezTo>
                  <a:pt x="17964" y="411233"/>
                  <a:pt x="17964" y="392128"/>
                  <a:pt x="27516" y="378755"/>
                </a:cubicBezTo>
                <a:lnTo>
                  <a:pt x="210924" y="195348"/>
                </a:lnTo>
                <a:cubicBezTo>
                  <a:pt x="214745" y="191527"/>
                  <a:pt x="216655" y="183885"/>
                  <a:pt x="216655" y="178153"/>
                </a:cubicBezTo>
                <a:cubicBezTo>
                  <a:pt x="209013" y="155227"/>
                  <a:pt x="207103" y="132302"/>
                  <a:pt x="209013" y="111286"/>
                </a:cubicBezTo>
                <a:cubicBezTo>
                  <a:pt x="218566" y="69255"/>
                  <a:pt x="249133" y="36777"/>
                  <a:pt x="291164" y="25314"/>
                </a:cubicBezTo>
                <a:cubicBezTo>
                  <a:pt x="302627" y="23404"/>
                  <a:pt x="312180" y="21493"/>
                  <a:pt x="321732" y="21493"/>
                </a:cubicBezTo>
                <a:cubicBezTo>
                  <a:pt x="331285" y="21493"/>
                  <a:pt x="340837" y="23404"/>
                  <a:pt x="350390" y="25314"/>
                </a:cubicBezTo>
                <a:lnTo>
                  <a:pt x="279701" y="94092"/>
                </a:lnTo>
                <a:cubicBezTo>
                  <a:pt x="273970" y="99823"/>
                  <a:pt x="272059" y="105555"/>
                  <a:pt x="273970" y="113197"/>
                </a:cubicBezTo>
                <a:lnTo>
                  <a:pt x="285433" y="157138"/>
                </a:lnTo>
                <a:cubicBezTo>
                  <a:pt x="287343" y="164780"/>
                  <a:pt x="293075" y="168601"/>
                  <a:pt x="298806" y="170511"/>
                </a:cubicBezTo>
                <a:lnTo>
                  <a:pt x="342748" y="181974"/>
                </a:lnTo>
                <a:cubicBezTo>
                  <a:pt x="348479" y="183885"/>
                  <a:pt x="356121" y="181974"/>
                  <a:pt x="361852" y="176243"/>
                </a:cubicBezTo>
                <a:lnTo>
                  <a:pt x="432541" y="107465"/>
                </a:lnTo>
                <a:lnTo>
                  <a:pt x="442093" y="105555"/>
                </a:lnTo>
                <a:lnTo>
                  <a:pt x="432541" y="107465"/>
                </a:lnTo>
                <a:lnTo>
                  <a:pt x="432541" y="107465"/>
                </a:lnTo>
                <a:close/>
                <a:moveTo>
                  <a:pt x="71458" y="373024"/>
                </a:moveTo>
                <a:lnTo>
                  <a:pt x="220476" y="224005"/>
                </a:lnTo>
                <a:lnTo>
                  <a:pt x="233849" y="237379"/>
                </a:lnTo>
                <a:lnTo>
                  <a:pt x="84831" y="386397"/>
                </a:lnTo>
                <a:lnTo>
                  <a:pt x="71458" y="37302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4" name="Graphic 114" descr="Key icon.">
            <a:extLst>
              <a:ext uri="{FF2B5EF4-FFF2-40B4-BE49-F238E27FC236}">
                <a16:creationId xmlns:a16="http://schemas.microsoft.com/office/drawing/2014/main" id="{73F2F670-C7DE-4EBF-B04A-CC05E7DB3923}"/>
              </a:ext>
            </a:extLst>
          </p:cNvPr>
          <p:cNvSpPr>
            <a:spLocks noChangeAspect="1"/>
          </p:cNvSpPr>
          <p:nvPr/>
        </p:nvSpPr>
        <p:spPr>
          <a:xfrm>
            <a:off x="8346399" y="3296205"/>
            <a:ext cx="420572" cy="421119"/>
          </a:xfrm>
          <a:custGeom>
            <a:avLst/>
            <a:gdLst>
              <a:gd name="connsiteX0" fmla="*/ 325048 w 420572"/>
              <a:gd name="connsiteY0" fmla="*/ 58126 h 421119"/>
              <a:gd name="connsiteX1" fmla="*/ 286838 w 420572"/>
              <a:gd name="connsiteY1" fmla="*/ 96336 h 421119"/>
              <a:gd name="connsiteX2" fmla="*/ 325048 w 420572"/>
              <a:gd name="connsiteY2" fmla="*/ 134546 h 421119"/>
              <a:gd name="connsiteX3" fmla="*/ 363258 w 420572"/>
              <a:gd name="connsiteY3" fmla="*/ 96336 h 421119"/>
              <a:gd name="connsiteX4" fmla="*/ 325048 w 420572"/>
              <a:gd name="connsiteY4" fmla="*/ 58126 h 421119"/>
              <a:gd name="connsiteX5" fmla="*/ 325048 w 420572"/>
              <a:gd name="connsiteY5" fmla="*/ 115441 h 421119"/>
              <a:gd name="connsiteX6" fmla="*/ 305943 w 420572"/>
              <a:gd name="connsiteY6" fmla="*/ 96336 h 421119"/>
              <a:gd name="connsiteX7" fmla="*/ 325048 w 420572"/>
              <a:gd name="connsiteY7" fmla="*/ 77231 h 421119"/>
              <a:gd name="connsiteX8" fmla="*/ 344153 w 420572"/>
              <a:gd name="connsiteY8" fmla="*/ 96336 h 421119"/>
              <a:gd name="connsiteX9" fmla="*/ 325048 w 420572"/>
              <a:gd name="connsiteY9" fmla="*/ 115441 h 421119"/>
              <a:gd name="connsiteX10" fmla="*/ 48027 w 420572"/>
              <a:gd name="connsiteY10" fmla="*/ 323684 h 421119"/>
              <a:gd name="connsiteX11" fmla="*/ 5996 w 420572"/>
              <a:gd name="connsiteY11" fmla="*/ 365715 h 421119"/>
              <a:gd name="connsiteX12" fmla="*/ 5996 w 420572"/>
              <a:gd name="connsiteY12" fmla="*/ 365715 h 421119"/>
              <a:gd name="connsiteX13" fmla="*/ 4085 w 420572"/>
              <a:gd name="connsiteY13" fmla="*/ 367626 h 421119"/>
              <a:gd name="connsiteX14" fmla="*/ 4085 w 420572"/>
              <a:gd name="connsiteY14" fmla="*/ 367626 h 421119"/>
              <a:gd name="connsiteX15" fmla="*/ 5996 w 420572"/>
              <a:gd name="connsiteY15" fmla="*/ 392462 h 421119"/>
              <a:gd name="connsiteX16" fmla="*/ 28922 w 420572"/>
              <a:gd name="connsiteY16" fmla="*/ 415388 h 421119"/>
              <a:gd name="connsiteX17" fmla="*/ 42295 w 420572"/>
              <a:gd name="connsiteY17" fmla="*/ 421119 h 421119"/>
              <a:gd name="connsiteX18" fmla="*/ 46116 w 420572"/>
              <a:gd name="connsiteY18" fmla="*/ 421119 h 421119"/>
              <a:gd name="connsiteX19" fmla="*/ 59490 w 420572"/>
              <a:gd name="connsiteY19" fmla="*/ 409656 h 421119"/>
              <a:gd name="connsiteX20" fmla="*/ 67132 w 420572"/>
              <a:gd name="connsiteY20" fmla="*/ 398193 h 421119"/>
              <a:gd name="connsiteX21" fmla="*/ 82416 w 420572"/>
              <a:gd name="connsiteY21" fmla="*/ 394372 h 421119"/>
              <a:gd name="connsiteX22" fmla="*/ 120625 w 420572"/>
              <a:gd name="connsiteY22" fmla="*/ 367626 h 421119"/>
              <a:gd name="connsiteX23" fmla="*/ 120625 w 420572"/>
              <a:gd name="connsiteY23" fmla="*/ 358073 h 421119"/>
              <a:gd name="connsiteX24" fmla="*/ 124446 w 420572"/>
              <a:gd name="connsiteY24" fmla="*/ 342789 h 421119"/>
              <a:gd name="connsiteX25" fmla="*/ 139730 w 420572"/>
              <a:gd name="connsiteY25" fmla="*/ 338968 h 421119"/>
              <a:gd name="connsiteX26" fmla="*/ 168388 w 420572"/>
              <a:gd name="connsiteY26" fmla="*/ 329416 h 421119"/>
              <a:gd name="connsiteX27" fmla="*/ 179851 w 420572"/>
              <a:gd name="connsiteY27" fmla="*/ 300758 h 421119"/>
              <a:gd name="connsiteX28" fmla="*/ 183672 w 420572"/>
              <a:gd name="connsiteY28" fmla="*/ 285474 h 421119"/>
              <a:gd name="connsiteX29" fmla="*/ 198956 w 420572"/>
              <a:gd name="connsiteY29" fmla="*/ 281653 h 421119"/>
              <a:gd name="connsiteX30" fmla="*/ 227613 w 420572"/>
              <a:gd name="connsiteY30" fmla="*/ 274011 h 421119"/>
              <a:gd name="connsiteX31" fmla="*/ 237165 w 420572"/>
              <a:gd name="connsiteY31" fmla="*/ 247265 h 421119"/>
              <a:gd name="connsiteX32" fmla="*/ 240986 w 420572"/>
              <a:gd name="connsiteY32" fmla="*/ 235802 h 421119"/>
              <a:gd name="connsiteX33" fmla="*/ 260091 w 420572"/>
              <a:gd name="connsiteY33" fmla="*/ 216697 h 421119"/>
              <a:gd name="connsiteX34" fmla="*/ 330780 w 420572"/>
              <a:gd name="connsiteY34" fmla="*/ 224339 h 421119"/>
              <a:gd name="connsiteX35" fmla="*/ 409110 w 420572"/>
              <a:gd name="connsiteY35" fmla="*/ 163203 h 421119"/>
              <a:gd name="connsiteX36" fmla="*/ 409110 w 420572"/>
              <a:gd name="connsiteY36" fmla="*/ 65768 h 421119"/>
              <a:gd name="connsiteX37" fmla="*/ 409110 w 420572"/>
              <a:gd name="connsiteY37" fmla="*/ 65768 h 421119"/>
              <a:gd name="connsiteX38" fmla="*/ 359437 w 420572"/>
              <a:gd name="connsiteY38" fmla="*/ 14185 h 421119"/>
              <a:gd name="connsiteX39" fmla="*/ 260091 w 420572"/>
              <a:gd name="connsiteY39" fmla="*/ 10364 h 421119"/>
              <a:gd name="connsiteX40" fmla="*/ 202777 w 420572"/>
              <a:gd name="connsiteY40" fmla="*/ 161292 h 421119"/>
              <a:gd name="connsiteX41" fmla="*/ 208508 w 420572"/>
              <a:gd name="connsiteY41" fmla="*/ 172755 h 421119"/>
              <a:gd name="connsiteX42" fmla="*/ 48027 w 420572"/>
              <a:gd name="connsiteY42" fmla="*/ 323684 h 421119"/>
              <a:gd name="connsiteX43" fmla="*/ 326959 w 420572"/>
              <a:gd name="connsiteY43" fmla="*/ 209055 h 421119"/>
              <a:gd name="connsiteX44" fmla="*/ 265823 w 420572"/>
              <a:gd name="connsiteY44" fmla="*/ 201413 h 421119"/>
              <a:gd name="connsiteX45" fmla="*/ 246718 w 420572"/>
              <a:gd name="connsiteY45" fmla="*/ 205234 h 421119"/>
              <a:gd name="connsiteX46" fmla="*/ 227613 w 420572"/>
              <a:gd name="connsiteY46" fmla="*/ 224339 h 421119"/>
              <a:gd name="connsiteX47" fmla="*/ 218061 w 420572"/>
              <a:gd name="connsiteY47" fmla="*/ 251086 h 421119"/>
              <a:gd name="connsiteX48" fmla="*/ 214240 w 420572"/>
              <a:gd name="connsiteY48" fmla="*/ 262548 h 421119"/>
              <a:gd name="connsiteX49" fmla="*/ 198956 w 420572"/>
              <a:gd name="connsiteY49" fmla="*/ 266369 h 421119"/>
              <a:gd name="connsiteX50" fmla="*/ 170298 w 420572"/>
              <a:gd name="connsiteY50" fmla="*/ 275922 h 421119"/>
              <a:gd name="connsiteX51" fmla="*/ 158835 w 420572"/>
              <a:gd name="connsiteY51" fmla="*/ 304579 h 421119"/>
              <a:gd name="connsiteX52" fmla="*/ 155014 w 420572"/>
              <a:gd name="connsiteY52" fmla="*/ 319863 h 421119"/>
              <a:gd name="connsiteX53" fmla="*/ 139730 w 420572"/>
              <a:gd name="connsiteY53" fmla="*/ 323684 h 421119"/>
              <a:gd name="connsiteX54" fmla="*/ 111073 w 420572"/>
              <a:gd name="connsiteY54" fmla="*/ 333237 h 421119"/>
              <a:gd name="connsiteX55" fmla="*/ 99610 w 420572"/>
              <a:gd name="connsiteY55" fmla="*/ 361894 h 421119"/>
              <a:gd name="connsiteX56" fmla="*/ 95789 w 420572"/>
              <a:gd name="connsiteY56" fmla="*/ 377178 h 421119"/>
              <a:gd name="connsiteX57" fmla="*/ 80505 w 420572"/>
              <a:gd name="connsiteY57" fmla="*/ 380999 h 421119"/>
              <a:gd name="connsiteX58" fmla="*/ 51848 w 420572"/>
              <a:gd name="connsiteY58" fmla="*/ 390551 h 421119"/>
              <a:gd name="connsiteX59" fmla="*/ 38474 w 420572"/>
              <a:gd name="connsiteY59" fmla="*/ 407746 h 421119"/>
              <a:gd name="connsiteX60" fmla="*/ 19369 w 420572"/>
              <a:gd name="connsiteY60" fmla="*/ 379088 h 421119"/>
              <a:gd name="connsiteX61" fmla="*/ 219971 w 420572"/>
              <a:gd name="connsiteY61" fmla="*/ 186129 h 421119"/>
              <a:gd name="connsiteX62" fmla="*/ 223792 w 420572"/>
              <a:gd name="connsiteY62" fmla="*/ 163203 h 421119"/>
              <a:gd name="connsiteX63" fmla="*/ 214240 w 420572"/>
              <a:gd name="connsiteY63" fmla="*/ 92515 h 421119"/>
              <a:gd name="connsiteX64" fmla="*/ 267733 w 420572"/>
              <a:gd name="connsiteY64" fmla="*/ 27558 h 421119"/>
              <a:gd name="connsiteX65" fmla="*/ 302122 w 420572"/>
              <a:gd name="connsiteY65" fmla="*/ 19916 h 421119"/>
              <a:gd name="connsiteX66" fmla="*/ 347974 w 420572"/>
              <a:gd name="connsiteY66" fmla="*/ 31379 h 421119"/>
              <a:gd name="connsiteX67" fmla="*/ 390005 w 420572"/>
              <a:gd name="connsiteY67" fmla="*/ 75320 h 421119"/>
              <a:gd name="connsiteX68" fmla="*/ 390005 w 420572"/>
              <a:gd name="connsiteY68" fmla="*/ 75320 h 421119"/>
              <a:gd name="connsiteX69" fmla="*/ 390005 w 420572"/>
              <a:gd name="connsiteY69" fmla="*/ 157471 h 421119"/>
              <a:gd name="connsiteX70" fmla="*/ 326959 w 420572"/>
              <a:gd name="connsiteY70" fmla="*/ 209055 h 42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20572" h="421119">
                <a:moveTo>
                  <a:pt x="325048" y="58126"/>
                </a:moveTo>
                <a:cubicBezTo>
                  <a:pt x="304033" y="58126"/>
                  <a:pt x="286838" y="75320"/>
                  <a:pt x="286838" y="96336"/>
                </a:cubicBezTo>
                <a:cubicBezTo>
                  <a:pt x="286838" y="117351"/>
                  <a:pt x="304033" y="134546"/>
                  <a:pt x="325048" y="134546"/>
                </a:cubicBezTo>
                <a:cubicBezTo>
                  <a:pt x="346064" y="134546"/>
                  <a:pt x="363258" y="117351"/>
                  <a:pt x="363258" y="96336"/>
                </a:cubicBezTo>
                <a:cubicBezTo>
                  <a:pt x="363258" y="75320"/>
                  <a:pt x="346064" y="58126"/>
                  <a:pt x="325048" y="58126"/>
                </a:cubicBezTo>
                <a:close/>
                <a:moveTo>
                  <a:pt x="325048" y="115441"/>
                </a:moveTo>
                <a:cubicBezTo>
                  <a:pt x="313585" y="115441"/>
                  <a:pt x="305943" y="107799"/>
                  <a:pt x="305943" y="96336"/>
                </a:cubicBezTo>
                <a:cubicBezTo>
                  <a:pt x="305943" y="84873"/>
                  <a:pt x="313585" y="77231"/>
                  <a:pt x="325048" y="77231"/>
                </a:cubicBezTo>
                <a:cubicBezTo>
                  <a:pt x="336511" y="77231"/>
                  <a:pt x="344153" y="84873"/>
                  <a:pt x="344153" y="96336"/>
                </a:cubicBezTo>
                <a:cubicBezTo>
                  <a:pt x="344153" y="107799"/>
                  <a:pt x="336511" y="115441"/>
                  <a:pt x="325048" y="115441"/>
                </a:cubicBezTo>
                <a:close/>
                <a:moveTo>
                  <a:pt x="48027" y="323684"/>
                </a:moveTo>
                <a:lnTo>
                  <a:pt x="5996" y="365715"/>
                </a:lnTo>
                <a:lnTo>
                  <a:pt x="5996" y="365715"/>
                </a:lnTo>
                <a:cubicBezTo>
                  <a:pt x="5996" y="365715"/>
                  <a:pt x="5996" y="367626"/>
                  <a:pt x="4085" y="367626"/>
                </a:cubicBezTo>
                <a:lnTo>
                  <a:pt x="4085" y="367626"/>
                </a:lnTo>
                <a:cubicBezTo>
                  <a:pt x="-1646" y="375267"/>
                  <a:pt x="-1646" y="384820"/>
                  <a:pt x="5996" y="392462"/>
                </a:cubicBezTo>
                <a:lnTo>
                  <a:pt x="28922" y="415388"/>
                </a:lnTo>
                <a:cubicBezTo>
                  <a:pt x="30832" y="419209"/>
                  <a:pt x="36564" y="421119"/>
                  <a:pt x="42295" y="421119"/>
                </a:cubicBezTo>
                <a:lnTo>
                  <a:pt x="46116" y="421119"/>
                </a:lnTo>
                <a:cubicBezTo>
                  <a:pt x="51848" y="419209"/>
                  <a:pt x="57579" y="415388"/>
                  <a:pt x="59490" y="409656"/>
                </a:cubicBezTo>
                <a:cubicBezTo>
                  <a:pt x="61400" y="405835"/>
                  <a:pt x="63311" y="402014"/>
                  <a:pt x="67132" y="398193"/>
                </a:cubicBezTo>
                <a:cubicBezTo>
                  <a:pt x="70953" y="394372"/>
                  <a:pt x="74774" y="394372"/>
                  <a:pt x="82416" y="394372"/>
                </a:cubicBezTo>
                <a:cubicBezTo>
                  <a:pt x="101521" y="398193"/>
                  <a:pt x="118715" y="384820"/>
                  <a:pt x="120625" y="367626"/>
                </a:cubicBezTo>
                <a:cubicBezTo>
                  <a:pt x="120625" y="363805"/>
                  <a:pt x="120625" y="361894"/>
                  <a:pt x="120625" y="358073"/>
                </a:cubicBezTo>
                <a:cubicBezTo>
                  <a:pt x="120625" y="350431"/>
                  <a:pt x="120625" y="348521"/>
                  <a:pt x="124446" y="342789"/>
                </a:cubicBezTo>
                <a:cubicBezTo>
                  <a:pt x="128267" y="337058"/>
                  <a:pt x="132088" y="338968"/>
                  <a:pt x="139730" y="338968"/>
                </a:cubicBezTo>
                <a:cubicBezTo>
                  <a:pt x="149283" y="340879"/>
                  <a:pt x="160746" y="337058"/>
                  <a:pt x="168388" y="329416"/>
                </a:cubicBezTo>
                <a:cubicBezTo>
                  <a:pt x="176030" y="321774"/>
                  <a:pt x="179851" y="312221"/>
                  <a:pt x="179851" y="300758"/>
                </a:cubicBezTo>
                <a:cubicBezTo>
                  <a:pt x="179851" y="293116"/>
                  <a:pt x="179851" y="291206"/>
                  <a:pt x="183672" y="285474"/>
                </a:cubicBezTo>
                <a:cubicBezTo>
                  <a:pt x="187493" y="281653"/>
                  <a:pt x="193224" y="279743"/>
                  <a:pt x="198956" y="281653"/>
                </a:cubicBezTo>
                <a:cubicBezTo>
                  <a:pt x="208508" y="283564"/>
                  <a:pt x="219971" y="279743"/>
                  <a:pt x="227613" y="274011"/>
                </a:cubicBezTo>
                <a:cubicBezTo>
                  <a:pt x="235255" y="266369"/>
                  <a:pt x="239076" y="256817"/>
                  <a:pt x="237165" y="247265"/>
                </a:cubicBezTo>
                <a:cubicBezTo>
                  <a:pt x="237165" y="241533"/>
                  <a:pt x="237165" y="239623"/>
                  <a:pt x="240986" y="235802"/>
                </a:cubicBezTo>
                <a:lnTo>
                  <a:pt x="260091" y="216697"/>
                </a:lnTo>
                <a:cubicBezTo>
                  <a:pt x="283017" y="224339"/>
                  <a:pt x="305943" y="226249"/>
                  <a:pt x="330780" y="224339"/>
                </a:cubicBezTo>
                <a:cubicBezTo>
                  <a:pt x="365168" y="216697"/>
                  <a:pt x="393826" y="193771"/>
                  <a:pt x="409110" y="163203"/>
                </a:cubicBezTo>
                <a:cubicBezTo>
                  <a:pt x="424394" y="132635"/>
                  <a:pt x="424394" y="96336"/>
                  <a:pt x="409110" y="65768"/>
                </a:cubicBezTo>
                <a:lnTo>
                  <a:pt x="409110" y="65768"/>
                </a:lnTo>
                <a:cubicBezTo>
                  <a:pt x="397647" y="42842"/>
                  <a:pt x="380452" y="25647"/>
                  <a:pt x="359437" y="14185"/>
                </a:cubicBezTo>
                <a:cubicBezTo>
                  <a:pt x="328869" y="-3010"/>
                  <a:pt x="290659" y="-4920"/>
                  <a:pt x="260091" y="10364"/>
                </a:cubicBezTo>
                <a:cubicBezTo>
                  <a:pt x="202777" y="37110"/>
                  <a:pt x="176030" y="103978"/>
                  <a:pt x="202777" y="161292"/>
                </a:cubicBezTo>
                <a:cubicBezTo>
                  <a:pt x="204687" y="165113"/>
                  <a:pt x="206598" y="168934"/>
                  <a:pt x="208508" y="172755"/>
                </a:cubicBezTo>
                <a:lnTo>
                  <a:pt x="48027" y="323684"/>
                </a:lnTo>
                <a:close/>
                <a:moveTo>
                  <a:pt x="326959" y="209055"/>
                </a:moveTo>
                <a:cubicBezTo>
                  <a:pt x="305943" y="210965"/>
                  <a:pt x="284928" y="207144"/>
                  <a:pt x="265823" y="201413"/>
                </a:cubicBezTo>
                <a:cubicBezTo>
                  <a:pt x="258181" y="199502"/>
                  <a:pt x="252449" y="201413"/>
                  <a:pt x="246718" y="205234"/>
                </a:cubicBezTo>
                <a:lnTo>
                  <a:pt x="227613" y="224339"/>
                </a:lnTo>
                <a:cubicBezTo>
                  <a:pt x="219971" y="231981"/>
                  <a:pt x="216150" y="241533"/>
                  <a:pt x="218061" y="251086"/>
                </a:cubicBezTo>
                <a:cubicBezTo>
                  <a:pt x="218061" y="256817"/>
                  <a:pt x="218061" y="258727"/>
                  <a:pt x="214240" y="262548"/>
                </a:cubicBezTo>
                <a:cubicBezTo>
                  <a:pt x="210419" y="266369"/>
                  <a:pt x="206598" y="266369"/>
                  <a:pt x="198956" y="266369"/>
                </a:cubicBezTo>
                <a:cubicBezTo>
                  <a:pt x="189403" y="264459"/>
                  <a:pt x="177940" y="268280"/>
                  <a:pt x="170298" y="275922"/>
                </a:cubicBezTo>
                <a:cubicBezTo>
                  <a:pt x="162656" y="283564"/>
                  <a:pt x="158835" y="293116"/>
                  <a:pt x="158835" y="304579"/>
                </a:cubicBezTo>
                <a:cubicBezTo>
                  <a:pt x="158835" y="312221"/>
                  <a:pt x="158835" y="314132"/>
                  <a:pt x="155014" y="319863"/>
                </a:cubicBezTo>
                <a:cubicBezTo>
                  <a:pt x="151193" y="325595"/>
                  <a:pt x="147372" y="323684"/>
                  <a:pt x="139730" y="323684"/>
                </a:cubicBezTo>
                <a:cubicBezTo>
                  <a:pt x="130178" y="321774"/>
                  <a:pt x="118715" y="325595"/>
                  <a:pt x="111073" y="333237"/>
                </a:cubicBezTo>
                <a:cubicBezTo>
                  <a:pt x="103431" y="340879"/>
                  <a:pt x="99610" y="350431"/>
                  <a:pt x="99610" y="361894"/>
                </a:cubicBezTo>
                <a:cubicBezTo>
                  <a:pt x="99610" y="369536"/>
                  <a:pt x="99610" y="371446"/>
                  <a:pt x="95789" y="377178"/>
                </a:cubicBezTo>
                <a:cubicBezTo>
                  <a:pt x="91968" y="382909"/>
                  <a:pt x="88147" y="380999"/>
                  <a:pt x="80505" y="380999"/>
                </a:cubicBezTo>
                <a:cubicBezTo>
                  <a:pt x="70953" y="379088"/>
                  <a:pt x="59490" y="382909"/>
                  <a:pt x="51848" y="390551"/>
                </a:cubicBezTo>
                <a:cubicBezTo>
                  <a:pt x="46116" y="396283"/>
                  <a:pt x="42295" y="402014"/>
                  <a:pt x="38474" y="407746"/>
                </a:cubicBezTo>
                <a:lnTo>
                  <a:pt x="19369" y="379088"/>
                </a:lnTo>
                <a:lnTo>
                  <a:pt x="219971" y="186129"/>
                </a:lnTo>
                <a:cubicBezTo>
                  <a:pt x="225703" y="180397"/>
                  <a:pt x="227613" y="170845"/>
                  <a:pt x="223792" y="163203"/>
                </a:cubicBezTo>
                <a:cubicBezTo>
                  <a:pt x="212329" y="142187"/>
                  <a:pt x="208508" y="117351"/>
                  <a:pt x="214240" y="92515"/>
                </a:cubicBezTo>
                <a:cubicBezTo>
                  <a:pt x="219971" y="63857"/>
                  <a:pt x="240986" y="39021"/>
                  <a:pt x="267733" y="27558"/>
                </a:cubicBezTo>
                <a:cubicBezTo>
                  <a:pt x="277286" y="21827"/>
                  <a:pt x="290659" y="19916"/>
                  <a:pt x="302122" y="19916"/>
                </a:cubicBezTo>
                <a:cubicBezTo>
                  <a:pt x="317406" y="19916"/>
                  <a:pt x="334601" y="23737"/>
                  <a:pt x="347974" y="31379"/>
                </a:cubicBezTo>
                <a:cubicBezTo>
                  <a:pt x="367079" y="40931"/>
                  <a:pt x="380452" y="56215"/>
                  <a:pt x="390005" y="75320"/>
                </a:cubicBezTo>
                <a:lnTo>
                  <a:pt x="390005" y="75320"/>
                </a:lnTo>
                <a:cubicBezTo>
                  <a:pt x="403378" y="100157"/>
                  <a:pt x="403378" y="130725"/>
                  <a:pt x="390005" y="157471"/>
                </a:cubicBezTo>
                <a:cubicBezTo>
                  <a:pt x="378542" y="184218"/>
                  <a:pt x="353705" y="201413"/>
                  <a:pt x="326959" y="20905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06" descr="Fan icon.">
            <a:extLst>
              <a:ext uri="{FF2B5EF4-FFF2-40B4-BE49-F238E27FC236}">
                <a16:creationId xmlns:a16="http://schemas.microsoft.com/office/drawing/2014/main" id="{85C0CABD-0E5C-43E0-ADA4-BF5E1CF68951}"/>
              </a:ext>
            </a:extLst>
          </p:cNvPr>
          <p:cNvSpPr>
            <a:spLocks noChangeAspect="1"/>
          </p:cNvSpPr>
          <p:nvPr/>
        </p:nvSpPr>
        <p:spPr>
          <a:xfrm>
            <a:off x="9595805" y="3272060"/>
            <a:ext cx="372545" cy="463963"/>
          </a:xfrm>
          <a:custGeom>
            <a:avLst/>
            <a:gdLst>
              <a:gd name="connsiteX0" fmla="*/ 372546 w 372545"/>
              <a:gd name="connsiteY0" fmla="*/ 187228 h 458518"/>
              <a:gd name="connsiteX1" fmla="*/ 185318 w 372545"/>
              <a:gd name="connsiteY1" fmla="*/ 0 h 458518"/>
              <a:gd name="connsiteX2" fmla="*/ 0 w 372545"/>
              <a:gd name="connsiteY2" fmla="*/ 185318 h 458518"/>
              <a:gd name="connsiteX3" fmla="*/ 147108 w 372545"/>
              <a:gd name="connsiteY3" fmla="*/ 366814 h 458518"/>
              <a:gd name="connsiteX4" fmla="*/ 147108 w 372545"/>
              <a:gd name="connsiteY4" fmla="*/ 401203 h 458518"/>
              <a:gd name="connsiteX5" fmla="*/ 89793 w 372545"/>
              <a:gd name="connsiteY5" fmla="*/ 401203 h 458518"/>
              <a:gd name="connsiteX6" fmla="*/ 70688 w 372545"/>
              <a:gd name="connsiteY6" fmla="*/ 420308 h 458518"/>
              <a:gd name="connsiteX7" fmla="*/ 70688 w 372545"/>
              <a:gd name="connsiteY7" fmla="*/ 439413 h 458518"/>
              <a:gd name="connsiteX8" fmla="*/ 89793 w 372545"/>
              <a:gd name="connsiteY8" fmla="*/ 458518 h 458518"/>
              <a:gd name="connsiteX9" fmla="*/ 280842 w 372545"/>
              <a:gd name="connsiteY9" fmla="*/ 458518 h 458518"/>
              <a:gd name="connsiteX10" fmla="*/ 299947 w 372545"/>
              <a:gd name="connsiteY10" fmla="*/ 439413 h 458518"/>
              <a:gd name="connsiteX11" fmla="*/ 299947 w 372545"/>
              <a:gd name="connsiteY11" fmla="*/ 420308 h 458518"/>
              <a:gd name="connsiteX12" fmla="*/ 280842 w 372545"/>
              <a:gd name="connsiteY12" fmla="*/ 401203 h 458518"/>
              <a:gd name="connsiteX13" fmla="*/ 223528 w 372545"/>
              <a:gd name="connsiteY13" fmla="*/ 401203 h 458518"/>
              <a:gd name="connsiteX14" fmla="*/ 223528 w 372545"/>
              <a:gd name="connsiteY14" fmla="*/ 368725 h 458518"/>
              <a:gd name="connsiteX15" fmla="*/ 372546 w 372545"/>
              <a:gd name="connsiteY15" fmla="*/ 187228 h 458518"/>
              <a:gd name="connsiteX16" fmla="*/ 17194 w 372545"/>
              <a:gd name="connsiteY16" fmla="*/ 187228 h 458518"/>
              <a:gd name="connsiteX17" fmla="*/ 185318 w 372545"/>
              <a:gd name="connsiteY17" fmla="*/ 19105 h 458518"/>
              <a:gd name="connsiteX18" fmla="*/ 353441 w 372545"/>
              <a:gd name="connsiteY18" fmla="*/ 187228 h 458518"/>
              <a:gd name="connsiteX19" fmla="*/ 185318 w 372545"/>
              <a:gd name="connsiteY19" fmla="*/ 355351 h 458518"/>
              <a:gd name="connsiteX20" fmla="*/ 17194 w 372545"/>
              <a:gd name="connsiteY20" fmla="*/ 187228 h 458518"/>
              <a:gd name="connsiteX21" fmla="*/ 280842 w 372545"/>
              <a:gd name="connsiteY21" fmla="*/ 439413 h 458518"/>
              <a:gd name="connsiteX22" fmla="*/ 89793 w 372545"/>
              <a:gd name="connsiteY22" fmla="*/ 439413 h 458518"/>
              <a:gd name="connsiteX23" fmla="*/ 89793 w 372545"/>
              <a:gd name="connsiteY23" fmla="*/ 420308 h 458518"/>
              <a:gd name="connsiteX24" fmla="*/ 280842 w 372545"/>
              <a:gd name="connsiteY24" fmla="*/ 420308 h 458518"/>
              <a:gd name="connsiteX25" fmla="*/ 280842 w 372545"/>
              <a:gd name="connsiteY25" fmla="*/ 439413 h 458518"/>
              <a:gd name="connsiteX26" fmla="*/ 204423 w 372545"/>
              <a:gd name="connsiteY26" fmla="*/ 401203 h 458518"/>
              <a:gd name="connsiteX27" fmla="*/ 166213 w 372545"/>
              <a:gd name="connsiteY27" fmla="*/ 401203 h 458518"/>
              <a:gd name="connsiteX28" fmla="*/ 166213 w 372545"/>
              <a:gd name="connsiteY28" fmla="*/ 372546 h 458518"/>
              <a:gd name="connsiteX29" fmla="*/ 185318 w 372545"/>
              <a:gd name="connsiteY29" fmla="*/ 372546 h 458518"/>
              <a:gd name="connsiteX30" fmla="*/ 204423 w 372545"/>
              <a:gd name="connsiteY30" fmla="*/ 372546 h 458518"/>
              <a:gd name="connsiteX31" fmla="*/ 204423 w 372545"/>
              <a:gd name="connsiteY31" fmla="*/ 401203 h 458518"/>
              <a:gd name="connsiteX32" fmla="*/ 187228 w 372545"/>
              <a:gd name="connsiteY32" fmla="*/ 231170 h 458518"/>
              <a:gd name="connsiteX33" fmla="*/ 189139 w 372545"/>
              <a:gd name="connsiteY33" fmla="*/ 231170 h 458518"/>
              <a:gd name="connsiteX34" fmla="*/ 227349 w 372545"/>
              <a:gd name="connsiteY34" fmla="*/ 271290 h 458518"/>
              <a:gd name="connsiteX35" fmla="*/ 261737 w 372545"/>
              <a:gd name="connsiteY35" fmla="*/ 280842 h 458518"/>
              <a:gd name="connsiteX36" fmla="*/ 282753 w 372545"/>
              <a:gd name="connsiteY36" fmla="*/ 277021 h 458518"/>
              <a:gd name="connsiteX37" fmla="*/ 326694 w 372545"/>
              <a:gd name="connsiteY37" fmla="*/ 208244 h 458518"/>
              <a:gd name="connsiteX38" fmla="*/ 309500 w 372545"/>
              <a:gd name="connsiteY38" fmla="*/ 179586 h 458518"/>
              <a:gd name="connsiteX39" fmla="*/ 259827 w 372545"/>
              <a:gd name="connsiteY39" fmla="*/ 170034 h 458518"/>
              <a:gd name="connsiteX40" fmla="*/ 219707 w 372545"/>
              <a:gd name="connsiteY40" fmla="*/ 171944 h 458518"/>
              <a:gd name="connsiteX41" fmla="*/ 219707 w 372545"/>
              <a:gd name="connsiteY41" fmla="*/ 171944 h 458518"/>
              <a:gd name="connsiteX42" fmla="*/ 242632 w 372545"/>
              <a:gd name="connsiteY42" fmla="*/ 110809 h 458518"/>
              <a:gd name="connsiteX43" fmla="*/ 219707 w 372545"/>
              <a:gd name="connsiteY43" fmla="*/ 55404 h 458518"/>
              <a:gd name="connsiteX44" fmla="*/ 137555 w 372545"/>
              <a:gd name="connsiteY44" fmla="*/ 51583 h 458518"/>
              <a:gd name="connsiteX45" fmla="*/ 122271 w 372545"/>
              <a:gd name="connsiteY45" fmla="*/ 80241 h 458518"/>
              <a:gd name="connsiteX46" fmla="*/ 137555 w 372545"/>
              <a:gd name="connsiteY46" fmla="*/ 129913 h 458518"/>
              <a:gd name="connsiteX47" fmla="*/ 160481 w 372545"/>
              <a:gd name="connsiteY47" fmla="*/ 162392 h 458518"/>
              <a:gd name="connsiteX48" fmla="*/ 152839 w 372545"/>
              <a:gd name="connsiteY48" fmla="*/ 170034 h 458518"/>
              <a:gd name="connsiteX49" fmla="*/ 95525 w 372545"/>
              <a:gd name="connsiteY49" fmla="*/ 181497 h 458518"/>
              <a:gd name="connsiteX50" fmla="*/ 59225 w 372545"/>
              <a:gd name="connsiteY50" fmla="*/ 229259 h 458518"/>
              <a:gd name="connsiteX51" fmla="*/ 97435 w 372545"/>
              <a:gd name="connsiteY51" fmla="*/ 301858 h 458518"/>
              <a:gd name="connsiteX52" fmla="*/ 114630 w 372545"/>
              <a:gd name="connsiteY52" fmla="*/ 303768 h 458518"/>
              <a:gd name="connsiteX53" fmla="*/ 131824 w 372545"/>
              <a:gd name="connsiteY53" fmla="*/ 299947 h 458518"/>
              <a:gd name="connsiteX54" fmla="*/ 166213 w 372545"/>
              <a:gd name="connsiteY54" fmla="*/ 261737 h 458518"/>
              <a:gd name="connsiteX55" fmla="*/ 181497 w 372545"/>
              <a:gd name="connsiteY55" fmla="*/ 231170 h 458518"/>
              <a:gd name="connsiteX56" fmla="*/ 187228 w 372545"/>
              <a:gd name="connsiteY56" fmla="*/ 231170 h 458518"/>
              <a:gd name="connsiteX57" fmla="*/ 187228 w 372545"/>
              <a:gd name="connsiteY57" fmla="*/ 171944 h 458518"/>
              <a:gd name="connsiteX58" fmla="*/ 208244 w 372545"/>
              <a:gd name="connsiteY58" fmla="*/ 192960 h 458518"/>
              <a:gd name="connsiteX59" fmla="*/ 187228 w 372545"/>
              <a:gd name="connsiteY59" fmla="*/ 213975 h 458518"/>
              <a:gd name="connsiteX60" fmla="*/ 166213 w 372545"/>
              <a:gd name="connsiteY60" fmla="*/ 192960 h 458518"/>
              <a:gd name="connsiteX61" fmla="*/ 166213 w 372545"/>
              <a:gd name="connsiteY61" fmla="*/ 192960 h 458518"/>
              <a:gd name="connsiteX62" fmla="*/ 187228 w 372545"/>
              <a:gd name="connsiteY62" fmla="*/ 171944 h 458518"/>
              <a:gd name="connsiteX63" fmla="*/ 261737 w 372545"/>
              <a:gd name="connsiteY63" fmla="*/ 187228 h 458518"/>
              <a:gd name="connsiteX64" fmla="*/ 298037 w 372545"/>
              <a:gd name="connsiteY64" fmla="*/ 192960 h 458518"/>
              <a:gd name="connsiteX65" fmla="*/ 307589 w 372545"/>
              <a:gd name="connsiteY65" fmla="*/ 210154 h 458518"/>
              <a:gd name="connsiteX66" fmla="*/ 277021 w 372545"/>
              <a:gd name="connsiteY66" fmla="*/ 257916 h 458518"/>
              <a:gd name="connsiteX67" fmla="*/ 234990 w 372545"/>
              <a:gd name="connsiteY67" fmla="*/ 254095 h 458518"/>
              <a:gd name="connsiteX68" fmla="*/ 206333 w 372545"/>
              <a:gd name="connsiteY68" fmla="*/ 225438 h 458518"/>
              <a:gd name="connsiteX69" fmla="*/ 225438 w 372545"/>
              <a:gd name="connsiteY69" fmla="*/ 191049 h 458518"/>
              <a:gd name="connsiteX70" fmla="*/ 225438 w 372545"/>
              <a:gd name="connsiteY70" fmla="*/ 189139 h 458518"/>
              <a:gd name="connsiteX71" fmla="*/ 261737 w 372545"/>
              <a:gd name="connsiteY71" fmla="*/ 187228 h 458518"/>
              <a:gd name="connsiteX72" fmla="*/ 152839 w 372545"/>
              <a:gd name="connsiteY72" fmla="*/ 118450 h 458518"/>
              <a:gd name="connsiteX73" fmla="*/ 141376 w 372545"/>
              <a:gd name="connsiteY73" fmla="*/ 84062 h 458518"/>
              <a:gd name="connsiteX74" fmla="*/ 150929 w 372545"/>
              <a:gd name="connsiteY74" fmla="*/ 66867 h 458518"/>
              <a:gd name="connsiteX75" fmla="*/ 208244 w 372545"/>
              <a:gd name="connsiteY75" fmla="*/ 70688 h 458518"/>
              <a:gd name="connsiteX76" fmla="*/ 223528 w 372545"/>
              <a:gd name="connsiteY76" fmla="*/ 110809 h 458518"/>
              <a:gd name="connsiteX77" fmla="*/ 204423 w 372545"/>
              <a:gd name="connsiteY77" fmla="*/ 158571 h 458518"/>
              <a:gd name="connsiteX78" fmla="*/ 185318 w 372545"/>
              <a:gd name="connsiteY78" fmla="*/ 152839 h 458518"/>
              <a:gd name="connsiteX79" fmla="*/ 175765 w 372545"/>
              <a:gd name="connsiteY79" fmla="*/ 154750 h 458518"/>
              <a:gd name="connsiteX80" fmla="*/ 152839 w 372545"/>
              <a:gd name="connsiteY80" fmla="*/ 118450 h 458518"/>
              <a:gd name="connsiteX81" fmla="*/ 149018 w 372545"/>
              <a:gd name="connsiteY81" fmla="*/ 254095 h 458518"/>
              <a:gd name="connsiteX82" fmla="*/ 126092 w 372545"/>
              <a:gd name="connsiteY82" fmla="*/ 282753 h 458518"/>
              <a:gd name="connsiteX83" fmla="*/ 105077 w 372545"/>
              <a:gd name="connsiteY83" fmla="*/ 282753 h 458518"/>
              <a:gd name="connsiteX84" fmla="*/ 80241 w 372545"/>
              <a:gd name="connsiteY84" fmla="*/ 231170 h 458518"/>
              <a:gd name="connsiteX85" fmla="*/ 106988 w 372545"/>
              <a:gd name="connsiteY85" fmla="*/ 196781 h 458518"/>
              <a:gd name="connsiteX86" fmla="*/ 147108 w 372545"/>
              <a:gd name="connsiteY86" fmla="*/ 189139 h 458518"/>
              <a:gd name="connsiteX87" fmla="*/ 147108 w 372545"/>
              <a:gd name="connsiteY87" fmla="*/ 192960 h 458518"/>
              <a:gd name="connsiteX88" fmla="*/ 164302 w 372545"/>
              <a:gd name="connsiteY88" fmla="*/ 225438 h 458518"/>
              <a:gd name="connsiteX89" fmla="*/ 149018 w 372545"/>
              <a:gd name="connsiteY89" fmla="*/ 25409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72545" h="458518">
                <a:moveTo>
                  <a:pt x="372546" y="187228"/>
                </a:moveTo>
                <a:cubicBezTo>
                  <a:pt x="372546" y="84062"/>
                  <a:pt x="288484" y="0"/>
                  <a:pt x="185318" y="0"/>
                </a:cubicBezTo>
                <a:cubicBezTo>
                  <a:pt x="82151" y="0"/>
                  <a:pt x="0" y="84062"/>
                  <a:pt x="0" y="185318"/>
                </a:cubicBezTo>
                <a:cubicBezTo>
                  <a:pt x="0" y="273200"/>
                  <a:pt x="61136" y="349620"/>
                  <a:pt x="147108" y="366814"/>
                </a:cubicBezTo>
                <a:lnTo>
                  <a:pt x="147108" y="401203"/>
                </a:lnTo>
                <a:lnTo>
                  <a:pt x="89793" y="401203"/>
                </a:lnTo>
                <a:cubicBezTo>
                  <a:pt x="78330" y="401203"/>
                  <a:pt x="70688" y="408845"/>
                  <a:pt x="70688" y="420308"/>
                </a:cubicBezTo>
                <a:lnTo>
                  <a:pt x="70688" y="439413"/>
                </a:lnTo>
                <a:cubicBezTo>
                  <a:pt x="70688" y="450876"/>
                  <a:pt x="78330" y="458518"/>
                  <a:pt x="89793" y="458518"/>
                </a:cubicBezTo>
                <a:lnTo>
                  <a:pt x="280842" y="458518"/>
                </a:lnTo>
                <a:cubicBezTo>
                  <a:pt x="292305" y="458518"/>
                  <a:pt x="299947" y="450876"/>
                  <a:pt x="299947" y="439413"/>
                </a:cubicBezTo>
                <a:lnTo>
                  <a:pt x="299947" y="420308"/>
                </a:lnTo>
                <a:cubicBezTo>
                  <a:pt x="299947" y="408845"/>
                  <a:pt x="292305" y="401203"/>
                  <a:pt x="280842" y="401203"/>
                </a:cubicBezTo>
                <a:lnTo>
                  <a:pt x="223528" y="401203"/>
                </a:lnTo>
                <a:lnTo>
                  <a:pt x="223528" y="368725"/>
                </a:lnTo>
                <a:cubicBezTo>
                  <a:pt x="309500" y="349620"/>
                  <a:pt x="370635" y="275111"/>
                  <a:pt x="372546" y="187228"/>
                </a:cubicBezTo>
                <a:close/>
                <a:moveTo>
                  <a:pt x="17194" y="187228"/>
                </a:moveTo>
                <a:cubicBezTo>
                  <a:pt x="17194" y="93614"/>
                  <a:pt x="93614" y="19105"/>
                  <a:pt x="185318" y="19105"/>
                </a:cubicBezTo>
                <a:cubicBezTo>
                  <a:pt x="277021" y="19105"/>
                  <a:pt x="353441" y="93614"/>
                  <a:pt x="353441" y="187228"/>
                </a:cubicBezTo>
                <a:cubicBezTo>
                  <a:pt x="353441" y="280842"/>
                  <a:pt x="278932" y="355351"/>
                  <a:pt x="185318" y="355351"/>
                </a:cubicBezTo>
                <a:cubicBezTo>
                  <a:pt x="93614" y="353441"/>
                  <a:pt x="19105" y="278932"/>
                  <a:pt x="17194" y="187228"/>
                </a:cubicBezTo>
                <a:close/>
                <a:moveTo>
                  <a:pt x="280842" y="439413"/>
                </a:moveTo>
                <a:lnTo>
                  <a:pt x="89793" y="439413"/>
                </a:lnTo>
                <a:lnTo>
                  <a:pt x="89793" y="420308"/>
                </a:lnTo>
                <a:lnTo>
                  <a:pt x="280842" y="420308"/>
                </a:lnTo>
                <a:lnTo>
                  <a:pt x="280842" y="439413"/>
                </a:lnTo>
                <a:close/>
                <a:moveTo>
                  <a:pt x="204423" y="401203"/>
                </a:moveTo>
                <a:lnTo>
                  <a:pt x="166213" y="401203"/>
                </a:lnTo>
                <a:lnTo>
                  <a:pt x="166213" y="372546"/>
                </a:lnTo>
                <a:cubicBezTo>
                  <a:pt x="171944" y="372546"/>
                  <a:pt x="179586" y="372546"/>
                  <a:pt x="185318" y="372546"/>
                </a:cubicBezTo>
                <a:cubicBezTo>
                  <a:pt x="191049" y="372546"/>
                  <a:pt x="198691" y="372546"/>
                  <a:pt x="204423" y="372546"/>
                </a:cubicBezTo>
                <a:lnTo>
                  <a:pt x="204423" y="401203"/>
                </a:lnTo>
                <a:close/>
                <a:moveTo>
                  <a:pt x="187228" y="231170"/>
                </a:moveTo>
                <a:lnTo>
                  <a:pt x="189139" y="231170"/>
                </a:lnTo>
                <a:cubicBezTo>
                  <a:pt x="196781" y="248364"/>
                  <a:pt x="210154" y="261737"/>
                  <a:pt x="227349" y="271290"/>
                </a:cubicBezTo>
                <a:cubicBezTo>
                  <a:pt x="238811" y="277021"/>
                  <a:pt x="250274" y="280842"/>
                  <a:pt x="261737" y="280842"/>
                </a:cubicBezTo>
                <a:cubicBezTo>
                  <a:pt x="269379" y="280842"/>
                  <a:pt x="275111" y="278932"/>
                  <a:pt x="282753" y="277021"/>
                </a:cubicBezTo>
                <a:cubicBezTo>
                  <a:pt x="313321" y="267469"/>
                  <a:pt x="332426" y="238811"/>
                  <a:pt x="326694" y="208244"/>
                </a:cubicBezTo>
                <a:cubicBezTo>
                  <a:pt x="324784" y="196781"/>
                  <a:pt x="319052" y="187228"/>
                  <a:pt x="309500" y="179586"/>
                </a:cubicBezTo>
                <a:cubicBezTo>
                  <a:pt x="294216" y="170034"/>
                  <a:pt x="277021" y="166213"/>
                  <a:pt x="259827" y="170034"/>
                </a:cubicBezTo>
                <a:lnTo>
                  <a:pt x="219707" y="171944"/>
                </a:lnTo>
                <a:lnTo>
                  <a:pt x="219707" y="171944"/>
                </a:lnTo>
                <a:cubicBezTo>
                  <a:pt x="234990" y="154750"/>
                  <a:pt x="242632" y="133734"/>
                  <a:pt x="242632" y="110809"/>
                </a:cubicBezTo>
                <a:cubicBezTo>
                  <a:pt x="242632" y="89793"/>
                  <a:pt x="234990" y="70688"/>
                  <a:pt x="219707" y="55404"/>
                </a:cubicBezTo>
                <a:cubicBezTo>
                  <a:pt x="196781" y="34389"/>
                  <a:pt x="162392" y="32478"/>
                  <a:pt x="137555" y="51583"/>
                </a:cubicBezTo>
                <a:cubicBezTo>
                  <a:pt x="129913" y="59225"/>
                  <a:pt x="124182" y="70688"/>
                  <a:pt x="122271" y="80241"/>
                </a:cubicBezTo>
                <a:cubicBezTo>
                  <a:pt x="120361" y="99346"/>
                  <a:pt x="126092" y="116540"/>
                  <a:pt x="137555" y="129913"/>
                </a:cubicBezTo>
                <a:lnTo>
                  <a:pt x="160481" y="162392"/>
                </a:lnTo>
                <a:cubicBezTo>
                  <a:pt x="158571" y="164302"/>
                  <a:pt x="156660" y="166213"/>
                  <a:pt x="152839" y="170034"/>
                </a:cubicBezTo>
                <a:cubicBezTo>
                  <a:pt x="133734" y="166213"/>
                  <a:pt x="112719" y="170034"/>
                  <a:pt x="95525" y="181497"/>
                </a:cubicBezTo>
                <a:cubicBezTo>
                  <a:pt x="76420" y="191049"/>
                  <a:pt x="64957" y="208244"/>
                  <a:pt x="59225" y="229259"/>
                </a:cubicBezTo>
                <a:cubicBezTo>
                  <a:pt x="51583" y="259827"/>
                  <a:pt x="68778" y="290395"/>
                  <a:pt x="97435" y="301858"/>
                </a:cubicBezTo>
                <a:cubicBezTo>
                  <a:pt x="103167" y="303768"/>
                  <a:pt x="108898" y="303768"/>
                  <a:pt x="114630" y="303768"/>
                </a:cubicBezTo>
                <a:cubicBezTo>
                  <a:pt x="120361" y="303768"/>
                  <a:pt x="126092" y="301858"/>
                  <a:pt x="131824" y="299947"/>
                </a:cubicBezTo>
                <a:cubicBezTo>
                  <a:pt x="147108" y="292305"/>
                  <a:pt x="160481" y="278932"/>
                  <a:pt x="166213" y="261737"/>
                </a:cubicBezTo>
                <a:lnTo>
                  <a:pt x="181497" y="231170"/>
                </a:lnTo>
                <a:cubicBezTo>
                  <a:pt x="183407" y="233080"/>
                  <a:pt x="185318" y="233080"/>
                  <a:pt x="187228" y="231170"/>
                </a:cubicBezTo>
                <a:close/>
                <a:moveTo>
                  <a:pt x="187228" y="171944"/>
                </a:moveTo>
                <a:cubicBezTo>
                  <a:pt x="198691" y="171944"/>
                  <a:pt x="208244" y="181497"/>
                  <a:pt x="208244" y="192960"/>
                </a:cubicBezTo>
                <a:cubicBezTo>
                  <a:pt x="208244" y="204423"/>
                  <a:pt x="198691" y="213975"/>
                  <a:pt x="187228" y="213975"/>
                </a:cubicBezTo>
                <a:cubicBezTo>
                  <a:pt x="175765" y="213975"/>
                  <a:pt x="166213" y="204423"/>
                  <a:pt x="166213" y="192960"/>
                </a:cubicBezTo>
                <a:cubicBezTo>
                  <a:pt x="166213" y="192960"/>
                  <a:pt x="166213" y="192960"/>
                  <a:pt x="166213" y="192960"/>
                </a:cubicBezTo>
                <a:cubicBezTo>
                  <a:pt x="166213" y="181497"/>
                  <a:pt x="175765" y="171944"/>
                  <a:pt x="187228" y="171944"/>
                </a:cubicBezTo>
                <a:close/>
                <a:moveTo>
                  <a:pt x="261737" y="187228"/>
                </a:moveTo>
                <a:cubicBezTo>
                  <a:pt x="275111" y="183407"/>
                  <a:pt x="288484" y="185318"/>
                  <a:pt x="298037" y="192960"/>
                </a:cubicBezTo>
                <a:cubicBezTo>
                  <a:pt x="303768" y="196781"/>
                  <a:pt x="307589" y="204423"/>
                  <a:pt x="307589" y="210154"/>
                </a:cubicBezTo>
                <a:cubicBezTo>
                  <a:pt x="309500" y="231170"/>
                  <a:pt x="298037" y="252185"/>
                  <a:pt x="277021" y="257916"/>
                </a:cubicBezTo>
                <a:cubicBezTo>
                  <a:pt x="263648" y="261737"/>
                  <a:pt x="248364" y="259827"/>
                  <a:pt x="234990" y="254095"/>
                </a:cubicBezTo>
                <a:cubicBezTo>
                  <a:pt x="223528" y="248364"/>
                  <a:pt x="212065" y="238811"/>
                  <a:pt x="206333" y="225438"/>
                </a:cubicBezTo>
                <a:cubicBezTo>
                  <a:pt x="217796" y="217796"/>
                  <a:pt x="225438" y="206333"/>
                  <a:pt x="225438" y="191049"/>
                </a:cubicBezTo>
                <a:cubicBezTo>
                  <a:pt x="225438" y="191049"/>
                  <a:pt x="225438" y="189139"/>
                  <a:pt x="225438" y="189139"/>
                </a:cubicBezTo>
                <a:lnTo>
                  <a:pt x="261737" y="187228"/>
                </a:lnTo>
                <a:close/>
                <a:moveTo>
                  <a:pt x="152839" y="118450"/>
                </a:moveTo>
                <a:cubicBezTo>
                  <a:pt x="145197" y="108898"/>
                  <a:pt x="139466" y="97435"/>
                  <a:pt x="141376" y="84062"/>
                </a:cubicBezTo>
                <a:cubicBezTo>
                  <a:pt x="143287" y="76420"/>
                  <a:pt x="145197" y="70688"/>
                  <a:pt x="150929" y="66867"/>
                </a:cubicBezTo>
                <a:cubicBezTo>
                  <a:pt x="168123" y="53494"/>
                  <a:pt x="192960" y="55404"/>
                  <a:pt x="208244" y="70688"/>
                </a:cubicBezTo>
                <a:cubicBezTo>
                  <a:pt x="217796" y="80241"/>
                  <a:pt x="223528" y="95525"/>
                  <a:pt x="223528" y="110809"/>
                </a:cubicBezTo>
                <a:cubicBezTo>
                  <a:pt x="223528" y="128003"/>
                  <a:pt x="215886" y="145197"/>
                  <a:pt x="204423" y="158571"/>
                </a:cubicBezTo>
                <a:cubicBezTo>
                  <a:pt x="198691" y="154750"/>
                  <a:pt x="191049" y="152839"/>
                  <a:pt x="185318" y="152839"/>
                </a:cubicBezTo>
                <a:cubicBezTo>
                  <a:pt x="181497" y="152839"/>
                  <a:pt x="179586" y="152839"/>
                  <a:pt x="175765" y="154750"/>
                </a:cubicBezTo>
                <a:lnTo>
                  <a:pt x="152839" y="118450"/>
                </a:lnTo>
                <a:close/>
                <a:moveTo>
                  <a:pt x="149018" y="254095"/>
                </a:moveTo>
                <a:cubicBezTo>
                  <a:pt x="143287" y="267469"/>
                  <a:pt x="137555" y="278932"/>
                  <a:pt x="126092" y="282753"/>
                </a:cubicBezTo>
                <a:cubicBezTo>
                  <a:pt x="120361" y="284663"/>
                  <a:pt x="112719" y="284663"/>
                  <a:pt x="105077" y="282753"/>
                </a:cubicBezTo>
                <a:cubicBezTo>
                  <a:pt x="85972" y="275111"/>
                  <a:pt x="74509" y="252185"/>
                  <a:pt x="80241" y="231170"/>
                </a:cubicBezTo>
                <a:cubicBezTo>
                  <a:pt x="84062" y="215886"/>
                  <a:pt x="93614" y="204423"/>
                  <a:pt x="106988" y="196781"/>
                </a:cubicBezTo>
                <a:cubicBezTo>
                  <a:pt x="118450" y="191049"/>
                  <a:pt x="131824" y="187228"/>
                  <a:pt x="147108" y="189139"/>
                </a:cubicBezTo>
                <a:cubicBezTo>
                  <a:pt x="147108" y="191049"/>
                  <a:pt x="147108" y="191049"/>
                  <a:pt x="147108" y="192960"/>
                </a:cubicBezTo>
                <a:cubicBezTo>
                  <a:pt x="147108" y="206333"/>
                  <a:pt x="152839" y="217796"/>
                  <a:pt x="164302" y="225438"/>
                </a:cubicBezTo>
                <a:lnTo>
                  <a:pt x="149018" y="25409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9" name="Graphic 30" descr="Making bed icon.">
            <a:extLst>
              <a:ext uri="{FF2B5EF4-FFF2-40B4-BE49-F238E27FC236}">
                <a16:creationId xmlns:a16="http://schemas.microsoft.com/office/drawing/2014/main" id="{A9085087-70F3-4309-BCB4-D3B6BAAEFE1B}"/>
              </a:ext>
            </a:extLst>
          </p:cNvPr>
          <p:cNvSpPr/>
          <p:nvPr/>
        </p:nvSpPr>
        <p:spPr>
          <a:xfrm>
            <a:off x="10800337" y="3324202"/>
            <a:ext cx="415067" cy="383824"/>
          </a:xfrm>
          <a:custGeom>
            <a:avLst/>
            <a:gdLst>
              <a:gd name="connsiteX0" fmla="*/ 415068 w 415067"/>
              <a:gd name="connsiteY0" fmla="*/ 415068 h 415067"/>
              <a:gd name="connsiteX1" fmla="*/ 415068 w 415067"/>
              <a:gd name="connsiteY1" fmla="*/ 301867 h 415067"/>
              <a:gd name="connsiteX2" fmla="*/ 396201 w 415067"/>
              <a:gd name="connsiteY2" fmla="*/ 301867 h 415067"/>
              <a:gd name="connsiteX3" fmla="*/ 392428 w 415067"/>
              <a:gd name="connsiteY3" fmla="*/ 292434 h 415067"/>
              <a:gd name="connsiteX4" fmla="*/ 332054 w 415067"/>
              <a:gd name="connsiteY4" fmla="*/ 226401 h 415067"/>
              <a:gd name="connsiteX5" fmla="*/ 330167 w 415067"/>
              <a:gd name="connsiteY5" fmla="*/ 199987 h 415067"/>
              <a:gd name="connsiteX6" fmla="*/ 266021 w 415067"/>
              <a:gd name="connsiteY6" fmla="*/ 113200 h 415067"/>
              <a:gd name="connsiteX7" fmla="*/ 230174 w 415067"/>
              <a:gd name="connsiteY7" fmla="*/ 94334 h 415067"/>
              <a:gd name="connsiteX8" fmla="*/ 183007 w 415067"/>
              <a:gd name="connsiteY8" fmla="*/ 94334 h 415067"/>
              <a:gd name="connsiteX9" fmla="*/ 149047 w 415067"/>
              <a:gd name="connsiteY9" fmla="*/ 113200 h 415067"/>
              <a:gd name="connsiteX10" fmla="*/ 84900 w 415067"/>
              <a:gd name="connsiteY10" fmla="*/ 199987 h 415067"/>
              <a:gd name="connsiteX11" fmla="*/ 88674 w 415067"/>
              <a:gd name="connsiteY11" fmla="*/ 232061 h 415067"/>
              <a:gd name="connsiteX12" fmla="*/ 84900 w 415067"/>
              <a:gd name="connsiteY12" fmla="*/ 247154 h 415067"/>
              <a:gd name="connsiteX13" fmla="*/ 66033 w 415067"/>
              <a:gd name="connsiteY13" fmla="*/ 252814 h 415067"/>
              <a:gd name="connsiteX14" fmla="*/ 30187 w 415067"/>
              <a:gd name="connsiteY14" fmla="*/ 269794 h 415067"/>
              <a:gd name="connsiteX15" fmla="*/ 20753 w 415067"/>
              <a:gd name="connsiteY15" fmla="*/ 301867 h 415067"/>
              <a:gd name="connsiteX16" fmla="*/ 20753 w 415067"/>
              <a:gd name="connsiteY16" fmla="*/ 301867 h 415067"/>
              <a:gd name="connsiteX17" fmla="*/ 20753 w 415067"/>
              <a:gd name="connsiteY17" fmla="*/ 141500 h 415067"/>
              <a:gd name="connsiteX18" fmla="*/ 0 w 415067"/>
              <a:gd name="connsiteY18" fmla="*/ 141500 h 415067"/>
              <a:gd name="connsiteX19" fmla="*/ 0 w 415067"/>
              <a:gd name="connsiteY19" fmla="*/ 415068 h 415067"/>
              <a:gd name="connsiteX20" fmla="*/ 18867 w 415067"/>
              <a:gd name="connsiteY20" fmla="*/ 415068 h 415067"/>
              <a:gd name="connsiteX21" fmla="*/ 18867 w 415067"/>
              <a:gd name="connsiteY21" fmla="*/ 377334 h 415067"/>
              <a:gd name="connsiteX22" fmla="*/ 396201 w 415067"/>
              <a:gd name="connsiteY22" fmla="*/ 377334 h 415067"/>
              <a:gd name="connsiteX23" fmla="*/ 396201 w 415067"/>
              <a:gd name="connsiteY23" fmla="*/ 415068 h 415067"/>
              <a:gd name="connsiteX24" fmla="*/ 415068 w 415067"/>
              <a:gd name="connsiteY24" fmla="*/ 415068 h 415067"/>
              <a:gd name="connsiteX25" fmla="*/ 99994 w 415067"/>
              <a:gd name="connsiteY25" fmla="*/ 211307 h 415067"/>
              <a:gd name="connsiteX26" fmla="*/ 164140 w 415067"/>
              <a:gd name="connsiteY26" fmla="*/ 124520 h 415067"/>
              <a:gd name="connsiteX27" fmla="*/ 184894 w 415067"/>
              <a:gd name="connsiteY27" fmla="*/ 113200 h 415067"/>
              <a:gd name="connsiteX28" fmla="*/ 232061 w 415067"/>
              <a:gd name="connsiteY28" fmla="*/ 113200 h 415067"/>
              <a:gd name="connsiteX29" fmla="*/ 252814 w 415067"/>
              <a:gd name="connsiteY29" fmla="*/ 122634 h 415067"/>
              <a:gd name="connsiteX30" fmla="*/ 315074 w 415067"/>
              <a:gd name="connsiteY30" fmla="*/ 209420 h 415067"/>
              <a:gd name="connsiteX31" fmla="*/ 303754 w 415067"/>
              <a:gd name="connsiteY31" fmla="*/ 209420 h 415067"/>
              <a:gd name="connsiteX32" fmla="*/ 294321 w 415067"/>
              <a:gd name="connsiteY32" fmla="*/ 211307 h 415067"/>
              <a:gd name="connsiteX33" fmla="*/ 254701 w 415067"/>
              <a:gd name="connsiteY33" fmla="*/ 156594 h 415067"/>
              <a:gd name="connsiteX34" fmla="*/ 239607 w 415067"/>
              <a:gd name="connsiteY34" fmla="*/ 154707 h 415067"/>
              <a:gd name="connsiteX35" fmla="*/ 235834 w 415067"/>
              <a:gd name="connsiteY35" fmla="*/ 164140 h 415067"/>
              <a:gd name="connsiteX36" fmla="*/ 235834 w 415067"/>
              <a:gd name="connsiteY36" fmla="*/ 222627 h 415067"/>
              <a:gd name="connsiteX37" fmla="*/ 207534 w 415067"/>
              <a:gd name="connsiteY37" fmla="*/ 226401 h 415067"/>
              <a:gd name="connsiteX38" fmla="*/ 179234 w 415067"/>
              <a:gd name="connsiteY38" fmla="*/ 224514 h 415067"/>
              <a:gd name="connsiteX39" fmla="*/ 179234 w 415067"/>
              <a:gd name="connsiteY39" fmla="*/ 164140 h 415067"/>
              <a:gd name="connsiteX40" fmla="*/ 179234 w 415067"/>
              <a:gd name="connsiteY40" fmla="*/ 160367 h 415067"/>
              <a:gd name="connsiteX41" fmla="*/ 175460 w 415067"/>
              <a:gd name="connsiteY41" fmla="*/ 154707 h 415067"/>
              <a:gd name="connsiteX42" fmla="*/ 164140 w 415067"/>
              <a:gd name="connsiteY42" fmla="*/ 154707 h 415067"/>
              <a:gd name="connsiteX43" fmla="*/ 150934 w 415067"/>
              <a:gd name="connsiteY43" fmla="*/ 171687 h 415067"/>
              <a:gd name="connsiteX44" fmla="*/ 128294 w 415067"/>
              <a:gd name="connsiteY44" fmla="*/ 203760 h 415067"/>
              <a:gd name="connsiteX45" fmla="*/ 120747 w 415067"/>
              <a:gd name="connsiteY45" fmla="*/ 215080 h 415067"/>
              <a:gd name="connsiteX46" fmla="*/ 111314 w 415067"/>
              <a:gd name="connsiteY46" fmla="*/ 213194 h 415067"/>
              <a:gd name="connsiteX47" fmla="*/ 99994 w 415067"/>
              <a:gd name="connsiteY47" fmla="*/ 211307 h 415067"/>
              <a:gd name="connsiteX48" fmla="*/ 99994 w 415067"/>
              <a:gd name="connsiteY48" fmla="*/ 211307 h 415067"/>
              <a:gd name="connsiteX49" fmla="*/ 99994 w 415067"/>
              <a:gd name="connsiteY49" fmla="*/ 211307 h 415067"/>
              <a:gd name="connsiteX50" fmla="*/ 273567 w 415067"/>
              <a:gd name="connsiteY50" fmla="*/ 216967 h 415067"/>
              <a:gd name="connsiteX51" fmla="*/ 254701 w 415067"/>
              <a:gd name="connsiteY51" fmla="*/ 220740 h 415067"/>
              <a:gd name="connsiteX52" fmla="*/ 254701 w 415067"/>
              <a:gd name="connsiteY52" fmla="*/ 188667 h 415067"/>
              <a:gd name="connsiteX53" fmla="*/ 273567 w 415067"/>
              <a:gd name="connsiteY53" fmla="*/ 216967 h 415067"/>
              <a:gd name="connsiteX54" fmla="*/ 273567 w 415067"/>
              <a:gd name="connsiteY54" fmla="*/ 216967 h 415067"/>
              <a:gd name="connsiteX55" fmla="*/ 160367 w 415067"/>
              <a:gd name="connsiteY55" fmla="*/ 222627 h 415067"/>
              <a:gd name="connsiteX56" fmla="*/ 139614 w 415067"/>
              <a:gd name="connsiteY56" fmla="*/ 218854 h 415067"/>
              <a:gd name="connsiteX57" fmla="*/ 160367 w 415067"/>
              <a:gd name="connsiteY57" fmla="*/ 188667 h 415067"/>
              <a:gd name="connsiteX58" fmla="*/ 160367 w 415067"/>
              <a:gd name="connsiteY58" fmla="*/ 222627 h 415067"/>
              <a:gd name="connsiteX59" fmla="*/ 160367 w 415067"/>
              <a:gd name="connsiteY59" fmla="*/ 222627 h 415067"/>
              <a:gd name="connsiteX60" fmla="*/ 377334 w 415067"/>
              <a:gd name="connsiteY60" fmla="*/ 358467 h 415067"/>
              <a:gd name="connsiteX61" fmla="*/ 37733 w 415067"/>
              <a:gd name="connsiteY61" fmla="*/ 358467 h 415067"/>
              <a:gd name="connsiteX62" fmla="*/ 37733 w 415067"/>
              <a:gd name="connsiteY62" fmla="*/ 349034 h 415067"/>
              <a:gd name="connsiteX63" fmla="*/ 37733 w 415067"/>
              <a:gd name="connsiteY63" fmla="*/ 311301 h 415067"/>
              <a:gd name="connsiteX64" fmla="*/ 45280 w 415067"/>
              <a:gd name="connsiteY64" fmla="*/ 281114 h 415067"/>
              <a:gd name="connsiteX65" fmla="*/ 69807 w 415067"/>
              <a:gd name="connsiteY65" fmla="*/ 271681 h 415067"/>
              <a:gd name="connsiteX66" fmla="*/ 96220 w 415067"/>
              <a:gd name="connsiteY66" fmla="*/ 262247 h 415067"/>
              <a:gd name="connsiteX67" fmla="*/ 107540 w 415067"/>
              <a:gd name="connsiteY67" fmla="*/ 239607 h 415067"/>
              <a:gd name="connsiteX68" fmla="*/ 107540 w 415067"/>
              <a:gd name="connsiteY68" fmla="*/ 230174 h 415067"/>
              <a:gd name="connsiteX69" fmla="*/ 128294 w 415067"/>
              <a:gd name="connsiteY69" fmla="*/ 233947 h 415067"/>
              <a:gd name="connsiteX70" fmla="*/ 207534 w 415067"/>
              <a:gd name="connsiteY70" fmla="*/ 245267 h 415067"/>
              <a:gd name="connsiteX71" fmla="*/ 284887 w 415067"/>
              <a:gd name="connsiteY71" fmla="*/ 233947 h 415067"/>
              <a:gd name="connsiteX72" fmla="*/ 307527 w 415067"/>
              <a:gd name="connsiteY72" fmla="*/ 228287 h 415067"/>
              <a:gd name="connsiteX73" fmla="*/ 316961 w 415067"/>
              <a:gd name="connsiteY73" fmla="*/ 237721 h 415067"/>
              <a:gd name="connsiteX74" fmla="*/ 377334 w 415067"/>
              <a:gd name="connsiteY74" fmla="*/ 305641 h 415067"/>
              <a:gd name="connsiteX75" fmla="*/ 377334 w 415067"/>
              <a:gd name="connsiteY75" fmla="*/ 305641 h 415067"/>
              <a:gd name="connsiteX76" fmla="*/ 377334 w 415067"/>
              <a:gd name="connsiteY76" fmla="*/ 358467 h 415067"/>
              <a:gd name="connsiteX77" fmla="*/ 377334 w 415067"/>
              <a:gd name="connsiteY77" fmla="*/ 358467 h 415067"/>
              <a:gd name="connsiteX78" fmla="*/ 207534 w 415067"/>
              <a:gd name="connsiteY78" fmla="*/ 90560 h 415067"/>
              <a:gd name="connsiteX79" fmla="*/ 252814 w 415067"/>
              <a:gd name="connsiteY79" fmla="*/ 45280 h 415067"/>
              <a:gd name="connsiteX80" fmla="*/ 207534 w 415067"/>
              <a:gd name="connsiteY80" fmla="*/ 0 h 415067"/>
              <a:gd name="connsiteX81" fmla="*/ 162254 w 415067"/>
              <a:gd name="connsiteY81" fmla="*/ 45280 h 415067"/>
              <a:gd name="connsiteX82" fmla="*/ 207534 w 415067"/>
              <a:gd name="connsiteY82" fmla="*/ 90560 h 415067"/>
              <a:gd name="connsiteX83" fmla="*/ 207534 w 415067"/>
              <a:gd name="connsiteY83" fmla="*/ 18867 h 415067"/>
              <a:gd name="connsiteX84" fmla="*/ 233947 w 415067"/>
              <a:gd name="connsiteY84" fmla="*/ 45280 h 415067"/>
              <a:gd name="connsiteX85" fmla="*/ 207534 w 415067"/>
              <a:gd name="connsiteY85" fmla="*/ 69807 h 415067"/>
              <a:gd name="connsiteX86" fmla="*/ 181120 w 415067"/>
              <a:gd name="connsiteY86" fmla="*/ 43393 h 415067"/>
              <a:gd name="connsiteX87" fmla="*/ 207534 w 415067"/>
              <a:gd name="connsiteY87" fmla="*/ 18867 h 415067"/>
              <a:gd name="connsiteX88" fmla="*/ 94334 w 415067"/>
              <a:gd name="connsiteY88" fmla="*/ 301867 h 415067"/>
              <a:gd name="connsiteX89" fmla="*/ 339601 w 415067"/>
              <a:gd name="connsiteY89" fmla="*/ 301867 h 415067"/>
              <a:gd name="connsiteX90" fmla="*/ 339601 w 415067"/>
              <a:gd name="connsiteY90" fmla="*/ 320734 h 415067"/>
              <a:gd name="connsiteX91" fmla="*/ 94334 w 415067"/>
              <a:gd name="connsiteY91" fmla="*/ 320734 h 415067"/>
              <a:gd name="connsiteX92" fmla="*/ 94334 w 415067"/>
              <a:gd name="connsiteY92" fmla="*/ 301867 h 41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415067" h="415067">
                <a:moveTo>
                  <a:pt x="415068" y="415068"/>
                </a:moveTo>
                <a:lnTo>
                  <a:pt x="415068" y="301867"/>
                </a:lnTo>
                <a:lnTo>
                  <a:pt x="396201" y="301867"/>
                </a:lnTo>
                <a:cubicBezTo>
                  <a:pt x="396201" y="298094"/>
                  <a:pt x="394314" y="294321"/>
                  <a:pt x="392428" y="292434"/>
                </a:cubicBezTo>
                <a:lnTo>
                  <a:pt x="332054" y="226401"/>
                </a:lnTo>
                <a:cubicBezTo>
                  <a:pt x="335827" y="218854"/>
                  <a:pt x="335827" y="207534"/>
                  <a:pt x="330167" y="199987"/>
                </a:cubicBezTo>
                <a:lnTo>
                  <a:pt x="266021" y="113200"/>
                </a:lnTo>
                <a:cubicBezTo>
                  <a:pt x="258474" y="101880"/>
                  <a:pt x="245267" y="94334"/>
                  <a:pt x="230174" y="94334"/>
                </a:cubicBezTo>
                <a:lnTo>
                  <a:pt x="183007" y="94334"/>
                </a:lnTo>
                <a:cubicBezTo>
                  <a:pt x="169800" y="94334"/>
                  <a:pt x="156594" y="101880"/>
                  <a:pt x="149047" y="113200"/>
                </a:cubicBezTo>
                <a:lnTo>
                  <a:pt x="84900" y="199987"/>
                </a:lnTo>
                <a:cubicBezTo>
                  <a:pt x="77354" y="209420"/>
                  <a:pt x="79240" y="224514"/>
                  <a:pt x="88674" y="232061"/>
                </a:cubicBezTo>
                <a:cubicBezTo>
                  <a:pt x="88674" y="239607"/>
                  <a:pt x="88674" y="245267"/>
                  <a:pt x="84900" y="247154"/>
                </a:cubicBezTo>
                <a:cubicBezTo>
                  <a:pt x="79240" y="250927"/>
                  <a:pt x="73580" y="250927"/>
                  <a:pt x="66033" y="252814"/>
                </a:cubicBezTo>
                <a:cubicBezTo>
                  <a:pt x="54713" y="254701"/>
                  <a:pt x="39620" y="256587"/>
                  <a:pt x="30187" y="269794"/>
                </a:cubicBezTo>
                <a:cubicBezTo>
                  <a:pt x="24527" y="277341"/>
                  <a:pt x="20753" y="288661"/>
                  <a:pt x="20753" y="301867"/>
                </a:cubicBezTo>
                <a:lnTo>
                  <a:pt x="20753" y="301867"/>
                </a:lnTo>
                <a:lnTo>
                  <a:pt x="20753" y="141500"/>
                </a:lnTo>
                <a:lnTo>
                  <a:pt x="0" y="141500"/>
                </a:lnTo>
                <a:lnTo>
                  <a:pt x="0" y="415068"/>
                </a:lnTo>
                <a:lnTo>
                  <a:pt x="18867" y="415068"/>
                </a:lnTo>
                <a:lnTo>
                  <a:pt x="18867" y="377334"/>
                </a:lnTo>
                <a:lnTo>
                  <a:pt x="396201" y="377334"/>
                </a:lnTo>
                <a:lnTo>
                  <a:pt x="396201" y="415068"/>
                </a:lnTo>
                <a:lnTo>
                  <a:pt x="415068" y="415068"/>
                </a:lnTo>
                <a:close/>
                <a:moveTo>
                  <a:pt x="99994" y="211307"/>
                </a:moveTo>
                <a:lnTo>
                  <a:pt x="164140" y="124520"/>
                </a:lnTo>
                <a:cubicBezTo>
                  <a:pt x="167914" y="116974"/>
                  <a:pt x="175460" y="113200"/>
                  <a:pt x="184894" y="113200"/>
                </a:cubicBezTo>
                <a:lnTo>
                  <a:pt x="232061" y="113200"/>
                </a:lnTo>
                <a:cubicBezTo>
                  <a:pt x="239607" y="113200"/>
                  <a:pt x="247154" y="116974"/>
                  <a:pt x="252814" y="122634"/>
                </a:cubicBezTo>
                <a:lnTo>
                  <a:pt x="315074" y="209420"/>
                </a:lnTo>
                <a:cubicBezTo>
                  <a:pt x="311301" y="207534"/>
                  <a:pt x="307527" y="207534"/>
                  <a:pt x="303754" y="209420"/>
                </a:cubicBezTo>
                <a:cubicBezTo>
                  <a:pt x="301867" y="209420"/>
                  <a:pt x="298094" y="211307"/>
                  <a:pt x="294321" y="211307"/>
                </a:cubicBezTo>
                <a:cubicBezTo>
                  <a:pt x="281114" y="194327"/>
                  <a:pt x="254701" y="156594"/>
                  <a:pt x="254701" y="156594"/>
                </a:cubicBezTo>
                <a:cubicBezTo>
                  <a:pt x="250927" y="150934"/>
                  <a:pt x="243381" y="150934"/>
                  <a:pt x="239607" y="154707"/>
                </a:cubicBezTo>
                <a:cubicBezTo>
                  <a:pt x="237721" y="156594"/>
                  <a:pt x="235834" y="160367"/>
                  <a:pt x="235834" y="164140"/>
                </a:cubicBezTo>
                <a:lnTo>
                  <a:pt x="235834" y="222627"/>
                </a:lnTo>
                <a:cubicBezTo>
                  <a:pt x="226401" y="224514"/>
                  <a:pt x="215080" y="226401"/>
                  <a:pt x="207534" y="226401"/>
                </a:cubicBezTo>
                <a:cubicBezTo>
                  <a:pt x="199987" y="226401"/>
                  <a:pt x="190554" y="226401"/>
                  <a:pt x="179234" y="224514"/>
                </a:cubicBezTo>
                <a:cubicBezTo>
                  <a:pt x="179234" y="207534"/>
                  <a:pt x="179234" y="164140"/>
                  <a:pt x="179234" y="164140"/>
                </a:cubicBezTo>
                <a:cubicBezTo>
                  <a:pt x="179234" y="162254"/>
                  <a:pt x="179234" y="162254"/>
                  <a:pt x="179234" y="160367"/>
                </a:cubicBezTo>
                <a:cubicBezTo>
                  <a:pt x="179234" y="158480"/>
                  <a:pt x="177347" y="156594"/>
                  <a:pt x="175460" y="154707"/>
                </a:cubicBezTo>
                <a:cubicBezTo>
                  <a:pt x="171687" y="150934"/>
                  <a:pt x="166027" y="150934"/>
                  <a:pt x="164140" y="154707"/>
                </a:cubicBezTo>
                <a:cubicBezTo>
                  <a:pt x="162254" y="154707"/>
                  <a:pt x="152820" y="167914"/>
                  <a:pt x="150934" y="171687"/>
                </a:cubicBezTo>
                <a:cubicBezTo>
                  <a:pt x="143387" y="183007"/>
                  <a:pt x="135840" y="192440"/>
                  <a:pt x="128294" y="203760"/>
                </a:cubicBezTo>
                <a:cubicBezTo>
                  <a:pt x="126407" y="207534"/>
                  <a:pt x="122634" y="211307"/>
                  <a:pt x="120747" y="215080"/>
                </a:cubicBezTo>
                <a:cubicBezTo>
                  <a:pt x="116974" y="215080"/>
                  <a:pt x="115087" y="213194"/>
                  <a:pt x="111314" y="213194"/>
                </a:cubicBezTo>
                <a:cubicBezTo>
                  <a:pt x="107540" y="211307"/>
                  <a:pt x="103767" y="211307"/>
                  <a:pt x="99994" y="211307"/>
                </a:cubicBezTo>
                <a:cubicBezTo>
                  <a:pt x="99994" y="211307"/>
                  <a:pt x="99994" y="211307"/>
                  <a:pt x="99994" y="211307"/>
                </a:cubicBezTo>
                <a:lnTo>
                  <a:pt x="99994" y="211307"/>
                </a:lnTo>
                <a:close/>
                <a:moveTo>
                  <a:pt x="273567" y="216967"/>
                </a:moveTo>
                <a:cubicBezTo>
                  <a:pt x="267907" y="218854"/>
                  <a:pt x="260361" y="218854"/>
                  <a:pt x="254701" y="220740"/>
                </a:cubicBezTo>
                <a:lnTo>
                  <a:pt x="254701" y="188667"/>
                </a:lnTo>
                <a:lnTo>
                  <a:pt x="273567" y="216967"/>
                </a:lnTo>
                <a:lnTo>
                  <a:pt x="273567" y="216967"/>
                </a:lnTo>
                <a:close/>
                <a:moveTo>
                  <a:pt x="160367" y="222627"/>
                </a:moveTo>
                <a:cubicBezTo>
                  <a:pt x="152820" y="220740"/>
                  <a:pt x="147160" y="220740"/>
                  <a:pt x="139614" y="218854"/>
                </a:cubicBezTo>
                <a:lnTo>
                  <a:pt x="160367" y="188667"/>
                </a:lnTo>
                <a:lnTo>
                  <a:pt x="160367" y="222627"/>
                </a:lnTo>
                <a:lnTo>
                  <a:pt x="160367" y="222627"/>
                </a:lnTo>
                <a:close/>
                <a:moveTo>
                  <a:pt x="377334" y="358467"/>
                </a:moveTo>
                <a:lnTo>
                  <a:pt x="37733" y="358467"/>
                </a:lnTo>
                <a:lnTo>
                  <a:pt x="37733" y="349034"/>
                </a:lnTo>
                <a:cubicBezTo>
                  <a:pt x="37733" y="337714"/>
                  <a:pt x="37733" y="324507"/>
                  <a:pt x="37733" y="311301"/>
                </a:cubicBezTo>
                <a:cubicBezTo>
                  <a:pt x="37733" y="298094"/>
                  <a:pt x="39620" y="286774"/>
                  <a:pt x="45280" y="281114"/>
                </a:cubicBezTo>
                <a:cubicBezTo>
                  <a:pt x="50940" y="273567"/>
                  <a:pt x="58487" y="273567"/>
                  <a:pt x="69807" y="271681"/>
                </a:cubicBezTo>
                <a:cubicBezTo>
                  <a:pt x="79240" y="269794"/>
                  <a:pt x="88674" y="269794"/>
                  <a:pt x="96220" y="262247"/>
                </a:cubicBezTo>
                <a:cubicBezTo>
                  <a:pt x="101880" y="258474"/>
                  <a:pt x="105654" y="250927"/>
                  <a:pt x="107540" y="239607"/>
                </a:cubicBezTo>
                <a:cubicBezTo>
                  <a:pt x="107540" y="235834"/>
                  <a:pt x="107540" y="233947"/>
                  <a:pt x="107540" y="230174"/>
                </a:cubicBezTo>
                <a:cubicBezTo>
                  <a:pt x="113200" y="232061"/>
                  <a:pt x="120747" y="233947"/>
                  <a:pt x="128294" y="233947"/>
                </a:cubicBezTo>
                <a:cubicBezTo>
                  <a:pt x="152820" y="239607"/>
                  <a:pt x="184894" y="245267"/>
                  <a:pt x="207534" y="245267"/>
                </a:cubicBezTo>
                <a:cubicBezTo>
                  <a:pt x="232061" y="243381"/>
                  <a:pt x="262247" y="237721"/>
                  <a:pt x="284887" y="233947"/>
                </a:cubicBezTo>
                <a:cubicBezTo>
                  <a:pt x="294321" y="232061"/>
                  <a:pt x="301867" y="230174"/>
                  <a:pt x="307527" y="228287"/>
                </a:cubicBezTo>
                <a:lnTo>
                  <a:pt x="316961" y="237721"/>
                </a:lnTo>
                <a:lnTo>
                  <a:pt x="377334" y="305641"/>
                </a:lnTo>
                <a:lnTo>
                  <a:pt x="377334" y="305641"/>
                </a:lnTo>
                <a:lnTo>
                  <a:pt x="377334" y="358467"/>
                </a:lnTo>
                <a:lnTo>
                  <a:pt x="377334" y="358467"/>
                </a:lnTo>
                <a:close/>
                <a:moveTo>
                  <a:pt x="207534" y="90560"/>
                </a:moveTo>
                <a:cubicBezTo>
                  <a:pt x="232061" y="90560"/>
                  <a:pt x="252814" y="69807"/>
                  <a:pt x="252814" y="45280"/>
                </a:cubicBezTo>
                <a:cubicBezTo>
                  <a:pt x="252814" y="20753"/>
                  <a:pt x="232061" y="0"/>
                  <a:pt x="207534" y="0"/>
                </a:cubicBezTo>
                <a:cubicBezTo>
                  <a:pt x="183007" y="0"/>
                  <a:pt x="162254" y="20753"/>
                  <a:pt x="162254" y="45280"/>
                </a:cubicBezTo>
                <a:cubicBezTo>
                  <a:pt x="162254" y="69807"/>
                  <a:pt x="183007" y="90560"/>
                  <a:pt x="207534" y="90560"/>
                </a:cubicBezTo>
                <a:close/>
                <a:moveTo>
                  <a:pt x="207534" y="18867"/>
                </a:moveTo>
                <a:cubicBezTo>
                  <a:pt x="222627" y="18867"/>
                  <a:pt x="233947" y="30187"/>
                  <a:pt x="233947" y="45280"/>
                </a:cubicBezTo>
                <a:cubicBezTo>
                  <a:pt x="233947" y="60373"/>
                  <a:pt x="222627" y="69807"/>
                  <a:pt x="207534" y="69807"/>
                </a:cubicBezTo>
                <a:cubicBezTo>
                  <a:pt x="192440" y="69807"/>
                  <a:pt x="181120" y="58487"/>
                  <a:pt x="181120" y="43393"/>
                </a:cubicBezTo>
                <a:cubicBezTo>
                  <a:pt x="181120" y="28300"/>
                  <a:pt x="192440" y="18867"/>
                  <a:pt x="207534" y="18867"/>
                </a:cubicBezTo>
                <a:close/>
                <a:moveTo>
                  <a:pt x="94334" y="301867"/>
                </a:moveTo>
                <a:lnTo>
                  <a:pt x="339601" y="301867"/>
                </a:lnTo>
                <a:lnTo>
                  <a:pt x="339601" y="320734"/>
                </a:lnTo>
                <a:lnTo>
                  <a:pt x="94334" y="320734"/>
                </a:lnTo>
                <a:lnTo>
                  <a:pt x="94334" y="30186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Graphic 63" descr="Toilet icon.">
            <a:extLst>
              <a:ext uri="{FF2B5EF4-FFF2-40B4-BE49-F238E27FC236}">
                <a16:creationId xmlns:a16="http://schemas.microsoft.com/office/drawing/2014/main" id="{E9C35D6F-C34B-4CC8-B640-84466CB4857F}"/>
              </a:ext>
            </a:extLst>
          </p:cNvPr>
          <p:cNvSpPr/>
          <p:nvPr/>
        </p:nvSpPr>
        <p:spPr>
          <a:xfrm>
            <a:off x="981775" y="4210102"/>
            <a:ext cx="362044" cy="457369"/>
          </a:xfrm>
          <a:custGeom>
            <a:avLst/>
            <a:gdLst>
              <a:gd name="connsiteX0" fmla="*/ 333066 w 362044"/>
              <a:gd name="connsiteY0" fmla="*/ 0 h 457369"/>
              <a:gd name="connsiteX1" fmla="*/ 257949 w 362044"/>
              <a:gd name="connsiteY1" fmla="*/ 0 h 457369"/>
              <a:gd name="connsiteX2" fmla="*/ 228780 w 362044"/>
              <a:gd name="connsiteY2" fmla="*/ 30123 h 457369"/>
              <a:gd name="connsiteX3" fmla="*/ 228780 w 362044"/>
              <a:gd name="connsiteY3" fmla="*/ 200183 h 457369"/>
              <a:gd name="connsiteX4" fmla="*/ 28598 w 362044"/>
              <a:gd name="connsiteY4" fmla="*/ 200183 h 457369"/>
              <a:gd name="connsiteX5" fmla="*/ 0 w 362044"/>
              <a:gd name="connsiteY5" fmla="*/ 228780 h 457369"/>
              <a:gd name="connsiteX6" fmla="*/ 0 w 362044"/>
              <a:gd name="connsiteY6" fmla="*/ 247845 h 457369"/>
              <a:gd name="connsiteX7" fmla="*/ 19065 w 362044"/>
              <a:gd name="connsiteY7" fmla="*/ 266910 h 457369"/>
              <a:gd name="connsiteX8" fmla="*/ 20781 w 362044"/>
              <a:gd name="connsiteY8" fmla="*/ 266910 h 457369"/>
              <a:gd name="connsiteX9" fmla="*/ 99519 w 362044"/>
              <a:gd name="connsiteY9" fmla="*/ 374818 h 457369"/>
              <a:gd name="connsiteX10" fmla="*/ 100854 w 362044"/>
              <a:gd name="connsiteY10" fmla="*/ 375199 h 457369"/>
              <a:gd name="connsiteX11" fmla="*/ 93228 w 362044"/>
              <a:gd name="connsiteY11" fmla="*/ 427628 h 457369"/>
              <a:gd name="connsiteX12" fmla="*/ 97422 w 362044"/>
              <a:gd name="connsiteY12" fmla="*/ 448218 h 457369"/>
              <a:gd name="connsiteX13" fmla="*/ 116296 w 362044"/>
              <a:gd name="connsiteY13" fmla="*/ 457369 h 457369"/>
              <a:gd name="connsiteX14" fmla="*/ 116296 w 362044"/>
              <a:gd name="connsiteY14" fmla="*/ 457369 h 457369"/>
              <a:gd name="connsiteX15" fmla="*/ 276252 w 362044"/>
              <a:gd name="connsiteY15" fmla="*/ 456797 h 457369"/>
              <a:gd name="connsiteX16" fmla="*/ 295317 w 362044"/>
              <a:gd name="connsiteY16" fmla="*/ 437732 h 457369"/>
              <a:gd name="connsiteX17" fmla="*/ 295317 w 362044"/>
              <a:gd name="connsiteY17" fmla="*/ 330396 h 457369"/>
              <a:gd name="connsiteX18" fmla="*/ 342979 w 362044"/>
              <a:gd name="connsiteY18" fmla="*/ 266719 h 457369"/>
              <a:gd name="connsiteX19" fmla="*/ 362044 w 362044"/>
              <a:gd name="connsiteY19" fmla="*/ 246892 h 457369"/>
              <a:gd name="connsiteX20" fmla="*/ 362044 w 362044"/>
              <a:gd name="connsiteY20" fmla="*/ 30123 h 457369"/>
              <a:gd name="connsiteX21" fmla="*/ 332875 w 362044"/>
              <a:gd name="connsiteY21" fmla="*/ 0 h 457369"/>
              <a:gd name="connsiteX22" fmla="*/ 19065 w 362044"/>
              <a:gd name="connsiteY22" fmla="*/ 247845 h 457369"/>
              <a:gd name="connsiteX23" fmla="*/ 19065 w 362044"/>
              <a:gd name="connsiteY23" fmla="*/ 228780 h 457369"/>
              <a:gd name="connsiteX24" fmla="*/ 28598 w 362044"/>
              <a:gd name="connsiteY24" fmla="*/ 219248 h 457369"/>
              <a:gd name="connsiteX25" fmla="*/ 228780 w 362044"/>
              <a:gd name="connsiteY25" fmla="*/ 219248 h 457369"/>
              <a:gd name="connsiteX26" fmla="*/ 228780 w 362044"/>
              <a:gd name="connsiteY26" fmla="*/ 247845 h 457369"/>
              <a:gd name="connsiteX27" fmla="*/ 19065 w 362044"/>
              <a:gd name="connsiteY27" fmla="*/ 247845 h 457369"/>
              <a:gd name="connsiteX28" fmla="*/ 288072 w 362044"/>
              <a:gd name="connsiteY28" fmla="*/ 313047 h 457369"/>
              <a:gd name="connsiteX29" fmla="*/ 275871 w 362044"/>
              <a:gd name="connsiteY29" fmla="*/ 330968 h 457369"/>
              <a:gd name="connsiteX30" fmla="*/ 276443 w 362044"/>
              <a:gd name="connsiteY30" fmla="*/ 438114 h 457369"/>
              <a:gd name="connsiteX31" fmla="*/ 116487 w 362044"/>
              <a:gd name="connsiteY31" fmla="*/ 438686 h 457369"/>
              <a:gd name="connsiteX32" fmla="*/ 116487 w 362044"/>
              <a:gd name="connsiteY32" fmla="*/ 438686 h 457369"/>
              <a:gd name="connsiteX33" fmla="*/ 112674 w 362044"/>
              <a:gd name="connsiteY33" fmla="*/ 436779 h 457369"/>
              <a:gd name="connsiteX34" fmla="*/ 111912 w 362044"/>
              <a:gd name="connsiteY34" fmla="*/ 431632 h 457369"/>
              <a:gd name="connsiteX35" fmla="*/ 119347 w 362044"/>
              <a:gd name="connsiteY35" fmla="*/ 379965 h 457369"/>
              <a:gd name="connsiteX36" fmla="*/ 132502 w 362044"/>
              <a:gd name="connsiteY36" fmla="*/ 381491 h 457369"/>
              <a:gd name="connsiteX37" fmla="*/ 135552 w 362044"/>
              <a:gd name="connsiteY37" fmla="*/ 381491 h 457369"/>
              <a:gd name="connsiteX38" fmla="*/ 135552 w 362044"/>
              <a:gd name="connsiteY38" fmla="*/ 381491 h 457369"/>
              <a:gd name="connsiteX39" fmla="*/ 152520 w 362044"/>
              <a:gd name="connsiteY39" fmla="*/ 381491 h 457369"/>
              <a:gd name="connsiteX40" fmla="*/ 152329 w 362044"/>
              <a:gd name="connsiteY40" fmla="*/ 362235 h 457369"/>
              <a:gd name="connsiteX41" fmla="*/ 132883 w 362044"/>
              <a:gd name="connsiteY41" fmla="*/ 362235 h 457369"/>
              <a:gd name="connsiteX42" fmla="*/ 106192 w 362044"/>
              <a:gd name="connsiteY42" fmla="*/ 357278 h 457369"/>
              <a:gd name="connsiteX43" fmla="*/ 40037 w 362044"/>
              <a:gd name="connsiteY43" fmla="*/ 267291 h 457369"/>
              <a:gd name="connsiteX44" fmla="*/ 324105 w 362044"/>
              <a:gd name="connsiteY44" fmla="*/ 267291 h 457369"/>
              <a:gd name="connsiteX45" fmla="*/ 288072 w 362044"/>
              <a:gd name="connsiteY45" fmla="*/ 313429 h 457369"/>
              <a:gd name="connsiteX46" fmla="*/ 343170 w 362044"/>
              <a:gd name="connsiteY46" fmla="*/ 247082 h 457369"/>
              <a:gd name="connsiteX47" fmla="*/ 247845 w 362044"/>
              <a:gd name="connsiteY47" fmla="*/ 247845 h 457369"/>
              <a:gd name="connsiteX48" fmla="*/ 247845 w 362044"/>
              <a:gd name="connsiteY48" fmla="*/ 57195 h 457369"/>
              <a:gd name="connsiteX49" fmla="*/ 343170 w 362044"/>
              <a:gd name="connsiteY49" fmla="*/ 57195 h 457369"/>
              <a:gd name="connsiteX50" fmla="*/ 343170 w 362044"/>
              <a:gd name="connsiteY50" fmla="*/ 247082 h 457369"/>
              <a:gd name="connsiteX51" fmla="*/ 343170 w 362044"/>
              <a:gd name="connsiteY51" fmla="*/ 38130 h 457369"/>
              <a:gd name="connsiteX52" fmla="*/ 247845 w 362044"/>
              <a:gd name="connsiteY52" fmla="*/ 38130 h 457369"/>
              <a:gd name="connsiteX53" fmla="*/ 247845 w 362044"/>
              <a:gd name="connsiteY53" fmla="*/ 30123 h 457369"/>
              <a:gd name="connsiteX54" fmla="*/ 257949 w 362044"/>
              <a:gd name="connsiteY54" fmla="*/ 19065 h 457369"/>
              <a:gd name="connsiteX55" fmla="*/ 333066 w 362044"/>
              <a:gd name="connsiteY55" fmla="*/ 19065 h 457369"/>
              <a:gd name="connsiteX56" fmla="*/ 343170 w 362044"/>
              <a:gd name="connsiteY56" fmla="*/ 30123 h 457369"/>
              <a:gd name="connsiteX57" fmla="*/ 343170 w 362044"/>
              <a:gd name="connsiteY57" fmla="*/ 38130 h 45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62044" h="457369">
                <a:moveTo>
                  <a:pt x="333066" y="0"/>
                </a:moveTo>
                <a:lnTo>
                  <a:pt x="257949" y="0"/>
                </a:lnTo>
                <a:cubicBezTo>
                  <a:pt x="241935" y="0"/>
                  <a:pt x="228780" y="13536"/>
                  <a:pt x="228780" y="30123"/>
                </a:cubicBezTo>
                <a:lnTo>
                  <a:pt x="228780" y="200183"/>
                </a:lnTo>
                <a:lnTo>
                  <a:pt x="28598" y="200183"/>
                </a:lnTo>
                <a:cubicBezTo>
                  <a:pt x="12774" y="200183"/>
                  <a:pt x="0" y="212956"/>
                  <a:pt x="0" y="228780"/>
                </a:cubicBezTo>
                <a:lnTo>
                  <a:pt x="0" y="247845"/>
                </a:lnTo>
                <a:cubicBezTo>
                  <a:pt x="0" y="258331"/>
                  <a:pt x="8579" y="266910"/>
                  <a:pt x="19065" y="266910"/>
                </a:cubicBezTo>
                <a:lnTo>
                  <a:pt x="20781" y="266910"/>
                </a:lnTo>
                <a:cubicBezTo>
                  <a:pt x="26500" y="317051"/>
                  <a:pt x="56623" y="358994"/>
                  <a:pt x="99519" y="374818"/>
                </a:cubicBezTo>
                <a:cubicBezTo>
                  <a:pt x="99901" y="374818"/>
                  <a:pt x="100473" y="375009"/>
                  <a:pt x="100854" y="375199"/>
                </a:cubicBezTo>
                <a:lnTo>
                  <a:pt x="93228" y="427628"/>
                </a:lnTo>
                <a:cubicBezTo>
                  <a:pt x="91321" y="434873"/>
                  <a:pt x="92847" y="442308"/>
                  <a:pt x="97422" y="448218"/>
                </a:cubicBezTo>
                <a:cubicBezTo>
                  <a:pt x="101998" y="454128"/>
                  <a:pt x="108861" y="457369"/>
                  <a:pt x="116296" y="457369"/>
                </a:cubicBezTo>
                <a:lnTo>
                  <a:pt x="116296" y="457369"/>
                </a:lnTo>
                <a:lnTo>
                  <a:pt x="276252" y="456797"/>
                </a:lnTo>
                <a:cubicBezTo>
                  <a:pt x="286738" y="456797"/>
                  <a:pt x="295317" y="448218"/>
                  <a:pt x="295317" y="437732"/>
                </a:cubicBezTo>
                <a:lnTo>
                  <a:pt x="295317" y="330396"/>
                </a:lnTo>
                <a:cubicBezTo>
                  <a:pt x="332494" y="315144"/>
                  <a:pt x="342598" y="286356"/>
                  <a:pt x="342979" y="266719"/>
                </a:cubicBezTo>
                <a:cubicBezTo>
                  <a:pt x="353465" y="266719"/>
                  <a:pt x="362044" y="257759"/>
                  <a:pt x="362044" y="246892"/>
                </a:cubicBezTo>
                <a:lnTo>
                  <a:pt x="362044" y="30123"/>
                </a:lnTo>
                <a:cubicBezTo>
                  <a:pt x="362044" y="13536"/>
                  <a:pt x="348890" y="0"/>
                  <a:pt x="332875" y="0"/>
                </a:cubicBezTo>
                <a:close/>
                <a:moveTo>
                  <a:pt x="19065" y="247845"/>
                </a:moveTo>
                <a:lnTo>
                  <a:pt x="19065" y="228780"/>
                </a:lnTo>
                <a:cubicBezTo>
                  <a:pt x="19065" y="223442"/>
                  <a:pt x="23259" y="219248"/>
                  <a:pt x="28598" y="219248"/>
                </a:cubicBezTo>
                <a:lnTo>
                  <a:pt x="228780" y="219248"/>
                </a:lnTo>
                <a:lnTo>
                  <a:pt x="228780" y="247845"/>
                </a:lnTo>
                <a:lnTo>
                  <a:pt x="19065" y="247845"/>
                </a:lnTo>
                <a:close/>
                <a:moveTo>
                  <a:pt x="288072" y="313047"/>
                </a:moveTo>
                <a:cubicBezTo>
                  <a:pt x="280637" y="316098"/>
                  <a:pt x="275871" y="323152"/>
                  <a:pt x="275871" y="330968"/>
                </a:cubicBezTo>
                <a:lnTo>
                  <a:pt x="276443" y="438114"/>
                </a:lnTo>
                <a:lnTo>
                  <a:pt x="116487" y="438686"/>
                </a:lnTo>
                <a:lnTo>
                  <a:pt x="116487" y="438686"/>
                </a:lnTo>
                <a:cubicBezTo>
                  <a:pt x="114390" y="438686"/>
                  <a:pt x="113246" y="437542"/>
                  <a:pt x="112674" y="436779"/>
                </a:cubicBezTo>
                <a:cubicBezTo>
                  <a:pt x="112102" y="436017"/>
                  <a:pt x="111340" y="434682"/>
                  <a:pt x="111912" y="431632"/>
                </a:cubicBezTo>
                <a:lnTo>
                  <a:pt x="119347" y="379965"/>
                </a:lnTo>
                <a:cubicBezTo>
                  <a:pt x="123732" y="380728"/>
                  <a:pt x="127926" y="381300"/>
                  <a:pt x="132502" y="381491"/>
                </a:cubicBezTo>
                <a:lnTo>
                  <a:pt x="135552" y="381491"/>
                </a:lnTo>
                <a:cubicBezTo>
                  <a:pt x="135552" y="381491"/>
                  <a:pt x="135552" y="381491"/>
                  <a:pt x="135552" y="381491"/>
                </a:cubicBezTo>
                <a:lnTo>
                  <a:pt x="152520" y="381491"/>
                </a:lnTo>
                <a:cubicBezTo>
                  <a:pt x="152520" y="381491"/>
                  <a:pt x="152329" y="362235"/>
                  <a:pt x="152329" y="362235"/>
                </a:cubicBezTo>
                <a:lnTo>
                  <a:pt x="132883" y="362235"/>
                </a:lnTo>
                <a:cubicBezTo>
                  <a:pt x="123732" y="362235"/>
                  <a:pt x="114771" y="360329"/>
                  <a:pt x="106192" y="357278"/>
                </a:cubicBezTo>
                <a:cubicBezTo>
                  <a:pt x="71303" y="344314"/>
                  <a:pt x="45565" y="308853"/>
                  <a:pt x="40037" y="267291"/>
                </a:cubicBezTo>
                <a:lnTo>
                  <a:pt x="324105" y="267291"/>
                </a:lnTo>
                <a:cubicBezTo>
                  <a:pt x="323724" y="278921"/>
                  <a:pt x="318576" y="301036"/>
                  <a:pt x="288072" y="313429"/>
                </a:cubicBezTo>
                <a:close/>
                <a:moveTo>
                  <a:pt x="343170" y="247082"/>
                </a:moveTo>
                <a:lnTo>
                  <a:pt x="247845" y="247845"/>
                </a:lnTo>
                <a:lnTo>
                  <a:pt x="247845" y="57195"/>
                </a:lnTo>
                <a:lnTo>
                  <a:pt x="343170" y="57195"/>
                </a:lnTo>
                <a:lnTo>
                  <a:pt x="343170" y="247082"/>
                </a:lnTo>
                <a:close/>
                <a:moveTo>
                  <a:pt x="343170" y="38130"/>
                </a:moveTo>
                <a:lnTo>
                  <a:pt x="247845" y="38130"/>
                </a:lnTo>
                <a:lnTo>
                  <a:pt x="247845" y="30123"/>
                </a:lnTo>
                <a:cubicBezTo>
                  <a:pt x="247845" y="24022"/>
                  <a:pt x="252421" y="19065"/>
                  <a:pt x="257949" y="19065"/>
                </a:cubicBezTo>
                <a:lnTo>
                  <a:pt x="333066" y="19065"/>
                </a:lnTo>
                <a:cubicBezTo>
                  <a:pt x="338594" y="19065"/>
                  <a:pt x="343170" y="24022"/>
                  <a:pt x="343170" y="30123"/>
                </a:cubicBezTo>
                <a:lnTo>
                  <a:pt x="343170" y="3813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" name="Graphic 68" descr="Bathtub icon.">
            <a:extLst>
              <a:ext uri="{FF2B5EF4-FFF2-40B4-BE49-F238E27FC236}">
                <a16:creationId xmlns:a16="http://schemas.microsoft.com/office/drawing/2014/main" id="{179B203E-8D00-4649-93C2-9AB21755F8AF}"/>
              </a:ext>
            </a:extLst>
          </p:cNvPr>
          <p:cNvSpPr/>
          <p:nvPr/>
        </p:nvSpPr>
        <p:spPr>
          <a:xfrm>
            <a:off x="2192910" y="4228044"/>
            <a:ext cx="421484" cy="421484"/>
          </a:xfrm>
          <a:custGeom>
            <a:avLst/>
            <a:gdLst>
              <a:gd name="connsiteX0" fmla="*/ 114950 w 421484"/>
              <a:gd name="connsiteY0" fmla="*/ 124529 h 421484"/>
              <a:gd name="connsiteX1" fmla="*/ 134109 w 421484"/>
              <a:gd name="connsiteY1" fmla="*/ 124529 h 421484"/>
              <a:gd name="connsiteX2" fmla="*/ 134109 w 421484"/>
              <a:gd name="connsiteY2" fmla="*/ 162846 h 421484"/>
              <a:gd name="connsiteX3" fmla="*/ 114950 w 421484"/>
              <a:gd name="connsiteY3" fmla="*/ 162846 h 421484"/>
              <a:gd name="connsiteX4" fmla="*/ 114950 w 421484"/>
              <a:gd name="connsiteY4" fmla="*/ 124529 h 421484"/>
              <a:gd name="connsiteX5" fmla="*/ 86213 w 421484"/>
              <a:gd name="connsiteY5" fmla="*/ 124529 h 421484"/>
              <a:gd name="connsiteX6" fmla="*/ 105371 w 421484"/>
              <a:gd name="connsiteY6" fmla="*/ 124529 h 421484"/>
              <a:gd name="connsiteX7" fmla="*/ 105371 w 421484"/>
              <a:gd name="connsiteY7" fmla="*/ 153267 h 421484"/>
              <a:gd name="connsiteX8" fmla="*/ 86213 w 421484"/>
              <a:gd name="connsiteY8" fmla="*/ 153267 h 421484"/>
              <a:gd name="connsiteX9" fmla="*/ 86213 w 421484"/>
              <a:gd name="connsiteY9" fmla="*/ 124529 h 421484"/>
              <a:gd name="connsiteX10" fmla="*/ 143688 w 421484"/>
              <a:gd name="connsiteY10" fmla="*/ 124529 h 421484"/>
              <a:gd name="connsiteX11" fmla="*/ 162846 w 421484"/>
              <a:gd name="connsiteY11" fmla="*/ 124529 h 421484"/>
              <a:gd name="connsiteX12" fmla="*/ 162846 w 421484"/>
              <a:gd name="connsiteY12" fmla="*/ 153267 h 421484"/>
              <a:gd name="connsiteX13" fmla="*/ 143688 w 421484"/>
              <a:gd name="connsiteY13" fmla="*/ 153267 h 421484"/>
              <a:gd name="connsiteX14" fmla="*/ 143688 w 421484"/>
              <a:gd name="connsiteY14" fmla="*/ 124529 h 421484"/>
              <a:gd name="connsiteX15" fmla="*/ 402326 w 421484"/>
              <a:gd name="connsiteY15" fmla="*/ 210742 h 421484"/>
              <a:gd name="connsiteX16" fmla="*/ 38317 w 421484"/>
              <a:gd name="connsiteY16" fmla="*/ 210742 h 421484"/>
              <a:gd name="connsiteX17" fmla="*/ 38317 w 421484"/>
              <a:gd name="connsiteY17" fmla="*/ 57475 h 421484"/>
              <a:gd name="connsiteX18" fmla="*/ 76634 w 421484"/>
              <a:gd name="connsiteY18" fmla="*/ 19158 h 421484"/>
              <a:gd name="connsiteX19" fmla="*/ 114950 w 421484"/>
              <a:gd name="connsiteY19" fmla="*/ 57475 h 421484"/>
              <a:gd name="connsiteX20" fmla="*/ 114950 w 421484"/>
              <a:gd name="connsiteY20" fmla="*/ 59391 h 421484"/>
              <a:gd name="connsiteX21" fmla="*/ 78549 w 421484"/>
              <a:gd name="connsiteY21" fmla="*/ 90044 h 421484"/>
              <a:gd name="connsiteX22" fmla="*/ 82381 w 421484"/>
              <a:gd name="connsiteY22" fmla="*/ 107287 h 421484"/>
              <a:gd name="connsiteX23" fmla="*/ 97708 w 421484"/>
              <a:gd name="connsiteY23" fmla="*/ 114950 h 421484"/>
              <a:gd name="connsiteX24" fmla="*/ 151351 w 421484"/>
              <a:gd name="connsiteY24" fmla="*/ 114950 h 421484"/>
              <a:gd name="connsiteX25" fmla="*/ 166678 w 421484"/>
              <a:gd name="connsiteY25" fmla="*/ 107287 h 421484"/>
              <a:gd name="connsiteX26" fmla="*/ 170510 w 421484"/>
              <a:gd name="connsiteY26" fmla="*/ 90044 h 421484"/>
              <a:gd name="connsiteX27" fmla="*/ 134109 w 421484"/>
              <a:gd name="connsiteY27" fmla="*/ 59391 h 421484"/>
              <a:gd name="connsiteX28" fmla="*/ 134109 w 421484"/>
              <a:gd name="connsiteY28" fmla="*/ 57475 h 421484"/>
              <a:gd name="connsiteX29" fmla="*/ 76634 w 421484"/>
              <a:gd name="connsiteY29" fmla="*/ 0 h 421484"/>
              <a:gd name="connsiteX30" fmla="*/ 19158 w 421484"/>
              <a:gd name="connsiteY30" fmla="*/ 57475 h 421484"/>
              <a:gd name="connsiteX31" fmla="*/ 19158 w 421484"/>
              <a:gd name="connsiteY31" fmla="*/ 210742 h 421484"/>
              <a:gd name="connsiteX32" fmla="*/ 0 w 421484"/>
              <a:gd name="connsiteY32" fmla="*/ 229901 h 421484"/>
              <a:gd name="connsiteX33" fmla="*/ 0 w 421484"/>
              <a:gd name="connsiteY33" fmla="*/ 249059 h 421484"/>
              <a:gd name="connsiteX34" fmla="*/ 19158 w 421484"/>
              <a:gd name="connsiteY34" fmla="*/ 268217 h 421484"/>
              <a:gd name="connsiteX35" fmla="*/ 19158 w 421484"/>
              <a:gd name="connsiteY35" fmla="*/ 335272 h 421484"/>
              <a:gd name="connsiteX36" fmla="*/ 86213 w 421484"/>
              <a:gd name="connsiteY36" fmla="*/ 402326 h 421484"/>
              <a:gd name="connsiteX37" fmla="*/ 95792 w 421484"/>
              <a:gd name="connsiteY37" fmla="*/ 402326 h 421484"/>
              <a:gd name="connsiteX38" fmla="*/ 95792 w 421484"/>
              <a:gd name="connsiteY38" fmla="*/ 421484 h 421484"/>
              <a:gd name="connsiteX39" fmla="*/ 114950 w 421484"/>
              <a:gd name="connsiteY39" fmla="*/ 421484 h 421484"/>
              <a:gd name="connsiteX40" fmla="*/ 114950 w 421484"/>
              <a:gd name="connsiteY40" fmla="*/ 402326 h 421484"/>
              <a:gd name="connsiteX41" fmla="*/ 306534 w 421484"/>
              <a:gd name="connsiteY41" fmla="*/ 402326 h 421484"/>
              <a:gd name="connsiteX42" fmla="*/ 306534 w 421484"/>
              <a:gd name="connsiteY42" fmla="*/ 421484 h 421484"/>
              <a:gd name="connsiteX43" fmla="*/ 325692 w 421484"/>
              <a:gd name="connsiteY43" fmla="*/ 421484 h 421484"/>
              <a:gd name="connsiteX44" fmla="*/ 325692 w 421484"/>
              <a:gd name="connsiteY44" fmla="*/ 402326 h 421484"/>
              <a:gd name="connsiteX45" fmla="*/ 335272 w 421484"/>
              <a:gd name="connsiteY45" fmla="*/ 402326 h 421484"/>
              <a:gd name="connsiteX46" fmla="*/ 402326 w 421484"/>
              <a:gd name="connsiteY46" fmla="*/ 335272 h 421484"/>
              <a:gd name="connsiteX47" fmla="*/ 402326 w 421484"/>
              <a:gd name="connsiteY47" fmla="*/ 268217 h 421484"/>
              <a:gd name="connsiteX48" fmla="*/ 421484 w 421484"/>
              <a:gd name="connsiteY48" fmla="*/ 249059 h 421484"/>
              <a:gd name="connsiteX49" fmla="*/ 421484 w 421484"/>
              <a:gd name="connsiteY49" fmla="*/ 229901 h 421484"/>
              <a:gd name="connsiteX50" fmla="*/ 402326 w 421484"/>
              <a:gd name="connsiteY50" fmla="*/ 210742 h 421484"/>
              <a:gd name="connsiteX51" fmla="*/ 151351 w 421484"/>
              <a:gd name="connsiteY51" fmla="*/ 95792 h 421484"/>
              <a:gd name="connsiteX52" fmla="*/ 151351 w 421484"/>
              <a:gd name="connsiteY52" fmla="*/ 95792 h 421484"/>
              <a:gd name="connsiteX53" fmla="*/ 97708 w 421484"/>
              <a:gd name="connsiteY53" fmla="*/ 95792 h 421484"/>
              <a:gd name="connsiteX54" fmla="*/ 124529 w 421484"/>
              <a:gd name="connsiteY54" fmla="*/ 76634 h 421484"/>
              <a:gd name="connsiteX55" fmla="*/ 151351 w 421484"/>
              <a:gd name="connsiteY55" fmla="*/ 95792 h 421484"/>
              <a:gd name="connsiteX56" fmla="*/ 383168 w 421484"/>
              <a:gd name="connsiteY56" fmla="*/ 335272 h 421484"/>
              <a:gd name="connsiteX57" fmla="*/ 335272 w 421484"/>
              <a:gd name="connsiteY57" fmla="*/ 383168 h 421484"/>
              <a:gd name="connsiteX58" fmla="*/ 86213 w 421484"/>
              <a:gd name="connsiteY58" fmla="*/ 383168 h 421484"/>
              <a:gd name="connsiteX59" fmla="*/ 38317 w 421484"/>
              <a:gd name="connsiteY59" fmla="*/ 335272 h 421484"/>
              <a:gd name="connsiteX60" fmla="*/ 38317 w 421484"/>
              <a:gd name="connsiteY60" fmla="*/ 268217 h 421484"/>
              <a:gd name="connsiteX61" fmla="*/ 383168 w 421484"/>
              <a:gd name="connsiteY61" fmla="*/ 268217 h 421484"/>
              <a:gd name="connsiteX62" fmla="*/ 383168 w 421484"/>
              <a:gd name="connsiteY62" fmla="*/ 335272 h 421484"/>
              <a:gd name="connsiteX63" fmla="*/ 402326 w 421484"/>
              <a:gd name="connsiteY63" fmla="*/ 258638 h 421484"/>
              <a:gd name="connsiteX64" fmla="*/ 402326 w 421484"/>
              <a:gd name="connsiteY64" fmla="*/ 249059 h 421484"/>
              <a:gd name="connsiteX65" fmla="*/ 19158 w 421484"/>
              <a:gd name="connsiteY65" fmla="*/ 249059 h 421484"/>
              <a:gd name="connsiteX66" fmla="*/ 19158 w 421484"/>
              <a:gd name="connsiteY66" fmla="*/ 229901 h 421484"/>
              <a:gd name="connsiteX67" fmla="*/ 402326 w 421484"/>
              <a:gd name="connsiteY67" fmla="*/ 229901 h 421484"/>
              <a:gd name="connsiteX68" fmla="*/ 402326 w 421484"/>
              <a:gd name="connsiteY68" fmla="*/ 249059 h 421484"/>
              <a:gd name="connsiteX69" fmla="*/ 402326 w 421484"/>
              <a:gd name="connsiteY69" fmla="*/ 249059 h 421484"/>
              <a:gd name="connsiteX70" fmla="*/ 402326 w 421484"/>
              <a:gd name="connsiteY70" fmla="*/ 258638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21484" h="421484">
                <a:moveTo>
                  <a:pt x="114950" y="124529"/>
                </a:moveTo>
                <a:lnTo>
                  <a:pt x="134109" y="124529"/>
                </a:lnTo>
                <a:lnTo>
                  <a:pt x="134109" y="162846"/>
                </a:lnTo>
                <a:lnTo>
                  <a:pt x="114950" y="162846"/>
                </a:lnTo>
                <a:lnTo>
                  <a:pt x="114950" y="124529"/>
                </a:lnTo>
                <a:close/>
                <a:moveTo>
                  <a:pt x="86213" y="124529"/>
                </a:moveTo>
                <a:lnTo>
                  <a:pt x="105371" y="124529"/>
                </a:lnTo>
                <a:lnTo>
                  <a:pt x="105371" y="153267"/>
                </a:lnTo>
                <a:lnTo>
                  <a:pt x="86213" y="153267"/>
                </a:lnTo>
                <a:lnTo>
                  <a:pt x="86213" y="124529"/>
                </a:lnTo>
                <a:close/>
                <a:moveTo>
                  <a:pt x="143688" y="124529"/>
                </a:moveTo>
                <a:lnTo>
                  <a:pt x="162846" y="124529"/>
                </a:lnTo>
                <a:lnTo>
                  <a:pt x="162846" y="153267"/>
                </a:lnTo>
                <a:lnTo>
                  <a:pt x="143688" y="153267"/>
                </a:lnTo>
                <a:lnTo>
                  <a:pt x="143688" y="124529"/>
                </a:lnTo>
                <a:close/>
                <a:moveTo>
                  <a:pt x="402326" y="210742"/>
                </a:moveTo>
                <a:lnTo>
                  <a:pt x="38317" y="210742"/>
                </a:lnTo>
                <a:lnTo>
                  <a:pt x="38317" y="57475"/>
                </a:lnTo>
                <a:cubicBezTo>
                  <a:pt x="38317" y="36401"/>
                  <a:pt x="55559" y="19158"/>
                  <a:pt x="76634" y="19158"/>
                </a:cubicBezTo>
                <a:cubicBezTo>
                  <a:pt x="97708" y="19158"/>
                  <a:pt x="114950" y="36401"/>
                  <a:pt x="114950" y="57475"/>
                </a:cubicBezTo>
                <a:lnTo>
                  <a:pt x="114950" y="59391"/>
                </a:lnTo>
                <a:cubicBezTo>
                  <a:pt x="97708" y="61307"/>
                  <a:pt x="84297" y="74718"/>
                  <a:pt x="78549" y="90044"/>
                </a:cubicBezTo>
                <a:cubicBezTo>
                  <a:pt x="76634" y="95792"/>
                  <a:pt x="78549" y="101539"/>
                  <a:pt x="82381" y="107287"/>
                </a:cubicBezTo>
                <a:cubicBezTo>
                  <a:pt x="84297" y="111119"/>
                  <a:pt x="91960" y="114950"/>
                  <a:pt x="97708" y="114950"/>
                </a:cubicBezTo>
                <a:lnTo>
                  <a:pt x="151351" y="114950"/>
                </a:lnTo>
                <a:cubicBezTo>
                  <a:pt x="157099" y="114950"/>
                  <a:pt x="162846" y="111119"/>
                  <a:pt x="166678" y="107287"/>
                </a:cubicBezTo>
                <a:cubicBezTo>
                  <a:pt x="170510" y="101539"/>
                  <a:pt x="172425" y="95792"/>
                  <a:pt x="170510" y="90044"/>
                </a:cubicBezTo>
                <a:cubicBezTo>
                  <a:pt x="164762" y="74718"/>
                  <a:pt x="151351" y="61307"/>
                  <a:pt x="134109" y="59391"/>
                </a:cubicBezTo>
                <a:lnTo>
                  <a:pt x="134109" y="57475"/>
                </a:lnTo>
                <a:cubicBezTo>
                  <a:pt x="134109" y="24906"/>
                  <a:pt x="109203" y="0"/>
                  <a:pt x="76634" y="0"/>
                </a:cubicBezTo>
                <a:cubicBezTo>
                  <a:pt x="44064" y="0"/>
                  <a:pt x="19158" y="24906"/>
                  <a:pt x="19158" y="57475"/>
                </a:cubicBezTo>
                <a:lnTo>
                  <a:pt x="19158" y="210742"/>
                </a:lnTo>
                <a:cubicBezTo>
                  <a:pt x="7663" y="210742"/>
                  <a:pt x="0" y="218405"/>
                  <a:pt x="0" y="229901"/>
                </a:cubicBezTo>
                <a:lnTo>
                  <a:pt x="0" y="249059"/>
                </a:lnTo>
                <a:cubicBezTo>
                  <a:pt x="0" y="260554"/>
                  <a:pt x="7663" y="268217"/>
                  <a:pt x="19158" y="268217"/>
                </a:cubicBezTo>
                <a:lnTo>
                  <a:pt x="19158" y="335272"/>
                </a:lnTo>
                <a:cubicBezTo>
                  <a:pt x="19158" y="371672"/>
                  <a:pt x="49812" y="402326"/>
                  <a:pt x="86213" y="402326"/>
                </a:cubicBezTo>
                <a:lnTo>
                  <a:pt x="95792" y="402326"/>
                </a:lnTo>
                <a:lnTo>
                  <a:pt x="95792" y="421484"/>
                </a:lnTo>
                <a:lnTo>
                  <a:pt x="114950" y="421484"/>
                </a:lnTo>
                <a:lnTo>
                  <a:pt x="114950" y="402326"/>
                </a:lnTo>
                <a:lnTo>
                  <a:pt x="306534" y="402326"/>
                </a:lnTo>
                <a:lnTo>
                  <a:pt x="306534" y="421484"/>
                </a:lnTo>
                <a:lnTo>
                  <a:pt x="325692" y="421484"/>
                </a:lnTo>
                <a:lnTo>
                  <a:pt x="325692" y="402326"/>
                </a:lnTo>
                <a:lnTo>
                  <a:pt x="335272" y="402326"/>
                </a:lnTo>
                <a:cubicBezTo>
                  <a:pt x="371672" y="402326"/>
                  <a:pt x="402326" y="371672"/>
                  <a:pt x="402326" y="335272"/>
                </a:cubicBezTo>
                <a:lnTo>
                  <a:pt x="402326" y="268217"/>
                </a:lnTo>
                <a:cubicBezTo>
                  <a:pt x="413821" y="268217"/>
                  <a:pt x="421484" y="260554"/>
                  <a:pt x="421484" y="249059"/>
                </a:cubicBezTo>
                <a:lnTo>
                  <a:pt x="421484" y="229901"/>
                </a:lnTo>
                <a:cubicBezTo>
                  <a:pt x="421484" y="218405"/>
                  <a:pt x="413821" y="210742"/>
                  <a:pt x="402326" y="210742"/>
                </a:cubicBezTo>
                <a:close/>
                <a:moveTo>
                  <a:pt x="151351" y="95792"/>
                </a:moveTo>
                <a:lnTo>
                  <a:pt x="151351" y="95792"/>
                </a:lnTo>
                <a:lnTo>
                  <a:pt x="97708" y="95792"/>
                </a:lnTo>
                <a:cubicBezTo>
                  <a:pt x="101539" y="84297"/>
                  <a:pt x="113034" y="76634"/>
                  <a:pt x="124529" y="76634"/>
                </a:cubicBezTo>
                <a:cubicBezTo>
                  <a:pt x="136024" y="76634"/>
                  <a:pt x="147519" y="84297"/>
                  <a:pt x="151351" y="95792"/>
                </a:cubicBezTo>
                <a:close/>
                <a:moveTo>
                  <a:pt x="383168" y="335272"/>
                </a:moveTo>
                <a:cubicBezTo>
                  <a:pt x="383168" y="362093"/>
                  <a:pt x="362093" y="383168"/>
                  <a:pt x="335272" y="383168"/>
                </a:cubicBezTo>
                <a:lnTo>
                  <a:pt x="86213" y="383168"/>
                </a:lnTo>
                <a:cubicBezTo>
                  <a:pt x="59391" y="383168"/>
                  <a:pt x="38317" y="362093"/>
                  <a:pt x="38317" y="335272"/>
                </a:cubicBezTo>
                <a:lnTo>
                  <a:pt x="38317" y="268217"/>
                </a:lnTo>
                <a:lnTo>
                  <a:pt x="383168" y="268217"/>
                </a:lnTo>
                <a:lnTo>
                  <a:pt x="383168" y="335272"/>
                </a:lnTo>
                <a:close/>
                <a:moveTo>
                  <a:pt x="402326" y="258638"/>
                </a:moveTo>
                <a:lnTo>
                  <a:pt x="402326" y="249059"/>
                </a:lnTo>
                <a:lnTo>
                  <a:pt x="19158" y="249059"/>
                </a:lnTo>
                <a:lnTo>
                  <a:pt x="19158" y="229901"/>
                </a:lnTo>
                <a:lnTo>
                  <a:pt x="402326" y="229901"/>
                </a:lnTo>
                <a:lnTo>
                  <a:pt x="402326" y="249059"/>
                </a:lnTo>
                <a:lnTo>
                  <a:pt x="402326" y="249059"/>
                </a:lnTo>
                <a:lnTo>
                  <a:pt x="402326" y="25863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55" descr="Toothbrush icon.">
            <a:extLst>
              <a:ext uri="{FF2B5EF4-FFF2-40B4-BE49-F238E27FC236}">
                <a16:creationId xmlns:a16="http://schemas.microsoft.com/office/drawing/2014/main" id="{74CC9F77-E4B3-41DD-9A93-4E8B0BCDA71A}"/>
              </a:ext>
            </a:extLst>
          </p:cNvPr>
          <p:cNvSpPr/>
          <p:nvPr/>
        </p:nvSpPr>
        <p:spPr>
          <a:xfrm>
            <a:off x="3402853" y="4210975"/>
            <a:ext cx="430606" cy="455623"/>
          </a:xfrm>
          <a:custGeom>
            <a:avLst/>
            <a:gdLst>
              <a:gd name="connsiteX0" fmla="*/ 423217 w 430606"/>
              <a:gd name="connsiteY0" fmla="*/ 407400 h 455623"/>
              <a:gd name="connsiteX1" fmla="*/ 157034 w 430606"/>
              <a:gd name="connsiteY1" fmla="*/ 201496 h 455623"/>
              <a:gd name="connsiteX2" fmla="*/ 208510 w 430606"/>
              <a:gd name="connsiteY2" fmla="*/ 136242 h 455623"/>
              <a:gd name="connsiteX3" fmla="*/ 222096 w 430606"/>
              <a:gd name="connsiteY3" fmla="*/ 138730 h 455623"/>
              <a:gd name="connsiteX4" fmla="*/ 231090 w 430606"/>
              <a:gd name="connsiteY4" fmla="*/ 137773 h 455623"/>
              <a:gd name="connsiteX5" fmla="*/ 252714 w 430606"/>
              <a:gd name="connsiteY5" fmla="*/ 124378 h 455623"/>
              <a:gd name="connsiteX6" fmla="*/ 269171 w 430606"/>
              <a:gd name="connsiteY6" fmla="*/ 105242 h 455623"/>
              <a:gd name="connsiteX7" fmla="*/ 272998 w 430606"/>
              <a:gd name="connsiteY7" fmla="*/ 90507 h 455623"/>
              <a:gd name="connsiteX8" fmla="*/ 262856 w 430606"/>
              <a:gd name="connsiteY8" fmla="*/ 79216 h 455623"/>
              <a:gd name="connsiteX9" fmla="*/ 248887 w 430606"/>
              <a:gd name="connsiteY9" fmla="*/ 72519 h 455623"/>
              <a:gd name="connsiteX10" fmla="*/ 246017 w 430606"/>
              <a:gd name="connsiteY10" fmla="*/ 70988 h 455623"/>
              <a:gd name="connsiteX11" fmla="*/ 234535 w 430606"/>
              <a:gd name="connsiteY11" fmla="*/ 64290 h 455623"/>
              <a:gd name="connsiteX12" fmla="*/ 231473 w 430606"/>
              <a:gd name="connsiteY12" fmla="*/ 61994 h 455623"/>
              <a:gd name="connsiteX13" fmla="*/ 219226 w 430606"/>
              <a:gd name="connsiteY13" fmla="*/ 52426 h 455623"/>
              <a:gd name="connsiteX14" fmla="*/ 202578 w 430606"/>
              <a:gd name="connsiteY14" fmla="*/ 39222 h 455623"/>
              <a:gd name="connsiteX15" fmla="*/ 186312 w 430606"/>
              <a:gd name="connsiteY15" fmla="*/ 26209 h 455623"/>
              <a:gd name="connsiteX16" fmla="*/ 174830 w 430606"/>
              <a:gd name="connsiteY16" fmla="*/ 17216 h 455623"/>
              <a:gd name="connsiteX17" fmla="*/ 173108 w 430606"/>
              <a:gd name="connsiteY17" fmla="*/ 15876 h 455623"/>
              <a:gd name="connsiteX18" fmla="*/ 145935 w 430606"/>
              <a:gd name="connsiteY18" fmla="*/ 758 h 455623"/>
              <a:gd name="connsiteX19" fmla="*/ 122589 w 430606"/>
              <a:gd name="connsiteY19" fmla="*/ 3246 h 455623"/>
              <a:gd name="connsiteX20" fmla="*/ 107663 w 430606"/>
              <a:gd name="connsiteY20" fmla="*/ 14536 h 455623"/>
              <a:gd name="connsiteX21" fmla="*/ 94267 w 430606"/>
              <a:gd name="connsiteY21" fmla="*/ 30228 h 455623"/>
              <a:gd name="connsiteX22" fmla="*/ 90823 w 430606"/>
              <a:gd name="connsiteY22" fmla="*/ 45346 h 455623"/>
              <a:gd name="connsiteX23" fmla="*/ 101348 w 430606"/>
              <a:gd name="connsiteY23" fmla="*/ 54722 h 455623"/>
              <a:gd name="connsiteX24" fmla="*/ 102687 w 430606"/>
              <a:gd name="connsiteY24" fmla="*/ 55679 h 455623"/>
              <a:gd name="connsiteX25" fmla="*/ 51020 w 430606"/>
              <a:gd name="connsiteY25" fmla="*/ 119785 h 455623"/>
              <a:gd name="connsiteX26" fmla="*/ 27865 w 430606"/>
              <a:gd name="connsiteY26" fmla="*/ 101797 h 455623"/>
              <a:gd name="connsiteX27" fmla="*/ 4519 w 430606"/>
              <a:gd name="connsiteY27" fmla="*/ 129736 h 455623"/>
              <a:gd name="connsiteX28" fmla="*/ 118 w 430606"/>
              <a:gd name="connsiteY28" fmla="*/ 143896 h 455623"/>
              <a:gd name="connsiteX29" fmla="*/ 7390 w 430606"/>
              <a:gd name="connsiteY29" fmla="*/ 156909 h 455623"/>
              <a:gd name="connsiteX30" fmla="*/ 388198 w 430606"/>
              <a:gd name="connsiteY30" fmla="*/ 451605 h 455623"/>
              <a:gd name="connsiteX31" fmla="*/ 388198 w 430606"/>
              <a:gd name="connsiteY31" fmla="*/ 451605 h 455623"/>
              <a:gd name="connsiteX32" fmla="*/ 399871 w 430606"/>
              <a:gd name="connsiteY32" fmla="*/ 455623 h 455623"/>
              <a:gd name="connsiteX33" fmla="*/ 414414 w 430606"/>
              <a:gd name="connsiteY33" fmla="*/ 448926 h 455623"/>
              <a:gd name="connsiteX34" fmla="*/ 426087 w 430606"/>
              <a:gd name="connsiteY34" fmla="*/ 434956 h 455623"/>
              <a:gd name="connsiteX35" fmla="*/ 430488 w 430606"/>
              <a:gd name="connsiteY35" fmla="*/ 420796 h 455623"/>
              <a:gd name="connsiteX36" fmla="*/ 423217 w 430606"/>
              <a:gd name="connsiteY36" fmla="*/ 407783 h 455623"/>
              <a:gd name="connsiteX37" fmla="*/ 126799 w 430606"/>
              <a:gd name="connsiteY37" fmla="*/ 178150 h 455623"/>
              <a:gd name="connsiteX38" fmla="*/ 177509 w 430606"/>
              <a:gd name="connsiteY38" fmla="*/ 115192 h 455623"/>
              <a:gd name="connsiteX39" fmla="*/ 191670 w 430606"/>
              <a:gd name="connsiteY39" fmla="*/ 126483 h 455623"/>
              <a:gd name="connsiteX40" fmla="*/ 141916 w 430606"/>
              <a:gd name="connsiteY40" fmla="*/ 189823 h 455623"/>
              <a:gd name="connsiteX41" fmla="*/ 126799 w 430606"/>
              <a:gd name="connsiteY41" fmla="*/ 178150 h 455623"/>
              <a:gd name="connsiteX42" fmla="*/ 162583 w 430606"/>
              <a:gd name="connsiteY42" fmla="*/ 103328 h 455623"/>
              <a:gd name="connsiteX43" fmla="*/ 111681 w 430606"/>
              <a:gd name="connsiteY43" fmla="*/ 166477 h 455623"/>
              <a:gd name="connsiteX44" fmla="*/ 96564 w 430606"/>
              <a:gd name="connsiteY44" fmla="*/ 154804 h 455623"/>
              <a:gd name="connsiteX45" fmla="*/ 147657 w 430606"/>
              <a:gd name="connsiteY45" fmla="*/ 91464 h 455623"/>
              <a:gd name="connsiteX46" fmla="*/ 162583 w 430606"/>
              <a:gd name="connsiteY46" fmla="*/ 103519 h 455623"/>
              <a:gd name="connsiteX47" fmla="*/ 122397 w 430606"/>
              <a:gd name="connsiteY47" fmla="*/ 26592 h 455623"/>
              <a:gd name="connsiteX48" fmla="*/ 130243 w 430606"/>
              <a:gd name="connsiteY48" fmla="*/ 20851 h 455623"/>
              <a:gd name="connsiteX49" fmla="*/ 142108 w 430606"/>
              <a:gd name="connsiteY49" fmla="*/ 19512 h 455623"/>
              <a:gd name="connsiteX50" fmla="*/ 160670 w 430606"/>
              <a:gd name="connsiteY50" fmla="*/ 30419 h 455623"/>
              <a:gd name="connsiteX51" fmla="*/ 161052 w 430606"/>
              <a:gd name="connsiteY51" fmla="*/ 30802 h 455623"/>
              <a:gd name="connsiteX52" fmla="*/ 224584 w 430606"/>
              <a:gd name="connsiteY52" fmla="*/ 80556 h 455623"/>
              <a:gd name="connsiteX53" fmla="*/ 237023 w 430606"/>
              <a:gd name="connsiteY53" fmla="*/ 87828 h 455623"/>
              <a:gd name="connsiteX54" fmla="*/ 239893 w 430606"/>
              <a:gd name="connsiteY54" fmla="*/ 89359 h 455623"/>
              <a:gd name="connsiteX55" fmla="*/ 252332 w 430606"/>
              <a:gd name="connsiteY55" fmla="*/ 95482 h 455623"/>
              <a:gd name="connsiteX56" fmla="*/ 237979 w 430606"/>
              <a:gd name="connsiteY56" fmla="*/ 112131 h 455623"/>
              <a:gd name="connsiteX57" fmla="*/ 226689 w 430606"/>
              <a:gd name="connsiteY57" fmla="*/ 119019 h 455623"/>
              <a:gd name="connsiteX58" fmla="*/ 205065 w 430606"/>
              <a:gd name="connsiteY58" fmla="*/ 112513 h 455623"/>
              <a:gd name="connsiteX59" fmla="*/ 132540 w 430606"/>
              <a:gd name="connsiteY59" fmla="*/ 54148 h 455623"/>
              <a:gd name="connsiteX60" fmla="*/ 112255 w 430606"/>
              <a:gd name="connsiteY60" fmla="*/ 38648 h 455623"/>
              <a:gd name="connsiteX61" fmla="*/ 122589 w 430606"/>
              <a:gd name="connsiteY61" fmla="*/ 26592 h 455623"/>
              <a:gd name="connsiteX62" fmla="*/ 117996 w 430606"/>
              <a:gd name="connsiteY62" fmla="*/ 67161 h 455623"/>
              <a:gd name="connsiteX63" fmla="*/ 120293 w 430606"/>
              <a:gd name="connsiteY63" fmla="*/ 69074 h 455623"/>
              <a:gd name="connsiteX64" fmla="*/ 132922 w 430606"/>
              <a:gd name="connsiteY64" fmla="*/ 79216 h 455623"/>
              <a:gd name="connsiteX65" fmla="*/ 81638 w 430606"/>
              <a:gd name="connsiteY65" fmla="*/ 142940 h 455623"/>
              <a:gd name="connsiteX66" fmla="*/ 66520 w 430606"/>
              <a:gd name="connsiteY66" fmla="*/ 131267 h 455623"/>
              <a:gd name="connsiteX67" fmla="*/ 118188 w 430606"/>
              <a:gd name="connsiteY67" fmla="*/ 67161 h 455623"/>
              <a:gd name="connsiteX68" fmla="*/ 400062 w 430606"/>
              <a:gd name="connsiteY68" fmla="*/ 436487 h 455623"/>
              <a:gd name="connsiteX69" fmla="*/ 399679 w 430606"/>
              <a:gd name="connsiteY69" fmla="*/ 436487 h 455623"/>
              <a:gd name="connsiteX70" fmla="*/ 19063 w 430606"/>
              <a:gd name="connsiteY70" fmla="*/ 141600 h 455623"/>
              <a:gd name="connsiteX71" fmla="*/ 30927 w 430606"/>
              <a:gd name="connsiteY71" fmla="*/ 127439 h 455623"/>
              <a:gd name="connsiteX72" fmla="*/ 411926 w 430606"/>
              <a:gd name="connsiteY72" fmla="*/ 422518 h 455623"/>
              <a:gd name="connsiteX73" fmla="*/ 400253 w 430606"/>
              <a:gd name="connsiteY73" fmla="*/ 436487 h 455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30606" h="455623">
                <a:moveTo>
                  <a:pt x="423217" y="407400"/>
                </a:moveTo>
                <a:lnTo>
                  <a:pt x="157034" y="201496"/>
                </a:lnTo>
                <a:lnTo>
                  <a:pt x="208510" y="136242"/>
                </a:lnTo>
                <a:cubicBezTo>
                  <a:pt x="213485" y="137964"/>
                  <a:pt x="218078" y="138730"/>
                  <a:pt x="222096" y="138730"/>
                </a:cubicBezTo>
                <a:cubicBezTo>
                  <a:pt x="225350" y="138730"/>
                  <a:pt x="228411" y="138347"/>
                  <a:pt x="231090" y="137773"/>
                </a:cubicBezTo>
                <a:cubicBezTo>
                  <a:pt x="243720" y="134711"/>
                  <a:pt x="250992" y="126483"/>
                  <a:pt x="252714" y="124378"/>
                </a:cubicBezTo>
                <a:lnTo>
                  <a:pt x="269171" y="105242"/>
                </a:lnTo>
                <a:cubicBezTo>
                  <a:pt x="272807" y="101032"/>
                  <a:pt x="274338" y="95673"/>
                  <a:pt x="272998" y="90507"/>
                </a:cubicBezTo>
                <a:cubicBezTo>
                  <a:pt x="271850" y="85531"/>
                  <a:pt x="268214" y="81321"/>
                  <a:pt x="262856" y="79216"/>
                </a:cubicBezTo>
                <a:cubicBezTo>
                  <a:pt x="262856" y="79216"/>
                  <a:pt x="255393" y="76155"/>
                  <a:pt x="248887" y="72519"/>
                </a:cubicBezTo>
                <a:lnTo>
                  <a:pt x="246017" y="70988"/>
                </a:lnTo>
                <a:cubicBezTo>
                  <a:pt x="241615" y="68692"/>
                  <a:pt x="240467" y="67926"/>
                  <a:pt x="234535" y="64290"/>
                </a:cubicBezTo>
                <a:cubicBezTo>
                  <a:pt x="233578" y="63716"/>
                  <a:pt x="232430" y="62759"/>
                  <a:pt x="231473" y="61994"/>
                </a:cubicBezTo>
                <a:cubicBezTo>
                  <a:pt x="227263" y="58932"/>
                  <a:pt x="223245" y="55679"/>
                  <a:pt x="219226" y="52426"/>
                </a:cubicBezTo>
                <a:cubicBezTo>
                  <a:pt x="213677" y="48025"/>
                  <a:pt x="208127" y="43623"/>
                  <a:pt x="202578" y="39222"/>
                </a:cubicBezTo>
                <a:cubicBezTo>
                  <a:pt x="197220" y="34821"/>
                  <a:pt x="191670" y="30611"/>
                  <a:pt x="186312" y="26209"/>
                </a:cubicBezTo>
                <a:cubicBezTo>
                  <a:pt x="182485" y="23148"/>
                  <a:pt x="178658" y="20086"/>
                  <a:pt x="174830" y="17216"/>
                </a:cubicBezTo>
                <a:lnTo>
                  <a:pt x="173108" y="15876"/>
                </a:lnTo>
                <a:cubicBezTo>
                  <a:pt x="164880" y="9561"/>
                  <a:pt x="156460" y="2863"/>
                  <a:pt x="145935" y="758"/>
                </a:cubicBezTo>
                <a:cubicBezTo>
                  <a:pt x="137898" y="-772"/>
                  <a:pt x="129861" y="-7"/>
                  <a:pt x="122589" y="3246"/>
                </a:cubicBezTo>
                <a:cubicBezTo>
                  <a:pt x="116465" y="5925"/>
                  <a:pt x="111107" y="9944"/>
                  <a:pt x="107663" y="14536"/>
                </a:cubicBezTo>
                <a:lnTo>
                  <a:pt x="94267" y="30228"/>
                </a:lnTo>
                <a:cubicBezTo>
                  <a:pt x="90440" y="34821"/>
                  <a:pt x="89101" y="40179"/>
                  <a:pt x="90823" y="45346"/>
                </a:cubicBezTo>
                <a:cubicBezTo>
                  <a:pt x="92354" y="49938"/>
                  <a:pt x="96181" y="53191"/>
                  <a:pt x="101348" y="54722"/>
                </a:cubicBezTo>
                <a:cubicBezTo>
                  <a:pt x="101731" y="54722"/>
                  <a:pt x="102113" y="55296"/>
                  <a:pt x="102687" y="55679"/>
                </a:cubicBezTo>
                <a:lnTo>
                  <a:pt x="51020" y="119785"/>
                </a:lnTo>
                <a:lnTo>
                  <a:pt x="27865" y="101797"/>
                </a:lnTo>
                <a:lnTo>
                  <a:pt x="4519" y="129736"/>
                </a:lnTo>
                <a:cubicBezTo>
                  <a:pt x="1075" y="133754"/>
                  <a:pt x="-456" y="138730"/>
                  <a:pt x="118" y="143896"/>
                </a:cubicBezTo>
                <a:cubicBezTo>
                  <a:pt x="692" y="149063"/>
                  <a:pt x="3180" y="153656"/>
                  <a:pt x="7390" y="156909"/>
                </a:cubicBezTo>
                <a:lnTo>
                  <a:pt x="388198" y="451605"/>
                </a:lnTo>
                <a:lnTo>
                  <a:pt x="388198" y="451605"/>
                </a:lnTo>
                <a:cubicBezTo>
                  <a:pt x="391642" y="454284"/>
                  <a:pt x="395661" y="455623"/>
                  <a:pt x="399871" y="455623"/>
                </a:cubicBezTo>
                <a:cubicBezTo>
                  <a:pt x="405229" y="455623"/>
                  <a:pt x="410587" y="453327"/>
                  <a:pt x="414414" y="448926"/>
                </a:cubicBezTo>
                <a:lnTo>
                  <a:pt x="426087" y="434956"/>
                </a:lnTo>
                <a:cubicBezTo>
                  <a:pt x="429532" y="430938"/>
                  <a:pt x="431063" y="425962"/>
                  <a:pt x="430488" y="420796"/>
                </a:cubicBezTo>
                <a:cubicBezTo>
                  <a:pt x="429914" y="415629"/>
                  <a:pt x="427427" y="411036"/>
                  <a:pt x="423217" y="407783"/>
                </a:cubicBezTo>
                <a:close/>
                <a:moveTo>
                  <a:pt x="126799" y="178150"/>
                </a:moveTo>
                <a:lnTo>
                  <a:pt x="177509" y="115192"/>
                </a:lnTo>
                <a:cubicBezTo>
                  <a:pt x="184398" y="120550"/>
                  <a:pt x="189565" y="124760"/>
                  <a:pt x="191670" y="126483"/>
                </a:cubicBezTo>
                <a:lnTo>
                  <a:pt x="141916" y="189823"/>
                </a:lnTo>
                <a:lnTo>
                  <a:pt x="126799" y="178150"/>
                </a:lnTo>
                <a:close/>
                <a:moveTo>
                  <a:pt x="162583" y="103328"/>
                </a:moveTo>
                <a:lnTo>
                  <a:pt x="111681" y="166477"/>
                </a:lnTo>
                <a:lnTo>
                  <a:pt x="96564" y="154804"/>
                </a:lnTo>
                <a:lnTo>
                  <a:pt x="147657" y="91464"/>
                </a:lnTo>
                <a:cubicBezTo>
                  <a:pt x="152633" y="95482"/>
                  <a:pt x="157608" y="99501"/>
                  <a:pt x="162583" y="103519"/>
                </a:cubicBezTo>
                <a:close/>
                <a:moveTo>
                  <a:pt x="122397" y="26592"/>
                </a:moveTo>
                <a:cubicBezTo>
                  <a:pt x="124311" y="24296"/>
                  <a:pt x="126990" y="22191"/>
                  <a:pt x="130243" y="20851"/>
                </a:cubicBezTo>
                <a:cubicBezTo>
                  <a:pt x="134071" y="19129"/>
                  <a:pt x="138089" y="18746"/>
                  <a:pt x="142108" y="19512"/>
                </a:cubicBezTo>
                <a:cubicBezTo>
                  <a:pt x="148614" y="20851"/>
                  <a:pt x="154163" y="25253"/>
                  <a:pt x="160670" y="30419"/>
                </a:cubicBezTo>
                <a:lnTo>
                  <a:pt x="161052" y="30802"/>
                </a:lnTo>
                <a:cubicBezTo>
                  <a:pt x="161052" y="30802"/>
                  <a:pt x="219417" y="77303"/>
                  <a:pt x="224584" y="80556"/>
                </a:cubicBezTo>
                <a:cubicBezTo>
                  <a:pt x="230899" y="84575"/>
                  <a:pt x="232239" y="85149"/>
                  <a:pt x="237023" y="87828"/>
                </a:cubicBezTo>
                <a:lnTo>
                  <a:pt x="239893" y="89359"/>
                </a:lnTo>
                <a:cubicBezTo>
                  <a:pt x="244486" y="91846"/>
                  <a:pt x="249270" y="93951"/>
                  <a:pt x="252332" y="95482"/>
                </a:cubicBezTo>
                <a:lnTo>
                  <a:pt x="237979" y="112131"/>
                </a:lnTo>
                <a:cubicBezTo>
                  <a:pt x="236449" y="114044"/>
                  <a:pt x="232430" y="117680"/>
                  <a:pt x="226689" y="119019"/>
                </a:cubicBezTo>
                <a:cubicBezTo>
                  <a:pt x="219992" y="120742"/>
                  <a:pt x="212528" y="118445"/>
                  <a:pt x="205065" y="112513"/>
                </a:cubicBezTo>
                <a:cubicBezTo>
                  <a:pt x="205065" y="112513"/>
                  <a:pt x="151676" y="69840"/>
                  <a:pt x="132540" y="54148"/>
                </a:cubicBezTo>
                <a:cubicBezTo>
                  <a:pt x="121823" y="45346"/>
                  <a:pt x="115891" y="40944"/>
                  <a:pt x="112255" y="38648"/>
                </a:cubicBezTo>
                <a:lnTo>
                  <a:pt x="122589" y="26592"/>
                </a:lnTo>
                <a:close/>
                <a:moveTo>
                  <a:pt x="117996" y="67161"/>
                </a:moveTo>
                <a:cubicBezTo>
                  <a:pt x="117996" y="67161"/>
                  <a:pt x="119336" y="68309"/>
                  <a:pt x="120293" y="69074"/>
                </a:cubicBezTo>
                <a:cubicBezTo>
                  <a:pt x="123546" y="71753"/>
                  <a:pt x="127947" y="75389"/>
                  <a:pt x="132922" y="79216"/>
                </a:cubicBezTo>
                <a:lnTo>
                  <a:pt x="81638" y="142940"/>
                </a:lnTo>
                <a:lnTo>
                  <a:pt x="66520" y="131267"/>
                </a:lnTo>
                <a:lnTo>
                  <a:pt x="118188" y="67161"/>
                </a:lnTo>
                <a:close/>
                <a:moveTo>
                  <a:pt x="400062" y="436487"/>
                </a:moveTo>
                <a:cubicBezTo>
                  <a:pt x="400062" y="436487"/>
                  <a:pt x="400062" y="436487"/>
                  <a:pt x="399679" y="436487"/>
                </a:cubicBezTo>
                <a:lnTo>
                  <a:pt x="19063" y="141600"/>
                </a:lnTo>
                <a:lnTo>
                  <a:pt x="30927" y="127439"/>
                </a:lnTo>
                <a:lnTo>
                  <a:pt x="411926" y="422518"/>
                </a:lnTo>
                <a:lnTo>
                  <a:pt x="400253" y="43648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01" descr="Detergent icon.">
            <a:extLst>
              <a:ext uri="{FF2B5EF4-FFF2-40B4-BE49-F238E27FC236}">
                <a16:creationId xmlns:a16="http://schemas.microsoft.com/office/drawing/2014/main" id="{147C518A-EC86-4A6D-964E-13789D099893}"/>
              </a:ext>
            </a:extLst>
          </p:cNvPr>
          <p:cNvSpPr>
            <a:spLocks noChangeAspect="1"/>
          </p:cNvSpPr>
          <p:nvPr/>
        </p:nvSpPr>
        <p:spPr>
          <a:xfrm>
            <a:off x="4709844" y="4209527"/>
            <a:ext cx="305919" cy="458518"/>
          </a:xfrm>
          <a:custGeom>
            <a:avLst/>
            <a:gdLst>
              <a:gd name="connsiteX0" fmla="*/ 208781 w 305919"/>
              <a:gd name="connsiteY0" fmla="*/ 106988 h 458518"/>
              <a:gd name="connsiteX1" fmla="*/ 208781 w 305919"/>
              <a:gd name="connsiteY1" fmla="*/ 76420 h 458518"/>
              <a:gd name="connsiteX2" fmla="*/ 189676 w 305919"/>
              <a:gd name="connsiteY2" fmla="*/ 57315 h 458518"/>
              <a:gd name="connsiteX3" fmla="*/ 189676 w 305919"/>
              <a:gd name="connsiteY3" fmla="*/ 19105 h 458518"/>
              <a:gd name="connsiteX4" fmla="*/ 170571 w 305919"/>
              <a:gd name="connsiteY4" fmla="*/ 0 h 458518"/>
              <a:gd name="connsiteX5" fmla="*/ 88420 w 305919"/>
              <a:gd name="connsiteY5" fmla="*/ 0 h 458518"/>
              <a:gd name="connsiteX6" fmla="*/ 69315 w 305919"/>
              <a:gd name="connsiteY6" fmla="*/ 19105 h 458518"/>
              <a:gd name="connsiteX7" fmla="*/ 69315 w 305919"/>
              <a:gd name="connsiteY7" fmla="*/ 57315 h 458518"/>
              <a:gd name="connsiteX8" fmla="*/ 69315 w 305919"/>
              <a:gd name="connsiteY8" fmla="*/ 57315 h 458518"/>
              <a:gd name="connsiteX9" fmla="*/ 50210 w 305919"/>
              <a:gd name="connsiteY9" fmla="*/ 76420 h 458518"/>
              <a:gd name="connsiteX10" fmla="*/ 50210 w 305919"/>
              <a:gd name="connsiteY10" fmla="*/ 112719 h 458518"/>
              <a:gd name="connsiteX11" fmla="*/ 21553 w 305919"/>
              <a:gd name="connsiteY11" fmla="*/ 445145 h 458518"/>
              <a:gd name="connsiteX12" fmla="*/ 40658 w 305919"/>
              <a:gd name="connsiteY12" fmla="*/ 458518 h 458518"/>
              <a:gd name="connsiteX13" fmla="*/ 273738 w 305919"/>
              <a:gd name="connsiteY13" fmla="*/ 458518 h 458518"/>
              <a:gd name="connsiteX14" fmla="*/ 292843 w 305919"/>
              <a:gd name="connsiteY14" fmla="*/ 443234 h 458518"/>
              <a:gd name="connsiteX15" fmla="*/ 208781 w 305919"/>
              <a:gd name="connsiteY15" fmla="*/ 106988 h 458518"/>
              <a:gd name="connsiteX16" fmla="*/ 67405 w 305919"/>
              <a:gd name="connsiteY16" fmla="*/ 76420 h 458518"/>
              <a:gd name="connsiteX17" fmla="*/ 86509 w 305919"/>
              <a:gd name="connsiteY17" fmla="*/ 76420 h 458518"/>
              <a:gd name="connsiteX18" fmla="*/ 86509 w 305919"/>
              <a:gd name="connsiteY18" fmla="*/ 19105 h 458518"/>
              <a:gd name="connsiteX19" fmla="*/ 168661 w 305919"/>
              <a:gd name="connsiteY19" fmla="*/ 19105 h 458518"/>
              <a:gd name="connsiteX20" fmla="*/ 168661 w 305919"/>
              <a:gd name="connsiteY20" fmla="*/ 76420 h 458518"/>
              <a:gd name="connsiteX21" fmla="*/ 187766 w 305919"/>
              <a:gd name="connsiteY21" fmla="*/ 76420 h 458518"/>
              <a:gd name="connsiteX22" fmla="*/ 187766 w 305919"/>
              <a:gd name="connsiteY22" fmla="*/ 95525 h 458518"/>
              <a:gd name="connsiteX23" fmla="*/ 67405 w 305919"/>
              <a:gd name="connsiteY23" fmla="*/ 95525 h 458518"/>
              <a:gd name="connsiteX24" fmla="*/ 67405 w 305919"/>
              <a:gd name="connsiteY24" fmla="*/ 76420 h 458518"/>
              <a:gd name="connsiteX25" fmla="*/ 273738 w 305919"/>
              <a:gd name="connsiteY25" fmla="*/ 439413 h 458518"/>
              <a:gd name="connsiteX26" fmla="*/ 40658 w 305919"/>
              <a:gd name="connsiteY26" fmla="*/ 439413 h 458518"/>
              <a:gd name="connsiteX27" fmla="*/ 69315 w 305919"/>
              <a:gd name="connsiteY27" fmla="*/ 114630 h 458518"/>
              <a:gd name="connsiteX28" fmla="*/ 183945 w 305919"/>
              <a:gd name="connsiteY28" fmla="*/ 114630 h 458518"/>
              <a:gd name="connsiteX29" fmla="*/ 273738 w 305919"/>
              <a:gd name="connsiteY29" fmla="*/ 439413 h 458518"/>
              <a:gd name="connsiteX30" fmla="*/ 189676 w 305919"/>
              <a:gd name="connsiteY30" fmla="*/ 164302 h 458518"/>
              <a:gd name="connsiteX31" fmla="*/ 178213 w 305919"/>
              <a:gd name="connsiteY31" fmla="*/ 202512 h 458518"/>
              <a:gd name="connsiteX32" fmla="*/ 178213 w 305919"/>
              <a:gd name="connsiteY32" fmla="*/ 202512 h 458518"/>
              <a:gd name="connsiteX33" fmla="*/ 180124 w 305919"/>
              <a:gd name="connsiteY33" fmla="*/ 204423 h 458518"/>
              <a:gd name="connsiteX34" fmla="*/ 185855 w 305919"/>
              <a:gd name="connsiteY34" fmla="*/ 217796 h 458518"/>
              <a:gd name="connsiteX35" fmla="*/ 189676 w 305919"/>
              <a:gd name="connsiteY35" fmla="*/ 227349 h 458518"/>
              <a:gd name="connsiteX36" fmla="*/ 199228 w 305919"/>
              <a:gd name="connsiteY36" fmla="*/ 256006 h 458518"/>
              <a:gd name="connsiteX37" fmla="*/ 208781 w 305919"/>
              <a:gd name="connsiteY37" fmla="*/ 299947 h 458518"/>
              <a:gd name="connsiteX38" fmla="*/ 210691 w 305919"/>
              <a:gd name="connsiteY38" fmla="*/ 315231 h 458518"/>
              <a:gd name="connsiteX39" fmla="*/ 210691 w 305919"/>
              <a:gd name="connsiteY39" fmla="*/ 317142 h 458518"/>
              <a:gd name="connsiteX40" fmla="*/ 239349 w 305919"/>
              <a:gd name="connsiteY40" fmla="*/ 341978 h 458518"/>
              <a:gd name="connsiteX41" fmla="*/ 243170 w 305919"/>
              <a:gd name="connsiteY41" fmla="*/ 341978 h 458518"/>
              <a:gd name="connsiteX42" fmla="*/ 268006 w 305919"/>
              <a:gd name="connsiteY42" fmla="*/ 311410 h 458518"/>
              <a:gd name="connsiteX43" fmla="*/ 252722 w 305919"/>
              <a:gd name="connsiteY43" fmla="*/ 233080 h 458518"/>
              <a:gd name="connsiteX44" fmla="*/ 239349 w 305919"/>
              <a:gd name="connsiteY44" fmla="*/ 196781 h 458518"/>
              <a:gd name="connsiteX45" fmla="*/ 233617 w 305919"/>
              <a:gd name="connsiteY45" fmla="*/ 183407 h 458518"/>
              <a:gd name="connsiteX46" fmla="*/ 227886 w 305919"/>
              <a:gd name="connsiteY46" fmla="*/ 173855 h 458518"/>
              <a:gd name="connsiteX47" fmla="*/ 189676 w 305919"/>
              <a:gd name="connsiteY47" fmla="*/ 164302 h 458518"/>
              <a:gd name="connsiteX48" fmla="*/ 189676 w 305919"/>
              <a:gd name="connsiteY48" fmla="*/ 164302 h 458518"/>
              <a:gd name="connsiteX49" fmla="*/ 248901 w 305919"/>
              <a:gd name="connsiteY49" fmla="*/ 309500 h 458518"/>
              <a:gd name="connsiteX50" fmla="*/ 241259 w 305919"/>
              <a:gd name="connsiteY50" fmla="*/ 324784 h 458518"/>
              <a:gd name="connsiteX51" fmla="*/ 229796 w 305919"/>
              <a:gd name="connsiteY51" fmla="*/ 315231 h 458518"/>
              <a:gd name="connsiteX52" fmla="*/ 218333 w 305919"/>
              <a:gd name="connsiteY52" fmla="*/ 252185 h 458518"/>
              <a:gd name="connsiteX53" fmla="*/ 204960 w 305919"/>
              <a:gd name="connsiteY53" fmla="*/ 213975 h 458518"/>
              <a:gd name="connsiteX54" fmla="*/ 199228 w 305919"/>
              <a:gd name="connsiteY54" fmla="*/ 200602 h 458518"/>
              <a:gd name="connsiteX55" fmla="*/ 195407 w 305919"/>
              <a:gd name="connsiteY55" fmla="*/ 192960 h 458518"/>
              <a:gd name="connsiteX56" fmla="*/ 195407 w 305919"/>
              <a:gd name="connsiteY56" fmla="*/ 187228 h 458518"/>
              <a:gd name="connsiteX57" fmla="*/ 199228 w 305919"/>
              <a:gd name="connsiteY57" fmla="*/ 181497 h 458518"/>
              <a:gd name="connsiteX58" fmla="*/ 203049 w 305919"/>
              <a:gd name="connsiteY58" fmla="*/ 179586 h 458518"/>
              <a:gd name="connsiteX59" fmla="*/ 204960 w 305919"/>
              <a:gd name="connsiteY59" fmla="*/ 179586 h 458518"/>
              <a:gd name="connsiteX60" fmla="*/ 214512 w 305919"/>
              <a:gd name="connsiteY60" fmla="*/ 191049 h 458518"/>
              <a:gd name="connsiteX61" fmla="*/ 231707 w 305919"/>
              <a:gd name="connsiteY61" fmla="*/ 236901 h 458518"/>
              <a:gd name="connsiteX62" fmla="*/ 248901 w 305919"/>
              <a:gd name="connsiteY62" fmla="*/ 30950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05919" h="458518">
                <a:moveTo>
                  <a:pt x="208781" y="106988"/>
                </a:moveTo>
                <a:lnTo>
                  <a:pt x="208781" y="76420"/>
                </a:lnTo>
                <a:cubicBezTo>
                  <a:pt x="208781" y="64957"/>
                  <a:pt x="201139" y="57315"/>
                  <a:pt x="189676" y="57315"/>
                </a:cubicBezTo>
                <a:lnTo>
                  <a:pt x="189676" y="19105"/>
                </a:lnTo>
                <a:cubicBezTo>
                  <a:pt x="189676" y="7642"/>
                  <a:pt x="182034" y="0"/>
                  <a:pt x="170571" y="0"/>
                </a:cubicBezTo>
                <a:lnTo>
                  <a:pt x="88420" y="0"/>
                </a:lnTo>
                <a:cubicBezTo>
                  <a:pt x="76957" y="0"/>
                  <a:pt x="69315" y="7642"/>
                  <a:pt x="69315" y="19105"/>
                </a:cubicBezTo>
                <a:lnTo>
                  <a:pt x="69315" y="57315"/>
                </a:lnTo>
                <a:lnTo>
                  <a:pt x="69315" y="57315"/>
                </a:lnTo>
                <a:cubicBezTo>
                  <a:pt x="57852" y="57315"/>
                  <a:pt x="50210" y="64957"/>
                  <a:pt x="50210" y="76420"/>
                </a:cubicBezTo>
                <a:lnTo>
                  <a:pt x="50210" y="112719"/>
                </a:lnTo>
                <a:cubicBezTo>
                  <a:pt x="-5194" y="213975"/>
                  <a:pt x="-14747" y="334336"/>
                  <a:pt x="21553" y="445145"/>
                </a:cubicBezTo>
                <a:cubicBezTo>
                  <a:pt x="23463" y="452787"/>
                  <a:pt x="33016" y="458518"/>
                  <a:pt x="40658" y="458518"/>
                </a:cubicBezTo>
                <a:lnTo>
                  <a:pt x="273738" y="458518"/>
                </a:lnTo>
                <a:cubicBezTo>
                  <a:pt x="283290" y="458518"/>
                  <a:pt x="290932" y="452787"/>
                  <a:pt x="292843" y="443234"/>
                </a:cubicBezTo>
                <a:cubicBezTo>
                  <a:pt x="302395" y="401203"/>
                  <a:pt x="342515" y="192960"/>
                  <a:pt x="208781" y="106988"/>
                </a:cubicBezTo>
                <a:close/>
                <a:moveTo>
                  <a:pt x="67405" y="76420"/>
                </a:moveTo>
                <a:lnTo>
                  <a:pt x="86509" y="76420"/>
                </a:lnTo>
                <a:lnTo>
                  <a:pt x="86509" y="19105"/>
                </a:lnTo>
                <a:lnTo>
                  <a:pt x="168661" y="19105"/>
                </a:lnTo>
                <a:lnTo>
                  <a:pt x="168661" y="76420"/>
                </a:lnTo>
                <a:lnTo>
                  <a:pt x="187766" y="76420"/>
                </a:lnTo>
                <a:lnTo>
                  <a:pt x="187766" y="95525"/>
                </a:lnTo>
                <a:lnTo>
                  <a:pt x="67405" y="95525"/>
                </a:lnTo>
                <a:lnTo>
                  <a:pt x="67405" y="76420"/>
                </a:lnTo>
                <a:close/>
                <a:moveTo>
                  <a:pt x="273738" y="439413"/>
                </a:moveTo>
                <a:lnTo>
                  <a:pt x="40658" y="439413"/>
                </a:lnTo>
                <a:cubicBezTo>
                  <a:pt x="2448" y="332426"/>
                  <a:pt x="13911" y="213975"/>
                  <a:pt x="69315" y="114630"/>
                </a:cubicBezTo>
                <a:lnTo>
                  <a:pt x="183945" y="114630"/>
                </a:lnTo>
                <a:cubicBezTo>
                  <a:pt x="325321" y="185318"/>
                  <a:pt x="283290" y="397382"/>
                  <a:pt x="273738" y="439413"/>
                </a:cubicBezTo>
                <a:close/>
                <a:moveTo>
                  <a:pt x="189676" y="164302"/>
                </a:moveTo>
                <a:cubicBezTo>
                  <a:pt x="176303" y="171944"/>
                  <a:pt x="172482" y="189139"/>
                  <a:pt x="178213" y="202512"/>
                </a:cubicBezTo>
                <a:lnTo>
                  <a:pt x="178213" y="202512"/>
                </a:lnTo>
                <a:cubicBezTo>
                  <a:pt x="178213" y="202512"/>
                  <a:pt x="178213" y="204423"/>
                  <a:pt x="180124" y="204423"/>
                </a:cubicBezTo>
                <a:cubicBezTo>
                  <a:pt x="182034" y="208244"/>
                  <a:pt x="183945" y="213975"/>
                  <a:pt x="185855" y="217796"/>
                </a:cubicBezTo>
                <a:cubicBezTo>
                  <a:pt x="187766" y="221617"/>
                  <a:pt x="187766" y="223528"/>
                  <a:pt x="189676" y="227349"/>
                </a:cubicBezTo>
                <a:cubicBezTo>
                  <a:pt x="191587" y="234990"/>
                  <a:pt x="195407" y="244543"/>
                  <a:pt x="199228" y="256006"/>
                </a:cubicBezTo>
                <a:cubicBezTo>
                  <a:pt x="203049" y="271290"/>
                  <a:pt x="204960" y="286574"/>
                  <a:pt x="208781" y="299947"/>
                </a:cubicBezTo>
                <a:lnTo>
                  <a:pt x="210691" y="315231"/>
                </a:lnTo>
                <a:cubicBezTo>
                  <a:pt x="210691" y="315231"/>
                  <a:pt x="210691" y="317142"/>
                  <a:pt x="210691" y="317142"/>
                </a:cubicBezTo>
                <a:cubicBezTo>
                  <a:pt x="212602" y="332426"/>
                  <a:pt x="224065" y="341978"/>
                  <a:pt x="239349" y="341978"/>
                </a:cubicBezTo>
                <a:lnTo>
                  <a:pt x="243170" y="341978"/>
                </a:lnTo>
                <a:cubicBezTo>
                  <a:pt x="258454" y="340068"/>
                  <a:pt x="269917" y="326694"/>
                  <a:pt x="268006" y="311410"/>
                </a:cubicBezTo>
                <a:cubicBezTo>
                  <a:pt x="266096" y="284663"/>
                  <a:pt x="260364" y="257916"/>
                  <a:pt x="252722" y="233080"/>
                </a:cubicBezTo>
                <a:cubicBezTo>
                  <a:pt x="248901" y="219707"/>
                  <a:pt x="245080" y="208244"/>
                  <a:pt x="239349" y="196781"/>
                </a:cubicBezTo>
                <a:cubicBezTo>
                  <a:pt x="237438" y="192960"/>
                  <a:pt x="235528" y="189139"/>
                  <a:pt x="233617" y="183407"/>
                </a:cubicBezTo>
                <a:cubicBezTo>
                  <a:pt x="231707" y="179586"/>
                  <a:pt x="229796" y="177676"/>
                  <a:pt x="227886" y="173855"/>
                </a:cubicBezTo>
                <a:cubicBezTo>
                  <a:pt x="220244" y="160481"/>
                  <a:pt x="203049" y="154750"/>
                  <a:pt x="189676" y="164302"/>
                </a:cubicBezTo>
                <a:cubicBezTo>
                  <a:pt x="189676" y="164302"/>
                  <a:pt x="189676" y="164302"/>
                  <a:pt x="189676" y="164302"/>
                </a:cubicBezTo>
                <a:close/>
                <a:moveTo>
                  <a:pt x="248901" y="309500"/>
                </a:moveTo>
                <a:cubicBezTo>
                  <a:pt x="250812" y="322873"/>
                  <a:pt x="245080" y="324784"/>
                  <a:pt x="241259" y="324784"/>
                </a:cubicBezTo>
                <a:cubicBezTo>
                  <a:pt x="233617" y="326694"/>
                  <a:pt x="229796" y="319052"/>
                  <a:pt x="229796" y="315231"/>
                </a:cubicBezTo>
                <a:cubicBezTo>
                  <a:pt x="227886" y="294216"/>
                  <a:pt x="224065" y="273200"/>
                  <a:pt x="218333" y="252185"/>
                </a:cubicBezTo>
                <a:cubicBezTo>
                  <a:pt x="214512" y="238811"/>
                  <a:pt x="210691" y="225438"/>
                  <a:pt x="204960" y="213975"/>
                </a:cubicBezTo>
                <a:cubicBezTo>
                  <a:pt x="203049" y="208244"/>
                  <a:pt x="201139" y="204423"/>
                  <a:pt x="199228" y="200602"/>
                </a:cubicBezTo>
                <a:cubicBezTo>
                  <a:pt x="197318" y="196781"/>
                  <a:pt x="197318" y="194870"/>
                  <a:pt x="195407" y="192960"/>
                </a:cubicBezTo>
                <a:cubicBezTo>
                  <a:pt x="195407" y="191049"/>
                  <a:pt x="195407" y="189139"/>
                  <a:pt x="195407" y="187228"/>
                </a:cubicBezTo>
                <a:cubicBezTo>
                  <a:pt x="195407" y="185318"/>
                  <a:pt x="197318" y="183407"/>
                  <a:pt x="199228" y="181497"/>
                </a:cubicBezTo>
                <a:cubicBezTo>
                  <a:pt x="201139" y="179586"/>
                  <a:pt x="203049" y="179586"/>
                  <a:pt x="203049" y="179586"/>
                </a:cubicBezTo>
                <a:lnTo>
                  <a:pt x="204960" y="179586"/>
                </a:lnTo>
                <a:cubicBezTo>
                  <a:pt x="208781" y="181497"/>
                  <a:pt x="212602" y="185318"/>
                  <a:pt x="214512" y="191049"/>
                </a:cubicBezTo>
                <a:cubicBezTo>
                  <a:pt x="220244" y="206333"/>
                  <a:pt x="225975" y="221617"/>
                  <a:pt x="231707" y="236901"/>
                </a:cubicBezTo>
                <a:cubicBezTo>
                  <a:pt x="239349" y="261737"/>
                  <a:pt x="245080" y="284663"/>
                  <a:pt x="248901" y="30950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2" name="Graphic 61" descr="Cleaning products icon.">
            <a:extLst>
              <a:ext uri="{FF2B5EF4-FFF2-40B4-BE49-F238E27FC236}">
                <a16:creationId xmlns:a16="http://schemas.microsoft.com/office/drawing/2014/main" id="{D5052045-0367-46CB-968B-F6D367059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0695" y="4210006"/>
            <a:ext cx="457560" cy="457560"/>
          </a:xfrm>
          <a:prstGeom prst="rect">
            <a:avLst/>
          </a:prstGeom>
        </p:spPr>
      </p:pic>
      <p:sp>
        <p:nvSpPr>
          <p:cNvPr id="7" name="Graphic 46" descr="Fire extinguisher icon.">
            <a:extLst>
              <a:ext uri="{FF2B5EF4-FFF2-40B4-BE49-F238E27FC236}">
                <a16:creationId xmlns:a16="http://schemas.microsoft.com/office/drawing/2014/main" id="{BDFF3A9E-B052-41C8-ADDD-2CB91B7EC2CF}"/>
              </a:ext>
            </a:extLst>
          </p:cNvPr>
          <p:cNvSpPr/>
          <p:nvPr/>
        </p:nvSpPr>
        <p:spPr>
          <a:xfrm>
            <a:off x="7190732" y="4210006"/>
            <a:ext cx="276442" cy="457560"/>
          </a:xfrm>
          <a:custGeom>
            <a:avLst/>
            <a:gdLst>
              <a:gd name="connsiteX0" fmla="*/ 276443 w 276442"/>
              <a:gd name="connsiteY0" fmla="*/ 30504 h 457560"/>
              <a:gd name="connsiteX1" fmla="*/ 276443 w 276442"/>
              <a:gd name="connsiteY1" fmla="*/ 19065 h 457560"/>
              <a:gd name="connsiteX2" fmla="*/ 270723 w 276442"/>
              <a:gd name="connsiteY2" fmla="*/ 5720 h 457560"/>
              <a:gd name="connsiteX3" fmla="*/ 255471 w 276442"/>
              <a:gd name="connsiteY3" fmla="*/ 0 h 457560"/>
              <a:gd name="connsiteX4" fmla="*/ 152520 w 276442"/>
              <a:gd name="connsiteY4" fmla="*/ 0 h 457560"/>
              <a:gd name="connsiteX5" fmla="*/ 133455 w 276442"/>
              <a:gd name="connsiteY5" fmla="*/ 19065 h 457560"/>
              <a:gd name="connsiteX6" fmla="*/ 133455 w 276442"/>
              <a:gd name="connsiteY6" fmla="*/ 55289 h 457560"/>
              <a:gd name="connsiteX7" fmla="*/ 133455 w 276442"/>
              <a:gd name="connsiteY7" fmla="*/ 55289 h 457560"/>
              <a:gd name="connsiteX8" fmla="*/ 22878 w 276442"/>
              <a:gd name="connsiteY8" fmla="*/ 169679 h 457560"/>
              <a:gd name="connsiteX9" fmla="*/ 22878 w 276442"/>
              <a:gd name="connsiteY9" fmla="*/ 285975 h 457560"/>
              <a:gd name="connsiteX10" fmla="*/ 7626 w 276442"/>
              <a:gd name="connsiteY10" fmla="*/ 303134 h 457560"/>
              <a:gd name="connsiteX11" fmla="*/ 0 w 276442"/>
              <a:gd name="connsiteY11" fmla="*/ 379394 h 457560"/>
              <a:gd name="connsiteX12" fmla="*/ 5719 w 276442"/>
              <a:gd name="connsiteY12" fmla="*/ 394646 h 457560"/>
              <a:gd name="connsiteX13" fmla="*/ 17159 w 276442"/>
              <a:gd name="connsiteY13" fmla="*/ 400365 h 457560"/>
              <a:gd name="connsiteX14" fmla="*/ 45756 w 276442"/>
              <a:gd name="connsiteY14" fmla="*/ 400365 h 457560"/>
              <a:gd name="connsiteX15" fmla="*/ 61008 w 276442"/>
              <a:gd name="connsiteY15" fmla="*/ 394646 h 457560"/>
              <a:gd name="connsiteX16" fmla="*/ 64821 w 276442"/>
              <a:gd name="connsiteY16" fmla="*/ 381300 h 457560"/>
              <a:gd name="connsiteX17" fmla="*/ 57195 w 276442"/>
              <a:gd name="connsiteY17" fmla="*/ 305040 h 457560"/>
              <a:gd name="connsiteX18" fmla="*/ 40037 w 276442"/>
              <a:gd name="connsiteY18" fmla="*/ 285975 h 457560"/>
              <a:gd name="connsiteX19" fmla="*/ 40037 w 276442"/>
              <a:gd name="connsiteY19" fmla="*/ 167772 h 457560"/>
              <a:gd name="connsiteX20" fmla="*/ 131549 w 276442"/>
              <a:gd name="connsiteY20" fmla="*/ 72447 h 457560"/>
              <a:gd name="connsiteX21" fmla="*/ 135362 w 276442"/>
              <a:gd name="connsiteY21" fmla="*/ 72447 h 457560"/>
              <a:gd name="connsiteX22" fmla="*/ 141081 w 276442"/>
              <a:gd name="connsiteY22" fmla="*/ 87699 h 457560"/>
              <a:gd name="connsiteX23" fmla="*/ 114390 w 276442"/>
              <a:gd name="connsiteY23" fmla="*/ 101045 h 457560"/>
              <a:gd name="connsiteX24" fmla="*/ 76260 w 276442"/>
              <a:gd name="connsiteY24" fmla="*/ 169679 h 457560"/>
              <a:gd name="connsiteX25" fmla="*/ 76260 w 276442"/>
              <a:gd name="connsiteY25" fmla="*/ 438495 h 457560"/>
              <a:gd name="connsiteX26" fmla="*/ 95325 w 276442"/>
              <a:gd name="connsiteY26" fmla="*/ 457560 h 457560"/>
              <a:gd name="connsiteX27" fmla="*/ 245939 w 276442"/>
              <a:gd name="connsiteY27" fmla="*/ 457560 h 457560"/>
              <a:gd name="connsiteX28" fmla="*/ 265004 w 276442"/>
              <a:gd name="connsiteY28" fmla="*/ 438495 h 457560"/>
              <a:gd name="connsiteX29" fmla="*/ 265004 w 276442"/>
              <a:gd name="connsiteY29" fmla="*/ 169679 h 457560"/>
              <a:gd name="connsiteX30" fmla="*/ 224967 w 276442"/>
              <a:gd name="connsiteY30" fmla="*/ 99138 h 457560"/>
              <a:gd name="connsiteX31" fmla="*/ 198276 w 276442"/>
              <a:gd name="connsiteY31" fmla="*/ 87699 h 457560"/>
              <a:gd name="connsiteX32" fmla="*/ 202089 w 276442"/>
              <a:gd name="connsiteY32" fmla="*/ 80073 h 457560"/>
              <a:gd name="connsiteX33" fmla="*/ 270723 w 276442"/>
              <a:gd name="connsiteY33" fmla="*/ 97232 h 457560"/>
              <a:gd name="connsiteX34" fmla="*/ 274536 w 276442"/>
              <a:gd name="connsiteY34" fmla="*/ 78167 h 457560"/>
              <a:gd name="connsiteX35" fmla="*/ 203996 w 276442"/>
              <a:gd name="connsiteY35" fmla="*/ 59102 h 457560"/>
              <a:gd name="connsiteX36" fmla="*/ 259284 w 276442"/>
              <a:gd name="connsiteY36" fmla="*/ 45756 h 457560"/>
              <a:gd name="connsiteX37" fmla="*/ 276443 w 276442"/>
              <a:gd name="connsiteY37" fmla="*/ 30504 h 457560"/>
              <a:gd name="connsiteX38" fmla="*/ 276443 w 276442"/>
              <a:gd name="connsiteY38" fmla="*/ 30504 h 457560"/>
              <a:gd name="connsiteX39" fmla="*/ 47663 w 276442"/>
              <a:gd name="connsiteY39" fmla="*/ 381300 h 457560"/>
              <a:gd name="connsiteX40" fmla="*/ 19065 w 276442"/>
              <a:gd name="connsiteY40" fmla="*/ 381300 h 457560"/>
              <a:gd name="connsiteX41" fmla="*/ 24785 w 276442"/>
              <a:gd name="connsiteY41" fmla="*/ 305040 h 457560"/>
              <a:gd name="connsiteX42" fmla="*/ 41943 w 276442"/>
              <a:gd name="connsiteY42" fmla="*/ 305040 h 457560"/>
              <a:gd name="connsiteX43" fmla="*/ 47663 w 276442"/>
              <a:gd name="connsiteY43" fmla="*/ 381300 h 457560"/>
              <a:gd name="connsiteX44" fmla="*/ 47663 w 276442"/>
              <a:gd name="connsiteY44" fmla="*/ 381300 h 457560"/>
              <a:gd name="connsiteX45" fmla="*/ 247845 w 276442"/>
              <a:gd name="connsiteY45" fmla="*/ 438495 h 457560"/>
              <a:gd name="connsiteX46" fmla="*/ 247845 w 276442"/>
              <a:gd name="connsiteY46" fmla="*/ 438495 h 457560"/>
              <a:gd name="connsiteX47" fmla="*/ 95325 w 276442"/>
              <a:gd name="connsiteY47" fmla="*/ 438495 h 457560"/>
              <a:gd name="connsiteX48" fmla="*/ 95325 w 276442"/>
              <a:gd name="connsiteY48" fmla="*/ 381300 h 457560"/>
              <a:gd name="connsiteX49" fmla="*/ 247845 w 276442"/>
              <a:gd name="connsiteY49" fmla="*/ 381300 h 457560"/>
              <a:gd name="connsiteX50" fmla="*/ 247845 w 276442"/>
              <a:gd name="connsiteY50" fmla="*/ 438495 h 457560"/>
              <a:gd name="connsiteX51" fmla="*/ 247845 w 276442"/>
              <a:gd name="connsiteY51" fmla="*/ 438495 h 457560"/>
              <a:gd name="connsiteX52" fmla="*/ 247845 w 276442"/>
              <a:gd name="connsiteY52" fmla="*/ 362235 h 457560"/>
              <a:gd name="connsiteX53" fmla="*/ 95325 w 276442"/>
              <a:gd name="connsiteY53" fmla="*/ 362235 h 457560"/>
              <a:gd name="connsiteX54" fmla="*/ 95325 w 276442"/>
              <a:gd name="connsiteY54" fmla="*/ 190650 h 457560"/>
              <a:gd name="connsiteX55" fmla="*/ 247845 w 276442"/>
              <a:gd name="connsiteY55" fmla="*/ 190650 h 457560"/>
              <a:gd name="connsiteX56" fmla="*/ 247845 w 276442"/>
              <a:gd name="connsiteY56" fmla="*/ 362235 h 457560"/>
              <a:gd name="connsiteX57" fmla="*/ 247845 w 276442"/>
              <a:gd name="connsiteY57" fmla="*/ 362235 h 457560"/>
              <a:gd name="connsiteX58" fmla="*/ 217341 w 276442"/>
              <a:gd name="connsiteY58" fmla="*/ 116297 h 457560"/>
              <a:gd name="connsiteX59" fmla="*/ 247845 w 276442"/>
              <a:gd name="connsiteY59" fmla="*/ 169679 h 457560"/>
              <a:gd name="connsiteX60" fmla="*/ 247845 w 276442"/>
              <a:gd name="connsiteY60" fmla="*/ 171585 h 457560"/>
              <a:gd name="connsiteX61" fmla="*/ 95325 w 276442"/>
              <a:gd name="connsiteY61" fmla="*/ 171585 h 457560"/>
              <a:gd name="connsiteX62" fmla="*/ 95325 w 276442"/>
              <a:gd name="connsiteY62" fmla="*/ 169679 h 457560"/>
              <a:gd name="connsiteX63" fmla="*/ 125829 w 276442"/>
              <a:gd name="connsiteY63" fmla="*/ 116297 h 457560"/>
              <a:gd name="connsiteX64" fmla="*/ 171585 w 276442"/>
              <a:gd name="connsiteY64" fmla="*/ 104858 h 457560"/>
              <a:gd name="connsiteX65" fmla="*/ 217341 w 276442"/>
              <a:gd name="connsiteY65" fmla="*/ 116297 h 457560"/>
              <a:gd name="connsiteX66" fmla="*/ 217341 w 276442"/>
              <a:gd name="connsiteY66" fmla="*/ 116297 h 457560"/>
              <a:gd name="connsiteX67" fmla="*/ 156333 w 276442"/>
              <a:gd name="connsiteY67" fmla="*/ 68634 h 457560"/>
              <a:gd name="connsiteX68" fmla="*/ 171585 w 276442"/>
              <a:gd name="connsiteY68" fmla="*/ 53382 h 457560"/>
              <a:gd name="connsiteX69" fmla="*/ 183024 w 276442"/>
              <a:gd name="connsiteY69" fmla="*/ 59102 h 457560"/>
              <a:gd name="connsiteX70" fmla="*/ 186837 w 276442"/>
              <a:gd name="connsiteY70" fmla="*/ 66728 h 457560"/>
              <a:gd name="connsiteX71" fmla="*/ 186837 w 276442"/>
              <a:gd name="connsiteY71" fmla="*/ 68634 h 457560"/>
              <a:gd name="connsiteX72" fmla="*/ 184931 w 276442"/>
              <a:gd name="connsiteY72" fmla="*/ 76260 h 457560"/>
              <a:gd name="connsiteX73" fmla="*/ 171585 w 276442"/>
              <a:gd name="connsiteY73" fmla="*/ 83886 h 457560"/>
              <a:gd name="connsiteX74" fmla="*/ 156333 w 276442"/>
              <a:gd name="connsiteY74" fmla="*/ 72447 h 457560"/>
              <a:gd name="connsiteX75" fmla="*/ 156333 w 276442"/>
              <a:gd name="connsiteY75" fmla="*/ 68634 h 457560"/>
              <a:gd name="connsiteX76" fmla="*/ 156333 w 276442"/>
              <a:gd name="connsiteY76" fmla="*/ 68634 h 457560"/>
              <a:gd name="connsiteX77" fmla="*/ 257378 w 276442"/>
              <a:gd name="connsiteY77" fmla="*/ 30504 h 457560"/>
              <a:gd name="connsiteX78" fmla="*/ 196370 w 276442"/>
              <a:gd name="connsiteY78" fmla="*/ 43850 h 457560"/>
              <a:gd name="connsiteX79" fmla="*/ 171585 w 276442"/>
              <a:gd name="connsiteY79" fmla="*/ 34317 h 457560"/>
              <a:gd name="connsiteX80" fmla="*/ 152520 w 276442"/>
              <a:gd name="connsiteY80" fmla="*/ 40037 h 457560"/>
              <a:gd name="connsiteX81" fmla="*/ 152520 w 276442"/>
              <a:gd name="connsiteY81" fmla="*/ 19065 h 457560"/>
              <a:gd name="connsiteX82" fmla="*/ 152520 w 276442"/>
              <a:gd name="connsiteY82" fmla="*/ 19065 h 457560"/>
              <a:gd name="connsiteX83" fmla="*/ 257378 w 276442"/>
              <a:gd name="connsiteY83" fmla="*/ 19065 h 457560"/>
              <a:gd name="connsiteX84" fmla="*/ 257378 w 276442"/>
              <a:gd name="connsiteY84" fmla="*/ 30504 h 457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76442" h="457560">
                <a:moveTo>
                  <a:pt x="276443" y="30504"/>
                </a:moveTo>
                <a:lnTo>
                  <a:pt x="276443" y="19065"/>
                </a:lnTo>
                <a:cubicBezTo>
                  <a:pt x="276443" y="13346"/>
                  <a:pt x="274536" y="9533"/>
                  <a:pt x="270723" y="5720"/>
                </a:cubicBezTo>
                <a:cubicBezTo>
                  <a:pt x="266910" y="1907"/>
                  <a:pt x="261191" y="0"/>
                  <a:pt x="255471" y="0"/>
                </a:cubicBezTo>
                <a:lnTo>
                  <a:pt x="152520" y="0"/>
                </a:lnTo>
                <a:cubicBezTo>
                  <a:pt x="141081" y="0"/>
                  <a:pt x="133455" y="7626"/>
                  <a:pt x="133455" y="19065"/>
                </a:cubicBezTo>
                <a:lnTo>
                  <a:pt x="133455" y="55289"/>
                </a:lnTo>
                <a:cubicBezTo>
                  <a:pt x="133455" y="55289"/>
                  <a:pt x="133455" y="55289"/>
                  <a:pt x="133455" y="55289"/>
                </a:cubicBezTo>
                <a:cubicBezTo>
                  <a:pt x="72447" y="55289"/>
                  <a:pt x="22878" y="106764"/>
                  <a:pt x="22878" y="169679"/>
                </a:cubicBezTo>
                <a:lnTo>
                  <a:pt x="22878" y="285975"/>
                </a:lnTo>
                <a:cubicBezTo>
                  <a:pt x="13346" y="287882"/>
                  <a:pt x="7626" y="295508"/>
                  <a:pt x="7626" y="303134"/>
                </a:cubicBezTo>
                <a:lnTo>
                  <a:pt x="0" y="379394"/>
                </a:lnTo>
                <a:cubicBezTo>
                  <a:pt x="0" y="385113"/>
                  <a:pt x="1906" y="390833"/>
                  <a:pt x="5719" y="394646"/>
                </a:cubicBezTo>
                <a:cubicBezTo>
                  <a:pt x="7626" y="398459"/>
                  <a:pt x="13346" y="400365"/>
                  <a:pt x="17159" y="400365"/>
                </a:cubicBezTo>
                <a:lnTo>
                  <a:pt x="45756" y="400365"/>
                </a:lnTo>
                <a:cubicBezTo>
                  <a:pt x="53382" y="400365"/>
                  <a:pt x="57195" y="398459"/>
                  <a:pt x="61008" y="394646"/>
                </a:cubicBezTo>
                <a:cubicBezTo>
                  <a:pt x="64821" y="390833"/>
                  <a:pt x="66728" y="387020"/>
                  <a:pt x="64821" y="381300"/>
                </a:cubicBezTo>
                <a:lnTo>
                  <a:pt x="57195" y="305040"/>
                </a:lnTo>
                <a:cubicBezTo>
                  <a:pt x="57195" y="295508"/>
                  <a:pt x="49569" y="285975"/>
                  <a:pt x="40037" y="285975"/>
                </a:cubicBezTo>
                <a:lnTo>
                  <a:pt x="40037" y="167772"/>
                </a:lnTo>
                <a:cubicBezTo>
                  <a:pt x="40037" y="116297"/>
                  <a:pt x="81980" y="72447"/>
                  <a:pt x="131549" y="72447"/>
                </a:cubicBezTo>
                <a:lnTo>
                  <a:pt x="135362" y="72447"/>
                </a:lnTo>
                <a:cubicBezTo>
                  <a:pt x="135362" y="78167"/>
                  <a:pt x="139175" y="83886"/>
                  <a:pt x="141081" y="87699"/>
                </a:cubicBezTo>
                <a:cubicBezTo>
                  <a:pt x="133455" y="91512"/>
                  <a:pt x="123923" y="95325"/>
                  <a:pt x="114390" y="101045"/>
                </a:cubicBezTo>
                <a:cubicBezTo>
                  <a:pt x="89606" y="116297"/>
                  <a:pt x="74354" y="139175"/>
                  <a:pt x="76260" y="169679"/>
                </a:cubicBezTo>
                <a:cubicBezTo>
                  <a:pt x="76260" y="213528"/>
                  <a:pt x="76260" y="436589"/>
                  <a:pt x="76260" y="438495"/>
                </a:cubicBezTo>
                <a:cubicBezTo>
                  <a:pt x="76260" y="448028"/>
                  <a:pt x="85793" y="457560"/>
                  <a:pt x="95325" y="457560"/>
                </a:cubicBezTo>
                <a:lnTo>
                  <a:pt x="245939" y="457560"/>
                </a:lnTo>
                <a:cubicBezTo>
                  <a:pt x="257378" y="457560"/>
                  <a:pt x="265004" y="449934"/>
                  <a:pt x="265004" y="438495"/>
                </a:cubicBezTo>
                <a:cubicBezTo>
                  <a:pt x="265004" y="438495"/>
                  <a:pt x="265004" y="213528"/>
                  <a:pt x="265004" y="169679"/>
                </a:cubicBezTo>
                <a:cubicBezTo>
                  <a:pt x="265004" y="139175"/>
                  <a:pt x="249752" y="114390"/>
                  <a:pt x="224967" y="99138"/>
                </a:cubicBezTo>
                <a:cubicBezTo>
                  <a:pt x="217341" y="95325"/>
                  <a:pt x="207809" y="91512"/>
                  <a:pt x="198276" y="87699"/>
                </a:cubicBezTo>
                <a:cubicBezTo>
                  <a:pt x="200183" y="85793"/>
                  <a:pt x="202089" y="81980"/>
                  <a:pt x="202089" y="80073"/>
                </a:cubicBezTo>
                <a:lnTo>
                  <a:pt x="270723" y="97232"/>
                </a:lnTo>
                <a:lnTo>
                  <a:pt x="274536" y="78167"/>
                </a:lnTo>
                <a:lnTo>
                  <a:pt x="203996" y="59102"/>
                </a:lnTo>
                <a:lnTo>
                  <a:pt x="259284" y="45756"/>
                </a:lnTo>
                <a:cubicBezTo>
                  <a:pt x="268817" y="47663"/>
                  <a:pt x="276443" y="40037"/>
                  <a:pt x="276443" y="30504"/>
                </a:cubicBezTo>
                <a:lnTo>
                  <a:pt x="276443" y="30504"/>
                </a:lnTo>
                <a:close/>
                <a:moveTo>
                  <a:pt x="47663" y="381300"/>
                </a:moveTo>
                <a:lnTo>
                  <a:pt x="19065" y="381300"/>
                </a:lnTo>
                <a:lnTo>
                  <a:pt x="24785" y="305040"/>
                </a:lnTo>
                <a:lnTo>
                  <a:pt x="41943" y="305040"/>
                </a:lnTo>
                <a:lnTo>
                  <a:pt x="47663" y="381300"/>
                </a:lnTo>
                <a:lnTo>
                  <a:pt x="47663" y="381300"/>
                </a:lnTo>
                <a:close/>
                <a:moveTo>
                  <a:pt x="247845" y="438495"/>
                </a:moveTo>
                <a:cubicBezTo>
                  <a:pt x="247845" y="438495"/>
                  <a:pt x="247845" y="438495"/>
                  <a:pt x="247845" y="438495"/>
                </a:cubicBezTo>
                <a:lnTo>
                  <a:pt x="95325" y="438495"/>
                </a:lnTo>
                <a:cubicBezTo>
                  <a:pt x="95325" y="438495"/>
                  <a:pt x="95325" y="413711"/>
                  <a:pt x="95325" y="381300"/>
                </a:cubicBezTo>
                <a:lnTo>
                  <a:pt x="247845" y="381300"/>
                </a:lnTo>
                <a:cubicBezTo>
                  <a:pt x="247845" y="415617"/>
                  <a:pt x="247845" y="438495"/>
                  <a:pt x="247845" y="438495"/>
                </a:cubicBezTo>
                <a:lnTo>
                  <a:pt x="247845" y="438495"/>
                </a:lnTo>
                <a:close/>
                <a:moveTo>
                  <a:pt x="247845" y="362235"/>
                </a:moveTo>
                <a:lnTo>
                  <a:pt x="95325" y="362235"/>
                </a:lnTo>
                <a:cubicBezTo>
                  <a:pt x="95325" y="305040"/>
                  <a:pt x="95325" y="230687"/>
                  <a:pt x="95325" y="190650"/>
                </a:cubicBezTo>
                <a:lnTo>
                  <a:pt x="247845" y="190650"/>
                </a:lnTo>
                <a:cubicBezTo>
                  <a:pt x="247845" y="228780"/>
                  <a:pt x="247845" y="305040"/>
                  <a:pt x="247845" y="362235"/>
                </a:cubicBezTo>
                <a:lnTo>
                  <a:pt x="247845" y="362235"/>
                </a:lnTo>
                <a:close/>
                <a:moveTo>
                  <a:pt x="217341" y="116297"/>
                </a:moveTo>
                <a:cubicBezTo>
                  <a:pt x="230687" y="123923"/>
                  <a:pt x="247845" y="141081"/>
                  <a:pt x="247845" y="169679"/>
                </a:cubicBezTo>
                <a:cubicBezTo>
                  <a:pt x="247845" y="169679"/>
                  <a:pt x="247845" y="171585"/>
                  <a:pt x="247845" y="171585"/>
                </a:cubicBezTo>
                <a:lnTo>
                  <a:pt x="95325" y="171585"/>
                </a:lnTo>
                <a:cubicBezTo>
                  <a:pt x="95325" y="171585"/>
                  <a:pt x="95325" y="169679"/>
                  <a:pt x="95325" y="169679"/>
                </a:cubicBezTo>
                <a:cubicBezTo>
                  <a:pt x="95325" y="141081"/>
                  <a:pt x="110577" y="125829"/>
                  <a:pt x="125829" y="116297"/>
                </a:cubicBezTo>
                <a:cubicBezTo>
                  <a:pt x="139175" y="108671"/>
                  <a:pt x="156333" y="104858"/>
                  <a:pt x="171585" y="104858"/>
                </a:cubicBezTo>
                <a:cubicBezTo>
                  <a:pt x="186837" y="104858"/>
                  <a:pt x="203996" y="108671"/>
                  <a:pt x="217341" y="116297"/>
                </a:cubicBezTo>
                <a:lnTo>
                  <a:pt x="217341" y="116297"/>
                </a:lnTo>
                <a:close/>
                <a:moveTo>
                  <a:pt x="156333" y="68634"/>
                </a:moveTo>
                <a:cubicBezTo>
                  <a:pt x="156333" y="59102"/>
                  <a:pt x="163959" y="53382"/>
                  <a:pt x="171585" y="53382"/>
                </a:cubicBezTo>
                <a:cubicBezTo>
                  <a:pt x="177305" y="53382"/>
                  <a:pt x="181118" y="55289"/>
                  <a:pt x="183024" y="59102"/>
                </a:cubicBezTo>
                <a:cubicBezTo>
                  <a:pt x="184931" y="61008"/>
                  <a:pt x="186837" y="62915"/>
                  <a:pt x="186837" y="66728"/>
                </a:cubicBezTo>
                <a:cubicBezTo>
                  <a:pt x="186837" y="66728"/>
                  <a:pt x="186837" y="68634"/>
                  <a:pt x="186837" y="68634"/>
                </a:cubicBezTo>
                <a:cubicBezTo>
                  <a:pt x="186837" y="70541"/>
                  <a:pt x="186837" y="74354"/>
                  <a:pt x="184931" y="76260"/>
                </a:cubicBezTo>
                <a:cubicBezTo>
                  <a:pt x="183024" y="81980"/>
                  <a:pt x="177305" y="83886"/>
                  <a:pt x="171585" y="83886"/>
                </a:cubicBezTo>
                <a:cubicBezTo>
                  <a:pt x="163959" y="83886"/>
                  <a:pt x="158240" y="80073"/>
                  <a:pt x="156333" y="72447"/>
                </a:cubicBezTo>
                <a:cubicBezTo>
                  <a:pt x="156333" y="72447"/>
                  <a:pt x="156333" y="70541"/>
                  <a:pt x="156333" y="68634"/>
                </a:cubicBezTo>
                <a:lnTo>
                  <a:pt x="156333" y="68634"/>
                </a:lnTo>
                <a:close/>
                <a:moveTo>
                  <a:pt x="257378" y="30504"/>
                </a:moveTo>
                <a:lnTo>
                  <a:pt x="196370" y="43850"/>
                </a:lnTo>
                <a:cubicBezTo>
                  <a:pt x="188744" y="38130"/>
                  <a:pt x="181118" y="34317"/>
                  <a:pt x="171585" y="34317"/>
                </a:cubicBezTo>
                <a:cubicBezTo>
                  <a:pt x="163959" y="34317"/>
                  <a:pt x="158240" y="36224"/>
                  <a:pt x="152520" y="40037"/>
                </a:cubicBezTo>
                <a:lnTo>
                  <a:pt x="152520" y="19065"/>
                </a:lnTo>
                <a:cubicBezTo>
                  <a:pt x="152520" y="19065"/>
                  <a:pt x="152520" y="19065"/>
                  <a:pt x="152520" y="19065"/>
                </a:cubicBezTo>
                <a:lnTo>
                  <a:pt x="257378" y="19065"/>
                </a:lnTo>
                <a:cubicBezTo>
                  <a:pt x="257378" y="19065"/>
                  <a:pt x="257378" y="30504"/>
                  <a:pt x="257378" y="3050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49" descr="Fire hose icon.">
            <a:extLst>
              <a:ext uri="{FF2B5EF4-FFF2-40B4-BE49-F238E27FC236}">
                <a16:creationId xmlns:a16="http://schemas.microsoft.com/office/drawing/2014/main" id="{0C3B4395-E437-4A90-84BD-FAC2D9E52E61}"/>
              </a:ext>
            </a:extLst>
          </p:cNvPr>
          <p:cNvSpPr/>
          <p:nvPr/>
        </p:nvSpPr>
        <p:spPr>
          <a:xfrm>
            <a:off x="8380239" y="4209911"/>
            <a:ext cx="352893" cy="457750"/>
          </a:xfrm>
          <a:custGeom>
            <a:avLst/>
            <a:gdLst>
              <a:gd name="connsiteX0" fmla="*/ 162053 w 352893"/>
              <a:gd name="connsiteY0" fmla="*/ 95134 h 457750"/>
              <a:gd name="connsiteX1" fmla="*/ 162815 w 352893"/>
              <a:gd name="connsiteY1" fmla="*/ 95134 h 457750"/>
              <a:gd name="connsiteX2" fmla="*/ 184931 w 352893"/>
              <a:gd name="connsiteY2" fmla="*/ 114199 h 457750"/>
              <a:gd name="connsiteX3" fmla="*/ 225158 w 352893"/>
              <a:gd name="connsiteY3" fmla="*/ 114199 h 457750"/>
              <a:gd name="connsiteX4" fmla="*/ 247464 w 352893"/>
              <a:gd name="connsiteY4" fmla="*/ 94181 h 457750"/>
              <a:gd name="connsiteX5" fmla="*/ 253565 w 352893"/>
              <a:gd name="connsiteY5" fmla="*/ 95134 h 457750"/>
              <a:gd name="connsiteX6" fmla="*/ 253755 w 352893"/>
              <a:gd name="connsiteY6" fmla="*/ 95134 h 457750"/>
              <a:gd name="connsiteX7" fmla="*/ 329253 w 352893"/>
              <a:gd name="connsiteY7" fmla="*/ 85030 h 457750"/>
              <a:gd name="connsiteX8" fmla="*/ 352703 w 352893"/>
              <a:gd name="connsiteY8" fmla="*/ 66537 h 457750"/>
              <a:gd name="connsiteX9" fmla="*/ 352703 w 352893"/>
              <a:gd name="connsiteY9" fmla="*/ 47472 h 457750"/>
              <a:gd name="connsiteX10" fmla="*/ 330587 w 352893"/>
              <a:gd name="connsiteY10" fmla="*/ 29169 h 457750"/>
              <a:gd name="connsiteX11" fmla="*/ 330587 w 352893"/>
              <a:gd name="connsiteY11" fmla="*/ 29169 h 457750"/>
              <a:gd name="connsiteX12" fmla="*/ 253755 w 352893"/>
              <a:gd name="connsiteY12" fmla="*/ 19065 h 457750"/>
              <a:gd name="connsiteX13" fmla="*/ 252421 w 352893"/>
              <a:gd name="connsiteY13" fmla="*/ 19065 h 457750"/>
              <a:gd name="connsiteX14" fmla="*/ 247273 w 352893"/>
              <a:gd name="connsiteY14" fmla="*/ 19828 h 457750"/>
              <a:gd name="connsiteX15" fmla="*/ 224967 w 352893"/>
              <a:gd name="connsiteY15" fmla="*/ 0 h 457750"/>
              <a:gd name="connsiteX16" fmla="*/ 184740 w 352893"/>
              <a:gd name="connsiteY16" fmla="*/ 0 h 457750"/>
              <a:gd name="connsiteX17" fmla="*/ 162624 w 352893"/>
              <a:gd name="connsiteY17" fmla="*/ 19065 h 457750"/>
              <a:gd name="connsiteX18" fmla="*/ 152329 w 352893"/>
              <a:gd name="connsiteY18" fmla="*/ 19065 h 457750"/>
              <a:gd name="connsiteX19" fmla="*/ 0 w 352893"/>
              <a:gd name="connsiteY19" fmla="*/ 171394 h 457750"/>
              <a:gd name="connsiteX20" fmla="*/ 21734 w 352893"/>
              <a:gd name="connsiteY20" fmla="*/ 249180 h 457750"/>
              <a:gd name="connsiteX21" fmla="*/ 9533 w 352893"/>
              <a:gd name="connsiteY21" fmla="*/ 267291 h 457750"/>
              <a:gd name="connsiteX22" fmla="*/ 9533 w 352893"/>
              <a:gd name="connsiteY22" fmla="*/ 310760 h 457750"/>
              <a:gd name="connsiteX23" fmla="*/ 12774 w 352893"/>
              <a:gd name="connsiteY23" fmla="*/ 320864 h 457750"/>
              <a:gd name="connsiteX24" fmla="*/ 9533 w 352893"/>
              <a:gd name="connsiteY24" fmla="*/ 330968 h 457750"/>
              <a:gd name="connsiteX25" fmla="*/ 9533 w 352893"/>
              <a:gd name="connsiteY25" fmla="*/ 374437 h 457750"/>
              <a:gd name="connsiteX26" fmla="*/ 12774 w 352893"/>
              <a:gd name="connsiteY26" fmla="*/ 384541 h 457750"/>
              <a:gd name="connsiteX27" fmla="*/ 9533 w 352893"/>
              <a:gd name="connsiteY27" fmla="*/ 394645 h 457750"/>
              <a:gd name="connsiteX28" fmla="*/ 9533 w 352893"/>
              <a:gd name="connsiteY28" fmla="*/ 438114 h 457750"/>
              <a:gd name="connsiteX29" fmla="*/ 29169 w 352893"/>
              <a:gd name="connsiteY29" fmla="*/ 457751 h 457750"/>
              <a:gd name="connsiteX30" fmla="*/ 333256 w 352893"/>
              <a:gd name="connsiteY30" fmla="*/ 457751 h 457750"/>
              <a:gd name="connsiteX31" fmla="*/ 352893 w 352893"/>
              <a:gd name="connsiteY31" fmla="*/ 438114 h 457750"/>
              <a:gd name="connsiteX32" fmla="*/ 352893 w 352893"/>
              <a:gd name="connsiteY32" fmla="*/ 394645 h 457750"/>
              <a:gd name="connsiteX33" fmla="*/ 349652 w 352893"/>
              <a:gd name="connsiteY33" fmla="*/ 384541 h 457750"/>
              <a:gd name="connsiteX34" fmla="*/ 352893 w 352893"/>
              <a:gd name="connsiteY34" fmla="*/ 374437 h 457750"/>
              <a:gd name="connsiteX35" fmla="*/ 352893 w 352893"/>
              <a:gd name="connsiteY35" fmla="*/ 330968 h 457750"/>
              <a:gd name="connsiteX36" fmla="*/ 349652 w 352893"/>
              <a:gd name="connsiteY36" fmla="*/ 320864 h 457750"/>
              <a:gd name="connsiteX37" fmla="*/ 352893 w 352893"/>
              <a:gd name="connsiteY37" fmla="*/ 310760 h 457750"/>
              <a:gd name="connsiteX38" fmla="*/ 352893 w 352893"/>
              <a:gd name="connsiteY38" fmla="*/ 267291 h 457750"/>
              <a:gd name="connsiteX39" fmla="*/ 333256 w 352893"/>
              <a:gd name="connsiteY39" fmla="*/ 247654 h 457750"/>
              <a:gd name="connsiteX40" fmla="*/ 162053 w 352893"/>
              <a:gd name="connsiteY40" fmla="*/ 247654 h 457750"/>
              <a:gd name="connsiteX41" fmla="*/ 85793 w 352893"/>
              <a:gd name="connsiteY41" fmla="*/ 171394 h 457750"/>
              <a:gd name="connsiteX42" fmla="*/ 162053 w 352893"/>
              <a:gd name="connsiteY42" fmla="*/ 95134 h 457750"/>
              <a:gd name="connsiteX43" fmla="*/ 329253 w 352893"/>
              <a:gd name="connsiteY43" fmla="*/ 48044 h 457750"/>
              <a:gd name="connsiteX44" fmla="*/ 333638 w 352893"/>
              <a:gd name="connsiteY44" fmla="*/ 48997 h 457750"/>
              <a:gd name="connsiteX45" fmla="*/ 333638 w 352893"/>
              <a:gd name="connsiteY45" fmla="*/ 64821 h 457750"/>
              <a:gd name="connsiteX46" fmla="*/ 327918 w 352893"/>
              <a:gd name="connsiteY46" fmla="*/ 65774 h 457750"/>
              <a:gd name="connsiteX47" fmla="*/ 252421 w 352893"/>
              <a:gd name="connsiteY47" fmla="*/ 75879 h 457750"/>
              <a:gd name="connsiteX48" fmla="*/ 248036 w 352893"/>
              <a:gd name="connsiteY48" fmla="*/ 74925 h 457750"/>
              <a:gd name="connsiteX49" fmla="*/ 248036 w 352893"/>
              <a:gd name="connsiteY49" fmla="*/ 38702 h 457750"/>
              <a:gd name="connsiteX50" fmla="*/ 252039 w 352893"/>
              <a:gd name="connsiteY50" fmla="*/ 37749 h 457750"/>
              <a:gd name="connsiteX51" fmla="*/ 329443 w 352893"/>
              <a:gd name="connsiteY51" fmla="*/ 47853 h 457750"/>
              <a:gd name="connsiteX52" fmla="*/ 184931 w 352893"/>
              <a:gd name="connsiteY52" fmla="*/ 18874 h 457750"/>
              <a:gd name="connsiteX53" fmla="*/ 225158 w 352893"/>
              <a:gd name="connsiteY53" fmla="*/ 18874 h 457750"/>
              <a:gd name="connsiteX54" fmla="*/ 228971 w 352893"/>
              <a:gd name="connsiteY54" fmla="*/ 22687 h 457750"/>
              <a:gd name="connsiteX55" fmla="*/ 228971 w 352893"/>
              <a:gd name="connsiteY55" fmla="*/ 91512 h 457750"/>
              <a:gd name="connsiteX56" fmla="*/ 225158 w 352893"/>
              <a:gd name="connsiteY56" fmla="*/ 95325 h 457750"/>
              <a:gd name="connsiteX57" fmla="*/ 184931 w 352893"/>
              <a:gd name="connsiteY57" fmla="*/ 95325 h 457750"/>
              <a:gd name="connsiteX58" fmla="*/ 181118 w 352893"/>
              <a:gd name="connsiteY58" fmla="*/ 91512 h 457750"/>
              <a:gd name="connsiteX59" fmla="*/ 181118 w 352893"/>
              <a:gd name="connsiteY59" fmla="*/ 22687 h 457750"/>
              <a:gd name="connsiteX60" fmla="*/ 184931 w 352893"/>
              <a:gd name="connsiteY60" fmla="*/ 18874 h 457750"/>
              <a:gd name="connsiteX61" fmla="*/ 333638 w 352893"/>
              <a:gd name="connsiteY61" fmla="*/ 330778 h 457750"/>
              <a:gd name="connsiteX62" fmla="*/ 333066 w 352893"/>
              <a:gd name="connsiteY62" fmla="*/ 374818 h 457750"/>
              <a:gd name="connsiteX63" fmla="*/ 28598 w 352893"/>
              <a:gd name="connsiteY63" fmla="*/ 374246 h 457750"/>
              <a:gd name="connsiteX64" fmla="*/ 29169 w 352893"/>
              <a:gd name="connsiteY64" fmla="*/ 330206 h 457750"/>
              <a:gd name="connsiteX65" fmla="*/ 333256 w 352893"/>
              <a:gd name="connsiteY65" fmla="*/ 330206 h 457750"/>
              <a:gd name="connsiteX66" fmla="*/ 333828 w 352893"/>
              <a:gd name="connsiteY66" fmla="*/ 330778 h 457750"/>
              <a:gd name="connsiteX67" fmla="*/ 333066 w 352893"/>
              <a:gd name="connsiteY67" fmla="*/ 438304 h 457750"/>
              <a:gd name="connsiteX68" fmla="*/ 28598 w 352893"/>
              <a:gd name="connsiteY68" fmla="*/ 437732 h 457750"/>
              <a:gd name="connsiteX69" fmla="*/ 29169 w 352893"/>
              <a:gd name="connsiteY69" fmla="*/ 393692 h 457750"/>
              <a:gd name="connsiteX70" fmla="*/ 333256 w 352893"/>
              <a:gd name="connsiteY70" fmla="*/ 393692 h 457750"/>
              <a:gd name="connsiteX71" fmla="*/ 333828 w 352893"/>
              <a:gd name="connsiteY71" fmla="*/ 394264 h 457750"/>
              <a:gd name="connsiteX72" fmla="*/ 333256 w 352893"/>
              <a:gd name="connsiteY72" fmla="*/ 438304 h 457750"/>
              <a:gd name="connsiteX73" fmla="*/ 333066 w 352893"/>
              <a:gd name="connsiteY73" fmla="*/ 266719 h 457750"/>
              <a:gd name="connsiteX74" fmla="*/ 333638 w 352893"/>
              <a:gd name="connsiteY74" fmla="*/ 267291 h 457750"/>
              <a:gd name="connsiteX75" fmla="*/ 333066 w 352893"/>
              <a:gd name="connsiteY75" fmla="*/ 311331 h 457750"/>
              <a:gd name="connsiteX76" fmla="*/ 28598 w 352893"/>
              <a:gd name="connsiteY76" fmla="*/ 310760 h 457750"/>
              <a:gd name="connsiteX77" fmla="*/ 29169 w 352893"/>
              <a:gd name="connsiteY77" fmla="*/ 266719 h 457750"/>
              <a:gd name="connsiteX78" fmla="*/ 333256 w 352893"/>
              <a:gd name="connsiteY78" fmla="*/ 266719 h 457750"/>
              <a:gd name="connsiteX79" fmla="*/ 66728 w 352893"/>
              <a:gd name="connsiteY79" fmla="*/ 171394 h 457750"/>
              <a:gd name="connsiteX80" fmla="*/ 105429 w 352893"/>
              <a:gd name="connsiteY80" fmla="*/ 247654 h 457750"/>
              <a:gd name="connsiteX81" fmla="*/ 43278 w 352893"/>
              <a:gd name="connsiteY81" fmla="*/ 247654 h 457750"/>
              <a:gd name="connsiteX82" fmla="*/ 19065 w 352893"/>
              <a:gd name="connsiteY82" fmla="*/ 171394 h 457750"/>
              <a:gd name="connsiteX83" fmla="*/ 152520 w 352893"/>
              <a:gd name="connsiteY83" fmla="*/ 37939 h 457750"/>
              <a:gd name="connsiteX84" fmla="*/ 162053 w 352893"/>
              <a:gd name="connsiteY84" fmla="*/ 37939 h 457750"/>
              <a:gd name="connsiteX85" fmla="*/ 162053 w 352893"/>
              <a:gd name="connsiteY85" fmla="*/ 76069 h 457750"/>
              <a:gd name="connsiteX86" fmla="*/ 157286 w 352893"/>
              <a:gd name="connsiteY86" fmla="*/ 76069 h 457750"/>
              <a:gd name="connsiteX87" fmla="*/ 157286 w 352893"/>
              <a:gd name="connsiteY87" fmla="*/ 76641 h 457750"/>
              <a:gd name="connsiteX88" fmla="*/ 66728 w 352893"/>
              <a:gd name="connsiteY88" fmla="*/ 171394 h 45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52893" h="457750">
                <a:moveTo>
                  <a:pt x="162053" y="95134"/>
                </a:moveTo>
                <a:lnTo>
                  <a:pt x="162815" y="95134"/>
                </a:lnTo>
                <a:cubicBezTo>
                  <a:pt x="164722" y="105811"/>
                  <a:pt x="173682" y="114199"/>
                  <a:pt x="184931" y="114199"/>
                </a:cubicBezTo>
                <a:lnTo>
                  <a:pt x="225158" y="114199"/>
                </a:lnTo>
                <a:cubicBezTo>
                  <a:pt x="236787" y="114199"/>
                  <a:pt x="245939" y="105429"/>
                  <a:pt x="247464" y="94181"/>
                </a:cubicBezTo>
                <a:cubicBezTo>
                  <a:pt x="249370" y="94562"/>
                  <a:pt x="251277" y="95134"/>
                  <a:pt x="253565" y="95134"/>
                </a:cubicBezTo>
                <a:lnTo>
                  <a:pt x="253755" y="95134"/>
                </a:lnTo>
                <a:lnTo>
                  <a:pt x="329253" y="85030"/>
                </a:lnTo>
                <a:cubicBezTo>
                  <a:pt x="342407" y="85030"/>
                  <a:pt x="352703" y="77023"/>
                  <a:pt x="352703" y="66537"/>
                </a:cubicBezTo>
                <a:lnTo>
                  <a:pt x="352703" y="47472"/>
                </a:lnTo>
                <a:cubicBezTo>
                  <a:pt x="352703" y="37177"/>
                  <a:pt x="342407" y="29169"/>
                  <a:pt x="330587" y="29169"/>
                </a:cubicBezTo>
                <a:lnTo>
                  <a:pt x="330587" y="29169"/>
                </a:lnTo>
                <a:lnTo>
                  <a:pt x="253755" y="19065"/>
                </a:lnTo>
                <a:lnTo>
                  <a:pt x="252421" y="19065"/>
                </a:lnTo>
                <a:cubicBezTo>
                  <a:pt x="250514" y="19065"/>
                  <a:pt x="248989" y="19446"/>
                  <a:pt x="247273" y="19828"/>
                </a:cubicBezTo>
                <a:cubicBezTo>
                  <a:pt x="245748" y="8770"/>
                  <a:pt x="236597" y="0"/>
                  <a:pt x="224967" y="0"/>
                </a:cubicBezTo>
                <a:lnTo>
                  <a:pt x="184740" y="0"/>
                </a:lnTo>
                <a:cubicBezTo>
                  <a:pt x="173492" y="0"/>
                  <a:pt x="164531" y="8389"/>
                  <a:pt x="162624" y="19065"/>
                </a:cubicBezTo>
                <a:lnTo>
                  <a:pt x="152329" y="19065"/>
                </a:lnTo>
                <a:cubicBezTo>
                  <a:pt x="68443" y="18874"/>
                  <a:pt x="0" y="87318"/>
                  <a:pt x="0" y="171394"/>
                </a:cubicBezTo>
                <a:cubicBezTo>
                  <a:pt x="0" y="199229"/>
                  <a:pt x="7817" y="225730"/>
                  <a:pt x="21734" y="249180"/>
                </a:cubicBezTo>
                <a:cubicBezTo>
                  <a:pt x="14489" y="252039"/>
                  <a:pt x="9533" y="259093"/>
                  <a:pt x="9533" y="267291"/>
                </a:cubicBezTo>
                <a:lnTo>
                  <a:pt x="9533" y="310760"/>
                </a:lnTo>
                <a:cubicBezTo>
                  <a:pt x="9533" y="314573"/>
                  <a:pt x="10867" y="317814"/>
                  <a:pt x="12774" y="320864"/>
                </a:cubicBezTo>
                <a:cubicBezTo>
                  <a:pt x="10867" y="323914"/>
                  <a:pt x="9533" y="327155"/>
                  <a:pt x="9533" y="330968"/>
                </a:cubicBezTo>
                <a:lnTo>
                  <a:pt x="9533" y="374437"/>
                </a:lnTo>
                <a:cubicBezTo>
                  <a:pt x="9533" y="378250"/>
                  <a:pt x="10867" y="381491"/>
                  <a:pt x="12774" y="384541"/>
                </a:cubicBezTo>
                <a:cubicBezTo>
                  <a:pt x="10867" y="387591"/>
                  <a:pt x="9533" y="390833"/>
                  <a:pt x="9533" y="394645"/>
                </a:cubicBezTo>
                <a:lnTo>
                  <a:pt x="9533" y="438114"/>
                </a:lnTo>
                <a:cubicBezTo>
                  <a:pt x="9533" y="448981"/>
                  <a:pt x="18302" y="457751"/>
                  <a:pt x="29169" y="457751"/>
                </a:cubicBezTo>
                <a:lnTo>
                  <a:pt x="333256" y="457751"/>
                </a:lnTo>
                <a:cubicBezTo>
                  <a:pt x="344123" y="457751"/>
                  <a:pt x="352893" y="448981"/>
                  <a:pt x="352893" y="438114"/>
                </a:cubicBezTo>
                <a:lnTo>
                  <a:pt x="352893" y="394645"/>
                </a:lnTo>
                <a:cubicBezTo>
                  <a:pt x="352893" y="390833"/>
                  <a:pt x="351559" y="387591"/>
                  <a:pt x="349652" y="384541"/>
                </a:cubicBezTo>
                <a:cubicBezTo>
                  <a:pt x="351559" y="381491"/>
                  <a:pt x="352893" y="378250"/>
                  <a:pt x="352893" y="374437"/>
                </a:cubicBezTo>
                <a:lnTo>
                  <a:pt x="352893" y="330968"/>
                </a:lnTo>
                <a:cubicBezTo>
                  <a:pt x="352893" y="327155"/>
                  <a:pt x="351559" y="323914"/>
                  <a:pt x="349652" y="320864"/>
                </a:cubicBezTo>
                <a:cubicBezTo>
                  <a:pt x="351559" y="317814"/>
                  <a:pt x="352893" y="314573"/>
                  <a:pt x="352893" y="310760"/>
                </a:cubicBezTo>
                <a:lnTo>
                  <a:pt x="352893" y="267291"/>
                </a:lnTo>
                <a:cubicBezTo>
                  <a:pt x="352893" y="256424"/>
                  <a:pt x="344123" y="247654"/>
                  <a:pt x="333256" y="247654"/>
                </a:cubicBezTo>
                <a:lnTo>
                  <a:pt x="162053" y="247654"/>
                </a:lnTo>
                <a:cubicBezTo>
                  <a:pt x="119919" y="247654"/>
                  <a:pt x="85793" y="213528"/>
                  <a:pt x="85793" y="171394"/>
                </a:cubicBezTo>
                <a:cubicBezTo>
                  <a:pt x="85793" y="129261"/>
                  <a:pt x="119919" y="95134"/>
                  <a:pt x="162053" y="95134"/>
                </a:cubicBezTo>
                <a:close/>
                <a:moveTo>
                  <a:pt x="329253" y="48044"/>
                </a:moveTo>
                <a:cubicBezTo>
                  <a:pt x="331350" y="48044"/>
                  <a:pt x="332875" y="48616"/>
                  <a:pt x="333638" y="48997"/>
                </a:cubicBezTo>
                <a:lnTo>
                  <a:pt x="333638" y="64821"/>
                </a:lnTo>
                <a:cubicBezTo>
                  <a:pt x="333638" y="64821"/>
                  <a:pt x="330968" y="65774"/>
                  <a:pt x="327918" y="65774"/>
                </a:cubicBezTo>
                <a:lnTo>
                  <a:pt x="252421" y="75879"/>
                </a:lnTo>
                <a:cubicBezTo>
                  <a:pt x="250323" y="75879"/>
                  <a:pt x="248798" y="75307"/>
                  <a:pt x="248036" y="74925"/>
                </a:cubicBezTo>
                <a:lnTo>
                  <a:pt x="248036" y="38702"/>
                </a:lnTo>
                <a:cubicBezTo>
                  <a:pt x="248036" y="38702"/>
                  <a:pt x="250133" y="37939"/>
                  <a:pt x="252039" y="37749"/>
                </a:cubicBezTo>
                <a:lnTo>
                  <a:pt x="329443" y="47853"/>
                </a:lnTo>
                <a:close/>
                <a:moveTo>
                  <a:pt x="184931" y="18874"/>
                </a:moveTo>
                <a:lnTo>
                  <a:pt x="225158" y="18874"/>
                </a:lnTo>
                <a:cubicBezTo>
                  <a:pt x="227255" y="18874"/>
                  <a:pt x="228971" y="20590"/>
                  <a:pt x="228971" y="22687"/>
                </a:cubicBezTo>
                <a:lnTo>
                  <a:pt x="228971" y="91512"/>
                </a:lnTo>
                <a:cubicBezTo>
                  <a:pt x="228971" y="93609"/>
                  <a:pt x="227255" y="95325"/>
                  <a:pt x="225158" y="95325"/>
                </a:cubicBezTo>
                <a:lnTo>
                  <a:pt x="184931" y="95325"/>
                </a:lnTo>
                <a:cubicBezTo>
                  <a:pt x="182833" y="95325"/>
                  <a:pt x="181118" y="93609"/>
                  <a:pt x="181118" y="91512"/>
                </a:cubicBezTo>
                <a:lnTo>
                  <a:pt x="181118" y="22687"/>
                </a:lnTo>
                <a:cubicBezTo>
                  <a:pt x="181118" y="20590"/>
                  <a:pt x="182833" y="18874"/>
                  <a:pt x="184931" y="18874"/>
                </a:cubicBezTo>
                <a:close/>
                <a:moveTo>
                  <a:pt x="333638" y="330778"/>
                </a:moveTo>
                <a:lnTo>
                  <a:pt x="333066" y="374818"/>
                </a:lnTo>
                <a:lnTo>
                  <a:pt x="28598" y="374246"/>
                </a:lnTo>
                <a:lnTo>
                  <a:pt x="29169" y="330206"/>
                </a:lnTo>
                <a:lnTo>
                  <a:pt x="333256" y="330206"/>
                </a:lnTo>
                <a:lnTo>
                  <a:pt x="333828" y="330778"/>
                </a:lnTo>
                <a:close/>
                <a:moveTo>
                  <a:pt x="333066" y="438304"/>
                </a:moveTo>
                <a:lnTo>
                  <a:pt x="28598" y="437732"/>
                </a:lnTo>
                <a:lnTo>
                  <a:pt x="29169" y="393692"/>
                </a:lnTo>
                <a:lnTo>
                  <a:pt x="333256" y="393692"/>
                </a:lnTo>
                <a:lnTo>
                  <a:pt x="333828" y="394264"/>
                </a:lnTo>
                <a:lnTo>
                  <a:pt x="333256" y="438304"/>
                </a:lnTo>
                <a:close/>
                <a:moveTo>
                  <a:pt x="333066" y="266719"/>
                </a:moveTo>
                <a:lnTo>
                  <a:pt x="333638" y="267291"/>
                </a:lnTo>
                <a:lnTo>
                  <a:pt x="333066" y="311331"/>
                </a:lnTo>
                <a:lnTo>
                  <a:pt x="28598" y="310760"/>
                </a:lnTo>
                <a:lnTo>
                  <a:pt x="29169" y="266719"/>
                </a:lnTo>
                <a:lnTo>
                  <a:pt x="333256" y="266719"/>
                </a:lnTo>
                <a:close/>
                <a:moveTo>
                  <a:pt x="66728" y="171394"/>
                </a:moveTo>
                <a:cubicBezTo>
                  <a:pt x="66728" y="202661"/>
                  <a:pt x="82170" y="230305"/>
                  <a:pt x="105429" y="247654"/>
                </a:cubicBezTo>
                <a:lnTo>
                  <a:pt x="43278" y="247654"/>
                </a:lnTo>
                <a:cubicBezTo>
                  <a:pt x="27644" y="225158"/>
                  <a:pt x="19065" y="199039"/>
                  <a:pt x="19065" y="171394"/>
                </a:cubicBezTo>
                <a:cubicBezTo>
                  <a:pt x="19065" y="97803"/>
                  <a:pt x="78929" y="37939"/>
                  <a:pt x="152520" y="37939"/>
                </a:cubicBezTo>
                <a:lnTo>
                  <a:pt x="162053" y="37939"/>
                </a:lnTo>
                <a:lnTo>
                  <a:pt x="162053" y="76069"/>
                </a:lnTo>
                <a:lnTo>
                  <a:pt x="157286" y="76069"/>
                </a:lnTo>
                <a:lnTo>
                  <a:pt x="157286" y="76641"/>
                </a:lnTo>
                <a:cubicBezTo>
                  <a:pt x="106955" y="79120"/>
                  <a:pt x="66728" y="120491"/>
                  <a:pt x="66728" y="17139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Graphic 51" descr="Safety gloves and goggles icon.">
            <a:extLst>
              <a:ext uri="{FF2B5EF4-FFF2-40B4-BE49-F238E27FC236}">
                <a16:creationId xmlns:a16="http://schemas.microsoft.com/office/drawing/2014/main" id="{E0D318F5-333C-4124-A5D2-F7D19E5BDF83}"/>
              </a:ext>
            </a:extLst>
          </p:cNvPr>
          <p:cNvSpPr/>
          <p:nvPr/>
        </p:nvSpPr>
        <p:spPr>
          <a:xfrm>
            <a:off x="9591237" y="4163064"/>
            <a:ext cx="381681" cy="437732"/>
          </a:xfrm>
          <a:custGeom>
            <a:avLst/>
            <a:gdLst>
              <a:gd name="connsiteX0" fmla="*/ 362616 w 381681"/>
              <a:gd name="connsiteY0" fmla="*/ 19256 h 437732"/>
              <a:gd name="connsiteX1" fmla="*/ 343170 w 381681"/>
              <a:gd name="connsiteY1" fmla="*/ 19256 h 437732"/>
              <a:gd name="connsiteX2" fmla="*/ 343170 w 381681"/>
              <a:gd name="connsiteY2" fmla="*/ 18302 h 437732"/>
              <a:gd name="connsiteX3" fmla="*/ 325249 w 381681"/>
              <a:gd name="connsiteY3" fmla="*/ 0 h 437732"/>
              <a:gd name="connsiteX4" fmla="*/ 55860 w 381681"/>
              <a:gd name="connsiteY4" fmla="*/ 0 h 437732"/>
              <a:gd name="connsiteX5" fmla="*/ 37939 w 381681"/>
              <a:gd name="connsiteY5" fmla="*/ 18302 h 437732"/>
              <a:gd name="connsiteX6" fmla="*/ 37939 w 381681"/>
              <a:gd name="connsiteY6" fmla="*/ 19256 h 437732"/>
              <a:gd name="connsiteX7" fmla="*/ 19065 w 381681"/>
              <a:gd name="connsiteY7" fmla="*/ 19256 h 437732"/>
              <a:gd name="connsiteX8" fmla="*/ 0 w 381681"/>
              <a:gd name="connsiteY8" fmla="*/ 38321 h 437732"/>
              <a:gd name="connsiteX9" fmla="*/ 0 w 381681"/>
              <a:gd name="connsiteY9" fmla="*/ 76451 h 437732"/>
              <a:gd name="connsiteX10" fmla="*/ 19065 w 381681"/>
              <a:gd name="connsiteY10" fmla="*/ 95516 h 437732"/>
              <a:gd name="connsiteX11" fmla="*/ 38511 w 381681"/>
              <a:gd name="connsiteY11" fmla="*/ 95516 h 437732"/>
              <a:gd name="connsiteX12" fmla="*/ 79120 w 381681"/>
              <a:gd name="connsiteY12" fmla="*/ 133646 h 437732"/>
              <a:gd name="connsiteX13" fmla="*/ 143178 w 381681"/>
              <a:gd name="connsiteY13" fmla="*/ 133646 h 437732"/>
              <a:gd name="connsiteX14" fmla="*/ 178258 w 381681"/>
              <a:gd name="connsiteY14" fmla="*/ 112484 h 437732"/>
              <a:gd name="connsiteX15" fmla="*/ 179402 w 381681"/>
              <a:gd name="connsiteY15" fmla="*/ 110386 h 437732"/>
              <a:gd name="connsiteX16" fmla="*/ 180736 w 381681"/>
              <a:gd name="connsiteY16" fmla="*/ 107527 h 437732"/>
              <a:gd name="connsiteX17" fmla="*/ 182261 w 381681"/>
              <a:gd name="connsiteY17" fmla="*/ 103714 h 437732"/>
              <a:gd name="connsiteX18" fmla="*/ 183215 w 381681"/>
              <a:gd name="connsiteY18" fmla="*/ 99901 h 437732"/>
              <a:gd name="connsiteX19" fmla="*/ 184168 w 381681"/>
              <a:gd name="connsiteY19" fmla="*/ 95706 h 437732"/>
              <a:gd name="connsiteX20" fmla="*/ 196751 w 381681"/>
              <a:gd name="connsiteY20" fmla="*/ 95706 h 437732"/>
              <a:gd name="connsiteX21" fmla="*/ 196751 w 381681"/>
              <a:gd name="connsiteY21" fmla="*/ 95706 h 437732"/>
              <a:gd name="connsiteX22" fmla="*/ 196751 w 381681"/>
              <a:gd name="connsiteY22" fmla="*/ 95706 h 437732"/>
              <a:gd name="connsiteX23" fmla="*/ 196751 w 381681"/>
              <a:gd name="connsiteY23" fmla="*/ 95706 h 437732"/>
              <a:gd name="connsiteX24" fmla="*/ 197323 w 381681"/>
              <a:gd name="connsiteY24" fmla="*/ 97803 h 437732"/>
              <a:gd name="connsiteX25" fmla="*/ 198657 w 381681"/>
              <a:gd name="connsiteY25" fmla="*/ 103142 h 437732"/>
              <a:gd name="connsiteX26" fmla="*/ 199992 w 381681"/>
              <a:gd name="connsiteY26" fmla="*/ 106573 h 437732"/>
              <a:gd name="connsiteX27" fmla="*/ 237741 w 381681"/>
              <a:gd name="connsiteY27" fmla="*/ 133264 h 437732"/>
              <a:gd name="connsiteX28" fmla="*/ 301799 w 381681"/>
              <a:gd name="connsiteY28" fmla="*/ 133264 h 437732"/>
              <a:gd name="connsiteX29" fmla="*/ 342598 w 381681"/>
              <a:gd name="connsiteY29" fmla="*/ 95134 h 437732"/>
              <a:gd name="connsiteX30" fmla="*/ 362616 w 381681"/>
              <a:gd name="connsiteY30" fmla="*/ 95134 h 437732"/>
              <a:gd name="connsiteX31" fmla="*/ 381681 w 381681"/>
              <a:gd name="connsiteY31" fmla="*/ 76069 h 437732"/>
              <a:gd name="connsiteX32" fmla="*/ 381681 w 381681"/>
              <a:gd name="connsiteY32" fmla="*/ 38321 h 437732"/>
              <a:gd name="connsiteX33" fmla="*/ 362616 w 381681"/>
              <a:gd name="connsiteY33" fmla="*/ 19256 h 437732"/>
              <a:gd name="connsiteX34" fmla="*/ 37939 w 381681"/>
              <a:gd name="connsiteY34" fmla="*/ 76451 h 437732"/>
              <a:gd name="connsiteX35" fmla="*/ 19065 w 381681"/>
              <a:gd name="connsiteY35" fmla="*/ 76451 h 437732"/>
              <a:gd name="connsiteX36" fmla="*/ 19065 w 381681"/>
              <a:gd name="connsiteY36" fmla="*/ 38321 h 437732"/>
              <a:gd name="connsiteX37" fmla="*/ 37939 w 381681"/>
              <a:gd name="connsiteY37" fmla="*/ 38321 h 437732"/>
              <a:gd name="connsiteX38" fmla="*/ 37939 w 381681"/>
              <a:gd name="connsiteY38" fmla="*/ 76451 h 437732"/>
              <a:gd name="connsiteX39" fmla="*/ 324105 w 381681"/>
              <a:gd name="connsiteY39" fmla="*/ 88843 h 437732"/>
              <a:gd name="connsiteX40" fmla="*/ 301799 w 381681"/>
              <a:gd name="connsiteY40" fmla="*/ 114581 h 437732"/>
              <a:gd name="connsiteX41" fmla="*/ 237741 w 381681"/>
              <a:gd name="connsiteY41" fmla="*/ 114581 h 437732"/>
              <a:gd name="connsiteX42" fmla="*/ 216006 w 381681"/>
              <a:gd name="connsiteY42" fmla="*/ 93990 h 437732"/>
              <a:gd name="connsiteX43" fmla="*/ 200183 w 381681"/>
              <a:gd name="connsiteY43" fmla="*/ 76832 h 437732"/>
              <a:gd name="connsiteX44" fmla="*/ 193891 w 381681"/>
              <a:gd name="connsiteY44" fmla="*/ 76832 h 437732"/>
              <a:gd name="connsiteX45" fmla="*/ 181308 w 381681"/>
              <a:gd name="connsiteY45" fmla="*/ 76832 h 437732"/>
              <a:gd name="connsiteX46" fmla="*/ 165103 w 381681"/>
              <a:gd name="connsiteY46" fmla="*/ 94181 h 437732"/>
              <a:gd name="connsiteX47" fmla="*/ 143178 w 381681"/>
              <a:gd name="connsiteY47" fmla="*/ 114771 h 437732"/>
              <a:gd name="connsiteX48" fmla="*/ 79120 w 381681"/>
              <a:gd name="connsiteY48" fmla="*/ 114771 h 437732"/>
              <a:gd name="connsiteX49" fmla="*/ 56814 w 381681"/>
              <a:gd name="connsiteY49" fmla="*/ 89034 h 437732"/>
              <a:gd name="connsiteX50" fmla="*/ 55670 w 381681"/>
              <a:gd name="connsiteY50" fmla="*/ 19256 h 437732"/>
              <a:gd name="connsiteX51" fmla="*/ 323914 w 381681"/>
              <a:gd name="connsiteY51" fmla="*/ 18493 h 437732"/>
              <a:gd name="connsiteX52" fmla="*/ 323914 w 381681"/>
              <a:gd name="connsiteY52" fmla="*/ 89034 h 437732"/>
              <a:gd name="connsiteX53" fmla="*/ 362616 w 381681"/>
              <a:gd name="connsiteY53" fmla="*/ 76451 h 437732"/>
              <a:gd name="connsiteX54" fmla="*/ 343170 w 381681"/>
              <a:gd name="connsiteY54" fmla="*/ 76451 h 437732"/>
              <a:gd name="connsiteX55" fmla="*/ 343170 w 381681"/>
              <a:gd name="connsiteY55" fmla="*/ 38321 h 437732"/>
              <a:gd name="connsiteX56" fmla="*/ 362616 w 381681"/>
              <a:gd name="connsiteY56" fmla="*/ 38321 h 437732"/>
              <a:gd name="connsiteX57" fmla="*/ 362616 w 381681"/>
              <a:gd name="connsiteY57" fmla="*/ 76451 h 437732"/>
              <a:gd name="connsiteX58" fmla="*/ 327727 w 381681"/>
              <a:gd name="connsiteY58" fmla="*/ 348508 h 437732"/>
              <a:gd name="connsiteX59" fmla="*/ 321817 w 381681"/>
              <a:gd name="connsiteY59" fmla="*/ 321245 h 437732"/>
              <a:gd name="connsiteX60" fmla="*/ 336688 w 381681"/>
              <a:gd name="connsiteY60" fmla="*/ 230115 h 437732"/>
              <a:gd name="connsiteX61" fmla="*/ 313619 w 381681"/>
              <a:gd name="connsiteY61" fmla="*/ 199611 h 437732"/>
              <a:gd name="connsiteX62" fmla="*/ 293601 w 381681"/>
              <a:gd name="connsiteY62" fmla="*/ 204758 h 437732"/>
              <a:gd name="connsiteX63" fmla="*/ 283115 w 381681"/>
              <a:gd name="connsiteY63" fmla="*/ 222679 h 437732"/>
              <a:gd name="connsiteX64" fmla="*/ 281018 w 381681"/>
              <a:gd name="connsiteY64" fmla="*/ 238884 h 437732"/>
              <a:gd name="connsiteX65" fmla="*/ 277586 w 381681"/>
              <a:gd name="connsiteY65" fmla="*/ 252611 h 437732"/>
              <a:gd name="connsiteX66" fmla="*/ 274917 w 381681"/>
              <a:gd name="connsiteY66" fmla="*/ 251849 h 437732"/>
              <a:gd name="connsiteX67" fmla="*/ 230687 w 381681"/>
              <a:gd name="connsiteY67" fmla="*/ 163387 h 437732"/>
              <a:gd name="connsiteX68" fmla="*/ 194463 w 381681"/>
              <a:gd name="connsiteY68" fmla="*/ 151376 h 437732"/>
              <a:gd name="connsiteX69" fmla="*/ 187790 w 381681"/>
              <a:gd name="connsiteY69" fmla="*/ 156333 h 437732"/>
              <a:gd name="connsiteX70" fmla="*/ 152711 w 381681"/>
              <a:gd name="connsiteY70" fmla="*/ 146229 h 437732"/>
              <a:gd name="connsiteX71" fmla="*/ 139175 w 381681"/>
              <a:gd name="connsiteY71" fmla="*/ 161862 h 437732"/>
              <a:gd name="connsiteX72" fmla="*/ 138221 w 381681"/>
              <a:gd name="connsiteY72" fmla="*/ 169488 h 437732"/>
              <a:gd name="connsiteX73" fmla="*/ 126592 w 381681"/>
              <a:gd name="connsiteY73" fmla="*/ 172157 h 437732"/>
              <a:gd name="connsiteX74" fmla="*/ 119728 w 381681"/>
              <a:gd name="connsiteY74" fmla="*/ 177305 h 437732"/>
              <a:gd name="connsiteX75" fmla="*/ 86174 w 381681"/>
              <a:gd name="connsiteY75" fmla="*/ 169488 h 437732"/>
              <a:gd name="connsiteX76" fmla="*/ 71303 w 381681"/>
              <a:gd name="connsiteY76" fmla="*/ 192938 h 437732"/>
              <a:gd name="connsiteX77" fmla="*/ 60055 w 381681"/>
              <a:gd name="connsiteY77" fmla="*/ 195607 h 437732"/>
              <a:gd name="connsiteX78" fmla="*/ 48044 w 381681"/>
              <a:gd name="connsiteY78" fmla="*/ 231830 h 437732"/>
              <a:gd name="connsiteX79" fmla="*/ 52238 w 381681"/>
              <a:gd name="connsiteY79" fmla="*/ 240410 h 437732"/>
              <a:gd name="connsiteX80" fmla="*/ 44421 w 381681"/>
              <a:gd name="connsiteY80" fmla="*/ 242507 h 437732"/>
              <a:gd name="connsiteX81" fmla="*/ 30885 w 381681"/>
              <a:gd name="connsiteY81" fmla="*/ 258140 h 437732"/>
              <a:gd name="connsiteX82" fmla="*/ 32411 w 381681"/>
              <a:gd name="connsiteY82" fmla="*/ 278730 h 437732"/>
              <a:gd name="connsiteX83" fmla="*/ 111912 w 381681"/>
              <a:gd name="connsiteY83" fmla="*/ 437732 h 437732"/>
              <a:gd name="connsiteX84" fmla="*/ 133264 w 381681"/>
              <a:gd name="connsiteY84" fmla="*/ 437732 h 437732"/>
              <a:gd name="connsiteX85" fmla="*/ 49378 w 381681"/>
              <a:gd name="connsiteY85" fmla="*/ 270151 h 437732"/>
              <a:gd name="connsiteX86" fmla="*/ 48997 w 381681"/>
              <a:gd name="connsiteY86" fmla="*/ 264050 h 437732"/>
              <a:gd name="connsiteX87" fmla="*/ 53001 w 381681"/>
              <a:gd name="connsiteY87" fmla="*/ 259475 h 437732"/>
              <a:gd name="connsiteX88" fmla="*/ 59102 w 381681"/>
              <a:gd name="connsiteY88" fmla="*/ 259093 h 437732"/>
              <a:gd name="connsiteX89" fmla="*/ 63677 w 381681"/>
              <a:gd name="connsiteY89" fmla="*/ 263097 h 437732"/>
              <a:gd name="connsiteX90" fmla="*/ 89796 w 381681"/>
              <a:gd name="connsiteY90" fmla="*/ 315335 h 437732"/>
              <a:gd name="connsiteX91" fmla="*/ 106764 w 381681"/>
              <a:gd name="connsiteY91" fmla="*/ 306756 h 437732"/>
              <a:gd name="connsiteX92" fmla="*/ 65012 w 381681"/>
              <a:gd name="connsiteY92" fmla="*/ 223251 h 437732"/>
              <a:gd name="connsiteX93" fmla="*/ 68634 w 381681"/>
              <a:gd name="connsiteY93" fmla="*/ 212575 h 437732"/>
              <a:gd name="connsiteX94" fmla="*/ 74735 w 381681"/>
              <a:gd name="connsiteY94" fmla="*/ 212193 h 437732"/>
              <a:gd name="connsiteX95" fmla="*/ 79310 w 381681"/>
              <a:gd name="connsiteY95" fmla="*/ 216197 h 437732"/>
              <a:gd name="connsiteX96" fmla="*/ 121063 w 381681"/>
              <a:gd name="connsiteY96" fmla="*/ 299702 h 437732"/>
              <a:gd name="connsiteX97" fmla="*/ 190078 w 381681"/>
              <a:gd name="connsiteY97" fmla="*/ 437732 h 437732"/>
              <a:gd name="connsiteX98" fmla="*/ 211431 w 381681"/>
              <a:gd name="connsiteY98" fmla="*/ 437732 h 437732"/>
              <a:gd name="connsiteX99" fmla="*/ 116106 w 381681"/>
              <a:gd name="connsiteY99" fmla="*/ 246892 h 437732"/>
              <a:gd name="connsiteX100" fmla="*/ 115725 w 381681"/>
              <a:gd name="connsiteY100" fmla="*/ 240791 h 437732"/>
              <a:gd name="connsiteX101" fmla="*/ 119728 w 381681"/>
              <a:gd name="connsiteY101" fmla="*/ 236215 h 437732"/>
              <a:gd name="connsiteX102" fmla="*/ 125829 w 381681"/>
              <a:gd name="connsiteY102" fmla="*/ 235834 h 437732"/>
              <a:gd name="connsiteX103" fmla="*/ 130405 w 381681"/>
              <a:gd name="connsiteY103" fmla="*/ 239647 h 437732"/>
              <a:gd name="connsiteX104" fmla="*/ 156524 w 381681"/>
              <a:gd name="connsiteY104" fmla="*/ 291885 h 437732"/>
              <a:gd name="connsiteX105" fmla="*/ 173492 w 381681"/>
              <a:gd name="connsiteY105" fmla="*/ 283306 h 437732"/>
              <a:gd name="connsiteX106" fmla="*/ 147372 w 381681"/>
              <a:gd name="connsiteY106" fmla="*/ 231068 h 437732"/>
              <a:gd name="connsiteX107" fmla="*/ 147372 w 381681"/>
              <a:gd name="connsiteY107" fmla="*/ 231068 h 437732"/>
              <a:gd name="connsiteX108" fmla="*/ 131739 w 381681"/>
              <a:gd name="connsiteY108" fmla="*/ 199801 h 437732"/>
              <a:gd name="connsiteX109" fmla="*/ 135362 w 381681"/>
              <a:gd name="connsiteY109" fmla="*/ 189125 h 437732"/>
              <a:gd name="connsiteX110" fmla="*/ 146038 w 381681"/>
              <a:gd name="connsiteY110" fmla="*/ 192747 h 437732"/>
              <a:gd name="connsiteX111" fmla="*/ 187790 w 381681"/>
              <a:gd name="connsiteY111" fmla="*/ 276252 h 437732"/>
              <a:gd name="connsiteX112" fmla="*/ 204758 w 381681"/>
              <a:gd name="connsiteY112" fmla="*/ 267673 h 437732"/>
              <a:gd name="connsiteX113" fmla="*/ 157858 w 381681"/>
              <a:gd name="connsiteY113" fmla="*/ 173682 h 437732"/>
              <a:gd name="connsiteX114" fmla="*/ 157477 w 381681"/>
              <a:gd name="connsiteY114" fmla="*/ 167581 h 437732"/>
              <a:gd name="connsiteX115" fmla="*/ 161481 w 381681"/>
              <a:gd name="connsiteY115" fmla="*/ 163006 h 437732"/>
              <a:gd name="connsiteX116" fmla="*/ 172157 w 381681"/>
              <a:gd name="connsiteY116" fmla="*/ 166628 h 437732"/>
              <a:gd name="connsiteX117" fmla="*/ 219057 w 381681"/>
              <a:gd name="connsiteY117" fmla="*/ 260619 h 437732"/>
              <a:gd name="connsiteX118" fmla="*/ 236025 w 381681"/>
              <a:gd name="connsiteY118" fmla="*/ 252039 h 437732"/>
              <a:gd name="connsiteX119" fmla="*/ 199611 w 381681"/>
              <a:gd name="connsiteY119" fmla="*/ 179020 h 437732"/>
              <a:gd name="connsiteX120" fmla="*/ 203233 w 381681"/>
              <a:gd name="connsiteY120" fmla="*/ 168344 h 437732"/>
              <a:gd name="connsiteX121" fmla="*/ 213909 w 381681"/>
              <a:gd name="connsiteY121" fmla="*/ 171966 h 437732"/>
              <a:gd name="connsiteX122" fmla="*/ 250323 w 381681"/>
              <a:gd name="connsiteY122" fmla="*/ 244795 h 437732"/>
              <a:gd name="connsiteX123" fmla="*/ 250323 w 381681"/>
              <a:gd name="connsiteY123" fmla="*/ 244795 h 437732"/>
              <a:gd name="connsiteX124" fmla="*/ 258140 w 381681"/>
              <a:gd name="connsiteY124" fmla="*/ 260428 h 437732"/>
              <a:gd name="connsiteX125" fmla="*/ 267863 w 381681"/>
              <a:gd name="connsiteY125" fmla="*/ 269579 h 437732"/>
              <a:gd name="connsiteX126" fmla="*/ 286547 w 381681"/>
              <a:gd name="connsiteY126" fmla="*/ 269770 h 437732"/>
              <a:gd name="connsiteX127" fmla="*/ 297795 w 381681"/>
              <a:gd name="connsiteY127" fmla="*/ 255090 h 437732"/>
              <a:gd name="connsiteX128" fmla="*/ 302371 w 381681"/>
              <a:gd name="connsiteY128" fmla="*/ 225158 h 437732"/>
              <a:gd name="connsiteX129" fmla="*/ 305421 w 381681"/>
              <a:gd name="connsiteY129" fmla="*/ 219819 h 437732"/>
              <a:gd name="connsiteX130" fmla="*/ 311331 w 381681"/>
              <a:gd name="connsiteY130" fmla="*/ 218294 h 437732"/>
              <a:gd name="connsiteX131" fmla="*/ 318195 w 381681"/>
              <a:gd name="connsiteY131" fmla="*/ 227064 h 437732"/>
              <a:gd name="connsiteX132" fmla="*/ 303324 w 381681"/>
              <a:gd name="connsiteY132" fmla="*/ 318004 h 437732"/>
              <a:gd name="connsiteX133" fmla="*/ 311903 w 381681"/>
              <a:gd name="connsiteY133" fmla="*/ 358231 h 437732"/>
              <a:gd name="connsiteX134" fmla="*/ 333638 w 381681"/>
              <a:gd name="connsiteY134" fmla="*/ 387401 h 437732"/>
              <a:gd name="connsiteX135" fmla="*/ 233737 w 381681"/>
              <a:gd name="connsiteY135" fmla="*/ 437351 h 437732"/>
              <a:gd name="connsiteX136" fmla="*/ 276252 w 381681"/>
              <a:gd name="connsiteY136" fmla="*/ 437351 h 437732"/>
              <a:gd name="connsiteX137" fmla="*/ 342026 w 381681"/>
              <a:gd name="connsiteY137" fmla="*/ 404369 h 437732"/>
              <a:gd name="connsiteX138" fmla="*/ 352131 w 381681"/>
              <a:gd name="connsiteY138" fmla="*/ 391595 h 437732"/>
              <a:gd name="connsiteX139" fmla="*/ 348699 w 381681"/>
              <a:gd name="connsiteY139" fmla="*/ 375771 h 437732"/>
              <a:gd name="connsiteX140" fmla="*/ 327918 w 381681"/>
              <a:gd name="connsiteY140" fmla="*/ 348127 h 437732"/>
              <a:gd name="connsiteX141" fmla="*/ 110958 w 381681"/>
              <a:gd name="connsiteY141" fmla="*/ 219057 h 437732"/>
              <a:gd name="connsiteX142" fmla="*/ 104476 w 381681"/>
              <a:gd name="connsiteY142" fmla="*/ 224014 h 437732"/>
              <a:gd name="connsiteX143" fmla="*/ 90940 w 381681"/>
              <a:gd name="connsiteY143" fmla="*/ 197132 h 437732"/>
              <a:gd name="connsiteX144" fmla="*/ 94562 w 381681"/>
              <a:gd name="connsiteY144" fmla="*/ 186456 h 437732"/>
              <a:gd name="connsiteX145" fmla="*/ 105239 w 381681"/>
              <a:gd name="connsiteY145" fmla="*/ 190078 h 437732"/>
              <a:gd name="connsiteX146" fmla="*/ 118584 w 381681"/>
              <a:gd name="connsiteY146" fmla="*/ 216960 h 437732"/>
              <a:gd name="connsiteX147" fmla="*/ 110768 w 381681"/>
              <a:gd name="connsiteY147" fmla="*/ 219057 h 4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381681" h="437732">
                <a:moveTo>
                  <a:pt x="362616" y="19256"/>
                </a:moveTo>
                <a:lnTo>
                  <a:pt x="343170" y="19256"/>
                </a:lnTo>
                <a:lnTo>
                  <a:pt x="343170" y="18302"/>
                </a:lnTo>
                <a:cubicBezTo>
                  <a:pt x="343170" y="8198"/>
                  <a:pt x="335163" y="0"/>
                  <a:pt x="325249" y="0"/>
                </a:cubicBezTo>
                <a:lnTo>
                  <a:pt x="55860" y="0"/>
                </a:lnTo>
                <a:cubicBezTo>
                  <a:pt x="45947" y="0"/>
                  <a:pt x="37939" y="8198"/>
                  <a:pt x="37939" y="18302"/>
                </a:cubicBezTo>
                <a:lnTo>
                  <a:pt x="37939" y="19256"/>
                </a:lnTo>
                <a:lnTo>
                  <a:pt x="19065" y="19256"/>
                </a:lnTo>
                <a:cubicBezTo>
                  <a:pt x="8579" y="19256"/>
                  <a:pt x="0" y="27835"/>
                  <a:pt x="0" y="38321"/>
                </a:cubicBezTo>
                <a:lnTo>
                  <a:pt x="0" y="76451"/>
                </a:lnTo>
                <a:cubicBezTo>
                  <a:pt x="0" y="86936"/>
                  <a:pt x="8579" y="95516"/>
                  <a:pt x="19065" y="95516"/>
                </a:cubicBezTo>
                <a:lnTo>
                  <a:pt x="38511" y="95516"/>
                </a:lnTo>
                <a:cubicBezTo>
                  <a:pt x="41562" y="117059"/>
                  <a:pt x="58530" y="133646"/>
                  <a:pt x="79120" y="133646"/>
                </a:cubicBezTo>
                <a:lnTo>
                  <a:pt x="143178" y="133646"/>
                </a:lnTo>
                <a:cubicBezTo>
                  <a:pt x="157858" y="133646"/>
                  <a:pt x="170822" y="125257"/>
                  <a:pt x="178258" y="112484"/>
                </a:cubicBezTo>
                <a:cubicBezTo>
                  <a:pt x="178639" y="111912"/>
                  <a:pt x="179020" y="111149"/>
                  <a:pt x="179402" y="110386"/>
                </a:cubicBezTo>
                <a:cubicBezTo>
                  <a:pt x="179783" y="109433"/>
                  <a:pt x="180164" y="108480"/>
                  <a:pt x="180736" y="107527"/>
                </a:cubicBezTo>
                <a:cubicBezTo>
                  <a:pt x="181308" y="106383"/>
                  <a:pt x="181689" y="105048"/>
                  <a:pt x="182261" y="103714"/>
                </a:cubicBezTo>
                <a:cubicBezTo>
                  <a:pt x="182643" y="102379"/>
                  <a:pt x="183024" y="101045"/>
                  <a:pt x="183215" y="99901"/>
                </a:cubicBezTo>
                <a:cubicBezTo>
                  <a:pt x="183596" y="98566"/>
                  <a:pt x="183977" y="97041"/>
                  <a:pt x="184168" y="95706"/>
                </a:cubicBezTo>
                <a:lnTo>
                  <a:pt x="196751" y="95706"/>
                </a:lnTo>
                <a:cubicBezTo>
                  <a:pt x="196751" y="95706"/>
                  <a:pt x="196751" y="95706"/>
                  <a:pt x="196751" y="95706"/>
                </a:cubicBezTo>
                <a:lnTo>
                  <a:pt x="196751" y="95706"/>
                </a:lnTo>
                <a:cubicBezTo>
                  <a:pt x="196751" y="95706"/>
                  <a:pt x="196751" y="95706"/>
                  <a:pt x="196751" y="95706"/>
                </a:cubicBezTo>
                <a:cubicBezTo>
                  <a:pt x="196751" y="96469"/>
                  <a:pt x="197132" y="97041"/>
                  <a:pt x="197323" y="97803"/>
                </a:cubicBezTo>
                <a:cubicBezTo>
                  <a:pt x="197704" y="99710"/>
                  <a:pt x="198085" y="101426"/>
                  <a:pt x="198657" y="103142"/>
                </a:cubicBezTo>
                <a:cubicBezTo>
                  <a:pt x="199039" y="104476"/>
                  <a:pt x="199611" y="105620"/>
                  <a:pt x="199992" y="106573"/>
                </a:cubicBezTo>
                <a:cubicBezTo>
                  <a:pt x="206474" y="122397"/>
                  <a:pt x="220963" y="133264"/>
                  <a:pt x="237741" y="133264"/>
                </a:cubicBezTo>
                <a:lnTo>
                  <a:pt x="301799" y="133264"/>
                </a:lnTo>
                <a:cubicBezTo>
                  <a:pt x="322389" y="133264"/>
                  <a:pt x="339548" y="116678"/>
                  <a:pt x="342598" y="95134"/>
                </a:cubicBezTo>
                <a:lnTo>
                  <a:pt x="362616" y="95134"/>
                </a:lnTo>
                <a:cubicBezTo>
                  <a:pt x="373102" y="95134"/>
                  <a:pt x="381681" y="86555"/>
                  <a:pt x="381681" y="76069"/>
                </a:cubicBezTo>
                <a:lnTo>
                  <a:pt x="381681" y="38321"/>
                </a:lnTo>
                <a:cubicBezTo>
                  <a:pt x="381681" y="27835"/>
                  <a:pt x="373102" y="19256"/>
                  <a:pt x="362616" y="19256"/>
                </a:cubicBezTo>
                <a:close/>
                <a:moveTo>
                  <a:pt x="37939" y="76451"/>
                </a:moveTo>
                <a:lnTo>
                  <a:pt x="19065" y="76451"/>
                </a:lnTo>
                <a:lnTo>
                  <a:pt x="19065" y="38321"/>
                </a:lnTo>
                <a:lnTo>
                  <a:pt x="37939" y="38321"/>
                </a:lnTo>
                <a:lnTo>
                  <a:pt x="37939" y="76451"/>
                </a:lnTo>
                <a:close/>
                <a:moveTo>
                  <a:pt x="324105" y="88843"/>
                </a:moveTo>
                <a:cubicBezTo>
                  <a:pt x="324105" y="102951"/>
                  <a:pt x="314191" y="114581"/>
                  <a:pt x="301799" y="114581"/>
                </a:cubicBezTo>
                <a:lnTo>
                  <a:pt x="237741" y="114581"/>
                </a:lnTo>
                <a:cubicBezTo>
                  <a:pt x="227255" y="114581"/>
                  <a:pt x="217913" y="105811"/>
                  <a:pt x="216006" y="93990"/>
                </a:cubicBezTo>
                <a:cubicBezTo>
                  <a:pt x="214100" y="83314"/>
                  <a:pt x="207999" y="76832"/>
                  <a:pt x="200183" y="76832"/>
                </a:cubicBezTo>
                <a:lnTo>
                  <a:pt x="193891" y="76832"/>
                </a:lnTo>
                <a:cubicBezTo>
                  <a:pt x="193891" y="76832"/>
                  <a:pt x="181308" y="76832"/>
                  <a:pt x="181308" y="76832"/>
                </a:cubicBezTo>
                <a:cubicBezTo>
                  <a:pt x="172157" y="76832"/>
                  <a:pt x="166628" y="85602"/>
                  <a:pt x="165103" y="94181"/>
                </a:cubicBezTo>
                <a:cubicBezTo>
                  <a:pt x="163006" y="106192"/>
                  <a:pt x="153855" y="114771"/>
                  <a:pt x="143178" y="114771"/>
                </a:cubicBezTo>
                <a:lnTo>
                  <a:pt x="79120" y="114771"/>
                </a:lnTo>
                <a:cubicBezTo>
                  <a:pt x="66918" y="114771"/>
                  <a:pt x="56814" y="103142"/>
                  <a:pt x="56814" y="89034"/>
                </a:cubicBezTo>
                <a:lnTo>
                  <a:pt x="55670" y="19256"/>
                </a:lnTo>
                <a:lnTo>
                  <a:pt x="323914" y="18493"/>
                </a:lnTo>
                <a:lnTo>
                  <a:pt x="323914" y="89034"/>
                </a:lnTo>
                <a:close/>
                <a:moveTo>
                  <a:pt x="362616" y="76451"/>
                </a:moveTo>
                <a:lnTo>
                  <a:pt x="343170" y="76451"/>
                </a:lnTo>
                <a:lnTo>
                  <a:pt x="343170" y="38321"/>
                </a:lnTo>
                <a:lnTo>
                  <a:pt x="362616" y="38321"/>
                </a:lnTo>
                <a:lnTo>
                  <a:pt x="362616" y="76451"/>
                </a:lnTo>
                <a:close/>
                <a:moveTo>
                  <a:pt x="327727" y="348508"/>
                </a:moveTo>
                <a:cubicBezTo>
                  <a:pt x="322961" y="338976"/>
                  <a:pt x="320673" y="328490"/>
                  <a:pt x="321817" y="321245"/>
                </a:cubicBezTo>
                <a:lnTo>
                  <a:pt x="336688" y="230115"/>
                </a:lnTo>
                <a:cubicBezTo>
                  <a:pt x="338785" y="215435"/>
                  <a:pt x="328299" y="201708"/>
                  <a:pt x="313619" y="199611"/>
                </a:cubicBezTo>
                <a:cubicBezTo>
                  <a:pt x="306375" y="198467"/>
                  <a:pt x="299321" y="200564"/>
                  <a:pt x="293601" y="204758"/>
                </a:cubicBezTo>
                <a:cubicBezTo>
                  <a:pt x="287882" y="209143"/>
                  <a:pt x="284069" y="215435"/>
                  <a:pt x="283115" y="222679"/>
                </a:cubicBezTo>
                <a:lnTo>
                  <a:pt x="281018" y="238884"/>
                </a:lnTo>
                <a:lnTo>
                  <a:pt x="277586" y="252611"/>
                </a:lnTo>
                <a:cubicBezTo>
                  <a:pt x="276633" y="253183"/>
                  <a:pt x="275489" y="252611"/>
                  <a:pt x="274917" y="251849"/>
                </a:cubicBezTo>
                <a:lnTo>
                  <a:pt x="230687" y="163387"/>
                </a:lnTo>
                <a:cubicBezTo>
                  <a:pt x="224014" y="150042"/>
                  <a:pt x="207618" y="144703"/>
                  <a:pt x="194463" y="151376"/>
                </a:cubicBezTo>
                <a:cubicBezTo>
                  <a:pt x="191985" y="152711"/>
                  <a:pt x="189697" y="154427"/>
                  <a:pt x="187790" y="156333"/>
                </a:cubicBezTo>
                <a:cubicBezTo>
                  <a:pt x="180546" y="144513"/>
                  <a:pt x="165484" y="139937"/>
                  <a:pt x="152711" y="146229"/>
                </a:cubicBezTo>
                <a:cubicBezTo>
                  <a:pt x="146229" y="149470"/>
                  <a:pt x="141462" y="154998"/>
                  <a:pt x="139175" y="161862"/>
                </a:cubicBezTo>
                <a:cubicBezTo>
                  <a:pt x="138412" y="164340"/>
                  <a:pt x="138221" y="167009"/>
                  <a:pt x="138221" y="169488"/>
                </a:cubicBezTo>
                <a:cubicBezTo>
                  <a:pt x="134408" y="169488"/>
                  <a:pt x="130405" y="170441"/>
                  <a:pt x="126592" y="172157"/>
                </a:cubicBezTo>
                <a:cubicBezTo>
                  <a:pt x="123922" y="173492"/>
                  <a:pt x="121635" y="175207"/>
                  <a:pt x="119728" y="177305"/>
                </a:cubicBezTo>
                <a:cubicBezTo>
                  <a:pt x="112102" y="167200"/>
                  <a:pt x="97994" y="163578"/>
                  <a:pt x="86174" y="169488"/>
                </a:cubicBezTo>
                <a:cubicBezTo>
                  <a:pt x="77023" y="174063"/>
                  <a:pt x="71684" y="183215"/>
                  <a:pt x="71303" y="192938"/>
                </a:cubicBezTo>
                <a:cubicBezTo>
                  <a:pt x="67490" y="192938"/>
                  <a:pt x="63677" y="193891"/>
                  <a:pt x="60055" y="195607"/>
                </a:cubicBezTo>
                <a:cubicBezTo>
                  <a:pt x="46709" y="202280"/>
                  <a:pt x="41371" y="218485"/>
                  <a:pt x="48044" y="231830"/>
                </a:cubicBezTo>
                <a:lnTo>
                  <a:pt x="52238" y="240410"/>
                </a:lnTo>
                <a:cubicBezTo>
                  <a:pt x="49569" y="240791"/>
                  <a:pt x="46900" y="241363"/>
                  <a:pt x="44421" y="242507"/>
                </a:cubicBezTo>
                <a:cubicBezTo>
                  <a:pt x="37939" y="245748"/>
                  <a:pt x="33173" y="251277"/>
                  <a:pt x="30885" y="258140"/>
                </a:cubicBezTo>
                <a:cubicBezTo>
                  <a:pt x="28598" y="265004"/>
                  <a:pt x="29169" y="272248"/>
                  <a:pt x="32411" y="278730"/>
                </a:cubicBezTo>
                <a:lnTo>
                  <a:pt x="111912" y="437732"/>
                </a:lnTo>
                <a:lnTo>
                  <a:pt x="133264" y="437732"/>
                </a:lnTo>
                <a:lnTo>
                  <a:pt x="49378" y="270151"/>
                </a:lnTo>
                <a:cubicBezTo>
                  <a:pt x="48425" y="268245"/>
                  <a:pt x="48234" y="266147"/>
                  <a:pt x="48997" y="264050"/>
                </a:cubicBezTo>
                <a:cubicBezTo>
                  <a:pt x="49760" y="261953"/>
                  <a:pt x="51094" y="260428"/>
                  <a:pt x="53001" y="259475"/>
                </a:cubicBezTo>
                <a:cubicBezTo>
                  <a:pt x="54907" y="258521"/>
                  <a:pt x="57004" y="258331"/>
                  <a:pt x="59102" y="259093"/>
                </a:cubicBezTo>
                <a:cubicBezTo>
                  <a:pt x="61199" y="259856"/>
                  <a:pt x="62724" y="261190"/>
                  <a:pt x="63677" y="263097"/>
                </a:cubicBezTo>
                <a:lnTo>
                  <a:pt x="89796" y="315335"/>
                </a:lnTo>
                <a:lnTo>
                  <a:pt x="106764" y="306756"/>
                </a:lnTo>
                <a:lnTo>
                  <a:pt x="65012" y="223251"/>
                </a:lnTo>
                <a:cubicBezTo>
                  <a:pt x="63105" y="219248"/>
                  <a:pt x="64630" y="214481"/>
                  <a:pt x="68634" y="212575"/>
                </a:cubicBezTo>
                <a:cubicBezTo>
                  <a:pt x="70541" y="211622"/>
                  <a:pt x="72638" y="211431"/>
                  <a:pt x="74735" y="212193"/>
                </a:cubicBezTo>
                <a:cubicBezTo>
                  <a:pt x="76832" y="212956"/>
                  <a:pt x="78357" y="214291"/>
                  <a:pt x="79310" y="216197"/>
                </a:cubicBezTo>
                <a:lnTo>
                  <a:pt x="121063" y="299702"/>
                </a:lnTo>
                <a:lnTo>
                  <a:pt x="190078" y="437732"/>
                </a:lnTo>
                <a:lnTo>
                  <a:pt x="211431" y="437732"/>
                </a:lnTo>
                <a:lnTo>
                  <a:pt x="116106" y="246892"/>
                </a:lnTo>
                <a:cubicBezTo>
                  <a:pt x="115153" y="244985"/>
                  <a:pt x="114962" y="242888"/>
                  <a:pt x="115725" y="240791"/>
                </a:cubicBezTo>
                <a:cubicBezTo>
                  <a:pt x="116487" y="238694"/>
                  <a:pt x="117822" y="237169"/>
                  <a:pt x="119728" y="236215"/>
                </a:cubicBezTo>
                <a:cubicBezTo>
                  <a:pt x="121635" y="235262"/>
                  <a:pt x="123732" y="235262"/>
                  <a:pt x="125829" y="235834"/>
                </a:cubicBezTo>
                <a:cubicBezTo>
                  <a:pt x="127735" y="236597"/>
                  <a:pt x="129451" y="237931"/>
                  <a:pt x="130405" y="239647"/>
                </a:cubicBezTo>
                <a:lnTo>
                  <a:pt x="156524" y="291885"/>
                </a:lnTo>
                <a:lnTo>
                  <a:pt x="173492" y="283306"/>
                </a:lnTo>
                <a:lnTo>
                  <a:pt x="147372" y="231068"/>
                </a:lnTo>
                <a:cubicBezTo>
                  <a:pt x="147372" y="231068"/>
                  <a:pt x="147372" y="231068"/>
                  <a:pt x="147372" y="231068"/>
                </a:cubicBezTo>
                <a:lnTo>
                  <a:pt x="131739" y="199801"/>
                </a:lnTo>
                <a:cubicBezTo>
                  <a:pt x="129833" y="195798"/>
                  <a:pt x="131358" y="191031"/>
                  <a:pt x="135362" y="189125"/>
                </a:cubicBezTo>
                <a:cubicBezTo>
                  <a:pt x="139365" y="187218"/>
                  <a:pt x="144131" y="188744"/>
                  <a:pt x="146038" y="192747"/>
                </a:cubicBezTo>
                <a:lnTo>
                  <a:pt x="187790" y="276252"/>
                </a:lnTo>
                <a:lnTo>
                  <a:pt x="204758" y="267673"/>
                </a:lnTo>
                <a:lnTo>
                  <a:pt x="157858" y="173682"/>
                </a:lnTo>
                <a:cubicBezTo>
                  <a:pt x="156905" y="171776"/>
                  <a:pt x="156714" y="169679"/>
                  <a:pt x="157477" y="167581"/>
                </a:cubicBezTo>
                <a:cubicBezTo>
                  <a:pt x="158240" y="165484"/>
                  <a:pt x="159574" y="163959"/>
                  <a:pt x="161481" y="163006"/>
                </a:cubicBezTo>
                <a:cubicBezTo>
                  <a:pt x="165484" y="161099"/>
                  <a:pt x="170250" y="162624"/>
                  <a:pt x="172157" y="166628"/>
                </a:cubicBezTo>
                <a:lnTo>
                  <a:pt x="219057" y="260619"/>
                </a:lnTo>
                <a:lnTo>
                  <a:pt x="236025" y="252039"/>
                </a:lnTo>
                <a:lnTo>
                  <a:pt x="199611" y="179020"/>
                </a:lnTo>
                <a:cubicBezTo>
                  <a:pt x="197704" y="175017"/>
                  <a:pt x="199229" y="170250"/>
                  <a:pt x="203233" y="168344"/>
                </a:cubicBezTo>
                <a:cubicBezTo>
                  <a:pt x="207237" y="166437"/>
                  <a:pt x="212003" y="167963"/>
                  <a:pt x="213909" y="171966"/>
                </a:cubicBezTo>
                <a:lnTo>
                  <a:pt x="250323" y="244795"/>
                </a:lnTo>
                <a:lnTo>
                  <a:pt x="250323" y="244795"/>
                </a:lnTo>
                <a:cubicBezTo>
                  <a:pt x="250323" y="244795"/>
                  <a:pt x="258140" y="260428"/>
                  <a:pt x="258140" y="260428"/>
                </a:cubicBezTo>
                <a:cubicBezTo>
                  <a:pt x="260237" y="264813"/>
                  <a:pt x="263860" y="267673"/>
                  <a:pt x="267863" y="269579"/>
                </a:cubicBezTo>
                <a:cubicBezTo>
                  <a:pt x="273583" y="272439"/>
                  <a:pt x="280446" y="272820"/>
                  <a:pt x="286547" y="269770"/>
                </a:cubicBezTo>
                <a:cubicBezTo>
                  <a:pt x="292266" y="266910"/>
                  <a:pt x="296270" y="261762"/>
                  <a:pt x="297795" y="255090"/>
                </a:cubicBezTo>
                <a:lnTo>
                  <a:pt x="302371" y="225158"/>
                </a:lnTo>
                <a:cubicBezTo>
                  <a:pt x="302752" y="223060"/>
                  <a:pt x="303705" y="221154"/>
                  <a:pt x="305421" y="219819"/>
                </a:cubicBezTo>
                <a:cubicBezTo>
                  <a:pt x="307137" y="218485"/>
                  <a:pt x="309234" y="217913"/>
                  <a:pt x="311331" y="218294"/>
                </a:cubicBezTo>
                <a:cubicBezTo>
                  <a:pt x="315716" y="218866"/>
                  <a:pt x="318767" y="222870"/>
                  <a:pt x="318195" y="227064"/>
                </a:cubicBezTo>
                <a:lnTo>
                  <a:pt x="303324" y="318004"/>
                </a:lnTo>
                <a:cubicBezTo>
                  <a:pt x="300655" y="334019"/>
                  <a:pt x="307900" y="350415"/>
                  <a:pt x="311903" y="358231"/>
                </a:cubicBezTo>
                <a:lnTo>
                  <a:pt x="333638" y="387401"/>
                </a:lnTo>
                <a:lnTo>
                  <a:pt x="233737" y="437351"/>
                </a:lnTo>
                <a:lnTo>
                  <a:pt x="276252" y="437351"/>
                </a:lnTo>
                <a:lnTo>
                  <a:pt x="342026" y="404369"/>
                </a:lnTo>
                <a:cubicBezTo>
                  <a:pt x="347174" y="401890"/>
                  <a:pt x="350796" y="397124"/>
                  <a:pt x="352131" y="391595"/>
                </a:cubicBezTo>
                <a:cubicBezTo>
                  <a:pt x="353465" y="386066"/>
                  <a:pt x="352131" y="380156"/>
                  <a:pt x="348699" y="375771"/>
                </a:cubicBezTo>
                <a:lnTo>
                  <a:pt x="327918" y="348127"/>
                </a:lnTo>
                <a:close/>
                <a:moveTo>
                  <a:pt x="110958" y="219057"/>
                </a:moveTo>
                <a:cubicBezTo>
                  <a:pt x="108480" y="220391"/>
                  <a:pt x="106573" y="222107"/>
                  <a:pt x="104476" y="224014"/>
                </a:cubicBezTo>
                <a:lnTo>
                  <a:pt x="90940" y="197132"/>
                </a:lnTo>
                <a:cubicBezTo>
                  <a:pt x="89034" y="193128"/>
                  <a:pt x="90559" y="188362"/>
                  <a:pt x="94562" y="186456"/>
                </a:cubicBezTo>
                <a:cubicBezTo>
                  <a:pt x="98375" y="184549"/>
                  <a:pt x="103332" y="186074"/>
                  <a:pt x="105239" y="190078"/>
                </a:cubicBezTo>
                <a:lnTo>
                  <a:pt x="118584" y="216960"/>
                </a:lnTo>
                <a:cubicBezTo>
                  <a:pt x="115915" y="217341"/>
                  <a:pt x="113246" y="217913"/>
                  <a:pt x="110768" y="21905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Graphic 50" descr="Safety helmet and goggles icon.">
            <a:extLst>
              <a:ext uri="{FF2B5EF4-FFF2-40B4-BE49-F238E27FC236}">
                <a16:creationId xmlns:a16="http://schemas.microsoft.com/office/drawing/2014/main" id="{F4430A34-D403-417A-8264-C1F38D5079B3}"/>
              </a:ext>
            </a:extLst>
          </p:cNvPr>
          <p:cNvSpPr/>
          <p:nvPr/>
        </p:nvSpPr>
        <p:spPr>
          <a:xfrm>
            <a:off x="10798060" y="4181367"/>
            <a:ext cx="419620" cy="419429"/>
          </a:xfrm>
          <a:custGeom>
            <a:avLst/>
            <a:gdLst>
              <a:gd name="connsiteX0" fmla="*/ 400556 w 419620"/>
              <a:gd name="connsiteY0" fmla="*/ 190650 h 419429"/>
              <a:gd name="connsiteX1" fmla="*/ 399412 w 419620"/>
              <a:gd name="connsiteY1" fmla="*/ 190650 h 419429"/>
              <a:gd name="connsiteX2" fmla="*/ 276633 w 419620"/>
              <a:gd name="connsiteY2" fmla="*/ 31267 h 419429"/>
              <a:gd name="connsiteX3" fmla="*/ 276633 w 419620"/>
              <a:gd name="connsiteY3" fmla="*/ 19065 h 419429"/>
              <a:gd name="connsiteX4" fmla="*/ 271104 w 419620"/>
              <a:gd name="connsiteY4" fmla="*/ 5529 h 419429"/>
              <a:gd name="connsiteX5" fmla="*/ 257568 w 419620"/>
              <a:gd name="connsiteY5" fmla="*/ 0 h 419429"/>
              <a:gd name="connsiteX6" fmla="*/ 257568 w 419620"/>
              <a:gd name="connsiteY6" fmla="*/ 0 h 419429"/>
              <a:gd name="connsiteX7" fmla="*/ 162243 w 419620"/>
              <a:gd name="connsiteY7" fmla="*/ 381 h 419429"/>
              <a:gd name="connsiteX8" fmla="*/ 143369 w 419620"/>
              <a:gd name="connsiteY8" fmla="*/ 19446 h 419429"/>
              <a:gd name="connsiteX9" fmla="*/ 143369 w 419620"/>
              <a:gd name="connsiteY9" fmla="*/ 31267 h 419429"/>
              <a:gd name="connsiteX10" fmla="*/ 20590 w 419620"/>
              <a:gd name="connsiteY10" fmla="*/ 190650 h 419429"/>
              <a:gd name="connsiteX11" fmla="*/ 19446 w 419620"/>
              <a:gd name="connsiteY11" fmla="*/ 190650 h 419429"/>
              <a:gd name="connsiteX12" fmla="*/ 381 w 419620"/>
              <a:gd name="connsiteY12" fmla="*/ 209715 h 419429"/>
              <a:gd name="connsiteX13" fmla="*/ 381 w 419620"/>
              <a:gd name="connsiteY13" fmla="*/ 238313 h 419429"/>
              <a:gd name="connsiteX14" fmla="*/ 19446 w 419620"/>
              <a:gd name="connsiteY14" fmla="*/ 257378 h 419429"/>
              <a:gd name="connsiteX15" fmla="*/ 400556 w 419620"/>
              <a:gd name="connsiteY15" fmla="*/ 257378 h 419429"/>
              <a:gd name="connsiteX16" fmla="*/ 419621 w 419620"/>
              <a:gd name="connsiteY16" fmla="*/ 238313 h 419429"/>
              <a:gd name="connsiteX17" fmla="*/ 419621 w 419620"/>
              <a:gd name="connsiteY17" fmla="*/ 209715 h 419429"/>
              <a:gd name="connsiteX18" fmla="*/ 400556 w 419620"/>
              <a:gd name="connsiteY18" fmla="*/ 190650 h 419429"/>
              <a:gd name="connsiteX19" fmla="*/ 143178 w 419620"/>
              <a:gd name="connsiteY19" fmla="*/ 51476 h 419429"/>
              <a:gd name="connsiteX20" fmla="*/ 143178 w 419620"/>
              <a:gd name="connsiteY20" fmla="*/ 152520 h 419429"/>
              <a:gd name="connsiteX21" fmla="*/ 162243 w 419620"/>
              <a:gd name="connsiteY21" fmla="*/ 152520 h 419429"/>
              <a:gd name="connsiteX22" fmla="*/ 162243 w 419620"/>
              <a:gd name="connsiteY22" fmla="*/ 19446 h 419429"/>
              <a:gd name="connsiteX23" fmla="*/ 200373 w 419620"/>
              <a:gd name="connsiteY23" fmla="*/ 19446 h 419429"/>
              <a:gd name="connsiteX24" fmla="*/ 200373 w 419620"/>
              <a:gd name="connsiteY24" fmla="*/ 171776 h 419429"/>
              <a:gd name="connsiteX25" fmla="*/ 219438 w 419620"/>
              <a:gd name="connsiteY25" fmla="*/ 171776 h 419429"/>
              <a:gd name="connsiteX26" fmla="*/ 219438 w 419620"/>
              <a:gd name="connsiteY26" fmla="*/ 19256 h 419429"/>
              <a:gd name="connsiteX27" fmla="*/ 257568 w 419620"/>
              <a:gd name="connsiteY27" fmla="*/ 19256 h 419429"/>
              <a:gd name="connsiteX28" fmla="*/ 257568 w 419620"/>
              <a:gd name="connsiteY28" fmla="*/ 152520 h 419429"/>
              <a:gd name="connsiteX29" fmla="*/ 276633 w 419620"/>
              <a:gd name="connsiteY29" fmla="*/ 152520 h 419429"/>
              <a:gd name="connsiteX30" fmla="*/ 276633 w 419620"/>
              <a:gd name="connsiteY30" fmla="*/ 51476 h 419429"/>
              <a:gd name="connsiteX31" fmla="*/ 380156 w 419620"/>
              <a:gd name="connsiteY31" fmla="*/ 190650 h 419429"/>
              <a:gd name="connsiteX32" fmla="*/ 39655 w 419620"/>
              <a:gd name="connsiteY32" fmla="*/ 190650 h 419429"/>
              <a:gd name="connsiteX33" fmla="*/ 143178 w 419620"/>
              <a:gd name="connsiteY33" fmla="*/ 51476 h 419429"/>
              <a:gd name="connsiteX34" fmla="*/ 400556 w 419620"/>
              <a:gd name="connsiteY34" fmla="*/ 238313 h 419429"/>
              <a:gd name="connsiteX35" fmla="*/ 19256 w 419620"/>
              <a:gd name="connsiteY35" fmla="*/ 238313 h 419429"/>
              <a:gd name="connsiteX36" fmla="*/ 19256 w 419620"/>
              <a:gd name="connsiteY36" fmla="*/ 209715 h 419429"/>
              <a:gd name="connsiteX37" fmla="*/ 400556 w 419620"/>
              <a:gd name="connsiteY37" fmla="*/ 209715 h 419429"/>
              <a:gd name="connsiteX38" fmla="*/ 400556 w 419620"/>
              <a:gd name="connsiteY38" fmla="*/ 238313 h 419429"/>
              <a:gd name="connsiteX39" fmla="*/ 400556 w 419620"/>
              <a:gd name="connsiteY39" fmla="*/ 238313 h 419429"/>
              <a:gd name="connsiteX40" fmla="*/ 413901 w 419620"/>
              <a:gd name="connsiteY40" fmla="*/ 310569 h 419429"/>
              <a:gd name="connsiteX41" fmla="*/ 400365 w 419620"/>
              <a:gd name="connsiteY41" fmla="*/ 305040 h 419429"/>
              <a:gd name="connsiteX42" fmla="*/ 381109 w 419620"/>
              <a:gd name="connsiteY42" fmla="*/ 305040 h 419429"/>
              <a:gd name="connsiteX43" fmla="*/ 381109 w 419620"/>
              <a:gd name="connsiteY43" fmla="*/ 295508 h 419429"/>
              <a:gd name="connsiteX44" fmla="*/ 362044 w 419620"/>
              <a:gd name="connsiteY44" fmla="*/ 276443 h 419429"/>
              <a:gd name="connsiteX45" fmla="*/ 57386 w 419620"/>
              <a:gd name="connsiteY45" fmla="*/ 276443 h 419429"/>
              <a:gd name="connsiteX46" fmla="*/ 38321 w 419620"/>
              <a:gd name="connsiteY46" fmla="*/ 295508 h 419429"/>
              <a:gd name="connsiteX47" fmla="*/ 38321 w 419620"/>
              <a:gd name="connsiteY47" fmla="*/ 305040 h 419429"/>
              <a:gd name="connsiteX48" fmla="*/ 19065 w 419620"/>
              <a:gd name="connsiteY48" fmla="*/ 305040 h 419429"/>
              <a:gd name="connsiteX49" fmla="*/ 5529 w 419620"/>
              <a:gd name="connsiteY49" fmla="*/ 310569 h 419429"/>
              <a:gd name="connsiteX50" fmla="*/ 0 w 419620"/>
              <a:gd name="connsiteY50" fmla="*/ 324105 h 419429"/>
              <a:gd name="connsiteX51" fmla="*/ 0 w 419620"/>
              <a:gd name="connsiteY51" fmla="*/ 362235 h 419429"/>
              <a:gd name="connsiteX52" fmla="*/ 19256 w 419620"/>
              <a:gd name="connsiteY52" fmla="*/ 381300 h 419429"/>
              <a:gd name="connsiteX53" fmla="*/ 39274 w 419620"/>
              <a:gd name="connsiteY53" fmla="*/ 381300 h 419429"/>
              <a:gd name="connsiteX54" fmla="*/ 83886 w 419620"/>
              <a:gd name="connsiteY54" fmla="*/ 419430 h 419429"/>
              <a:gd name="connsiteX55" fmla="*/ 156333 w 419620"/>
              <a:gd name="connsiteY55" fmla="*/ 419430 h 419429"/>
              <a:gd name="connsiteX56" fmla="*/ 198276 w 419620"/>
              <a:gd name="connsiteY56" fmla="*/ 390261 h 419429"/>
              <a:gd name="connsiteX57" fmla="*/ 200754 w 419620"/>
              <a:gd name="connsiteY57" fmla="*/ 383778 h 419429"/>
              <a:gd name="connsiteX58" fmla="*/ 203805 w 419620"/>
              <a:gd name="connsiteY58" fmla="*/ 381109 h 419429"/>
              <a:gd name="connsiteX59" fmla="*/ 215435 w 419620"/>
              <a:gd name="connsiteY59" fmla="*/ 381109 h 419429"/>
              <a:gd name="connsiteX60" fmla="*/ 218866 w 419620"/>
              <a:gd name="connsiteY60" fmla="*/ 383969 h 419429"/>
              <a:gd name="connsiteX61" fmla="*/ 225920 w 419620"/>
              <a:gd name="connsiteY61" fmla="*/ 399030 h 419429"/>
              <a:gd name="connsiteX62" fmla="*/ 263097 w 419620"/>
              <a:gd name="connsiteY62" fmla="*/ 419430 h 419429"/>
              <a:gd name="connsiteX63" fmla="*/ 335544 w 419620"/>
              <a:gd name="connsiteY63" fmla="*/ 419430 h 419429"/>
              <a:gd name="connsiteX64" fmla="*/ 380156 w 419620"/>
              <a:gd name="connsiteY64" fmla="*/ 381300 h 419429"/>
              <a:gd name="connsiteX65" fmla="*/ 400174 w 419620"/>
              <a:gd name="connsiteY65" fmla="*/ 381300 h 419429"/>
              <a:gd name="connsiteX66" fmla="*/ 419239 w 419620"/>
              <a:gd name="connsiteY66" fmla="*/ 362235 h 419429"/>
              <a:gd name="connsiteX67" fmla="*/ 419239 w 419620"/>
              <a:gd name="connsiteY67" fmla="*/ 324105 h 419429"/>
              <a:gd name="connsiteX68" fmla="*/ 413901 w 419620"/>
              <a:gd name="connsiteY68" fmla="*/ 310569 h 419429"/>
              <a:gd name="connsiteX69" fmla="*/ 38321 w 419620"/>
              <a:gd name="connsiteY69" fmla="*/ 362235 h 419429"/>
              <a:gd name="connsiteX70" fmla="*/ 19256 w 419620"/>
              <a:gd name="connsiteY70" fmla="*/ 362235 h 419429"/>
              <a:gd name="connsiteX71" fmla="*/ 19256 w 419620"/>
              <a:gd name="connsiteY71" fmla="*/ 324105 h 419429"/>
              <a:gd name="connsiteX72" fmla="*/ 38321 w 419620"/>
              <a:gd name="connsiteY72" fmla="*/ 324105 h 419429"/>
              <a:gd name="connsiteX73" fmla="*/ 38321 w 419620"/>
              <a:gd name="connsiteY73" fmla="*/ 362235 h 419429"/>
              <a:gd name="connsiteX74" fmla="*/ 362044 w 419620"/>
              <a:gd name="connsiteY74" fmla="*/ 371768 h 419429"/>
              <a:gd name="connsiteX75" fmla="*/ 335544 w 419620"/>
              <a:gd name="connsiteY75" fmla="*/ 400365 h 419429"/>
              <a:gd name="connsiteX76" fmla="*/ 263097 w 419620"/>
              <a:gd name="connsiteY76" fmla="*/ 400365 h 419429"/>
              <a:gd name="connsiteX77" fmla="*/ 237169 w 419620"/>
              <a:gd name="connsiteY77" fmla="*/ 377296 h 419429"/>
              <a:gd name="connsiteX78" fmla="*/ 219057 w 419620"/>
              <a:gd name="connsiteY78" fmla="*/ 362235 h 419429"/>
              <a:gd name="connsiteX79" fmla="*/ 200183 w 419620"/>
              <a:gd name="connsiteY79" fmla="*/ 362235 h 419429"/>
              <a:gd name="connsiteX80" fmla="*/ 182071 w 419620"/>
              <a:gd name="connsiteY80" fmla="*/ 377296 h 419429"/>
              <a:gd name="connsiteX81" fmla="*/ 156142 w 419620"/>
              <a:gd name="connsiteY81" fmla="*/ 400365 h 419429"/>
              <a:gd name="connsiteX82" fmla="*/ 83695 w 419620"/>
              <a:gd name="connsiteY82" fmla="*/ 400365 h 419429"/>
              <a:gd name="connsiteX83" fmla="*/ 57195 w 419620"/>
              <a:gd name="connsiteY83" fmla="*/ 371768 h 419429"/>
              <a:gd name="connsiteX84" fmla="*/ 57195 w 419620"/>
              <a:gd name="connsiteY84" fmla="*/ 295508 h 419429"/>
              <a:gd name="connsiteX85" fmla="*/ 361854 w 419620"/>
              <a:gd name="connsiteY85" fmla="*/ 295508 h 419429"/>
              <a:gd name="connsiteX86" fmla="*/ 361854 w 419620"/>
              <a:gd name="connsiteY86" fmla="*/ 371768 h 419429"/>
              <a:gd name="connsiteX87" fmla="*/ 400174 w 419620"/>
              <a:gd name="connsiteY87" fmla="*/ 362235 h 419429"/>
              <a:gd name="connsiteX88" fmla="*/ 381109 w 419620"/>
              <a:gd name="connsiteY88" fmla="*/ 362235 h 419429"/>
              <a:gd name="connsiteX89" fmla="*/ 381109 w 419620"/>
              <a:gd name="connsiteY89" fmla="*/ 324105 h 419429"/>
              <a:gd name="connsiteX90" fmla="*/ 400365 w 419620"/>
              <a:gd name="connsiteY90" fmla="*/ 324105 h 419429"/>
              <a:gd name="connsiteX91" fmla="*/ 400365 w 419620"/>
              <a:gd name="connsiteY91" fmla="*/ 362235 h 41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19620" h="419429">
                <a:moveTo>
                  <a:pt x="400556" y="190650"/>
                </a:moveTo>
                <a:lnTo>
                  <a:pt x="399412" y="190650"/>
                </a:lnTo>
                <a:cubicBezTo>
                  <a:pt x="392548" y="118775"/>
                  <a:pt x="345077" y="56814"/>
                  <a:pt x="276633" y="31267"/>
                </a:cubicBezTo>
                <a:lnTo>
                  <a:pt x="276633" y="19065"/>
                </a:lnTo>
                <a:cubicBezTo>
                  <a:pt x="276633" y="13917"/>
                  <a:pt x="274727" y="9151"/>
                  <a:pt x="271104" y="5529"/>
                </a:cubicBezTo>
                <a:cubicBezTo>
                  <a:pt x="267482" y="1907"/>
                  <a:pt x="262716" y="0"/>
                  <a:pt x="257568" y="0"/>
                </a:cubicBezTo>
                <a:lnTo>
                  <a:pt x="257568" y="0"/>
                </a:lnTo>
                <a:lnTo>
                  <a:pt x="162243" y="381"/>
                </a:lnTo>
                <a:cubicBezTo>
                  <a:pt x="151757" y="381"/>
                  <a:pt x="143369" y="8961"/>
                  <a:pt x="143369" y="19446"/>
                </a:cubicBezTo>
                <a:lnTo>
                  <a:pt x="143369" y="31267"/>
                </a:lnTo>
                <a:cubicBezTo>
                  <a:pt x="74735" y="56814"/>
                  <a:pt x="27454" y="118775"/>
                  <a:pt x="20590" y="190650"/>
                </a:cubicBezTo>
                <a:lnTo>
                  <a:pt x="19446" y="190650"/>
                </a:lnTo>
                <a:cubicBezTo>
                  <a:pt x="8961" y="190650"/>
                  <a:pt x="381" y="199229"/>
                  <a:pt x="381" y="209715"/>
                </a:cubicBezTo>
                <a:lnTo>
                  <a:pt x="381" y="238313"/>
                </a:lnTo>
                <a:cubicBezTo>
                  <a:pt x="381" y="248798"/>
                  <a:pt x="8961" y="257378"/>
                  <a:pt x="19446" y="257378"/>
                </a:cubicBezTo>
                <a:lnTo>
                  <a:pt x="400556" y="257378"/>
                </a:lnTo>
                <a:cubicBezTo>
                  <a:pt x="411041" y="257378"/>
                  <a:pt x="419621" y="248798"/>
                  <a:pt x="419621" y="238313"/>
                </a:cubicBezTo>
                <a:lnTo>
                  <a:pt x="419621" y="209715"/>
                </a:lnTo>
                <a:cubicBezTo>
                  <a:pt x="419621" y="199229"/>
                  <a:pt x="411041" y="190650"/>
                  <a:pt x="400556" y="190650"/>
                </a:cubicBezTo>
                <a:close/>
                <a:moveTo>
                  <a:pt x="143178" y="51476"/>
                </a:moveTo>
                <a:lnTo>
                  <a:pt x="143178" y="152520"/>
                </a:lnTo>
                <a:lnTo>
                  <a:pt x="162243" y="152520"/>
                </a:lnTo>
                <a:lnTo>
                  <a:pt x="162243" y="19446"/>
                </a:lnTo>
                <a:cubicBezTo>
                  <a:pt x="162243" y="19446"/>
                  <a:pt x="200373" y="19446"/>
                  <a:pt x="200373" y="19446"/>
                </a:cubicBezTo>
                <a:lnTo>
                  <a:pt x="200373" y="171776"/>
                </a:lnTo>
                <a:lnTo>
                  <a:pt x="219438" y="171776"/>
                </a:lnTo>
                <a:lnTo>
                  <a:pt x="219438" y="19256"/>
                </a:lnTo>
                <a:lnTo>
                  <a:pt x="257568" y="19256"/>
                </a:lnTo>
                <a:cubicBezTo>
                  <a:pt x="257568" y="19256"/>
                  <a:pt x="257568" y="152520"/>
                  <a:pt x="257568" y="152520"/>
                </a:cubicBezTo>
                <a:lnTo>
                  <a:pt x="276633" y="152520"/>
                </a:lnTo>
                <a:lnTo>
                  <a:pt x="276633" y="51476"/>
                </a:lnTo>
                <a:cubicBezTo>
                  <a:pt x="334209" y="75688"/>
                  <a:pt x="373674" y="128879"/>
                  <a:pt x="380156" y="190650"/>
                </a:cubicBezTo>
                <a:lnTo>
                  <a:pt x="39655" y="190650"/>
                </a:lnTo>
                <a:cubicBezTo>
                  <a:pt x="46328" y="129070"/>
                  <a:pt x="85792" y="75688"/>
                  <a:pt x="143178" y="51476"/>
                </a:cubicBezTo>
                <a:close/>
                <a:moveTo>
                  <a:pt x="400556" y="238313"/>
                </a:moveTo>
                <a:lnTo>
                  <a:pt x="19256" y="238313"/>
                </a:lnTo>
                <a:lnTo>
                  <a:pt x="19256" y="209715"/>
                </a:lnTo>
                <a:lnTo>
                  <a:pt x="400556" y="209715"/>
                </a:lnTo>
                <a:lnTo>
                  <a:pt x="400556" y="238313"/>
                </a:lnTo>
                <a:lnTo>
                  <a:pt x="400556" y="238313"/>
                </a:lnTo>
                <a:moveTo>
                  <a:pt x="413901" y="310569"/>
                </a:moveTo>
                <a:cubicBezTo>
                  <a:pt x="410279" y="306947"/>
                  <a:pt x="405513" y="305040"/>
                  <a:pt x="400365" y="305040"/>
                </a:cubicBezTo>
                <a:lnTo>
                  <a:pt x="381109" y="305040"/>
                </a:lnTo>
                <a:lnTo>
                  <a:pt x="381109" y="295508"/>
                </a:lnTo>
                <a:cubicBezTo>
                  <a:pt x="381109" y="285022"/>
                  <a:pt x="372530" y="276443"/>
                  <a:pt x="362044" y="276443"/>
                </a:cubicBezTo>
                <a:lnTo>
                  <a:pt x="57386" y="276443"/>
                </a:lnTo>
                <a:cubicBezTo>
                  <a:pt x="46900" y="276443"/>
                  <a:pt x="38321" y="285022"/>
                  <a:pt x="38321" y="295508"/>
                </a:cubicBezTo>
                <a:lnTo>
                  <a:pt x="38321" y="305040"/>
                </a:lnTo>
                <a:lnTo>
                  <a:pt x="19065" y="305040"/>
                </a:lnTo>
                <a:cubicBezTo>
                  <a:pt x="13917" y="305040"/>
                  <a:pt x="9151" y="306947"/>
                  <a:pt x="5529" y="310569"/>
                </a:cubicBezTo>
                <a:cubicBezTo>
                  <a:pt x="1907" y="314191"/>
                  <a:pt x="0" y="318957"/>
                  <a:pt x="0" y="324105"/>
                </a:cubicBezTo>
                <a:lnTo>
                  <a:pt x="0" y="362235"/>
                </a:lnTo>
                <a:cubicBezTo>
                  <a:pt x="0" y="372721"/>
                  <a:pt x="8770" y="381300"/>
                  <a:pt x="19256" y="381300"/>
                </a:cubicBezTo>
                <a:lnTo>
                  <a:pt x="39274" y="381300"/>
                </a:lnTo>
                <a:cubicBezTo>
                  <a:pt x="43468" y="403034"/>
                  <a:pt x="61961" y="419430"/>
                  <a:pt x="83886" y="419430"/>
                </a:cubicBezTo>
                <a:lnTo>
                  <a:pt x="156333" y="419430"/>
                </a:lnTo>
                <a:cubicBezTo>
                  <a:pt x="175207" y="419430"/>
                  <a:pt x="191031" y="407038"/>
                  <a:pt x="198276" y="390261"/>
                </a:cubicBezTo>
                <a:cubicBezTo>
                  <a:pt x="199229" y="388163"/>
                  <a:pt x="199992" y="386066"/>
                  <a:pt x="200754" y="383778"/>
                </a:cubicBezTo>
                <a:cubicBezTo>
                  <a:pt x="201326" y="382253"/>
                  <a:pt x="202089" y="381300"/>
                  <a:pt x="203805" y="381109"/>
                </a:cubicBezTo>
                <a:lnTo>
                  <a:pt x="215435" y="381109"/>
                </a:lnTo>
                <a:cubicBezTo>
                  <a:pt x="217150" y="381109"/>
                  <a:pt x="218294" y="382253"/>
                  <a:pt x="218866" y="383969"/>
                </a:cubicBezTo>
                <a:cubicBezTo>
                  <a:pt x="220582" y="390261"/>
                  <a:pt x="223823" y="395789"/>
                  <a:pt x="225920" y="399030"/>
                </a:cubicBezTo>
                <a:cubicBezTo>
                  <a:pt x="234309" y="411423"/>
                  <a:pt x="247845" y="419430"/>
                  <a:pt x="263097" y="419430"/>
                </a:cubicBezTo>
                <a:lnTo>
                  <a:pt x="335544" y="419430"/>
                </a:lnTo>
                <a:cubicBezTo>
                  <a:pt x="357469" y="419430"/>
                  <a:pt x="375962" y="403034"/>
                  <a:pt x="380156" y="381300"/>
                </a:cubicBezTo>
                <a:lnTo>
                  <a:pt x="400174" y="381300"/>
                </a:lnTo>
                <a:cubicBezTo>
                  <a:pt x="410660" y="381300"/>
                  <a:pt x="419239" y="372721"/>
                  <a:pt x="419239" y="362235"/>
                </a:cubicBezTo>
                <a:lnTo>
                  <a:pt x="419239" y="324105"/>
                </a:lnTo>
                <a:cubicBezTo>
                  <a:pt x="419239" y="318957"/>
                  <a:pt x="417524" y="314191"/>
                  <a:pt x="413901" y="310569"/>
                </a:cubicBezTo>
                <a:close/>
                <a:moveTo>
                  <a:pt x="38321" y="362235"/>
                </a:moveTo>
                <a:lnTo>
                  <a:pt x="19256" y="362235"/>
                </a:lnTo>
                <a:lnTo>
                  <a:pt x="19256" y="324105"/>
                </a:lnTo>
                <a:cubicBezTo>
                  <a:pt x="19256" y="324105"/>
                  <a:pt x="38321" y="324105"/>
                  <a:pt x="38321" y="324105"/>
                </a:cubicBezTo>
                <a:lnTo>
                  <a:pt x="38321" y="362235"/>
                </a:lnTo>
                <a:close/>
                <a:moveTo>
                  <a:pt x="362044" y="371768"/>
                </a:moveTo>
                <a:cubicBezTo>
                  <a:pt x="362044" y="387591"/>
                  <a:pt x="350224" y="400365"/>
                  <a:pt x="335544" y="400365"/>
                </a:cubicBezTo>
                <a:lnTo>
                  <a:pt x="263097" y="400365"/>
                </a:lnTo>
                <a:cubicBezTo>
                  <a:pt x="250514" y="400365"/>
                  <a:pt x="239647" y="390642"/>
                  <a:pt x="237169" y="377296"/>
                </a:cubicBezTo>
                <a:cubicBezTo>
                  <a:pt x="235643" y="368526"/>
                  <a:pt x="228017" y="362235"/>
                  <a:pt x="219057" y="362235"/>
                </a:cubicBezTo>
                <a:lnTo>
                  <a:pt x="200183" y="362235"/>
                </a:lnTo>
                <a:cubicBezTo>
                  <a:pt x="191413" y="362235"/>
                  <a:pt x="183787" y="368526"/>
                  <a:pt x="182071" y="377296"/>
                </a:cubicBezTo>
                <a:cubicBezTo>
                  <a:pt x="179592" y="390642"/>
                  <a:pt x="168725" y="400365"/>
                  <a:pt x="156142" y="400365"/>
                </a:cubicBezTo>
                <a:lnTo>
                  <a:pt x="83695" y="400365"/>
                </a:lnTo>
                <a:cubicBezTo>
                  <a:pt x="69015" y="400365"/>
                  <a:pt x="57195" y="387591"/>
                  <a:pt x="57195" y="371768"/>
                </a:cubicBezTo>
                <a:lnTo>
                  <a:pt x="57195" y="295508"/>
                </a:lnTo>
                <a:cubicBezTo>
                  <a:pt x="57195" y="295508"/>
                  <a:pt x="361854" y="295508"/>
                  <a:pt x="361854" y="295508"/>
                </a:cubicBezTo>
                <a:lnTo>
                  <a:pt x="361854" y="371768"/>
                </a:lnTo>
                <a:close/>
                <a:moveTo>
                  <a:pt x="400174" y="362235"/>
                </a:moveTo>
                <a:lnTo>
                  <a:pt x="381109" y="362235"/>
                </a:lnTo>
                <a:lnTo>
                  <a:pt x="381109" y="324105"/>
                </a:lnTo>
                <a:lnTo>
                  <a:pt x="400365" y="324105"/>
                </a:lnTo>
                <a:lnTo>
                  <a:pt x="400365" y="36223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2" descr="Goggles/Protective eyewear icon.">
            <a:extLst>
              <a:ext uri="{FF2B5EF4-FFF2-40B4-BE49-F238E27FC236}">
                <a16:creationId xmlns:a16="http://schemas.microsoft.com/office/drawing/2014/main" id="{6EEFC5A8-C6A0-4E63-85AE-58DCE647CB39}"/>
              </a:ext>
            </a:extLst>
          </p:cNvPr>
          <p:cNvSpPr/>
          <p:nvPr/>
        </p:nvSpPr>
        <p:spPr>
          <a:xfrm>
            <a:off x="946085" y="5228431"/>
            <a:ext cx="461197" cy="288233"/>
          </a:xfrm>
          <a:custGeom>
            <a:avLst/>
            <a:gdLst>
              <a:gd name="connsiteX0" fmla="*/ 445730 w 461197"/>
              <a:gd name="connsiteY0" fmla="*/ 106495 h 288233"/>
              <a:gd name="connsiteX1" fmla="*/ 297851 w 461197"/>
              <a:gd name="connsiteY1" fmla="*/ 3496 h 288233"/>
              <a:gd name="connsiteX2" fmla="*/ 273454 w 461197"/>
              <a:gd name="connsiteY2" fmla="*/ 5465 h 288233"/>
              <a:gd name="connsiteX3" fmla="*/ 246412 w 461197"/>
              <a:gd name="connsiteY3" fmla="*/ 31766 h 288233"/>
              <a:gd name="connsiteX4" fmla="*/ 240614 w 461197"/>
              <a:gd name="connsiteY4" fmla="*/ 45441 h 288233"/>
              <a:gd name="connsiteX5" fmla="*/ 246233 w 461197"/>
              <a:gd name="connsiteY5" fmla="*/ 59098 h 288233"/>
              <a:gd name="connsiteX6" fmla="*/ 252236 w 461197"/>
              <a:gd name="connsiteY6" fmla="*/ 65101 h 288233"/>
              <a:gd name="connsiteX7" fmla="*/ 279223 w 461197"/>
              <a:gd name="connsiteY7" fmla="*/ 65270 h 288233"/>
              <a:gd name="connsiteX8" fmla="*/ 286801 w 461197"/>
              <a:gd name="connsiteY8" fmla="*/ 57878 h 288233"/>
              <a:gd name="connsiteX9" fmla="*/ 302535 w 461197"/>
              <a:gd name="connsiteY9" fmla="*/ 69009 h 288233"/>
              <a:gd name="connsiteX10" fmla="*/ 302485 w 461197"/>
              <a:gd name="connsiteY10" fmla="*/ 69078 h 288233"/>
              <a:gd name="connsiteX11" fmla="*/ 353851 w 461197"/>
              <a:gd name="connsiteY11" fmla="*/ 105643 h 288233"/>
              <a:gd name="connsiteX12" fmla="*/ 107595 w 461197"/>
              <a:gd name="connsiteY12" fmla="*/ 105762 h 288233"/>
              <a:gd name="connsiteX13" fmla="*/ 159036 w 461197"/>
              <a:gd name="connsiteY13" fmla="*/ 69078 h 288233"/>
              <a:gd name="connsiteX14" fmla="*/ 174654 w 461197"/>
              <a:gd name="connsiteY14" fmla="*/ 57822 h 288233"/>
              <a:gd name="connsiteX15" fmla="*/ 182317 w 461197"/>
              <a:gd name="connsiteY15" fmla="*/ 65289 h 288233"/>
              <a:gd name="connsiteX16" fmla="*/ 209284 w 461197"/>
              <a:gd name="connsiteY16" fmla="*/ 65101 h 288233"/>
              <a:gd name="connsiteX17" fmla="*/ 215278 w 461197"/>
              <a:gd name="connsiteY17" fmla="*/ 59098 h 288233"/>
              <a:gd name="connsiteX18" fmla="*/ 220906 w 461197"/>
              <a:gd name="connsiteY18" fmla="*/ 45403 h 288233"/>
              <a:gd name="connsiteX19" fmla="*/ 215101 w 461197"/>
              <a:gd name="connsiteY19" fmla="*/ 31764 h 288233"/>
              <a:gd name="connsiteX20" fmla="*/ 188095 w 461197"/>
              <a:gd name="connsiteY20" fmla="*/ 5480 h 288233"/>
              <a:gd name="connsiteX21" fmla="*/ 163698 w 461197"/>
              <a:gd name="connsiteY21" fmla="*/ 3473 h 288233"/>
              <a:gd name="connsiteX22" fmla="*/ 16179 w 461197"/>
              <a:gd name="connsiteY22" fmla="*/ 106230 h 288233"/>
              <a:gd name="connsiteX23" fmla="*/ 196 w 461197"/>
              <a:gd name="connsiteY23" fmla="*/ 124759 h 288233"/>
              <a:gd name="connsiteX24" fmla="*/ 150 w 461197"/>
              <a:gd name="connsiteY24" fmla="*/ 227414 h 288233"/>
              <a:gd name="connsiteX25" fmla="*/ 0 w 461197"/>
              <a:gd name="connsiteY25" fmla="*/ 227414 h 288233"/>
              <a:gd name="connsiteX26" fmla="*/ 58851 w 461197"/>
              <a:gd name="connsiteY26" fmla="*/ 288234 h 288233"/>
              <a:gd name="connsiteX27" fmla="*/ 157491 w 461197"/>
              <a:gd name="connsiteY27" fmla="*/ 288178 h 288233"/>
              <a:gd name="connsiteX28" fmla="*/ 215187 w 461197"/>
              <a:gd name="connsiteY28" fmla="*/ 240208 h 288233"/>
              <a:gd name="connsiteX29" fmla="*/ 246658 w 461197"/>
              <a:gd name="connsiteY29" fmla="*/ 240208 h 288233"/>
              <a:gd name="connsiteX30" fmla="*/ 303683 w 461197"/>
              <a:gd name="connsiteY30" fmla="*/ 288096 h 288233"/>
              <a:gd name="connsiteX31" fmla="*/ 403323 w 461197"/>
              <a:gd name="connsiteY31" fmla="*/ 288046 h 288233"/>
              <a:gd name="connsiteX32" fmla="*/ 461173 w 461197"/>
              <a:gd name="connsiteY32" fmla="*/ 228857 h 288233"/>
              <a:gd name="connsiteX33" fmla="*/ 461198 w 461197"/>
              <a:gd name="connsiteY33" fmla="*/ 228857 h 288233"/>
              <a:gd name="connsiteX34" fmla="*/ 461198 w 461197"/>
              <a:gd name="connsiteY34" fmla="*/ 124945 h 288233"/>
              <a:gd name="connsiteX35" fmla="*/ 445734 w 461197"/>
              <a:gd name="connsiteY35" fmla="*/ 106492 h 288233"/>
              <a:gd name="connsiteX36" fmla="*/ 297888 w 461197"/>
              <a:gd name="connsiteY36" fmla="*/ 42199 h 288233"/>
              <a:gd name="connsiteX37" fmla="*/ 273350 w 461197"/>
              <a:gd name="connsiteY37" fmla="*/ 44168 h 288233"/>
              <a:gd name="connsiteX38" fmla="*/ 269846 w 461197"/>
              <a:gd name="connsiteY38" fmla="*/ 47643 h 288233"/>
              <a:gd name="connsiteX39" fmla="*/ 269823 w 461197"/>
              <a:gd name="connsiteY39" fmla="*/ 47620 h 288233"/>
              <a:gd name="connsiteX40" fmla="*/ 265828 w 461197"/>
              <a:gd name="connsiteY40" fmla="*/ 51521 h 288233"/>
              <a:gd name="connsiteX41" fmla="*/ 259815 w 461197"/>
              <a:gd name="connsiteY41" fmla="*/ 45537 h 288233"/>
              <a:gd name="connsiteX42" fmla="*/ 286847 w 461197"/>
              <a:gd name="connsiteY42" fmla="*/ 19237 h 288233"/>
              <a:gd name="connsiteX43" fmla="*/ 411007 w 461197"/>
              <a:gd name="connsiteY43" fmla="*/ 105714 h 288233"/>
              <a:gd name="connsiteX44" fmla="*/ 387025 w 461197"/>
              <a:gd name="connsiteY44" fmla="*/ 105683 h 288233"/>
              <a:gd name="connsiteX45" fmla="*/ 297888 w 461197"/>
              <a:gd name="connsiteY45" fmla="*/ 42199 h 288233"/>
              <a:gd name="connsiteX46" fmla="*/ 441961 w 461197"/>
              <a:gd name="connsiteY46" fmla="*/ 124901 h 288233"/>
              <a:gd name="connsiteX47" fmla="*/ 442110 w 461197"/>
              <a:gd name="connsiteY47" fmla="*/ 144136 h 288233"/>
              <a:gd name="connsiteX48" fmla="*/ 19374 w 461197"/>
              <a:gd name="connsiteY48" fmla="*/ 144136 h 288233"/>
              <a:gd name="connsiteX49" fmla="*/ 19377 w 461197"/>
              <a:gd name="connsiteY49" fmla="*/ 124799 h 288233"/>
              <a:gd name="connsiteX50" fmla="*/ 441961 w 461197"/>
              <a:gd name="connsiteY50" fmla="*/ 124901 h 288233"/>
              <a:gd name="connsiteX51" fmla="*/ 174673 w 461197"/>
              <a:gd name="connsiteY51" fmla="*/ 19237 h 288233"/>
              <a:gd name="connsiteX52" fmla="*/ 201706 w 461197"/>
              <a:gd name="connsiteY52" fmla="*/ 45520 h 288233"/>
              <a:gd name="connsiteX53" fmla="*/ 195722 w 461197"/>
              <a:gd name="connsiteY53" fmla="*/ 51523 h 288233"/>
              <a:gd name="connsiteX54" fmla="*/ 191697 w 461197"/>
              <a:gd name="connsiteY54" fmla="*/ 47603 h 288233"/>
              <a:gd name="connsiteX55" fmla="*/ 191666 w 461197"/>
              <a:gd name="connsiteY55" fmla="*/ 47635 h 288233"/>
              <a:gd name="connsiteX56" fmla="*/ 188114 w 461197"/>
              <a:gd name="connsiteY56" fmla="*/ 44114 h 288233"/>
              <a:gd name="connsiteX57" fmla="*/ 163633 w 461197"/>
              <a:gd name="connsiteY57" fmla="*/ 42201 h 288233"/>
              <a:gd name="connsiteX58" fmla="*/ 74407 w 461197"/>
              <a:gd name="connsiteY58" fmla="*/ 105667 h 288233"/>
              <a:gd name="connsiteX59" fmla="*/ 50788 w 461197"/>
              <a:gd name="connsiteY59" fmla="*/ 105667 h 288233"/>
              <a:gd name="connsiteX60" fmla="*/ 174673 w 461197"/>
              <a:gd name="connsiteY60" fmla="*/ 19237 h 288233"/>
              <a:gd name="connsiteX61" fmla="*/ 403329 w 461197"/>
              <a:gd name="connsiteY61" fmla="*/ 268839 h 288233"/>
              <a:gd name="connsiteX62" fmla="*/ 303432 w 461197"/>
              <a:gd name="connsiteY62" fmla="*/ 268726 h 288233"/>
              <a:gd name="connsiteX63" fmla="*/ 265330 w 461197"/>
              <a:gd name="connsiteY63" fmla="*/ 235652 h 288233"/>
              <a:gd name="connsiteX64" fmla="*/ 244103 w 461197"/>
              <a:gd name="connsiteY64" fmla="*/ 220981 h 288233"/>
              <a:gd name="connsiteX65" fmla="*/ 217012 w 461197"/>
              <a:gd name="connsiteY65" fmla="*/ 220942 h 288233"/>
              <a:gd name="connsiteX66" fmla="*/ 196582 w 461197"/>
              <a:gd name="connsiteY66" fmla="*/ 235256 h 288233"/>
              <a:gd name="connsiteX67" fmla="*/ 157478 w 461197"/>
              <a:gd name="connsiteY67" fmla="*/ 268968 h 288233"/>
              <a:gd name="connsiteX68" fmla="*/ 58837 w 461197"/>
              <a:gd name="connsiteY68" fmla="*/ 269024 h 288233"/>
              <a:gd name="connsiteX69" fmla="*/ 19245 w 461197"/>
              <a:gd name="connsiteY69" fmla="*/ 227808 h 288233"/>
              <a:gd name="connsiteX70" fmla="*/ 19356 w 461197"/>
              <a:gd name="connsiteY70" fmla="*/ 227808 h 288233"/>
              <a:gd name="connsiteX71" fmla="*/ 19368 w 461197"/>
              <a:gd name="connsiteY71" fmla="*/ 163344 h 288233"/>
              <a:gd name="connsiteX72" fmla="*/ 441982 w 461197"/>
              <a:gd name="connsiteY72" fmla="*/ 163202 h 288233"/>
              <a:gd name="connsiteX73" fmla="*/ 441982 w 461197"/>
              <a:gd name="connsiteY73" fmla="*/ 228596 h 288233"/>
              <a:gd name="connsiteX74" fmla="*/ 403327 w 461197"/>
              <a:gd name="connsiteY74" fmla="*/ 268835 h 28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61197" h="288233">
                <a:moveTo>
                  <a:pt x="445730" y="106495"/>
                </a:moveTo>
                <a:lnTo>
                  <a:pt x="297851" y="3496"/>
                </a:lnTo>
                <a:cubicBezTo>
                  <a:pt x="290309" y="-1795"/>
                  <a:pt x="280047" y="-969"/>
                  <a:pt x="273454" y="5465"/>
                </a:cubicBezTo>
                <a:lnTo>
                  <a:pt x="246412" y="31766"/>
                </a:lnTo>
                <a:cubicBezTo>
                  <a:pt x="242697" y="35406"/>
                  <a:pt x="240643" y="40245"/>
                  <a:pt x="240614" y="45441"/>
                </a:cubicBezTo>
                <a:cubicBezTo>
                  <a:pt x="240585" y="50601"/>
                  <a:pt x="242593" y="55479"/>
                  <a:pt x="246233" y="59098"/>
                </a:cubicBezTo>
                <a:lnTo>
                  <a:pt x="252236" y="65101"/>
                </a:lnTo>
                <a:cubicBezTo>
                  <a:pt x="259600" y="72493"/>
                  <a:pt x="271719" y="72586"/>
                  <a:pt x="279223" y="65270"/>
                </a:cubicBezTo>
                <a:lnTo>
                  <a:pt x="286801" y="57878"/>
                </a:lnTo>
                <a:lnTo>
                  <a:pt x="302535" y="69009"/>
                </a:lnTo>
                <a:lnTo>
                  <a:pt x="302485" y="69078"/>
                </a:lnTo>
                <a:lnTo>
                  <a:pt x="353851" y="105643"/>
                </a:lnTo>
                <a:cubicBezTo>
                  <a:pt x="293694" y="105921"/>
                  <a:pt x="194031" y="105898"/>
                  <a:pt x="107595" y="105762"/>
                </a:cubicBezTo>
                <a:lnTo>
                  <a:pt x="159036" y="69078"/>
                </a:lnTo>
                <a:lnTo>
                  <a:pt x="174654" y="57822"/>
                </a:lnTo>
                <a:lnTo>
                  <a:pt x="182317" y="65289"/>
                </a:lnTo>
                <a:cubicBezTo>
                  <a:pt x="189784" y="72549"/>
                  <a:pt x="201892" y="72474"/>
                  <a:pt x="209284" y="65101"/>
                </a:cubicBezTo>
                <a:lnTo>
                  <a:pt x="215278" y="59098"/>
                </a:lnTo>
                <a:cubicBezTo>
                  <a:pt x="218945" y="55458"/>
                  <a:pt x="220943" y="50580"/>
                  <a:pt x="220906" y="45403"/>
                </a:cubicBezTo>
                <a:cubicBezTo>
                  <a:pt x="220878" y="40226"/>
                  <a:pt x="218814" y="35385"/>
                  <a:pt x="215101" y="31764"/>
                </a:cubicBezTo>
                <a:lnTo>
                  <a:pt x="188095" y="5480"/>
                </a:lnTo>
                <a:cubicBezTo>
                  <a:pt x="181491" y="-972"/>
                  <a:pt x="171231" y="-1837"/>
                  <a:pt x="163698" y="3473"/>
                </a:cubicBezTo>
                <a:lnTo>
                  <a:pt x="16179" y="106230"/>
                </a:lnTo>
                <a:cubicBezTo>
                  <a:pt x="7194" y="107802"/>
                  <a:pt x="211" y="115309"/>
                  <a:pt x="196" y="124759"/>
                </a:cubicBezTo>
                <a:lnTo>
                  <a:pt x="150" y="227414"/>
                </a:lnTo>
                <a:lnTo>
                  <a:pt x="0" y="227414"/>
                </a:lnTo>
                <a:cubicBezTo>
                  <a:pt x="0" y="260375"/>
                  <a:pt x="26948" y="288234"/>
                  <a:pt x="58851" y="288234"/>
                </a:cubicBezTo>
                <a:lnTo>
                  <a:pt x="157491" y="288178"/>
                </a:lnTo>
                <a:cubicBezTo>
                  <a:pt x="184712" y="288178"/>
                  <a:pt x="209240" y="267712"/>
                  <a:pt x="215187" y="240208"/>
                </a:cubicBezTo>
                <a:cubicBezTo>
                  <a:pt x="215637" y="240170"/>
                  <a:pt x="246225" y="240264"/>
                  <a:pt x="246658" y="240208"/>
                </a:cubicBezTo>
                <a:cubicBezTo>
                  <a:pt x="252371" y="267917"/>
                  <a:pt x="276349" y="288096"/>
                  <a:pt x="303683" y="288096"/>
                </a:cubicBezTo>
                <a:lnTo>
                  <a:pt x="403323" y="288046"/>
                </a:lnTo>
                <a:cubicBezTo>
                  <a:pt x="435690" y="288046"/>
                  <a:pt x="461034" y="262064"/>
                  <a:pt x="461173" y="228857"/>
                </a:cubicBezTo>
                <a:lnTo>
                  <a:pt x="461198" y="228857"/>
                </a:lnTo>
                <a:lnTo>
                  <a:pt x="461198" y="124945"/>
                </a:lnTo>
                <a:cubicBezTo>
                  <a:pt x="461198" y="115659"/>
                  <a:pt x="454465" y="108255"/>
                  <a:pt x="445734" y="106492"/>
                </a:cubicBezTo>
                <a:close/>
                <a:moveTo>
                  <a:pt x="297888" y="42199"/>
                </a:moveTo>
                <a:cubicBezTo>
                  <a:pt x="290326" y="36833"/>
                  <a:pt x="280028" y="37677"/>
                  <a:pt x="273350" y="44168"/>
                </a:cubicBezTo>
                <a:lnTo>
                  <a:pt x="269846" y="47643"/>
                </a:lnTo>
                <a:lnTo>
                  <a:pt x="269823" y="47620"/>
                </a:lnTo>
                <a:lnTo>
                  <a:pt x="265828" y="51521"/>
                </a:lnTo>
                <a:lnTo>
                  <a:pt x="259815" y="45537"/>
                </a:lnTo>
                <a:lnTo>
                  <a:pt x="286847" y="19237"/>
                </a:lnTo>
                <a:lnTo>
                  <a:pt x="411007" y="105714"/>
                </a:lnTo>
                <a:cubicBezTo>
                  <a:pt x="403776" y="105704"/>
                  <a:pt x="395777" y="105694"/>
                  <a:pt x="387025" y="105683"/>
                </a:cubicBezTo>
                <a:lnTo>
                  <a:pt x="297888" y="42199"/>
                </a:lnTo>
                <a:close/>
                <a:moveTo>
                  <a:pt x="441961" y="124901"/>
                </a:moveTo>
                <a:lnTo>
                  <a:pt x="442110" y="144136"/>
                </a:lnTo>
                <a:lnTo>
                  <a:pt x="19374" y="144136"/>
                </a:lnTo>
                <a:cubicBezTo>
                  <a:pt x="19374" y="144136"/>
                  <a:pt x="19377" y="124799"/>
                  <a:pt x="19377" y="124799"/>
                </a:cubicBezTo>
                <a:cubicBezTo>
                  <a:pt x="55671" y="125001"/>
                  <a:pt x="391674" y="124864"/>
                  <a:pt x="441961" y="124901"/>
                </a:cubicBezTo>
                <a:close/>
                <a:moveTo>
                  <a:pt x="174673" y="19237"/>
                </a:moveTo>
                <a:lnTo>
                  <a:pt x="201706" y="45520"/>
                </a:lnTo>
                <a:lnTo>
                  <a:pt x="195722" y="51523"/>
                </a:lnTo>
                <a:lnTo>
                  <a:pt x="191697" y="47603"/>
                </a:lnTo>
                <a:lnTo>
                  <a:pt x="191666" y="47635"/>
                </a:lnTo>
                <a:lnTo>
                  <a:pt x="188114" y="44114"/>
                </a:lnTo>
                <a:cubicBezTo>
                  <a:pt x="181493" y="37698"/>
                  <a:pt x="171221" y="36854"/>
                  <a:pt x="163633" y="42201"/>
                </a:cubicBezTo>
                <a:lnTo>
                  <a:pt x="74407" y="105667"/>
                </a:lnTo>
                <a:cubicBezTo>
                  <a:pt x="66202" y="105673"/>
                  <a:pt x="58574" y="105660"/>
                  <a:pt x="50788" y="105667"/>
                </a:cubicBezTo>
                <a:lnTo>
                  <a:pt x="174673" y="19237"/>
                </a:lnTo>
                <a:close/>
                <a:moveTo>
                  <a:pt x="403329" y="268839"/>
                </a:moveTo>
                <a:lnTo>
                  <a:pt x="303432" y="268726"/>
                </a:lnTo>
                <a:cubicBezTo>
                  <a:pt x="284982" y="268726"/>
                  <a:pt x="268961" y="254806"/>
                  <a:pt x="265330" y="235652"/>
                </a:cubicBezTo>
                <a:cubicBezTo>
                  <a:pt x="264298" y="230173"/>
                  <a:pt x="260163" y="220981"/>
                  <a:pt x="244103" y="220981"/>
                </a:cubicBezTo>
                <a:lnTo>
                  <a:pt x="217012" y="220942"/>
                </a:lnTo>
                <a:cubicBezTo>
                  <a:pt x="205250" y="220942"/>
                  <a:pt x="198375" y="225764"/>
                  <a:pt x="196582" y="235256"/>
                </a:cubicBezTo>
                <a:cubicBezTo>
                  <a:pt x="192942" y="254466"/>
                  <a:pt x="176133" y="268968"/>
                  <a:pt x="157478" y="268968"/>
                </a:cubicBezTo>
                <a:lnTo>
                  <a:pt x="58837" y="269024"/>
                </a:lnTo>
                <a:cubicBezTo>
                  <a:pt x="37485" y="269024"/>
                  <a:pt x="19458" y="250180"/>
                  <a:pt x="19245" y="227808"/>
                </a:cubicBezTo>
                <a:lnTo>
                  <a:pt x="19356" y="227808"/>
                </a:lnTo>
                <a:lnTo>
                  <a:pt x="19368" y="163344"/>
                </a:lnTo>
                <a:lnTo>
                  <a:pt x="441982" y="163202"/>
                </a:lnTo>
                <a:lnTo>
                  <a:pt x="441982" y="228596"/>
                </a:lnTo>
                <a:cubicBezTo>
                  <a:pt x="441982" y="251164"/>
                  <a:pt x="424994" y="268835"/>
                  <a:pt x="403327" y="268835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34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CFC1-641D-6132-3691-07629FF8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805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Outline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</a:br>
            <a:r>
              <a:rPr lang="en-US" dirty="0">
                <a:latin typeface="+mn-lt"/>
              </a:rPr>
              <a:t>Maps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 (1 of 2)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EDFED6-4E41-AF0D-2195-3C7AF6F9B3AB}"/>
              </a:ext>
            </a:extLst>
          </p:cNvPr>
          <p:cNvGraphicFramePr>
            <a:graphicFrameLocks noGrp="1"/>
          </p:cNvGraphicFramePr>
          <p:nvPr/>
        </p:nvGraphicFramePr>
        <p:xfrm>
          <a:off x="557783" y="1173119"/>
          <a:ext cx="11061126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014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Globe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Globe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USA map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USA map with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CVS Health heart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Alabama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Alaska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Arizona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Arkansas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California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Colorado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Connecticut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Delaware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Florida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Georgia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Hawaii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Idaho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Illinois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Indiana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Iowa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Kansas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Kentucky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Louisiana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Maine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Maryland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Massachusetts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Michigan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Minnesota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Mississippi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Missouri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Montana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Nebraska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Nevada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New Hampshire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New Jersey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New Mexico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New York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North Carolina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North Dakota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Ohio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Oklahoma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Oregon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Pennsylvania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Rhode Island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South Carolina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South Dakota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6" name="Graphic 60" descr="Globe 1 icon.">
            <a:extLst>
              <a:ext uri="{FF2B5EF4-FFF2-40B4-BE49-F238E27FC236}">
                <a16:creationId xmlns:a16="http://schemas.microsoft.com/office/drawing/2014/main" id="{F90F4968-3C61-B9C0-A474-8A6B1BFFACE6}"/>
              </a:ext>
            </a:extLst>
          </p:cNvPr>
          <p:cNvSpPr>
            <a:spLocks noChangeAspect="1"/>
          </p:cNvSpPr>
          <p:nvPr/>
        </p:nvSpPr>
        <p:spPr>
          <a:xfrm>
            <a:off x="956552" y="1370481"/>
            <a:ext cx="458518" cy="458518"/>
          </a:xfrm>
          <a:custGeom>
            <a:avLst/>
            <a:gdLst>
              <a:gd name="connsiteX0" fmla="*/ 236901 w 458518"/>
              <a:gd name="connsiteY0" fmla="*/ 0 h 458518"/>
              <a:gd name="connsiteX1" fmla="*/ 233080 w 458518"/>
              <a:gd name="connsiteY1" fmla="*/ 0 h 458518"/>
              <a:gd name="connsiteX2" fmla="*/ 231170 w 458518"/>
              <a:gd name="connsiteY2" fmla="*/ 0 h 458518"/>
              <a:gd name="connsiteX3" fmla="*/ 227349 w 458518"/>
              <a:gd name="connsiteY3" fmla="*/ 0 h 458518"/>
              <a:gd name="connsiteX4" fmla="*/ 0 w 458518"/>
              <a:gd name="connsiteY4" fmla="*/ 229259 h 458518"/>
              <a:gd name="connsiteX5" fmla="*/ 221617 w 458518"/>
              <a:gd name="connsiteY5" fmla="*/ 458518 h 458518"/>
              <a:gd name="connsiteX6" fmla="*/ 225438 w 458518"/>
              <a:gd name="connsiteY6" fmla="*/ 458518 h 458518"/>
              <a:gd name="connsiteX7" fmla="*/ 227349 w 458518"/>
              <a:gd name="connsiteY7" fmla="*/ 458518 h 458518"/>
              <a:gd name="connsiteX8" fmla="*/ 227349 w 458518"/>
              <a:gd name="connsiteY8" fmla="*/ 458518 h 458518"/>
              <a:gd name="connsiteX9" fmla="*/ 229259 w 458518"/>
              <a:gd name="connsiteY9" fmla="*/ 458518 h 458518"/>
              <a:gd name="connsiteX10" fmla="*/ 458518 w 458518"/>
              <a:gd name="connsiteY10" fmla="*/ 229259 h 458518"/>
              <a:gd name="connsiteX11" fmla="*/ 236901 w 458518"/>
              <a:gd name="connsiteY11" fmla="*/ 0 h 458518"/>
              <a:gd name="connsiteX12" fmla="*/ 238811 w 458518"/>
              <a:gd name="connsiteY12" fmla="*/ 152839 h 458518"/>
              <a:gd name="connsiteX13" fmla="*/ 324784 w 458518"/>
              <a:gd name="connsiteY13" fmla="*/ 143287 h 458518"/>
              <a:gd name="connsiteX14" fmla="*/ 332426 w 458518"/>
              <a:gd name="connsiteY14" fmla="*/ 219707 h 458518"/>
              <a:gd name="connsiteX15" fmla="*/ 236901 w 458518"/>
              <a:gd name="connsiteY15" fmla="*/ 219707 h 458518"/>
              <a:gd name="connsiteX16" fmla="*/ 236901 w 458518"/>
              <a:gd name="connsiteY16" fmla="*/ 152839 h 458518"/>
              <a:gd name="connsiteX17" fmla="*/ 238811 w 458518"/>
              <a:gd name="connsiteY17" fmla="*/ 152839 h 458518"/>
              <a:gd name="connsiteX18" fmla="*/ 238811 w 458518"/>
              <a:gd name="connsiteY18" fmla="*/ 133734 h 458518"/>
              <a:gd name="connsiteX19" fmla="*/ 238811 w 458518"/>
              <a:gd name="connsiteY19" fmla="*/ 19105 h 458518"/>
              <a:gd name="connsiteX20" fmla="*/ 320963 w 458518"/>
              <a:gd name="connsiteY20" fmla="*/ 124182 h 458518"/>
              <a:gd name="connsiteX21" fmla="*/ 238811 w 458518"/>
              <a:gd name="connsiteY21" fmla="*/ 133734 h 458518"/>
              <a:gd name="connsiteX22" fmla="*/ 219707 w 458518"/>
              <a:gd name="connsiteY22" fmla="*/ 21015 h 458518"/>
              <a:gd name="connsiteX23" fmla="*/ 219707 w 458518"/>
              <a:gd name="connsiteY23" fmla="*/ 133734 h 458518"/>
              <a:gd name="connsiteX24" fmla="*/ 141376 w 458518"/>
              <a:gd name="connsiteY24" fmla="*/ 124182 h 458518"/>
              <a:gd name="connsiteX25" fmla="*/ 160481 w 458518"/>
              <a:gd name="connsiteY25" fmla="*/ 76420 h 458518"/>
              <a:gd name="connsiteX26" fmla="*/ 219707 w 458518"/>
              <a:gd name="connsiteY26" fmla="*/ 21015 h 458518"/>
              <a:gd name="connsiteX27" fmla="*/ 219707 w 458518"/>
              <a:gd name="connsiteY27" fmla="*/ 152839 h 458518"/>
              <a:gd name="connsiteX28" fmla="*/ 219707 w 458518"/>
              <a:gd name="connsiteY28" fmla="*/ 219707 h 458518"/>
              <a:gd name="connsiteX29" fmla="*/ 124182 w 458518"/>
              <a:gd name="connsiteY29" fmla="*/ 219707 h 458518"/>
              <a:gd name="connsiteX30" fmla="*/ 133734 w 458518"/>
              <a:gd name="connsiteY30" fmla="*/ 143287 h 458518"/>
              <a:gd name="connsiteX31" fmla="*/ 219707 w 458518"/>
              <a:gd name="connsiteY31" fmla="*/ 152839 h 458518"/>
              <a:gd name="connsiteX32" fmla="*/ 105077 w 458518"/>
              <a:gd name="connsiteY32" fmla="*/ 219707 h 458518"/>
              <a:gd name="connsiteX33" fmla="*/ 19105 w 458518"/>
              <a:gd name="connsiteY33" fmla="*/ 219707 h 458518"/>
              <a:gd name="connsiteX34" fmla="*/ 51583 w 458518"/>
              <a:gd name="connsiteY34" fmla="*/ 116540 h 458518"/>
              <a:gd name="connsiteX35" fmla="*/ 116540 w 458518"/>
              <a:gd name="connsiteY35" fmla="*/ 139466 h 458518"/>
              <a:gd name="connsiteX36" fmla="*/ 105077 w 458518"/>
              <a:gd name="connsiteY36" fmla="*/ 219707 h 458518"/>
              <a:gd name="connsiteX37" fmla="*/ 105077 w 458518"/>
              <a:gd name="connsiteY37" fmla="*/ 238811 h 458518"/>
              <a:gd name="connsiteX38" fmla="*/ 114630 w 458518"/>
              <a:gd name="connsiteY38" fmla="*/ 319052 h 458518"/>
              <a:gd name="connsiteX39" fmla="*/ 53494 w 458518"/>
              <a:gd name="connsiteY39" fmla="*/ 341978 h 458518"/>
              <a:gd name="connsiteX40" fmla="*/ 21015 w 458518"/>
              <a:gd name="connsiteY40" fmla="*/ 238811 h 458518"/>
              <a:gd name="connsiteX41" fmla="*/ 105077 w 458518"/>
              <a:gd name="connsiteY41" fmla="*/ 238811 h 458518"/>
              <a:gd name="connsiteX42" fmla="*/ 124182 w 458518"/>
              <a:gd name="connsiteY42" fmla="*/ 238811 h 458518"/>
              <a:gd name="connsiteX43" fmla="*/ 219707 w 458518"/>
              <a:gd name="connsiteY43" fmla="*/ 238811 h 458518"/>
              <a:gd name="connsiteX44" fmla="*/ 219707 w 458518"/>
              <a:gd name="connsiteY44" fmla="*/ 305679 h 458518"/>
              <a:gd name="connsiteX45" fmla="*/ 133734 w 458518"/>
              <a:gd name="connsiteY45" fmla="*/ 315231 h 458518"/>
              <a:gd name="connsiteX46" fmla="*/ 124182 w 458518"/>
              <a:gd name="connsiteY46" fmla="*/ 238811 h 458518"/>
              <a:gd name="connsiteX47" fmla="*/ 219707 w 458518"/>
              <a:gd name="connsiteY47" fmla="*/ 324784 h 458518"/>
              <a:gd name="connsiteX48" fmla="*/ 219707 w 458518"/>
              <a:gd name="connsiteY48" fmla="*/ 439413 h 458518"/>
              <a:gd name="connsiteX49" fmla="*/ 154750 w 458518"/>
              <a:gd name="connsiteY49" fmla="*/ 380188 h 458518"/>
              <a:gd name="connsiteX50" fmla="*/ 137555 w 458518"/>
              <a:gd name="connsiteY50" fmla="*/ 336247 h 458518"/>
              <a:gd name="connsiteX51" fmla="*/ 219707 w 458518"/>
              <a:gd name="connsiteY51" fmla="*/ 324784 h 458518"/>
              <a:gd name="connsiteX52" fmla="*/ 238811 w 458518"/>
              <a:gd name="connsiteY52" fmla="*/ 437503 h 458518"/>
              <a:gd name="connsiteX53" fmla="*/ 238811 w 458518"/>
              <a:gd name="connsiteY53" fmla="*/ 324784 h 458518"/>
              <a:gd name="connsiteX54" fmla="*/ 319052 w 458518"/>
              <a:gd name="connsiteY54" fmla="*/ 334336 h 458518"/>
              <a:gd name="connsiteX55" fmla="*/ 299947 w 458518"/>
              <a:gd name="connsiteY55" fmla="*/ 382098 h 458518"/>
              <a:gd name="connsiteX56" fmla="*/ 238811 w 458518"/>
              <a:gd name="connsiteY56" fmla="*/ 437503 h 458518"/>
              <a:gd name="connsiteX57" fmla="*/ 238811 w 458518"/>
              <a:gd name="connsiteY57" fmla="*/ 305679 h 458518"/>
              <a:gd name="connsiteX58" fmla="*/ 238811 w 458518"/>
              <a:gd name="connsiteY58" fmla="*/ 238811 h 458518"/>
              <a:gd name="connsiteX59" fmla="*/ 334336 w 458518"/>
              <a:gd name="connsiteY59" fmla="*/ 238811 h 458518"/>
              <a:gd name="connsiteX60" fmla="*/ 324784 w 458518"/>
              <a:gd name="connsiteY60" fmla="*/ 315231 h 458518"/>
              <a:gd name="connsiteX61" fmla="*/ 238811 w 458518"/>
              <a:gd name="connsiteY61" fmla="*/ 305679 h 458518"/>
              <a:gd name="connsiteX62" fmla="*/ 353441 w 458518"/>
              <a:gd name="connsiteY62" fmla="*/ 238811 h 458518"/>
              <a:gd name="connsiteX63" fmla="*/ 439413 w 458518"/>
              <a:gd name="connsiteY63" fmla="*/ 238811 h 458518"/>
              <a:gd name="connsiteX64" fmla="*/ 406935 w 458518"/>
              <a:gd name="connsiteY64" fmla="*/ 341978 h 458518"/>
              <a:gd name="connsiteX65" fmla="*/ 341978 w 458518"/>
              <a:gd name="connsiteY65" fmla="*/ 319052 h 458518"/>
              <a:gd name="connsiteX66" fmla="*/ 353441 w 458518"/>
              <a:gd name="connsiteY66" fmla="*/ 238811 h 458518"/>
              <a:gd name="connsiteX67" fmla="*/ 353441 w 458518"/>
              <a:gd name="connsiteY67" fmla="*/ 219707 h 458518"/>
              <a:gd name="connsiteX68" fmla="*/ 345799 w 458518"/>
              <a:gd name="connsiteY68" fmla="*/ 139466 h 458518"/>
              <a:gd name="connsiteX69" fmla="*/ 406935 w 458518"/>
              <a:gd name="connsiteY69" fmla="*/ 118450 h 458518"/>
              <a:gd name="connsiteX70" fmla="*/ 439413 w 458518"/>
              <a:gd name="connsiteY70" fmla="*/ 221617 h 458518"/>
              <a:gd name="connsiteX71" fmla="*/ 353441 w 458518"/>
              <a:gd name="connsiteY71" fmla="*/ 221617 h 458518"/>
              <a:gd name="connsiteX72" fmla="*/ 353441 w 458518"/>
              <a:gd name="connsiteY72" fmla="*/ 219707 h 458518"/>
              <a:gd name="connsiteX73" fmla="*/ 395472 w 458518"/>
              <a:gd name="connsiteY73" fmla="*/ 101256 h 458518"/>
              <a:gd name="connsiteX74" fmla="*/ 340068 w 458518"/>
              <a:gd name="connsiteY74" fmla="*/ 120361 h 458518"/>
              <a:gd name="connsiteX75" fmla="*/ 292305 w 458518"/>
              <a:gd name="connsiteY75" fmla="*/ 28657 h 458518"/>
              <a:gd name="connsiteX76" fmla="*/ 395472 w 458518"/>
              <a:gd name="connsiteY76" fmla="*/ 101256 h 458518"/>
              <a:gd name="connsiteX77" fmla="*/ 173855 w 458518"/>
              <a:gd name="connsiteY77" fmla="*/ 26747 h 458518"/>
              <a:gd name="connsiteX78" fmla="*/ 143287 w 458518"/>
              <a:gd name="connsiteY78" fmla="*/ 68778 h 458518"/>
              <a:gd name="connsiteX79" fmla="*/ 122271 w 458518"/>
              <a:gd name="connsiteY79" fmla="*/ 120361 h 458518"/>
              <a:gd name="connsiteX80" fmla="*/ 63046 w 458518"/>
              <a:gd name="connsiteY80" fmla="*/ 101256 h 458518"/>
              <a:gd name="connsiteX81" fmla="*/ 173855 w 458518"/>
              <a:gd name="connsiteY81" fmla="*/ 26747 h 458518"/>
              <a:gd name="connsiteX82" fmla="*/ 63046 w 458518"/>
              <a:gd name="connsiteY82" fmla="*/ 357262 h 458518"/>
              <a:gd name="connsiteX83" fmla="*/ 118450 w 458518"/>
              <a:gd name="connsiteY83" fmla="*/ 338157 h 458518"/>
              <a:gd name="connsiteX84" fmla="*/ 135645 w 458518"/>
              <a:gd name="connsiteY84" fmla="*/ 385919 h 458518"/>
              <a:gd name="connsiteX85" fmla="*/ 164302 w 458518"/>
              <a:gd name="connsiteY85" fmla="*/ 427950 h 458518"/>
              <a:gd name="connsiteX86" fmla="*/ 63046 w 458518"/>
              <a:gd name="connsiteY86" fmla="*/ 357262 h 458518"/>
              <a:gd name="connsiteX87" fmla="*/ 284663 w 458518"/>
              <a:gd name="connsiteY87" fmla="*/ 431771 h 458518"/>
              <a:gd name="connsiteX88" fmla="*/ 315231 w 458518"/>
              <a:gd name="connsiteY88" fmla="*/ 391651 h 458518"/>
              <a:gd name="connsiteX89" fmla="*/ 336247 w 458518"/>
              <a:gd name="connsiteY89" fmla="*/ 338157 h 458518"/>
              <a:gd name="connsiteX90" fmla="*/ 393561 w 458518"/>
              <a:gd name="connsiteY90" fmla="*/ 357262 h 458518"/>
              <a:gd name="connsiteX91" fmla="*/ 284663 w 458518"/>
              <a:gd name="connsiteY91" fmla="*/ 43177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58518" h="458518">
                <a:moveTo>
                  <a:pt x="236901" y="0"/>
                </a:moveTo>
                <a:cubicBezTo>
                  <a:pt x="234990" y="0"/>
                  <a:pt x="234990" y="0"/>
                  <a:pt x="233080" y="0"/>
                </a:cubicBezTo>
                <a:lnTo>
                  <a:pt x="231170" y="0"/>
                </a:lnTo>
                <a:cubicBezTo>
                  <a:pt x="229259" y="0"/>
                  <a:pt x="229259" y="0"/>
                  <a:pt x="227349" y="0"/>
                </a:cubicBezTo>
                <a:cubicBezTo>
                  <a:pt x="103167" y="0"/>
                  <a:pt x="0" y="103167"/>
                  <a:pt x="0" y="229259"/>
                </a:cubicBezTo>
                <a:cubicBezTo>
                  <a:pt x="0" y="353441"/>
                  <a:pt x="99346" y="452787"/>
                  <a:pt x="221617" y="458518"/>
                </a:cubicBezTo>
                <a:cubicBezTo>
                  <a:pt x="223528" y="458518"/>
                  <a:pt x="223528" y="458518"/>
                  <a:pt x="225438" y="458518"/>
                </a:cubicBezTo>
                <a:cubicBezTo>
                  <a:pt x="225438" y="458518"/>
                  <a:pt x="225438" y="458518"/>
                  <a:pt x="227349" y="458518"/>
                </a:cubicBezTo>
                <a:lnTo>
                  <a:pt x="227349" y="458518"/>
                </a:lnTo>
                <a:lnTo>
                  <a:pt x="229259" y="458518"/>
                </a:ln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5077"/>
                  <a:pt x="359172" y="5731"/>
                  <a:pt x="236901" y="0"/>
                </a:cubicBezTo>
                <a:close/>
                <a:moveTo>
                  <a:pt x="238811" y="152839"/>
                </a:moveTo>
                <a:cubicBezTo>
                  <a:pt x="267469" y="152839"/>
                  <a:pt x="298037" y="149018"/>
                  <a:pt x="324784" y="143287"/>
                </a:cubicBezTo>
                <a:cubicBezTo>
                  <a:pt x="330515" y="166213"/>
                  <a:pt x="332426" y="192960"/>
                  <a:pt x="332426" y="219707"/>
                </a:cubicBezTo>
                <a:lnTo>
                  <a:pt x="236901" y="219707"/>
                </a:lnTo>
                <a:lnTo>
                  <a:pt x="236901" y="152839"/>
                </a:lnTo>
                <a:lnTo>
                  <a:pt x="238811" y="152839"/>
                </a:lnTo>
                <a:close/>
                <a:moveTo>
                  <a:pt x="238811" y="133734"/>
                </a:moveTo>
                <a:lnTo>
                  <a:pt x="238811" y="19105"/>
                </a:lnTo>
                <a:cubicBezTo>
                  <a:pt x="275111" y="22926"/>
                  <a:pt x="305679" y="64957"/>
                  <a:pt x="320963" y="124182"/>
                </a:cubicBezTo>
                <a:cubicBezTo>
                  <a:pt x="294216" y="129913"/>
                  <a:pt x="267469" y="133734"/>
                  <a:pt x="238811" y="133734"/>
                </a:cubicBezTo>
                <a:close/>
                <a:moveTo>
                  <a:pt x="219707" y="21015"/>
                </a:moveTo>
                <a:lnTo>
                  <a:pt x="219707" y="133734"/>
                </a:lnTo>
                <a:cubicBezTo>
                  <a:pt x="192960" y="133734"/>
                  <a:pt x="166213" y="129913"/>
                  <a:pt x="141376" y="124182"/>
                </a:cubicBezTo>
                <a:cubicBezTo>
                  <a:pt x="145197" y="106988"/>
                  <a:pt x="152839" y="91704"/>
                  <a:pt x="160481" y="76420"/>
                </a:cubicBezTo>
                <a:cubicBezTo>
                  <a:pt x="177676" y="45852"/>
                  <a:pt x="196781" y="26747"/>
                  <a:pt x="219707" y="21015"/>
                </a:cubicBezTo>
                <a:close/>
                <a:moveTo>
                  <a:pt x="219707" y="152839"/>
                </a:moveTo>
                <a:lnTo>
                  <a:pt x="219707" y="219707"/>
                </a:lnTo>
                <a:lnTo>
                  <a:pt x="124182" y="219707"/>
                </a:lnTo>
                <a:cubicBezTo>
                  <a:pt x="126092" y="192960"/>
                  <a:pt x="128003" y="168123"/>
                  <a:pt x="133734" y="143287"/>
                </a:cubicBezTo>
                <a:cubicBezTo>
                  <a:pt x="162392" y="149018"/>
                  <a:pt x="191049" y="152839"/>
                  <a:pt x="219707" y="152839"/>
                </a:cubicBezTo>
                <a:close/>
                <a:moveTo>
                  <a:pt x="105077" y="219707"/>
                </a:moveTo>
                <a:lnTo>
                  <a:pt x="19105" y="219707"/>
                </a:lnTo>
                <a:cubicBezTo>
                  <a:pt x="21015" y="181497"/>
                  <a:pt x="32478" y="147108"/>
                  <a:pt x="51583" y="116540"/>
                </a:cubicBezTo>
                <a:cubicBezTo>
                  <a:pt x="72599" y="126092"/>
                  <a:pt x="93614" y="133734"/>
                  <a:pt x="116540" y="139466"/>
                </a:cubicBezTo>
                <a:cubicBezTo>
                  <a:pt x="110809" y="164302"/>
                  <a:pt x="106988" y="191049"/>
                  <a:pt x="105077" y="219707"/>
                </a:cubicBezTo>
                <a:close/>
                <a:moveTo>
                  <a:pt x="105077" y="238811"/>
                </a:moveTo>
                <a:cubicBezTo>
                  <a:pt x="105077" y="267469"/>
                  <a:pt x="108898" y="294216"/>
                  <a:pt x="114630" y="319052"/>
                </a:cubicBezTo>
                <a:cubicBezTo>
                  <a:pt x="93614" y="324784"/>
                  <a:pt x="72599" y="332426"/>
                  <a:pt x="53494" y="341978"/>
                </a:cubicBezTo>
                <a:cubicBezTo>
                  <a:pt x="34389" y="311410"/>
                  <a:pt x="22926" y="277021"/>
                  <a:pt x="21015" y="238811"/>
                </a:cubicBezTo>
                <a:cubicBezTo>
                  <a:pt x="21015" y="238811"/>
                  <a:pt x="105077" y="238811"/>
                  <a:pt x="105077" y="238811"/>
                </a:cubicBezTo>
                <a:close/>
                <a:moveTo>
                  <a:pt x="124182" y="238811"/>
                </a:moveTo>
                <a:lnTo>
                  <a:pt x="219707" y="238811"/>
                </a:lnTo>
                <a:lnTo>
                  <a:pt x="219707" y="305679"/>
                </a:lnTo>
                <a:cubicBezTo>
                  <a:pt x="189139" y="305679"/>
                  <a:pt x="160481" y="309500"/>
                  <a:pt x="133734" y="315231"/>
                </a:cubicBezTo>
                <a:cubicBezTo>
                  <a:pt x="128003" y="292305"/>
                  <a:pt x="124182" y="265558"/>
                  <a:pt x="124182" y="238811"/>
                </a:cubicBezTo>
                <a:close/>
                <a:moveTo>
                  <a:pt x="219707" y="324784"/>
                </a:moveTo>
                <a:lnTo>
                  <a:pt x="219707" y="439413"/>
                </a:lnTo>
                <a:cubicBezTo>
                  <a:pt x="194870" y="435592"/>
                  <a:pt x="171944" y="414577"/>
                  <a:pt x="154750" y="380188"/>
                </a:cubicBezTo>
                <a:cubicBezTo>
                  <a:pt x="149018" y="366814"/>
                  <a:pt x="143287" y="351530"/>
                  <a:pt x="137555" y="336247"/>
                </a:cubicBezTo>
                <a:cubicBezTo>
                  <a:pt x="164302" y="328605"/>
                  <a:pt x="191049" y="324784"/>
                  <a:pt x="219707" y="324784"/>
                </a:cubicBezTo>
                <a:close/>
                <a:moveTo>
                  <a:pt x="238811" y="437503"/>
                </a:moveTo>
                <a:lnTo>
                  <a:pt x="238811" y="324784"/>
                </a:lnTo>
                <a:cubicBezTo>
                  <a:pt x="265558" y="324784"/>
                  <a:pt x="292305" y="328605"/>
                  <a:pt x="319052" y="334336"/>
                </a:cubicBezTo>
                <a:cubicBezTo>
                  <a:pt x="313321" y="351530"/>
                  <a:pt x="307589" y="368725"/>
                  <a:pt x="299947" y="382098"/>
                </a:cubicBezTo>
                <a:cubicBezTo>
                  <a:pt x="280842" y="412666"/>
                  <a:pt x="261737" y="431771"/>
                  <a:pt x="238811" y="437503"/>
                </a:cubicBezTo>
                <a:close/>
                <a:moveTo>
                  <a:pt x="238811" y="305679"/>
                </a:moveTo>
                <a:lnTo>
                  <a:pt x="238811" y="238811"/>
                </a:lnTo>
                <a:lnTo>
                  <a:pt x="334336" y="238811"/>
                </a:lnTo>
                <a:cubicBezTo>
                  <a:pt x="332426" y="265558"/>
                  <a:pt x="330515" y="290395"/>
                  <a:pt x="324784" y="315231"/>
                </a:cubicBezTo>
                <a:cubicBezTo>
                  <a:pt x="296126" y="309500"/>
                  <a:pt x="267469" y="305679"/>
                  <a:pt x="238811" y="305679"/>
                </a:cubicBezTo>
                <a:close/>
                <a:moveTo>
                  <a:pt x="353441" y="238811"/>
                </a:moveTo>
                <a:lnTo>
                  <a:pt x="439413" y="238811"/>
                </a:lnTo>
                <a:cubicBezTo>
                  <a:pt x="437503" y="277021"/>
                  <a:pt x="426040" y="311410"/>
                  <a:pt x="406935" y="341978"/>
                </a:cubicBezTo>
                <a:cubicBezTo>
                  <a:pt x="385919" y="332426"/>
                  <a:pt x="364904" y="324784"/>
                  <a:pt x="341978" y="319052"/>
                </a:cubicBezTo>
                <a:cubicBezTo>
                  <a:pt x="347710" y="294216"/>
                  <a:pt x="351530" y="267469"/>
                  <a:pt x="353441" y="238811"/>
                </a:cubicBezTo>
                <a:close/>
                <a:moveTo>
                  <a:pt x="353441" y="219707"/>
                </a:moveTo>
                <a:cubicBezTo>
                  <a:pt x="353441" y="191049"/>
                  <a:pt x="349620" y="164302"/>
                  <a:pt x="345799" y="139466"/>
                </a:cubicBezTo>
                <a:cubicBezTo>
                  <a:pt x="366814" y="133734"/>
                  <a:pt x="387830" y="126092"/>
                  <a:pt x="406935" y="118450"/>
                </a:cubicBezTo>
                <a:cubicBezTo>
                  <a:pt x="426040" y="149018"/>
                  <a:pt x="437503" y="183407"/>
                  <a:pt x="439413" y="221617"/>
                </a:cubicBezTo>
                <a:lnTo>
                  <a:pt x="353441" y="221617"/>
                </a:lnTo>
                <a:cubicBezTo>
                  <a:pt x="353441" y="221617"/>
                  <a:pt x="353441" y="219707"/>
                  <a:pt x="353441" y="219707"/>
                </a:cubicBezTo>
                <a:close/>
                <a:moveTo>
                  <a:pt x="395472" y="101256"/>
                </a:moveTo>
                <a:cubicBezTo>
                  <a:pt x="378277" y="108898"/>
                  <a:pt x="359172" y="114630"/>
                  <a:pt x="340068" y="120361"/>
                </a:cubicBezTo>
                <a:cubicBezTo>
                  <a:pt x="330515" y="82151"/>
                  <a:pt x="313321" y="51583"/>
                  <a:pt x="292305" y="28657"/>
                </a:cubicBezTo>
                <a:cubicBezTo>
                  <a:pt x="334336" y="42031"/>
                  <a:pt x="368725" y="68778"/>
                  <a:pt x="395472" y="101256"/>
                </a:cubicBezTo>
                <a:close/>
                <a:moveTo>
                  <a:pt x="173855" y="26747"/>
                </a:moveTo>
                <a:cubicBezTo>
                  <a:pt x="162392" y="38210"/>
                  <a:pt x="152839" y="51583"/>
                  <a:pt x="143287" y="68778"/>
                </a:cubicBezTo>
                <a:cubicBezTo>
                  <a:pt x="133734" y="84062"/>
                  <a:pt x="128003" y="101256"/>
                  <a:pt x="122271" y="120361"/>
                </a:cubicBezTo>
                <a:cubicBezTo>
                  <a:pt x="101256" y="114630"/>
                  <a:pt x="82151" y="108898"/>
                  <a:pt x="63046" y="101256"/>
                </a:cubicBezTo>
                <a:cubicBezTo>
                  <a:pt x="91704" y="64957"/>
                  <a:pt x="129913" y="40120"/>
                  <a:pt x="173855" y="26747"/>
                </a:cubicBezTo>
                <a:close/>
                <a:moveTo>
                  <a:pt x="63046" y="357262"/>
                </a:moveTo>
                <a:cubicBezTo>
                  <a:pt x="80241" y="349620"/>
                  <a:pt x="99346" y="343889"/>
                  <a:pt x="118450" y="338157"/>
                </a:cubicBezTo>
                <a:cubicBezTo>
                  <a:pt x="124182" y="355351"/>
                  <a:pt x="129913" y="372546"/>
                  <a:pt x="135645" y="385919"/>
                </a:cubicBezTo>
                <a:cubicBezTo>
                  <a:pt x="143287" y="403114"/>
                  <a:pt x="152839" y="416487"/>
                  <a:pt x="164302" y="427950"/>
                </a:cubicBezTo>
                <a:cubicBezTo>
                  <a:pt x="124182" y="416487"/>
                  <a:pt x="89793" y="391651"/>
                  <a:pt x="63046" y="357262"/>
                </a:cubicBezTo>
                <a:close/>
                <a:moveTo>
                  <a:pt x="284663" y="431771"/>
                </a:moveTo>
                <a:cubicBezTo>
                  <a:pt x="296126" y="420308"/>
                  <a:pt x="305679" y="406935"/>
                  <a:pt x="315231" y="391651"/>
                </a:cubicBezTo>
                <a:cubicBezTo>
                  <a:pt x="324784" y="376367"/>
                  <a:pt x="330515" y="357262"/>
                  <a:pt x="336247" y="338157"/>
                </a:cubicBezTo>
                <a:cubicBezTo>
                  <a:pt x="357262" y="343889"/>
                  <a:pt x="376367" y="349620"/>
                  <a:pt x="393561" y="357262"/>
                </a:cubicBezTo>
                <a:cubicBezTo>
                  <a:pt x="366814" y="393561"/>
                  <a:pt x="328605" y="418398"/>
                  <a:pt x="284663" y="43177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61" descr="Globe 2 icon.">
            <a:extLst>
              <a:ext uri="{FF2B5EF4-FFF2-40B4-BE49-F238E27FC236}">
                <a16:creationId xmlns:a16="http://schemas.microsoft.com/office/drawing/2014/main" id="{2D3BA279-EB1A-0D1F-FB76-88743F140A97}"/>
              </a:ext>
            </a:extLst>
          </p:cNvPr>
          <p:cNvSpPr>
            <a:spLocks noChangeAspect="1"/>
          </p:cNvSpPr>
          <p:nvPr/>
        </p:nvSpPr>
        <p:spPr>
          <a:xfrm>
            <a:off x="2172099" y="1370481"/>
            <a:ext cx="458518" cy="458518"/>
          </a:xfrm>
          <a:custGeom>
            <a:avLst/>
            <a:gdLst>
              <a:gd name="connsiteX0" fmla="*/ 229259 w 458518"/>
              <a:gd name="connsiteY0" fmla="*/ 0 h 458518"/>
              <a:gd name="connsiteX1" fmla="*/ 0 w 458518"/>
              <a:gd name="connsiteY1" fmla="*/ 229259 h 458518"/>
              <a:gd name="connsiteX2" fmla="*/ 229259 w 458518"/>
              <a:gd name="connsiteY2" fmla="*/ 458518 h 458518"/>
              <a:gd name="connsiteX3" fmla="*/ 458518 w 458518"/>
              <a:gd name="connsiteY3" fmla="*/ 229259 h 458518"/>
              <a:gd name="connsiteX4" fmla="*/ 229259 w 458518"/>
              <a:gd name="connsiteY4" fmla="*/ 0 h 458518"/>
              <a:gd name="connsiteX5" fmla="*/ 359172 w 458518"/>
              <a:gd name="connsiteY5" fmla="*/ 64957 h 458518"/>
              <a:gd name="connsiteX6" fmla="*/ 328605 w 458518"/>
              <a:gd name="connsiteY6" fmla="*/ 93614 h 458518"/>
              <a:gd name="connsiteX7" fmla="*/ 320963 w 458518"/>
              <a:gd name="connsiteY7" fmla="*/ 95525 h 458518"/>
              <a:gd name="connsiteX8" fmla="*/ 296126 w 458518"/>
              <a:gd name="connsiteY8" fmla="*/ 110809 h 458518"/>
              <a:gd name="connsiteX9" fmla="*/ 284663 w 458518"/>
              <a:gd name="connsiteY9" fmla="*/ 154750 h 458518"/>
              <a:gd name="connsiteX10" fmla="*/ 284663 w 458518"/>
              <a:gd name="connsiteY10" fmla="*/ 160481 h 458518"/>
              <a:gd name="connsiteX11" fmla="*/ 286574 w 458518"/>
              <a:gd name="connsiteY11" fmla="*/ 181497 h 458518"/>
              <a:gd name="connsiteX12" fmla="*/ 240722 w 458518"/>
              <a:gd name="connsiteY12" fmla="*/ 210154 h 458518"/>
              <a:gd name="connsiteX13" fmla="*/ 206333 w 458518"/>
              <a:gd name="connsiteY13" fmla="*/ 181497 h 458518"/>
              <a:gd name="connsiteX14" fmla="*/ 194870 w 458518"/>
              <a:gd name="connsiteY14" fmla="*/ 166213 h 458518"/>
              <a:gd name="connsiteX15" fmla="*/ 131824 w 458518"/>
              <a:gd name="connsiteY15" fmla="*/ 133734 h 458518"/>
              <a:gd name="connsiteX16" fmla="*/ 116540 w 458518"/>
              <a:gd name="connsiteY16" fmla="*/ 128003 h 458518"/>
              <a:gd name="connsiteX17" fmla="*/ 110809 w 458518"/>
              <a:gd name="connsiteY17" fmla="*/ 114630 h 458518"/>
              <a:gd name="connsiteX18" fmla="*/ 101256 w 458518"/>
              <a:gd name="connsiteY18" fmla="*/ 89793 h 458518"/>
              <a:gd name="connsiteX19" fmla="*/ 89793 w 458518"/>
              <a:gd name="connsiteY19" fmla="*/ 72599 h 458518"/>
              <a:gd name="connsiteX20" fmla="*/ 359172 w 458518"/>
              <a:gd name="connsiteY20" fmla="*/ 64957 h 458518"/>
              <a:gd name="connsiteX21" fmla="*/ 49673 w 458518"/>
              <a:gd name="connsiteY21" fmla="*/ 336247 h 458518"/>
              <a:gd name="connsiteX22" fmla="*/ 74509 w 458518"/>
              <a:gd name="connsiteY22" fmla="*/ 307589 h 458518"/>
              <a:gd name="connsiteX23" fmla="*/ 76420 w 458518"/>
              <a:gd name="connsiteY23" fmla="*/ 305679 h 458518"/>
              <a:gd name="connsiteX24" fmla="*/ 95525 w 458518"/>
              <a:gd name="connsiteY24" fmla="*/ 271290 h 458518"/>
              <a:gd name="connsiteX25" fmla="*/ 103167 w 458518"/>
              <a:gd name="connsiteY25" fmla="*/ 267469 h 458518"/>
              <a:gd name="connsiteX26" fmla="*/ 120361 w 458518"/>
              <a:gd name="connsiteY26" fmla="*/ 282753 h 458518"/>
              <a:gd name="connsiteX27" fmla="*/ 164302 w 458518"/>
              <a:gd name="connsiteY27" fmla="*/ 317142 h 458518"/>
              <a:gd name="connsiteX28" fmla="*/ 168123 w 458518"/>
              <a:gd name="connsiteY28" fmla="*/ 317142 h 458518"/>
              <a:gd name="connsiteX29" fmla="*/ 185318 w 458518"/>
              <a:gd name="connsiteY29" fmla="*/ 320963 h 458518"/>
              <a:gd name="connsiteX30" fmla="*/ 192960 w 458518"/>
              <a:gd name="connsiteY30" fmla="*/ 366814 h 458518"/>
              <a:gd name="connsiteX31" fmla="*/ 187228 w 458518"/>
              <a:gd name="connsiteY31" fmla="*/ 393561 h 458518"/>
              <a:gd name="connsiteX32" fmla="*/ 194870 w 458518"/>
              <a:gd name="connsiteY32" fmla="*/ 420308 h 458518"/>
              <a:gd name="connsiteX33" fmla="*/ 202512 w 458518"/>
              <a:gd name="connsiteY33" fmla="*/ 427950 h 458518"/>
              <a:gd name="connsiteX34" fmla="*/ 206333 w 458518"/>
              <a:gd name="connsiteY34" fmla="*/ 431771 h 458518"/>
              <a:gd name="connsiteX35" fmla="*/ 208244 w 458518"/>
              <a:gd name="connsiteY35" fmla="*/ 437503 h 458518"/>
              <a:gd name="connsiteX36" fmla="*/ 49673 w 458518"/>
              <a:gd name="connsiteY36" fmla="*/ 336247 h 458518"/>
              <a:gd name="connsiteX37" fmla="*/ 227349 w 458518"/>
              <a:gd name="connsiteY37" fmla="*/ 439413 h 458518"/>
              <a:gd name="connsiteX38" fmla="*/ 219707 w 458518"/>
              <a:gd name="connsiteY38" fmla="*/ 420308 h 458518"/>
              <a:gd name="connsiteX39" fmla="*/ 215886 w 458518"/>
              <a:gd name="connsiteY39" fmla="*/ 416487 h 458518"/>
              <a:gd name="connsiteX40" fmla="*/ 212065 w 458518"/>
              <a:gd name="connsiteY40" fmla="*/ 410756 h 458518"/>
              <a:gd name="connsiteX41" fmla="*/ 208244 w 458518"/>
              <a:gd name="connsiteY41" fmla="*/ 395472 h 458518"/>
              <a:gd name="connsiteX42" fmla="*/ 212065 w 458518"/>
              <a:gd name="connsiteY42" fmla="*/ 374456 h 458518"/>
              <a:gd name="connsiteX43" fmla="*/ 194870 w 458518"/>
              <a:gd name="connsiteY43" fmla="*/ 307589 h 458518"/>
              <a:gd name="connsiteX44" fmla="*/ 171944 w 458518"/>
              <a:gd name="connsiteY44" fmla="*/ 299947 h 458518"/>
              <a:gd name="connsiteX45" fmla="*/ 168123 w 458518"/>
              <a:gd name="connsiteY45" fmla="*/ 299947 h 458518"/>
              <a:gd name="connsiteX46" fmla="*/ 135645 w 458518"/>
              <a:gd name="connsiteY46" fmla="*/ 271290 h 458518"/>
              <a:gd name="connsiteX47" fmla="*/ 103167 w 458518"/>
              <a:gd name="connsiteY47" fmla="*/ 248364 h 458518"/>
              <a:gd name="connsiteX48" fmla="*/ 80241 w 458518"/>
              <a:gd name="connsiteY48" fmla="*/ 257916 h 458518"/>
              <a:gd name="connsiteX49" fmla="*/ 55404 w 458518"/>
              <a:gd name="connsiteY49" fmla="*/ 298037 h 458518"/>
              <a:gd name="connsiteX50" fmla="*/ 55404 w 458518"/>
              <a:gd name="connsiteY50" fmla="*/ 301858 h 458518"/>
              <a:gd name="connsiteX51" fmla="*/ 38210 w 458518"/>
              <a:gd name="connsiteY51" fmla="*/ 319052 h 458518"/>
              <a:gd name="connsiteX52" fmla="*/ 76420 w 458518"/>
              <a:gd name="connsiteY52" fmla="*/ 85972 h 458518"/>
              <a:gd name="connsiteX53" fmla="*/ 84062 w 458518"/>
              <a:gd name="connsiteY53" fmla="*/ 97435 h 458518"/>
              <a:gd name="connsiteX54" fmla="*/ 93614 w 458518"/>
              <a:gd name="connsiteY54" fmla="*/ 120361 h 458518"/>
              <a:gd name="connsiteX55" fmla="*/ 103167 w 458518"/>
              <a:gd name="connsiteY55" fmla="*/ 139466 h 458518"/>
              <a:gd name="connsiteX56" fmla="*/ 128003 w 458518"/>
              <a:gd name="connsiteY56" fmla="*/ 152839 h 458518"/>
              <a:gd name="connsiteX57" fmla="*/ 179586 w 458518"/>
              <a:gd name="connsiteY57" fmla="*/ 177676 h 458518"/>
              <a:gd name="connsiteX58" fmla="*/ 189139 w 458518"/>
              <a:gd name="connsiteY58" fmla="*/ 191049 h 458518"/>
              <a:gd name="connsiteX59" fmla="*/ 236901 w 458518"/>
              <a:gd name="connsiteY59" fmla="*/ 229259 h 458518"/>
              <a:gd name="connsiteX60" fmla="*/ 244543 w 458518"/>
              <a:gd name="connsiteY60" fmla="*/ 229259 h 458518"/>
              <a:gd name="connsiteX61" fmla="*/ 305679 w 458518"/>
              <a:gd name="connsiteY61" fmla="*/ 183407 h 458518"/>
              <a:gd name="connsiteX62" fmla="*/ 305679 w 458518"/>
              <a:gd name="connsiteY62" fmla="*/ 158571 h 458518"/>
              <a:gd name="connsiteX63" fmla="*/ 305679 w 458518"/>
              <a:gd name="connsiteY63" fmla="*/ 152839 h 458518"/>
              <a:gd name="connsiteX64" fmla="*/ 311410 w 458518"/>
              <a:gd name="connsiteY64" fmla="*/ 124182 h 458518"/>
              <a:gd name="connsiteX65" fmla="*/ 328605 w 458518"/>
              <a:gd name="connsiteY65" fmla="*/ 114630 h 458518"/>
              <a:gd name="connsiteX66" fmla="*/ 338157 w 458518"/>
              <a:gd name="connsiteY66" fmla="*/ 110809 h 458518"/>
              <a:gd name="connsiteX67" fmla="*/ 374456 w 458518"/>
              <a:gd name="connsiteY67" fmla="*/ 78330 h 458518"/>
              <a:gd name="connsiteX68" fmla="*/ 435592 w 458518"/>
              <a:gd name="connsiteY68" fmla="*/ 194870 h 458518"/>
              <a:gd name="connsiteX69" fmla="*/ 384009 w 458518"/>
              <a:gd name="connsiteY69" fmla="*/ 246453 h 458518"/>
              <a:gd name="connsiteX70" fmla="*/ 382098 w 458518"/>
              <a:gd name="connsiteY70" fmla="*/ 248364 h 458518"/>
              <a:gd name="connsiteX71" fmla="*/ 349620 w 458518"/>
              <a:gd name="connsiteY71" fmla="*/ 315231 h 458518"/>
              <a:gd name="connsiteX72" fmla="*/ 351530 w 458518"/>
              <a:gd name="connsiteY72" fmla="*/ 319052 h 458518"/>
              <a:gd name="connsiteX73" fmla="*/ 357262 w 458518"/>
              <a:gd name="connsiteY73" fmla="*/ 332426 h 458518"/>
              <a:gd name="connsiteX74" fmla="*/ 351530 w 458518"/>
              <a:gd name="connsiteY74" fmla="*/ 353441 h 458518"/>
              <a:gd name="connsiteX75" fmla="*/ 345799 w 458518"/>
              <a:gd name="connsiteY75" fmla="*/ 366814 h 458518"/>
              <a:gd name="connsiteX76" fmla="*/ 345799 w 458518"/>
              <a:gd name="connsiteY76" fmla="*/ 405024 h 458518"/>
              <a:gd name="connsiteX77" fmla="*/ 229259 w 458518"/>
              <a:gd name="connsiteY77" fmla="*/ 439413 h 458518"/>
              <a:gd name="connsiteX78" fmla="*/ 227349 w 458518"/>
              <a:gd name="connsiteY78" fmla="*/ 439413 h 458518"/>
              <a:gd name="connsiteX79" fmla="*/ 362993 w 458518"/>
              <a:gd name="connsiteY79" fmla="*/ 391651 h 458518"/>
              <a:gd name="connsiteX80" fmla="*/ 362993 w 458518"/>
              <a:gd name="connsiteY80" fmla="*/ 372546 h 458518"/>
              <a:gd name="connsiteX81" fmla="*/ 366814 w 458518"/>
              <a:gd name="connsiteY81" fmla="*/ 361083 h 458518"/>
              <a:gd name="connsiteX82" fmla="*/ 374456 w 458518"/>
              <a:gd name="connsiteY82" fmla="*/ 330515 h 458518"/>
              <a:gd name="connsiteX83" fmla="*/ 366814 w 458518"/>
              <a:gd name="connsiteY83" fmla="*/ 311410 h 458518"/>
              <a:gd name="connsiteX84" fmla="*/ 366814 w 458518"/>
              <a:gd name="connsiteY84" fmla="*/ 305679 h 458518"/>
              <a:gd name="connsiteX85" fmla="*/ 391651 w 458518"/>
              <a:gd name="connsiteY85" fmla="*/ 263648 h 458518"/>
              <a:gd name="connsiteX86" fmla="*/ 393561 w 458518"/>
              <a:gd name="connsiteY86" fmla="*/ 261737 h 458518"/>
              <a:gd name="connsiteX87" fmla="*/ 437503 w 458518"/>
              <a:gd name="connsiteY87" fmla="*/ 221617 h 458518"/>
              <a:gd name="connsiteX88" fmla="*/ 437503 w 458518"/>
              <a:gd name="connsiteY88" fmla="*/ 229259 h 458518"/>
              <a:gd name="connsiteX89" fmla="*/ 362993 w 458518"/>
              <a:gd name="connsiteY89" fmla="*/ 39165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458518" h="458518"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359172" y="64957"/>
                </a:moveTo>
                <a:cubicBezTo>
                  <a:pt x="351530" y="76420"/>
                  <a:pt x="341978" y="85972"/>
                  <a:pt x="328605" y="93614"/>
                </a:cubicBezTo>
                <a:cubicBezTo>
                  <a:pt x="326694" y="93614"/>
                  <a:pt x="324784" y="95525"/>
                  <a:pt x="320963" y="95525"/>
                </a:cubicBezTo>
                <a:cubicBezTo>
                  <a:pt x="311410" y="99346"/>
                  <a:pt x="303768" y="103167"/>
                  <a:pt x="296126" y="110809"/>
                </a:cubicBezTo>
                <a:cubicBezTo>
                  <a:pt x="286574" y="122271"/>
                  <a:pt x="280842" y="139466"/>
                  <a:pt x="284663" y="154750"/>
                </a:cubicBezTo>
                <a:lnTo>
                  <a:pt x="284663" y="160481"/>
                </a:lnTo>
                <a:cubicBezTo>
                  <a:pt x="286574" y="168123"/>
                  <a:pt x="286574" y="173855"/>
                  <a:pt x="286574" y="181497"/>
                </a:cubicBezTo>
                <a:cubicBezTo>
                  <a:pt x="282753" y="206333"/>
                  <a:pt x="256006" y="212065"/>
                  <a:pt x="240722" y="210154"/>
                </a:cubicBezTo>
                <a:cubicBezTo>
                  <a:pt x="225438" y="208244"/>
                  <a:pt x="217796" y="198691"/>
                  <a:pt x="206333" y="181497"/>
                </a:cubicBezTo>
                <a:cubicBezTo>
                  <a:pt x="202512" y="175765"/>
                  <a:pt x="198691" y="170034"/>
                  <a:pt x="194870" y="166213"/>
                </a:cubicBezTo>
                <a:cubicBezTo>
                  <a:pt x="177676" y="147108"/>
                  <a:pt x="156660" y="135645"/>
                  <a:pt x="131824" y="133734"/>
                </a:cubicBezTo>
                <a:cubicBezTo>
                  <a:pt x="126092" y="133734"/>
                  <a:pt x="120361" y="131824"/>
                  <a:pt x="116540" y="128003"/>
                </a:cubicBezTo>
                <a:cubicBezTo>
                  <a:pt x="114630" y="124182"/>
                  <a:pt x="112719" y="118450"/>
                  <a:pt x="110809" y="114630"/>
                </a:cubicBezTo>
                <a:cubicBezTo>
                  <a:pt x="108898" y="106988"/>
                  <a:pt x="105077" y="97435"/>
                  <a:pt x="101256" y="89793"/>
                </a:cubicBezTo>
                <a:cubicBezTo>
                  <a:pt x="97435" y="84062"/>
                  <a:pt x="93614" y="78330"/>
                  <a:pt x="89793" y="72599"/>
                </a:cubicBezTo>
                <a:cubicBezTo>
                  <a:pt x="164302" y="3821"/>
                  <a:pt x="278932" y="0"/>
                  <a:pt x="359172" y="64957"/>
                </a:cubicBezTo>
                <a:close/>
                <a:moveTo>
                  <a:pt x="49673" y="336247"/>
                </a:moveTo>
                <a:cubicBezTo>
                  <a:pt x="61136" y="330515"/>
                  <a:pt x="70688" y="320963"/>
                  <a:pt x="74509" y="307589"/>
                </a:cubicBezTo>
                <a:lnTo>
                  <a:pt x="76420" y="305679"/>
                </a:lnTo>
                <a:cubicBezTo>
                  <a:pt x="80241" y="292305"/>
                  <a:pt x="85972" y="280842"/>
                  <a:pt x="95525" y="271290"/>
                </a:cubicBezTo>
                <a:cubicBezTo>
                  <a:pt x="99346" y="267469"/>
                  <a:pt x="101256" y="267469"/>
                  <a:pt x="103167" y="267469"/>
                </a:cubicBezTo>
                <a:cubicBezTo>
                  <a:pt x="106988" y="267469"/>
                  <a:pt x="114630" y="273200"/>
                  <a:pt x="120361" y="282753"/>
                </a:cubicBezTo>
                <a:cubicBezTo>
                  <a:pt x="129913" y="299947"/>
                  <a:pt x="145197" y="313321"/>
                  <a:pt x="164302" y="317142"/>
                </a:cubicBezTo>
                <a:lnTo>
                  <a:pt x="168123" y="317142"/>
                </a:lnTo>
                <a:cubicBezTo>
                  <a:pt x="173855" y="317142"/>
                  <a:pt x="179586" y="319052"/>
                  <a:pt x="185318" y="320963"/>
                </a:cubicBezTo>
                <a:cubicBezTo>
                  <a:pt x="200602" y="328605"/>
                  <a:pt x="198691" y="340068"/>
                  <a:pt x="192960" y="366814"/>
                </a:cubicBezTo>
                <a:cubicBezTo>
                  <a:pt x="191049" y="374456"/>
                  <a:pt x="189139" y="384009"/>
                  <a:pt x="187228" y="393561"/>
                </a:cubicBezTo>
                <a:cubicBezTo>
                  <a:pt x="185318" y="403114"/>
                  <a:pt x="189139" y="412666"/>
                  <a:pt x="194870" y="420308"/>
                </a:cubicBezTo>
                <a:cubicBezTo>
                  <a:pt x="196781" y="424129"/>
                  <a:pt x="198691" y="426040"/>
                  <a:pt x="202512" y="427950"/>
                </a:cubicBezTo>
                <a:lnTo>
                  <a:pt x="206333" y="431771"/>
                </a:lnTo>
                <a:cubicBezTo>
                  <a:pt x="208244" y="433682"/>
                  <a:pt x="208244" y="435592"/>
                  <a:pt x="208244" y="437503"/>
                </a:cubicBezTo>
                <a:cubicBezTo>
                  <a:pt x="141376" y="431771"/>
                  <a:pt x="82151" y="393561"/>
                  <a:pt x="49673" y="336247"/>
                </a:cubicBezTo>
                <a:close/>
                <a:moveTo>
                  <a:pt x="227349" y="439413"/>
                </a:moveTo>
                <a:cubicBezTo>
                  <a:pt x="227349" y="431771"/>
                  <a:pt x="223528" y="426040"/>
                  <a:pt x="219707" y="420308"/>
                </a:cubicBezTo>
                <a:lnTo>
                  <a:pt x="215886" y="416487"/>
                </a:lnTo>
                <a:cubicBezTo>
                  <a:pt x="213975" y="414577"/>
                  <a:pt x="212065" y="412666"/>
                  <a:pt x="212065" y="410756"/>
                </a:cubicBezTo>
                <a:cubicBezTo>
                  <a:pt x="210154" y="406935"/>
                  <a:pt x="208244" y="401203"/>
                  <a:pt x="208244" y="395472"/>
                </a:cubicBezTo>
                <a:cubicBezTo>
                  <a:pt x="208244" y="387830"/>
                  <a:pt x="210154" y="380188"/>
                  <a:pt x="212065" y="374456"/>
                </a:cubicBezTo>
                <a:cubicBezTo>
                  <a:pt x="217796" y="353441"/>
                  <a:pt x="225438" y="322873"/>
                  <a:pt x="194870" y="307589"/>
                </a:cubicBezTo>
                <a:cubicBezTo>
                  <a:pt x="187228" y="303768"/>
                  <a:pt x="179586" y="301858"/>
                  <a:pt x="171944" y="299947"/>
                </a:cubicBezTo>
                <a:lnTo>
                  <a:pt x="168123" y="299947"/>
                </a:lnTo>
                <a:cubicBezTo>
                  <a:pt x="152839" y="296126"/>
                  <a:pt x="147108" y="286574"/>
                  <a:pt x="135645" y="271290"/>
                </a:cubicBezTo>
                <a:cubicBezTo>
                  <a:pt x="129913" y="259827"/>
                  <a:pt x="116540" y="250274"/>
                  <a:pt x="103167" y="248364"/>
                </a:cubicBezTo>
                <a:cubicBezTo>
                  <a:pt x="95525" y="248364"/>
                  <a:pt x="85972" y="250274"/>
                  <a:pt x="80241" y="257916"/>
                </a:cubicBezTo>
                <a:cubicBezTo>
                  <a:pt x="68778" y="269379"/>
                  <a:pt x="61136" y="284663"/>
                  <a:pt x="55404" y="298037"/>
                </a:cubicBezTo>
                <a:lnTo>
                  <a:pt x="55404" y="301858"/>
                </a:lnTo>
                <a:cubicBezTo>
                  <a:pt x="51583" y="309500"/>
                  <a:pt x="45852" y="315231"/>
                  <a:pt x="38210" y="319052"/>
                </a:cubicBezTo>
                <a:cubicBezTo>
                  <a:pt x="3821" y="242632"/>
                  <a:pt x="17194" y="149018"/>
                  <a:pt x="76420" y="85972"/>
                </a:cubicBezTo>
                <a:cubicBezTo>
                  <a:pt x="80241" y="89793"/>
                  <a:pt x="82151" y="93614"/>
                  <a:pt x="84062" y="97435"/>
                </a:cubicBezTo>
                <a:cubicBezTo>
                  <a:pt x="87883" y="105077"/>
                  <a:pt x="91704" y="112719"/>
                  <a:pt x="93614" y="120361"/>
                </a:cubicBezTo>
                <a:cubicBezTo>
                  <a:pt x="95525" y="128003"/>
                  <a:pt x="97435" y="133734"/>
                  <a:pt x="103167" y="139466"/>
                </a:cubicBezTo>
                <a:cubicBezTo>
                  <a:pt x="110809" y="147108"/>
                  <a:pt x="118450" y="150929"/>
                  <a:pt x="128003" y="152839"/>
                </a:cubicBezTo>
                <a:cubicBezTo>
                  <a:pt x="147108" y="154750"/>
                  <a:pt x="166213" y="162392"/>
                  <a:pt x="179586" y="177676"/>
                </a:cubicBezTo>
                <a:cubicBezTo>
                  <a:pt x="183407" y="181497"/>
                  <a:pt x="187228" y="187228"/>
                  <a:pt x="189139" y="191049"/>
                </a:cubicBezTo>
                <a:cubicBezTo>
                  <a:pt x="198691" y="210154"/>
                  <a:pt x="215886" y="225438"/>
                  <a:pt x="236901" y="229259"/>
                </a:cubicBezTo>
                <a:lnTo>
                  <a:pt x="244543" y="229259"/>
                </a:lnTo>
                <a:cubicBezTo>
                  <a:pt x="273200" y="233080"/>
                  <a:pt x="299947" y="212065"/>
                  <a:pt x="305679" y="183407"/>
                </a:cubicBezTo>
                <a:cubicBezTo>
                  <a:pt x="305679" y="175765"/>
                  <a:pt x="305679" y="168123"/>
                  <a:pt x="305679" y="158571"/>
                </a:cubicBezTo>
                <a:lnTo>
                  <a:pt x="305679" y="152839"/>
                </a:lnTo>
                <a:cubicBezTo>
                  <a:pt x="303768" y="143287"/>
                  <a:pt x="305679" y="131824"/>
                  <a:pt x="311410" y="124182"/>
                </a:cubicBezTo>
                <a:cubicBezTo>
                  <a:pt x="317142" y="120361"/>
                  <a:pt x="322873" y="116540"/>
                  <a:pt x="328605" y="114630"/>
                </a:cubicBezTo>
                <a:lnTo>
                  <a:pt x="338157" y="110809"/>
                </a:lnTo>
                <a:cubicBezTo>
                  <a:pt x="353441" y="103167"/>
                  <a:pt x="364904" y="91704"/>
                  <a:pt x="374456" y="78330"/>
                </a:cubicBezTo>
                <a:cubicBezTo>
                  <a:pt x="406935" y="108898"/>
                  <a:pt x="427950" y="150929"/>
                  <a:pt x="435592" y="194870"/>
                </a:cubicBezTo>
                <a:cubicBezTo>
                  <a:pt x="422219" y="215886"/>
                  <a:pt x="403114" y="233080"/>
                  <a:pt x="384009" y="246453"/>
                </a:cubicBezTo>
                <a:lnTo>
                  <a:pt x="382098" y="248364"/>
                </a:lnTo>
                <a:cubicBezTo>
                  <a:pt x="362993" y="261737"/>
                  <a:pt x="334336" y="280842"/>
                  <a:pt x="349620" y="315231"/>
                </a:cubicBezTo>
                <a:lnTo>
                  <a:pt x="351530" y="319052"/>
                </a:lnTo>
                <a:cubicBezTo>
                  <a:pt x="353441" y="322873"/>
                  <a:pt x="355351" y="328605"/>
                  <a:pt x="357262" y="332426"/>
                </a:cubicBezTo>
                <a:cubicBezTo>
                  <a:pt x="357262" y="340068"/>
                  <a:pt x="355351" y="347710"/>
                  <a:pt x="351530" y="353441"/>
                </a:cubicBezTo>
                <a:cubicBezTo>
                  <a:pt x="349620" y="357262"/>
                  <a:pt x="347710" y="362993"/>
                  <a:pt x="345799" y="366814"/>
                </a:cubicBezTo>
                <a:cubicBezTo>
                  <a:pt x="341978" y="380188"/>
                  <a:pt x="341978" y="393561"/>
                  <a:pt x="345799" y="405024"/>
                </a:cubicBezTo>
                <a:cubicBezTo>
                  <a:pt x="311410" y="427950"/>
                  <a:pt x="269379" y="439413"/>
                  <a:pt x="229259" y="439413"/>
                </a:cubicBezTo>
                <a:lnTo>
                  <a:pt x="227349" y="439413"/>
                </a:lnTo>
                <a:close/>
                <a:moveTo>
                  <a:pt x="362993" y="391651"/>
                </a:moveTo>
                <a:cubicBezTo>
                  <a:pt x="361083" y="385919"/>
                  <a:pt x="362993" y="378277"/>
                  <a:pt x="362993" y="372546"/>
                </a:cubicBezTo>
                <a:cubicBezTo>
                  <a:pt x="364904" y="368725"/>
                  <a:pt x="364904" y="364904"/>
                  <a:pt x="366814" y="361083"/>
                </a:cubicBezTo>
                <a:cubicBezTo>
                  <a:pt x="372546" y="351530"/>
                  <a:pt x="374456" y="341978"/>
                  <a:pt x="374456" y="330515"/>
                </a:cubicBezTo>
                <a:cubicBezTo>
                  <a:pt x="372546" y="322873"/>
                  <a:pt x="370635" y="317142"/>
                  <a:pt x="366814" y="311410"/>
                </a:cubicBezTo>
                <a:lnTo>
                  <a:pt x="366814" y="305679"/>
                </a:lnTo>
                <a:cubicBezTo>
                  <a:pt x="359172" y="288484"/>
                  <a:pt x="368725" y="278932"/>
                  <a:pt x="391651" y="263648"/>
                </a:cubicBezTo>
                <a:lnTo>
                  <a:pt x="393561" y="261737"/>
                </a:lnTo>
                <a:cubicBezTo>
                  <a:pt x="410756" y="250274"/>
                  <a:pt x="424129" y="236901"/>
                  <a:pt x="437503" y="221617"/>
                </a:cubicBezTo>
                <a:cubicBezTo>
                  <a:pt x="437503" y="223528"/>
                  <a:pt x="437503" y="225438"/>
                  <a:pt x="437503" y="229259"/>
                </a:cubicBezTo>
                <a:cubicBezTo>
                  <a:pt x="439413" y="292305"/>
                  <a:pt x="410756" y="351530"/>
                  <a:pt x="362993" y="39165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133" descr="USA map icon.">
            <a:extLst>
              <a:ext uri="{FF2B5EF4-FFF2-40B4-BE49-F238E27FC236}">
                <a16:creationId xmlns:a16="http://schemas.microsoft.com/office/drawing/2014/main" id="{EB61A7CE-2B15-C9C3-0BF4-2EC5BA725BD6}"/>
              </a:ext>
            </a:extLst>
          </p:cNvPr>
          <p:cNvSpPr>
            <a:spLocks noChangeAspect="1"/>
          </p:cNvSpPr>
          <p:nvPr/>
        </p:nvSpPr>
        <p:spPr>
          <a:xfrm>
            <a:off x="3396698" y="1435288"/>
            <a:ext cx="459267" cy="317436"/>
          </a:xfrm>
          <a:custGeom>
            <a:avLst/>
            <a:gdLst>
              <a:gd name="connsiteX0" fmla="*/ 15284 w 459267"/>
              <a:gd name="connsiteY0" fmla="*/ 181791 h 317436"/>
              <a:gd name="connsiteX1" fmla="*/ 43941 w 459267"/>
              <a:gd name="connsiteY1" fmla="*/ 210449 h 317436"/>
              <a:gd name="connsiteX2" fmla="*/ 47762 w 459267"/>
              <a:gd name="connsiteY2" fmla="*/ 214270 h 317436"/>
              <a:gd name="connsiteX3" fmla="*/ 106988 w 459267"/>
              <a:gd name="connsiteY3" fmla="*/ 248659 h 317436"/>
              <a:gd name="connsiteX4" fmla="*/ 116540 w 459267"/>
              <a:gd name="connsiteY4" fmla="*/ 250569 h 317436"/>
              <a:gd name="connsiteX5" fmla="*/ 141376 w 459267"/>
              <a:gd name="connsiteY5" fmla="*/ 250569 h 317436"/>
              <a:gd name="connsiteX6" fmla="*/ 154750 w 459267"/>
              <a:gd name="connsiteY6" fmla="*/ 267764 h 317436"/>
              <a:gd name="connsiteX7" fmla="*/ 175765 w 459267"/>
              <a:gd name="connsiteY7" fmla="*/ 273495 h 317436"/>
              <a:gd name="connsiteX8" fmla="*/ 194870 w 459267"/>
              <a:gd name="connsiteY8" fmla="*/ 267764 h 317436"/>
              <a:gd name="connsiteX9" fmla="*/ 221617 w 459267"/>
              <a:gd name="connsiteY9" fmla="*/ 300242 h 317436"/>
              <a:gd name="connsiteX10" fmla="*/ 238811 w 459267"/>
              <a:gd name="connsiteY10" fmla="*/ 307884 h 317436"/>
              <a:gd name="connsiteX11" fmla="*/ 254095 w 459267"/>
              <a:gd name="connsiteY11" fmla="*/ 296421 h 317436"/>
              <a:gd name="connsiteX12" fmla="*/ 267469 w 459267"/>
              <a:gd name="connsiteY12" fmla="*/ 267764 h 317436"/>
              <a:gd name="connsiteX13" fmla="*/ 290395 w 459267"/>
              <a:gd name="connsiteY13" fmla="*/ 277316 h 317436"/>
              <a:gd name="connsiteX14" fmla="*/ 305679 w 459267"/>
              <a:gd name="connsiteY14" fmla="*/ 277316 h 317436"/>
              <a:gd name="connsiteX15" fmla="*/ 320963 w 459267"/>
              <a:gd name="connsiteY15" fmla="*/ 269674 h 317436"/>
              <a:gd name="connsiteX16" fmla="*/ 341978 w 459267"/>
              <a:gd name="connsiteY16" fmla="*/ 269674 h 317436"/>
              <a:gd name="connsiteX17" fmla="*/ 372546 w 459267"/>
              <a:gd name="connsiteY17" fmla="*/ 309794 h 317436"/>
              <a:gd name="connsiteX18" fmla="*/ 387830 w 459267"/>
              <a:gd name="connsiteY18" fmla="*/ 317436 h 317436"/>
              <a:gd name="connsiteX19" fmla="*/ 393561 w 459267"/>
              <a:gd name="connsiteY19" fmla="*/ 317436 h 317436"/>
              <a:gd name="connsiteX20" fmla="*/ 406935 w 459267"/>
              <a:gd name="connsiteY20" fmla="*/ 313615 h 317436"/>
              <a:gd name="connsiteX21" fmla="*/ 418398 w 459267"/>
              <a:gd name="connsiteY21" fmla="*/ 304063 h 317436"/>
              <a:gd name="connsiteX22" fmla="*/ 418398 w 459267"/>
              <a:gd name="connsiteY22" fmla="*/ 288779 h 317436"/>
              <a:gd name="connsiteX23" fmla="*/ 393561 w 459267"/>
              <a:gd name="connsiteY23" fmla="*/ 239106 h 317436"/>
              <a:gd name="connsiteX24" fmla="*/ 420308 w 459267"/>
              <a:gd name="connsiteY24" fmla="*/ 185612 h 317436"/>
              <a:gd name="connsiteX25" fmla="*/ 420308 w 459267"/>
              <a:gd name="connsiteY25" fmla="*/ 168418 h 317436"/>
              <a:gd name="connsiteX26" fmla="*/ 410756 w 459267"/>
              <a:gd name="connsiteY26" fmla="*/ 145492 h 317436"/>
              <a:gd name="connsiteX27" fmla="*/ 418398 w 459267"/>
              <a:gd name="connsiteY27" fmla="*/ 120656 h 317436"/>
              <a:gd name="connsiteX28" fmla="*/ 437503 w 459267"/>
              <a:gd name="connsiteY28" fmla="*/ 103461 h 317436"/>
              <a:gd name="connsiteX29" fmla="*/ 439413 w 459267"/>
              <a:gd name="connsiteY29" fmla="*/ 93909 h 317436"/>
              <a:gd name="connsiteX30" fmla="*/ 458518 w 459267"/>
              <a:gd name="connsiteY30" fmla="*/ 55699 h 317436"/>
              <a:gd name="connsiteX31" fmla="*/ 454697 w 459267"/>
              <a:gd name="connsiteY31" fmla="*/ 36594 h 317436"/>
              <a:gd name="connsiteX32" fmla="*/ 445145 w 459267"/>
              <a:gd name="connsiteY32" fmla="*/ 25131 h 317436"/>
              <a:gd name="connsiteX33" fmla="*/ 426040 w 459267"/>
              <a:gd name="connsiteY33" fmla="*/ 21310 h 317436"/>
              <a:gd name="connsiteX34" fmla="*/ 412666 w 459267"/>
              <a:gd name="connsiteY34" fmla="*/ 32773 h 317436"/>
              <a:gd name="connsiteX35" fmla="*/ 406935 w 459267"/>
              <a:gd name="connsiteY35" fmla="*/ 42326 h 317436"/>
              <a:gd name="connsiteX36" fmla="*/ 397382 w 459267"/>
              <a:gd name="connsiteY36" fmla="*/ 61430 h 317436"/>
              <a:gd name="connsiteX37" fmla="*/ 353441 w 459267"/>
              <a:gd name="connsiteY37" fmla="*/ 95819 h 317436"/>
              <a:gd name="connsiteX38" fmla="*/ 345799 w 459267"/>
              <a:gd name="connsiteY38" fmla="*/ 65251 h 317436"/>
              <a:gd name="connsiteX39" fmla="*/ 330515 w 459267"/>
              <a:gd name="connsiteY39" fmla="*/ 49967 h 317436"/>
              <a:gd name="connsiteX40" fmla="*/ 269379 w 459267"/>
              <a:gd name="connsiteY40" fmla="*/ 38505 h 317436"/>
              <a:gd name="connsiteX41" fmla="*/ 231170 w 459267"/>
              <a:gd name="connsiteY41" fmla="*/ 28952 h 317436"/>
              <a:gd name="connsiteX42" fmla="*/ 38210 w 459267"/>
              <a:gd name="connsiteY42" fmla="*/ 295 h 317436"/>
              <a:gd name="connsiteX43" fmla="*/ 17194 w 459267"/>
              <a:gd name="connsiteY43" fmla="*/ 15579 h 317436"/>
              <a:gd name="connsiteX44" fmla="*/ 0 w 459267"/>
              <a:gd name="connsiteY44" fmla="*/ 88177 h 317436"/>
              <a:gd name="connsiteX45" fmla="*/ 0 w 459267"/>
              <a:gd name="connsiteY45" fmla="*/ 95819 h 317436"/>
              <a:gd name="connsiteX46" fmla="*/ 9552 w 459267"/>
              <a:gd name="connsiteY46" fmla="*/ 172239 h 317436"/>
              <a:gd name="connsiteX47" fmla="*/ 15284 w 459267"/>
              <a:gd name="connsiteY47" fmla="*/ 181791 h 317436"/>
              <a:gd name="connsiteX48" fmla="*/ 36299 w 459267"/>
              <a:gd name="connsiteY48" fmla="*/ 19400 h 317436"/>
              <a:gd name="connsiteX49" fmla="*/ 229259 w 459267"/>
              <a:gd name="connsiteY49" fmla="*/ 48057 h 317436"/>
              <a:gd name="connsiteX50" fmla="*/ 267469 w 459267"/>
              <a:gd name="connsiteY50" fmla="*/ 57609 h 317436"/>
              <a:gd name="connsiteX51" fmla="*/ 326694 w 459267"/>
              <a:gd name="connsiteY51" fmla="*/ 69072 h 317436"/>
              <a:gd name="connsiteX52" fmla="*/ 334336 w 459267"/>
              <a:gd name="connsiteY52" fmla="*/ 99640 h 317436"/>
              <a:gd name="connsiteX53" fmla="*/ 345799 w 459267"/>
              <a:gd name="connsiteY53" fmla="*/ 114924 h 317436"/>
              <a:gd name="connsiteX54" fmla="*/ 364904 w 459267"/>
              <a:gd name="connsiteY54" fmla="*/ 111103 h 317436"/>
              <a:gd name="connsiteX55" fmla="*/ 405024 w 459267"/>
              <a:gd name="connsiteY55" fmla="*/ 74804 h 317436"/>
              <a:gd name="connsiteX56" fmla="*/ 408845 w 459267"/>
              <a:gd name="connsiteY56" fmla="*/ 69072 h 317436"/>
              <a:gd name="connsiteX57" fmla="*/ 420308 w 459267"/>
              <a:gd name="connsiteY57" fmla="*/ 51878 h 317436"/>
              <a:gd name="connsiteX58" fmla="*/ 420308 w 459267"/>
              <a:gd name="connsiteY58" fmla="*/ 49967 h 317436"/>
              <a:gd name="connsiteX59" fmla="*/ 426040 w 459267"/>
              <a:gd name="connsiteY59" fmla="*/ 40415 h 317436"/>
              <a:gd name="connsiteX60" fmla="*/ 427950 w 459267"/>
              <a:gd name="connsiteY60" fmla="*/ 38505 h 317436"/>
              <a:gd name="connsiteX61" fmla="*/ 439413 w 459267"/>
              <a:gd name="connsiteY61" fmla="*/ 48057 h 317436"/>
              <a:gd name="connsiteX62" fmla="*/ 420308 w 459267"/>
              <a:gd name="connsiteY62" fmla="*/ 86267 h 317436"/>
              <a:gd name="connsiteX63" fmla="*/ 401203 w 459267"/>
              <a:gd name="connsiteY63" fmla="*/ 103461 h 317436"/>
              <a:gd name="connsiteX64" fmla="*/ 397382 w 459267"/>
              <a:gd name="connsiteY64" fmla="*/ 111103 h 317436"/>
              <a:gd name="connsiteX65" fmla="*/ 389740 w 459267"/>
              <a:gd name="connsiteY65" fmla="*/ 135940 h 317436"/>
              <a:gd name="connsiteX66" fmla="*/ 389740 w 459267"/>
              <a:gd name="connsiteY66" fmla="*/ 151224 h 317436"/>
              <a:gd name="connsiteX67" fmla="*/ 401203 w 459267"/>
              <a:gd name="connsiteY67" fmla="*/ 172239 h 317436"/>
              <a:gd name="connsiteX68" fmla="*/ 374456 w 459267"/>
              <a:gd name="connsiteY68" fmla="*/ 225733 h 317436"/>
              <a:gd name="connsiteX69" fmla="*/ 374456 w 459267"/>
              <a:gd name="connsiteY69" fmla="*/ 242927 h 317436"/>
              <a:gd name="connsiteX70" fmla="*/ 399293 w 459267"/>
              <a:gd name="connsiteY70" fmla="*/ 292600 h 317436"/>
              <a:gd name="connsiteX71" fmla="*/ 387830 w 459267"/>
              <a:gd name="connsiteY71" fmla="*/ 296421 h 317436"/>
              <a:gd name="connsiteX72" fmla="*/ 357262 w 459267"/>
              <a:gd name="connsiteY72" fmla="*/ 256301 h 317436"/>
              <a:gd name="connsiteX73" fmla="*/ 341978 w 459267"/>
              <a:gd name="connsiteY73" fmla="*/ 248659 h 317436"/>
              <a:gd name="connsiteX74" fmla="*/ 319052 w 459267"/>
              <a:gd name="connsiteY74" fmla="*/ 248659 h 317436"/>
              <a:gd name="connsiteX75" fmla="*/ 309500 w 459267"/>
              <a:gd name="connsiteY75" fmla="*/ 250569 h 317436"/>
              <a:gd name="connsiteX76" fmla="*/ 294216 w 459267"/>
              <a:gd name="connsiteY76" fmla="*/ 258211 h 317436"/>
              <a:gd name="connsiteX77" fmla="*/ 271290 w 459267"/>
              <a:gd name="connsiteY77" fmla="*/ 248659 h 317436"/>
              <a:gd name="connsiteX78" fmla="*/ 246453 w 459267"/>
              <a:gd name="connsiteY78" fmla="*/ 258211 h 317436"/>
              <a:gd name="connsiteX79" fmla="*/ 236901 w 459267"/>
              <a:gd name="connsiteY79" fmla="*/ 286868 h 317436"/>
              <a:gd name="connsiteX80" fmla="*/ 210154 w 459267"/>
              <a:gd name="connsiteY80" fmla="*/ 254390 h 317436"/>
              <a:gd name="connsiteX81" fmla="*/ 189139 w 459267"/>
              <a:gd name="connsiteY81" fmla="*/ 248659 h 317436"/>
              <a:gd name="connsiteX82" fmla="*/ 170034 w 459267"/>
              <a:gd name="connsiteY82" fmla="*/ 254390 h 317436"/>
              <a:gd name="connsiteX83" fmla="*/ 156660 w 459267"/>
              <a:gd name="connsiteY83" fmla="*/ 237196 h 317436"/>
              <a:gd name="connsiteX84" fmla="*/ 141376 w 459267"/>
              <a:gd name="connsiteY84" fmla="*/ 229554 h 317436"/>
              <a:gd name="connsiteX85" fmla="*/ 116540 w 459267"/>
              <a:gd name="connsiteY85" fmla="*/ 229554 h 317436"/>
              <a:gd name="connsiteX86" fmla="*/ 57315 w 459267"/>
              <a:gd name="connsiteY86" fmla="*/ 197075 h 317436"/>
              <a:gd name="connsiteX87" fmla="*/ 28657 w 459267"/>
              <a:gd name="connsiteY87" fmla="*/ 168418 h 317436"/>
              <a:gd name="connsiteX88" fmla="*/ 19105 w 459267"/>
              <a:gd name="connsiteY88" fmla="*/ 91998 h 317436"/>
              <a:gd name="connsiteX89" fmla="*/ 36299 w 459267"/>
              <a:gd name="connsiteY89" fmla="*/ 19400 h 31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459267" h="317436">
                <a:moveTo>
                  <a:pt x="15284" y="181791"/>
                </a:moveTo>
                <a:lnTo>
                  <a:pt x="43941" y="210449"/>
                </a:lnTo>
                <a:cubicBezTo>
                  <a:pt x="45852" y="212359"/>
                  <a:pt x="45852" y="212359"/>
                  <a:pt x="47762" y="214270"/>
                </a:cubicBezTo>
                <a:lnTo>
                  <a:pt x="106988" y="248659"/>
                </a:lnTo>
                <a:cubicBezTo>
                  <a:pt x="110809" y="250569"/>
                  <a:pt x="112719" y="250569"/>
                  <a:pt x="116540" y="250569"/>
                </a:cubicBezTo>
                <a:lnTo>
                  <a:pt x="141376" y="250569"/>
                </a:lnTo>
                <a:lnTo>
                  <a:pt x="154750" y="267764"/>
                </a:lnTo>
                <a:cubicBezTo>
                  <a:pt x="160481" y="273495"/>
                  <a:pt x="168123" y="275406"/>
                  <a:pt x="175765" y="273495"/>
                </a:cubicBezTo>
                <a:lnTo>
                  <a:pt x="194870" y="267764"/>
                </a:lnTo>
                <a:lnTo>
                  <a:pt x="221617" y="300242"/>
                </a:lnTo>
                <a:cubicBezTo>
                  <a:pt x="225438" y="305973"/>
                  <a:pt x="233080" y="307884"/>
                  <a:pt x="238811" y="307884"/>
                </a:cubicBezTo>
                <a:cubicBezTo>
                  <a:pt x="244543" y="307884"/>
                  <a:pt x="250274" y="302152"/>
                  <a:pt x="254095" y="296421"/>
                </a:cubicBezTo>
                <a:lnTo>
                  <a:pt x="267469" y="267764"/>
                </a:lnTo>
                <a:lnTo>
                  <a:pt x="290395" y="277316"/>
                </a:lnTo>
                <a:cubicBezTo>
                  <a:pt x="296126" y="279227"/>
                  <a:pt x="301858" y="279227"/>
                  <a:pt x="305679" y="277316"/>
                </a:cubicBezTo>
                <a:lnTo>
                  <a:pt x="320963" y="269674"/>
                </a:lnTo>
                <a:lnTo>
                  <a:pt x="341978" y="269674"/>
                </a:lnTo>
                <a:lnTo>
                  <a:pt x="372546" y="309794"/>
                </a:lnTo>
                <a:cubicBezTo>
                  <a:pt x="376367" y="313615"/>
                  <a:pt x="382098" y="317436"/>
                  <a:pt x="387830" y="317436"/>
                </a:cubicBezTo>
                <a:cubicBezTo>
                  <a:pt x="389740" y="317436"/>
                  <a:pt x="391651" y="317436"/>
                  <a:pt x="393561" y="317436"/>
                </a:cubicBezTo>
                <a:lnTo>
                  <a:pt x="406935" y="313615"/>
                </a:lnTo>
                <a:cubicBezTo>
                  <a:pt x="412666" y="311705"/>
                  <a:pt x="416487" y="307884"/>
                  <a:pt x="418398" y="304063"/>
                </a:cubicBezTo>
                <a:cubicBezTo>
                  <a:pt x="420308" y="298331"/>
                  <a:pt x="420308" y="292600"/>
                  <a:pt x="418398" y="288779"/>
                </a:cubicBezTo>
                <a:lnTo>
                  <a:pt x="393561" y="239106"/>
                </a:lnTo>
                <a:lnTo>
                  <a:pt x="420308" y="185612"/>
                </a:lnTo>
                <a:cubicBezTo>
                  <a:pt x="422219" y="179881"/>
                  <a:pt x="422219" y="174149"/>
                  <a:pt x="420308" y="168418"/>
                </a:cubicBezTo>
                <a:lnTo>
                  <a:pt x="410756" y="145492"/>
                </a:lnTo>
                <a:lnTo>
                  <a:pt x="418398" y="120656"/>
                </a:lnTo>
                <a:lnTo>
                  <a:pt x="437503" y="103461"/>
                </a:lnTo>
                <a:cubicBezTo>
                  <a:pt x="437503" y="97730"/>
                  <a:pt x="437503" y="95819"/>
                  <a:pt x="439413" y="93909"/>
                </a:cubicBezTo>
                <a:lnTo>
                  <a:pt x="458518" y="55699"/>
                </a:lnTo>
                <a:cubicBezTo>
                  <a:pt x="460429" y="48057"/>
                  <a:pt x="458518" y="42326"/>
                  <a:pt x="454697" y="36594"/>
                </a:cubicBezTo>
                <a:lnTo>
                  <a:pt x="445145" y="25131"/>
                </a:lnTo>
                <a:cubicBezTo>
                  <a:pt x="439413" y="19400"/>
                  <a:pt x="433682" y="17489"/>
                  <a:pt x="426040" y="21310"/>
                </a:cubicBezTo>
                <a:cubicBezTo>
                  <a:pt x="420308" y="23221"/>
                  <a:pt x="414577" y="27042"/>
                  <a:pt x="412666" y="32773"/>
                </a:cubicBezTo>
                <a:lnTo>
                  <a:pt x="406935" y="42326"/>
                </a:lnTo>
                <a:lnTo>
                  <a:pt x="397382" y="61430"/>
                </a:lnTo>
                <a:lnTo>
                  <a:pt x="353441" y="95819"/>
                </a:lnTo>
                <a:lnTo>
                  <a:pt x="345799" y="65251"/>
                </a:lnTo>
                <a:cubicBezTo>
                  <a:pt x="343889" y="57609"/>
                  <a:pt x="338157" y="51878"/>
                  <a:pt x="330515" y="49967"/>
                </a:cubicBezTo>
                <a:lnTo>
                  <a:pt x="269379" y="38505"/>
                </a:lnTo>
                <a:lnTo>
                  <a:pt x="231170" y="28952"/>
                </a:lnTo>
                <a:lnTo>
                  <a:pt x="38210" y="295"/>
                </a:lnTo>
                <a:cubicBezTo>
                  <a:pt x="28657" y="-1616"/>
                  <a:pt x="19105" y="6026"/>
                  <a:pt x="17194" y="15579"/>
                </a:cubicBezTo>
                <a:lnTo>
                  <a:pt x="0" y="88177"/>
                </a:lnTo>
                <a:cubicBezTo>
                  <a:pt x="0" y="90088"/>
                  <a:pt x="0" y="91998"/>
                  <a:pt x="0" y="95819"/>
                </a:cubicBezTo>
                <a:lnTo>
                  <a:pt x="9552" y="172239"/>
                </a:lnTo>
                <a:cubicBezTo>
                  <a:pt x="9552" y="176060"/>
                  <a:pt x="11463" y="179881"/>
                  <a:pt x="15284" y="181791"/>
                </a:cubicBezTo>
                <a:close/>
                <a:moveTo>
                  <a:pt x="36299" y="19400"/>
                </a:moveTo>
                <a:lnTo>
                  <a:pt x="229259" y="48057"/>
                </a:lnTo>
                <a:lnTo>
                  <a:pt x="267469" y="57609"/>
                </a:lnTo>
                <a:lnTo>
                  <a:pt x="326694" y="69072"/>
                </a:lnTo>
                <a:lnTo>
                  <a:pt x="334336" y="99640"/>
                </a:lnTo>
                <a:cubicBezTo>
                  <a:pt x="336247" y="107282"/>
                  <a:pt x="340068" y="111103"/>
                  <a:pt x="345799" y="114924"/>
                </a:cubicBezTo>
                <a:cubicBezTo>
                  <a:pt x="351530" y="116835"/>
                  <a:pt x="359172" y="116835"/>
                  <a:pt x="364904" y="111103"/>
                </a:cubicBezTo>
                <a:lnTo>
                  <a:pt x="405024" y="74804"/>
                </a:lnTo>
                <a:cubicBezTo>
                  <a:pt x="406935" y="72893"/>
                  <a:pt x="408845" y="70983"/>
                  <a:pt x="408845" y="69072"/>
                </a:cubicBezTo>
                <a:lnTo>
                  <a:pt x="420308" y="51878"/>
                </a:lnTo>
                <a:lnTo>
                  <a:pt x="420308" y="49967"/>
                </a:lnTo>
                <a:lnTo>
                  <a:pt x="426040" y="40415"/>
                </a:lnTo>
                <a:lnTo>
                  <a:pt x="427950" y="38505"/>
                </a:lnTo>
                <a:lnTo>
                  <a:pt x="439413" y="48057"/>
                </a:lnTo>
                <a:lnTo>
                  <a:pt x="420308" y="86267"/>
                </a:lnTo>
                <a:lnTo>
                  <a:pt x="401203" y="103461"/>
                </a:lnTo>
                <a:cubicBezTo>
                  <a:pt x="399293" y="105372"/>
                  <a:pt x="397382" y="107282"/>
                  <a:pt x="397382" y="111103"/>
                </a:cubicBezTo>
                <a:lnTo>
                  <a:pt x="389740" y="135940"/>
                </a:lnTo>
                <a:cubicBezTo>
                  <a:pt x="387830" y="139761"/>
                  <a:pt x="387830" y="145492"/>
                  <a:pt x="389740" y="151224"/>
                </a:cubicBezTo>
                <a:lnTo>
                  <a:pt x="401203" y="172239"/>
                </a:lnTo>
                <a:lnTo>
                  <a:pt x="374456" y="225733"/>
                </a:lnTo>
                <a:cubicBezTo>
                  <a:pt x="372546" y="231464"/>
                  <a:pt x="372546" y="237196"/>
                  <a:pt x="374456" y="242927"/>
                </a:cubicBezTo>
                <a:lnTo>
                  <a:pt x="399293" y="292600"/>
                </a:lnTo>
                <a:lnTo>
                  <a:pt x="387830" y="296421"/>
                </a:lnTo>
                <a:lnTo>
                  <a:pt x="357262" y="256301"/>
                </a:lnTo>
                <a:cubicBezTo>
                  <a:pt x="353441" y="252480"/>
                  <a:pt x="347710" y="248659"/>
                  <a:pt x="341978" y="248659"/>
                </a:cubicBezTo>
                <a:lnTo>
                  <a:pt x="319052" y="248659"/>
                </a:lnTo>
                <a:cubicBezTo>
                  <a:pt x="315231" y="248659"/>
                  <a:pt x="313321" y="248659"/>
                  <a:pt x="309500" y="250569"/>
                </a:cubicBezTo>
                <a:lnTo>
                  <a:pt x="294216" y="258211"/>
                </a:lnTo>
                <a:lnTo>
                  <a:pt x="271290" y="248659"/>
                </a:lnTo>
                <a:cubicBezTo>
                  <a:pt x="261737" y="244838"/>
                  <a:pt x="250274" y="248659"/>
                  <a:pt x="246453" y="258211"/>
                </a:cubicBezTo>
                <a:lnTo>
                  <a:pt x="236901" y="286868"/>
                </a:lnTo>
                <a:lnTo>
                  <a:pt x="210154" y="254390"/>
                </a:lnTo>
                <a:cubicBezTo>
                  <a:pt x="204423" y="248659"/>
                  <a:pt x="196781" y="244838"/>
                  <a:pt x="189139" y="248659"/>
                </a:cubicBezTo>
                <a:lnTo>
                  <a:pt x="170034" y="254390"/>
                </a:lnTo>
                <a:lnTo>
                  <a:pt x="156660" y="237196"/>
                </a:lnTo>
                <a:cubicBezTo>
                  <a:pt x="152839" y="233375"/>
                  <a:pt x="147108" y="229554"/>
                  <a:pt x="141376" y="229554"/>
                </a:cubicBezTo>
                <a:lnTo>
                  <a:pt x="116540" y="229554"/>
                </a:lnTo>
                <a:lnTo>
                  <a:pt x="57315" y="197075"/>
                </a:lnTo>
                <a:lnTo>
                  <a:pt x="28657" y="168418"/>
                </a:lnTo>
                <a:lnTo>
                  <a:pt x="19105" y="91998"/>
                </a:lnTo>
                <a:lnTo>
                  <a:pt x="36299" y="1940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86" descr="USA map with CVS Health heart icon.">
            <a:extLst>
              <a:ext uri="{FF2B5EF4-FFF2-40B4-BE49-F238E27FC236}">
                <a16:creationId xmlns:a16="http://schemas.microsoft.com/office/drawing/2014/main" id="{6D2655E7-C84C-CB2F-8C1A-189F4D54A89C}"/>
              </a:ext>
            </a:extLst>
          </p:cNvPr>
          <p:cNvSpPr/>
          <p:nvPr/>
        </p:nvSpPr>
        <p:spPr>
          <a:xfrm>
            <a:off x="4612850" y="1435288"/>
            <a:ext cx="459973" cy="316113"/>
          </a:xfrm>
          <a:custGeom>
            <a:avLst/>
            <a:gdLst>
              <a:gd name="connsiteX0" fmla="*/ 296955 w 459973"/>
              <a:gd name="connsiteY0" fmla="*/ 126445 h 316113"/>
              <a:gd name="connsiteX1" fmla="*/ 296955 w 459973"/>
              <a:gd name="connsiteY1" fmla="*/ 149435 h 316113"/>
              <a:gd name="connsiteX2" fmla="*/ 229901 w 459973"/>
              <a:gd name="connsiteY2" fmla="*/ 218405 h 316113"/>
              <a:gd name="connsiteX3" fmla="*/ 162846 w 459973"/>
              <a:gd name="connsiteY3" fmla="*/ 151351 h 316113"/>
              <a:gd name="connsiteX4" fmla="*/ 162846 w 459973"/>
              <a:gd name="connsiteY4" fmla="*/ 128361 h 316113"/>
              <a:gd name="connsiteX5" fmla="*/ 185836 w 459973"/>
              <a:gd name="connsiteY5" fmla="*/ 105371 h 316113"/>
              <a:gd name="connsiteX6" fmla="*/ 197331 w 459973"/>
              <a:gd name="connsiteY6" fmla="*/ 101539 h 316113"/>
              <a:gd name="connsiteX7" fmla="*/ 208826 w 459973"/>
              <a:gd name="connsiteY7" fmla="*/ 107287 h 316113"/>
              <a:gd name="connsiteX8" fmla="*/ 227985 w 459973"/>
              <a:gd name="connsiteY8" fmla="*/ 126445 h 316113"/>
              <a:gd name="connsiteX9" fmla="*/ 247143 w 459973"/>
              <a:gd name="connsiteY9" fmla="*/ 107287 h 316113"/>
              <a:gd name="connsiteX10" fmla="*/ 258638 w 459973"/>
              <a:gd name="connsiteY10" fmla="*/ 101539 h 316113"/>
              <a:gd name="connsiteX11" fmla="*/ 270133 w 459973"/>
              <a:gd name="connsiteY11" fmla="*/ 107287 h 316113"/>
              <a:gd name="connsiteX12" fmla="*/ 296955 w 459973"/>
              <a:gd name="connsiteY12" fmla="*/ 126445 h 316113"/>
              <a:gd name="connsiteX13" fmla="*/ 457885 w 459973"/>
              <a:gd name="connsiteY13" fmla="*/ 55559 h 316113"/>
              <a:gd name="connsiteX14" fmla="*/ 438727 w 459973"/>
              <a:gd name="connsiteY14" fmla="*/ 93876 h 316113"/>
              <a:gd name="connsiteX15" fmla="*/ 434895 w 459973"/>
              <a:gd name="connsiteY15" fmla="*/ 99624 h 316113"/>
              <a:gd name="connsiteX16" fmla="*/ 415737 w 459973"/>
              <a:gd name="connsiteY16" fmla="*/ 116866 h 316113"/>
              <a:gd name="connsiteX17" fmla="*/ 408073 w 459973"/>
              <a:gd name="connsiteY17" fmla="*/ 141772 h 316113"/>
              <a:gd name="connsiteX18" fmla="*/ 417653 w 459973"/>
              <a:gd name="connsiteY18" fmla="*/ 164762 h 316113"/>
              <a:gd name="connsiteX19" fmla="*/ 417653 w 459973"/>
              <a:gd name="connsiteY19" fmla="*/ 182005 h 316113"/>
              <a:gd name="connsiteX20" fmla="*/ 390831 w 459973"/>
              <a:gd name="connsiteY20" fmla="*/ 235648 h 316113"/>
              <a:gd name="connsiteX21" fmla="*/ 415737 w 459973"/>
              <a:gd name="connsiteY21" fmla="*/ 285460 h 316113"/>
              <a:gd name="connsiteX22" fmla="*/ 415737 w 459973"/>
              <a:gd name="connsiteY22" fmla="*/ 300787 h 316113"/>
              <a:gd name="connsiteX23" fmla="*/ 404242 w 459973"/>
              <a:gd name="connsiteY23" fmla="*/ 310366 h 316113"/>
              <a:gd name="connsiteX24" fmla="*/ 390831 w 459973"/>
              <a:gd name="connsiteY24" fmla="*/ 314197 h 316113"/>
              <a:gd name="connsiteX25" fmla="*/ 385083 w 459973"/>
              <a:gd name="connsiteY25" fmla="*/ 316113 h 316113"/>
              <a:gd name="connsiteX26" fmla="*/ 369757 w 459973"/>
              <a:gd name="connsiteY26" fmla="*/ 308450 h 316113"/>
              <a:gd name="connsiteX27" fmla="*/ 342935 w 459973"/>
              <a:gd name="connsiteY27" fmla="*/ 268217 h 316113"/>
              <a:gd name="connsiteX28" fmla="*/ 321861 w 459973"/>
              <a:gd name="connsiteY28" fmla="*/ 268217 h 316113"/>
              <a:gd name="connsiteX29" fmla="*/ 306534 w 459973"/>
              <a:gd name="connsiteY29" fmla="*/ 275881 h 316113"/>
              <a:gd name="connsiteX30" fmla="*/ 291207 w 459973"/>
              <a:gd name="connsiteY30" fmla="*/ 275881 h 316113"/>
              <a:gd name="connsiteX31" fmla="*/ 266301 w 459973"/>
              <a:gd name="connsiteY31" fmla="*/ 268217 h 316113"/>
              <a:gd name="connsiteX32" fmla="*/ 254806 w 459973"/>
              <a:gd name="connsiteY32" fmla="*/ 295039 h 316113"/>
              <a:gd name="connsiteX33" fmla="*/ 239480 w 459973"/>
              <a:gd name="connsiteY33" fmla="*/ 306534 h 316113"/>
              <a:gd name="connsiteX34" fmla="*/ 222237 w 459973"/>
              <a:gd name="connsiteY34" fmla="*/ 298871 h 316113"/>
              <a:gd name="connsiteX35" fmla="*/ 195415 w 459973"/>
              <a:gd name="connsiteY35" fmla="*/ 268217 h 316113"/>
              <a:gd name="connsiteX36" fmla="*/ 176257 w 459973"/>
              <a:gd name="connsiteY36" fmla="*/ 273965 h 316113"/>
              <a:gd name="connsiteX37" fmla="*/ 155183 w 459973"/>
              <a:gd name="connsiteY37" fmla="*/ 268217 h 316113"/>
              <a:gd name="connsiteX38" fmla="*/ 141772 w 459973"/>
              <a:gd name="connsiteY38" fmla="*/ 250975 h 316113"/>
              <a:gd name="connsiteX39" fmla="*/ 116866 w 459973"/>
              <a:gd name="connsiteY39" fmla="*/ 250975 h 316113"/>
              <a:gd name="connsiteX40" fmla="*/ 107287 w 459973"/>
              <a:gd name="connsiteY40" fmla="*/ 249059 h 316113"/>
              <a:gd name="connsiteX41" fmla="*/ 47896 w 459973"/>
              <a:gd name="connsiteY41" fmla="*/ 214574 h 316113"/>
              <a:gd name="connsiteX42" fmla="*/ 44064 w 459973"/>
              <a:gd name="connsiteY42" fmla="*/ 212658 h 316113"/>
              <a:gd name="connsiteX43" fmla="*/ 15327 w 459973"/>
              <a:gd name="connsiteY43" fmla="*/ 183920 h 316113"/>
              <a:gd name="connsiteX44" fmla="*/ 9579 w 459973"/>
              <a:gd name="connsiteY44" fmla="*/ 172425 h 316113"/>
              <a:gd name="connsiteX45" fmla="*/ 0 w 459973"/>
              <a:gd name="connsiteY45" fmla="*/ 93876 h 316113"/>
              <a:gd name="connsiteX46" fmla="*/ 0 w 459973"/>
              <a:gd name="connsiteY46" fmla="*/ 86213 h 316113"/>
              <a:gd name="connsiteX47" fmla="*/ 17243 w 459973"/>
              <a:gd name="connsiteY47" fmla="*/ 13411 h 316113"/>
              <a:gd name="connsiteX48" fmla="*/ 38317 w 459973"/>
              <a:gd name="connsiteY48" fmla="*/ 0 h 316113"/>
              <a:gd name="connsiteX49" fmla="*/ 233732 w 459973"/>
              <a:gd name="connsiteY49" fmla="*/ 28738 h 316113"/>
              <a:gd name="connsiteX50" fmla="*/ 272049 w 459973"/>
              <a:gd name="connsiteY50" fmla="*/ 38317 h 316113"/>
              <a:gd name="connsiteX51" fmla="*/ 331440 w 459973"/>
              <a:gd name="connsiteY51" fmla="*/ 49812 h 316113"/>
              <a:gd name="connsiteX52" fmla="*/ 346767 w 459973"/>
              <a:gd name="connsiteY52" fmla="*/ 65138 h 316113"/>
              <a:gd name="connsiteX53" fmla="*/ 354430 w 459973"/>
              <a:gd name="connsiteY53" fmla="*/ 95792 h 316113"/>
              <a:gd name="connsiteX54" fmla="*/ 396578 w 459973"/>
              <a:gd name="connsiteY54" fmla="*/ 61307 h 316113"/>
              <a:gd name="connsiteX55" fmla="*/ 406158 w 459973"/>
              <a:gd name="connsiteY55" fmla="*/ 42148 h 316113"/>
              <a:gd name="connsiteX56" fmla="*/ 411905 w 459973"/>
              <a:gd name="connsiteY56" fmla="*/ 32569 h 316113"/>
              <a:gd name="connsiteX57" fmla="*/ 425316 w 459973"/>
              <a:gd name="connsiteY57" fmla="*/ 21074 h 316113"/>
              <a:gd name="connsiteX58" fmla="*/ 444474 w 459973"/>
              <a:gd name="connsiteY58" fmla="*/ 26822 h 316113"/>
              <a:gd name="connsiteX59" fmla="*/ 455969 w 459973"/>
              <a:gd name="connsiteY59" fmla="*/ 38317 h 316113"/>
              <a:gd name="connsiteX60" fmla="*/ 457885 w 459973"/>
              <a:gd name="connsiteY60" fmla="*/ 55559 h 316113"/>
              <a:gd name="connsiteX61" fmla="*/ 440643 w 459973"/>
              <a:gd name="connsiteY61" fmla="*/ 47896 h 316113"/>
              <a:gd name="connsiteX62" fmla="*/ 429148 w 459973"/>
              <a:gd name="connsiteY62" fmla="*/ 38317 h 316113"/>
              <a:gd name="connsiteX63" fmla="*/ 427232 w 459973"/>
              <a:gd name="connsiteY63" fmla="*/ 42148 h 316113"/>
              <a:gd name="connsiteX64" fmla="*/ 421484 w 459973"/>
              <a:gd name="connsiteY64" fmla="*/ 49812 h 316113"/>
              <a:gd name="connsiteX65" fmla="*/ 419568 w 459973"/>
              <a:gd name="connsiteY65" fmla="*/ 53643 h 316113"/>
              <a:gd name="connsiteX66" fmla="*/ 413821 w 459973"/>
              <a:gd name="connsiteY66" fmla="*/ 68970 h 316113"/>
              <a:gd name="connsiteX67" fmla="*/ 408073 w 459973"/>
              <a:gd name="connsiteY67" fmla="*/ 74718 h 316113"/>
              <a:gd name="connsiteX68" fmla="*/ 365925 w 459973"/>
              <a:gd name="connsiteY68" fmla="*/ 109203 h 316113"/>
              <a:gd name="connsiteX69" fmla="*/ 346767 w 459973"/>
              <a:gd name="connsiteY69" fmla="*/ 113034 h 316113"/>
              <a:gd name="connsiteX70" fmla="*/ 335272 w 459973"/>
              <a:gd name="connsiteY70" fmla="*/ 97708 h 316113"/>
              <a:gd name="connsiteX71" fmla="*/ 327608 w 459973"/>
              <a:gd name="connsiteY71" fmla="*/ 67054 h 316113"/>
              <a:gd name="connsiteX72" fmla="*/ 268217 w 459973"/>
              <a:gd name="connsiteY72" fmla="*/ 57475 h 316113"/>
              <a:gd name="connsiteX73" fmla="*/ 229901 w 459973"/>
              <a:gd name="connsiteY73" fmla="*/ 47896 h 316113"/>
              <a:gd name="connsiteX74" fmla="*/ 36401 w 459973"/>
              <a:gd name="connsiteY74" fmla="*/ 19158 h 316113"/>
              <a:gd name="connsiteX75" fmla="*/ 19158 w 459973"/>
              <a:gd name="connsiteY75" fmla="*/ 91960 h 316113"/>
              <a:gd name="connsiteX76" fmla="*/ 28738 w 459973"/>
              <a:gd name="connsiteY76" fmla="*/ 168594 h 316113"/>
              <a:gd name="connsiteX77" fmla="*/ 57475 w 459973"/>
              <a:gd name="connsiteY77" fmla="*/ 197331 h 316113"/>
              <a:gd name="connsiteX78" fmla="*/ 116866 w 459973"/>
              <a:gd name="connsiteY78" fmla="*/ 231816 h 316113"/>
              <a:gd name="connsiteX79" fmla="*/ 141772 w 459973"/>
              <a:gd name="connsiteY79" fmla="*/ 231816 h 316113"/>
              <a:gd name="connsiteX80" fmla="*/ 157099 w 459973"/>
              <a:gd name="connsiteY80" fmla="*/ 239480 h 316113"/>
              <a:gd name="connsiteX81" fmla="*/ 170510 w 459973"/>
              <a:gd name="connsiteY81" fmla="*/ 256722 h 316113"/>
              <a:gd name="connsiteX82" fmla="*/ 189668 w 459973"/>
              <a:gd name="connsiteY82" fmla="*/ 250975 h 316113"/>
              <a:gd name="connsiteX83" fmla="*/ 210742 w 459973"/>
              <a:gd name="connsiteY83" fmla="*/ 256722 h 316113"/>
              <a:gd name="connsiteX84" fmla="*/ 237564 w 459973"/>
              <a:gd name="connsiteY84" fmla="*/ 289291 h 316113"/>
              <a:gd name="connsiteX85" fmla="*/ 249059 w 459973"/>
              <a:gd name="connsiteY85" fmla="*/ 262470 h 316113"/>
              <a:gd name="connsiteX86" fmla="*/ 273965 w 459973"/>
              <a:gd name="connsiteY86" fmla="*/ 252891 h 316113"/>
              <a:gd name="connsiteX87" fmla="*/ 296955 w 459973"/>
              <a:gd name="connsiteY87" fmla="*/ 262470 h 316113"/>
              <a:gd name="connsiteX88" fmla="*/ 310366 w 459973"/>
              <a:gd name="connsiteY88" fmla="*/ 254806 h 316113"/>
              <a:gd name="connsiteX89" fmla="*/ 319945 w 459973"/>
              <a:gd name="connsiteY89" fmla="*/ 252891 h 316113"/>
              <a:gd name="connsiteX90" fmla="*/ 341019 w 459973"/>
              <a:gd name="connsiteY90" fmla="*/ 252891 h 316113"/>
              <a:gd name="connsiteX91" fmla="*/ 356346 w 459973"/>
              <a:gd name="connsiteY91" fmla="*/ 260554 h 316113"/>
              <a:gd name="connsiteX92" fmla="*/ 386999 w 459973"/>
              <a:gd name="connsiteY92" fmla="*/ 300787 h 316113"/>
              <a:gd name="connsiteX93" fmla="*/ 398494 w 459973"/>
              <a:gd name="connsiteY93" fmla="*/ 296955 h 316113"/>
              <a:gd name="connsiteX94" fmla="*/ 373588 w 459973"/>
              <a:gd name="connsiteY94" fmla="*/ 247143 h 316113"/>
              <a:gd name="connsiteX95" fmla="*/ 373588 w 459973"/>
              <a:gd name="connsiteY95" fmla="*/ 229901 h 316113"/>
              <a:gd name="connsiteX96" fmla="*/ 402326 w 459973"/>
              <a:gd name="connsiteY96" fmla="*/ 172425 h 316113"/>
              <a:gd name="connsiteX97" fmla="*/ 390831 w 459973"/>
              <a:gd name="connsiteY97" fmla="*/ 149435 h 316113"/>
              <a:gd name="connsiteX98" fmla="*/ 390831 w 459973"/>
              <a:gd name="connsiteY98" fmla="*/ 134109 h 316113"/>
              <a:gd name="connsiteX99" fmla="*/ 398494 w 459973"/>
              <a:gd name="connsiteY99" fmla="*/ 109203 h 316113"/>
              <a:gd name="connsiteX100" fmla="*/ 404242 w 459973"/>
              <a:gd name="connsiteY100" fmla="*/ 101539 h 316113"/>
              <a:gd name="connsiteX101" fmla="*/ 423400 w 459973"/>
              <a:gd name="connsiteY101" fmla="*/ 84297 h 316113"/>
              <a:gd name="connsiteX102" fmla="*/ 440643 w 459973"/>
              <a:gd name="connsiteY102" fmla="*/ 47896 h 31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59973" h="316113">
                <a:moveTo>
                  <a:pt x="296955" y="126445"/>
                </a:moveTo>
                <a:cubicBezTo>
                  <a:pt x="304618" y="134109"/>
                  <a:pt x="302702" y="143688"/>
                  <a:pt x="296955" y="149435"/>
                </a:cubicBezTo>
                <a:lnTo>
                  <a:pt x="229901" y="218405"/>
                </a:lnTo>
                <a:lnTo>
                  <a:pt x="162846" y="151351"/>
                </a:lnTo>
                <a:cubicBezTo>
                  <a:pt x="155183" y="143688"/>
                  <a:pt x="157099" y="134109"/>
                  <a:pt x="162846" y="128361"/>
                </a:cubicBezTo>
                <a:lnTo>
                  <a:pt x="185836" y="105371"/>
                </a:lnTo>
                <a:cubicBezTo>
                  <a:pt x="189668" y="101539"/>
                  <a:pt x="193500" y="101539"/>
                  <a:pt x="197331" y="101539"/>
                </a:cubicBezTo>
                <a:cubicBezTo>
                  <a:pt x="201163" y="101539"/>
                  <a:pt x="204995" y="103455"/>
                  <a:pt x="208826" y="107287"/>
                </a:cubicBezTo>
                <a:lnTo>
                  <a:pt x="227985" y="126445"/>
                </a:lnTo>
                <a:lnTo>
                  <a:pt x="247143" y="107287"/>
                </a:lnTo>
                <a:cubicBezTo>
                  <a:pt x="250975" y="103455"/>
                  <a:pt x="254806" y="101539"/>
                  <a:pt x="258638" y="101539"/>
                </a:cubicBezTo>
                <a:cubicBezTo>
                  <a:pt x="262470" y="101539"/>
                  <a:pt x="266301" y="103455"/>
                  <a:pt x="270133" y="107287"/>
                </a:cubicBezTo>
                <a:lnTo>
                  <a:pt x="296955" y="126445"/>
                </a:lnTo>
                <a:close/>
                <a:moveTo>
                  <a:pt x="457885" y="55559"/>
                </a:moveTo>
                <a:lnTo>
                  <a:pt x="438727" y="93876"/>
                </a:lnTo>
                <a:cubicBezTo>
                  <a:pt x="438727" y="95792"/>
                  <a:pt x="436811" y="97708"/>
                  <a:pt x="434895" y="99624"/>
                </a:cubicBezTo>
                <a:lnTo>
                  <a:pt x="415737" y="116866"/>
                </a:lnTo>
                <a:lnTo>
                  <a:pt x="408073" y="141772"/>
                </a:lnTo>
                <a:lnTo>
                  <a:pt x="417653" y="164762"/>
                </a:lnTo>
                <a:cubicBezTo>
                  <a:pt x="419568" y="170510"/>
                  <a:pt x="419568" y="176257"/>
                  <a:pt x="417653" y="182005"/>
                </a:cubicBezTo>
                <a:lnTo>
                  <a:pt x="390831" y="235648"/>
                </a:lnTo>
                <a:lnTo>
                  <a:pt x="415737" y="285460"/>
                </a:lnTo>
                <a:cubicBezTo>
                  <a:pt x="417653" y="291207"/>
                  <a:pt x="417653" y="296955"/>
                  <a:pt x="415737" y="300787"/>
                </a:cubicBezTo>
                <a:cubicBezTo>
                  <a:pt x="413821" y="306534"/>
                  <a:pt x="409989" y="310366"/>
                  <a:pt x="404242" y="310366"/>
                </a:cubicBezTo>
                <a:lnTo>
                  <a:pt x="390831" y="314197"/>
                </a:lnTo>
                <a:cubicBezTo>
                  <a:pt x="388915" y="314197"/>
                  <a:pt x="386999" y="316113"/>
                  <a:pt x="385083" y="316113"/>
                </a:cubicBezTo>
                <a:cubicBezTo>
                  <a:pt x="379336" y="316113"/>
                  <a:pt x="373588" y="314197"/>
                  <a:pt x="369757" y="308450"/>
                </a:cubicBezTo>
                <a:lnTo>
                  <a:pt x="342935" y="268217"/>
                </a:lnTo>
                <a:lnTo>
                  <a:pt x="321861" y="268217"/>
                </a:lnTo>
                <a:lnTo>
                  <a:pt x="306534" y="275881"/>
                </a:lnTo>
                <a:cubicBezTo>
                  <a:pt x="300786" y="277796"/>
                  <a:pt x="295039" y="277796"/>
                  <a:pt x="291207" y="275881"/>
                </a:cubicBezTo>
                <a:lnTo>
                  <a:pt x="266301" y="268217"/>
                </a:lnTo>
                <a:lnTo>
                  <a:pt x="254806" y="295039"/>
                </a:lnTo>
                <a:cubicBezTo>
                  <a:pt x="252891" y="300787"/>
                  <a:pt x="247143" y="304618"/>
                  <a:pt x="239480" y="306534"/>
                </a:cubicBezTo>
                <a:cubicBezTo>
                  <a:pt x="231816" y="306534"/>
                  <a:pt x="226069" y="304618"/>
                  <a:pt x="222237" y="298871"/>
                </a:cubicBezTo>
                <a:lnTo>
                  <a:pt x="195415" y="268217"/>
                </a:lnTo>
                <a:lnTo>
                  <a:pt x="176257" y="273965"/>
                </a:lnTo>
                <a:cubicBezTo>
                  <a:pt x="168594" y="275881"/>
                  <a:pt x="160930" y="273965"/>
                  <a:pt x="155183" y="268217"/>
                </a:cubicBezTo>
                <a:lnTo>
                  <a:pt x="141772" y="250975"/>
                </a:lnTo>
                <a:lnTo>
                  <a:pt x="116866" y="250975"/>
                </a:lnTo>
                <a:cubicBezTo>
                  <a:pt x="113034" y="250975"/>
                  <a:pt x="111119" y="250975"/>
                  <a:pt x="107287" y="249059"/>
                </a:cubicBezTo>
                <a:lnTo>
                  <a:pt x="47896" y="214574"/>
                </a:lnTo>
                <a:cubicBezTo>
                  <a:pt x="45980" y="214574"/>
                  <a:pt x="45980" y="212658"/>
                  <a:pt x="44064" y="212658"/>
                </a:cubicBezTo>
                <a:lnTo>
                  <a:pt x="15327" y="183920"/>
                </a:lnTo>
                <a:cubicBezTo>
                  <a:pt x="11495" y="180089"/>
                  <a:pt x="9579" y="176257"/>
                  <a:pt x="9579" y="172425"/>
                </a:cubicBezTo>
                <a:lnTo>
                  <a:pt x="0" y="93876"/>
                </a:lnTo>
                <a:cubicBezTo>
                  <a:pt x="0" y="91960"/>
                  <a:pt x="0" y="90044"/>
                  <a:pt x="0" y="86213"/>
                </a:cubicBezTo>
                <a:lnTo>
                  <a:pt x="17243" y="13411"/>
                </a:lnTo>
                <a:cubicBezTo>
                  <a:pt x="19158" y="5748"/>
                  <a:pt x="28738" y="0"/>
                  <a:pt x="38317" y="0"/>
                </a:cubicBezTo>
                <a:lnTo>
                  <a:pt x="233732" y="28738"/>
                </a:lnTo>
                <a:lnTo>
                  <a:pt x="272049" y="38317"/>
                </a:lnTo>
                <a:lnTo>
                  <a:pt x="331440" y="49812"/>
                </a:lnTo>
                <a:cubicBezTo>
                  <a:pt x="339103" y="51728"/>
                  <a:pt x="344851" y="57475"/>
                  <a:pt x="346767" y="65138"/>
                </a:cubicBezTo>
                <a:lnTo>
                  <a:pt x="354430" y="95792"/>
                </a:lnTo>
                <a:lnTo>
                  <a:pt x="396578" y="61307"/>
                </a:lnTo>
                <a:lnTo>
                  <a:pt x="406158" y="42148"/>
                </a:lnTo>
                <a:lnTo>
                  <a:pt x="411905" y="32569"/>
                </a:lnTo>
                <a:cubicBezTo>
                  <a:pt x="413821" y="26822"/>
                  <a:pt x="419568" y="22990"/>
                  <a:pt x="425316" y="21074"/>
                </a:cubicBezTo>
                <a:cubicBezTo>
                  <a:pt x="432979" y="19158"/>
                  <a:pt x="438727" y="21074"/>
                  <a:pt x="444474" y="26822"/>
                </a:cubicBezTo>
                <a:lnTo>
                  <a:pt x="455969" y="38317"/>
                </a:lnTo>
                <a:cubicBezTo>
                  <a:pt x="459801" y="40233"/>
                  <a:pt x="461717" y="47896"/>
                  <a:pt x="457885" y="55559"/>
                </a:cubicBezTo>
                <a:close/>
                <a:moveTo>
                  <a:pt x="440643" y="47896"/>
                </a:moveTo>
                <a:lnTo>
                  <a:pt x="429148" y="38317"/>
                </a:lnTo>
                <a:lnTo>
                  <a:pt x="427232" y="42148"/>
                </a:lnTo>
                <a:lnTo>
                  <a:pt x="421484" y="49812"/>
                </a:lnTo>
                <a:lnTo>
                  <a:pt x="419568" y="53643"/>
                </a:lnTo>
                <a:lnTo>
                  <a:pt x="413821" y="68970"/>
                </a:lnTo>
                <a:cubicBezTo>
                  <a:pt x="411905" y="70886"/>
                  <a:pt x="411905" y="72802"/>
                  <a:pt x="408073" y="74718"/>
                </a:cubicBezTo>
                <a:lnTo>
                  <a:pt x="365925" y="109203"/>
                </a:lnTo>
                <a:cubicBezTo>
                  <a:pt x="360177" y="113034"/>
                  <a:pt x="354430" y="114950"/>
                  <a:pt x="346767" y="113034"/>
                </a:cubicBezTo>
                <a:cubicBezTo>
                  <a:pt x="341019" y="111119"/>
                  <a:pt x="335272" y="105371"/>
                  <a:pt x="335272" y="97708"/>
                </a:cubicBezTo>
                <a:lnTo>
                  <a:pt x="327608" y="67054"/>
                </a:lnTo>
                <a:lnTo>
                  <a:pt x="268217" y="57475"/>
                </a:lnTo>
                <a:lnTo>
                  <a:pt x="229901" y="47896"/>
                </a:lnTo>
                <a:lnTo>
                  <a:pt x="36401" y="19158"/>
                </a:lnTo>
                <a:lnTo>
                  <a:pt x="19158" y="91960"/>
                </a:lnTo>
                <a:lnTo>
                  <a:pt x="28738" y="168594"/>
                </a:lnTo>
                <a:lnTo>
                  <a:pt x="57475" y="197331"/>
                </a:lnTo>
                <a:lnTo>
                  <a:pt x="116866" y="231816"/>
                </a:lnTo>
                <a:lnTo>
                  <a:pt x="141772" y="231816"/>
                </a:lnTo>
                <a:cubicBezTo>
                  <a:pt x="147519" y="231816"/>
                  <a:pt x="153267" y="233732"/>
                  <a:pt x="157099" y="239480"/>
                </a:cubicBezTo>
                <a:lnTo>
                  <a:pt x="170510" y="256722"/>
                </a:lnTo>
                <a:lnTo>
                  <a:pt x="189668" y="250975"/>
                </a:lnTo>
                <a:cubicBezTo>
                  <a:pt x="197331" y="249059"/>
                  <a:pt x="204995" y="250975"/>
                  <a:pt x="210742" y="256722"/>
                </a:cubicBezTo>
                <a:lnTo>
                  <a:pt x="237564" y="289291"/>
                </a:lnTo>
                <a:lnTo>
                  <a:pt x="249059" y="262470"/>
                </a:lnTo>
                <a:cubicBezTo>
                  <a:pt x="252891" y="252891"/>
                  <a:pt x="264386" y="249059"/>
                  <a:pt x="273965" y="252891"/>
                </a:cubicBezTo>
                <a:lnTo>
                  <a:pt x="296955" y="262470"/>
                </a:lnTo>
                <a:lnTo>
                  <a:pt x="310366" y="254806"/>
                </a:lnTo>
                <a:cubicBezTo>
                  <a:pt x="314197" y="252891"/>
                  <a:pt x="316113" y="252891"/>
                  <a:pt x="319945" y="252891"/>
                </a:cubicBezTo>
                <a:lnTo>
                  <a:pt x="341019" y="252891"/>
                </a:lnTo>
                <a:cubicBezTo>
                  <a:pt x="346767" y="252891"/>
                  <a:pt x="352514" y="254806"/>
                  <a:pt x="356346" y="260554"/>
                </a:cubicBezTo>
                <a:lnTo>
                  <a:pt x="386999" y="300787"/>
                </a:lnTo>
                <a:lnTo>
                  <a:pt x="398494" y="296955"/>
                </a:lnTo>
                <a:lnTo>
                  <a:pt x="373588" y="247143"/>
                </a:lnTo>
                <a:cubicBezTo>
                  <a:pt x="371672" y="241396"/>
                  <a:pt x="371672" y="235648"/>
                  <a:pt x="373588" y="229901"/>
                </a:cubicBezTo>
                <a:lnTo>
                  <a:pt x="402326" y="172425"/>
                </a:lnTo>
                <a:lnTo>
                  <a:pt x="390831" y="149435"/>
                </a:lnTo>
                <a:cubicBezTo>
                  <a:pt x="388915" y="145604"/>
                  <a:pt x="388915" y="139856"/>
                  <a:pt x="390831" y="134109"/>
                </a:cubicBezTo>
                <a:lnTo>
                  <a:pt x="398494" y="109203"/>
                </a:lnTo>
                <a:cubicBezTo>
                  <a:pt x="400410" y="105371"/>
                  <a:pt x="400410" y="103455"/>
                  <a:pt x="404242" y="101539"/>
                </a:cubicBezTo>
                <a:lnTo>
                  <a:pt x="423400" y="84297"/>
                </a:lnTo>
                <a:lnTo>
                  <a:pt x="440643" y="4789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7" name="Graphic 17" descr="Alabama icon.">
            <a:extLst>
              <a:ext uri="{FF2B5EF4-FFF2-40B4-BE49-F238E27FC236}">
                <a16:creationId xmlns:a16="http://schemas.microsoft.com/office/drawing/2014/main" id="{92FDE344-98F7-67CA-FFF2-81FAE889B6E7}"/>
              </a:ext>
            </a:extLst>
          </p:cNvPr>
          <p:cNvSpPr/>
          <p:nvPr/>
        </p:nvSpPr>
        <p:spPr>
          <a:xfrm>
            <a:off x="5947227" y="1393164"/>
            <a:ext cx="303342" cy="456533"/>
          </a:xfrm>
          <a:custGeom>
            <a:avLst/>
            <a:gdLst>
              <a:gd name="connsiteX0" fmla="*/ 285217 w 303342"/>
              <a:gd name="connsiteY0" fmla="*/ 215388 h 456533"/>
              <a:gd name="connsiteX1" fmla="*/ 248495 w 303342"/>
              <a:gd name="connsiteY1" fmla="*/ 15602 h 456533"/>
              <a:gd name="connsiteX2" fmla="*/ 229848 w 303342"/>
              <a:gd name="connsiteY2" fmla="*/ 0 h 456533"/>
              <a:gd name="connsiteX3" fmla="*/ 27399 w 303342"/>
              <a:gd name="connsiteY3" fmla="*/ 0 h 456533"/>
              <a:gd name="connsiteX4" fmla="*/ 9894 w 303342"/>
              <a:gd name="connsiteY4" fmla="*/ 12177 h 456533"/>
              <a:gd name="connsiteX5" fmla="*/ 15412 w 303342"/>
              <a:gd name="connsiteY5" fmla="*/ 33868 h 456533"/>
              <a:gd name="connsiteX6" fmla="*/ 28160 w 303342"/>
              <a:gd name="connsiteY6" fmla="*/ 42621 h 456533"/>
              <a:gd name="connsiteX7" fmla="*/ 24355 w 303342"/>
              <a:gd name="connsiteY7" fmla="*/ 73445 h 456533"/>
              <a:gd name="connsiteX8" fmla="*/ 0 w 303342"/>
              <a:gd name="connsiteY8" fmla="*/ 283885 h 456533"/>
              <a:gd name="connsiteX9" fmla="*/ 0 w 303342"/>
              <a:gd name="connsiteY9" fmla="*/ 421071 h 456533"/>
              <a:gd name="connsiteX10" fmla="*/ 13129 w 303342"/>
              <a:gd name="connsiteY10" fmla="*/ 439147 h 456533"/>
              <a:gd name="connsiteX11" fmla="*/ 29112 w 303342"/>
              <a:gd name="connsiteY11" fmla="*/ 442952 h 456533"/>
              <a:gd name="connsiteX12" fmla="*/ 39196 w 303342"/>
              <a:gd name="connsiteY12" fmla="*/ 439718 h 456533"/>
              <a:gd name="connsiteX13" fmla="*/ 48519 w 303342"/>
              <a:gd name="connsiteY13" fmla="*/ 423164 h 456533"/>
              <a:gd name="connsiteX14" fmla="*/ 54418 w 303342"/>
              <a:gd name="connsiteY14" fmla="*/ 445616 h 456533"/>
              <a:gd name="connsiteX15" fmla="*/ 71162 w 303342"/>
              <a:gd name="connsiteY15" fmla="*/ 456462 h 456533"/>
              <a:gd name="connsiteX16" fmla="*/ 93614 w 303342"/>
              <a:gd name="connsiteY16" fmla="*/ 453227 h 456533"/>
              <a:gd name="connsiteX17" fmla="*/ 104840 w 303342"/>
              <a:gd name="connsiteY17" fmla="*/ 447900 h 456533"/>
              <a:gd name="connsiteX18" fmla="*/ 114163 w 303342"/>
              <a:gd name="connsiteY18" fmla="*/ 431536 h 456533"/>
              <a:gd name="connsiteX19" fmla="*/ 114163 w 303342"/>
              <a:gd name="connsiteY19" fmla="*/ 411177 h 456533"/>
              <a:gd name="connsiteX20" fmla="*/ 112070 w 303342"/>
              <a:gd name="connsiteY20" fmla="*/ 402425 h 456533"/>
              <a:gd name="connsiteX21" fmla="*/ 106552 w 303342"/>
              <a:gd name="connsiteY21" fmla="*/ 389106 h 456533"/>
              <a:gd name="connsiteX22" fmla="*/ 110167 w 303342"/>
              <a:gd name="connsiteY22" fmla="*/ 380543 h 456533"/>
              <a:gd name="connsiteX23" fmla="*/ 279129 w 303342"/>
              <a:gd name="connsiteY23" fmla="*/ 379973 h 456533"/>
              <a:gd name="connsiteX24" fmla="*/ 295302 w 303342"/>
              <a:gd name="connsiteY24" fmla="*/ 370459 h 456533"/>
              <a:gd name="connsiteX25" fmla="*/ 294541 w 303342"/>
              <a:gd name="connsiteY25" fmla="*/ 350861 h 456533"/>
              <a:gd name="connsiteX26" fmla="*/ 288642 w 303342"/>
              <a:gd name="connsiteY26" fmla="*/ 343631 h 456533"/>
              <a:gd name="connsiteX27" fmla="*/ 289403 w 303342"/>
              <a:gd name="connsiteY27" fmla="*/ 342299 h 456533"/>
              <a:gd name="connsiteX28" fmla="*/ 291686 w 303342"/>
              <a:gd name="connsiteY28" fmla="*/ 338303 h 456533"/>
              <a:gd name="connsiteX29" fmla="*/ 290925 w 303342"/>
              <a:gd name="connsiteY29" fmla="*/ 323081 h 456533"/>
              <a:gd name="connsiteX30" fmla="*/ 285217 w 303342"/>
              <a:gd name="connsiteY30" fmla="*/ 310904 h 456533"/>
              <a:gd name="connsiteX31" fmla="*/ 285217 w 303342"/>
              <a:gd name="connsiteY31" fmla="*/ 287881 h 456533"/>
              <a:gd name="connsiteX32" fmla="*/ 300058 w 303342"/>
              <a:gd name="connsiteY32" fmla="*/ 265810 h 456533"/>
              <a:gd name="connsiteX33" fmla="*/ 301390 w 303342"/>
              <a:gd name="connsiteY33" fmla="*/ 246782 h 456533"/>
              <a:gd name="connsiteX34" fmla="*/ 285027 w 303342"/>
              <a:gd name="connsiteY34" fmla="*/ 214817 h 456533"/>
              <a:gd name="connsiteX35" fmla="*/ 270947 w 303342"/>
              <a:gd name="connsiteY35" fmla="*/ 275704 h 456533"/>
              <a:gd name="connsiteX36" fmla="*/ 266571 w 303342"/>
              <a:gd name="connsiteY36" fmla="*/ 287691 h 456533"/>
              <a:gd name="connsiteX37" fmla="*/ 266190 w 303342"/>
              <a:gd name="connsiteY37" fmla="*/ 311094 h 456533"/>
              <a:gd name="connsiteX38" fmla="*/ 273991 w 303342"/>
              <a:gd name="connsiteY38" fmla="*/ 331644 h 456533"/>
              <a:gd name="connsiteX39" fmla="*/ 272279 w 303342"/>
              <a:gd name="connsiteY39" fmla="*/ 335259 h 456533"/>
              <a:gd name="connsiteX40" fmla="*/ 270757 w 303342"/>
              <a:gd name="connsiteY40" fmla="*/ 338874 h 456533"/>
              <a:gd name="connsiteX41" fmla="*/ 273801 w 303342"/>
              <a:gd name="connsiteY41" fmla="*/ 355618 h 456533"/>
              <a:gd name="connsiteX42" fmla="*/ 278748 w 303342"/>
              <a:gd name="connsiteY42" fmla="*/ 361136 h 456533"/>
              <a:gd name="connsiteX43" fmla="*/ 109596 w 303342"/>
              <a:gd name="connsiteY43" fmla="*/ 361706 h 456533"/>
              <a:gd name="connsiteX44" fmla="*/ 94755 w 303342"/>
              <a:gd name="connsiteY44" fmla="*/ 368937 h 456533"/>
              <a:gd name="connsiteX45" fmla="*/ 88096 w 303342"/>
              <a:gd name="connsiteY45" fmla="*/ 384349 h 456533"/>
              <a:gd name="connsiteX46" fmla="*/ 89047 w 303342"/>
              <a:gd name="connsiteY46" fmla="*/ 399190 h 456533"/>
              <a:gd name="connsiteX47" fmla="*/ 95326 w 303342"/>
              <a:gd name="connsiteY47" fmla="*/ 411367 h 456533"/>
              <a:gd name="connsiteX48" fmla="*/ 95707 w 303342"/>
              <a:gd name="connsiteY48" fmla="*/ 431346 h 456533"/>
              <a:gd name="connsiteX49" fmla="*/ 84290 w 303342"/>
              <a:gd name="connsiteY49" fmla="*/ 437435 h 456533"/>
              <a:gd name="connsiteX50" fmla="*/ 71923 w 303342"/>
              <a:gd name="connsiteY50" fmla="*/ 438766 h 456533"/>
              <a:gd name="connsiteX51" fmla="*/ 66785 w 303342"/>
              <a:gd name="connsiteY51" fmla="*/ 416695 h 456533"/>
              <a:gd name="connsiteX52" fmla="*/ 66215 w 303342"/>
              <a:gd name="connsiteY52" fmla="*/ 390057 h 456533"/>
              <a:gd name="connsiteX53" fmla="*/ 54418 w 303342"/>
              <a:gd name="connsiteY53" fmla="*/ 376548 h 456533"/>
              <a:gd name="connsiteX54" fmla="*/ 39577 w 303342"/>
              <a:gd name="connsiteY54" fmla="*/ 387964 h 456533"/>
              <a:gd name="connsiteX55" fmla="*/ 28731 w 303342"/>
              <a:gd name="connsiteY55" fmla="*/ 423735 h 456533"/>
              <a:gd name="connsiteX56" fmla="*/ 28541 w 303342"/>
              <a:gd name="connsiteY56" fmla="*/ 423735 h 456533"/>
              <a:gd name="connsiteX57" fmla="*/ 19217 w 303342"/>
              <a:gd name="connsiteY57" fmla="*/ 421071 h 456533"/>
              <a:gd name="connsiteX58" fmla="*/ 19217 w 303342"/>
              <a:gd name="connsiteY58" fmla="*/ 285788 h 456533"/>
              <a:gd name="connsiteX59" fmla="*/ 42431 w 303342"/>
              <a:gd name="connsiteY59" fmla="*/ 84100 h 456533"/>
              <a:gd name="connsiteX60" fmla="*/ 47378 w 303342"/>
              <a:gd name="connsiteY60" fmla="*/ 43572 h 456533"/>
              <a:gd name="connsiteX61" fmla="*/ 40528 w 303342"/>
              <a:gd name="connsiteY61" fmla="*/ 27780 h 456533"/>
              <a:gd name="connsiteX62" fmla="*/ 36152 w 303342"/>
              <a:gd name="connsiteY62" fmla="*/ 24926 h 456533"/>
              <a:gd name="connsiteX63" fmla="*/ 27589 w 303342"/>
              <a:gd name="connsiteY63" fmla="*/ 19217 h 456533"/>
              <a:gd name="connsiteX64" fmla="*/ 57082 w 303342"/>
              <a:gd name="connsiteY64" fmla="*/ 19217 h 456533"/>
              <a:gd name="connsiteX65" fmla="*/ 57082 w 303342"/>
              <a:gd name="connsiteY65" fmla="*/ 19217 h 456533"/>
              <a:gd name="connsiteX66" fmla="*/ 229848 w 303342"/>
              <a:gd name="connsiteY66" fmla="*/ 19217 h 456533"/>
              <a:gd name="connsiteX67" fmla="*/ 266571 w 303342"/>
              <a:gd name="connsiteY67" fmla="*/ 219003 h 456533"/>
              <a:gd name="connsiteX68" fmla="*/ 268283 w 303342"/>
              <a:gd name="connsiteY68" fmla="*/ 224140 h 456533"/>
              <a:gd name="connsiteX69" fmla="*/ 284456 w 303342"/>
              <a:gd name="connsiteY69" fmla="*/ 255725 h 456533"/>
              <a:gd name="connsiteX70" fmla="*/ 270947 w 303342"/>
              <a:gd name="connsiteY70" fmla="*/ 275894 h 456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03342" h="456533">
                <a:moveTo>
                  <a:pt x="285217" y="215388"/>
                </a:moveTo>
                <a:lnTo>
                  <a:pt x="248495" y="15602"/>
                </a:lnTo>
                <a:cubicBezTo>
                  <a:pt x="246782" y="6469"/>
                  <a:pt x="238981" y="0"/>
                  <a:pt x="229848" y="0"/>
                </a:cubicBezTo>
                <a:lnTo>
                  <a:pt x="27399" y="0"/>
                </a:lnTo>
                <a:cubicBezTo>
                  <a:pt x="19598" y="381"/>
                  <a:pt x="12748" y="4947"/>
                  <a:pt x="9894" y="12177"/>
                </a:cubicBezTo>
                <a:cubicBezTo>
                  <a:pt x="7040" y="19408"/>
                  <a:pt x="7040" y="27019"/>
                  <a:pt x="15412" y="33868"/>
                </a:cubicBezTo>
                <a:lnTo>
                  <a:pt x="28160" y="42621"/>
                </a:lnTo>
                <a:cubicBezTo>
                  <a:pt x="28160" y="42621"/>
                  <a:pt x="24545" y="73445"/>
                  <a:pt x="24355" y="73445"/>
                </a:cubicBezTo>
                <a:lnTo>
                  <a:pt x="0" y="283885"/>
                </a:lnTo>
                <a:lnTo>
                  <a:pt x="0" y="421071"/>
                </a:lnTo>
                <a:cubicBezTo>
                  <a:pt x="0" y="429253"/>
                  <a:pt x="5137" y="436674"/>
                  <a:pt x="13129" y="439147"/>
                </a:cubicBezTo>
                <a:cubicBezTo>
                  <a:pt x="13129" y="439147"/>
                  <a:pt x="26828" y="442952"/>
                  <a:pt x="29112" y="442952"/>
                </a:cubicBezTo>
                <a:cubicBezTo>
                  <a:pt x="32727" y="442952"/>
                  <a:pt x="36152" y="441811"/>
                  <a:pt x="39196" y="439718"/>
                </a:cubicBezTo>
                <a:cubicBezTo>
                  <a:pt x="43762" y="436674"/>
                  <a:pt x="48519" y="423164"/>
                  <a:pt x="48519" y="423164"/>
                </a:cubicBezTo>
                <a:lnTo>
                  <a:pt x="54418" y="445616"/>
                </a:lnTo>
                <a:cubicBezTo>
                  <a:pt x="57082" y="452466"/>
                  <a:pt x="60697" y="456081"/>
                  <a:pt x="71162" y="456462"/>
                </a:cubicBezTo>
                <a:cubicBezTo>
                  <a:pt x="79153" y="456842"/>
                  <a:pt x="86383" y="455701"/>
                  <a:pt x="93614" y="453227"/>
                </a:cubicBezTo>
                <a:cubicBezTo>
                  <a:pt x="97229" y="451895"/>
                  <a:pt x="101225" y="450563"/>
                  <a:pt x="104840" y="447900"/>
                </a:cubicBezTo>
                <a:cubicBezTo>
                  <a:pt x="110548" y="444475"/>
                  <a:pt x="114163" y="438196"/>
                  <a:pt x="114163" y="431536"/>
                </a:cubicBezTo>
                <a:lnTo>
                  <a:pt x="114163" y="411177"/>
                </a:lnTo>
                <a:cubicBezTo>
                  <a:pt x="114163" y="408323"/>
                  <a:pt x="113592" y="405469"/>
                  <a:pt x="112070" y="402425"/>
                </a:cubicBezTo>
                <a:lnTo>
                  <a:pt x="106552" y="389106"/>
                </a:lnTo>
                <a:lnTo>
                  <a:pt x="110167" y="380543"/>
                </a:lnTo>
                <a:lnTo>
                  <a:pt x="279129" y="379973"/>
                </a:lnTo>
                <a:cubicBezTo>
                  <a:pt x="285978" y="379973"/>
                  <a:pt x="291877" y="376357"/>
                  <a:pt x="295302" y="370459"/>
                </a:cubicBezTo>
                <a:cubicBezTo>
                  <a:pt x="298536" y="364751"/>
                  <a:pt x="298536" y="357711"/>
                  <a:pt x="294541" y="350861"/>
                </a:cubicBezTo>
                <a:lnTo>
                  <a:pt x="288642" y="343631"/>
                </a:lnTo>
                <a:cubicBezTo>
                  <a:pt x="288642" y="343631"/>
                  <a:pt x="289023" y="342679"/>
                  <a:pt x="289403" y="342299"/>
                </a:cubicBezTo>
                <a:cubicBezTo>
                  <a:pt x="289403" y="342299"/>
                  <a:pt x="291877" y="338303"/>
                  <a:pt x="291686" y="338303"/>
                </a:cubicBezTo>
                <a:cubicBezTo>
                  <a:pt x="294160" y="332785"/>
                  <a:pt x="293970" y="328028"/>
                  <a:pt x="290925" y="323081"/>
                </a:cubicBezTo>
                <a:cubicBezTo>
                  <a:pt x="290925" y="323081"/>
                  <a:pt x="285788" y="312046"/>
                  <a:pt x="285217" y="310904"/>
                </a:cubicBezTo>
                <a:lnTo>
                  <a:pt x="285217" y="287881"/>
                </a:lnTo>
                <a:cubicBezTo>
                  <a:pt x="285217" y="287881"/>
                  <a:pt x="300058" y="265810"/>
                  <a:pt x="300058" y="265810"/>
                </a:cubicBezTo>
                <a:cubicBezTo>
                  <a:pt x="303864" y="260101"/>
                  <a:pt x="304435" y="252871"/>
                  <a:pt x="301390" y="246782"/>
                </a:cubicBezTo>
                <a:cubicBezTo>
                  <a:pt x="295492" y="234795"/>
                  <a:pt x="287310" y="219003"/>
                  <a:pt x="285027" y="214817"/>
                </a:cubicBezTo>
                <a:close/>
                <a:moveTo>
                  <a:pt x="270947" y="275704"/>
                </a:moveTo>
                <a:cubicBezTo>
                  <a:pt x="267903" y="280080"/>
                  <a:pt x="266761" y="283695"/>
                  <a:pt x="266571" y="287691"/>
                </a:cubicBezTo>
                <a:lnTo>
                  <a:pt x="266190" y="311094"/>
                </a:lnTo>
                <a:cubicBezTo>
                  <a:pt x="266190" y="314709"/>
                  <a:pt x="273991" y="331644"/>
                  <a:pt x="273991" y="331644"/>
                </a:cubicBezTo>
                <a:lnTo>
                  <a:pt x="272279" y="335259"/>
                </a:lnTo>
                <a:lnTo>
                  <a:pt x="270757" y="338874"/>
                </a:lnTo>
                <a:cubicBezTo>
                  <a:pt x="269425" y="344201"/>
                  <a:pt x="270186" y="350290"/>
                  <a:pt x="273801" y="355618"/>
                </a:cubicBezTo>
                <a:lnTo>
                  <a:pt x="278748" y="361136"/>
                </a:lnTo>
                <a:lnTo>
                  <a:pt x="109596" y="361706"/>
                </a:lnTo>
                <a:cubicBezTo>
                  <a:pt x="103698" y="361706"/>
                  <a:pt x="98370" y="364370"/>
                  <a:pt x="94755" y="368937"/>
                </a:cubicBezTo>
                <a:lnTo>
                  <a:pt x="88096" y="384349"/>
                </a:lnTo>
                <a:cubicBezTo>
                  <a:pt x="86383" y="389106"/>
                  <a:pt x="86764" y="394433"/>
                  <a:pt x="89047" y="399190"/>
                </a:cubicBezTo>
                <a:lnTo>
                  <a:pt x="95326" y="411367"/>
                </a:lnTo>
                <a:lnTo>
                  <a:pt x="95707" y="431346"/>
                </a:lnTo>
                <a:lnTo>
                  <a:pt x="84290" y="437435"/>
                </a:lnTo>
                <a:cubicBezTo>
                  <a:pt x="77821" y="438196"/>
                  <a:pt x="76299" y="438386"/>
                  <a:pt x="71923" y="438766"/>
                </a:cubicBezTo>
                <a:lnTo>
                  <a:pt x="66785" y="416695"/>
                </a:lnTo>
                <a:lnTo>
                  <a:pt x="66215" y="390057"/>
                </a:lnTo>
                <a:cubicBezTo>
                  <a:pt x="64883" y="382827"/>
                  <a:pt x="60506" y="377118"/>
                  <a:pt x="54418" y="376548"/>
                </a:cubicBezTo>
                <a:cubicBezTo>
                  <a:pt x="51944" y="376357"/>
                  <a:pt x="44714" y="375596"/>
                  <a:pt x="39577" y="387964"/>
                </a:cubicBezTo>
                <a:lnTo>
                  <a:pt x="28731" y="423735"/>
                </a:lnTo>
                <a:lnTo>
                  <a:pt x="28541" y="423735"/>
                </a:lnTo>
                <a:cubicBezTo>
                  <a:pt x="28541" y="423735"/>
                  <a:pt x="19217" y="421071"/>
                  <a:pt x="19217" y="421071"/>
                </a:cubicBezTo>
                <a:lnTo>
                  <a:pt x="19217" y="285788"/>
                </a:lnTo>
                <a:cubicBezTo>
                  <a:pt x="19217" y="285788"/>
                  <a:pt x="42431" y="84100"/>
                  <a:pt x="42431" y="84100"/>
                </a:cubicBezTo>
                <a:lnTo>
                  <a:pt x="47378" y="43572"/>
                </a:lnTo>
                <a:cubicBezTo>
                  <a:pt x="48329" y="36152"/>
                  <a:pt x="44904" y="31775"/>
                  <a:pt x="40528" y="27780"/>
                </a:cubicBezTo>
                <a:lnTo>
                  <a:pt x="36152" y="24926"/>
                </a:lnTo>
                <a:lnTo>
                  <a:pt x="27589" y="19217"/>
                </a:lnTo>
                <a:lnTo>
                  <a:pt x="57082" y="19217"/>
                </a:lnTo>
                <a:cubicBezTo>
                  <a:pt x="57082" y="19217"/>
                  <a:pt x="57082" y="19217"/>
                  <a:pt x="57082" y="19217"/>
                </a:cubicBezTo>
                <a:lnTo>
                  <a:pt x="229848" y="19217"/>
                </a:lnTo>
                <a:cubicBezTo>
                  <a:pt x="229848" y="19217"/>
                  <a:pt x="266571" y="219003"/>
                  <a:pt x="266571" y="219003"/>
                </a:cubicBezTo>
                <a:cubicBezTo>
                  <a:pt x="266761" y="220144"/>
                  <a:pt x="267332" y="222047"/>
                  <a:pt x="268283" y="224140"/>
                </a:cubicBezTo>
                <a:cubicBezTo>
                  <a:pt x="270566" y="228516"/>
                  <a:pt x="278558" y="243928"/>
                  <a:pt x="284456" y="255725"/>
                </a:cubicBezTo>
                <a:lnTo>
                  <a:pt x="270947" y="27589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0" name="Graphic 18" descr="Alaska icon.">
            <a:extLst>
              <a:ext uri="{FF2B5EF4-FFF2-40B4-BE49-F238E27FC236}">
                <a16:creationId xmlns:a16="http://schemas.microsoft.com/office/drawing/2014/main" id="{D28BE8DC-1677-155E-E709-C3659CCE22E4}"/>
              </a:ext>
            </a:extLst>
          </p:cNvPr>
          <p:cNvSpPr/>
          <p:nvPr/>
        </p:nvSpPr>
        <p:spPr>
          <a:xfrm>
            <a:off x="7120866" y="1411192"/>
            <a:ext cx="406485" cy="420477"/>
          </a:xfrm>
          <a:custGeom>
            <a:avLst/>
            <a:gdLst>
              <a:gd name="connsiteX0" fmla="*/ 405914 w 406485"/>
              <a:gd name="connsiteY0" fmla="*/ 351789 h 420477"/>
              <a:gd name="connsiteX1" fmla="*/ 396211 w 406485"/>
              <a:gd name="connsiteY1" fmla="*/ 335426 h 420477"/>
              <a:gd name="connsiteX2" fmla="*/ 387078 w 406485"/>
              <a:gd name="connsiteY2" fmla="*/ 330669 h 420477"/>
              <a:gd name="connsiteX3" fmla="*/ 380037 w 406485"/>
              <a:gd name="connsiteY3" fmla="*/ 309358 h 420477"/>
              <a:gd name="connsiteX4" fmla="*/ 375661 w 406485"/>
              <a:gd name="connsiteY4" fmla="*/ 302318 h 420477"/>
              <a:gd name="connsiteX5" fmla="*/ 354922 w 406485"/>
              <a:gd name="connsiteY5" fmla="*/ 281198 h 420477"/>
              <a:gd name="connsiteX6" fmla="*/ 335704 w 406485"/>
              <a:gd name="connsiteY6" fmla="*/ 276822 h 420477"/>
              <a:gd name="connsiteX7" fmla="*/ 321434 w 406485"/>
              <a:gd name="connsiteY7" fmla="*/ 282340 h 420477"/>
              <a:gd name="connsiteX8" fmla="*/ 301646 w 406485"/>
              <a:gd name="connsiteY8" fmla="*/ 256273 h 420477"/>
              <a:gd name="connsiteX9" fmla="*/ 301265 w 406485"/>
              <a:gd name="connsiteY9" fmla="*/ 66572 h 420477"/>
              <a:gd name="connsiteX10" fmla="*/ 296128 w 406485"/>
              <a:gd name="connsiteY10" fmla="*/ 54585 h 420477"/>
              <a:gd name="connsiteX11" fmla="*/ 278432 w 406485"/>
              <a:gd name="connsiteY11" fmla="*/ 29659 h 420477"/>
              <a:gd name="connsiteX12" fmla="*/ 254458 w 406485"/>
              <a:gd name="connsiteY12" fmla="*/ 25093 h 420477"/>
              <a:gd name="connsiteX13" fmla="*/ 236382 w 406485"/>
              <a:gd name="connsiteY13" fmla="*/ 30040 h 420477"/>
              <a:gd name="connsiteX14" fmla="*/ 199089 w 406485"/>
              <a:gd name="connsiteY14" fmla="*/ 20526 h 420477"/>
              <a:gd name="connsiteX15" fmla="*/ 177588 w 406485"/>
              <a:gd name="connsiteY15" fmla="*/ 5114 h 420477"/>
              <a:gd name="connsiteX16" fmla="*/ 160654 w 406485"/>
              <a:gd name="connsiteY16" fmla="*/ 2070 h 420477"/>
              <a:gd name="connsiteX17" fmla="*/ 149809 w 406485"/>
              <a:gd name="connsiteY17" fmla="*/ 7207 h 420477"/>
              <a:gd name="connsiteX18" fmla="*/ 140485 w 406485"/>
              <a:gd name="connsiteY18" fmla="*/ 2450 h 420477"/>
              <a:gd name="connsiteX19" fmla="*/ 122790 w 406485"/>
              <a:gd name="connsiteY19" fmla="*/ 2260 h 420477"/>
              <a:gd name="connsiteX20" fmla="*/ 111945 w 406485"/>
              <a:gd name="connsiteY20" fmla="*/ 7968 h 420477"/>
              <a:gd name="connsiteX21" fmla="*/ 90634 w 406485"/>
              <a:gd name="connsiteY21" fmla="*/ 7968 h 420477"/>
              <a:gd name="connsiteX22" fmla="*/ 80360 w 406485"/>
              <a:gd name="connsiteY22" fmla="*/ 11013 h 420477"/>
              <a:gd name="connsiteX23" fmla="*/ 58669 w 406485"/>
              <a:gd name="connsiteY23" fmla="*/ 25473 h 420477"/>
              <a:gd name="connsiteX24" fmla="*/ 51058 w 406485"/>
              <a:gd name="connsiteY24" fmla="*/ 37080 h 420477"/>
              <a:gd name="connsiteX25" fmla="*/ 44588 w 406485"/>
              <a:gd name="connsiteY25" fmla="*/ 69997 h 420477"/>
              <a:gd name="connsiteX26" fmla="*/ 29747 w 406485"/>
              <a:gd name="connsiteY26" fmla="*/ 69997 h 420477"/>
              <a:gd name="connsiteX27" fmla="*/ 20043 w 406485"/>
              <a:gd name="connsiteY27" fmla="*/ 74373 h 420477"/>
              <a:gd name="connsiteX28" fmla="*/ 16238 w 406485"/>
              <a:gd name="connsiteY28" fmla="*/ 83887 h 420477"/>
              <a:gd name="connsiteX29" fmla="*/ 16238 w 406485"/>
              <a:gd name="connsiteY29" fmla="*/ 93781 h 420477"/>
              <a:gd name="connsiteX30" fmla="*/ 21375 w 406485"/>
              <a:gd name="connsiteY30" fmla="*/ 106529 h 420477"/>
              <a:gd name="connsiteX31" fmla="*/ 33933 w 406485"/>
              <a:gd name="connsiteY31" fmla="*/ 119087 h 420477"/>
              <a:gd name="connsiteX32" fmla="*/ 46872 w 406485"/>
              <a:gd name="connsiteY32" fmla="*/ 124414 h 420477"/>
              <a:gd name="connsiteX33" fmla="*/ 69134 w 406485"/>
              <a:gd name="connsiteY33" fmla="*/ 124034 h 420477"/>
              <a:gd name="connsiteX34" fmla="*/ 69895 w 406485"/>
              <a:gd name="connsiteY34" fmla="*/ 150101 h 420477"/>
              <a:gd name="connsiteX35" fmla="*/ 58478 w 406485"/>
              <a:gd name="connsiteY35" fmla="*/ 150101 h 420477"/>
              <a:gd name="connsiteX36" fmla="*/ 55244 w 406485"/>
              <a:gd name="connsiteY36" fmla="*/ 144393 h 420477"/>
              <a:gd name="connsiteX37" fmla="*/ 32601 w 406485"/>
              <a:gd name="connsiteY37" fmla="*/ 135450 h 420477"/>
              <a:gd name="connsiteX38" fmla="*/ 16048 w 406485"/>
              <a:gd name="connsiteY38" fmla="*/ 141349 h 420477"/>
              <a:gd name="connsiteX39" fmla="*/ 6915 w 406485"/>
              <a:gd name="connsiteY39" fmla="*/ 149721 h 420477"/>
              <a:gd name="connsiteX40" fmla="*/ 1968 w 406485"/>
              <a:gd name="connsiteY40" fmla="*/ 159424 h 420477"/>
              <a:gd name="connsiteX41" fmla="*/ 1968 w 406485"/>
              <a:gd name="connsiteY41" fmla="*/ 159424 h 420477"/>
              <a:gd name="connsiteX42" fmla="*/ 3109 w 406485"/>
              <a:gd name="connsiteY42" fmla="*/ 178071 h 420477"/>
              <a:gd name="connsiteX43" fmla="*/ 15096 w 406485"/>
              <a:gd name="connsiteY43" fmla="*/ 196527 h 420477"/>
              <a:gd name="connsiteX44" fmla="*/ 30508 w 406485"/>
              <a:gd name="connsiteY44" fmla="*/ 204899 h 420477"/>
              <a:gd name="connsiteX45" fmla="*/ 60952 w 406485"/>
              <a:gd name="connsiteY45" fmla="*/ 204329 h 420477"/>
              <a:gd name="connsiteX46" fmla="*/ 60952 w 406485"/>
              <a:gd name="connsiteY46" fmla="*/ 212700 h 420477"/>
              <a:gd name="connsiteX47" fmla="*/ 47823 w 406485"/>
              <a:gd name="connsiteY47" fmla="*/ 212700 h 420477"/>
              <a:gd name="connsiteX48" fmla="*/ 32601 w 406485"/>
              <a:gd name="connsiteY48" fmla="*/ 221072 h 420477"/>
              <a:gd name="connsiteX49" fmla="*/ 19092 w 406485"/>
              <a:gd name="connsiteY49" fmla="*/ 241622 h 420477"/>
              <a:gd name="connsiteX50" fmla="*/ 16619 w 406485"/>
              <a:gd name="connsiteY50" fmla="*/ 251706 h 420477"/>
              <a:gd name="connsiteX51" fmla="*/ 16619 w 406485"/>
              <a:gd name="connsiteY51" fmla="*/ 277203 h 420477"/>
              <a:gd name="connsiteX52" fmla="*/ 31079 w 406485"/>
              <a:gd name="connsiteY52" fmla="*/ 295088 h 420477"/>
              <a:gd name="connsiteX53" fmla="*/ 60571 w 406485"/>
              <a:gd name="connsiteY53" fmla="*/ 300606 h 420477"/>
              <a:gd name="connsiteX54" fmla="*/ 60571 w 406485"/>
              <a:gd name="connsiteY54" fmla="*/ 306695 h 420477"/>
              <a:gd name="connsiteX55" fmla="*/ 68753 w 406485"/>
              <a:gd name="connsiteY55" fmla="*/ 322107 h 420477"/>
              <a:gd name="connsiteX56" fmla="*/ 79028 w 406485"/>
              <a:gd name="connsiteY56" fmla="*/ 325341 h 420477"/>
              <a:gd name="connsiteX57" fmla="*/ 86068 w 406485"/>
              <a:gd name="connsiteY57" fmla="*/ 324009 h 420477"/>
              <a:gd name="connsiteX58" fmla="*/ 104524 w 406485"/>
              <a:gd name="connsiteY58" fmla="*/ 316399 h 420477"/>
              <a:gd name="connsiteX59" fmla="*/ 104524 w 406485"/>
              <a:gd name="connsiteY59" fmla="*/ 325151 h 420477"/>
              <a:gd name="connsiteX60" fmla="*/ 73890 w 406485"/>
              <a:gd name="connsiteY60" fmla="*/ 348364 h 420477"/>
              <a:gd name="connsiteX61" fmla="*/ 34504 w 406485"/>
              <a:gd name="connsiteY61" fmla="*/ 364537 h 420477"/>
              <a:gd name="connsiteX62" fmla="*/ 24420 w 406485"/>
              <a:gd name="connsiteY62" fmla="*/ 374622 h 420477"/>
              <a:gd name="connsiteX63" fmla="*/ 16048 w 406485"/>
              <a:gd name="connsiteY63" fmla="*/ 395171 h 420477"/>
              <a:gd name="connsiteX64" fmla="*/ 20234 w 406485"/>
              <a:gd name="connsiteY64" fmla="*/ 415340 h 420477"/>
              <a:gd name="connsiteX65" fmla="*/ 32982 w 406485"/>
              <a:gd name="connsiteY65" fmla="*/ 420477 h 420477"/>
              <a:gd name="connsiteX66" fmla="*/ 40403 w 406485"/>
              <a:gd name="connsiteY66" fmla="*/ 418955 h 420477"/>
              <a:gd name="connsiteX67" fmla="*/ 99387 w 406485"/>
              <a:gd name="connsiteY67" fmla="*/ 392888 h 420477"/>
              <a:gd name="connsiteX68" fmla="*/ 103573 w 406485"/>
              <a:gd name="connsiteY68" fmla="*/ 390414 h 420477"/>
              <a:gd name="connsiteX69" fmla="*/ 143910 w 406485"/>
              <a:gd name="connsiteY69" fmla="*/ 357688 h 420477"/>
              <a:gd name="connsiteX70" fmla="*/ 150189 w 406485"/>
              <a:gd name="connsiteY70" fmla="*/ 347984 h 420477"/>
              <a:gd name="connsiteX71" fmla="*/ 158561 w 406485"/>
              <a:gd name="connsiteY71" fmla="*/ 316018 h 420477"/>
              <a:gd name="connsiteX72" fmla="*/ 159132 w 406485"/>
              <a:gd name="connsiteY72" fmla="*/ 311261 h 420477"/>
              <a:gd name="connsiteX73" fmla="*/ 158561 w 406485"/>
              <a:gd name="connsiteY73" fmla="*/ 293185 h 420477"/>
              <a:gd name="connsiteX74" fmla="*/ 168646 w 406485"/>
              <a:gd name="connsiteY74" fmla="*/ 288999 h 420477"/>
              <a:gd name="connsiteX75" fmla="*/ 173973 w 406485"/>
              <a:gd name="connsiteY75" fmla="*/ 314876 h 420477"/>
              <a:gd name="connsiteX76" fmla="*/ 182345 w 406485"/>
              <a:gd name="connsiteY76" fmla="*/ 326863 h 420477"/>
              <a:gd name="connsiteX77" fmla="*/ 196806 w 406485"/>
              <a:gd name="connsiteY77" fmla="*/ 328956 h 420477"/>
              <a:gd name="connsiteX78" fmla="*/ 214501 w 406485"/>
              <a:gd name="connsiteY78" fmla="*/ 324200 h 420477"/>
              <a:gd name="connsiteX79" fmla="*/ 227440 w 406485"/>
              <a:gd name="connsiteY79" fmla="*/ 301938 h 420477"/>
              <a:gd name="connsiteX80" fmla="*/ 223063 w 406485"/>
              <a:gd name="connsiteY80" fmla="*/ 287477 h 420477"/>
              <a:gd name="connsiteX81" fmla="*/ 236763 w 406485"/>
              <a:gd name="connsiteY81" fmla="*/ 287477 h 420477"/>
              <a:gd name="connsiteX82" fmla="*/ 309827 w 406485"/>
              <a:gd name="connsiteY82" fmla="*/ 335616 h 420477"/>
              <a:gd name="connsiteX83" fmla="*/ 321624 w 406485"/>
              <a:gd name="connsiteY83" fmla="*/ 365108 h 420477"/>
              <a:gd name="connsiteX84" fmla="*/ 335133 w 406485"/>
              <a:gd name="connsiteY84" fmla="*/ 376334 h 420477"/>
              <a:gd name="connsiteX85" fmla="*/ 338748 w 406485"/>
              <a:gd name="connsiteY85" fmla="*/ 376715 h 420477"/>
              <a:gd name="connsiteX86" fmla="*/ 351687 w 406485"/>
              <a:gd name="connsiteY86" fmla="*/ 371387 h 420477"/>
              <a:gd name="connsiteX87" fmla="*/ 361962 w 406485"/>
              <a:gd name="connsiteY87" fmla="*/ 386609 h 420477"/>
              <a:gd name="connsiteX88" fmla="*/ 366338 w 406485"/>
              <a:gd name="connsiteY88" fmla="*/ 391175 h 420477"/>
              <a:gd name="connsiteX89" fmla="*/ 379276 w 406485"/>
              <a:gd name="connsiteY89" fmla="*/ 398786 h 420477"/>
              <a:gd name="connsiteX90" fmla="*/ 388219 w 406485"/>
              <a:gd name="connsiteY90" fmla="*/ 401450 h 420477"/>
              <a:gd name="connsiteX91" fmla="*/ 396211 w 406485"/>
              <a:gd name="connsiteY91" fmla="*/ 399547 h 420477"/>
              <a:gd name="connsiteX92" fmla="*/ 406485 w 406485"/>
              <a:gd name="connsiteY92" fmla="*/ 382994 h 420477"/>
              <a:gd name="connsiteX93" fmla="*/ 406485 w 406485"/>
              <a:gd name="connsiteY93" fmla="*/ 352931 h 420477"/>
              <a:gd name="connsiteX94" fmla="*/ 387268 w 406485"/>
              <a:gd name="connsiteY94" fmla="*/ 380710 h 420477"/>
              <a:gd name="connsiteX95" fmla="*/ 377183 w 406485"/>
              <a:gd name="connsiteY95" fmla="*/ 374622 h 420477"/>
              <a:gd name="connsiteX96" fmla="*/ 366718 w 406485"/>
              <a:gd name="connsiteY96" fmla="*/ 358639 h 420477"/>
              <a:gd name="connsiteX97" fmla="*/ 353019 w 406485"/>
              <a:gd name="connsiteY97" fmla="*/ 350457 h 420477"/>
              <a:gd name="connsiteX98" fmla="*/ 340271 w 406485"/>
              <a:gd name="connsiteY98" fmla="*/ 354453 h 420477"/>
              <a:gd name="connsiteX99" fmla="*/ 338368 w 406485"/>
              <a:gd name="connsiteY99" fmla="*/ 355785 h 420477"/>
              <a:gd name="connsiteX100" fmla="*/ 327903 w 406485"/>
              <a:gd name="connsiteY100" fmla="*/ 329147 h 420477"/>
              <a:gd name="connsiteX101" fmla="*/ 327903 w 406485"/>
              <a:gd name="connsiteY101" fmla="*/ 329147 h 420477"/>
              <a:gd name="connsiteX102" fmla="*/ 327142 w 406485"/>
              <a:gd name="connsiteY102" fmla="*/ 327244 h 420477"/>
              <a:gd name="connsiteX103" fmla="*/ 320292 w 406485"/>
              <a:gd name="connsiteY103" fmla="*/ 318872 h 420477"/>
              <a:gd name="connsiteX104" fmla="*/ 263020 w 406485"/>
              <a:gd name="connsiteY104" fmla="*/ 280437 h 420477"/>
              <a:gd name="connsiteX105" fmla="*/ 263020 w 406485"/>
              <a:gd name="connsiteY105" fmla="*/ 280437 h 420477"/>
              <a:gd name="connsiteX106" fmla="*/ 246657 w 406485"/>
              <a:gd name="connsiteY106" fmla="*/ 270353 h 420477"/>
              <a:gd name="connsiteX107" fmla="*/ 235621 w 406485"/>
              <a:gd name="connsiteY107" fmla="*/ 267118 h 420477"/>
              <a:gd name="connsiteX108" fmla="*/ 232957 w 406485"/>
              <a:gd name="connsiteY108" fmla="*/ 267118 h 420477"/>
              <a:gd name="connsiteX109" fmla="*/ 222302 w 406485"/>
              <a:gd name="connsiteY109" fmla="*/ 267118 h 420477"/>
              <a:gd name="connsiteX110" fmla="*/ 207842 w 406485"/>
              <a:gd name="connsiteY110" fmla="*/ 274158 h 420477"/>
              <a:gd name="connsiteX111" fmla="*/ 204607 w 406485"/>
              <a:gd name="connsiteY111" fmla="*/ 289570 h 420477"/>
              <a:gd name="connsiteX112" fmla="*/ 208983 w 406485"/>
              <a:gd name="connsiteY112" fmla="*/ 304602 h 420477"/>
              <a:gd name="connsiteX113" fmla="*/ 192239 w 406485"/>
              <a:gd name="connsiteY113" fmla="*/ 309929 h 420477"/>
              <a:gd name="connsiteX114" fmla="*/ 186912 w 406485"/>
              <a:gd name="connsiteY114" fmla="*/ 284243 h 420477"/>
              <a:gd name="connsiteX115" fmla="*/ 178159 w 406485"/>
              <a:gd name="connsiteY115" fmla="*/ 272065 h 420477"/>
              <a:gd name="connsiteX116" fmla="*/ 163128 w 406485"/>
              <a:gd name="connsiteY116" fmla="*/ 270543 h 420477"/>
              <a:gd name="connsiteX117" fmla="*/ 152092 w 406485"/>
              <a:gd name="connsiteY117" fmla="*/ 274349 h 420477"/>
              <a:gd name="connsiteX118" fmla="*/ 139534 w 406485"/>
              <a:gd name="connsiteY118" fmla="*/ 291854 h 420477"/>
              <a:gd name="connsiteX119" fmla="*/ 139534 w 406485"/>
              <a:gd name="connsiteY119" fmla="*/ 310500 h 420477"/>
              <a:gd name="connsiteX120" fmla="*/ 131352 w 406485"/>
              <a:gd name="connsiteY120" fmla="*/ 342276 h 420477"/>
              <a:gd name="connsiteX121" fmla="*/ 91205 w 406485"/>
              <a:gd name="connsiteY121" fmla="*/ 375002 h 420477"/>
              <a:gd name="connsiteX122" fmla="*/ 33172 w 406485"/>
              <a:gd name="connsiteY122" fmla="*/ 402021 h 420477"/>
              <a:gd name="connsiteX123" fmla="*/ 41164 w 406485"/>
              <a:gd name="connsiteY123" fmla="*/ 381852 h 420477"/>
              <a:gd name="connsiteX124" fmla="*/ 80550 w 406485"/>
              <a:gd name="connsiteY124" fmla="*/ 365679 h 420477"/>
              <a:gd name="connsiteX125" fmla="*/ 84546 w 406485"/>
              <a:gd name="connsiteY125" fmla="*/ 363396 h 420477"/>
              <a:gd name="connsiteX126" fmla="*/ 115750 w 406485"/>
              <a:gd name="connsiteY126" fmla="*/ 339992 h 420477"/>
              <a:gd name="connsiteX127" fmla="*/ 122980 w 406485"/>
              <a:gd name="connsiteY127" fmla="*/ 324771 h 420477"/>
              <a:gd name="connsiteX128" fmla="*/ 122980 w 406485"/>
              <a:gd name="connsiteY128" fmla="*/ 314876 h 420477"/>
              <a:gd name="connsiteX129" fmla="*/ 114989 w 406485"/>
              <a:gd name="connsiteY129" fmla="*/ 299655 h 420477"/>
              <a:gd name="connsiteX130" fmla="*/ 99767 w 406485"/>
              <a:gd name="connsiteY130" fmla="*/ 297371 h 420477"/>
              <a:gd name="connsiteX131" fmla="*/ 99767 w 406485"/>
              <a:gd name="connsiteY131" fmla="*/ 297371 h 420477"/>
              <a:gd name="connsiteX132" fmla="*/ 79218 w 406485"/>
              <a:gd name="connsiteY132" fmla="*/ 306504 h 420477"/>
              <a:gd name="connsiteX133" fmla="*/ 78837 w 406485"/>
              <a:gd name="connsiteY133" fmla="*/ 298703 h 420477"/>
              <a:gd name="connsiteX134" fmla="*/ 64567 w 406485"/>
              <a:gd name="connsiteY134" fmla="*/ 282530 h 420477"/>
              <a:gd name="connsiteX135" fmla="*/ 35075 w 406485"/>
              <a:gd name="connsiteY135" fmla="*/ 277012 h 420477"/>
              <a:gd name="connsiteX136" fmla="*/ 35075 w 406485"/>
              <a:gd name="connsiteY136" fmla="*/ 252087 h 420477"/>
              <a:gd name="connsiteX137" fmla="*/ 47633 w 406485"/>
              <a:gd name="connsiteY137" fmla="*/ 231728 h 420477"/>
              <a:gd name="connsiteX138" fmla="*/ 60762 w 406485"/>
              <a:gd name="connsiteY138" fmla="*/ 231728 h 420477"/>
              <a:gd name="connsiteX139" fmla="*/ 79028 w 406485"/>
              <a:gd name="connsiteY139" fmla="*/ 213271 h 420477"/>
              <a:gd name="connsiteX140" fmla="*/ 79028 w 406485"/>
              <a:gd name="connsiteY140" fmla="*/ 204329 h 420477"/>
              <a:gd name="connsiteX141" fmla="*/ 73700 w 406485"/>
              <a:gd name="connsiteY141" fmla="*/ 191200 h 420477"/>
              <a:gd name="connsiteX142" fmla="*/ 60762 w 406485"/>
              <a:gd name="connsiteY142" fmla="*/ 185872 h 420477"/>
              <a:gd name="connsiteX143" fmla="*/ 30699 w 406485"/>
              <a:gd name="connsiteY143" fmla="*/ 186253 h 420477"/>
              <a:gd name="connsiteX144" fmla="*/ 18521 w 406485"/>
              <a:gd name="connsiteY144" fmla="*/ 168557 h 420477"/>
              <a:gd name="connsiteX145" fmla="*/ 23849 w 406485"/>
              <a:gd name="connsiteY145" fmla="*/ 158854 h 420477"/>
              <a:gd name="connsiteX146" fmla="*/ 38119 w 406485"/>
              <a:gd name="connsiteY146" fmla="*/ 153336 h 420477"/>
              <a:gd name="connsiteX147" fmla="*/ 41544 w 406485"/>
              <a:gd name="connsiteY147" fmla="*/ 159424 h 420477"/>
              <a:gd name="connsiteX148" fmla="*/ 58098 w 406485"/>
              <a:gd name="connsiteY148" fmla="*/ 169699 h 420477"/>
              <a:gd name="connsiteX149" fmla="*/ 70275 w 406485"/>
              <a:gd name="connsiteY149" fmla="*/ 169509 h 420477"/>
              <a:gd name="connsiteX150" fmla="*/ 88351 w 406485"/>
              <a:gd name="connsiteY150" fmla="*/ 151052 h 420477"/>
              <a:gd name="connsiteX151" fmla="*/ 88351 w 406485"/>
              <a:gd name="connsiteY151" fmla="*/ 115472 h 420477"/>
              <a:gd name="connsiteX152" fmla="*/ 78647 w 406485"/>
              <a:gd name="connsiteY152" fmla="*/ 105958 h 420477"/>
              <a:gd name="connsiteX153" fmla="*/ 47443 w 406485"/>
              <a:gd name="connsiteY153" fmla="*/ 105958 h 420477"/>
              <a:gd name="connsiteX154" fmla="*/ 35455 w 406485"/>
              <a:gd name="connsiteY154" fmla="*/ 94161 h 420477"/>
              <a:gd name="connsiteX155" fmla="*/ 35455 w 406485"/>
              <a:gd name="connsiteY155" fmla="*/ 89785 h 420477"/>
              <a:gd name="connsiteX156" fmla="*/ 52580 w 406485"/>
              <a:gd name="connsiteY156" fmla="*/ 89214 h 420477"/>
              <a:gd name="connsiteX157" fmla="*/ 61523 w 406485"/>
              <a:gd name="connsiteY157" fmla="*/ 81603 h 420477"/>
              <a:gd name="connsiteX158" fmla="*/ 69324 w 406485"/>
              <a:gd name="connsiteY158" fmla="*/ 41646 h 420477"/>
              <a:gd name="connsiteX159" fmla="*/ 90444 w 406485"/>
              <a:gd name="connsiteY159" fmla="*/ 27376 h 420477"/>
              <a:gd name="connsiteX160" fmla="*/ 111754 w 406485"/>
              <a:gd name="connsiteY160" fmla="*/ 27376 h 420477"/>
              <a:gd name="connsiteX161" fmla="*/ 120317 w 406485"/>
              <a:gd name="connsiteY161" fmla="*/ 25283 h 420477"/>
              <a:gd name="connsiteX162" fmla="*/ 130972 w 406485"/>
              <a:gd name="connsiteY162" fmla="*/ 19765 h 420477"/>
              <a:gd name="connsiteX163" fmla="*/ 140105 w 406485"/>
              <a:gd name="connsiteY163" fmla="*/ 24522 h 420477"/>
              <a:gd name="connsiteX164" fmla="*/ 149048 w 406485"/>
              <a:gd name="connsiteY164" fmla="*/ 26805 h 420477"/>
              <a:gd name="connsiteX165" fmla="*/ 157610 w 406485"/>
              <a:gd name="connsiteY165" fmla="*/ 24522 h 420477"/>
              <a:gd name="connsiteX166" fmla="*/ 165982 w 406485"/>
              <a:gd name="connsiteY166" fmla="*/ 20336 h 420477"/>
              <a:gd name="connsiteX167" fmla="*/ 189385 w 406485"/>
              <a:gd name="connsiteY167" fmla="*/ 37080 h 420477"/>
              <a:gd name="connsiteX168" fmla="*/ 235812 w 406485"/>
              <a:gd name="connsiteY168" fmla="*/ 49257 h 420477"/>
              <a:gd name="connsiteX169" fmla="*/ 263972 w 406485"/>
              <a:gd name="connsiteY169" fmla="*/ 42217 h 420477"/>
              <a:gd name="connsiteX170" fmla="*/ 282048 w 406485"/>
              <a:gd name="connsiteY170" fmla="*/ 66762 h 420477"/>
              <a:gd name="connsiteX171" fmla="*/ 282428 w 406485"/>
              <a:gd name="connsiteY171" fmla="*/ 254751 h 420477"/>
              <a:gd name="connsiteX172" fmla="*/ 285282 w 406485"/>
              <a:gd name="connsiteY172" fmla="*/ 265596 h 420477"/>
              <a:gd name="connsiteX173" fmla="*/ 306022 w 406485"/>
              <a:gd name="connsiteY173" fmla="*/ 293756 h 420477"/>
              <a:gd name="connsiteX174" fmla="*/ 326952 w 406485"/>
              <a:gd name="connsiteY174" fmla="*/ 300225 h 420477"/>
              <a:gd name="connsiteX175" fmla="*/ 341412 w 406485"/>
              <a:gd name="connsiteY175" fmla="*/ 294708 h 420477"/>
              <a:gd name="connsiteX176" fmla="*/ 361962 w 406485"/>
              <a:gd name="connsiteY176" fmla="*/ 315637 h 420477"/>
              <a:gd name="connsiteX177" fmla="*/ 369002 w 406485"/>
              <a:gd name="connsiteY177" fmla="*/ 336948 h 420477"/>
              <a:gd name="connsiteX178" fmla="*/ 377754 w 406485"/>
              <a:gd name="connsiteY178" fmla="*/ 347413 h 420477"/>
              <a:gd name="connsiteX179" fmla="*/ 387078 w 406485"/>
              <a:gd name="connsiteY179" fmla="*/ 352550 h 420477"/>
              <a:gd name="connsiteX180" fmla="*/ 387458 w 406485"/>
              <a:gd name="connsiteY180" fmla="*/ 381091 h 42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406485" h="420477">
                <a:moveTo>
                  <a:pt x="405914" y="351789"/>
                </a:moveTo>
                <a:cubicBezTo>
                  <a:pt x="405914" y="344749"/>
                  <a:pt x="402109" y="338470"/>
                  <a:pt x="396211" y="335426"/>
                </a:cubicBezTo>
                <a:lnTo>
                  <a:pt x="387078" y="330669"/>
                </a:lnTo>
                <a:lnTo>
                  <a:pt x="380037" y="309358"/>
                </a:lnTo>
                <a:cubicBezTo>
                  <a:pt x="379086" y="306695"/>
                  <a:pt x="377564" y="304221"/>
                  <a:pt x="375661" y="302318"/>
                </a:cubicBezTo>
                <a:lnTo>
                  <a:pt x="354922" y="281198"/>
                </a:lnTo>
                <a:cubicBezTo>
                  <a:pt x="349975" y="276061"/>
                  <a:pt x="342364" y="274349"/>
                  <a:pt x="335704" y="276822"/>
                </a:cubicBezTo>
                <a:lnTo>
                  <a:pt x="321434" y="282340"/>
                </a:lnTo>
                <a:cubicBezTo>
                  <a:pt x="321434" y="282340"/>
                  <a:pt x="301646" y="255892"/>
                  <a:pt x="301646" y="256273"/>
                </a:cubicBezTo>
                <a:lnTo>
                  <a:pt x="301265" y="66572"/>
                </a:lnTo>
                <a:cubicBezTo>
                  <a:pt x="301265" y="60103"/>
                  <a:pt x="297079" y="55156"/>
                  <a:pt x="296128" y="54585"/>
                </a:cubicBezTo>
                <a:lnTo>
                  <a:pt x="278432" y="29659"/>
                </a:lnTo>
                <a:cubicBezTo>
                  <a:pt x="271583" y="20146"/>
                  <a:pt x="261118" y="23190"/>
                  <a:pt x="254458" y="25093"/>
                </a:cubicBezTo>
                <a:cubicBezTo>
                  <a:pt x="246657" y="27186"/>
                  <a:pt x="238475" y="29279"/>
                  <a:pt x="236382" y="30040"/>
                </a:cubicBezTo>
                <a:lnTo>
                  <a:pt x="199089" y="20526"/>
                </a:lnTo>
                <a:lnTo>
                  <a:pt x="177588" y="5114"/>
                </a:lnTo>
                <a:cubicBezTo>
                  <a:pt x="172832" y="1309"/>
                  <a:pt x="166362" y="357"/>
                  <a:pt x="160654" y="2070"/>
                </a:cubicBezTo>
                <a:lnTo>
                  <a:pt x="149809" y="7207"/>
                </a:lnTo>
                <a:lnTo>
                  <a:pt x="140485" y="2450"/>
                </a:lnTo>
                <a:cubicBezTo>
                  <a:pt x="134968" y="-784"/>
                  <a:pt x="128118" y="-784"/>
                  <a:pt x="122790" y="2260"/>
                </a:cubicBezTo>
                <a:lnTo>
                  <a:pt x="111945" y="7968"/>
                </a:lnTo>
                <a:lnTo>
                  <a:pt x="90634" y="7968"/>
                </a:lnTo>
                <a:cubicBezTo>
                  <a:pt x="87019" y="7968"/>
                  <a:pt x="83404" y="9110"/>
                  <a:pt x="80360" y="11013"/>
                </a:cubicBezTo>
                <a:lnTo>
                  <a:pt x="58669" y="25473"/>
                </a:lnTo>
                <a:cubicBezTo>
                  <a:pt x="54673" y="28137"/>
                  <a:pt x="51819" y="32323"/>
                  <a:pt x="51058" y="37080"/>
                </a:cubicBezTo>
                <a:lnTo>
                  <a:pt x="44588" y="69997"/>
                </a:lnTo>
                <a:lnTo>
                  <a:pt x="29747" y="69997"/>
                </a:lnTo>
                <a:cubicBezTo>
                  <a:pt x="26132" y="70187"/>
                  <a:pt x="22707" y="71709"/>
                  <a:pt x="20043" y="74373"/>
                </a:cubicBezTo>
                <a:cubicBezTo>
                  <a:pt x="17380" y="77037"/>
                  <a:pt x="16238" y="80081"/>
                  <a:pt x="16238" y="83887"/>
                </a:cubicBezTo>
                <a:lnTo>
                  <a:pt x="16238" y="93781"/>
                </a:lnTo>
                <a:cubicBezTo>
                  <a:pt x="16238" y="98728"/>
                  <a:pt x="17950" y="103104"/>
                  <a:pt x="21375" y="106529"/>
                </a:cubicBezTo>
                <a:lnTo>
                  <a:pt x="33933" y="119087"/>
                </a:lnTo>
                <a:cubicBezTo>
                  <a:pt x="37358" y="122512"/>
                  <a:pt x="41925" y="124414"/>
                  <a:pt x="46872" y="124414"/>
                </a:cubicBezTo>
                <a:lnTo>
                  <a:pt x="69134" y="124034"/>
                </a:lnTo>
                <a:lnTo>
                  <a:pt x="69895" y="150101"/>
                </a:lnTo>
                <a:lnTo>
                  <a:pt x="58478" y="150101"/>
                </a:lnTo>
                <a:cubicBezTo>
                  <a:pt x="58478" y="150101"/>
                  <a:pt x="55624" y="144964"/>
                  <a:pt x="55244" y="144393"/>
                </a:cubicBezTo>
                <a:cubicBezTo>
                  <a:pt x="51058" y="136021"/>
                  <a:pt x="41354" y="132216"/>
                  <a:pt x="32601" y="135450"/>
                </a:cubicBezTo>
                <a:lnTo>
                  <a:pt x="16048" y="141349"/>
                </a:lnTo>
                <a:cubicBezTo>
                  <a:pt x="11862" y="142871"/>
                  <a:pt x="8627" y="146105"/>
                  <a:pt x="6915" y="149721"/>
                </a:cubicBezTo>
                <a:lnTo>
                  <a:pt x="1968" y="159424"/>
                </a:lnTo>
                <a:lnTo>
                  <a:pt x="1968" y="159424"/>
                </a:lnTo>
                <a:cubicBezTo>
                  <a:pt x="-1077" y="165513"/>
                  <a:pt x="-506" y="172743"/>
                  <a:pt x="3109" y="178071"/>
                </a:cubicBezTo>
                <a:lnTo>
                  <a:pt x="15096" y="196527"/>
                </a:lnTo>
                <a:cubicBezTo>
                  <a:pt x="18521" y="201665"/>
                  <a:pt x="24229" y="204899"/>
                  <a:pt x="30508" y="204899"/>
                </a:cubicBezTo>
                <a:lnTo>
                  <a:pt x="60952" y="204329"/>
                </a:lnTo>
                <a:lnTo>
                  <a:pt x="60952" y="212700"/>
                </a:lnTo>
                <a:cubicBezTo>
                  <a:pt x="60952" y="212700"/>
                  <a:pt x="47823" y="212700"/>
                  <a:pt x="47823" y="212700"/>
                </a:cubicBezTo>
                <a:cubicBezTo>
                  <a:pt x="41734" y="212700"/>
                  <a:pt x="36026" y="215935"/>
                  <a:pt x="32601" y="221072"/>
                </a:cubicBezTo>
                <a:lnTo>
                  <a:pt x="19092" y="241622"/>
                </a:lnTo>
                <a:cubicBezTo>
                  <a:pt x="17189" y="244666"/>
                  <a:pt x="16619" y="248091"/>
                  <a:pt x="16619" y="251706"/>
                </a:cubicBezTo>
                <a:lnTo>
                  <a:pt x="16619" y="277203"/>
                </a:lnTo>
                <a:cubicBezTo>
                  <a:pt x="16619" y="285765"/>
                  <a:pt x="22517" y="293185"/>
                  <a:pt x="31079" y="295088"/>
                </a:cubicBezTo>
                <a:lnTo>
                  <a:pt x="60571" y="300606"/>
                </a:lnTo>
                <a:lnTo>
                  <a:pt x="60571" y="306695"/>
                </a:lnTo>
                <a:cubicBezTo>
                  <a:pt x="60571" y="312974"/>
                  <a:pt x="63616" y="318682"/>
                  <a:pt x="68753" y="322107"/>
                </a:cubicBezTo>
                <a:cubicBezTo>
                  <a:pt x="71797" y="324200"/>
                  <a:pt x="75413" y="325341"/>
                  <a:pt x="79028" y="325341"/>
                </a:cubicBezTo>
                <a:cubicBezTo>
                  <a:pt x="81311" y="325341"/>
                  <a:pt x="83784" y="324961"/>
                  <a:pt x="86068" y="324009"/>
                </a:cubicBezTo>
                <a:lnTo>
                  <a:pt x="104524" y="316399"/>
                </a:lnTo>
                <a:lnTo>
                  <a:pt x="104524" y="325151"/>
                </a:lnTo>
                <a:cubicBezTo>
                  <a:pt x="104524" y="325151"/>
                  <a:pt x="73890" y="348364"/>
                  <a:pt x="73890" y="348364"/>
                </a:cubicBezTo>
                <a:lnTo>
                  <a:pt x="34504" y="364537"/>
                </a:lnTo>
                <a:cubicBezTo>
                  <a:pt x="29938" y="366440"/>
                  <a:pt x="26322" y="370055"/>
                  <a:pt x="24420" y="374622"/>
                </a:cubicBezTo>
                <a:lnTo>
                  <a:pt x="16048" y="395171"/>
                </a:lnTo>
                <a:cubicBezTo>
                  <a:pt x="13194" y="402211"/>
                  <a:pt x="14906" y="410012"/>
                  <a:pt x="20234" y="415340"/>
                </a:cubicBezTo>
                <a:cubicBezTo>
                  <a:pt x="23659" y="418765"/>
                  <a:pt x="28415" y="420477"/>
                  <a:pt x="32982" y="420477"/>
                </a:cubicBezTo>
                <a:cubicBezTo>
                  <a:pt x="35455" y="420477"/>
                  <a:pt x="38119" y="419906"/>
                  <a:pt x="40403" y="418955"/>
                </a:cubicBezTo>
                <a:lnTo>
                  <a:pt x="99387" y="392888"/>
                </a:lnTo>
                <a:cubicBezTo>
                  <a:pt x="100909" y="392317"/>
                  <a:pt x="102241" y="391366"/>
                  <a:pt x="103573" y="390414"/>
                </a:cubicBezTo>
                <a:lnTo>
                  <a:pt x="143910" y="357688"/>
                </a:lnTo>
                <a:cubicBezTo>
                  <a:pt x="146955" y="355214"/>
                  <a:pt x="149048" y="351979"/>
                  <a:pt x="150189" y="347984"/>
                </a:cubicBezTo>
                <a:lnTo>
                  <a:pt x="158561" y="316018"/>
                </a:lnTo>
                <a:cubicBezTo>
                  <a:pt x="158942" y="314496"/>
                  <a:pt x="159132" y="312783"/>
                  <a:pt x="159132" y="311261"/>
                </a:cubicBezTo>
                <a:lnTo>
                  <a:pt x="158561" y="293185"/>
                </a:lnTo>
                <a:lnTo>
                  <a:pt x="168646" y="288999"/>
                </a:lnTo>
                <a:lnTo>
                  <a:pt x="173973" y="314876"/>
                </a:lnTo>
                <a:cubicBezTo>
                  <a:pt x="174925" y="319823"/>
                  <a:pt x="177969" y="324200"/>
                  <a:pt x="182345" y="326863"/>
                </a:cubicBezTo>
                <a:cubicBezTo>
                  <a:pt x="186721" y="329527"/>
                  <a:pt x="191859" y="330288"/>
                  <a:pt x="196806" y="328956"/>
                </a:cubicBezTo>
                <a:lnTo>
                  <a:pt x="214501" y="324200"/>
                </a:lnTo>
                <a:cubicBezTo>
                  <a:pt x="224015" y="321536"/>
                  <a:pt x="229913" y="311642"/>
                  <a:pt x="227440" y="301938"/>
                </a:cubicBezTo>
                <a:lnTo>
                  <a:pt x="223063" y="287477"/>
                </a:lnTo>
                <a:lnTo>
                  <a:pt x="236763" y="287477"/>
                </a:lnTo>
                <a:cubicBezTo>
                  <a:pt x="236763" y="287477"/>
                  <a:pt x="309827" y="335616"/>
                  <a:pt x="309827" y="335616"/>
                </a:cubicBezTo>
                <a:lnTo>
                  <a:pt x="321624" y="365108"/>
                </a:lnTo>
                <a:cubicBezTo>
                  <a:pt x="323907" y="371007"/>
                  <a:pt x="329045" y="375192"/>
                  <a:pt x="335133" y="376334"/>
                </a:cubicBezTo>
                <a:cubicBezTo>
                  <a:pt x="336275" y="376524"/>
                  <a:pt x="337607" y="376715"/>
                  <a:pt x="338748" y="376715"/>
                </a:cubicBezTo>
                <a:cubicBezTo>
                  <a:pt x="343505" y="376715"/>
                  <a:pt x="348262" y="374812"/>
                  <a:pt x="351687" y="371387"/>
                </a:cubicBezTo>
                <a:lnTo>
                  <a:pt x="361962" y="386609"/>
                </a:lnTo>
                <a:cubicBezTo>
                  <a:pt x="363103" y="388321"/>
                  <a:pt x="364435" y="389653"/>
                  <a:pt x="366338" y="391175"/>
                </a:cubicBezTo>
                <a:lnTo>
                  <a:pt x="379276" y="398786"/>
                </a:lnTo>
                <a:cubicBezTo>
                  <a:pt x="382130" y="400499"/>
                  <a:pt x="385175" y="401450"/>
                  <a:pt x="388219" y="401450"/>
                </a:cubicBezTo>
                <a:cubicBezTo>
                  <a:pt x="390883" y="401450"/>
                  <a:pt x="393737" y="400879"/>
                  <a:pt x="396211" y="399547"/>
                </a:cubicBezTo>
                <a:cubicBezTo>
                  <a:pt x="402490" y="396503"/>
                  <a:pt x="406485" y="390034"/>
                  <a:pt x="406485" y="382994"/>
                </a:cubicBezTo>
                <a:lnTo>
                  <a:pt x="406485" y="352931"/>
                </a:lnTo>
                <a:close/>
                <a:moveTo>
                  <a:pt x="387268" y="380710"/>
                </a:moveTo>
                <a:lnTo>
                  <a:pt x="377183" y="374622"/>
                </a:lnTo>
                <a:lnTo>
                  <a:pt x="366718" y="358639"/>
                </a:lnTo>
                <a:cubicBezTo>
                  <a:pt x="363674" y="353882"/>
                  <a:pt x="358727" y="350838"/>
                  <a:pt x="353019" y="350457"/>
                </a:cubicBezTo>
                <a:cubicBezTo>
                  <a:pt x="348452" y="350077"/>
                  <a:pt x="344076" y="351789"/>
                  <a:pt x="340271" y="354453"/>
                </a:cubicBezTo>
                <a:cubicBezTo>
                  <a:pt x="340271" y="354453"/>
                  <a:pt x="338748" y="355214"/>
                  <a:pt x="338368" y="355785"/>
                </a:cubicBezTo>
                <a:lnTo>
                  <a:pt x="327903" y="329147"/>
                </a:lnTo>
                <a:lnTo>
                  <a:pt x="327903" y="329147"/>
                </a:lnTo>
                <a:cubicBezTo>
                  <a:pt x="327903" y="329147"/>
                  <a:pt x="327142" y="327244"/>
                  <a:pt x="327142" y="327244"/>
                </a:cubicBezTo>
                <a:cubicBezTo>
                  <a:pt x="325810" y="323819"/>
                  <a:pt x="323336" y="320965"/>
                  <a:pt x="320292" y="318872"/>
                </a:cubicBezTo>
                <a:lnTo>
                  <a:pt x="263020" y="280437"/>
                </a:lnTo>
                <a:lnTo>
                  <a:pt x="263020" y="280437"/>
                </a:lnTo>
                <a:cubicBezTo>
                  <a:pt x="263020" y="280437"/>
                  <a:pt x="246657" y="270353"/>
                  <a:pt x="246657" y="270353"/>
                </a:cubicBezTo>
                <a:cubicBezTo>
                  <a:pt x="243613" y="268260"/>
                  <a:pt x="238856" y="266357"/>
                  <a:pt x="235621" y="267118"/>
                </a:cubicBezTo>
                <a:lnTo>
                  <a:pt x="232957" y="267118"/>
                </a:lnTo>
                <a:cubicBezTo>
                  <a:pt x="232957" y="267118"/>
                  <a:pt x="222302" y="267118"/>
                  <a:pt x="222302" y="267118"/>
                </a:cubicBezTo>
                <a:cubicBezTo>
                  <a:pt x="216594" y="267118"/>
                  <a:pt x="211266" y="269782"/>
                  <a:pt x="207842" y="274158"/>
                </a:cubicBezTo>
                <a:cubicBezTo>
                  <a:pt x="204417" y="278534"/>
                  <a:pt x="203275" y="284243"/>
                  <a:pt x="204607" y="289570"/>
                </a:cubicBezTo>
                <a:lnTo>
                  <a:pt x="208983" y="304602"/>
                </a:lnTo>
                <a:lnTo>
                  <a:pt x="192239" y="309929"/>
                </a:lnTo>
                <a:lnTo>
                  <a:pt x="186912" y="284243"/>
                </a:lnTo>
                <a:cubicBezTo>
                  <a:pt x="185770" y="279105"/>
                  <a:pt x="182726" y="274539"/>
                  <a:pt x="178159" y="272065"/>
                </a:cubicBezTo>
                <a:cubicBezTo>
                  <a:pt x="173593" y="269401"/>
                  <a:pt x="168075" y="269021"/>
                  <a:pt x="163128" y="270543"/>
                </a:cubicBezTo>
                <a:lnTo>
                  <a:pt x="152092" y="274349"/>
                </a:lnTo>
                <a:cubicBezTo>
                  <a:pt x="144671" y="276822"/>
                  <a:pt x="139534" y="283862"/>
                  <a:pt x="139534" y="291854"/>
                </a:cubicBezTo>
                <a:lnTo>
                  <a:pt x="139534" y="310500"/>
                </a:lnTo>
                <a:cubicBezTo>
                  <a:pt x="139534" y="310500"/>
                  <a:pt x="131352" y="342276"/>
                  <a:pt x="131352" y="342276"/>
                </a:cubicBezTo>
                <a:lnTo>
                  <a:pt x="91205" y="375002"/>
                </a:lnTo>
                <a:lnTo>
                  <a:pt x="33172" y="402021"/>
                </a:lnTo>
                <a:lnTo>
                  <a:pt x="41164" y="381852"/>
                </a:lnTo>
                <a:lnTo>
                  <a:pt x="80550" y="365679"/>
                </a:lnTo>
                <a:cubicBezTo>
                  <a:pt x="82072" y="365108"/>
                  <a:pt x="83404" y="364347"/>
                  <a:pt x="84546" y="363396"/>
                </a:cubicBezTo>
                <a:lnTo>
                  <a:pt x="115750" y="339992"/>
                </a:lnTo>
                <a:cubicBezTo>
                  <a:pt x="120317" y="336567"/>
                  <a:pt x="122980" y="331240"/>
                  <a:pt x="122980" y="324771"/>
                </a:cubicBezTo>
                <a:lnTo>
                  <a:pt x="122980" y="314876"/>
                </a:lnTo>
                <a:cubicBezTo>
                  <a:pt x="122980" y="308788"/>
                  <a:pt x="119936" y="303080"/>
                  <a:pt x="114989" y="299655"/>
                </a:cubicBezTo>
                <a:cubicBezTo>
                  <a:pt x="110613" y="296610"/>
                  <a:pt x="105095" y="295849"/>
                  <a:pt x="99767" y="297371"/>
                </a:cubicBezTo>
                <a:lnTo>
                  <a:pt x="99767" y="297371"/>
                </a:lnTo>
                <a:cubicBezTo>
                  <a:pt x="99767" y="297371"/>
                  <a:pt x="79218" y="306504"/>
                  <a:pt x="79218" y="306504"/>
                </a:cubicBezTo>
                <a:lnTo>
                  <a:pt x="78837" y="298703"/>
                </a:lnTo>
                <a:cubicBezTo>
                  <a:pt x="78076" y="290902"/>
                  <a:pt x="72368" y="284243"/>
                  <a:pt x="64567" y="282530"/>
                </a:cubicBezTo>
                <a:lnTo>
                  <a:pt x="35075" y="277012"/>
                </a:lnTo>
                <a:lnTo>
                  <a:pt x="35075" y="252087"/>
                </a:lnTo>
                <a:cubicBezTo>
                  <a:pt x="35075" y="252087"/>
                  <a:pt x="47633" y="231728"/>
                  <a:pt x="47633" y="231728"/>
                </a:cubicBezTo>
                <a:lnTo>
                  <a:pt x="60762" y="231728"/>
                </a:lnTo>
                <a:cubicBezTo>
                  <a:pt x="70846" y="231728"/>
                  <a:pt x="79028" y="223356"/>
                  <a:pt x="79028" y="213271"/>
                </a:cubicBezTo>
                <a:lnTo>
                  <a:pt x="79028" y="204329"/>
                </a:lnTo>
                <a:cubicBezTo>
                  <a:pt x="79028" y="199381"/>
                  <a:pt x="77125" y="194815"/>
                  <a:pt x="73700" y="191200"/>
                </a:cubicBezTo>
                <a:cubicBezTo>
                  <a:pt x="70275" y="187775"/>
                  <a:pt x="65709" y="185872"/>
                  <a:pt x="60762" y="185872"/>
                </a:cubicBezTo>
                <a:lnTo>
                  <a:pt x="30699" y="186253"/>
                </a:lnTo>
                <a:lnTo>
                  <a:pt x="18521" y="168557"/>
                </a:lnTo>
                <a:lnTo>
                  <a:pt x="23849" y="158854"/>
                </a:lnTo>
                <a:lnTo>
                  <a:pt x="38119" y="153336"/>
                </a:lnTo>
                <a:lnTo>
                  <a:pt x="41544" y="159424"/>
                </a:lnTo>
                <a:cubicBezTo>
                  <a:pt x="44588" y="165703"/>
                  <a:pt x="51058" y="169699"/>
                  <a:pt x="58098" y="169699"/>
                </a:cubicBezTo>
                <a:cubicBezTo>
                  <a:pt x="58098" y="169699"/>
                  <a:pt x="70275" y="169509"/>
                  <a:pt x="70275" y="169509"/>
                </a:cubicBezTo>
                <a:cubicBezTo>
                  <a:pt x="80169" y="169319"/>
                  <a:pt x="88351" y="160947"/>
                  <a:pt x="88351" y="151052"/>
                </a:cubicBezTo>
                <a:lnTo>
                  <a:pt x="88351" y="115472"/>
                </a:lnTo>
                <a:cubicBezTo>
                  <a:pt x="88351" y="110144"/>
                  <a:pt x="83975" y="105958"/>
                  <a:pt x="78647" y="105958"/>
                </a:cubicBezTo>
                <a:lnTo>
                  <a:pt x="47443" y="105958"/>
                </a:lnTo>
                <a:cubicBezTo>
                  <a:pt x="47443" y="105958"/>
                  <a:pt x="35455" y="94161"/>
                  <a:pt x="35455" y="94161"/>
                </a:cubicBezTo>
                <a:lnTo>
                  <a:pt x="35455" y="89785"/>
                </a:lnTo>
                <a:cubicBezTo>
                  <a:pt x="35455" y="89785"/>
                  <a:pt x="52580" y="89214"/>
                  <a:pt x="52580" y="89214"/>
                </a:cubicBezTo>
                <a:cubicBezTo>
                  <a:pt x="56956" y="89214"/>
                  <a:pt x="60762" y="85980"/>
                  <a:pt x="61523" y="81603"/>
                </a:cubicBezTo>
                <a:lnTo>
                  <a:pt x="69324" y="41646"/>
                </a:lnTo>
                <a:lnTo>
                  <a:pt x="90444" y="27376"/>
                </a:lnTo>
                <a:lnTo>
                  <a:pt x="111754" y="27376"/>
                </a:lnTo>
                <a:cubicBezTo>
                  <a:pt x="114799" y="27376"/>
                  <a:pt x="117843" y="26615"/>
                  <a:pt x="120317" y="25283"/>
                </a:cubicBezTo>
                <a:lnTo>
                  <a:pt x="130972" y="19765"/>
                </a:lnTo>
                <a:lnTo>
                  <a:pt x="140105" y="24522"/>
                </a:lnTo>
                <a:cubicBezTo>
                  <a:pt x="142959" y="26044"/>
                  <a:pt x="146003" y="26805"/>
                  <a:pt x="149048" y="26805"/>
                </a:cubicBezTo>
                <a:cubicBezTo>
                  <a:pt x="152092" y="26805"/>
                  <a:pt x="155136" y="26044"/>
                  <a:pt x="157610" y="24522"/>
                </a:cubicBezTo>
                <a:lnTo>
                  <a:pt x="165982" y="20336"/>
                </a:lnTo>
                <a:lnTo>
                  <a:pt x="189385" y="37080"/>
                </a:lnTo>
                <a:lnTo>
                  <a:pt x="235812" y="49257"/>
                </a:lnTo>
                <a:cubicBezTo>
                  <a:pt x="238666" y="49257"/>
                  <a:pt x="263211" y="42407"/>
                  <a:pt x="263972" y="42217"/>
                </a:cubicBezTo>
                <a:lnTo>
                  <a:pt x="282048" y="66762"/>
                </a:lnTo>
                <a:lnTo>
                  <a:pt x="282428" y="254751"/>
                </a:lnTo>
                <a:cubicBezTo>
                  <a:pt x="282428" y="257034"/>
                  <a:pt x="282238" y="261410"/>
                  <a:pt x="285282" y="265596"/>
                </a:cubicBezTo>
                <a:lnTo>
                  <a:pt x="306022" y="293756"/>
                </a:lnTo>
                <a:cubicBezTo>
                  <a:pt x="310779" y="300225"/>
                  <a:pt x="319341" y="302889"/>
                  <a:pt x="326952" y="300225"/>
                </a:cubicBezTo>
                <a:lnTo>
                  <a:pt x="341412" y="294708"/>
                </a:lnTo>
                <a:lnTo>
                  <a:pt x="361962" y="315637"/>
                </a:lnTo>
                <a:lnTo>
                  <a:pt x="369002" y="336948"/>
                </a:lnTo>
                <a:cubicBezTo>
                  <a:pt x="370524" y="341514"/>
                  <a:pt x="373758" y="345320"/>
                  <a:pt x="377754" y="347413"/>
                </a:cubicBezTo>
                <a:lnTo>
                  <a:pt x="387078" y="352550"/>
                </a:lnTo>
                <a:lnTo>
                  <a:pt x="387458" y="38109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1" name="Graphic 19" descr="Arizona icon.">
            <a:extLst>
              <a:ext uri="{FF2B5EF4-FFF2-40B4-BE49-F238E27FC236}">
                <a16:creationId xmlns:a16="http://schemas.microsoft.com/office/drawing/2014/main" id="{B6F2B7AD-71E3-6E76-9C3C-15573EB134DF}"/>
              </a:ext>
            </a:extLst>
          </p:cNvPr>
          <p:cNvSpPr/>
          <p:nvPr/>
        </p:nvSpPr>
        <p:spPr>
          <a:xfrm>
            <a:off x="8361498" y="1412227"/>
            <a:ext cx="358668" cy="418407"/>
          </a:xfrm>
          <a:custGeom>
            <a:avLst/>
            <a:gdLst>
              <a:gd name="connsiteX0" fmla="*/ 358097 w 358668"/>
              <a:gd name="connsiteY0" fmla="*/ 19027 h 418407"/>
              <a:gd name="connsiteX1" fmla="*/ 339070 w 358668"/>
              <a:gd name="connsiteY1" fmla="*/ 0 h 418407"/>
              <a:gd name="connsiteX2" fmla="*/ 72880 w 358668"/>
              <a:gd name="connsiteY2" fmla="*/ 0 h 418407"/>
              <a:gd name="connsiteX3" fmla="*/ 53853 w 358668"/>
              <a:gd name="connsiteY3" fmla="*/ 17695 h 418407"/>
              <a:gd name="connsiteX4" fmla="*/ 53853 w 358668"/>
              <a:gd name="connsiteY4" fmla="*/ 55179 h 418407"/>
              <a:gd name="connsiteX5" fmla="*/ 49857 w 358668"/>
              <a:gd name="connsiteY5" fmla="*/ 70020 h 418407"/>
              <a:gd name="connsiteX6" fmla="*/ 36348 w 358668"/>
              <a:gd name="connsiteY6" fmla="*/ 62409 h 418407"/>
              <a:gd name="connsiteX7" fmla="*/ 12374 w 358668"/>
              <a:gd name="connsiteY7" fmla="*/ 64692 h 418407"/>
              <a:gd name="connsiteX8" fmla="*/ 11232 w 358668"/>
              <a:gd name="connsiteY8" fmla="*/ 87525 h 418407"/>
              <a:gd name="connsiteX9" fmla="*/ 14657 w 358668"/>
              <a:gd name="connsiteY9" fmla="*/ 93614 h 418407"/>
              <a:gd name="connsiteX10" fmla="*/ 8758 w 358668"/>
              <a:gd name="connsiteY10" fmla="*/ 102366 h 418407"/>
              <a:gd name="connsiteX11" fmla="*/ 8378 w 358668"/>
              <a:gd name="connsiteY11" fmla="*/ 113021 h 418407"/>
              <a:gd name="connsiteX12" fmla="*/ 25122 w 358668"/>
              <a:gd name="connsiteY12" fmla="*/ 179426 h 418407"/>
              <a:gd name="connsiteX13" fmla="*/ 32162 w 358668"/>
              <a:gd name="connsiteY13" fmla="*/ 189891 h 418407"/>
              <a:gd name="connsiteX14" fmla="*/ 45671 w 358668"/>
              <a:gd name="connsiteY14" fmla="*/ 204542 h 418407"/>
              <a:gd name="connsiteX15" fmla="*/ 45100 w 358668"/>
              <a:gd name="connsiteY15" fmla="*/ 208347 h 418407"/>
              <a:gd name="connsiteX16" fmla="*/ 41675 w 358668"/>
              <a:gd name="connsiteY16" fmla="*/ 209109 h 418407"/>
              <a:gd name="connsiteX17" fmla="*/ 28166 w 358668"/>
              <a:gd name="connsiteY17" fmla="*/ 214817 h 418407"/>
              <a:gd name="connsiteX18" fmla="*/ 22648 w 358668"/>
              <a:gd name="connsiteY18" fmla="*/ 228326 h 418407"/>
              <a:gd name="connsiteX19" fmla="*/ 22648 w 358668"/>
              <a:gd name="connsiteY19" fmla="*/ 255915 h 418407"/>
              <a:gd name="connsiteX20" fmla="*/ 16179 w 358668"/>
              <a:gd name="connsiteY20" fmla="*/ 262765 h 418407"/>
              <a:gd name="connsiteX21" fmla="*/ 9329 w 358668"/>
              <a:gd name="connsiteY21" fmla="*/ 275323 h 418407"/>
              <a:gd name="connsiteX22" fmla="*/ 14086 w 358668"/>
              <a:gd name="connsiteY22" fmla="*/ 288642 h 418407"/>
              <a:gd name="connsiteX23" fmla="*/ 24551 w 358668"/>
              <a:gd name="connsiteY23" fmla="*/ 298156 h 418407"/>
              <a:gd name="connsiteX24" fmla="*/ 7807 w 358668"/>
              <a:gd name="connsiteY24" fmla="*/ 308430 h 418407"/>
              <a:gd name="connsiteX25" fmla="*/ 6 w 358668"/>
              <a:gd name="connsiteY25" fmla="*/ 323272 h 418407"/>
              <a:gd name="connsiteX26" fmla="*/ 12564 w 358668"/>
              <a:gd name="connsiteY26" fmla="*/ 341347 h 418407"/>
              <a:gd name="connsiteX27" fmla="*/ 233279 w 358668"/>
              <a:gd name="connsiteY27" fmla="*/ 418407 h 418407"/>
              <a:gd name="connsiteX28" fmla="*/ 339641 w 358668"/>
              <a:gd name="connsiteY28" fmla="*/ 418407 h 418407"/>
              <a:gd name="connsiteX29" fmla="*/ 358668 w 358668"/>
              <a:gd name="connsiteY29" fmla="*/ 399190 h 418407"/>
              <a:gd name="connsiteX30" fmla="*/ 358668 w 358668"/>
              <a:gd name="connsiteY30" fmla="*/ 19027 h 418407"/>
              <a:gd name="connsiteX31" fmla="*/ 236133 w 358668"/>
              <a:gd name="connsiteY31" fmla="*/ 399761 h 418407"/>
              <a:gd name="connsiteX32" fmla="*/ 18843 w 358668"/>
              <a:gd name="connsiteY32" fmla="*/ 324223 h 418407"/>
              <a:gd name="connsiteX33" fmla="*/ 31211 w 358668"/>
              <a:gd name="connsiteY33" fmla="*/ 315851 h 418407"/>
              <a:gd name="connsiteX34" fmla="*/ 35396 w 358668"/>
              <a:gd name="connsiteY34" fmla="*/ 313187 h 418407"/>
              <a:gd name="connsiteX35" fmla="*/ 43198 w 358668"/>
              <a:gd name="connsiteY35" fmla="*/ 303674 h 418407"/>
              <a:gd name="connsiteX36" fmla="*/ 41485 w 358668"/>
              <a:gd name="connsiteY36" fmla="*/ 290355 h 418407"/>
              <a:gd name="connsiteX37" fmla="*/ 28356 w 358668"/>
              <a:gd name="connsiteY37" fmla="*/ 277036 h 418407"/>
              <a:gd name="connsiteX38" fmla="*/ 36728 w 358668"/>
              <a:gd name="connsiteY38" fmla="*/ 267712 h 418407"/>
              <a:gd name="connsiteX39" fmla="*/ 41675 w 358668"/>
              <a:gd name="connsiteY39" fmla="*/ 254964 h 418407"/>
              <a:gd name="connsiteX40" fmla="*/ 41295 w 358668"/>
              <a:gd name="connsiteY40" fmla="*/ 229277 h 418407"/>
              <a:gd name="connsiteX41" fmla="*/ 54994 w 358668"/>
              <a:gd name="connsiteY41" fmla="*/ 224140 h 418407"/>
              <a:gd name="connsiteX42" fmla="*/ 63366 w 358668"/>
              <a:gd name="connsiteY42" fmla="*/ 207777 h 418407"/>
              <a:gd name="connsiteX43" fmla="*/ 57849 w 358668"/>
              <a:gd name="connsiteY43" fmla="*/ 191223 h 418407"/>
              <a:gd name="connsiteX44" fmla="*/ 45291 w 358668"/>
              <a:gd name="connsiteY44" fmla="*/ 176762 h 418407"/>
              <a:gd name="connsiteX45" fmla="*/ 42817 w 358668"/>
              <a:gd name="connsiteY45" fmla="*/ 172386 h 418407"/>
              <a:gd name="connsiteX46" fmla="*/ 27025 w 358668"/>
              <a:gd name="connsiteY46" fmla="*/ 109596 h 418407"/>
              <a:gd name="connsiteX47" fmla="*/ 35016 w 358668"/>
              <a:gd name="connsiteY47" fmla="*/ 92853 h 418407"/>
              <a:gd name="connsiteX48" fmla="*/ 34255 w 358668"/>
              <a:gd name="connsiteY48" fmla="*/ 90379 h 418407"/>
              <a:gd name="connsiteX49" fmla="*/ 32162 w 358668"/>
              <a:gd name="connsiteY49" fmla="*/ 86003 h 418407"/>
              <a:gd name="connsiteX50" fmla="*/ 29118 w 358668"/>
              <a:gd name="connsiteY50" fmla="*/ 80485 h 418407"/>
              <a:gd name="connsiteX51" fmla="*/ 39012 w 358668"/>
              <a:gd name="connsiteY51" fmla="*/ 86383 h 418407"/>
              <a:gd name="connsiteX52" fmla="*/ 60132 w 358668"/>
              <a:gd name="connsiteY52" fmla="*/ 87335 h 418407"/>
              <a:gd name="connsiteX53" fmla="*/ 67743 w 358668"/>
              <a:gd name="connsiteY53" fmla="*/ 76299 h 418407"/>
              <a:gd name="connsiteX54" fmla="*/ 72499 w 358668"/>
              <a:gd name="connsiteY54" fmla="*/ 53086 h 418407"/>
              <a:gd name="connsiteX55" fmla="*/ 72499 w 358668"/>
              <a:gd name="connsiteY55" fmla="*/ 19408 h 418407"/>
              <a:gd name="connsiteX56" fmla="*/ 338690 w 358668"/>
              <a:gd name="connsiteY56" fmla="*/ 19408 h 418407"/>
              <a:gd name="connsiteX57" fmla="*/ 339070 w 358668"/>
              <a:gd name="connsiteY57" fmla="*/ 399951 h 418407"/>
              <a:gd name="connsiteX58" fmla="*/ 235943 w 358668"/>
              <a:gd name="connsiteY58" fmla="*/ 399951 h 41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58668" h="418407">
                <a:moveTo>
                  <a:pt x="358097" y="19027"/>
                </a:moveTo>
                <a:cubicBezTo>
                  <a:pt x="358097" y="8562"/>
                  <a:pt x="349535" y="0"/>
                  <a:pt x="339070" y="0"/>
                </a:cubicBezTo>
                <a:lnTo>
                  <a:pt x="72880" y="0"/>
                </a:lnTo>
                <a:cubicBezTo>
                  <a:pt x="62605" y="0"/>
                  <a:pt x="53853" y="7611"/>
                  <a:pt x="53853" y="17695"/>
                </a:cubicBezTo>
                <a:cubicBezTo>
                  <a:pt x="53853" y="18456"/>
                  <a:pt x="53853" y="55179"/>
                  <a:pt x="53853" y="55179"/>
                </a:cubicBezTo>
                <a:lnTo>
                  <a:pt x="49857" y="70020"/>
                </a:lnTo>
                <a:lnTo>
                  <a:pt x="36348" y="62409"/>
                </a:lnTo>
                <a:cubicBezTo>
                  <a:pt x="28927" y="57272"/>
                  <a:pt x="18843" y="58413"/>
                  <a:pt x="12374" y="64692"/>
                </a:cubicBezTo>
                <a:cubicBezTo>
                  <a:pt x="6665" y="71542"/>
                  <a:pt x="7046" y="80865"/>
                  <a:pt x="11232" y="87525"/>
                </a:cubicBezTo>
                <a:lnTo>
                  <a:pt x="14657" y="93614"/>
                </a:lnTo>
                <a:cubicBezTo>
                  <a:pt x="11803" y="95897"/>
                  <a:pt x="9900" y="98941"/>
                  <a:pt x="8758" y="102366"/>
                </a:cubicBezTo>
                <a:cubicBezTo>
                  <a:pt x="7617" y="105791"/>
                  <a:pt x="7427" y="109406"/>
                  <a:pt x="8378" y="113021"/>
                </a:cubicBezTo>
                <a:lnTo>
                  <a:pt x="25122" y="179426"/>
                </a:lnTo>
                <a:cubicBezTo>
                  <a:pt x="26263" y="184183"/>
                  <a:pt x="29118" y="187037"/>
                  <a:pt x="32162" y="189891"/>
                </a:cubicBezTo>
                <a:cubicBezTo>
                  <a:pt x="34635" y="192365"/>
                  <a:pt x="44720" y="203210"/>
                  <a:pt x="45671" y="204542"/>
                </a:cubicBezTo>
                <a:cubicBezTo>
                  <a:pt x="46432" y="205493"/>
                  <a:pt x="46242" y="207586"/>
                  <a:pt x="45100" y="208347"/>
                </a:cubicBezTo>
                <a:cubicBezTo>
                  <a:pt x="44149" y="208918"/>
                  <a:pt x="42817" y="209109"/>
                  <a:pt x="41675" y="209109"/>
                </a:cubicBezTo>
                <a:cubicBezTo>
                  <a:pt x="36538" y="209109"/>
                  <a:pt x="31781" y="211202"/>
                  <a:pt x="28166" y="214817"/>
                </a:cubicBezTo>
                <a:cubicBezTo>
                  <a:pt x="24551" y="218432"/>
                  <a:pt x="22648" y="223189"/>
                  <a:pt x="22648" y="228326"/>
                </a:cubicBezTo>
                <a:lnTo>
                  <a:pt x="22648" y="255915"/>
                </a:lnTo>
                <a:cubicBezTo>
                  <a:pt x="22648" y="255915"/>
                  <a:pt x="16179" y="262765"/>
                  <a:pt x="16179" y="262765"/>
                </a:cubicBezTo>
                <a:cubicBezTo>
                  <a:pt x="11993" y="266951"/>
                  <a:pt x="9900" y="270566"/>
                  <a:pt x="9329" y="275323"/>
                </a:cubicBezTo>
                <a:cubicBezTo>
                  <a:pt x="9329" y="280651"/>
                  <a:pt x="11422" y="285408"/>
                  <a:pt x="14086" y="288642"/>
                </a:cubicBezTo>
                <a:cubicBezTo>
                  <a:pt x="15037" y="289974"/>
                  <a:pt x="24551" y="298156"/>
                  <a:pt x="24551" y="298156"/>
                </a:cubicBezTo>
                <a:cubicBezTo>
                  <a:pt x="24551" y="298156"/>
                  <a:pt x="7807" y="308430"/>
                  <a:pt x="7807" y="308430"/>
                </a:cubicBezTo>
                <a:cubicBezTo>
                  <a:pt x="3050" y="312046"/>
                  <a:pt x="196" y="317373"/>
                  <a:pt x="6" y="323272"/>
                </a:cubicBezTo>
                <a:cubicBezTo>
                  <a:pt x="-184" y="330882"/>
                  <a:pt x="4192" y="337542"/>
                  <a:pt x="12564" y="341347"/>
                </a:cubicBezTo>
                <a:lnTo>
                  <a:pt x="233279" y="418407"/>
                </a:lnTo>
                <a:lnTo>
                  <a:pt x="339641" y="418407"/>
                </a:lnTo>
                <a:cubicBezTo>
                  <a:pt x="350106" y="418217"/>
                  <a:pt x="358668" y="409655"/>
                  <a:pt x="358668" y="399190"/>
                </a:cubicBezTo>
                <a:lnTo>
                  <a:pt x="358668" y="19027"/>
                </a:lnTo>
                <a:close/>
                <a:moveTo>
                  <a:pt x="236133" y="399761"/>
                </a:moveTo>
                <a:lnTo>
                  <a:pt x="18843" y="324223"/>
                </a:lnTo>
                <a:cubicBezTo>
                  <a:pt x="23029" y="321369"/>
                  <a:pt x="27215" y="318705"/>
                  <a:pt x="31211" y="315851"/>
                </a:cubicBezTo>
                <a:cubicBezTo>
                  <a:pt x="32542" y="314900"/>
                  <a:pt x="33874" y="313948"/>
                  <a:pt x="35396" y="313187"/>
                </a:cubicBezTo>
                <a:cubicBezTo>
                  <a:pt x="39012" y="310714"/>
                  <a:pt x="41675" y="307860"/>
                  <a:pt x="43198" y="303674"/>
                </a:cubicBezTo>
                <a:cubicBezTo>
                  <a:pt x="44720" y="299297"/>
                  <a:pt x="43959" y="294160"/>
                  <a:pt x="41485" y="290355"/>
                </a:cubicBezTo>
                <a:cubicBezTo>
                  <a:pt x="39392" y="287310"/>
                  <a:pt x="28356" y="277036"/>
                  <a:pt x="28356" y="277036"/>
                </a:cubicBezTo>
                <a:cubicBezTo>
                  <a:pt x="28356" y="277036"/>
                  <a:pt x="36728" y="267903"/>
                  <a:pt x="36728" y="267712"/>
                </a:cubicBezTo>
                <a:cubicBezTo>
                  <a:pt x="39963" y="264097"/>
                  <a:pt x="41675" y="259721"/>
                  <a:pt x="41675" y="254964"/>
                </a:cubicBezTo>
                <a:lnTo>
                  <a:pt x="41295" y="229277"/>
                </a:lnTo>
                <a:cubicBezTo>
                  <a:pt x="41295" y="229277"/>
                  <a:pt x="52331" y="225852"/>
                  <a:pt x="54994" y="224140"/>
                </a:cubicBezTo>
                <a:cubicBezTo>
                  <a:pt x="60322" y="220335"/>
                  <a:pt x="63557" y="214246"/>
                  <a:pt x="63366" y="207777"/>
                </a:cubicBezTo>
                <a:cubicBezTo>
                  <a:pt x="63176" y="201688"/>
                  <a:pt x="60893" y="196360"/>
                  <a:pt x="57849" y="191223"/>
                </a:cubicBezTo>
                <a:cubicBezTo>
                  <a:pt x="56136" y="188369"/>
                  <a:pt x="47574" y="179046"/>
                  <a:pt x="45291" y="176762"/>
                </a:cubicBezTo>
                <a:cubicBezTo>
                  <a:pt x="43959" y="175621"/>
                  <a:pt x="43198" y="174099"/>
                  <a:pt x="42817" y="172386"/>
                </a:cubicBezTo>
                <a:lnTo>
                  <a:pt x="27025" y="109596"/>
                </a:lnTo>
                <a:cubicBezTo>
                  <a:pt x="32352" y="105791"/>
                  <a:pt x="35396" y="99512"/>
                  <a:pt x="35016" y="92853"/>
                </a:cubicBezTo>
                <a:cubicBezTo>
                  <a:pt x="35016" y="92091"/>
                  <a:pt x="34826" y="91521"/>
                  <a:pt x="34255" y="90379"/>
                </a:cubicBezTo>
                <a:cubicBezTo>
                  <a:pt x="33684" y="89047"/>
                  <a:pt x="32923" y="87525"/>
                  <a:pt x="32162" y="86003"/>
                </a:cubicBezTo>
                <a:cubicBezTo>
                  <a:pt x="32162" y="86003"/>
                  <a:pt x="28927" y="80295"/>
                  <a:pt x="29118" y="80485"/>
                </a:cubicBezTo>
                <a:cubicBezTo>
                  <a:pt x="29118" y="80485"/>
                  <a:pt x="39012" y="86383"/>
                  <a:pt x="39012" y="86383"/>
                </a:cubicBezTo>
                <a:cubicBezTo>
                  <a:pt x="45481" y="90189"/>
                  <a:pt x="54233" y="90950"/>
                  <a:pt x="60132" y="87335"/>
                </a:cubicBezTo>
                <a:cubicBezTo>
                  <a:pt x="62035" y="85813"/>
                  <a:pt x="65269" y="82578"/>
                  <a:pt x="67743" y="76299"/>
                </a:cubicBezTo>
                <a:cubicBezTo>
                  <a:pt x="68694" y="73825"/>
                  <a:pt x="72499" y="57652"/>
                  <a:pt x="72499" y="53086"/>
                </a:cubicBezTo>
                <a:cubicBezTo>
                  <a:pt x="72499" y="48519"/>
                  <a:pt x="72690" y="19027"/>
                  <a:pt x="72499" y="19408"/>
                </a:cubicBezTo>
                <a:lnTo>
                  <a:pt x="338690" y="19408"/>
                </a:lnTo>
                <a:cubicBezTo>
                  <a:pt x="338690" y="19408"/>
                  <a:pt x="339070" y="399951"/>
                  <a:pt x="339070" y="399951"/>
                </a:cubicBezTo>
                <a:lnTo>
                  <a:pt x="235943" y="39995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4" name="Graphic 20" descr="Arkansas icon.">
            <a:extLst>
              <a:ext uri="{FF2B5EF4-FFF2-40B4-BE49-F238E27FC236}">
                <a16:creationId xmlns:a16="http://schemas.microsoft.com/office/drawing/2014/main" id="{E0325937-FBE9-695F-0CF6-75B7CC8D60A6}"/>
              </a:ext>
            </a:extLst>
          </p:cNvPr>
          <p:cNvSpPr/>
          <p:nvPr/>
        </p:nvSpPr>
        <p:spPr>
          <a:xfrm>
            <a:off x="9587755" y="1431254"/>
            <a:ext cx="415742" cy="380353"/>
          </a:xfrm>
          <a:custGeom>
            <a:avLst/>
            <a:gdLst>
              <a:gd name="connsiteX0" fmla="*/ 370649 w 415742"/>
              <a:gd name="connsiteY0" fmla="*/ 193506 h 380353"/>
              <a:gd name="connsiteX1" fmla="*/ 383778 w 415742"/>
              <a:gd name="connsiteY1" fmla="*/ 182661 h 380353"/>
              <a:gd name="connsiteX2" fmla="*/ 383397 w 415742"/>
              <a:gd name="connsiteY2" fmla="*/ 166488 h 380353"/>
              <a:gd name="connsiteX3" fmla="*/ 381685 w 415742"/>
              <a:gd name="connsiteY3" fmla="*/ 162302 h 380353"/>
              <a:gd name="connsiteX4" fmla="*/ 386061 w 415742"/>
              <a:gd name="connsiteY4" fmla="*/ 153169 h 380353"/>
              <a:gd name="connsiteX5" fmla="*/ 383207 w 415742"/>
              <a:gd name="connsiteY5" fmla="*/ 132239 h 380353"/>
              <a:gd name="connsiteX6" fmla="*/ 395194 w 415742"/>
              <a:gd name="connsiteY6" fmla="*/ 114353 h 380353"/>
              <a:gd name="connsiteX7" fmla="*/ 396716 w 415742"/>
              <a:gd name="connsiteY7" fmla="*/ 113973 h 380353"/>
              <a:gd name="connsiteX8" fmla="*/ 410987 w 415742"/>
              <a:gd name="connsiteY8" fmla="*/ 100654 h 380353"/>
              <a:gd name="connsiteX9" fmla="*/ 415173 w 415742"/>
              <a:gd name="connsiteY9" fmla="*/ 81246 h 380353"/>
              <a:gd name="connsiteX10" fmla="*/ 411748 w 415742"/>
              <a:gd name="connsiteY10" fmla="*/ 64883 h 380353"/>
              <a:gd name="connsiteX11" fmla="*/ 396526 w 415742"/>
              <a:gd name="connsiteY11" fmla="*/ 57272 h 380353"/>
              <a:gd name="connsiteX12" fmla="*/ 371030 w 415742"/>
              <a:gd name="connsiteY12" fmla="*/ 57272 h 380353"/>
              <a:gd name="connsiteX13" fmla="*/ 384729 w 415742"/>
              <a:gd name="connsiteY13" fmla="*/ 39767 h 380353"/>
              <a:gd name="connsiteX14" fmla="*/ 386442 w 415742"/>
              <a:gd name="connsiteY14" fmla="*/ 19408 h 380353"/>
              <a:gd name="connsiteX15" fmla="*/ 382256 w 415742"/>
              <a:gd name="connsiteY15" fmla="*/ 11416 h 380353"/>
              <a:gd name="connsiteX16" fmla="*/ 365322 w 415742"/>
              <a:gd name="connsiteY16" fmla="*/ 0 h 380353"/>
              <a:gd name="connsiteX17" fmla="*/ 19027 w 415742"/>
              <a:gd name="connsiteY17" fmla="*/ 0 h 380353"/>
              <a:gd name="connsiteX18" fmla="*/ 5137 w 415742"/>
              <a:gd name="connsiteY18" fmla="*/ 5898 h 380353"/>
              <a:gd name="connsiteX19" fmla="*/ 190 w 415742"/>
              <a:gd name="connsiteY19" fmla="*/ 20359 h 380353"/>
              <a:gd name="connsiteX20" fmla="*/ 9323 w 415742"/>
              <a:gd name="connsiteY20" fmla="*/ 133761 h 380353"/>
              <a:gd name="connsiteX21" fmla="*/ 9704 w 415742"/>
              <a:gd name="connsiteY21" fmla="*/ 283695 h 380353"/>
              <a:gd name="connsiteX22" fmla="*/ 7801 w 415742"/>
              <a:gd name="connsiteY22" fmla="*/ 289023 h 380353"/>
              <a:gd name="connsiteX23" fmla="*/ 1903 w 415742"/>
              <a:gd name="connsiteY23" fmla="*/ 306718 h 380353"/>
              <a:gd name="connsiteX24" fmla="*/ 0 w 415742"/>
              <a:gd name="connsiteY24" fmla="*/ 315470 h 380353"/>
              <a:gd name="connsiteX25" fmla="*/ 3044 w 415742"/>
              <a:gd name="connsiteY25" fmla="*/ 322130 h 380353"/>
              <a:gd name="connsiteX26" fmla="*/ 10465 w 415742"/>
              <a:gd name="connsiteY26" fmla="*/ 323462 h 380353"/>
              <a:gd name="connsiteX27" fmla="*/ 47378 w 415742"/>
              <a:gd name="connsiteY27" fmla="*/ 323462 h 380353"/>
              <a:gd name="connsiteX28" fmla="*/ 47378 w 415742"/>
              <a:gd name="connsiteY28" fmla="*/ 361706 h 380353"/>
              <a:gd name="connsiteX29" fmla="*/ 66215 w 415742"/>
              <a:gd name="connsiteY29" fmla="*/ 380353 h 380353"/>
              <a:gd name="connsiteX30" fmla="*/ 285027 w 415742"/>
              <a:gd name="connsiteY30" fmla="*/ 380353 h 380353"/>
              <a:gd name="connsiteX31" fmla="*/ 304054 w 415742"/>
              <a:gd name="connsiteY31" fmla="*/ 361897 h 380353"/>
              <a:gd name="connsiteX32" fmla="*/ 304435 w 415742"/>
              <a:gd name="connsiteY32" fmla="*/ 275704 h 380353"/>
              <a:gd name="connsiteX33" fmla="*/ 320037 w 415742"/>
              <a:gd name="connsiteY33" fmla="*/ 247163 h 380353"/>
              <a:gd name="connsiteX34" fmla="*/ 332785 w 415742"/>
              <a:gd name="connsiteY34" fmla="*/ 247163 h 380353"/>
              <a:gd name="connsiteX35" fmla="*/ 346294 w 415742"/>
              <a:gd name="connsiteY35" fmla="*/ 241835 h 380353"/>
              <a:gd name="connsiteX36" fmla="*/ 352003 w 415742"/>
              <a:gd name="connsiteY36" fmla="*/ 228326 h 380353"/>
              <a:gd name="connsiteX37" fmla="*/ 352003 w 415742"/>
              <a:gd name="connsiteY37" fmla="*/ 198073 h 380353"/>
              <a:gd name="connsiteX38" fmla="*/ 370649 w 415742"/>
              <a:gd name="connsiteY38" fmla="*/ 193126 h 380353"/>
              <a:gd name="connsiteX39" fmla="*/ 390818 w 415742"/>
              <a:gd name="connsiteY39" fmla="*/ 95897 h 380353"/>
              <a:gd name="connsiteX40" fmla="*/ 388535 w 415742"/>
              <a:gd name="connsiteY40" fmla="*/ 96468 h 380353"/>
              <a:gd name="connsiteX41" fmla="*/ 380353 w 415742"/>
              <a:gd name="connsiteY41" fmla="*/ 102556 h 380353"/>
              <a:gd name="connsiteX42" fmla="*/ 366844 w 415742"/>
              <a:gd name="connsiteY42" fmla="*/ 122725 h 380353"/>
              <a:gd name="connsiteX43" fmla="*/ 367224 w 415742"/>
              <a:gd name="connsiteY43" fmla="*/ 142704 h 380353"/>
              <a:gd name="connsiteX44" fmla="*/ 368746 w 415742"/>
              <a:gd name="connsiteY44" fmla="*/ 145558 h 380353"/>
              <a:gd name="connsiteX45" fmla="*/ 362658 w 415742"/>
              <a:gd name="connsiteY45" fmla="*/ 159828 h 380353"/>
              <a:gd name="connsiteX46" fmla="*/ 362277 w 415742"/>
              <a:gd name="connsiteY46" fmla="*/ 163443 h 380353"/>
              <a:gd name="connsiteX47" fmla="*/ 365702 w 415742"/>
              <a:gd name="connsiteY47" fmla="*/ 175430 h 380353"/>
              <a:gd name="connsiteX48" fmla="*/ 347626 w 415742"/>
              <a:gd name="connsiteY48" fmla="*/ 180187 h 380353"/>
              <a:gd name="connsiteX49" fmla="*/ 332975 w 415742"/>
              <a:gd name="connsiteY49" fmla="*/ 198644 h 380353"/>
              <a:gd name="connsiteX50" fmla="*/ 332975 w 415742"/>
              <a:gd name="connsiteY50" fmla="*/ 229087 h 380353"/>
              <a:gd name="connsiteX51" fmla="*/ 320227 w 415742"/>
              <a:gd name="connsiteY51" fmla="*/ 229087 h 380353"/>
              <a:gd name="connsiteX52" fmla="*/ 303293 w 415742"/>
              <a:gd name="connsiteY52" fmla="*/ 239172 h 380353"/>
              <a:gd name="connsiteX53" fmla="*/ 287310 w 415742"/>
              <a:gd name="connsiteY53" fmla="*/ 270376 h 380353"/>
              <a:gd name="connsiteX54" fmla="*/ 285598 w 415742"/>
              <a:gd name="connsiteY54" fmla="*/ 278938 h 380353"/>
              <a:gd name="connsiteX55" fmla="*/ 285408 w 415742"/>
              <a:gd name="connsiteY55" fmla="*/ 362277 h 380353"/>
              <a:gd name="connsiteX56" fmla="*/ 66595 w 415742"/>
              <a:gd name="connsiteY56" fmla="*/ 362277 h 380353"/>
              <a:gd name="connsiteX57" fmla="*/ 66215 w 415742"/>
              <a:gd name="connsiteY57" fmla="*/ 324223 h 380353"/>
              <a:gd name="connsiteX58" fmla="*/ 47758 w 415742"/>
              <a:gd name="connsiteY58" fmla="*/ 305196 h 380353"/>
              <a:gd name="connsiteX59" fmla="*/ 22452 w 415742"/>
              <a:gd name="connsiteY59" fmla="*/ 305196 h 380353"/>
              <a:gd name="connsiteX60" fmla="*/ 25877 w 415742"/>
              <a:gd name="connsiteY60" fmla="*/ 296063 h 380353"/>
              <a:gd name="connsiteX61" fmla="*/ 27780 w 415742"/>
              <a:gd name="connsiteY61" fmla="*/ 290735 h 380353"/>
              <a:gd name="connsiteX62" fmla="*/ 28541 w 415742"/>
              <a:gd name="connsiteY62" fmla="*/ 284076 h 380353"/>
              <a:gd name="connsiteX63" fmla="*/ 28541 w 415742"/>
              <a:gd name="connsiteY63" fmla="*/ 133000 h 380353"/>
              <a:gd name="connsiteX64" fmla="*/ 19217 w 415742"/>
              <a:gd name="connsiteY64" fmla="*/ 19979 h 380353"/>
              <a:gd name="connsiteX65" fmla="*/ 364941 w 415742"/>
              <a:gd name="connsiteY65" fmla="*/ 19979 h 380353"/>
              <a:gd name="connsiteX66" fmla="*/ 369317 w 415742"/>
              <a:gd name="connsiteY66" fmla="*/ 29112 h 380353"/>
              <a:gd name="connsiteX67" fmla="*/ 355618 w 415742"/>
              <a:gd name="connsiteY67" fmla="*/ 46807 h 380353"/>
              <a:gd name="connsiteX68" fmla="*/ 353905 w 415742"/>
              <a:gd name="connsiteY68" fmla="*/ 66595 h 380353"/>
              <a:gd name="connsiteX69" fmla="*/ 370839 w 415742"/>
              <a:gd name="connsiteY69" fmla="*/ 76679 h 380353"/>
              <a:gd name="connsiteX70" fmla="*/ 396526 w 415742"/>
              <a:gd name="connsiteY70" fmla="*/ 76679 h 380353"/>
              <a:gd name="connsiteX71" fmla="*/ 390818 w 415742"/>
              <a:gd name="connsiteY71" fmla="*/ 96277 h 380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15742" h="380353">
                <a:moveTo>
                  <a:pt x="370649" y="193506"/>
                </a:moveTo>
                <a:cubicBezTo>
                  <a:pt x="376548" y="192174"/>
                  <a:pt x="381304" y="188179"/>
                  <a:pt x="383778" y="182661"/>
                </a:cubicBezTo>
                <a:cubicBezTo>
                  <a:pt x="386251" y="177143"/>
                  <a:pt x="385871" y="171815"/>
                  <a:pt x="383397" y="166488"/>
                </a:cubicBezTo>
                <a:lnTo>
                  <a:pt x="381685" y="162302"/>
                </a:lnTo>
                <a:lnTo>
                  <a:pt x="386061" y="153169"/>
                </a:lnTo>
                <a:cubicBezTo>
                  <a:pt x="389486" y="146319"/>
                  <a:pt x="388344" y="138137"/>
                  <a:pt x="383207" y="132239"/>
                </a:cubicBezTo>
                <a:lnTo>
                  <a:pt x="395194" y="114353"/>
                </a:lnTo>
                <a:lnTo>
                  <a:pt x="396716" y="113973"/>
                </a:lnTo>
                <a:cubicBezTo>
                  <a:pt x="403186" y="112641"/>
                  <a:pt x="408513" y="107884"/>
                  <a:pt x="410987" y="100654"/>
                </a:cubicBezTo>
                <a:lnTo>
                  <a:pt x="415173" y="81246"/>
                </a:lnTo>
                <a:cubicBezTo>
                  <a:pt x="416505" y="74016"/>
                  <a:pt x="415553" y="69449"/>
                  <a:pt x="411748" y="64883"/>
                </a:cubicBezTo>
                <a:cubicBezTo>
                  <a:pt x="408133" y="60126"/>
                  <a:pt x="402425" y="57272"/>
                  <a:pt x="396526" y="57272"/>
                </a:cubicBezTo>
                <a:lnTo>
                  <a:pt x="371030" y="57272"/>
                </a:lnTo>
                <a:lnTo>
                  <a:pt x="384729" y="39767"/>
                </a:lnTo>
                <a:cubicBezTo>
                  <a:pt x="389296" y="33868"/>
                  <a:pt x="389867" y="25877"/>
                  <a:pt x="386442" y="19408"/>
                </a:cubicBezTo>
                <a:lnTo>
                  <a:pt x="382256" y="11416"/>
                </a:lnTo>
                <a:cubicBezTo>
                  <a:pt x="378260" y="3615"/>
                  <a:pt x="373884" y="0"/>
                  <a:pt x="365322" y="0"/>
                </a:cubicBezTo>
                <a:lnTo>
                  <a:pt x="19027" y="0"/>
                </a:lnTo>
                <a:cubicBezTo>
                  <a:pt x="13700" y="0"/>
                  <a:pt x="8752" y="2093"/>
                  <a:pt x="5137" y="5898"/>
                </a:cubicBezTo>
                <a:cubicBezTo>
                  <a:pt x="1522" y="9704"/>
                  <a:pt x="-190" y="15031"/>
                  <a:pt x="190" y="20359"/>
                </a:cubicBezTo>
                <a:lnTo>
                  <a:pt x="9323" y="133761"/>
                </a:lnTo>
                <a:lnTo>
                  <a:pt x="9704" y="283695"/>
                </a:lnTo>
                <a:lnTo>
                  <a:pt x="7801" y="289023"/>
                </a:lnTo>
                <a:cubicBezTo>
                  <a:pt x="5708" y="294921"/>
                  <a:pt x="3615" y="300629"/>
                  <a:pt x="1903" y="306718"/>
                </a:cubicBezTo>
                <a:cubicBezTo>
                  <a:pt x="951" y="309572"/>
                  <a:pt x="0" y="312616"/>
                  <a:pt x="0" y="315470"/>
                </a:cubicBezTo>
                <a:cubicBezTo>
                  <a:pt x="0" y="317944"/>
                  <a:pt x="951" y="320798"/>
                  <a:pt x="3044" y="322130"/>
                </a:cubicBezTo>
                <a:cubicBezTo>
                  <a:pt x="5708" y="323842"/>
                  <a:pt x="7801" y="323462"/>
                  <a:pt x="10465" y="323462"/>
                </a:cubicBezTo>
                <a:cubicBezTo>
                  <a:pt x="18266" y="323272"/>
                  <a:pt x="29492" y="323272"/>
                  <a:pt x="47378" y="323462"/>
                </a:cubicBezTo>
                <a:lnTo>
                  <a:pt x="47378" y="361706"/>
                </a:lnTo>
                <a:cubicBezTo>
                  <a:pt x="47378" y="372171"/>
                  <a:pt x="55750" y="380353"/>
                  <a:pt x="66215" y="380353"/>
                </a:cubicBezTo>
                <a:lnTo>
                  <a:pt x="285027" y="380353"/>
                </a:lnTo>
                <a:cubicBezTo>
                  <a:pt x="295302" y="380353"/>
                  <a:pt x="303674" y="372171"/>
                  <a:pt x="304054" y="361897"/>
                </a:cubicBezTo>
                <a:cubicBezTo>
                  <a:pt x="304435" y="350671"/>
                  <a:pt x="304435" y="289403"/>
                  <a:pt x="304435" y="275704"/>
                </a:cubicBezTo>
                <a:cubicBezTo>
                  <a:pt x="307669" y="269234"/>
                  <a:pt x="314900" y="256106"/>
                  <a:pt x="320037" y="247163"/>
                </a:cubicBezTo>
                <a:lnTo>
                  <a:pt x="332785" y="247163"/>
                </a:lnTo>
                <a:cubicBezTo>
                  <a:pt x="336971" y="246973"/>
                  <a:pt x="342679" y="245450"/>
                  <a:pt x="346294" y="241835"/>
                </a:cubicBezTo>
                <a:cubicBezTo>
                  <a:pt x="349910" y="238220"/>
                  <a:pt x="352003" y="233463"/>
                  <a:pt x="352003" y="228326"/>
                </a:cubicBezTo>
                <a:lnTo>
                  <a:pt x="352003" y="198073"/>
                </a:lnTo>
                <a:cubicBezTo>
                  <a:pt x="352003" y="198073"/>
                  <a:pt x="370649" y="193126"/>
                  <a:pt x="370649" y="193126"/>
                </a:cubicBezTo>
                <a:close/>
                <a:moveTo>
                  <a:pt x="390818" y="95897"/>
                </a:moveTo>
                <a:cubicBezTo>
                  <a:pt x="390818" y="95897"/>
                  <a:pt x="389296" y="96277"/>
                  <a:pt x="388535" y="96468"/>
                </a:cubicBezTo>
                <a:cubicBezTo>
                  <a:pt x="385681" y="97419"/>
                  <a:pt x="382636" y="99132"/>
                  <a:pt x="380353" y="102556"/>
                </a:cubicBezTo>
                <a:lnTo>
                  <a:pt x="366844" y="122725"/>
                </a:lnTo>
                <a:cubicBezTo>
                  <a:pt x="362658" y="128814"/>
                  <a:pt x="363038" y="136044"/>
                  <a:pt x="367224" y="142704"/>
                </a:cubicBezTo>
                <a:lnTo>
                  <a:pt x="368746" y="145558"/>
                </a:lnTo>
                <a:cubicBezTo>
                  <a:pt x="368746" y="145558"/>
                  <a:pt x="363229" y="157355"/>
                  <a:pt x="362658" y="159828"/>
                </a:cubicBezTo>
                <a:cubicBezTo>
                  <a:pt x="362468" y="160970"/>
                  <a:pt x="362277" y="162302"/>
                  <a:pt x="362277" y="163443"/>
                </a:cubicBezTo>
                <a:cubicBezTo>
                  <a:pt x="362277" y="167059"/>
                  <a:pt x="365702" y="174669"/>
                  <a:pt x="365702" y="175430"/>
                </a:cubicBezTo>
                <a:lnTo>
                  <a:pt x="347626" y="180187"/>
                </a:lnTo>
                <a:cubicBezTo>
                  <a:pt x="339064" y="182280"/>
                  <a:pt x="332975" y="189891"/>
                  <a:pt x="332975" y="198644"/>
                </a:cubicBezTo>
                <a:lnTo>
                  <a:pt x="332975" y="229087"/>
                </a:lnTo>
                <a:cubicBezTo>
                  <a:pt x="332975" y="229087"/>
                  <a:pt x="320227" y="229087"/>
                  <a:pt x="320227" y="229087"/>
                </a:cubicBezTo>
                <a:cubicBezTo>
                  <a:pt x="313377" y="228707"/>
                  <a:pt x="306718" y="232893"/>
                  <a:pt x="303293" y="239172"/>
                </a:cubicBezTo>
                <a:cubicBezTo>
                  <a:pt x="298536" y="248114"/>
                  <a:pt x="290164" y="264858"/>
                  <a:pt x="287310" y="270376"/>
                </a:cubicBezTo>
                <a:cubicBezTo>
                  <a:pt x="285978" y="273040"/>
                  <a:pt x="285408" y="275894"/>
                  <a:pt x="285598" y="278938"/>
                </a:cubicBezTo>
                <a:cubicBezTo>
                  <a:pt x="285598" y="285027"/>
                  <a:pt x="285598" y="352383"/>
                  <a:pt x="285408" y="362277"/>
                </a:cubicBezTo>
                <a:lnTo>
                  <a:pt x="66595" y="362277"/>
                </a:lnTo>
                <a:cubicBezTo>
                  <a:pt x="66595" y="362277"/>
                  <a:pt x="66215" y="324223"/>
                  <a:pt x="66215" y="324223"/>
                </a:cubicBezTo>
                <a:cubicBezTo>
                  <a:pt x="66215" y="313948"/>
                  <a:pt x="58033" y="304815"/>
                  <a:pt x="47758" y="305196"/>
                </a:cubicBezTo>
                <a:cubicBezTo>
                  <a:pt x="41099" y="305386"/>
                  <a:pt x="34059" y="305386"/>
                  <a:pt x="22452" y="305196"/>
                </a:cubicBezTo>
                <a:cubicBezTo>
                  <a:pt x="23594" y="302151"/>
                  <a:pt x="24926" y="298727"/>
                  <a:pt x="25877" y="296063"/>
                </a:cubicBezTo>
                <a:lnTo>
                  <a:pt x="27780" y="290735"/>
                </a:lnTo>
                <a:cubicBezTo>
                  <a:pt x="28541" y="288832"/>
                  <a:pt x="28541" y="286359"/>
                  <a:pt x="28541" y="284076"/>
                </a:cubicBezTo>
                <a:lnTo>
                  <a:pt x="28541" y="133000"/>
                </a:lnTo>
                <a:cubicBezTo>
                  <a:pt x="28541" y="133000"/>
                  <a:pt x="19217" y="19979"/>
                  <a:pt x="19217" y="19979"/>
                </a:cubicBezTo>
                <a:lnTo>
                  <a:pt x="364941" y="19979"/>
                </a:lnTo>
                <a:cubicBezTo>
                  <a:pt x="364941" y="19979"/>
                  <a:pt x="369317" y="29112"/>
                  <a:pt x="369317" y="29112"/>
                </a:cubicBezTo>
                <a:lnTo>
                  <a:pt x="355618" y="46807"/>
                </a:lnTo>
                <a:cubicBezTo>
                  <a:pt x="351241" y="52705"/>
                  <a:pt x="350671" y="60316"/>
                  <a:pt x="353905" y="66595"/>
                </a:cubicBezTo>
                <a:cubicBezTo>
                  <a:pt x="357140" y="73064"/>
                  <a:pt x="363609" y="76679"/>
                  <a:pt x="370839" y="76679"/>
                </a:cubicBezTo>
                <a:lnTo>
                  <a:pt x="396526" y="76679"/>
                </a:lnTo>
                <a:cubicBezTo>
                  <a:pt x="396526" y="76679"/>
                  <a:pt x="391199" y="96277"/>
                  <a:pt x="390818" y="96277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7" name="Graphic 21" descr="California icon.">
            <a:extLst>
              <a:ext uri="{FF2B5EF4-FFF2-40B4-BE49-F238E27FC236}">
                <a16:creationId xmlns:a16="http://schemas.microsoft.com/office/drawing/2014/main" id="{E5ED1043-DFD3-85EB-B366-70092169A054}"/>
              </a:ext>
            </a:extLst>
          </p:cNvPr>
          <p:cNvSpPr/>
          <p:nvPr/>
        </p:nvSpPr>
        <p:spPr>
          <a:xfrm>
            <a:off x="10816124" y="1393254"/>
            <a:ext cx="389200" cy="456353"/>
          </a:xfrm>
          <a:custGeom>
            <a:avLst/>
            <a:gdLst>
              <a:gd name="connsiteX0" fmla="*/ 387203 w 389200"/>
              <a:gd name="connsiteY0" fmla="*/ 369888 h 456353"/>
              <a:gd name="connsiteX1" fmla="*/ 387203 w 389200"/>
              <a:gd name="connsiteY1" fmla="*/ 352764 h 456353"/>
              <a:gd name="connsiteX2" fmla="*/ 377689 w 389200"/>
              <a:gd name="connsiteY2" fmla="*/ 335259 h 456353"/>
              <a:gd name="connsiteX3" fmla="*/ 180758 w 389200"/>
              <a:gd name="connsiteY3" fmla="*/ 147651 h 456353"/>
              <a:gd name="connsiteX4" fmla="*/ 180758 w 389200"/>
              <a:gd name="connsiteY4" fmla="*/ 18837 h 456353"/>
              <a:gd name="connsiteX5" fmla="*/ 161921 w 389200"/>
              <a:gd name="connsiteY5" fmla="*/ 0 h 456353"/>
              <a:gd name="connsiteX6" fmla="*/ 28541 w 389200"/>
              <a:gd name="connsiteY6" fmla="*/ 0 h 456353"/>
              <a:gd name="connsiteX7" fmla="*/ 15031 w 389200"/>
              <a:gd name="connsiteY7" fmla="*/ 5518 h 456353"/>
              <a:gd name="connsiteX8" fmla="*/ 9514 w 389200"/>
              <a:gd name="connsiteY8" fmla="*/ 19217 h 456353"/>
              <a:gd name="connsiteX9" fmla="*/ 16934 w 389200"/>
              <a:gd name="connsiteY9" fmla="*/ 39386 h 456353"/>
              <a:gd name="connsiteX10" fmla="*/ 1332 w 389200"/>
              <a:gd name="connsiteY10" fmla="*/ 72113 h 456353"/>
              <a:gd name="connsiteX11" fmla="*/ 0 w 389200"/>
              <a:gd name="connsiteY11" fmla="*/ 78202 h 456353"/>
              <a:gd name="connsiteX12" fmla="*/ 0 w 389200"/>
              <a:gd name="connsiteY12" fmla="*/ 91330 h 456353"/>
              <a:gd name="connsiteX13" fmla="*/ 5708 w 389200"/>
              <a:gd name="connsiteY13" fmla="*/ 104840 h 456353"/>
              <a:gd name="connsiteX14" fmla="*/ 27209 w 389200"/>
              <a:gd name="connsiteY14" fmla="*/ 125770 h 456353"/>
              <a:gd name="connsiteX15" fmla="*/ 20740 w 389200"/>
              <a:gd name="connsiteY15" fmla="*/ 144987 h 456353"/>
              <a:gd name="connsiteX16" fmla="*/ 23403 w 389200"/>
              <a:gd name="connsiteY16" fmla="*/ 162302 h 456353"/>
              <a:gd name="connsiteX17" fmla="*/ 56130 w 389200"/>
              <a:gd name="connsiteY17" fmla="*/ 202259 h 456353"/>
              <a:gd name="connsiteX18" fmla="*/ 71162 w 389200"/>
              <a:gd name="connsiteY18" fmla="*/ 209109 h 456353"/>
              <a:gd name="connsiteX19" fmla="*/ 76109 w 389200"/>
              <a:gd name="connsiteY19" fmla="*/ 209109 h 456353"/>
              <a:gd name="connsiteX20" fmla="*/ 76109 w 389200"/>
              <a:gd name="connsiteY20" fmla="*/ 217861 h 456353"/>
              <a:gd name="connsiteX21" fmla="*/ 73635 w 389200"/>
              <a:gd name="connsiteY21" fmla="*/ 219003 h 456353"/>
              <a:gd name="connsiteX22" fmla="*/ 71923 w 389200"/>
              <a:gd name="connsiteY22" fmla="*/ 220144 h 456353"/>
              <a:gd name="connsiteX23" fmla="*/ 67927 w 389200"/>
              <a:gd name="connsiteY23" fmla="*/ 244499 h 456353"/>
              <a:gd name="connsiteX24" fmla="*/ 74396 w 389200"/>
              <a:gd name="connsiteY24" fmla="*/ 255535 h 456353"/>
              <a:gd name="connsiteX25" fmla="*/ 84481 w 389200"/>
              <a:gd name="connsiteY25" fmla="*/ 264668 h 456353"/>
              <a:gd name="connsiteX26" fmla="*/ 90760 w 389200"/>
              <a:gd name="connsiteY26" fmla="*/ 266190 h 456353"/>
              <a:gd name="connsiteX27" fmla="*/ 86574 w 389200"/>
              <a:gd name="connsiteY27" fmla="*/ 281983 h 456353"/>
              <a:gd name="connsiteX28" fmla="*/ 92091 w 389200"/>
              <a:gd name="connsiteY28" fmla="*/ 294541 h 456353"/>
              <a:gd name="connsiteX29" fmla="*/ 116446 w 389200"/>
              <a:gd name="connsiteY29" fmla="*/ 310523 h 456353"/>
              <a:gd name="connsiteX30" fmla="*/ 133190 w 389200"/>
              <a:gd name="connsiteY30" fmla="*/ 335639 h 456353"/>
              <a:gd name="connsiteX31" fmla="*/ 133190 w 389200"/>
              <a:gd name="connsiteY31" fmla="*/ 351622 h 456353"/>
              <a:gd name="connsiteX32" fmla="*/ 152027 w 389200"/>
              <a:gd name="connsiteY32" fmla="*/ 370649 h 456353"/>
              <a:gd name="connsiteX33" fmla="*/ 176762 w 389200"/>
              <a:gd name="connsiteY33" fmla="*/ 370649 h 456353"/>
              <a:gd name="connsiteX34" fmla="*/ 186657 w 389200"/>
              <a:gd name="connsiteY34" fmla="*/ 380163 h 456353"/>
              <a:gd name="connsiteX35" fmla="*/ 200927 w 389200"/>
              <a:gd name="connsiteY35" fmla="*/ 387013 h 456353"/>
              <a:gd name="connsiteX36" fmla="*/ 214817 w 389200"/>
              <a:gd name="connsiteY36" fmla="*/ 382446 h 456353"/>
              <a:gd name="connsiteX37" fmla="*/ 217861 w 389200"/>
              <a:gd name="connsiteY37" fmla="*/ 390437 h 456353"/>
              <a:gd name="connsiteX38" fmla="*/ 226804 w 389200"/>
              <a:gd name="connsiteY38" fmla="*/ 399761 h 456353"/>
              <a:gd name="connsiteX39" fmla="*/ 241455 w 389200"/>
              <a:gd name="connsiteY39" fmla="*/ 406801 h 456353"/>
              <a:gd name="connsiteX40" fmla="*/ 256676 w 389200"/>
              <a:gd name="connsiteY40" fmla="*/ 422213 h 456353"/>
              <a:gd name="connsiteX41" fmla="*/ 256676 w 389200"/>
              <a:gd name="connsiteY41" fmla="*/ 436483 h 456353"/>
              <a:gd name="connsiteX42" fmla="*/ 262955 w 389200"/>
              <a:gd name="connsiteY42" fmla="*/ 450563 h 456353"/>
              <a:gd name="connsiteX43" fmla="*/ 277416 w 389200"/>
              <a:gd name="connsiteY43" fmla="*/ 456271 h 456353"/>
              <a:gd name="connsiteX44" fmla="*/ 362087 w 389200"/>
              <a:gd name="connsiteY44" fmla="*/ 447329 h 456353"/>
              <a:gd name="connsiteX45" fmla="*/ 380163 w 389200"/>
              <a:gd name="connsiteY45" fmla="*/ 438005 h 456353"/>
              <a:gd name="connsiteX46" fmla="*/ 380543 w 389200"/>
              <a:gd name="connsiteY46" fmla="*/ 421261 h 456353"/>
              <a:gd name="connsiteX47" fmla="*/ 371981 w 389200"/>
              <a:gd name="connsiteY47" fmla="*/ 408513 h 456353"/>
              <a:gd name="connsiteX48" fmla="*/ 387203 w 389200"/>
              <a:gd name="connsiteY48" fmla="*/ 370078 h 456353"/>
              <a:gd name="connsiteX49" fmla="*/ 354096 w 389200"/>
              <a:gd name="connsiteY49" fmla="*/ 402044 h 456353"/>
              <a:gd name="connsiteX50" fmla="*/ 355618 w 389200"/>
              <a:gd name="connsiteY50" fmla="*/ 417646 h 456353"/>
              <a:gd name="connsiteX51" fmla="*/ 361706 w 389200"/>
              <a:gd name="connsiteY51" fmla="*/ 428302 h 456353"/>
              <a:gd name="connsiteX52" fmla="*/ 275704 w 389200"/>
              <a:gd name="connsiteY52" fmla="*/ 437625 h 456353"/>
              <a:gd name="connsiteX53" fmla="*/ 275704 w 389200"/>
              <a:gd name="connsiteY53" fmla="*/ 422593 h 456353"/>
              <a:gd name="connsiteX54" fmla="*/ 269996 w 389200"/>
              <a:gd name="connsiteY54" fmla="*/ 409084 h 456353"/>
              <a:gd name="connsiteX55" fmla="*/ 249827 w 389200"/>
              <a:gd name="connsiteY55" fmla="*/ 390057 h 456353"/>
              <a:gd name="connsiteX56" fmla="*/ 234986 w 389200"/>
              <a:gd name="connsiteY56" fmla="*/ 382446 h 456353"/>
              <a:gd name="connsiteX57" fmla="*/ 232322 w 389200"/>
              <a:gd name="connsiteY57" fmla="*/ 375406 h 456353"/>
              <a:gd name="connsiteX58" fmla="*/ 221286 w 389200"/>
              <a:gd name="connsiteY58" fmla="*/ 364561 h 456353"/>
              <a:gd name="connsiteX59" fmla="*/ 209870 w 389200"/>
              <a:gd name="connsiteY59" fmla="*/ 364561 h 456353"/>
              <a:gd name="connsiteX60" fmla="*/ 200356 w 389200"/>
              <a:gd name="connsiteY60" fmla="*/ 367795 h 456353"/>
              <a:gd name="connsiteX61" fmla="*/ 190081 w 389200"/>
              <a:gd name="connsiteY61" fmla="*/ 357711 h 456353"/>
              <a:gd name="connsiteX62" fmla="*/ 176192 w 389200"/>
              <a:gd name="connsiteY62" fmla="*/ 352003 h 456353"/>
              <a:gd name="connsiteX63" fmla="*/ 152027 w 389200"/>
              <a:gd name="connsiteY63" fmla="*/ 352003 h 456353"/>
              <a:gd name="connsiteX64" fmla="*/ 151837 w 389200"/>
              <a:gd name="connsiteY64" fmla="*/ 334307 h 456353"/>
              <a:gd name="connsiteX65" fmla="*/ 149744 w 389200"/>
              <a:gd name="connsiteY65" fmla="*/ 326887 h 456353"/>
              <a:gd name="connsiteX66" fmla="*/ 132049 w 389200"/>
              <a:gd name="connsiteY66" fmla="*/ 300058 h 456353"/>
              <a:gd name="connsiteX67" fmla="*/ 105981 w 389200"/>
              <a:gd name="connsiteY67" fmla="*/ 281222 h 456353"/>
              <a:gd name="connsiteX68" fmla="*/ 108455 w 389200"/>
              <a:gd name="connsiteY68" fmla="*/ 273420 h 456353"/>
              <a:gd name="connsiteX69" fmla="*/ 106552 w 389200"/>
              <a:gd name="connsiteY69" fmla="*/ 255725 h 456353"/>
              <a:gd name="connsiteX70" fmla="*/ 93233 w 389200"/>
              <a:gd name="connsiteY70" fmla="*/ 247163 h 456353"/>
              <a:gd name="connsiteX71" fmla="*/ 84671 w 389200"/>
              <a:gd name="connsiteY71" fmla="*/ 235747 h 456353"/>
              <a:gd name="connsiteX72" fmla="*/ 95326 w 389200"/>
              <a:gd name="connsiteY72" fmla="*/ 218432 h 456353"/>
              <a:gd name="connsiteX73" fmla="*/ 95326 w 389200"/>
              <a:gd name="connsiteY73" fmla="*/ 209109 h 456353"/>
              <a:gd name="connsiteX74" fmla="*/ 77441 w 389200"/>
              <a:gd name="connsiteY74" fmla="*/ 190462 h 456353"/>
              <a:gd name="connsiteX75" fmla="*/ 70971 w 389200"/>
              <a:gd name="connsiteY75" fmla="*/ 190462 h 456353"/>
              <a:gd name="connsiteX76" fmla="*/ 39006 w 389200"/>
              <a:gd name="connsiteY76" fmla="*/ 151076 h 456353"/>
              <a:gd name="connsiteX77" fmla="*/ 45475 w 389200"/>
              <a:gd name="connsiteY77" fmla="*/ 131858 h 456353"/>
              <a:gd name="connsiteX78" fmla="*/ 40908 w 389200"/>
              <a:gd name="connsiteY78" fmla="*/ 112260 h 456353"/>
              <a:gd name="connsiteX79" fmla="*/ 31775 w 389200"/>
              <a:gd name="connsiteY79" fmla="*/ 103318 h 456353"/>
              <a:gd name="connsiteX80" fmla="*/ 19217 w 389200"/>
              <a:gd name="connsiteY80" fmla="*/ 91330 h 456353"/>
              <a:gd name="connsiteX81" fmla="*/ 19217 w 389200"/>
              <a:gd name="connsiteY81" fmla="*/ 78963 h 456353"/>
              <a:gd name="connsiteX82" fmla="*/ 34439 w 389200"/>
              <a:gd name="connsiteY82" fmla="*/ 46807 h 456353"/>
              <a:gd name="connsiteX83" fmla="*/ 33678 w 389200"/>
              <a:gd name="connsiteY83" fmla="*/ 28160 h 456353"/>
              <a:gd name="connsiteX84" fmla="*/ 28541 w 389200"/>
              <a:gd name="connsiteY84" fmla="*/ 23784 h 456353"/>
              <a:gd name="connsiteX85" fmla="*/ 28541 w 389200"/>
              <a:gd name="connsiteY85" fmla="*/ 18837 h 456353"/>
              <a:gd name="connsiteX86" fmla="*/ 162111 w 389200"/>
              <a:gd name="connsiteY86" fmla="*/ 18837 h 456353"/>
              <a:gd name="connsiteX87" fmla="*/ 162111 w 389200"/>
              <a:gd name="connsiteY87" fmla="*/ 147841 h 456353"/>
              <a:gd name="connsiteX88" fmla="*/ 168010 w 389200"/>
              <a:gd name="connsiteY88" fmla="*/ 161731 h 456353"/>
              <a:gd name="connsiteX89" fmla="*/ 362658 w 389200"/>
              <a:gd name="connsiteY89" fmla="*/ 346675 h 456353"/>
              <a:gd name="connsiteX90" fmla="*/ 366273 w 389200"/>
              <a:gd name="connsiteY90" fmla="*/ 353525 h 456353"/>
              <a:gd name="connsiteX91" fmla="*/ 369888 w 389200"/>
              <a:gd name="connsiteY91" fmla="*/ 361897 h 456353"/>
              <a:gd name="connsiteX92" fmla="*/ 354096 w 389200"/>
              <a:gd name="connsiteY92" fmla="*/ 401854 h 45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389200" h="456353">
                <a:moveTo>
                  <a:pt x="387203" y="369888"/>
                </a:moveTo>
                <a:cubicBezTo>
                  <a:pt x="389867" y="364561"/>
                  <a:pt x="389867" y="358091"/>
                  <a:pt x="387203" y="352764"/>
                </a:cubicBezTo>
                <a:lnTo>
                  <a:pt x="377689" y="335259"/>
                </a:lnTo>
                <a:cubicBezTo>
                  <a:pt x="354857" y="310333"/>
                  <a:pt x="187798" y="154120"/>
                  <a:pt x="180758" y="147651"/>
                </a:cubicBezTo>
                <a:lnTo>
                  <a:pt x="180758" y="18837"/>
                </a:lnTo>
                <a:cubicBezTo>
                  <a:pt x="180758" y="8372"/>
                  <a:pt x="172576" y="190"/>
                  <a:pt x="161921" y="0"/>
                </a:cubicBezTo>
                <a:lnTo>
                  <a:pt x="28541" y="0"/>
                </a:lnTo>
                <a:cubicBezTo>
                  <a:pt x="23403" y="0"/>
                  <a:pt x="18647" y="1903"/>
                  <a:pt x="15031" y="5518"/>
                </a:cubicBezTo>
                <a:cubicBezTo>
                  <a:pt x="11416" y="9133"/>
                  <a:pt x="9514" y="13890"/>
                  <a:pt x="9514" y="19217"/>
                </a:cubicBezTo>
                <a:cubicBezTo>
                  <a:pt x="9514" y="26828"/>
                  <a:pt x="10275" y="32156"/>
                  <a:pt x="16934" y="39386"/>
                </a:cubicBezTo>
                <a:cubicBezTo>
                  <a:pt x="16934" y="39386"/>
                  <a:pt x="1142" y="71923"/>
                  <a:pt x="1332" y="72113"/>
                </a:cubicBezTo>
                <a:cubicBezTo>
                  <a:pt x="571" y="74016"/>
                  <a:pt x="190" y="76109"/>
                  <a:pt x="0" y="78202"/>
                </a:cubicBezTo>
                <a:lnTo>
                  <a:pt x="0" y="91330"/>
                </a:lnTo>
                <a:cubicBezTo>
                  <a:pt x="0" y="96277"/>
                  <a:pt x="2093" y="101225"/>
                  <a:pt x="5708" y="104840"/>
                </a:cubicBezTo>
                <a:lnTo>
                  <a:pt x="27209" y="125770"/>
                </a:lnTo>
                <a:lnTo>
                  <a:pt x="20740" y="144987"/>
                </a:lnTo>
                <a:cubicBezTo>
                  <a:pt x="18837" y="150885"/>
                  <a:pt x="19788" y="157355"/>
                  <a:pt x="23403" y="162302"/>
                </a:cubicBezTo>
                <a:cubicBezTo>
                  <a:pt x="33868" y="176382"/>
                  <a:pt x="56130" y="202259"/>
                  <a:pt x="56130" y="202259"/>
                </a:cubicBezTo>
                <a:cubicBezTo>
                  <a:pt x="59745" y="206825"/>
                  <a:pt x="65263" y="209109"/>
                  <a:pt x="71162" y="209109"/>
                </a:cubicBezTo>
                <a:lnTo>
                  <a:pt x="76109" y="209109"/>
                </a:lnTo>
                <a:lnTo>
                  <a:pt x="76109" y="217861"/>
                </a:lnTo>
                <a:lnTo>
                  <a:pt x="73635" y="219003"/>
                </a:lnTo>
                <a:lnTo>
                  <a:pt x="71923" y="220144"/>
                </a:lnTo>
                <a:cubicBezTo>
                  <a:pt x="64502" y="226423"/>
                  <a:pt x="62790" y="235937"/>
                  <a:pt x="67927" y="244499"/>
                </a:cubicBezTo>
                <a:cubicBezTo>
                  <a:pt x="67927" y="244499"/>
                  <a:pt x="74396" y="255535"/>
                  <a:pt x="74396" y="255535"/>
                </a:cubicBezTo>
                <a:cubicBezTo>
                  <a:pt x="76489" y="259721"/>
                  <a:pt x="80104" y="262955"/>
                  <a:pt x="84481" y="264668"/>
                </a:cubicBezTo>
                <a:lnTo>
                  <a:pt x="90760" y="266190"/>
                </a:lnTo>
                <a:cubicBezTo>
                  <a:pt x="90760" y="266190"/>
                  <a:pt x="86954" y="278177"/>
                  <a:pt x="86574" y="281983"/>
                </a:cubicBezTo>
                <a:cubicBezTo>
                  <a:pt x="85813" y="289213"/>
                  <a:pt x="89618" y="292828"/>
                  <a:pt x="92091" y="294541"/>
                </a:cubicBezTo>
                <a:lnTo>
                  <a:pt x="116446" y="310523"/>
                </a:lnTo>
                <a:cubicBezTo>
                  <a:pt x="116446" y="310523"/>
                  <a:pt x="130336" y="330882"/>
                  <a:pt x="133190" y="335639"/>
                </a:cubicBezTo>
                <a:lnTo>
                  <a:pt x="133190" y="351622"/>
                </a:lnTo>
                <a:cubicBezTo>
                  <a:pt x="133190" y="361897"/>
                  <a:pt x="141752" y="370459"/>
                  <a:pt x="152027" y="370649"/>
                </a:cubicBezTo>
                <a:lnTo>
                  <a:pt x="176762" y="370649"/>
                </a:lnTo>
                <a:cubicBezTo>
                  <a:pt x="176762" y="370649"/>
                  <a:pt x="186657" y="380163"/>
                  <a:pt x="186657" y="380163"/>
                </a:cubicBezTo>
                <a:cubicBezTo>
                  <a:pt x="190462" y="384539"/>
                  <a:pt x="195599" y="387013"/>
                  <a:pt x="200927" y="387013"/>
                </a:cubicBezTo>
                <a:cubicBezTo>
                  <a:pt x="204732" y="387013"/>
                  <a:pt x="214817" y="382446"/>
                  <a:pt x="214817" y="382446"/>
                </a:cubicBezTo>
                <a:cubicBezTo>
                  <a:pt x="214817" y="382446"/>
                  <a:pt x="217861" y="390437"/>
                  <a:pt x="217861" y="390437"/>
                </a:cubicBezTo>
                <a:cubicBezTo>
                  <a:pt x="217861" y="390437"/>
                  <a:pt x="219003" y="395765"/>
                  <a:pt x="226804" y="399761"/>
                </a:cubicBezTo>
                <a:lnTo>
                  <a:pt x="241455" y="406801"/>
                </a:lnTo>
                <a:cubicBezTo>
                  <a:pt x="246402" y="411748"/>
                  <a:pt x="251349" y="417076"/>
                  <a:pt x="256676" y="422213"/>
                </a:cubicBezTo>
                <a:lnTo>
                  <a:pt x="256676" y="436483"/>
                </a:lnTo>
                <a:cubicBezTo>
                  <a:pt x="256676" y="441811"/>
                  <a:pt x="258960" y="446948"/>
                  <a:pt x="262955" y="450563"/>
                </a:cubicBezTo>
                <a:cubicBezTo>
                  <a:pt x="267141" y="454369"/>
                  <a:pt x="271708" y="456842"/>
                  <a:pt x="277416" y="456271"/>
                </a:cubicBezTo>
                <a:cubicBezTo>
                  <a:pt x="279509" y="456271"/>
                  <a:pt x="358662" y="447519"/>
                  <a:pt x="362087" y="447329"/>
                </a:cubicBezTo>
                <a:cubicBezTo>
                  <a:pt x="369317" y="445616"/>
                  <a:pt x="377309" y="444284"/>
                  <a:pt x="380163" y="438005"/>
                </a:cubicBezTo>
                <a:cubicBezTo>
                  <a:pt x="382636" y="432488"/>
                  <a:pt x="382827" y="426209"/>
                  <a:pt x="380543" y="421261"/>
                </a:cubicBezTo>
                <a:cubicBezTo>
                  <a:pt x="380543" y="421261"/>
                  <a:pt x="372171" y="408323"/>
                  <a:pt x="371981" y="408513"/>
                </a:cubicBezTo>
                <a:lnTo>
                  <a:pt x="387203" y="370078"/>
                </a:lnTo>
                <a:close/>
                <a:moveTo>
                  <a:pt x="354096" y="402044"/>
                </a:moveTo>
                <a:cubicBezTo>
                  <a:pt x="352573" y="406991"/>
                  <a:pt x="352954" y="412319"/>
                  <a:pt x="355618" y="417646"/>
                </a:cubicBezTo>
                <a:lnTo>
                  <a:pt x="361706" y="428302"/>
                </a:lnTo>
                <a:lnTo>
                  <a:pt x="275704" y="437625"/>
                </a:lnTo>
                <a:lnTo>
                  <a:pt x="275704" y="422593"/>
                </a:lnTo>
                <a:cubicBezTo>
                  <a:pt x="275704" y="417456"/>
                  <a:pt x="273611" y="412699"/>
                  <a:pt x="269996" y="409084"/>
                </a:cubicBezTo>
                <a:cubicBezTo>
                  <a:pt x="264287" y="403376"/>
                  <a:pt x="251920" y="391199"/>
                  <a:pt x="249827" y="390057"/>
                </a:cubicBezTo>
                <a:lnTo>
                  <a:pt x="234986" y="382446"/>
                </a:lnTo>
                <a:lnTo>
                  <a:pt x="232322" y="375406"/>
                </a:lnTo>
                <a:cubicBezTo>
                  <a:pt x="230419" y="370459"/>
                  <a:pt x="226233" y="366463"/>
                  <a:pt x="221286" y="364561"/>
                </a:cubicBezTo>
                <a:cubicBezTo>
                  <a:pt x="217671" y="363229"/>
                  <a:pt x="213675" y="363419"/>
                  <a:pt x="209870" y="364561"/>
                </a:cubicBezTo>
                <a:lnTo>
                  <a:pt x="200356" y="367795"/>
                </a:lnTo>
                <a:lnTo>
                  <a:pt x="190081" y="357711"/>
                </a:lnTo>
                <a:cubicBezTo>
                  <a:pt x="186276" y="354096"/>
                  <a:pt x="181519" y="352383"/>
                  <a:pt x="176192" y="352003"/>
                </a:cubicBezTo>
                <a:lnTo>
                  <a:pt x="152027" y="352003"/>
                </a:lnTo>
                <a:cubicBezTo>
                  <a:pt x="152027" y="352003"/>
                  <a:pt x="151837" y="334307"/>
                  <a:pt x="151837" y="334307"/>
                </a:cubicBezTo>
                <a:cubicBezTo>
                  <a:pt x="151266" y="330882"/>
                  <a:pt x="150885" y="328789"/>
                  <a:pt x="149744" y="326887"/>
                </a:cubicBezTo>
                <a:lnTo>
                  <a:pt x="132049" y="300058"/>
                </a:lnTo>
                <a:lnTo>
                  <a:pt x="105981" y="281222"/>
                </a:lnTo>
                <a:cubicBezTo>
                  <a:pt x="105981" y="281222"/>
                  <a:pt x="108455" y="273420"/>
                  <a:pt x="108455" y="273420"/>
                </a:cubicBezTo>
                <a:cubicBezTo>
                  <a:pt x="110738" y="267522"/>
                  <a:pt x="110167" y="260862"/>
                  <a:pt x="106552" y="255725"/>
                </a:cubicBezTo>
                <a:cubicBezTo>
                  <a:pt x="104079" y="252110"/>
                  <a:pt x="93233" y="247163"/>
                  <a:pt x="93233" y="247163"/>
                </a:cubicBezTo>
                <a:lnTo>
                  <a:pt x="84671" y="235747"/>
                </a:lnTo>
                <a:cubicBezTo>
                  <a:pt x="91140" y="232702"/>
                  <a:pt x="95326" y="226233"/>
                  <a:pt x="95326" y="218432"/>
                </a:cubicBezTo>
                <a:lnTo>
                  <a:pt x="95326" y="209109"/>
                </a:lnTo>
                <a:cubicBezTo>
                  <a:pt x="95326" y="199214"/>
                  <a:pt x="87715" y="191413"/>
                  <a:pt x="77441" y="190462"/>
                </a:cubicBezTo>
                <a:lnTo>
                  <a:pt x="70971" y="190462"/>
                </a:lnTo>
                <a:cubicBezTo>
                  <a:pt x="70971" y="190462"/>
                  <a:pt x="43382" y="157164"/>
                  <a:pt x="39006" y="151076"/>
                </a:cubicBezTo>
                <a:lnTo>
                  <a:pt x="45475" y="131858"/>
                </a:lnTo>
                <a:cubicBezTo>
                  <a:pt x="47758" y="125008"/>
                  <a:pt x="46046" y="117398"/>
                  <a:pt x="40908" y="112260"/>
                </a:cubicBezTo>
                <a:lnTo>
                  <a:pt x="31775" y="103318"/>
                </a:lnTo>
                <a:lnTo>
                  <a:pt x="19217" y="91330"/>
                </a:lnTo>
                <a:lnTo>
                  <a:pt x="19217" y="78963"/>
                </a:lnTo>
                <a:cubicBezTo>
                  <a:pt x="19217" y="78963"/>
                  <a:pt x="34439" y="46807"/>
                  <a:pt x="34439" y="46807"/>
                </a:cubicBezTo>
                <a:cubicBezTo>
                  <a:pt x="37484" y="40718"/>
                  <a:pt x="37864" y="33107"/>
                  <a:pt x="33678" y="28160"/>
                </a:cubicBezTo>
                <a:lnTo>
                  <a:pt x="28541" y="23784"/>
                </a:lnTo>
                <a:lnTo>
                  <a:pt x="28541" y="18837"/>
                </a:lnTo>
                <a:cubicBezTo>
                  <a:pt x="28541" y="18837"/>
                  <a:pt x="162111" y="18837"/>
                  <a:pt x="162111" y="18837"/>
                </a:cubicBezTo>
                <a:lnTo>
                  <a:pt x="162111" y="147841"/>
                </a:lnTo>
                <a:cubicBezTo>
                  <a:pt x="162111" y="152978"/>
                  <a:pt x="164204" y="158116"/>
                  <a:pt x="168010" y="161731"/>
                </a:cubicBezTo>
                <a:cubicBezTo>
                  <a:pt x="169722" y="163253"/>
                  <a:pt x="341347" y="323652"/>
                  <a:pt x="362658" y="346675"/>
                </a:cubicBezTo>
                <a:lnTo>
                  <a:pt x="366273" y="353525"/>
                </a:lnTo>
                <a:lnTo>
                  <a:pt x="369888" y="361897"/>
                </a:lnTo>
                <a:lnTo>
                  <a:pt x="354096" y="40185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9" name="Graphic 56" descr="Colorado icon.">
            <a:extLst>
              <a:ext uri="{FF2B5EF4-FFF2-40B4-BE49-F238E27FC236}">
                <a16:creationId xmlns:a16="http://schemas.microsoft.com/office/drawing/2014/main" id="{3AE7B4F9-1D84-0ADA-27D7-DDF46E7E9331}"/>
              </a:ext>
            </a:extLst>
          </p:cNvPr>
          <p:cNvSpPr/>
          <p:nvPr/>
        </p:nvSpPr>
        <p:spPr>
          <a:xfrm>
            <a:off x="957581" y="2412891"/>
            <a:ext cx="456461" cy="342489"/>
          </a:xfrm>
          <a:custGeom>
            <a:avLst/>
            <a:gdLst>
              <a:gd name="connsiteX0" fmla="*/ 437625 w 456461"/>
              <a:gd name="connsiteY0" fmla="*/ 342489 h 342489"/>
              <a:gd name="connsiteX1" fmla="*/ 19027 w 456461"/>
              <a:gd name="connsiteY1" fmla="*/ 342489 h 342489"/>
              <a:gd name="connsiteX2" fmla="*/ 0 w 456461"/>
              <a:gd name="connsiteY2" fmla="*/ 323462 h 342489"/>
              <a:gd name="connsiteX3" fmla="*/ 0 w 456461"/>
              <a:gd name="connsiteY3" fmla="*/ 19027 h 342489"/>
              <a:gd name="connsiteX4" fmla="*/ 19027 w 456461"/>
              <a:gd name="connsiteY4" fmla="*/ 0 h 342489"/>
              <a:gd name="connsiteX5" fmla="*/ 437435 w 456461"/>
              <a:gd name="connsiteY5" fmla="*/ 0 h 342489"/>
              <a:gd name="connsiteX6" fmla="*/ 456462 w 456461"/>
              <a:gd name="connsiteY6" fmla="*/ 19027 h 342489"/>
              <a:gd name="connsiteX7" fmla="*/ 456462 w 456461"/>
              <a:gd name="connsiteY7" fmla="*/ 323462 h 342489"/>
              <a:gd name="connsiteX8" fmla="*/ 437625 w 456461"/>
              <a:gd name="connsiteY8" fmla="*/ 342489 h 342489"/>
              <a:gd name="connsiteX9" fmla="*/ 19027 w 456461"/>
              <a:gd name="connsiteY9" fmla="*/ 19027 h 342489"/>
              <a:gd name="connsiteX10" fmla="*/ 19027 w 456461"/>
              <a:gd name="connsiteY10" fmla="*/ 323462 h 342489"/>
              <a:gd name="connsiteX11" fmla="*/ 437625 w 456461"/>
              <a:gd name="connsiteY11" fmla="*/ 323462 h 342489"/>
              <a:gd name="connsiteX12" fmla="*/ 437625 w 456461"/>
              <a:gd name="connsiteY12" fmla="*/ 19027 h 342489"/>
              <a:gd name="connsiteX13" fmla="*/ 19027 w 456461"/>
              <a:gd name="connsiteY13" fmla="*/ 19027 h 34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6461" h="342489">
                <a:moveTo>
                  <a:pt x="437625" y="342489"/>
                </a:moveTo>
                <a:lnTo>
                  <a:pt x="19027" y="342489"/>
                </a:lnTo>
                <a:cubicBezTo>
                  <a:pt x="8562" y="342489"/>
                  <a:pt x="0" y="333927"/>
                  <a:pt x="0" y="323462"/>
                </a:cubicBezTo>
                <a:lnTo>
                  <a:pt x="0" y="19027"/>
                </a:lnTo>
                <a:cubicBezTo>
                  <a:pt x="0" y="8562"/>
                  <a:pt x="8562" y="0"/>
                  <a:pt x="19027" y="0"/>
                </a:cubicBezTo>
                <a:lnTo>
                  <a:pt x="437435" y="0"/>
                </a:lnTo>
                <a:cubicBezTo>
                  <a:pt x="447900" y="0"/>
                  <a:pt x="456462" y="8562"/>
                  <a:pt x="456462" y="19027"/>
                </a:cubicBezTo>
                <a:lnTo>
                  <a:pt x="456462" y="323462"/>
                </a:lnTo>
                <a:cubicBezTo>
                  <a:pt x="456462" y="333927"/>
                  <a:pt x="448090" y="342489"/>
                  <a:pt x="437625" y="342489"/>
                </a:cubicBezTo>
                <a:close/>
                <a:moveTo>
                  <a:pt x="19027" y="19027"/>
                </a:moveTo>
                <a:lnTo>
                  <a:pt x="19027" y="323462"/>
                </a:lnTo>
                <a:lnTo>
                  <a:pt x="437625" y="323462"/>
                </a:lnTo>
                <a:lnTo>
                  <a:pt x="437625" y="19027"/>
                </a:lnTo>
                <a:lnTo>
                  <a:pt x="19027" y="1902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6" name="Graphic 23" descr="Connecticut icon.">
            <a:extLst>
              <a:ext uri="{FF2B5EF4-FFF2-40B4-BE49-F238E27FC236}">
                <a16:creationId xmlns:a16="http://schemas.microsoft.com/office/drawing/2014/main" id="{964A3ED4-261C-0447-02B7-CF8E28066AA7}"/>
              </a:ext>
            </a:extLst>
          </p:cNvPr>
          <p:cNvSpPr/>
          <p:nvPr/>
        </p:nvSpPr>
        <p:spPr>
          <a:xfrm>
            <a:off x="2176624" y="2412986"/>
            <a:ext cx="456461" cy="342298"/>
          </a:xfrm>
          <a:custGeom>
            <a:avLst/>
            <a:gdLst>
              <a:gd name="connsiteX0" fmla="*/ 456462 w 456461"/>
              <a:gd name="connsiteY0" fmla="*/ 19027 h 342298"/>
              <a:gd name="connsiteX1" fmla="*/ 450944 w 456461"/>
              <a:gd name="connsiteY1" fmla="*/ 5518 h 342298"/>
              <a:gd name="connsiteX2" fmla="*/ 437435 w 456461"/>
              <a:gd name="connsiteY2" fmla="*/ 0 h 342298"/>
              <a:gd name="connsiteX3" fmla="*/ 72113 w 456461"/>
              <a:gd name="connsiteY3" fmla="*/ 0 h 342298"/>
              <a:gd name="connsiteX4" fmla="*/ 53086 w 456461"/>
              <a:gd name="connsiteY4" fmla="*/ 18456 h 342298"/>
              <a:gd name="connsiteX5" fmla="*/ 43382 w 456461"/>
              <a:gd name="connsiteY5" fmla="*/ 215197 h 342298"/>
              <a:gd name="connsiteX6" fmla="*/ 43572 w 456461"/>
              <a:gd name="connsiteY6" fmla="*/ 217861 h 342298"/>
              <a:gd name="connsiteX7" fmla="*/ 51754 w 456461"/>
              <a:gd name="connsiteY7" fmla="*/ 252300 h 342298"/>
              <a:gd name="connsiteX8" fmla="*/ 10465 w 456461"/>
              <a:gd name="connsiteY8" fmla="*/ 273420 h 342298"/>
              <a:gd name="connsiteX9" fmla="*/ 761 w 456461"/>
              <a:gd name="connsiteY9" fmla="*/ 285027 h 342298"/>
              <a:gd name="connsiteX10" fmla="*/ 3044 w 456461"/>
              <a:gd name="connsiteY10" fmla="*/ 300629 h 342298"/>
              <a:gd name="connsiteX11" fmla="*/ 15222 w 456461"/>
              <a:gd name="connsiteY11" fmla="*/ 318325 h 342298"/>
              <a:gd name="connsiteX12" fmla="*/ 20169 w 456461"/>
              <a:gd name="connsiteY12" fmla="*/ 323272 h 342298"/>
              <a:gd name="connsiteX13" fmla="*/ 43953 w 456461"/>
              <a:gd name="connsiteY13" fmla="*/ 339064 h 342298"/>
              <a:gd name="connsiteX14" fmla="*/ 54608 w 456461"/>
              <a:gd name="connsiteY14" fmla="*/ 342299 h 342298"/>
              <a:gd name="connsiteX15" fmla="*/ 60506 w 456461"/>
              <a:gd name="connsiteY15" fmla="*/ 341347 h 342298"/>
              <a:gd name="connsiteX16" fmla="*/ 434771 w 456461"/>
              <a:gd name="connsiteY16" fmla="*/ 220144 h 342298"/>
              <a:gd name="connsiteX17" fmla="*/ 447519 w 456461"/>
              <a:gd name="connsiteY17" fmla="*/ 206064 h 342298"/>
              <a:gd name="connsiteX18" fmla="*/ 456081 w 456461"/>
              <a:gd name="connsiteY18" fmla="*/ 165156 h 342298"/>
              <a:gd name="connsiteX19" fmla="*/ 456462 w 456461"/>
              <a:gd name="connsiteY19" fmla="*/ 161731 h 342298"/>
              <a:gd name="connsiteX20" fmla="*/ 456462 w 456461"/>
              <a:gd name="connsiteY20" fmla="*/ 19408 h 342298"/>
              <a:gd name="connsiteX21" fmla="*/ 30824 w 456461"/>
              <a:gd name="connsiteY21" fmla="*/ 307098 h 342298"/>
              <a:gd name="connsiteX22" fmla="*/ 19027 w 456461"/>
              <a:gd name="connsiteY22" fmla="*/ 290164 h 342298"/>
              <a:gd name="connsiteX23" fmla="*/ 60316 w 456461"/>
              <a:gd name="connsiteY23" fmla="*/ 269044 h 342298"/>
              <a:gd name="connsiteX24" fmla="*/ 70020 w 456461"/>
              <a:gd name="connsiteY24" fmla="*/ 247163 h 342298"/>
              <a:gd name="connsiteX25" fmla="*/ 62029 w 456461"/>
              <a:gd name="connsiteY25" fmla="*/ 217290 h 342298"/>
              <a:gd name="connsiteX26" fmla="*/ 71923 w 456461"/>
              <a:gd name="connsiteY26" fmla="*/ 19217 h 342298"/>
              <a:gd name="connsiteX27" fmla="*/ 437244 w 456461"/>
              <a:gd name="connsiteY27" fmla="*/ 19217 h 342298"/>
              <a:gd name="connsiteX28" fmla="*/ 437244 w 456461"/>
              <a:gd name="connsiteY28" fmla="*/ 160780 h 342298"/>
              <a:gd name="connsiteX29" fmla="*/ 428682 w 456461"/>
              <a:gd name="connsiteY29" fmla="*/ 201688 h 342298"/>
              <a:gd name="connsiteX30" fmla="*/ 54608 w 456461"/>
              <a:gd name="connsiteY30" fmla="*/ 322891 h 342298"/>
              <a:gd name="connsiteX31" fmla="*/ 30824 w 456461"/>
              <a:gd name="connsiteY31" fmla="*/ 307098 h 3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56461" h="342298">
                <a:moveTo>
                  <a:pt x="456462" y="19027"/>
                </a:moveTo>
                <a:cubicBezTo>
                  <a:pt x="456462" y="13890"/>
                  <a:pt x="454559" y="9133"/>
                  <a:pt x="450944" y="5518"/>
                </a:cubicBezTo>
                <a:cubicBezTo>
                  <a:pt x="447329" y="1903"/>
                  <a:pt x="442572" y="0"/>
                  <a:pt x="437435" y="0"/>
                </a:cubicBezTo>
                <a:lnTo>
                  <a:pt x="72113" y="0"/>
                </a:lnTo>
                <a:cubicBezTo>
                  <a:pt x="61838" y="190"/>
                  <a:pt x="53466" y="8182"/>
                  <a:pt x="53086" y="18456"/>
                </a:cubicBezTo>
                <a:lnTo>
                  <a:pt x="43382" y="215197"/>
                </a:lnTo>
                <a:cubicBezTo>
                  <a:pt x="43382" y="215197"/>
                  <a:pt x="43382" y="216910"/>
                  <a:pt x="43572" y="217861"/>
                </a:cubicBezTo>
                <a:lnTo>
                  <a:pt x="51754" y="252300"/>
                </a:lnTo>
                <a:lnTo>
                  <a:pt x="10465" y="273420"/>
                </a:lnTo>
                <a:cubicBezTo>
                  <a:pt x="5708" y="275704"/>
                  <a:pt x="2283" y="280080"/>
                  <a:pt x="761" y="285027"/>
                </a:cubicBezTo>
                <a:cubicBezTo>
                  <a:pt x="-761" y="289974"/>
                  <a:pt x="0" y="295492"/>
                  <a:pt x="3044" y="300629"/>
                </a:cubicBezTo>
                <a:lnTo>
                  <a:pt x="15222" y="318325"/>
                </a:lnTo>
                <a:lnTo>
                  <a:pt x="20169" y="323272"/>
                </a:lnTo>
                <a:lnTo>
                  <a:pt x="43953" y="339064"/>
                </a:lnTo>
                <a:cubicBezTo>
                  <a:pt x="47187" y="341157"/>
                  <a:pt x="50993" y="342299"/>
                  <a:pt x="54608" y="342299"/>
                </a:cubicBezTo>
                <a:cubicBezTo>
                  <a:pt x="56701" y="342299"/>
                  <a:pt x="58604" y="341918"/>
                  <a:pt x="60506" y="341347"/>
                </a:cubicBezTo>
                <a:lnTo>
                  <a:pt x="434771" y="220144"/>
                </a:lnTo>
                <a:cubicBezTo>
                  <a:pt x="441240" y="218051"/>
                  <a:pt x="446187" y="212533"/>
                  <a:pt x="447519" y="206064"/>
                </a:cubicBezTo>
                <a:lnTo>
                  <a:pt x="456081" y="165156"/>
                </a:lnTo>
                <a:lnTo>
                  <a:pt x="456462" y="161731"/>
                </a:lnTo>
                <a:lnTo>
                  <a:pt x="456462" y="19408"/>
                </a:lnTo>
                <a:close/>
                <a:moveTo>
                  <a:pt x="30824" y="307098"/>
                </a:moveTo>
                <a:lnTo>
                  <a:pt x="19027" y="290164"/>
                </a:lnTo>
                <a:lnTo>
                  <a:pt x="60316" y="269044"/>
                </a:lnTo>
                <a:cubicBezTo>
                  <a:pt x="68308" y="265048"/>
                  <a:pt x="72303" y="255915"/>
                  <a:pt x="70020" y="247163"/>
                </a:cubicBezTo>
                <a:lnTo>
                  <a:pt x="62029" y="217290"/>
                </a:lnTo>
                <a:lnTo>
                  <a:pt x="71923" y="19217"/>
                </a:lnTo>
                <a:lnTo>
                  <a:pt x="437244" y="19217"/>
                </a:lnTo>
                <a:cubicBezTo>
                  <a:pt x="437244" y="19217"/>
                  <a:pt x="437244" y="160780"/>
                  <a:pt x="437244" y="160780"/>
                </a:cubicBezTo>
                <a:lnTo>
                  <a:pt x="428682" y="201688"/>
                </a:lnTo>
                <a:lnTo>
                  <a:pt x="54608" y="322891"/>
                </a:lnTo>
                <a:lnTo>
                  <a:pt x="30824" y="307098"/>
                </a:lnTo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8" name="Graphic 24" descr="Delaware icon.">
            <a:extLst>
              <a:ext uri="{FF2B5EF4-FFF2-40B4-BE49-F238E27FC236}">
                <a16:creationId xmlns:a16="http://schemas.microsoft.com/office/drawing/2014/main" id="{3CFB067F-56E1-7A90-1660-71FDD6EEC66D}"/>
              </a:ext>
            </a:extLst>
          </p:cNvPr>
          <p:cNvSpPr/>
          <p:nvPr/>
        </p:nvSpPr>
        <p:spPr>
          <a:xfrm>
            <a:off x="3520256" y="2355708"/>
            <a:ext cx="219433" cy="456854"/>
          </a:xfrm>
          <a:custGeom>
            <a:avLst/>
            <a:gdLst>
              <a:gd name="connsiteX0" fmla="*/ 219229 w 219433"/>
              <a:gd name="connsiteY0" fmla="*/ 431739 h 456854"/>
              <a:gd name="connsiteX1" fmla="*/ 213331 w 219433"/>
              <a:gd name="connsiteY1" fmla="*/ 417849 h 456854"/>
              <a:gd name="connsiteX2" fmla="*/ 196016 w 219433"/>
              <a:gd name="connsiteY2" fmla="*/ 401676 h 456854"/>
              <a:gd name="connsiteX3" fmla="*/ 208954 w 219433"/>
              <a:gd name="connsiteY3" fmla="*/ 392923 h 456854"/>
              <a:gd name="connsiteX4" fmla="*/ 215233 w 219433"/>
              <a:gd name="connsiteY4" fmla="*/ 368569 h 456854"/>
              <a:gd name="connsiteX5" fmla="*/ 200011 w 219433"/>
              <a:gd name="connsiteY5" fmla="*/ 339647 h 456854"/>
              <a:gd name="connsiteX6" fmla="*/ 200011 w 219433"/>
              <a:gd name="connsiteY6" fmla="*/ 317195 h 456854"/>
              <a:gd name="connsiteX7" fmla="*/ 194303 w 219433"/>
              <a:gd name="connsiteY7" fmla="*/ 304067 h 456854"/>
              <a:gd name="connsiteX8" fmla="*/ 179272 w 219433"/>
              <a:gd name="connsiteY8" fmla="*/ 289035 h 456854"/>
              <a:gd name="connsiteX9" fmla="*/ 143311 w 219433"/>
              <a:gd name="connsiteY9" fmla="*/ 198656 h 456854"/>
              <a:gd name="connsiteX10" fmla="*/ 139125 w 219433"/>
              <a:gd name="connsiteY10" fmla="*/ 192377 h 456854"/>
              <a:gd name="connsiteX11" fmla="*/ 120858 w 219433"/>
              <a:gd name="connsiteY11" fmla="*/ 173921 h 456854"/>
              <a:gd name="connsiteX12" fmla="*/ 78047 w 219433"/>
              <a:gd name="connsiteY12" fmla="*/ 139291 h 456854"/>
              <a:gd name="connsiteX13" fmla="*/ 84326 w 219433"/>
              <a:gd name="connsiteY13" fmla="*/ 120645 h 456854"/>
              <a:gd name="connsiteX14" fmla="*/ 84326 w 219433"/>
              <a:gd name="connsiteY14" fmla="*/ 107897 h 456854"/>
              <a:gd name="connsiteX15" fmla="*/ 78238 w 219433"/>
              <a:gd name="connsiteY15" fmla="*/ 88108 h 456854"/>
              <a:gd name="connsiteX16" fmla="*/ 114009 w 219433"/>
              <a:gd name="connsiteY16" fmla="*/ 43965 h 456854"/>
              <a:gd name="connsiteX17" fmla="*/ 117624 w 219433"/>
              <a:gd name="connsiteY17" fmla="*/ 27412 h 456854"/>
              <a:gd name="connsiteX18" fmla="*/ 107730 w 219433"/>
              <a:gd name="connsiteY18" fmla="*/ 15044 h 456854"/>
              <a:gd name="connsiteX19" fmla="*/ 63967 w 219433"/>
              <a:gd name="connsiteY19" fmla="*/ 583 h 456854"/>
              <a:gd name="connsiteX20" fmla="*/ 47033 w 219433"/>
              <a:gd name="connsiteY20" fmla="*/ 4389 h 456854"/>
              <a:gd name="connsiteX21" fmla="*/ 6886 w 219433"/>
              <a:gd name="connsiteY21" fmla="*/ 37686 h 456854"/>
              <a:gd name="connsiteX22" fmla="*/ 36 w 219433"/>
              <a:gd name="connsiteY22" fmla="*/ 53289 h 456854"/>
              <a:gd name="connsiteX23" fmla="*/ 18302 w 219433"/>
              <a:gd name="connsiteY23" fmla="*/ 438208 h 456854"/>
              <a:gd name="connsiteX24" fmla="*/ 36568 w 219433"/>
              <a:gd name="connsiteY24" fmla="*/ 456855 h 456854"/>
              <a:gd name="connsiteX25" fmla="*/ 200773 w 219433"/>
              <a:gd name="connsiteY25" fmla="*/ 456855 h 456854"/>
              <a:gd name="connsiteX26" fmla="*/ 214282 w 219433"/>
              <a:gd name="connsiteY26" fmla="*/ 451527 h 456854"/>
              <a:gd name="connsiteX27" fmla="*/ 219419 w 219433"/>
              <a:gd name="connsiteY27" fmla="*/ 437257 h 456854"/>
              <a:gd name="connsiteX28" fmla="*/ 219419 w 219433"/>
              <a:gd name="connsiteY28" fmla="*/ 432119 h 456854"/>
              <a:gd name="connsiteX29" fmla="*/ 37329 w 219433"/>
              <a:gd name="connsiteY29" fmla="*/ 437637 h 456854"/>
              <a:gd name="connsiteX30" fmla="*/ 19444 w 219433"/>
              <a:gd name="connsiteY30" fmla="*/ 52147 h 456854"/>
              <a:gd name="connsiteX31" fmla="*/ 59210 w 219433"/>
              <a:gd name="connsiteY31" fmla="*/ 18849 h 456854"/>
              <a:gd name="connsiteX32" fmla="*/ 99358 w 219433"/>
              <a:gd name="connsiteY32" fmla="*/ 31978 h 456854"/>
              <a:gd name="connsiteX33" fmla="*/ 63587 w 219433"/>
              <a:gd name="connsiteY33" fmla="*/ 75931 h 456854"/>
              <a:gd name="connsiteX34" fmla="*/ 60162 w 219433"/>
              <a:gd name="connsiteY34" fmla="*/ 93436 h 456854"/>
              <a:gd name="connsiteX35" fmla="*/ 66441 w 219433"/>
              <a:gd name="connsiteY35" fmla="*/ 114366 h 456854"/>
              <a:gd name="connsiteX36" fmla="*/ 60162 w 219433"/>
              <a:gd name="connsiteY36" fmla="*/ 133012 h 456854"/>
              <a:gd name="connsiteX37" fmla="*/ 66251 w 219433"/>
              <a:gd name="connsiteY37" fmla="*/ 153942 h 456854"/>
              <a:gd name="connsiteX38" fmla="*/ 107539 w 219433"/>
              <a:gd name="connsiteY38" fmla="*/ 187050 h 456854"/>
              <a:gd name="connsiteX39" fmla="*/ 125615 w 219433"/>
              <a:gd name="connsiteY39" fmla="*/ 205506 h 456854"/>
              <a:gd name="connsiteX40" fmla="*/ 161577 w 219433"/>
              <a:gd name="connsiteY40" fmla="*/ 295885 h 456854"/>
              <a:gd name="connsiteX41" fmla="*/ 165763 w 219433"/>
              <a:gd name="connsiteY41" fmla="*/ 302164 h 456854"/>
              <a:gd name="connsiteX42" fmla="*/ 181175 w 219433"/>
              <a:gd name="connsiteY42" fmla="*/ 317195 h 456854"/>
              <a:gd name="connsiteX43" fmla="*/ 181175 w 219433"/>
              <a:gd name="connsiteY43" fmla="*/ 339457 h 456854"/>
              <a:gd name="connsiteX44" fmla="*/ 183268 w 219433"/>
              <a:gd name="connsiteY44" fmla="*/ 348019 h 456854"/>
              <a:gd name="connsiteX45" fmla="*/ 198299 w 219433"/>
              <a:gd name="connsiteY45" fmla="*/ 376750 h 456854"/>
              <a:gd name="connsiteX46" fmla="*/ 185170 w 219433"/>
              <a:gd name="connsiteY46" fmla="*/ 385503 h 456854"/>
              <a:gd name="connsiteX47" fmla="*/ 176989 w 219433"/>
              <a:gd name="connsiteY47" fmla="*/ 399202 h 456854"/>
              <a:gd name="connsiteX48" fmla="*/ 182126 w 219433"/>
              <a:gd name="connsiteY48" fmla="*/ 414424 h 456854"/>
              <a:gd name="connsiteX49" fmla="*/ 200392 w 219433"/>
              <a:gd name="connsiteY49" fmla="*/ 431168 h 456854"/>
              <a:gd name="connsiteX50" fmla="*/ 200392 w 219433"/>
              <a:gd name="connsiteY50" fmla="*/ 437257 h 456854"/>
              <a:gd name="connsiteX51" fmla="*/ 37329 w 219433"/>
              <a:gd name="connsiteY51" fmla="*/ 437257 h 456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19433" h="456854">
                <a:moveTo>
                  <a:pt x="219229" y="431739"/>
                </a:moveTo>
                <a:cubicBezTo>
                  <a:pt x="219229" y="426602"/>
                  <a:pt x="217326" y="421845"/>
                  <a:pt x="213331" y="417849"/>
                </a:cubicBezTo>
                <a:cubicBezTo>
                  <a:pt x="213331" y="417849"/>
                  <a:pt x="198299" y="403959"/>
                  <a:pt x="196016" y="401676"/>
                </a:cubicBezTo>
                <a:lnTo>
                  <a:pt x="208954" y="392923"/>
                </a:lnTo>
                <a:cubicBezTo>
                  <a:pt x="216946" y="387596"/>
                  <a:pt x="219800" y="377131"/>
                  <a:pt x="215233" y="368569"/>
                </a:cubicBezTo>
                <a:cubicBezTo>
                  <a:pt x="211428" y="361148"/>
                  <a:pt x="205339" y="349732"/>
                  <a:pt x="200011" y="339647"/>
                </a:cubicBezTo>
                <a:lnTo>
                  <a:pt x="200011" y="317195"/>
                </a:lnTo>
                <a:cubicBezTo>
                  <a:pt x="199821" y="312248"/>
                  <a:pt x="197728" y="307492"/>
                  <a:pt x="194303" y="304067"/>
                </a:cubicBezTo>
                <a:lnTo>
                  <a:pt x="179272" y="289035"/>
                </a:lnTo>
                <a:lnTo>
                  <a:pt x="143311" y="198656"/>
                </a:lnTo>
                <a:cubicBezTo>
                  <a:pt x="142359" y="196183"/>
                  <a:pt x="141027" y="194090"/>
                  <a:pt x="139125" y="192377"/>
                </a:cubicBezTo>
                <a:lnTo>
                  <a:pt x="120858" y="173921"/>
                </a:lnTo>
                <a:lnTo>
                  <a:pt x="78047" y="139291"/>
                </a:lnTo>
                <a:lnTo>
                  <a:pt x="84326" y="120645"/>
                </a:lnTo>
                <a:cubicBezTo>
                  <a:pt x="85658" y="116649"/>
                  <a:pt x="85658" y="112083"/>
                  <a:pt x="84326" y="107897"/>
                </a:cubicBezTo>
                <a:cubicBezTo>
                  <a:pt x="82233" y="101808"/>
                  <a:pt x="80331" y="94387"/>
                  <a:pt x="78238" y="88108"/>
                </a:cubicBezTo>
                <a:lnTo>
                  <a:pt x="114009" y="43965"/>
                </a:lnTo>
                <a:cubicBezTo>
                  <a:pt x="117814" y="39208"/>
                  <a:pt x="119146" y="33310"/>
                  <a:pt x="117624" y="27412"/>
                </a:cubicBezTo>
                <a:cubicBezTo>
                  <a:pt x="116102" y="21513"/>
                  <a:pt x="112106" y="16947"/>
                  <a:pt x="107730" y="15044"/>
                </a:cubicBezTo>
                <a:lnTo>
                  <a:pt x="63967" y="583"/>
                </a:lnTo>
                <a:cubicBezTo>
                  <a:pt x="58069" y="-939"/>
                  <a:pt x="51600" y="583"/>
                  <a:pt x="47033" y="4389"/>
                </a:cubicBezTo>
                <a:lnTo>
                  <a:pt x="6886" y="37686"/>
                </a:lnTo>
                <a:cubicBezTo>
                  <a:pt x="2319" y="41492"/>
                  <a:pt x="-345" y="47200"/>
                  <a:pt x="36" y="53289"/>
                </a:cubicBezTo>
                <a:lnTo>
                  <a:pt x="18302" y="438208"/>
                </a:lnTo>
                <a:cubicBezTo>
                  <a:pt x="18873" y="448673"/>
                  <a:pt x="26674" y="456855"/>
                  <a:pt x="36568" y="456855"/>
                </a:cubicBezTo>
                <a:lnTo>
                  <a:pt x="200773" y="456855"/>
                </a:lnTo>
                <a:cubicBezTo>
                  <a:pt x="205910" y="456855"/>
                  <a:pt x="210667" y="455142"/>
                  <a:pt x="214282" y="451527"/>
                </a:cubicBezTo>
                <a:cubicBezTo>
                  <a:pt x="217897" y="447912"/>
                  <a:pt x="219609" y="443155"/>
                  <a:pt x="219419" y="437257"/>
                </a:cubicBezTo>
                <a:lnTo>
                  <a:pt x="219419" y="432119"/>
                </a:lnTo>
                <a:close/>
                <a:moveTo>
                  <a:pt x="37329" y="437637"/>
                </a:moveTo>
                <a:lnTo>
                  <a:pt x="19444" y="52147"/>
                </a:lnTo>
                <a:lnTo>
                  <a:pt x="59210" y="18849"/>
                </a:lnTo>
                <a:lnTo>
                  <a:pt x="99358" y="31978"/>
                </a:lnTo>
                <a:lnTo>
                  <a:pt x="63587" y="75931"/>
                </a:lnTo>
                <a:cubicBezTo>
                  <a:pt x="59591" y="80878"/>
                  <a:pt x="58449" y="87347"/>
                  <a:pt x="60162" y="93436"/>
                </a:cubicBezTo>
                <a:cubicBezTo>
                  <a:pt x="62065" y="99334"/>
                  <a:pt x="63777" y="107135"/>
                  <a:pt x="66441" y="114366"/>
                </a:cubicBezTo>
                <a:lnTo>
                  <a:pt x="60162" y="133012"/>
                </a:lnTo>
                <a:cubicBezTo>
                  <a:pt x="57498" y="140623"/>
                  <a:pt x="60162" y="148995"/>
                  <a:pt x="66251" y="153942"/>
                </a:cubicBezTo>
                <a:lnTo>
                  <a:pt x="107539" y="187050"/>
                </a:lnTo>
                <a:lnTo>
                  <a:pt x="125615" y="205506"/>
                </a:lnTo>
                <a:lnTo>
                  <a:pt x="161577" y="295885"/>
                </a:lnTo>
                <a:cubicBezTo>
                  <a:pt x="162528" y="298358"/>
                  <a:pt x="164050" y="300451"/>
                  <a:pt x="165763" y="302164"/>
                </a:cubicBezTo>
                <a:lnTo>
                  <a:pt x="181175" y="317195"/>
                </a:lnTo>
                <a:lnTo>
                  <a:pt x="181175" y="339457"/>
                </a:lnTo>
                <a:cubicBezTo>
                  <a:pt x="181175" y="342502"/>
                  <a:pt x="181936" y="345356"/>
                  <a:pt x="183268" y="348019"/>
                </a:cubicBezTo>
                <a:cubicBezTo>
                  <a:pt x="188595" y="357913"/>
                  <a:pt x="194494" y="369520"/>
                  <a:pt x="198299" y="376750"/>
                </a:cubicBezTo>
                <a:lnTo>
                  <a:pt x="185170" y="385503"/>
                </a:lnTo>
                <a:cubicBezTo>
                  <a:pt x="180604" y="388547"/>
                  <a:pt x="177559" y="393685"/>
                  <a:pt x="176989" y="399202"/>
                </a:cubicBezTo>
                <a:cubicBezTo>
                  <a:pt x="176418" y="404720"/>
                  <a:pt x="178321" y="410428"/>
                  <a:pt x="182126" y="414424"/>
                </a:cubicBezTo>
                <a:cubicBezTo>
                  <a:pt x="184029" y="416517"/>
                  <a:pt x="200392" y="431168"/>
                  <a:pt x="200392" y="431168"/>
                </a:cubicBezTo>
                <a:lnTo>
                  <a:pt x="200392" y="437257"/>
                </a:lnTo>
                <a:lnTo>
                  <a:pt x="37329" y="43725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" name="Graphic 25" descr="Florida icon.">
            <a:extLst>
              <a:ext uri="{FF2B5EF4-FFF2-40B4-BE49-F238E27FC236}">
                <a16:creationId xmlns:a16="http://schemas.microsoft.com/office/drawing/2014/main" id="{4D1C32CB-C801-6686-EE28-DB9B3CBA2D59}"/>
              </a:ext>
            </a:extLst>
          </p:cNvPr>
          <p:cNvSpPr/>
          <p:nvPr/>
        </p:nvSpPr>
        <p:spPr>
          <a:xfrm>
            <a:off x="4621855" y="2384350"/>
            <a:ext cx="457187" cy="399570"/>
          </a:xfrm>
          <a:custGeom>
            <a:avLst/>
            <a:gdLst>
              <a:gd name="connsiteX0" fmla="*/ 456237 w 457187"/>
              <a:gd name="connsiteY0" fmla="*/ 296443 h 399570"/>
              <a:gd name="connsiteX1" fmla="*/ 455856 w 457187"/>
              <a:gd name="connsiteY1" fmla="*/ 293779 h 399570"/>
              <a:gd name="connsiteX2" fmla="*/ 447294 w 457187"/>
              <a:gd name="connsiteY2" fmla="*/ 264668 h 399570"/>
              <a:gd name="connsiteX3" fmla="*/ 447294 w 457187"/>
              <a:gd name="connsiteY3" fmla="*/ 263907 h 399570"/>
              <a:gd name="connsiteX4" fmla="*/ 437590 w 457187"/>
              <a:gd name="connsiteY4" fmla="*/ 218432 h 399570"/>
              <a:gd name="connsiteX5" fmla="*/ 434546 w 457187"/>
              <a:gd name="connsiteY5" fmla="*/ 211963 h 399570"/>
              <a:gd name="connsiteX6" fmla="*/ 408859 w 457187"/>
              <a:gd name="connsiteY6" fmla="*/ 177523 h 399570"/>
              <a:gd name="connsiteX7" fmla="*/ 408859 w 457187"/>
              <a:gd name="connsiteY7" fmla="*/ 145938 h 399570"/>
              <a:gd name="connsiteX8" fmla="*/ 405434 w 457187"/>
              <a:gd name="connsiteY8" fmla="*/ 135283 h 399570"/>
              <a:gd name="connsiteX9" fmla="*/ 389261 w 457187"/>
              <a:gd name="connsiteY9" fmla="*/ 111499 h 399570"/>
              <a:gd name="connsiteX10" fmla="*/ 390403 w 457187"/>
              <a:gd name="connsiteY10" fmla="*/ 79153 h 399570"/>
              <a:gd name="connsiteX11" fmla="*/ 389071 w 457187"/>
              <a:gd name="connsiteY11" fmla="*/ 71352 h 399570"/>
              <a:gd name="connsiteX12" fmla="*/ 379938 w 457187"/>
              <a:gd name="connsiteY12" fmla="*/ 47948 h 399570"/>
              <a:gd name="connsiteX13" fmla="*/ 379938 w 457187"/>
              <a:gd name="connsiteY13" fmla="*/ 35771 h 399570"/>
              <a:gd name="connsiteX14" fmla="*/ 366048 w 457187"/>
              <a:gd name="connsiteY14" fmla="*/ 17505 h 399570"/>
              <a:gd name="connsiteX15" fmla="*/ 339600 w 457187"/>
              <a:gd name="connsiteY15" fmla="*/ 11987 h 399570"/>
              <a:gd name="connsiteX16" fmla="*/ 339600 w 457187"/>
              <a:gd name="connsiteY16" fmla="*/ 11987 h 399570"/>
              <a:gd name="connsiteX17" fmla="*/ 329516 w 457187"/>
              <a:gd name="connsiteY17" fmla="*/ 12558 h 399570"/>
              <a:gd name="connsiteX18" fmla="*/ 322476 w 457187"/>
              <a:gd name="connsiteY18" fmla="*/ 21310 h 399570"/>
              <a:gd name="connsiteX19" fmla="*/ 319431 w 457187"/>
              <a:gd name="connsiteY19" fmla="*/ 39577 h 399570"/>
              <a:gd name="connsiteX20" fmla="*/ 299072 w 457187"/>
              <a:gd name="connsiteY20" fmla="*/ 30063 h 399570"/>
              <a:gd name="connsiteX21" fmla="*/ 292413 w 457187"/>
              <a:gd name="connsiteY21" fmla="*/ 28160 h 399570"/>
              <a:gd name="connsiteX22" fmla="*/ 165501 w 457187"/>
              <a:gd name="connsiteY22" fmla="*/ 19027 h 399570"/>
              <a:gd name="connsiteX23" fmla="*/ 161886 w 457187"/>
              <a:gd name="connsiteY23" fmla="*/ 10275 h 399570"/>
              <a:gd name="connsiteX24" fmla="*/ 144762 w 457187"/>
              <a:gd name="connsiteY24" fmla="*/ 0 h 399570"/>
              <a:gd name="connsiteX25" fmla="*/ 24320 w 457187"/>
              <a:gd name="connsiteY25" fmla="*/ 0 h 399570"/>
              <a:gd name="connsiteX26" fmla="*/ 5483 w 457187"/>
              <a:gd name="connsiteY26" fmla="*/ 15412 h 399570"/>
              <a:gd name="connsiteX27" fmla="*/ 346 w 457187"/>
              <a:gd name="connsiteY27" fmla="*/ 42431 h 399570"/>
              <a:gd name="connsiteX28" fmla="*/ 5102 w 457187"/>
              <a:gd name="connsiteY28" fmla="*/ 58984 h 399570"/>
              <a:gd name="connsiteX29" fmla="*/ 21275 w 457187"/>
              <a:gd name="connsiteY29" fmla="*/ 64883 h 399570"/>
              <a:gd name="connsiteX30" fmla="*/ 90154 w 457187"/>
              <a:gd name="connsiteY30" fmla="*/ 57081 h 399570"/>
              <a:gd name="connsiteX31" fmla="*/ 123261 w 457187"/>
              <a:gd name="connsiteY31" fmla="*/ 81056 h 399570"/>
              <a:gd name="connsiteX32" fmla="*/ 128969 w 457187"/>
              <a:gd name="connsiteY32" fmla="*/ 98561 h 399570"/>
              <a:gd name="connsiteX33" fmla="*/ 138673 w 457187"/>
              <a:gd name="connsiteY33" fmla="*/ 109787 h 399570"/>
              <a:gd name="connsiteX34" fmla="*/ 147235 w 457187"/>
              <a:gd name="connsiteY34" fmla="*/ 111880 h 399570"/>
              <a:gd name="connsiteX35" fmla="*/ 153514 w 457187"/>
              <a:gd name="connsiteY35" fmla="*/ 110738 h 399570"/>
              <a:gd name="connsiteX36" fmla="*/ 197087 w 457187"/>
              <a:gd name="connsiteY36" fmla="*/ 95897 h 399570"/>
              <a:gd name="connsiteX37" fmla="*/ 202604 w 457187"/>
              <a:gd name="connsiteY37" fmla="*/ 93043 h 399570"/>
              <a:gd name="connsiteX38" fmla="*/ 211167 w 457187"/>
              <a:gd name="connsiteY38" fmla="*/ 81817 h 399570"/>
              <a:gd name="connsiteX39" fmla="*/ 254929 w 457187"/>
              <a:gd name="connsiteY39" fmla="*/ 133380 h 399570"/>
              <a:gd name="connsiteX40" fmla="*/ 270912 w 457187"/>
              <a:gd name="connsiteY40" fmla="*/ 142894 h 399570"/>
              <a:gd name="connsiteX41" fmla="*/ 277191 w 457187"/>
              <a:gd name="connsiteY41" fmla="*/ 142323 h 399570"/>
              <a:gd name="connsiteX42" fmla="*/ 284231 w 457187"/>
              <a:gd name="connsiteY42" fmla="*/ 170483 h 399570"/>
              <a:gd name="connsiteX43" fmla="*/ 261018 w 457187"/>
              <a:gd name="connsiteY43" fmla="*/ 216339 h 399570"/>
              <a:gd name="connsiteX44" fmla="*/ 268438 w 457187"/>
              <a:gd name="connsiteY44" fmla="*/ 240884 h 399570"/>
              <a:gd name="connsiteX45" fmla="*/ 272054 w 457187"/>
              <a:gd name="connsiteY45" fmla="*/ 242977 h 399570"/>
              <a:gd name="connsiteX46" fmla="*/ 280426 w 457187"/>
              <a:gd name="connsiteY46" fmla="*/ 244880 h 399570"/>
              <a:gd name="connsiteX47" fmla="*/ 284992 w 457187"/>
              <a:gd name="connsiteY47" fmla="*/ 244309 h 399570"/>
              <a:gd name="connsiteX48" fmla="*/ 296408 w 457187"/>
              <a:gd name="connsiteY48" fmla="*/ 236127 h 399570"/>
              <a:gd name="connsiteX49" fmla="*/ 305541 w 457187"/>
              <a:gd name="connsiteY49" fmla="*/ 224711 h 399570"/>
              <a:gd name="connsiteX50" fmla="*/ 311630 w 457187"/>
              <a:gd name="connsiteY50" fmla="*/ 230038 h 399570"/>
              <a:gd name="connsiteX51" fmla="*/ 298121 w 457187"/>
              <a:gd name="connsiteY51" fmla="*/ 256676 h 399570"/>
              <a:gd name="connsiteX52" fmla="*/ 300214 w 457187"/>
              <a:gd name="connsiteY52" fmla="*/ 277036 h 399570"/>
              <a:gd name="connsiteX53" fmla="*/ 332560 w 457187"/>
              <a:gd name="connsiteY53" fmla="*/ 317754 h 399570"/>
              <a:gd name="connsiteX54" fmla="*/ 332560 w 457187"/>
              <a:gd name="connsiteY54" fmla="*/ 330882 h 399570"/>
              <a:gd name="connsiteX55" fmla="*/ 334653 w 457187"/>
              <a:gd name="connsiteY55" fmla="*/ 339445 h 399570"/>
              <a:gd name="connsiteX56" fmla="*/ 340361 w 457187"/>
              <a:gd name="connsiteY56" fmla="*/ 351051 h 399570"/>
              <a:gd name="connsiteX57" fmla="*/ 357486 w 457187"/>
              <a:gd name="connsiteY57" fmla="*/ 361516 h 399570"/>
              <a:gd name="connsiteX58" fmla="*/ 363194 w 457187"/>
              <a:gd name="connsiteY58" fmla="*/ 361516 h 399570"/>
              <a:gd name="connsiteX59" fmla="*/ 369663 w 457187"/>
              <a:gd name="connsiteY59" fmla="*/ 385871 h 399570"/>
              <a:gd name="connsiteX60" fmla="*/ 387548 w 457187"/>
              <a:gd name="connsiteY60" fmla="*/ 399571 h 399570"/>
              <a:gd name="connsiteX61" fmla="*/ 418753 w 457187"/>
              <a:gd name="connsiteY61" fmla="*/ 399571 h 399570"/>
              <a:gd name="connsiteX62" fmla="*/ 437590 w 457187"/>
              <a:gd name="connsiteY62" fmla="*/ 380734 h 399570"/>
              <a:gd name="connsiteX63" fmla="*/ 437590 w 457187"/>
              <a:gd name="connsiteY63" fmla="*/ 375025 h 399570"/>
              <a:gd name="connsiteX64" fmla="*/ 451480 w 457187"/>
              <a:gd name="connsiteY64" fmla="*/ 361516 h 399570"/>
              <a:gd name="connsiteX65" fmla="*/ 457188 w 457187"/>
              <a:gd name="connsiteY65" fmla="*/ 348007 h 399570"/>
              <a:gd name="connsiteX66" fmla="*/ 456807 w 457187"/>
              <a:gd name="connsiteY66" fmla="*/ 296253 h 399570"/>
              <a:gd name="connsiteX67" fmla="*/ 423890 w 457187"/>
              <a:gd name="connsiteY67" fmla="*/ 361516 h 399570"/>
              <a:gd name="connsiteX68" fmla="*/ 418372 w 457187"/>
              <a:gd name="connsiteY68" fmla="*/ 375025 h 399570"/>
              <a:gd name="connsiteX69" fmla="*/ 417992 w 457187"/>
              <a:gd name="connsiteY69" fmla="*/ 380924 h 399570"/>
              <a:gd name="connsiteX70" fmla="*/ 387739 w 457187"/>
              <a:gd name="connsiteY70" fmla="*/ 380924 h 399570"/>
              <a:gd name="connsiteX71" fmla="*/ 381460 w 457187"/>
              <a:gd name="connsiteY71" fmla="*/ 357330 h 399570"/>
              <a:gd name="connsiteX72" fmla="*/ 363384 w 457187"/>
              <a:gd name="connsiteY72" fmla="*/ 342870 h 399570"/>
              <a:gd name="connsiteX73" fmla="*/ 357105 w 457187"/>
              <a:gd name="connsiteY73" fmla="*/ 342870 h 399570"/>
              <a:gd name="connsiteX74" fmla="*/ 357105 w 457187"/>
              <a:gd name="connsiteY74" fmla="*/ 342870 h 399570"/>
              <a:gd name="connsiteX75" fmla="*/ 351397 w 457187"/>
              <a:gd name="connsiteY75" fmla="*/ 331453 h 399570"/>
              <a:gd name="connsiteX76" fmla="*/ 351397 w 457187"/>
              <a:gd name="connsiteY76" fmla="*/ 318325 h 399570"/>
              <a:gd name="connsiteX77" fmla="*/ 347401 w 457187"/>
              <a:gd name="connsiteY77" fmla="*/ 306718 h 399570"/>
              <a:gd name="connsiteX78" fmla="*/ 314865 w 457187"/>
              <a:gd name="connsiteY78" fmla="*/ 265810 h 399570"/>
              <a:gd name="connsiteX79" fmla="*/ 328374 w 457187"/>
              <a:gd name="connsiteY79" fmla="*/ 238981 h 399570"/>
              <a:gd name="connsiteX80" fmla="*/ 324188 w 457187"/>
              <a:gd name="connsiteY80" fmla="*/ 216529 h 399570"/>
              <a:gd name="connsiteX81" fmla="*/ 316767 w 457187"/>
              <a:gd name="connsiteY81" fmla="*/ 210250 h 399570"/>
              <a:gd name="connsiteX82" fmla="*/ 303068 w 457187"/>
              <a:gd name="connsiteY82" fmla="*/ 205684 h 399570"/>
              <a:gd name="connsiteX83" fmla="*/ 289178 w 457187"/>
              <a:gd name="connsiteY83" fmla="*/ 213485 h 399570"/>
              <a:gd name="connsiteX84" fmla="*/ 278903 w 457187"/>
              <a:gd name="connsiteY84" fmla="*/ 225662 h 399570"/>
              <a:gd name="connsiteX85" fmla="*/ 277762 w 457187"/>
              <a:gd name="connsiteY85" fmla="*/ 224901 h 399570"/>
              <a:gd name="connsiteX86" fmla="*/ 300975 w 457187"/>
              <a:gd name="connsiteY86" fmla="*/ 179236 h 399570"/>
              <a:gd name="connsiteX87" fmla="*/ 302497 w 457187"/>
              <a:gd name="connsiteY87" fmla="*/ 166297 h 399570"/>
              <a:gd name="connsiteX88" fmla="*/ 295267 w 457187"/>
              <a:gd name="connsiteY88" fmla="*/ 137376 h 399570"/>
              <a:gd name="connsiteX89" fmla="*/ 277191 w 457187"/>
              <a:gd name="connsiteY89" fmla="*/ 123867 h 399570"/>
              <a:gd name="connsiteX90" fmla="*/ 271102 w 457187"/>
              <a:gd name="connsiteY90" fmla="*/ 123867 h 399570"/>
              <a:gd name="connsiteX91" fmla="*/ 223915 w 457187"/>
              <a:gd name="connsiteY91" fmla="*/ 67927 h 399570"/>
              <a:gd name="connsiteX92" fmla="*/ 222202 w 457187"/>
              <a:gd name="connsiteY92" fmla="*/ 66405 h 399570"/>
              <a:gd name="connsiteX93" fmla="*/ 206220 w 457187"/>
              <a:gd name="connsiteY93" fmla="*/ 63170 h 399570"/>
              <a:gd name="connsiteX94" fmla="*/ 193662 w 457187"/>
              <a:gd name="connsiteY94" fmla="*/ 73064 h 399570"/>
              <a:gd name="connsiteX95" fmla="*/ 190998 w 457187"/>
              <a:gd name="connsiteY95" fmla="*/ 78011 h 399570"/>
              <a:gd name="connsiteX96" fmla="*/ 146665 w 457187"/>
              <a:gd name="connsiteY96" fmla="*/ 92662 h 399570"/>
              <a:gd name="connsiteX97" fmla="*/ 140576 w 457187"/>
              <a:gd name="connsiteY97" fmla="*/ 74016 h 399570"/>
              <a:gd name="connsiteX98" fmla="*/ 134677 w 457187"/>
              <a:gd name="connsiteY98" fmla="*/ 66976 h 399570"/>
              <a:gd name="connsiteX99" fmla="*/ 101190 w 457187"/>
              <a:gd name="connsiteY99" fmla="*/ 41669 h 399570"/>
              <a:gd name="connsiteX100" fmla="*/ 87490 w 457187"/>
              <a:gd name="connsiteY100" fmla="*/ 38054 h 399570"/>
              <a:gd name="connsiteX101" fmla="*/ 18612 w 457187"/>
              <a:gd name="connsiteY101" fmla="*/ 45855 h 399570"/>
              <a:gd name="connsiteX102" fmla="*/ 23939 w 457187"/>
              <a:gd name="connsiteY102" fmla="*/ 18837 h 399570"/>
              <a:gd name="connsiteX103" fmla="*/ 144191 w 457187"/>
              <a:gd name="connsiteY103" fmla="*/ 18837 h 399570"/>
              <a:gd name="connsiteX104" fmla="*/ 147235 w 457187"/>
              <a:gd name="connsiteY104" fmla="*/ 26067 h 399570"/>
              <a:gd name="connsiteX105" fmla="*/ 150850 w 457187"/>
              <a:gd name="connsiteY105" fmla="*/ 31966 h 399570"/>
              <a:gd name="connsiteX106" fmla="*/ 154846 w 457187"/>
              <a:gd name="connsiteY106" fmla="*/ 35010 h 399570"/>
              <a:gd name="connsiteX107" fmla="*/ 163789 w 457187"/>
              <a:gd name="connsiteY107" fmla="*/ 37484 h 399570"/>
              <a:gd name="connsiteX108" fmla="*/ 290510 w 457187"/>
              <a:gd name="connsiteY108" fmla="*/ 46997 h 399570"/>
              <a:gd name="connsiteX109" fmla="*/ 308776 w 457187"/>
              <a:gd name="connsiteY109" fmla="*/ 55559 h 399570"/>
              <a:gd name="connsiteX110" fmla="*/ 321144 w 457187"/>
              <a:gd name="connsiteY110" fmla="*/ 58794 h 399570"/>
              <a:gd name="connsiteX111" fmla="*/ 331418 w 457187"/>
              <a:gd name="connsiteY111" fmla="*/ 55750 h 399570"/>
              <a:gd name="connsiteX112" fmla="*/ 338458 w 457187"/>
              <a:gd name="connsiteY112" fmla="*/ 39196 h 399570"/>
              <a:gd name="connsiteX113" fmla="*/ 339410 w 457187"/>
              <a:gd name="connsiteY113" fmla="*/ 31205 h 399570"/>
              <a:gd name="connsiteX114" fmla="*/ 360910 w 457187"/>
              <a:gd name="connsiteY114" fmla="*/ 35771 h 399570"/>
              <a:gd name="connsiteX115" fmla="*/ 360530 w 457187"/>
              <a:gd name="connsiteY115" fmla="*/ 48139 h 399570"/>
              <a:gd name="connsiteX116" fmla="*/ 370995 w 457187"/>
              <a:gd name="connsiteY116" fmla="*/ 78202 h 399570"/>
              <a:gd name="connsiteX117" fmla="*/ 369853 w 457187"/>
              <a:gd name="connsiteY117" fmla="*/ 110548 h 399570"/>
              <a:gd name="connsiteX118" fmla="*/ 373088 w 457187"/>
              <a:gd name="connsiteY118" fmla="*/ 121964 h 399570"/>
              <a:gd name="connsiteX119" fmla="*/ 389261 w 457187"/>
              <a:gd name="connsiteY119" fmla="*/ 145748 h 399570"/>
              <a:gd name="connsiteX120" fmla="*/ 389641 w 457187"/>
              <a:gd name="connsiteY120" fmla="*/ 177523 h 399570"/>
              <a:gd name="connsiteX121" fmla="*/ 393257 w 457187"/>
              <a:gd name="connsiteY121" fmla="*/ 188559 h 399570"/>
              <a:gd name="connsiteX122" fmla="*/ 418563 w 457187"/>
              <a:gd name="connsiteY122" fmla="*/ 222808 h 399570"/>
              <a:gd name="connsiteX123" fmla="*/ 427886 w 457187"/>
              <a:gd name="connsiteY123" fmla="*/ 267141 h 399570"/>
              <a:gd name="connsiteX124" fmla="*/ 437019 w 457187"/>
              <a:gd name="connsiteY124" fmla="*/ 295302 h 399570"/>
              <a:gd name="connsiteX125" fmla="*/ 437019 w 457187"/>
              <a:gd name="connsiteY125" fmla="*/ 348197 h 399570"/>
              <a:gd name="connsiteX126" fmla="*/ 423510 w 457187"/>
              <a:gd name="connsiteY126" fmla="*/ 361516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57187" h="399570">
                <a:moveTo>
                  <a:pt x="456237" y="296443"/>
                </a:moveTo>
                <a:lnTo>
                  <a:pt x="455856" y="293779"/>
                </a:lnTo>
                <a:lnTo>
                  <a:pt x="447294" y="264668"/>
                </a:lnTo>
                <a:cubicBezTo>
                  <a:pt x="447294" y="264668"/>
                  <a:pt x="447294" y="264097"/>
                  <a:pt x="447294" y="263907"/>
                </a:cubicBezTo>
                <a:lnTo>
                  <a:pt x="437590" y="218432"/>
                </a:lnTo>
                <a:cubicBezTo>
                  <a:pt x="437019" y="216149"/>
                  <a:pt x="436068" y="213865"/>
                  <a:pt x="434546" y="211963"/>
                </a:cubicBezTo>
                <a:lnTo>
                  <a:pt x="408859" y="177523"/>
                </a:lnTo>
                <a:lnTo>
                  <a:pt x="408859" y="145938"/>
                </a:lnTo>
                <a:cubicBezTo>
                  <a:pt x="408859" y="142133"/>
                  <a:pt x="407717" y="138518"/>
                  <a:pt x="405434" y="135283"/>
                </a:cubicBezTo>
                <a:lnTo>
                  <a:pt x="389261" y="111499"/>
                </a:lnTo>
                <a:lnTo>
                  <a:pt x="390403" y="79153"/>
                </a:lnTo>
                <a:cubicBezTo>
                  <a:pt x="390403" y="76489"/>
                  <a:pt x="390022" y="73825"/>
                  <a:pt x="389071" y="71352"/>
                </a:cubicBezTo>
                <a:lnTo>
                  <a:pt x="379938" y="47948"/>
                </a:lnTo>
                <a:lnTo>
                  <a:pt x="379938" y="35771"/>
                </a:lnTo>
                <a:cubicBezTo>
                  <a:pt x="379938" y="27399"/>
                  <a:pt x="374610" y="20169"/>
                  <a:pt x="366048" y="17505"/>
                </a:cubicBezTo>
                <a:lnTo>
                  <a:pt x="339600" y="11987"/>
                </a:lnTo>
                <a:lnTo>
                  <a:pt x="339600" y="11987"/>
                </a:lnTo>
                <a:cubicBezTo>
                  <a:pt x="335985" y="11226"/>
                  <a:pt x="332370" y="11226"/>
                  <a:pt x="329516" y="12558"/>
                </a:cubicBezTo>
                <a:cubicBezTo>
                  <a:pt x="327042" y="13700"/>
                  <a:pt x="323617" y="16173"/>
                  <a:pt x="322476" y="21310"/>
                </a:cubicBezTo>
                <a:lnTo>
                  <a:pt x="319431" y="39577"/>
                </a:lnTo>
                <a:cubicBezTo>
                  <a:pt x="319431" y="39577"/>
                  <a:pt x="299072" y="30063"/>
                  <a:pt x="299072" y="30063"/>
                </a:cubicBezTo>
                <a:cubicBezTo>
                  <a:pt x="296979" y="29112"/>
                  <a:pt x="294886" y="28541"/>
                  <a:pt x="292413" y="28160"/>
                </a:cubicBezTo>
                <a:lnTo>
                  <a:pt x="165501" y="19027"/>
                </a:lnTo>
                <a:cubicBezTo>
                  <a:pt x="165501" y="19027"/>
                  <a:pt x="161886" y="10275"/>
                  <a:pt x="161886" y="10275"/>
                </a:cubicBezTo>
                <a:cubicBezTo>
                  <a:pt x="158461" y="3805"/>
                  <a:pt x="151421" y="190"/>
                  <a:pt x="144762" y="0"/>
                </a:cubicBezTo>
                <a:lnTo>
                  <a:pt x="24320" y="0"/>
                </a:lnTo>
                <a:cubicBezTo>
                  <a:pt x="15187" y="0"/>
                  <a:pt x="7386" y="6660"/>
                  <a:pt x="5483" y="15412"/>
                </a:cubicBezTo>
                <a:lnTo>
                  <a:pt x="346" y="42431"/>
                </a:lnTo>
                <a:cubicBezTo>
                  <a:pt x="-796" y="48329"/>
                  <a:pt x="916" y="54608"/>
                  <a:pt x="5102" y="58984"/>
                </a:cubicBezTo>
                <a:cubicBezTo>
                  <a:pt x="9288" y="63360"/>
                  <a:pt x="15377" y="65644"/>
                  <a:pt x="21275" y="64883"/>
                </a:cubicBezTo>
                <a:lnTo>
                  <a:pt x="90154" y="57081"/>
                </a:lnTo>
                <a:cubicBezTo>
                  <a:pt x="90154" y="57081"/>
                  <a:pt x="120597" y="79343"/>
                  <a:pt x="123261" y="81056"/>
                </a:cubicBezTo>
                <a:lnTo>
                  <a:pt x="128969" y="98561"/>
                </a:lnTo>
                <a:cubicBezTo>
                  <a:pt x="130491" y="103508"/>
                  <a:pt x="133916" y="107503"/>
                  <a:pt x="138673" y="109787"/>
                </a:cubicBezTo>
                <a:cubicBezTo>
                  <a:pt x="141337" y="111119"/>
                  <a:pt x="144191" y="111880"/>
                  <a:pt x="147235" y="111880"/>
                </a:cubicBezTo>
                <a:cubicBezTo>
                  <a:pt x="149328" y="111880"/>
                  <a:pt x="151421" y="111499"/>
                  <a:pt x="153514" y="110738"/>
                </a:cubicBezTo>
                <a:cubicBezTo>
                  <a:pt x="159032" y="108835"/>
                  <a:pt x="188144" y="98941"/>
                  <a:pt x="197087" y="95897"/>
                </a:cubicBezTo>
                <a:cubicBezTo>
                  <a:pt x="199180" y="95136"/>
                  <a:pt x="201463" y="93994"/>
                  <a:pt x="202604" y="93043"/>
                </a:cubicBezTo>
                <a:cubicBezTo>
                  <a:pt x="204127" y="91711"/>
                  <a:pt x="209454" y="84100"/>
                  <a:pt x="211167" y="81817"/>
                </a:cubicBezTo>
                <a:lnTo>
                  <a:pt x="254929" y="133380"/>
                </a:lnTo>
                <a:cubicBezTo>
                  <a:pt x="259115" y="138898"/>
                  <a:pt x="264252" y="142704"/>
                  <a:pt x="270912" y="142894"/>
                </a:cubicBezTo>
                <a:lnTo>
                  <a:pt x="277191" y="142323"/>
                </a:lnTo>
                <a:cubicBezTo>
                  <a:pt x="277191" y="142323"/>
                  <a:pt x="283470" y="167249"/>
                  <a:pt x="284231" y="170483"/>
                </a:cubicBezTo>
                <a:lnTo>
                  <a:pt x="261018" y="216339"/>
                </a:lnTo>
                <a:cubicBezTo>
                  <a:pt x="256642" y="224901"/>
                  <a:pt x="259686" y="235176"/>
                  <a:pt x="268438" y="240884"/>
                </a:cubicBezTo>
                <a:lnTo>
                  <a:pt x="272054" y="242977"/>
                </a:lnTo>
                <a:cubicBezTo>
                  <a:pt x="274717" y="244309"/>
                  <a:pt x="277571" y="244880"/>
                  <a:pt x="280426" y="244880"/>
                </a:cubicBezTo>
                <a:cubicBezTo>
                  <a:pt x="281948" y="244880"/>
                  <a:pt x="283470" y="244880"/>
                  <a:pt x="284992" y="244309"/>
                </a:cubicBezTo>
                <a:cubicBezTo>
                  <a:pt x="289939" y="243167"/>
                  <a:pt x="292222" y="240694"/>
                  <a:pt x="296408" y="236127"/>
                </a:cubicBezTo>
                <a:lnTo>
                  <a:pt x="305541" y="224711"/>
                </a:lnTo>
                <a:lnTo>
                  <a:pt x="311630" y="230038"/>
                </a:lnTo>
                <a:lnTo>
                  <a:pt x="298121" y="256676"/>
                </a:lnTo>
                <a:cubicBezTo>
                  <a:pt x="294696" y="263336"/>
                  <a:pt x="295647" y="271327"/>
                  <a:pt x="300214" y="277036"/>
                </a:cubicBezTo>
                <a:lnTo>
                  <a:pt x="332560" y="317754"/>
                </a:lnTo>
                <a:lnTo>
                  <a:pt x="332560" y="330882"/>
                </a:lnTo>
                <a:cubicBezTo>
                  <a:pt x="332560" y="333927"/>
                  <a:pt x="333321" y="336781"/>
                  <a:pt x="334653" y="339445"/>
                </a:cubicBezTo>
                <a:lnTo>
                  <a:pt x="340361" y="351051"/>
                </a:lnTo>
                <a:cubicBezTo>
                  <a:pt x="343596" y="357520"/>
                  <a:pt x="350065" y="361516"/>
                  <a:pt x="357486" y="361516"/>
                </a:cubicBezTo>
                <a:cubicBezTo>
                  <a:pt x="357486" y="361516"/>
                  <a:pt x="363194" y="361516"/>
                  <a:pt x="363194" y="361516"/>
                </a:cubicBezTo>
                <a:lnTo>
                  <a:pt x="369663" y="385871"/>
                </a:lnTo>
                <a:cubicBezTo>
                  <a:pt x="371756" y="393862"/>
                  <a:pt x="379177" y="399571"/>
                  <a:pt x="387548" y="399571"/>
                </a:cubicBezTo>
                <a:lnTo>
                  <a:pt x="418753" y="399571"/>
                </a:lnTo>
                <a:cubicBezTo>
                  <a:pt x="429218" y="399380"/>
                  <a:pt x="437400" y="392150"/>
                  <a:pt x="437590" y="380734"/>
                </a:cubicBezTo>
                <a:lnTo>
                  <a:pt x="437590" y="375025"/>
                </a:lnTo>
                <a:cubicBezTo>
                  <a:pt x="437590" y="375025"/>
                  <a:pt x="451480" y="361516"/>
                  <a:pt x="451480" y="361516"/>
                </a:cubicBezTo>
                <a:cubicBezTo>
                  <a:pt x="455095" y="357901"/>
                  <a:pt x="457188" y="352954"/>
                  <a:pt x="457188" y="348007"/>
                </a:cubicBezTo>
                <a:lnTo>
                  <a:pt x="456807" y="296253"/>
                </a:lnTo>
                <a:close/>
                <a:moveTo>
                  <a:pt x="423890" y="361516"/>
                </a:moveTo>
                <a:cubicBezTo>
                  <a:pt x="420275" y="365131"/>
                  <a:pt x="418372" y="369888"/>
                  <a:pt x="418372" y="375025"/>
                </a:cubicBezTo>
                <a:lnTo>
                  <a:pt x="417992" y="380924"/>
                </a:lnTo>
                <a:lnTo>
                  <a:pt x="387739" y="380924"/>
                </a:lnTo>
                <a:cubicBezTo>
                  <a:pt x="387739" y="380924"/>
                  <a:pt x="381460" y="357330"/>
                  <a:pt x="381460" y="357330"/>
                </a:cubicBezTo>
                <a:cubicBezTo>
                  <a:pt x="379367" y="348958"/>
                  <a:pt x="371756" y="342870"/>
                  <a:pt x="363384" y="342870"/>
                </a:cubicBezTo>
                <a:lnTo>
                  <a:pt x="357105" y="342870"/>
                </a:lnTo>
                <a:cubicBezTo>
                  <a:pt x="357105" y="342870"/>
                  <a:pt x="357105" y="342870"/>
                  <a:pt x="357105" y="342870"/>
                </a:cubicBezTo>
                <a:lnTo>
                  <a:pt x="351397" y="331453"/>
                </a:lnTo>
                <a:lnTo>
                  <a:pt x="351397" y="318325"/>
                </a:lnTo>
                <a:cubicBezTo>
                  <a:pt x="351397" y="314139"/>
                  <a:pt x="350065" y="310143"/>
                  <a:pt x="347401" y="306718"/>
                </a:cubicBezTo>
                <a:lnTo>
                  <a:pt x="314865" y="265810"/>
                </a:lnTo>
                <a:lnTo>
                  <a:pt x="328374" y="238981"/>
                </a:lnTo>
                <a:cubicBezTo>
                  <a:pt x="332179" y="231370"/>
                  <a:pt x="330467" y="222237"/>
                  <a:pt x="324188" y="216529"/>
                </a:cubicBezTo>
                <a:lnTo>
                  <a:pt x="316767" y="210250"/>
                </a:lnTo>
                <a:cubicBezTo>
                  <a:pt x="312772" y="207016"/>
                  <a:pt x="307825" y="205303"/>
                  <a:pt x="303068" y="205684"/>
                </a:cubicBezTo>
                <a:cubicBezTo>
                  <a:pt x="297550" y="206254"/>
                  <a:pt x="292413" y="209109"/>
                  <a:pt x="289178" y="213485"/>
                </a:cubicBezTo>
                <a:lnTo>
                  <a:pt x="278903" y="225662"/>
                </a:lnTo>
                <a:lnTo>
                  <a:pt x="277762" y="224901"/>
                </a:lnTo>
                <a:lnTo>
                  <a:pt x="300975" y="179236"/>
                </a:lnTo>
                <a:cubicBezTo>
                  <a:pt x="303068" y="175050"/>
                  <a:pt x="303639" y="170674"/>
                  <a:pt x="302497" y="166297"/>
                </a:cubicBezTo>
                <a:cubicBezTo>
                  <a:pt x="301736" y="163063"/>
                  <a:pt x="295267" y="137376"/>
                  <a:pt x="295267" y="137376"/>
                </a:cubicBezTo>
                <a:cubicBezTo>
                  <a:pt x="292793" y="129575"/>
                  <a:pt x="285182" y="124057"/>
                  <a:pt x="277191" y="123867"/>
                </a:cubicBezTo>
                <a:lnTo>
                  <a:pt x="271102" y="123867"/>
                </a:lnTo>
                <a:cubicBezTo>
                  <a:pt x="271102" y="123867"/>
                  <a:pt x="223915" y="67927"/>
                  <a:pt x="223915" y="67927"/>
                </a:cubicBezTo>
                <a:lnTo>
                  <a:pt x="222202" y="66405"/>
                </a:lnTo>
                <a:cubicBezTo>
                  <a:pt x="217636" y="62980"/>
                  <a:pt x="211737" y="61838"/>
                  <a:pt x="206220" y="63170"/>
                </a:cubicBezTo>
                <a:cubicBezTo>
                  <a:pt x="200702" y="64502"/>
                  <a:pt x="196135" y="68117"/>
                  <a:pt x="193662" y="73064"/>
                </a:cubicBezTo>
                <a:lnTo>
                  <a:pt x="190998" y="78011"/>
                </a:lnTo>
                <a:lnTo>
                  <a:pt x="146665" y="92662"/>
                </a:lnTo>
                <a:lnTo>
                  <a:pt x="140576" y="74016"/>
                </a:lnTo>
                <a:cubicBezTo>
                  <a:pt x="139244" y="71162"/>
                  <a:pt x="137341" y="68878"/>
                  <a:pt x="134677" y="66976"/>
                </a:cubicBezTo>
                <a:cubicBezTo>
                  <a:pt x="133155" y="65834"/>
                  <a:pt x="101190" y="41669"/>
                  <a:pt x="101190" y="41669"/>
                </a:cubicBezTo>
                <a:cubicBezTo>
                  <a:pt x="97384" y="38815"/>
                  <a:pt x="92437" y="37484"/>
                  <a:pt x="87490" y="38054"/>
                </a:cubicBezTo>
                <a:lnTo>
                  <a:pt x="18612" y="45855"/>
                </a:lnTo>
                <a:lnTo>
                  <a:pt x="23939" y="18837"/>
                </a:lnTo>
                <a:lnTo>
                  <a:pt x="144191" y="18837"/>
                </a:lnTo>
                <a:cubicBezTo>
                  <a:pt x="145142" y="21310"/>
                  <a:pt x="146284" y="23594"/>
                  <a:pt x="147235" y="26067"/>
                </a:cubicBezTo>
                <a:cubicBezTo>
                  <a:pt x="148187" y="28160"/>
                  <a:pt x="149138" y="30253"/>
                  <a:pt x="150850" y="31966"/>
                </a:cubicBezTo>
                <a:cubicBezTo>
                  <a:pt x="151992" y="33107"/>
                  <a:pt x="153324" y="34249"/>
                  <a:pt x="154846" y="35010"/>
                </a:cubicBezTo>
                <a:cubicBezTo>
                  <a:pt x="157510" y="36532"/>
                  <a:pt x="159984" y="37103"/>
                  <a:pt x="163789" y="37484"/>
                </a:cubicBezTo>
                <a:lnTo>
                  <a:pt x="290510" y="46997"/>
                </a:lnTo>
                <a:lnTo>
                  <a:pt x="308776" y="55559"/>
                </a:lnTo>
                <a:cubicBezTo>
                  <a:pt x="313723" y="58033"/>
                  <a:pt x="317719" y="58794"/>
                  <a:pt x="321144" y="58794"/>
                </a:cubicBezTo>
                <a:cubicBezTo>
                  <a:pt x="325900" y="58794"/>
                  <a:pt x="329325" y="57081"/>
                  <a:pt x="331418" y="55750"/>
                </a:cubicBezTo>
                <a:cubicBezTo>
                  <a:pt x="336365" y="52134"/>
                  <a:pt x="337507" y="47758"/>
                  <a:pt x="338458" y="39196"/>
                </a:cubicBezTo>
                <a:lnTo>
                  <a:pt x="339410" y="31205"/>
                </a:lnTo>
                <a:lnTo>
                  <a:pt x="360910" y="35771"/>
                </a:lnTo>
                <a:cubicBezTo>
                  <a:pt x="360910" y="35771"/>
                  <a:pt x="360340" y="46426"/>
                  <a:pt x="360530" y="48139"/>
                </a:cubicBezTo>
                <a:lnTo>
                  <a:pt x="370995" y="78202"/>
                </a:lnTo>
                <a:lnTo>
                  <a:pt x="369853" y="110548"/>
                </a:lnTo>
                <a:cubicBezTo>
                  <a:pt x="369853" y="114544"/>
                  <a:pt x="370805" y="118539"/>
                  <a:pt x="373088" y="121964"/>
                </a:cubicBezTo>
                <a:lnTo>
                  <a:pt x="389261" y="145748"/>
                </a:lnTo>
                <a:lnTo>
                  <a:pt x="389641" y="177523"/>
                </a:lnTo>
                <a:cubicBezTo>
                  <a:pt x="389641" y="181519"/>
                  <a:pt x="390973" y="185325"/>
                  <a:pt x="393257" y="188559"/>
                </a:cubicBezTo>
                <a:lnTo>
                  <a:pt x="418563" y="222808"/>
                </a:lnTo>
                <a:lnTo>
                  <a:pt x="427886" y="267141"/>
                </a:lnTo>
                <a:lnTo>
                  <a:pt x="437019" y="295302"/>
                </a:lnTo>
                <a:lnTo>
                  <a:pt x="437019" y="348197"/>
                </a:lnTo>
                <a:cubicBezTo>
                  <a:pt x="437019" y="348197"/>
                  <a:pt x="423510" y="361516"/>
                  <a:pt x="423510" y="361516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26" descr="Georgia icon.">
            <a:extLst>
              <a:ext uri="{FF2B5EF4-FFF2-40B4-BE49-F238E27FC236}">
                <a16:creationId xmlns:a16="http://schemas.microsoft.com/office/drawing/2014/main" id="{D4FBD7BC-C590-EACA-D66D-28A2C138867C}"/>
              </a:ext>
            </a:extLst>
          </p:cNvPr>
          <p:cNvSpPr/>
          <p:nvPr/>
        </p:nvSpPr>
        <p:spPr>
          <a:xfrm>
            <a:off x="5906896" y="2367593"/>
            <a:ext cx="384005" cy="433085"/>
          </a:xfrm>
          <a:custGeom>
            <a:avLst/>
            <a:gdLst>
              <a:gd name="connsiteX0" fmla="*/ 383865 w 384005"/>
              <a:gd name="connsiteY0" fmla="*/ 274780 h 433085"/>
              <a:gd name="connsiteX1" fmla="*/ 369024 w 384005"/>
              <a:gd name="connsiteY1" fmla="*/ 260319 h 433085"/>
              <a:gd name="connsiteX2" fmla="*/ 357037 w 384005"/>
              <a:gd name="connsiteY2" fmla="*/ 258797 h 433085"/>
              <a:gd name="connsiteX3" fmla="*/ 350567 w 384005"/>
              <a:gd name="connsiteY3" fmla="*/ 238818 h 433085"/>
              <a:gd name="connsiteX4" fmla="*/ 341244 w 384005"/>
              <a:gd name="connsiteY4" fmla="*/ 227402 h 433085"/>
              <a:gd name="connsiteX5" fmla="*/ 329637 w 384005"/>
              <a:gd name="connsiteY5" fmla="*/ 221313 h 433085"/>
              <a:gd name="connsiteX6" fmla="*/ 321646 w 384005"/>
              <a:gd name="connsiteY6" fmla="*/ 189157 h 433085"/>
              <a:gd name="connsiteX7" fmla="*/ 316699 w 384005"/>
              <a:gd name="connsiteY7" fmla="*/ 180595 h 433085"/>
              <a:gd name="connsiteX8" fmla="*/ 301477 w 384005"/>
              <a:gd name="connsiteY8" fmla="*/ 165564 h 433085"/>
              <a:gd name="connsiteX9" fmla="*/ 292915 w 384005"/>
              <a:gd name="connsiteY9" fmla="*/ 141019 h 433085"/>
              <a:gd name="connsiteX10" fmla="*/ 288729 w 384005"/>
              <a:gd name="connsiteY10" fmla="*/ 134359 h 433085"/>
              <a:gd name="connsiteX11" fmla="*/ 228032 w 384005"/>
              <a:gd name="connsiteY11" fmla="*/ 74233 h 433085"/>
              <a:gd name="connsiteX12" fmla="*/ 228032 w 384005"/>
              <a:gd name="connsiteY12" fmla="*/ 74233 h 433085"/>
              <a:gd name="connsiteX13" fmla="*/ 229935 w 384005"/>
              <a:gd name="connsiteY13" fmla="*/ 69477 h 433085"/>
              <a:gd name="connsiteX14" fmla="*/ 229935 w 384005"/>
              <a:gd name="connsiteY14" fmla="*/ 55777 h 433085"/>
              <a:gd name="connsiteX15" fmla="*/ 217187 w 384005"/>
              <a:gd name="connsiteY15" fmla="*/ 44932 h 433085"/>
              <a:gd name="connsiteX16" fmla="*/ 202346 w 384005"/>
              <a:gd name="connsiteY16" fmla="*/ 40175 h 433085"/>
              <a:gd name="connsiteX17" fmla="*/ 208625 w 384005"/>
              <a:gd name="connsiteY17" fmla="*/ 27427 h 433085"/>
              <a:gd name="connsiteX18" fmla="*/ 207673 w 384005"/>
              <a:gd name="connsiteY18" fmla="*/ 8970 h 433085"/>
              <a:gd name="connsiteX19" fmla="*/ 191310 w 384005"/>
              <a:gd name="connsiteY19" fmla="*/ 27 h 433085"/>
              <a:gd name="connsiteX20" fmla="*/ 19685 w 384005"/>
              <a:gd name="connsiteY20" fmla="*/ 27 h 433085"/>
              <a:gd name="connsiteX21" fmla="*/ 19685 w 384005"/>
              <a:gd name="connsiteY21" fmla="*/ 27 h 433085"/>
              <a:gd name="connsiteX22" fmla="*/ 4463 w 384005"/>
              <a:gd name="connsiteY22" fmla="*/ 7067 h 433085"/>
              <a:gd name="connsiteX23" fmla="*/ 277 w 384005"/>
              <a:gd name="connsiteY23" fmla="*/ 22099 h 433085"/>
              <a:gd name="connsiteX24" fmla="*/ 36048 w 384005"/>
              <a:gd name="connsiteY24" fmla="*/ 226831 h 433085"/>
              <a:gd name="connsiteX25" fmla="*/ 40995 w 384005"/>
              <a:gd name="connsiteY25" fmla="*/ 236725 h 433085"/>
              <a:gd name="connsiteX26" fmla="*/ 45752 w 384005"/>
              <a:gd name="connsiteY26" fmla="*/ 241863 h 433085"/>
              <a:gd name="connsiteX27" fmla="*/ 45752 w 384005"/>
              <a:gd name="connsiteY27" fmla="*/ 266027 h 433085"/>
              <a:gd name="connsiteX28" fmla="*/ 39093 w 384005"/>
              <a:gd name="connsiteY28" fmla="*/ 277444 h 433085"/>
              <a:gd name="connsiteX29" fmla="*/ 37380 w 384005"/>
              <a:gd name="connsiteY29" fmla="*/ 291143 h 433085"/>
              <a:gd name="connsiteX30" fmla="*/ 44420 w 384005"/>
              <a:gd name="connsiteY30" fmla="*/ 318732 h 433085"/>
              <a:gd name="connsiteX31" fmla="*/ 43659 w 384005"/>
              <a:gd name="connsiteY31" fmla="*/ 325202 h 433085"/>
              <a:gd name="connsiteX32" fmla="*/ 38902 w 384005"/>
              <a:gd name="connsiteY32" fmla="*/ 334715 h 433085"/>
              <a:gd name="connsiteX33" fmla="*/ 37951 w 384005"/>
              <a:gd name="connsiteY33" fmla="*/ 349176 h 433085"/>
              <a:gd name="connsiteX34" fmla="*/ 53363 w 384005"/>
              <a:gd name="connsiteY34" fmla="*/ 395602 h 433085"/>
              <a:gd name="connsiteX35" fmla="*/ 71629 w 384005"/>
              <a:gd name="connsiteY35" fmla="*/ 408731 h 433085"/>
              <a:gd name="connsiteX36" fmla="*/ 240210 w 384005"/>
              <a:gd name="connsiteY36" fmla="*/ 408731 h 433085"/>
              <a:gd name="connsiteX37" fmla="*/ 250104 w 384005"/>
              <a:gd name="connsiteY37" fmla="*/ 425665 h 433085"/>
              <a:gd name="connsiteX38" fmla="*/ 263423 w 384005"/>
              <a:gd name="connsiteY38" fmla="*/ 433086 h 433085"/>
              <a:gd name="connsiteX39" fmla="*/ 264755 w 384005"/>
              <a:gd name="connsiteY39" fmla="*/ 433086 h 433085"/>
              <a:gd name="connsiteX40" fmla="*/ 277884 w 384005"/>
              <a:gd name="connsiteY40" fmla="*/ 427758 h 433085"/>
              <a:gd name="connsiteX41" fmla="*/ 277884 w 384005"/>
              <a:gd name="connsiteY41" fmla="*/ 427758 h 433085"/>
              <a:gd name="connsiteX42" fmla="*/ 284353 w 384005"/>
              <a:gd name="connsiteY42" fmla="*/ 421289 h 433085"/>
              <a:gd name="connsiteX43" fmla="*/ 287397 w 384005"/>
              <a:gd name="connsiteY43" fmla="*/ 398837 h 433085"/>
              <a:gd name="connsiteX44" fmla="*/ 283972 w 384005"/>
              <a:gd name="connsiteY44" fmla="*/ 389894 h 433085"/>
              <a:gd name="connsiteX45" fmla="*/ 288158 w 384005"/>
              <a:gd name="connsiteY45" fmla="*/ 389323 h 433085"/>
              <a:gd name="connsiteX46" fmla="*/ 294057 w 384005"/>
              <a:gd name="connsiteY46" fmla="*/ 395602 h 433085"/>
              <a:gd name="connsiteX47" fmla="*/ 305283 w 384005"/>
              <a:gd name="connsiteY47" fmla="*/ 399408 h 433085"/>
              <a:gd name="connsiteX48" fmla="*/ 321075 w 384005"/>
              <a:gd name="connsiteY48" fmla="*/ 399408 h 433085"/>
              <a:gd name="connsiteX49" fmla="*/ 334585 w 384005"/>
              <a:gd name="connsiteY49" fmla="*/ 393890 h 433085"/>
              <a:gd name="connsiteX50" fmla="*/ 340102 w 384005"/>
              <a:gd name="connsiteY50" fmla="*/ 380571 h 433085"/>
              <a:gd name="connsiteX51" fmla="*/ 340102 w 384005"/>
              <a:gd name="connsiteY51" fmla="*/ 363446 h 433085"/>
              <a:gd name="connsiteX52" fmla="*/ 366170 w 384005"/>
              <a:gd name="connsiteY52" fmla="*/ 301418 h 433085"/>
              <a:gd name="connsiteX53" fmla="*/ 375303 w 384005"/>
              <a:gd name="connsiteY53" fmla="*/ 293617 h 433085"/>
              <a:gd name="connsiteX54" fmla="*/ 383675 w 384005"/>
              <a:gd name="connsiteY54" fmla="*/ 275160 h 433085"/>
              <a:gd name="connsiteX55" fmla="*/ 353802 w 384005"/>
              <a:gd name="connsiteY55" fmla="*/ 286957 h 433085"/>
              <a:gd name="connsiteX56" fmla="*/ 350567 w 384005"/>
              <a:gd name="connsiteY56" fmla="*/ 291333 h 433085"/>
              <a:gd name="connsiteX57" fmla="*/ 322788 w 384005"/>
              <a:gd name="connsiteY57" fmla="*/ 356026 h 433085"/>
              <a:gd name="connsiteX58" fmla="*/ 321456 w 384005"/>
              <a:gd name="connsiteY58" fmla="*/ 363066 h 433085"/>
              <a:gd name="connsiteX59" fmla="*/ 321266 w 384005"/>
              <a:gd name="connsiteY59" fmla="*/ 380380 h 433085"/>
              <a:gd name="connsiteX60" fmla="*/ 306044 w 384005"/>
              <a:gd name="connsiteY60" fmla="*/ 380380 h 433085"/>
              <a:gd name="connsiteX61" fmla="*/ 302238 w 384005"/>
              <a:gd name="connsiteY61" fmla="*/ 376195 h 433085"/>
              <a:gd name="connsiteX62" fmla="*/ 292154 w 384005"/>
              <a:gd name="connsiteY62" fmla="*/ 370867 h 433085"/>
              <a:gd name="connsiteX63" fmla="*/ 279596 w 384005"/>
              <a:gd name="connsiteY63" fmla="*/ 372199 h 433085"/>
              <a:gd name="connsiteX64" fmla="*/ 270082 w 384005"/>
              <a:gd name="connsiteY64" fmla="*/ 376956 h 433085"/>
              <a:gd name="connsiteX65" fmla="*/ 266848 w 384005"/>
              <a:gd name="connsiteY65" fmla="*/ 380951 h 433085"/>
              <a:gd name="connsiteX66" fmla="*/ 265516 w 384005"/>
              <a:gd name="connsiteY66" fmla="*/ 390655 h 433085"/>
              <a:gd name="connsiteX67" fmla="*/ 270844 w 384005"/>
              <a:gd name="connsiteY67" fmla="*/ 408350 h 433085"/>
              <a:gd name="connsiteX68" fmla="*/ 265516 w 384005"/>
              <a:gd name="connsiteY68" fmla="*/ 413868 h 433085"/>
              <a:gd name="connsiteX69" fmla="*/ 256002 w 384005"/>
              <a:gd name="connsiteY69" fmla="*/ 397885 h 433085"/>
              <a:gd name="connsiteX70" fmla="*/ 240590 w 384005"/>
              <a:gd name="connsiteY70" fmla="*/ 389894 h 433085"/>
              <a:gd name="connsiteX71" fmla="*/ 71439 w 384005"/>
              <a:gd name="connsiteY71" fmla="*/ 389894 h 433085"/>
              <a:gd name="connsiteX72" fmla="*/ 55837 w 384005"/>
              <a:gd name="connsiteY72" fmla="*/ 343087 h 433085"/>
              <a:gd name="connsiteX73" fmla="*/ 62115 w 384005"/>
              <a:gd name="connsiteY73" fmla="*/ 330339 h 433085"/>
              <a:gd name="connsiteX74" fmla="*/ 63447 w 384005"/>
              <a:gd name="connsiteY74" fmla="*/ 317591 h 433085"/>
              <a:gd name="connsiteX75" fmla="*/ 55837 w 384005"/>
              <a:gd name="connsiteY75" fmla="*/ 285815 h 433085"/>
              <a:gd name="connsiteX76" fmla="*/ 61354 w 384005"/>
              <a:gd name="connsiteY76" fmla="*/ 274209 h 433085"/>
              <a:gd name="connsiteX77" fmla="*/ 64589 w 384005"/>
              <a:gd name="connsiteY77" fmla="*/ 263554 h 433085"/>
              <a:gd name="connsiteX78" fmla="*/ 64589 w 384005"/>
              <a:gd name="connsiteY78" fmla="*/ 240721 h 433085"/>
              <a:gd name="connsiteX79" fmla="*/ 61354 w 384005"/>
              <a:gd name="connsiteY79" fmla="*/ 230256 h 433085"/>
              <a:gd name="connsiteX80" fmla="*/ 54505 w 384005"/>
              <a:gd name="connsiteY80" fmla="*/ 223026 h 433085"/>
              <a:gd name="connsiteX81" fmla="*/ 19685 w 384005"/>
              <a:gd name="connsiteY81" fmla="*/ 18674 h 433085"/>
              <a:gd name="connsiteX82" fmla="*/ 191881 w 384005"/>
              <a:gd name="connsiteY82" fmla="*/ 18674 h 433085"/>
              <a:gd name="connsiteX83" fmla="*/ 185221 w 384005"/>
              <a:gd name="connsiteY83" fmla="*/ 32183 h 433085"/>
              <a:gd name="connsiteX84" fmla="*/ 184841 w 384005"/>
              <a:gd name="connsiteY84" fmla="*/ 48737 h 433085"/>
              <a:gd name="connsiteX85" fmla="*/ 197399 w 384005"/>
              <a:gd name="connsiteY85" fmla="*/ 59392 h 433085"/>
              <a:gd name="connsiteX86" fmla="*/ 212050 w 384005"/>
              <a:gd name="connsiteY86" fmla="*/ 62817 h 433085"/>
              <a:gd name="connsiteX87" fmla="*/ 210718 w 384005"/>
              <a:gd name="connsiteY87" fmla="*/ 66432 h 433085"/>
              <a:gd name="connsiteX88" fmla="*/ 214713 w 384005"/>
              <a:gd name="connsiteY88" fmla="*/ 86982 h 433085"/>
              <a:gd name="connsiteX89" fmla="*/ 275410 w 384005"/>
              <a:gd name="connsiteY89" fmla="*/ 148249 h 433085"/>
              <a:gd name="connsiteX90" fmla="*/ 283592 w 384005"/>
              <a:gd name="connsiteY90" fmla="*/ 171843 h 433085"/>
              <a:gd name="connsiteX91" fmla="*/ 288158 w 384005"/>
              <a:gd name="connsiteY91" fmla="*/ 179073 h 433085"/>
              <a:gd name="connsiteX92" fmla="*/ 303380 w 384005"/>
              <a:gd name="connsiteY92" fmla="*/ 194295 h 433085"/>
              <a:gd name="connsiteX93" fmla="*/ 311371 w 384005"/>
              <a:gd name="connsiteY93" fmla="*/ 225880 h 433085"/>
              <a:gd name="connsiteX94" fmla="*/ 321075 w 384005"/>
              <a:gd name="connsiteY94" fmla="*/ 238438 h 433085"/>
              <a:gd name="connsiteX95" fmla="*/ 332682 w 384005"/>
              <a:gd name="connsiteY95" fmla="*/ 244526 h 433085"/>
              <a:gd name="connsiteX96" fmla="*/ 339532 w 384005"/>
              <a:gd name="connsiteY96" fmla="*/ 265647 h 433085"/>
              <a:gd name="connsiteX97" fmla="*/ 350948 w 384005"/>
              <a:gd name="connsiteY97" fmla="*/ 276682 h 433085"/>
              <a:gd name="connsiteX98" fmla="*/ 364457 w 384005"/>
              <a:gd name="connsiteY98" fmla="*/ 278966 h 433085"/>
              <a:gd name="connsiteX99" fmla="*/ 354183 w 384005"/>
              <a:gd name="connsiteY99" fmla="*/ 287147 h 43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84005" h="433085">
                <a:moveTo>
                  <a:pt x="383865" y="274780"/>
                </a:moveTo>
                <a:cubicBezTo>
                  <a:pt x="382723" y="267930"/>
                  <a:pt x="379108" y="262793"/>
                  <a:pt x="369024" y="260319"/>
                </a:cubicBezTo>
                <a:cubicBezTo>
                  <a:pt x="369024" y="260319"/>
                  <a:pt x="357988" y="258987"/>
                  <a:pt x="357037" y="258797"/>
                </a:cubicBezTo>
                <a:cubicBezTo>
                  <a:pt x="357037" y="258797"/>
                  <a:pt x="352660" y="246049"/>
                  <a:pt x="350567" y="238818"/>
                </a:cubicBezTo>
                <a:cubicBezTo>
                  <a:pt x="349045" y="233871"/>
                  <a:pt x="345811" y="229876"/>
                  <a:pt x="341244" y="227402"/>
                </a:cubicBezTo>
                <a:lnTo>
                  <a:pt x="329637" y="221313"/>
                </a:lnTo>
                <a:cubicBezTo>
                  <a:pt x="327354" y="211419"/>
                  <a:pt x="323168" y="195436"/>
                  <a:pt x="321646" y="189157"/>
                </a:cubicBezTo>
                <a:cubicBezTo>
                  <a:pt x="320885" y="185923"/>
                  <a:pt x="319173" y="182878"/>
                  <a:pt x="316699" y="180595"/>
                </a:cubicBezTo>
                <a:lnTo>
                  <a:pt x="301477" y="165564"/>
                </a:lnTo>
                <a:cubicBezTo>
                  <a:pt x="299765" y="160236"/>
                  <a:pt x="295198" y="147298"/>
                  <a:pt x="292915" y="141019"/>
                </a:cubicBezTo>
                <a:cubicBezTo>
                  <a:pt x="291964" y="138355"/>
                  <a:pt x="290632" y="136072"/>
                  <a:pt x="288729" y="134359"/>
                </a:cubicBezTo>
                <a:cubicBezTo>
                  <a:pt x="286636" y="132266"/>
                  <a:pt x="228032" y="74233"/>
                  <a:pt x="228032" y="74233"/>
                </a:cubicBezTo>
                <a:lnTo>
                  <a:pt x="228032" y="74233"/>
                </a:lnTo>
                <a:cubicBezTo>
                  <a:pt x="228032" y="74233"/>
                  <a:pt x="229935" y="69477"/>
                  <a:pt x="229935" y="69477"/>
                </a:cubicBezTo>
                <a:cubicBezTo>
                  <a:pt x="231648" y="65100"/>
                  <a:pt x="231838" y="60153"/>
                  <a:pt x="229935" y="55777"/>
                </a:cubicBezTo>
                <a:cubicBezTo>
                  <a:pt x="227652" y="50640"/>
                  <a:pt x="223276" y="46834"/>
                  <a:pt x="217187" y="44932"/>
                </a:cubicBezTo>
                <a:lnTo>
                  <a:pt x="202346" y="40175"/>
                </a:lnTo>
                <a:lnTo>
                  <a:pt x="208625" y="27427"/>
                </a:lnTo>
                <a:cubicBezTo>
                  <a:pt x="211669" y="21528"/>
                  <a:pt x="211288" y="14488"/>
                  <a:pt x="207673" y="8970"/>
                </a:cubicBezTo>
                <a:cubicBezTo>
                  <a:pt x="204058" y="3262"/>
                  <a:pt x="197969" y="-353"/>
                  <a:pt x="191310" y="27"/>
                </a:cubicBezTo>
                <a:lnTo>
                  <a:pt x="19685" y="27"/>
                </a:lnTo>
                <a:cubicBezTo>
                  <a:pt x="19685" y="27"/>
                  <a:pt x="19685" y="27"/>
                  <a:pt x="19685" y="27"/>
                </a:cubicBezTo>
                <a:cubicBezTo>
                  <a:pt x="13786" y="27"/>
                  <a:pt x="8269" y="2691"/>
                  <a:pt x="4463" y="7067"/>
                </a:cubicBezTo>
                <a:cubicBezTo>
                  <a:pt x="848" y="11253"/>
                  <a:pt x="-674" y="16771"/>
                  <a:pt x="277" y="22099"/>
                </a:cubicBezTo>
                <a:lnTo>
                  <a:pt x="36048" y="226831"/>
                </a:lnTo>
                <a:cubicBezTo>
                  <a:pt x="36619" y="230637"/>
                  <a:pt x="38522" y="234062"/>
                  <a:pt x="40995" y="236725"/>
                </a:cubicBezTo>
                <a:lnTo>
                  <a:pt x="45752" y="241863"/>
                </a:lnTo>
                <a:lnTo>
                  <a:pt x="45752" y="266027"/>
                </a:lnTo>
                <a:cubicBezTo>
                  <a:pt x="45752" y="266027"/>
                  <a:pt x="39093" y="277444"/>
                  <a:pt x="39093" y="277444"/>
                </a:cubicBezTo>
                <a:cubicBezTo>
                  <a:pt x="36809" y="281820"/>
                  <a:pt x="36239" y="286577"/>
                  <a:pt x="37380" y="291143"/>
                </a:cubicBezTo>
                <a:lnTo>
                  <a:pt x="44420" y="318732"/>
                </a:lnTo>
                <a:cubicBezTo>
                  <a:pt x="44991" y="320825"/>
                  <a:pt x="44801" y="323299"/>
                  <a:pt x="43659" y="325202"/>
                </a:cubicBezTo>
                <a:lnTo>
                  <a:pt x="38902" y="334715"/>
                </a:lnTo>
                <a:cubicBezTo>
                  <a:pt x="36619" y="339282"/>
                  <a:pt x="36429" y="344419"/>
                  <a:pt x="37951" y="349176"/>
                </a:cubicBezTo>
                <a:lnTo>
                  <a:pt x="53363" y="395602"/>
                </a:lnTo>
                <a:cubicBezTo>
                  <a:pt x="56027" y="403403"/>
                  <a:pt x="63257" y="408731"/>
                  <a:pt x="71629" y="408731"/>
                </a:cubicBezTo>
                <a:lnTo>
                  <a:pt x="240210" y="408731"/>
                </a:lnTo>
                <a:cubicBezTo>
                  <a:pt x="241922" y="411585"/>
                  <a:pt x="248391" y="423192"/>
                  <a:pt x="250104" y="425665"/>
                </a:cubicBezTo>
                <a:cubicBezTo>
                  <a:pt x="253339" y="429851"/>
                  <a:pt x="258095" y="432515"/>
                  <a:pt x="263423" y="433086"/>
                </a:cubicBezTo>
                <a:cubicBezTo>
                  <a:pt x="263803" y="433086"/>
                  <a:pt x="264374" y="433086"/>
                  <a:pt x="264755" y="433086"/>
                </a:cubicBezTo>
                <a:cubicBezTo>
                  <a:pt x="269702" y="433086"/>
                  <a:pt x="274459" y="431183"/>
                  <a:pt x="277884" y="427758"/>
                </a:cubicBezTo>
                <a:lnTo>
                  <a:pt x="277884" y="427758"/>
                </a:lnTo>
                <a:cubicBezTo>
                  <a:pt x="277884" y="427758"/>
                  <a:pt x="284353" y="421289"/>
                  <a:pt x="284353" y="421289"/>
                </a:cubicBezTo>
                <a:cubicBezTo>
                  <a:pt x="292154" y="413488"/>
                  <a:pt x="289680" y="405877"/>
                  <a:pt x="287397" y="398837"/>
                </a:cubicBezTo>
                <a:lnTo>
                  <a:pt x="283972" y="389894"/>
                </a:lnTo>
                <a:lnTo>
                  <a:pt x="288158" y="389323"/>
                </a:lnTo>
                <a:lnTo>
                  <a:pt x="294057" y="395602"/>
                </a:lnTo>
                <a:cubicBezTo>
                  <a:pt x="297482" y="398076"/>
                  <a:pt x="301668" y="399598"/>
                  <a:pt x="305283" y="399408"/>
                </a:cubicBezTo>
                <a:lnTo>
                  <a:pt x="321075" y="399408"/>
                </a:lnTo>
                <a:cubicBezTo>
                  <a:pt x="326213" y="399408"/>
                  <a:pt x="330969" y="397505"/>
                  <a:pt x="334585" y="393890"/>
                </a:cubicBezTo>
                <a:cubicBezTo>
                  <a:pt x="338200" y="390275"/>
                  <a:pt x="340102" y="385518"/>
                  <a:pt x="340102" y="380571"/>
                </a:cubicBezTo>
                <a:lnTo>
                  <a:pt x="340102" y="363446"/>
                </a:lnTo>
                <a:cubicBezTo>
                  <a:pt x="345620" y="349747"/>
                  <a:pt x="362554" y="309029"/>
                  <a:pt x="366170" y="301418"/>
                </a:cubicBezTo>
                <a:lnTo>
                  <a:pt x="375303" y="293617"/>
                </a:lnTo>
                <a:cubicBezTo>
                  <a:pt x="382343" y="288479"/>
                  <a:pt x="385007" y="282391"/>
                  <a:pt x="383675" y="275160"/>
                </a:cubicBezTo>
                <a:close/>
                <a:moveTo>
                  <a:pt x="353802" y="286957"/>
                </a:moveTo>
                <a:cubicBezTo>
                  <a:pt x="352851" y="287908"/>
                  <a:pt x="351519" y="289240"/>
                  <a:pt x="350567" y="291333"/>
                </a:cubicBezTo>
                <a:cubicBezTo>
                  <a:pt x="344479" y="302559"/>
                  <a:pt x="323549" y="353933"/>
                  <a:pt x="322788" y="356026"/>
                </a:cubicBezTo>
                <a:cubicBezTo>
                  <a:pt x="321836" y="358309"/>
                  <a:pt x="321456" y="360592"/>
                  <a:pt x="321456" y="363066"/>
                </a:cubicBezTo>
                <a:cubicBezTo>
                  <a:pt x="321456" y="363066"/>
                  <a:pt x="321456" y="380380"/>
                  <a:pt x="321266" y="380380"/>
                </a:cubicBezTo>
                <a:cubicBezTo>
                  <a:pt x="321266" y="380380"/>
                  <a:pt x="306044" y="380380"/>
                  <a:pt x="306044" y="380380"/>
                </a:cubicBezTo>
                <a:cubicBezTo>
                  <a:pt x="306044" y="380380"/>
                  <a:pt x="302238" y="376195"/>
                  <a:pt x="302238" y="376195"/>
                </a:cubicBezTo>
                <a:cubicBezTo>
                  <a:pt x="298813" y="372960"/>
                  <a:pt x="295769" y="370867"/>
                  <a:pt x="292154" y="370867"/>
                </a:cubicBezTo>
                <a:cubicBezTo>
                  <a:pt x="287778" y="370867"/>
                  <a:pt x="283592" y="370867"/>
                  <a:pt x="279596" y="372199"/>
                </a:cubicBezTo>
                <a:cubicBezTo>
                  <a:pt x="276171" y="373340"/>
                  <a:pt x="273127" y="375053"/>
                  <a:pt x="270082" y="376956"/>
                </a:cubicBezTo>
                <a:cubicBezTo>
                  <a:pt x="268941" y="377717"/>
                  <a:pt x="267419" y="379810"/>
                  <a:pt x="266848" y="380951"/>
                </a:cubicBezTo>
                <a:cubicBezTo>
                  <a:pt x="265516" y="383805"/>
                  <a:pt x="264565" y="386089"/>
                  <a:pt x="265516" y="390655"/>
                </a:cubicBezTo>
                <a:cubicBezTo>
                  <a:pt x="266658" y="396363"/>
                  <a:pt x="269892" y="405877"/>
                  <a:pt x="270844" y="408350"/>
                </a:cubicBezTo>
                <a:lnTo>
                  <a:pt x="265516" y="413868"/>
                </a:lnTo>
                <a:cubicBezTo>
                  <a:pt x="264184" y="411966"/>
                  <a:pt x="256002" y="397885"/>
                  <a:pt x="256002" y="397885"/>
                </a:cubicBezTo>
                <a:cubicBezTo>
                  <a:pt x="252387" y="392938"/>
                  <a:pt x="246679" y="389894"/>
                  <a:pt x="240590" y="389894"/>
                </a:cubicBezTo>
                <a:lnTo>
                  <a:pt x="71439" y="389894"/>
                </a:lnTo>
                <a:cubicBezTo>
                  <a:pt x="71439" y="389894"/>
                  <a:pt x="55837" y="343087"/>
                  <a:pt x="55837" y="343087"/>
                </a:cubicBezTo>
                <a:lnTo>
                  <a:pt x="62115" y="330339"/>
                </a:lnTo>
                <a:cubicBezTo>
                  <a:pt x="64018" y="326343"/>
                  <a:pt x="64589" y="321777"/>
                  <a:pt x="63447" y="317591"/>
                </a:cubicBezTo>
                <a:lnTo>
                  <a:pt x="55837" y="285815"/>
                </a:lnTo>
                <a:lnTo>
                  <a:pt x="61354" y="274209"/>
                </a:lnTo>
                <a:cubicBezTo>
                  <a:pt x="63638" y="270403"/>
                  <a:pt x="64589" y="267549"/>
                  <a:pt x="64589" y="263554"/>
                </a:cubicBezTo>
                <a:lnTo>
                  <a:pt x="64589" y="240721"/>
                </a:lnTo>
                <a:cubicBezTo>
                  <a:pt x="64589" y="236916"/>
                  <a:pt x="63447" y="233300"/>
                  <a:pt x="61354" y="230256"/>
                </a:cubicBezTo>
                <a:lnTo>
                  <a:pt x="54505" y="223026"/>
                </a:lnTo>
                <a:lnTo>
                  <a:pt x="19685" y="18674"/>
                </a:lnTo>
                <a:lnTo>
                  <a:pt x="191881" y="18674"/>
                </a:lnTo>
                <a:cubicBezTo>
                  <a:pt x="191881" y="18674"/>
                  <a:pt x="185221" y="32183"/>
                  <a:pt x="185221" y="32183"/>
                </a:cubicBezTo>
                <a:cubicBezTo>
                  <a:pt x="182557" y="37321"/>
                  <a:pt x="182367" y="43409"/>
                  <a:pt x="184841" y="48737"/>
                </a:cubicBezTo>
                <a:cubicBezTo>
                  <a:pt x="187314" y="54065"/>
                  <a:pt x="191881" y="57870"/>
                  <a:pt x="197399" y="59392"/>
                </a:cubicBezTo>
                <a:lnTo>
                  <a:pt x="212050" y="62817"/>
                </a:lnTo>
                <a:lnTo>
                  <a:pt x="210718" y="66432"/>
                </a:lnTo>
                <a:cubicBezTo>
                  <a:pt x="207864" y="73472"/>
                  <a:pt x="209386" y="81464"/>
                  <a:pt x="214713" y="86982"/>
                </a:cubicBezTo>
                <a:cubicBezTo>
                  <a:pt x="214713" y="86982"/>
                  <a:pt x="273317" y="145776"/>
                  <a:pt x="275410" y="148249"/>
                </a:cubicBezTo>
                <a:cubicBezTo>
                  <a:pt x="277313" y="153767"/>
                  <a:pt x="281879" y="166705"/>
                  <a:pt x="283592" y="171843"/>
                </a:cubicBezTo>
                <a:cubicBezTo>
                  <a:pt x="284543" y="174697"/>
                  <a:pt x="286065" y="176980"/>
                  <a:pt x="288158" y="179073"/>
                </a:cubicBezTo>
                <a:lnTo>
                  <a:pt x="303380" y="194295"/>
                </a:lnTo>
                <a:cubicBezTo>
                  <a:pt x="304902" y="200383"/>
                  <a:pt x="309088" y="216176"/>
                  <a:pt x="311371" y="225880"/>
                </a:cubicBezTo>
                <a:cubicBezTo>
                  <a:pt x="312513" y="231207"/>
                  <a:pt x="316128" y="235774"/>
                  <a:pt x="321075" y="238438"/>
                </a:cubicBezTo>
                <a:lnTo>
                  <a:pt x="332682" y="244526"/>
                </a:lnTo>
                <a:cubicBezTo>
                  <a:pt x="334965" y="252137"/>
                  <a:pt x="337248" y="259368"/>
                  <a:pt x="339532" y="265647"/>
                </a:cubicBezTo>
                <a:cubicBezTo>
                  <a:pt x="341434" y="270974"/>
                  <a:pt x="345620" y="274970"/>
                  <a:pt x="350948" y="276682"/>
                </a:cubicBezTo>
                <a:cubicBezTo>
                  <a:pt x="355514" y="278205"/>
                  <a:pt x="364457" y="278966"/>
                  <a:pt x="364457" y="278966"/>
                </a:cubicBezTo>
                <a:lnTo>
                  <a:pt x="354183" y="28714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4" name="Graphic 51" descr="Hawaii icon.">
            <a:extLst>
              <a:ext uri="{FF2B5EF4-FFF2-40B4-BE49-F238E27FC236}">
                <a16:creationId xmlns:a16="http://schemas.microsoft.com/office/drawing/2014/main" id="{AE04B779-3182-57E9-5525-7F323B96F955}"/>
              </a:ext>
            </a:extLst>
          </p:cNvPr>
          <p:cNvSpPr/>
          <p:nvPr/>
        </p:nvSpPr>
        <p:spPr>
          <a:xfrm>
            <a:off x="7097114" y="2425489"/>
            <a:ext cx="453988" cy="317293"/>
          </a:xfrm>
          <a:custGeom>
            <a:avLst/>
            <a:gdLst>
              <a:gd name="connsiteX0" fmla="*/ 282744 w 453988"/>
              <a:gd name="connsiteY0" fmla="*/ 145956 h 317293"/>
              <a:gd name="connsiteX1" fmla="*/ 282744 w 453988"/>
              <a:gd name="connsiteY1" fmla="*/ 160037 h 317293"/>
              <a:gd name="connsiteX2" fmla="*/ 281792 w 453988"/>
              <a:gd name="connsiteY2" fmla="*/ 162510 h 317293"/>
              <a:gd name="connsiteX3" fmla="*/ 274752 w 453988"/>
              <a:gd name="connsiteY3" fmla="*/ 170121 h 317293"/>
              <a:gd name="connsiteX4" fmla="*/ 271518 w 453988"/>
              <a:gd name="connsiteY4" fmla="*/ 171263 h 317293"/>
              <a:gd name="connsiteX5" fmla="*/ 267903 w 453988"/>
              <a:gd name="connsiteY5" fmla="*/ 170501 h 317293"/>
              <a:gd name="connsiteX6" fmla="*/ 266190 w 453988"/>
              <a:gd name="connsiteY6" fmla="*/ 170121 h 317293"/>
              <a:gd name="connsiteX7" fmla="*/ 266190 w 453988"/>
              <a:gd name="connsiteY7" fmla="*/ 170121 h 317293"/>
              <a:gd name="connsiteX8" fmla="*/ 262385 w 453988"/>
              <a:gd name="connsiteY8" fmla="*/ 169360 h 317293"/>
              <a:gd name="connsiteX9" fmla="*/ 259531 w 453988"/>
              <a:gd name="connsiteY9" fmla="*/ 165174 h 317293"/>
              <a:gd name="connsiteX10" fmla="*/ 260101 w 453988"/>
              <a:gd name="connsiteY10" fmla="*/ 161939 h 317293"/>
              <a:gd name="connsiteX11" fmla="*/ 259721 w 453988"/>
              <a:gd name="connsiteY11" fmla="*/ 161939 h 317293"/>
              <a:gd name="connsiteX12" fmla="*/ 259721 w 453988"/>
              <a:gd name="connsiteY12" fmla="*/ 161939 h 317293"/>
              <a:gd name="connsiteX13" fmla="*/ 259340 w 453988"/>
              <a:gd name="connsiteY13" fmla="*/ 161939 h 317293"/>
              <a:gd name="connsiteX14" fmla="*/ 259340 w 453988"/>
              <a:gd name="connsiteY14" fmla="*/ 161939 h 317293"/>
              <a:gd name="connsiteX15" fmla="*/ 258199 w 453988"/>
              <a:gd name="connsiteY15" fmla="*/ 161939 h 317293"/>
              <a:gd name="connsiteX16" fmla="*/ 258199 w 453988"/>
              <a:gd name="connsiteY16" fmla="*/ 161749 h 317293"/>
              <a:gd name="connsiteX17" fmla="*/ 258199 w 453988"/>
              <a:gd name="connsiteY17" fmla="*/ 161749 h 317293"/>
              <a:gd name="connsiteX18" fmla="*/ 257438 w 453988"/>
              <a:gd name="connsiteY18" fmla="*/ 161749 h 317293"/>
              <a:gd name="connsiteX19" fmla="*/ 255345 w 453988"/>
              <a:gd name="connsiteY19" fmla="*/ 160988 h 317293"/>
              <a:gd name="connsiteX20" fmla="*/ 254584 w 453988"/>
              <a:gd name="connsiteY20" fmla="*/ 158324 h 317293"/>
              <a:gd name="connsiteX21" fmla="*/ 254584 w 453988"/>
              <a:gd name="connsiteY21" fmla="*/ 157753 h 317293"/>
              <a:gd name="connsiteX22" fmla="*/ 254964 w 453988"/>
              <a:gd name="connsiteY22" fmla="*/ 147098 h 317293"/>
              <a:gd name="connsiteX23" fmla="*/ 258579 w 453988"/>
              <a:gd name="connsiteY23" fmla="*/ 143483 h 317293"/>
              <a:gd name="connsiteX24" fmla="*/ 272469 w 453988"/>
              <a:gd name="connsiteY24" fmla="*/ 143483 h 317293"/>
              <a:gd name="connsiteX25" fmla="*/ 279319 w 453988"/>
              <a:gd name="connsiteY25" fmla="*/ 143483 h 317293"/>
              <a:gd name="connsiteX26" fmla="*/ 279319 w 453988"/>
              <a:gd name="connsiteY26" fmla="*/ 143483 h 317293"/>
              <a:gd name="connsiteX27" fmla="*/ 282173 w 453988"/>
              <a:gd name="connsiteY27" fmla="*/ 144434 h 317293"/>
              <a:gd name="connsiteX28" fmla="*/ 282934 w 453988"/>
              <a:gd name="connsiteY28" fmla="*/ 146527 h 317293"/>
              <a:gd name="connsiteX29" fmla="*/ 280080 w 453988"/>
              <a:gd name="connsiteY29" fmla="*/ 176971 h 317293"/>
              <a:gd name="connsiteX30" fmla="*/ 280460 w 453988"/>
              <a:gd name="connsiteY30" fmla="*/ 177542 h 317293"/>
              <a:gd name="connsiteX31" fmla="*/ 287881 w 453988"/>
              <a:gd name="connsiteY31" fmla="*/ 185343 h 317293"/>
              <a:gd name="connsiteX32" fmla="*/ 290735 w 453988"/>
              <a:gd name="connsiteY32" fmla="*/ 185723 h 317293"/>
              <a:gd name="connsiteX33" fmla="*/ 300249 w 453988"/>
              <a:gd name="connsiteY33" fmla="*/ 182679 h 317293"/>
              <a:gd name="connsiteX34" fmla="*/ 300629 w 453988"/>
              <a:gd name="connsiteY34" fmla="*/ 181918 h 317293"/>
              <a:gd name="connsiteX35" fmla="*/ 300629 w 453988"/>
              <a:gd name="connsiteY35" fmla="*/ 179825 h 317293"/>
              <a:gd name="connsiteX36" fmla="*/ 300249 w 453988"/>
              <a:gd name="connsiteY36" fmla="*/ 177542 h 317293"/>
              <a:gd name="connsiteX37" fmla="*/ 302722 w 453988"/>
              <a:gd name="connsiteY37" fmla="*/ 172785 h 317293"/>
              <a:gd name="connsiteX38" fmla="*/ 298536 w 453988"/>
              <a:gd name="connsiteY38" fmla="*/ 169360 h 317293"/>
              <a:gd name="connsiteX39" fmla="*/ 292638 w 453988"/>
              <a:gd name="connsiteY39" fmla="*/ 168599 h 317293"/>
              <a:gd name="connsiteX40" fmla="*/ 292257 w 453988"/>
              <a:gd name="connsiteY40" fmla="*/ 168599 h 317293"/>
              <a:gd name="connsiteX41" fmla="*/ 284837 w 453988"/>
              <a:gd name="connsiteY41" fmla="*/ 175258 h 317293"/>
              <a:gd name="connsiteX42" fmla="*/ 280460 w 453988"/>
              <a:gd name="connsiteY42" fmla="*/ 176400 h 317293"/>
              <a:gd name="connsiteX43" fmla="*/ 279890 w 453988"/>
              <a:gd name="connsiteY43" fmla="*/ 176780 h 317293"/>
              <a:gd name="connsiteX44" fmla="*/ 363038 w 453988"/>
              <a:gd name="connsiteY44" fmla="*/ 146147 h 317293"/>
              <a:gd name="connsiteX45" fmla="*/ 358852 w 453988"/>
              <a:gd name="connsiteY45" fmla="*/ 157563 h 317293"/>
              <a:gd name="connsiteX46" fmla="*/ 354096 w 453988"/>
              <a:gd name="connsiteY46" fmla="*/ 162891 h 317293"/>
              <a:gd name="connsiteX47" fmla="*/ 341157 w 453988"/>
              <a:gd name="connsiteY47" fmla="*/ 168408 h 317293"/>
              <a:gd name="connsiteX48" fmla="*/ 338684 w 453988"/>
              <a:gd name="connsiteY48" fmla="*/ 168408 h 317293"/>
              <a:gd name="connsiteX49" fmla="*/ 336400 w 453988"/>
              <a:gd name="connsiteY49" fmla="*/ 170121 h 317293"/>
              <a:gd name="connsiteX50" fmla="*/ 325174 w 453988"/>
              <a:gd name="connsiteY50" fmla="*/ 174307 h 317293"/>
              <a:gd name="connsiteX51" fmla="*/ 312426 w 453988"/>
              <a:gd name="connsiteY51" fmla="*/ 169170 h 317293"/>
              <a:gd name="connsiteX52" fmla="*/ 307098 w 453988"/>
              <a:gd name="connsiteY52" fmla="*/ 159085 h 317293"/>
              <a:gd name="connsiteX53" fmla="*/ 297585 w 453988"/>
              <a:gd name="connsiteY53" fmla="*/ 154138 h 317293"/>
              <a:gd name="connsiteX54" fmla="*/ 287501 w 453988"/>
              <a:gd name="connsiteY54" fmla="*/ 144244 h 317293"/>
              <a:gd name="connsiteX55" fmla="*/ 281602 w 453988"/>
              <a:gd name="connsiteY55" fmla="*/ 130544 h 317293"/>
              <a:gd name="connsiteX56" fmla="*/ 287120 w 453988"/>
              <a:gd name="connsiteY56" fmla="*/ 117035 h 317293"/>
              <a:gd name="connsiteX57" fmla="*/ 293399 w 453988"/>
              <a:gd name="connsiteY57" fmla="*/ 110566 h 317293"/>
              <a:gd name="connsiteX58" fmla="*/ 305767 w 453988"/>
              <a:gd name="connsiteY58" fmla="*/ 105809 h 317293"/>
              <a:gd name="connsiteX59" fmla="*/ 321559 w 453988"/>
              <a:gd name="connsiteY59" fmla="*/ 114181 h 317293"/>
              <a:gd name="connsiteX60" fmla="*/ 335449 w 453988"/>
              <a:gd name="connsiteY60" fmla="*/ 115323 h 317293"/>
              <a:gd name="connsiteX61" fmla="*/ 347056 w 453988"/>
              <a:gd name="connsiteY61" fmla="*/ 121221 h 317293"/>
              <a:gd name="connsiteX62" fmla="*/ 351812 w 453988"/>
              <a:gd name="connsiteY62" fmla="*/ 124646 h 317293"/>
              <a:gd name="connsiteX63" fmla="*/ 358091 w 453988"/>
              <a:gd name="connsiteY63" fmla="*/ 130925 h 317293"/>
              <a:gd name="connsiteX64" fmla="*/ 361897 w 453988"/>
              <a:gd name="connsiteY64" fmla="*/ 137584 h 317293"/>
              <a:gd name="connsiteX65" fmla="*/ 362848 w 453988"/>
              <a:gd name="connsiteY65" fmla="*/ 145956 h 317293"/>
              <a:gd name="connsiteX66" fmla="*/ 344392 w 453988"/>
              <a:gd name="connsiteY66" fmla="*/ 143102 h 317293"/>
              <a:gd name="connsiteX67" fmla="*/ 338684 w 453988"/>
              <a:gd name="connsiteY67" fmla="*/ 138346 h 317293"/>
              <a:gd name="connsiteX68" fmla="*/ 327267 w 453988"/>
              <a:gd name="connsiteY68" fmla="*/ 132447 h 317293"/>
              <a:gd name="connsiteX69" fmla="*/ 321559 w 453988"/>
              <a:gd name="connsiteY69" fmla="*/ 133589 h 317293"/>
              <a:gd name="connsiteX70" fmla="*/ 314329 w 453988"/>
              <a:gd name="connsiteY70" fmla="*/ 132067 h 317293"/>
              <a:gd name="connsiteX71" fmla="*/ 306718 w 453988"/>
              <a:gd name="connsiteY71" fmla="*/ 126358 h 317293"/>
              <a:gd name="connsiteX72" fmla="*/ 302151 w 453988"/>
              <a:gd name="connsiteY72" fmla="*/ 131686 h 317293"/>
              <a:gd name="connsiteX73" fmla="*/ 311094 w 453988"/>
              <a:gd name="connsiteY73" fmla="*/ 140819 h 317293"/>
              <a:gd name="connsiteX74" fmla="*/ 324984 w 453988"/>
              <a:gd name="connsiteY74" fmla="*/ 156041 h 317293"/>
              <a:gd name="connsiteX75" fmla="*/ 328599 w 453988"/>
              <a:gd name="connsiteY75" fmla="*/ 153187 h 317293"/>
              <a:gd name="connsiteX76" fmla="*/ 332214 w 453988"/>
              <a:gd name="connsiteY76" fmla="*/ 151284 h 317293"/>
              <a:gd name="connsiteX77" fmla="*/ 338493 w 453988"/>
              <a:gd name="connsiteY77" fmla="*/ 149572 h 317293"/>
              <a:gd name="connsiteX78" fmla="*/ 340396 w 453988"/>
              <a:gd name="connsiteY78" fmla="*/ 149572 h 317293"/>
              <a:gd name="connsiteX79" fmla="*/ 344392 w 453988"/>
              <a:gd name="connsiteY79" fmla="*/ 145386 h 317293"/>
              <a:gd name="connsiteX80" fmla="*/ 344392 w 453988"/>
              <a:gd name="connsiteY80" fmla="*/ 142912 h 317293"/>
              <a:gd name="connsiteX81" fmla="*/ 453988 w 453988"/>
              <a:gd name="connsiteY81" fmla="*/ 247181 h 317293"/>
              <a:gd name="connsiteX82" fmla="*/ 453988 w 453988"/>
              <a:gd name="connsiteY82" fmla="*/ 254982 h 317293"/>
              <a:gd name="connsiteX83" fmla="*/ 445616 w 453988"/>
              <a:gd name="connsiteY83" fmla="*/ 270584 h 317293"/>
              <a:gd name="connsiteX84" fmla="*/ 423545 w 453988"/>
              <a:gd name="connsiteY84" fmla="*/ 285616 h 317293"/>
              <a:gd name="connsiteX85" fmla="*/ 412890 w 453988"/>
              <a:gd name="connsiteY85" fmla="*/ 288850 h 317293"/>
              <a:gd name="connsiteX86" fmla="*/ 402044 w 453988"/>
              <a:gd name="connsiteY86" fmla="*/ 288850 h 317293"/>
              <a:gd name="connsiteX87" fmla="*/ 388535 w 453988"/>
              <a:gd name="connsiteY87" fmla="*/ 309019 h 317293"/>
              <a:gd name="connsiteX88" fmla="*/ 380543 w 453988"/>
              <a:gd name="connsiteY88" fmla="*/ 315488 h 317293"/>
              <a:gd name="connsiteX89" fmla="*/ 365131 w 453988"/>
              <a:gd name="connsiteY89" fmla="*/ 316059 h 317293"/>
              <a:gd name="connsiteX90" fmla="*/ 358852 w 453988"/>
              <a:gd name="connsiteY90" fmla="*/ 311873 h 317293"/>
              <a:gd name="connsiteX91" fmla="*/ 345343 w 453988"/>
              <a:gd name="connsiteY91" fmla="*/ 298174 h 317293"/>
              <a:gd name="connsiteX92" fmla="*/ 339825 w 453988"/>
              <a:gd name="connsiteY92" fmla="*/ 284855 h 317293"/>
              <a:gd name="connsiteX93" fmla="*/ 339825 w 453988"/>
              <a:gd name="connsiteY93" fmla="*/ 261642 h 317293"/>
              <a:gd name="connsiteX94" fmla="*/ 331834 w 453988"/>
              <a:gd name="connsiteY94" fmla="*/ 238238 h 317293"/>
              <a:gd name="connsiteX95" fmla="*/ 332975 w 453988"/>
              <a:gd name="connsiteY95" fmla="*/ 223397 h 317293"/>
              <a:gd name="connsiteX96" fmla="*/ 339825 w 453988"/>
              <a:gd name="connsiteY96" fmla="*/ 208746 h 317293"/>
              <a:gd name="connsiteX97" fmla="*/ 339825 w 453988"/>
              <a:gd name="connsiteY97" fmla="*/ 197710 h 317293"/>
              <a:gd name="connsiteX98" fmla="*/ 342299 w 453988"/>
              <a:gd name="connsiteY98" fmla="*/ 188958 h 317293"/>
              <a:gd name="connsiteX99" fmla="*/ 348387 w 453988"/>
              <a:gd name="connsiteY99" fmla="*/ 181918 h 317293"/>
              <a:gd name="connsiteX100" fmla="*/ 358662 w 453988"/>
              <a:gd name="connsiteY100" fmla="*/ 178493 h 317293"/>
              <a:gd name="connsiteX101" fmla="*/ 372171 w 453988"/>
              <a:gd name="connsiteY101" fmla="*/ 184011 h 317293"/>
              <a:gd name="connsiteX102" fmla="*/ 383588 w 453988"/>
              <a:gd name="connsiteY102" fmla="*/ 194856 h 317293"/>
              <a:gd name="connsiteX103" fmla="*/ 414221 w 453988"/>
              <a:gd name="connsiteY103" fmla="*/ 202848 h 317293"/>
              <a:gd name="connsiteX104" fmla="*/ 426209 w 453988"/>
              <a:gd name="connsiteY104" fmla="*/ 212361 h 317293"/>
              <a:gd name="connsiteX105" fmla="*/ 432678 w 453988"/>
              <a:gd name="connsiteY105" fmla="*/ 224539 h 317293"/>
              <a:gd name="connsiteX106" fmla="*/ 443714 w 453988"/>
              <a:gd name="connsiteY106" fmla="*/ 230437 h 317293"/>
              <a:gd name="connsiteX107" fmla="*/ 453798 w 453988"/>
              <a:gd name="connsiteY107" fmla="*/ 247371 h 317293"/>
              <a:gd name="connsiteX108" fmla="*/ 434961 w 453988"/>
              <a:gd name="connsiteY108" fmla="*/ 247181 h 317293"/>
              <a:gd name="connsiteX109" fmla="*/ 423925 w 453988"/>
              <a:gd name="connsiteY109" fmla="*/ 241473 h 317293"/>
              <a:gd name="connsiteX110" fmla="*/ 415934 w 453988"/>
              <a:gd name="connsiteY110" fmla="*/ 233481 h 317293"/>
              <a:gd name="connsiteX111" fmla="*/ 409465 w 453988"/>
              <a:gd name="connsiteY111" fmla="*/ 221304 h 317293"/>
              <a:gd name="connsiteX112" fmla="*/ 378641 w 453988"/>
              <a:gd name="connsiteY112" fmla="*/ 213313 h 317293"/>
              <a:gd name="connsiteX113" fmla="*/ 369888 w 453988"/>
              <a:gd name="connsiteY113" fmla="*/ 208175 h 317293"/>
              <a:gd name="connsiteX114" fmla="*/ 358662 w 453988"/>
              <a:gd name="connsiteY114" fmla="*/ 198091 h 317293"/>
              <a:gd name="connsiteX115" fmla="*/ 358662 w 453988"/>
              <a:gd name="connsiteY115" fmla="*/ 210078 h 317293"/>
              <a:gd name="connsiteX116" fmla="*/ 356569 w 453988"/>
              <a:gd name="connsiteY116" fmla="*/ 219211 h 317293"/>
              <a:gd name="connsiteX117" fmla="*/ 349719 w 453988"/>
              <a:gd name="connsiteY117" fmla="*/ 232340 h 317293"/>
              <a:gd name="connsiteX118" fmla="*/ 357711 w 453988"/>
              <a:gd name="connsiteY118" fmla="*/ 255553 h 317293"/>
              <a:gd name="connsiteX119" fmla="*/ 358662 w 453988"/>
              <a:gd name="connsiteY119" fmla="*/ 261642 h 317293"/>
              <a:gd name="connsiteX120" fmla="*/ 358662 w 453988"/>
              <a:gd name="connsiteY120" fmla="*/ 284855 h 317293"/>
              <a:gd name="connsiteX121" fmla="*/ 371981 w 453988"/>
              <a:gd name="connsiteY121" fmla="*/ 298364 h 317293"/>
              <a:gd name="connsiteX122" fmla="*/ 373503 w 453988"/>
              <a:gd name="connsiteY122" fmla="*/ 298364 h 317293"/>
              <a:gd name="connsiteX123" fmla="*/ 385871 w 453988"/>
              <a:gd name="connsiteY123" fmla="*/ 278386 h 317293"/>
              <a:gd name="connsiteX124" fmla="*/ 401664 w 453988"/>
              <a:gd name="connsiteY124" fmla="*/ 269823 h 317293"/>
              <a:gd name="connsiteX125" fmla="*/ 412699 w 453988"/>
              <a:gd name="connsiteY125" fmla="*/ 269823 h 317293"/>
              <a:gd name="connsiteX126" fmla="*/ 434580 w 453988"/>
              <a:gd name="connsiteY126" fmla="*/ 254792 h 317293"/>
              <a:gd name="connsiteX127" fmla="*/ 434580 w 453988"/>
              <a:gd name="connsiteY127" fmla="*/ 246991 h 317293"/>
              <a:gd name="connsiteX128" fmla="*/ 200356 w 453988"/>
              <a:gd name="connsiteY128" fmla="*/ 78410 h 317293"/>
              <a:gd name="connsiteX129" fmla="*/ 191604 w 453988"/>
              <a:gd name="connsiteY129" fmla="*/ 89065 h 317293"/>
              <a:gd name="connsiteX130" fmla="*/ 184183 w 453988"/>
              <a:gd name="connsiteY130" fmla="*/ 92871 h 317293"/>
              <a:gd name="connsiteX131" fmla="*/ 175811 w 453988"/>
              <a:gd name="connsiteY131" fmla="*/ 94773 h 317293"/>
              <a:gd name="connsiteX132" fmla="*/ 159067 w 453988"/>
              <a:gd name="connsiteY132" fmla="*/ 94773 h 317293"/>
              <a:gd name="connsiteX133" fmla="*/ 145558 w 453988"/>
              <a:gd name="connsiteY133" fmla="*/ 89065 h 317293"/>
              <a:gd name="connsiteX134" fmla="*/ 140611 w 453988"/>
              <a:gd name="connsiteY134" fmla="*/ 78790 h 317293"/>
              <a:gd name="connsiteX135" fmla="*/ 139850 w 453988"/>
              <a:gd name="connsiteY135" fmla="*/ 75366 h 317293"/>
              <a:gd name="connsiteX136" fmla="*/ 130717 w 453988"/>
              <a:gd name="connsiteY136" fmla="*/ 61286 h 317293"/>
              <a:gd name="connsiteX137" fmla="*/ 128053 w 453988"/>
              <a:gd name="connsiteY137" fmla="*/ 57670 h 317293"/>
              <a:gd name="connsiteX138" fmla="*/ 125199 w 453988"/>
              <a:gd name="connsiteY138" fmla="*/ 46444 h 317293"/>
              <a:gd name="connsiteX139" fmla="*/ 134712 w 453988"/>
              <a:gd name="connsiteY139" fmla="*/ 34077 h 317293"/>
              <a:gd name="connsiteX140" fmla="*/ 143845 w 453988"/>
              <a:gd name="connsiteY140" fmla="*/ 29320 h 317293"/>
              <a:gd name="connsiteX141" fmla="*/ 157545 w 453988"/>
              <a:gd name="connsiteY141" fmla="*/ 19045 h 317293"/>
              <a:gd name="connsiteX142" fmla="*/ 165346 w 453988"/>
              <a:gd name="connsiteY142" fmla="*/ 18474 h 317293"/>
              <a:gd name="connsiteX143" fmla="*/ 177714 w 453988"/>
              <a:gd name="connsiteY143" fmla="*/ 23612 h 317293"/>
              <a:gd name="connsiteX144" fmla="*/ 182090 w 453988"/>
              <a:gd name="connsiteY144" fmla="*/ 28178 h 317293"/>
              <a:gd name="connsiteX145" fmla="*/ 187418 w 453988"/>
              <a:gd name="connsiteY145" fmla="*/ 41117 h 317293"/>
              <a:gd name="connsiteX146" fmla="*/ 187418 w 453988"/>
              <a:gd name="connsiteY146" fmla="*/ 46635 h 317293"/>
              <a:gd name="connsiteX147" fmla="*/ 196551 w 453988"/>
              <a:gd name="connsiteY147" fmla="*/ 60715 h 317293"/>
              <a:gd name="connsiteX148" fmla="*/ 198073 w 453988"/>
              <a:gd name="connsiteY148" fmla="*/ 62617 h 317293"/>
              <a:gd name="connsiteX149" fmla="*/ 200356 w 453988"/>
              <a:gd name="connsiteY149" fmla="*/ 77649 h 317293"/>
              <a:gd name="connsiteX150" fmla="*/ 176953 w 453988"/>
              <a:gd name="connsiteY150" fmla="*/ 75746 h 317293"/>
              <a:gd name="connsiteX151" fmla="*/ 182090 w 453988"/>
              <a:gd name="connsiteY151" fmla="*/ 72512 h 317293"/>
              <a:gd name="connsiteX152" fmla="*/ 178475 w 453988"/>
              <a:gd name="connsiteY152" fmla="*/ 63569 h 317293"/>
              <a:gd name="connsiteX153" fmla="*/ 168390 w 453988"/>
              <a:gd name="connsiteY153" fmla="*/ 47205 h 317293"/>
              <a:gd name="connsiteX154" fmla="*/ 168390 w 453988"/>
              <a:gd name="connsiteY154" fmla="*/ 41497 h 317293"/>
              <a:gd name="connsiteX155" fmla="*/ 164585 w 453988"/>
              <a:gd name="connsiteY155" fmla="*/ 37692 h 317293"/>
              <a:gd name="connsiteX156" fmla="*/ 162492 w 453988"/>
              <a:gd name="connsiteY156" fmla="*/ 37692 h 317293"/>
              <a:gd name="connsiteX157" fmla="*/ 157164 w 453988"/>
              <a:gd name="connsiteY157" fmla="*/ 43400 h 317293"/>
              <a:gd name="connsiteX158" fmla="*/ 152408 w 453988"/>
              <a:gd name="connsiteY158" fmla="*/ 46825 h 317293"/>
              <a:gd name="connsiteX159" fmla="*/ 146129 w 453988"/>
              <a:gd name="connsiteY159" fmla="*/ 50059 h 317293"/>
              <a:gd name="connsiteX160" fmla="*/ 149173 w 453988"/>
              <a:gd name="connsiteY160" fmla="*/ 59193 h 317293"/>
              <a:gd name="connsiteX161" fmla="*/ 154881 w 453988"/>
              <a:gd name="connsiteY161" fmla="*/ 63378 h 317293"/>
              <a:gd name="connsiteX162" fmla="*/ 158877 w 453988"/>
              <a:gd name="connsiteY162" fmla="*/ 74034 h 317293"/>
              <a:gd name="connsiteX163" fmla="*/ 158877 w 453988"/>
              <a:gd name="connsiteY163" fmla="*/ 75746 h 317293"/>
              <a:gd name="connsiteX164" fmla="*/ 176953 w 453988"/>
              <a:gd name="connsiteY164" fmla="*/ 75746 h 317293"/>
              <a:gd name="connsiteX165" fmla="*/ 96848 w 453988"/>
              <a:gd name="connsiteY165" fmla="*/ 27798 h 317293"/>
              <a:gd name="connsiteX166" fmla="*/ 97229 w 453988"/>
              <a:gd name="connsiteY166" fmla="*/ 38072 h 317293"/>
              <a:gd name="connsiteX167" fmla="*/ 87525 w 453988"/>
              <a:gd name="connsiteY167" fmla="*/ 49869 h 317293"/>
              <a:gd name="connsiteX168" fmla="*/ 79724 w 453988"/>
              <a:gd name="connsiteY168" fmla="*/ 53675 h 317293"/>
              <a:gd name="connsiteX169" fmla="*/ 70971 w 453988"/>
              <a:gd name="connsiteY169" fmla="*/ 55768 h 317293"/>
              <a:gd name="connsiteX170" fmla="*/ 66215 w 453988"/>
              <a:gd name="connsiteY170" fmla="*/ 55768 h 317293"/>
              <a:gd name="connsiteX171" fmla="*/ 54227 w 453988"/>
              <a:gd name="connsiteY171" fmla="*/ 50250 h 317293"/>
              <a:gd name="connsiteX172" fmla="*/ 50232 w 453988"/>
              <a:gd name="connsiteY172" fmla="*/ 46064 h 317293"/>
              <a:gd name="connsiteX173" fmla="*/ 38815 w 453988"/>
              <a:gd name="connsiteY173" fmla="*/ 39785 h 317293"/>
              <a:gd name="connsiteX174" fmla="*/ 35200 w 453988"/>
              <a:gd name="connsiteY174" fmla="*/ 29130 h 317293"/>
              <a:gd name="connsiteX175" fmla="*/ 37103 w 453988"/>
              <a:gd name="connsiteY175" fmla="*/ 23041 h 317293"/>
              <a:gd name="connsiteX176" fmla="*/ 40718 w 453988"/>
              <a:gd name="connsiteY176" fmla="*/ 17904 h 317293"/>
              <a:gd name="connsiteX177" fmla="*/ 49661 w 453988"/>
              <a:gd name="connsiteY177" fmla="*/ 8961 h 317293"/>
              <a:gd name="connsiteX178" fmla="*/ 64122 w 453988"/>
              <a:gd name="connsiteY178" fmla="*/ 3823 h 317293"/>
              <a:gd name="connsiteX179" fmla="*/ 69069 w 453988"/>
              <a:gd name="connsiteY179" fmla="*/ 5346 h 317293"/>
              <a:gd name="connsiteX180" fmla="*/ 81246 w 453988"/>
              <a:gd name="connsiteY180" fmla="*/ 18 h 317293"/>
              <a:gd name="connsiteX181" fmla="*/ 90189 w 453988"/>
              <a:gd name="connsiteY181" fmla="*/ 3253 h 317293"/>
              <a:gd name="connsiteX182" fmla="*/ 96468 w 453988"/>
              <a:gd name="connsiteY182" fmla="*/ 9912 h 317293"/>
              <a:gd name="connsiteX183" fmla="*/ 96658 w 453988"/>
              <a:gd name="connsiteY183" fmla="*/ 27988 h 317293"/>
              <a:gd name="connsiteX184" fmla="*/ 78582 w 453988"/>
              <a:gd name="connsiteY184" fmla="*/ 23231 h 317293"/>
              <a:gd name="connsiteX185" fmla="*/ 72874 w 453988"/>
              <a:gd name="connsiteY185" fmla="*/ 24373 h 317293"/>
              <a:gd name="connsiteX186" fmla="*/ 64312 w 453988"/>
              <a:gd name="connsiteY186" fmla="*/ 22090 h 317293"/>
              <a:gd name="connsiteX187" fmla="*/ 58223 w 453988"/>
              <a:gd name="connsiteY187" fmla="*/ 27798 h 317293"/>
              <a:gd name="connsiteX188" fmla="*/ 64692 w 453988"/>
              <a:gd name="connsiteY188" fmla="*/ 33506 h 317293"/>
              <a:gd name="connsiteX189" fmla="*/ 67737 w 453988"/>
              <a:gd name="connsiteY189" fmla="*/ 36740 h 317293"/>
              <a:gd name="connsiteX190" fmla="*/ 71162 w 453988"/>
              <a:gd name="connsiteY190" fmla="*/ 36740 h 317293"/>
              <a:gd name="connsiteX191" fmla="*/ 77250 w 453988"/>
              <a:gd name="connsiteY191" fmla="*/ 33696 h 317293"/>
              <a:gd name="connsiteX192" fmla="*/ 77250 w 453988"/>
              <a:gd name="connsiteY192" fmla="*/ 26466 h 317293"/>
              <a:gd name="connsiteX193" fmla="*/ 78582 w 453988"/>
              <a:gd name="connsiteY193" fmla="*/ 23421 h 317293"/>
              <a:gd name="connsiteX194" fmla="*/ 21501 w 453988"/>
              <a:gd name="connsiteY194" fmla="*/ 28369 h 317293"/>
              <a:gd name="connsiteX195" fmla="*/ 16934 w 453988"/>
              <a:gd name="connsiteY195" fmla="*/ 28369 h 317293"/>
              <a:gd name="connsiteX196" fmla="*/ 12748 w 453988"/>
              <a:gd name="connsiteY196" fmla="*/ 31032 h 317293"/>
              <a:gd name="connsiteX197" fmla="*/ 11416 w 453988"/>
              <a:gd name="connsiteY197" fmla="*/ 34838 h 317293"/>
              <a:gd name="connsiteX198" fmla="*/ 3615 w 453988"/>
              <a:gd name="connsiteY198" fmla="*/ 40356 h 317293"/>
              <a:gd name="connsiteX199" fmla="*/ 2283 w 453988"/>
              <a:gd name="connsiteY199" fmla="*/ 42068 h 317293"/>
              <a:gd name="connsiteX200" fmla="*/ 1332 w 453988"/>
              <a:gd name="connsiteY200" fmla="*/ 44351 h 317293"/>
              <a:gd name="connsiteX201" fmla="*/ 571 w 453988"/>
              <a:gd name="connsiteY201" fmla="*/ 46254 h 317293"/>
              <a:gd name="connsiteX202" fmla="*/ 0 w 453988"/>
              <a:gd name="connsiteY202" fmla="*/ 48537 h 317293"/>
              <a:gd name="connsiteX203" fmla="*/ 381 w 453988"/>
              <a:gd name="connsiteY203" fmla="*/ 50821 h 317293"/>
              <a:gd name="connsiteX204" fmla="*/ 951 w 453988"/>
              <a:gd name="connsiteY204" fmla="*/ 54245 h 317293"/>
              <a:gd name="connsiteX205" fmla="*/ 1712 w 453988"/>
              <a:gd name="connsiteY205" fmla="*/ 55768 h 317293"/>
              <a:gd name="connsiteX206" fmla="*/ 6660 w 453988"/>
              <a:gd name="connsiteY206" fmla="*/ 58241 h 317293"/>
              <a:gd name="connsiteX207" fmla="*/ 11036 w 453988"/>
              <a:gd name="connsiteY207" fmla="*/ 56909 h 317293"/>
              <a:gd name="connsiteX208" fmla="*/ 16363 w 453988"/>
              <a:gd name="connsiteY208" fmla="*/ 50250 h 317293"/>
              <a:gd name="connsiteX209" fmla="*/ 19027 w 453988"/>
              <a:gd name="connsiteY209" fmla="*/ 48157 h 317293"/>
              <a:gd name="connsiteX210" fmla="*/ 21881 w 453988"/>
              <a:gd name="connsiteY210" fmla="*/ 44922 h 317293"/>
              <a:gd name="connsiteX211" fmla="*/ 21881 w 453988"/>
              <a:gd name="connsiteY211" fmla="*/ 39785 h 317293"/>
              <a:gd name="connsiteX212" fmla="*/ 25877 w 453988"/>
              <a:gd name="connsiteY212" fmla="*/ 34647 h 317293"/>
              <a:gd name="connsiteX213" fmla="*/ 25496 w 453988"/>
              <a:gd name="connsiteY213" fmla="*/ 31032 h 317293"/>
              <a:gd name="connsiteX214" fmla="*/ 21881 w 453988"/>
              <a:gd name="connsiteY214" fmla="*/ 28559 h 317293"/>
              <a:gd name="connsiteX215" fmla="*/ 279890 w 453988"/>
              <a:gd name="connsiteY215" fmla="*/ 107712 h 317293"/>
              <a:gd name="connsiteX216" fmla="*/ 268854 w 453988"/>
              <a:gd name="connsiteY216" fmla="*/ 117796 h 317293"/>
              <a:gd name="connsiteX217" fmla="*/ 255535 w 453988"/>
              <a:gd name="connsiteY217" fmla="*/ 123314 h 317293"/>
              <a:gd name="connsiteX218" fmla="*/ 233654 w 453988"/>
              <a:gd name="connsiteY218" fmla="*/ 123314 h 317293"/>
              <a:gd name="connsiteX219" fmla="*/ 223189 w 453988"/>
              <a:gd name="connsiteY219" fmla="*/ 119318 h 317293"/>
              <a:gd name="connsiteX220" fmla="*/ 215958 w 453988"/>
              <a:gd name="connsiteY220" fmla="*/ 113800 h 317293"/>
              <a:gd name="connsiteX221" fmla="*/ 208157 w 453988"/>
              <a:gd name="connsiteY221" fmla="*/ 106570 h 317293"/>
              <a:gd name="connsiteX222" fmla="*/ 207396 w 453988"/>
              <a:gd name="connsiteY222" fmla="*/ 93061 h 317293"/>
              <a:gd name="connsiteX223" fmla="*/ 210060 w 453988"/>
              <a:gd name="connsiteY223" fmla="*/ 85831 h 317293"/>
              <a:gd name="connsiteX224" fmla="*/ 226614 w 453988"/>
              <a:gd name="connsiteY224" fmla="*/ 75746 h 317293"/>
              <a:gd name="connsiteX225" fmla="*/ 256867 w 453988"/>
              <a:gd name="connsiteY225" fmla="*/ 75746 h 317293"/>
              <a:gd name="connsiteX226" fmla="*/ 265429 w 453988"/>
              <a:gd name="connsiteY226" fmla="*/ 77839 h 317293"/>
              <a:gd name="connsiteX227" fmla="*/ 277036 w 453988"/>
              <a:gd name="connsiteY227" fmla="*/ 85450 h 317293"/>
              <a:gd name="connsiteX228" fmla="*/ 279699 w 453988"/>
              <a:gd name="connsiteY228" fmla="*/ 107712 h 317293"/>
              <a:gd name="connsiteX229" fmla="*/ 262575 w 453988"/>
              <a:gd name="connsiteY229" fmla="*/ 97818 h 317293"/>
              <a:gd name="connsiteX230" fmla="*/ 257247 w 453988"/>
              <a:gd name="connsiteY230" fmla="*/ 94964 h 317293"/>
              <a:gd name="connsiteX231" fmla="*/ 226614 w 453988"/>
              <a:gd name="connsiteY231" fmla="*/ 94964 h 317293"/>
              <a:gd name="connsiteX232" fmla="*/ 225472 w 453988"/>
              <a:gd name="connsiteY232" fmla="*/ 97437 h 317293"/>
              <a:gd name="connsiteX233" fmla="*/ 234605 w 453988"/>
              <a:gd name="connsiteY233" fmla="*/ 104667 h 317293"/>
              <a:gd name="connsiteX234" fmla="*/ 255725 w 453988"/>
              <a:gd name="connsiteY234" fmla="*/ 104667 h 317293"/>
              <a:gd name="connsiteX235" fmla="*/ 262385 w 453988"/>
              <a:gd name="connsiteY235" fmla="*/ 98008 h 31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453988" h="317293">
                <a:moveTo>
                  <a:pt x="282744" y="145956"/>
                </a:moveTo>
                <a:lnTo>
                  <a:pt x="282744" y="160037"/>
                </a:lnTo>
                <a:cubicBezTo>
                  <a:pt x="282744" y="160037"/>
                  <a:pt x="282363" y="161749"/>
                  <a:pt x="281792" y="162510"/>
                </a:cubicBezTo>
                <a:lnTo>
                  <a:pt x="274752" y="170121"/>
                </a:lnTo>
                <a:cubicBezTo>
                  <a:pt x="274752" y="170121"/>
                  <a:pt x="272659" y="171453"/>
                  <a:pt x="271518" y="171263"/>
                </a:cubicBezTo>
                <a:lnTo>
                  <a:pt x="267903" y="170501"/>
                </a:lnTo>
                <a:lnTo>
                  <a:pt x="266190" y="170121"/>
                </a:lnTo>
                <a:lnTo>
                  <a:pt x="266190" y="170121"/>
                </a:lnTo>
                <a:cubicBezTo>
                  <a:pt x="266190" y="170121"/>
                  <a:pt x="262385" y="169360"/>
                  <a:pt x="262385" y="169360"/>
                </a:cubicBezTo>
                <a:cubicBezTo>
                  <a:pt x="260482" y="168789"/>
                  <a:pt x="259150" y="167077"/>
                  <a:pt x="259531" y="165174"/>
                </a:cubicBezTo>
                <a:lnTo>
                  <a:pt x="260101" y="161939"/>
                </a:lnTo>
                <a:lnTo>
                  <a:pt x="259721" y="161939"/>
                </a:lnTo>
                <a:cubicBezTo>
                  <a:pt x="259721" y="161939"/>
                  <a:pt x="259721" y="161939"/>
                  <a:pt x="259721" y="161939"/>
                </a:cubicBezTo>
                <a:lnTo>
                  <a:pt x="259340" y="161939"/>
                </a:lnTo>
                <a:cubicBezTo>
                  <a:pt x="259340" y="161939"/>
                  <a:pt x="259340" y="161939"/>
                  <a:pt x="259340" y="161939"/>
                </a:cubicBezTo>
                <a:lnTo>
                  <a:pt x="258199" y="161939"/>
                </a:lnTo>
                <a:cubicBezTo>
                  <a:pt x="258199" y="161939"/>
                  <a:pt x="258199" y="161749"/>
                  <a:pt x="258199" y="161749"/>
                </a:cubicBezTo>
                <a:lnTo>
                  <a:pt x="258199" y="161749"/>
                </a:lnTo>
                <a:cubicBezTo>
                  <a:pt x="258199" y="161749"/>
                  <a:pt x="257438" y="161749"/>
                  <a:pt x="257438" y="161749"/>
                </a:cubicBezTo>
                <a:cubicBezTo>
                  <a:pt x="256486" y="161749"/>
                  <a:pt x="255915" y="161559"/>
                  <a:pt x="255345" y="160988"/>
                </a:cubicBezTo>
                <a:cubicBezTo>
                  <a:pt x="254774" y="160417"/>
                  <a:pt x="254393" y="159466"/>
                  <a:pt x="254584" y="158324"/>
                </a:cubicBezTo>
                <a:lnTo>
                  <a:pt x="254584" y="157753"/>
                </a:lnTo>
                <a:cubicBezTo>
                  <a:pt x="254584" y="157753"/>
                  <a:pt x="254964" y="147098"/>
                  <a:pt x="254964" y="147098"/>
                </a:cubicBezTo>
                <a:cubicBezTo>
                  <a:pt x="254964" y="145195"/>
                  <a:pt x="256486" y="143673"/>
                  <a:pt x="258579" y="143483"/>
                </a:cubicBezTo>
                <a:lnTo>
                  <a:pt x="272469" y="143483"/>
                </a:lnTo>
                <a:cubicBezTo>
                  <a:pt x="272469" y="143483"/>
                  <a:pt x="279319" y="143483"/>
                  <a:pt x="279319" y="143483"/>
                </a:cubicBezTo>
                <a:lnTo>
                  <a:pt x="279319" y="143483"/>
                </a:lnTo>
                <a:cubicBezTo>
                  <a:pt x="280460" y="143483"/>
                  <a:pt x="281412" y="143863"/>
                  <a:pt x="282173" y="144434"/>
                </a:cubicBezTo>
                <a:cubicBezTo>
                  <a:pt x="282553" y="145005"/>
                  <a:pt x="282744" y="145766"/>
                  <a:pt x="282934" y="146527"/>
                </a:cubicBezTo>
                <a:close/>
                <a:moveTo>
                  <a:pt x="280080" y="176971"/>
                </a:moveTo>
                <a:cubicBezTo>
                  <a:pt x="280080" y="176971"/>
                  <a:pt x="280270" y="177542"/>
                  <a:pt x="280460" y="177542"/>
                </a:cubicBezTo>
                <a:cubicBezTo>
                  <a:pt x="281031" y="178112"/>
                  <a:pt x="287881" y="185343"/>
                  <a:pt x="287881" y="185343"/>
                </a:cubicBezTo>
                <a:cubicBezTo>
                  <a:pt x="288832" y="185723"/>
                  <a:pt x="289593" y="185913"/>
                  <a:pt x="290735" y="185723"/>
                </a:cubicBezTo>
                <a:lnTo>
                  <a:pt x="300249" y="182679"/>
                </a:lnTo>
                <a:cubicBezTo>
                  <a:pt x="300249" y="182679"/>
                  <a:pt x="300629" y="182298"/>
                  <a:pt x="300629" y="181918"/>
                </a:cubicBezTo>
                <a:lnTo>
                  <a:pt x="300629" y="179825"/>
                </a:lnTo>
                <a:cubicBezTo>
                  <a:pt x="300629" y="179825"/>
                  <a:pt x="300058" y="177542"/>
                  <a:pt x="300249" y="177542"/>
                </a:cubicBezTo>
                <a:cubicBezTo>
                  <a:pt x="301771" y="176590"/>
                  <a:pt x="303293" y="175068"/>
                  <a:pt x="302722" y="172785"/>
                </a:cubicBezTo>
                <a:cubicBezTo>
                  <a:pt x="302342" y="171072"/>
                  <a:pt x="301010" y="169550"/>
                  <a:pt x="298536" y="169360"/>
                </a:cubicBezTo>
                <a:cubicBezTo>
                  <a:pt x="295111" y="168979"/>
                  <a:pt x="293209" y="168599"/>
                  <a:pt x="292638" y="168599"/>
                </a:cubicBezTo>
                <a:cubicBezTo>
                  <a:pt x="292638" y="168599"/>
                  <a:pt x="292257" y="168599"/>
                  <a:pt x="292257" y="168599"/>
                </a:cubicBezTo>
                <a:cubicBezTo>
                  <a:pt x="288452" y="174117"/>
                  <a:pt x="286739" y="174878"/>
                  <a:pt x="284837" y="175258"/>
                </a:cubicBezTo>
                <a:cubicBezTo>
                  <a:pt x="284076" y="175258"/>
                  <a:pt x="283124" y="175639"/>
                  <a:pt x="280460" y="176400"/>
                </a:cubicBezTo>
                <a:cubicBezTo>
                  <a:pt x="280460" y="176400"/>
                  <a:pt x="280080" y="176400"/>
                  <a:pt x="279890" y="176780"/>
                </a:cubicBezTo>
                <a:close/>
                <a:moveTo>
                  <a:pt x="363038" y="146147"/>
                </a:moveTo>
                <a:cubicBezTo>
                  <a:pt x="363038" y="150142"/>
                  <a:pt x="361516" y="154328"/>
                  <a:pt x="358852" y="157563"/>
                </a:cubicBezTo>
                <a:lnTo>
                  <a:pt x="354096" y="162891"/>
                </a:lnTo>
                <a:cubicBezTo>
                  <a:pt x="350480" y="166506"/>
                  <a:pt x="346104" y="168218"/>
                  <a:pt x="341157" y="168408"/>
                </a:cubicBezTo>
                <a:lnTo>
                  <a:pt x="338684" y="168408"/>
                </a:lnTo>
                <a:cubicBezTo>
                  <a:pt x="338684" y="168408"/>
                  <a:pt x="336400" y="170121"/>
                  <a:pt x="336400" y="170121"/>
                </a:cubicBezTo>
                <a:cubicBezTo>
                  <a:pt x="331453" y="172785"/>
                  <a:pt x="329170" y="174307"/>
                  <a:pt x="325174" y="174307"/>
                </a:cubicBezTo>
                <a:cubicBezTo>
                  <a:pt x="320417" y="174307"/>
                  <a:pt x="315851" y="172404"/>
                  <a:pt x="312426" y="169170"/>
                </a:cubicBezTo>
                <a:cubicBezTo>
                  <a:pt x="309762" y="166506"/>
                  <a:pt x="308050" y="162891"/>
                  <a:pt x="307098" y="159085"/>
                </a:cubicBezTo>
                <a:cubicBezTo>
                  <a:pt x="307098" y="159085"/>
                  <a:pt x="300629" y="156802"/>
                  <a:pt x="297585" y="154138"/>
                </a:cubicBezTo>
                <a:lnTo>
                  <a:pt x="287501" y="144244"/>
                </a:lnTo>
                <a:cubicBezTo>
                  <a:pt x="283695" y="140439"/>
                  <a:pt x="281602" y="135682"/>
                  <a:pt x="281602" y="130544"/>
                </a:cubicBezTo>
                <a:cubicBezTo>
                  <a:pt x="281602" y="125407"/>
                  <a:pt x="283505" y="120650"/>
                  <a:pt x="287120" y="117035"/>
                </a:cubicBezTo>
                <a:cubicBezTo>
                  <a:pt x="289213" y="114942"/>
                  <a:pt x="291116" y="112659"/>
                  <a:pt x="293399" y="110566"/>
                </a:cubicBezTo>
                <a:cubicBezTo>
                  <a:pt x="296824" y="107712"/>
                  <a:pt x="301390" y="105809"/>
                  <a:pt x="305767" y="105809"/>
                </a:cubicBezTo>
                <a:cubicBezTo>
                  <a:pt x="311284" y="105809"/>
                  <a:pt x="316612" y="108853"/>
                  <a:pt x="321559" y="114181"/>
                </a:cubicBezTo>
                <a:cubicBezTo>
                  <a:pt x="326126" y="112849"/>
                  <a:pt x="330882" y="113039"/>
                  <a:pt x="335449" y="115323"/>
                </a:cubicBezTo>
                <a:lnTo>
                  <a:pt x="347056" y="121221"/>
                </a:lnTo>
                <a:cubicBezTo>
                  <a:pt x="348768" y="121982"/>
                  <a:pt x="350480" y="123314"/>
                  <a:pt x="351812" y="124646"/>
                </a:cubicBezTo>
                <a:cubicBezTo>
                  <a:pt x="351812" y="124646"/>
                  <a:pt x="357901" y="130544"/>
                  <a:pt x="358091" y="130925"/>
                </a:cubicBezTo>
                <a:cubicBezTo>
                  <a:pt x="359804" y="132828"/>
                  <a:pt x="361136" y="135111"/>
                  <a:pt x="361897" y="137584"/>
                </a:cubicBezTo>
                <a:cubicBezTo>
                  <a:pt x="362277" y="138726"/>
                  <a:pt x="362848" y="144244"/>
                  <a:pt x="362848" y="145956"/>
                </a:cubicBezTo>
                <a:close/>
                <a:moveTo>
                  <a:pt x="344392" y="143102"/>
                </a:moveTo>
                <a:lnTo>
                  <a:pt x="338684" y="138346"/>
                </a:lnTo>
                <a:lnTo>
                  <a:pt x="327267" y="132447"/>
                </a:lnTo>
                <a:cubicBezTo>
                  <a:pt x="325365" y="133018"/>
                  <a:pt x="323462" y="133589"/>
                  <a:pt x="321559" y="133589"/>
                </a:cubicBezTo>
                <a:cubicBezTo>
                  <a:pt x="319086" y="133589"/>
                  <a:pt x="316612" y="133208"/>
                  <a:pt x="314329" y="132067"/>
                </a:cubicBezTo>
                <a:cubicBezTo>
                  <a:pt x="311284" y="130735"/>
                  <a:pt x="308621" y="128832"/>
                  <a:pt x="306718" y="126358"/>
                </a:cubicBezTo>
                <a:lnTo>
                  <a:pt x="302151" y="131686"/>
                </a:lnTo>
                <a:lnTo>
                  <a:pt x="311094" y="140819"/>
                </a:lnTo>
                <a:cubicBezTo>
                  <a:pt x="318325" y="142722"/>
                  <a:pt x="323652" y="148430"/>
                  <a:pt x="324984" y="156041"/>
                </a:cubicBezTo>
                <a:cubicBezTo>
                  <a:pt x="324984" y="156041"/>
                  <a:pt x="326506" y="154519"/>
                  <a:pt x="328599" y="153187"/>
                </a:cubicBezTo>
                <a:cubicBezTo>
                  <a:pt x="329931" y="152426"/>
                  <a:pt x="330882" y="151855"/>
                  <a:pt x="332214" y="151284"/>
                </a:cubicBezTo>
                <a:cubicBezTo>
                  <a:pt x="334117" y="150523"/>
                  <a:pt x="335830" y="149952"/>
                  <a:pt x="338493" y="149572"/>
                </a:cubicBezTo>
                <a:lnTo>
                  <a:pt x="340396" y="149572"/>
                </a:lnTo>
                <a:cubicBezTo>
                  <a:pt x="340396" y="149572"/>
                  <a:pt x="344392" y="145386"/>
                  <a:pt x="344392" y="145386"/>
                </a:cubicBezTo>
                <a:cubicBezTo>
                  <a:pt x="344392" y="145386"/>
                  <a:pt x="344392" y="142912"/>
                  <a:pt x="344392" y="142912"/>
                </a:cubicBezTo>
                <a:close/>
                <a:moveTo>
                  <a:pt x="453988" y="247181"/>
                </a:moveTo>
                <a:lnTo>
                  <a:pt x="453988" y="254982"/>
                </a:lnTo>
                <a:cubicBezTo>
                  <a:pt x="453988" y="261261"/>
                  <a:pt x="450754" y="267159"/>
                  <a:pt x="445616" y="270584"/>
                </a:cubicBezTo>
                <a:lnTo>
                  <a:pt x="423545" y="285616"/>
                </a:lnTo>
                <a:cubicBezTo>
                  <a:pt x="420500" y="287709"/>
                  <a:pt x="416695" y="288850"/>
                  <a:pt x="412890" y="288850"/>
                </a:cubicBezTo>
                <a:lnTo>
                  <a:pt x="402044" y="288850"/>
                </a:lnTo>
                <a:lnTo>
                  <a:pt x="388535" y="309019"/>
                </a:lnTo>
                <a:cubicBezTo>
                  <a:pt x="386632" y="311873"/>
                  <a:pt x="383778" y="313966"/>
                  <a:pt x="380543" y="315488"/>
                </a:cubicBezTo>
                <a:cubicBezTo>
                  <a:pt x="375787" y="317581"/>
                  <a:pt x="370078" y="317962"/>
                  <a:pt x="365131" y="316059"/>
                </a:cubicBezTo>
                <a:cubicBezTo>
                  <a:pt x="362848" y="315108"/>
                  <a:pt x="360565" y="313776"/>
                  <a:pt x="358852" y="311873"/>
                </a:cubicBezTo>
                <a:cubicBezTo>
                  <a:pt x="358852" y="311873"/>
                  <a:pt x="345343" y="298174"/>
                  <a:pt x="345343" y="298174"/>
                </a:cubicBezTo>
                <a:cubicBezTo>
                  <a:pt x="341918" y="294559"/>
                  <a:pt x="339825" y="289802"/>
                  <a:pt x="339825" y="284855"/>
                </a:cubicBezTo>
                <a:lnTo>
                  <a:pt x="339825" y="261642"/>
                </a:lnTo>
                <a:lnTo>
                  <a:pt x="331834" y="238238"/>
                </a:lnTo>
                <a:cubicBezTo>
                  <a:pt x="330121" y="233291"/>
                  <a:pt x="330502" y="227964"/>
                  <a:pt x="332975" y="223397"/>
                </a:cubicBezTo>
                <a:lnTo>
                  <a:pt x="339825" y="208746"/>
                </a:lnTo>
                <a:lnTo>
                  <a:pt x="339825" y="197710"/>
                </a:lnTo>
                <a:cubicBezTo>
                  <a:pt x="339825" y="194666"/>
                  <a:pt x="340777" y="191622"/>
                  <a:pt x="342299" y="188958"/>
                </a:cubicBezTo>
                <a:cubicBezTo>
                  <a:pt x="343821" y="186294"/>
                  <a:pt x="346294" y="184011"/>
                  <a:pt x="348387" y="181918"/>
                </a:cubicBezTo>
                <a:cubicBezTo>
                  <a:pt x="351622" y="179634"/>
                  <a:pt x="355047" y="178493"/>
                  <a:pt x="358662" y="178493"/>
                </a:cubicBezTo>
                <a:cubicBezTo>
                  <a:pt x="363229" y="177922"/>
                  <a:pt x="368556" y="180396"/>
                  <a:pt x="372171" y="184011"/>
                </a:cubicBezTo>
                <a:cubicBezTo>
                  <a:pt x="372171" y="184011"/>
                  <a:pt x="381495" y="192763"/>
                  <a:pt x="383588" y="194856"/>
                </a:cubicBezTo>
                <a:lnTo>
                  <a:pt x="414221" y="202848"/>
                </a:lnTo>
                <a:cubicBezTo>
                  <a:pt x="419359" y="204180"/>
                  <a:pt x="423735" y="207604"/>
                  <a:pt x="426209" y="212361"/>
                </a:cubicBezTo>
                <a:lnTo>
                  <a:pt x="432678" y="224539"/>
                </a:lnTo>
                <a:lnTo>
                  <a:pt x="443714" y="230437"/>
                </a:lnTo>
                <a:cubicBezTo>
                  <a:pt x="449802" y="233481"/>
                  <a:pt x="453798" y="239951"/>
                  <a:pt x="453798" y="247371"/>
                </a:cubicBezTo>
                <a:close/>
                <a:moveTo>
                  <a:pt x="434961" y="247181"/>
                </a:moveTo>
                <a:lnTo>
                  <a:pt x="423925" y="241473"/>
                </a:lnTo>
                <a:cubicBezTo>
                  <a:pt x="420500" y="239760"/>
                  <a:pt x="417646" y="236906"/>
                  <a:pt x="415934" y="233481"/>
                </a:cubicBezTo>
                <a:lnTo>
                  <a:pt x="409465" y="221304"/>
                </a:lnTo>
                <a:lnTo>
                  <a:pt x="378641" y="213313"/>
                </a:lnTo>
                <a:cubicBezTo>
                  <a:pt x="375216" y="212361"/>
                  <a:pt x="372362" y="210649"/>
                  <a:pt x="369888" y="208175"/>
                </a:cubicBezTo>
                <a:cubicBezTo>
                  <a:pt x="368366" y="206463"/>
                  <a:pt x="358662" y="198091"/>
                  <a:pt x="358662" y="198091"/>
                </a:cubicBezTo>
                <a:lnTo>
                  <a:pt x="358662" y="210078"/>
                </a:lnTo>
                <a:cubicBezTo>
                  <a:pt x="358662" y="213313"/>
                  <a:pt x="358091" y="216357"/>
                  <a:pt x="356569" y="219211"/>
                </a:cubicBezTo>
                <a:lnTo>
                  <a:pt x="349719" y="232340"/>
                </a:lnTo>
                <a:lnTo>
                  <a:pt x="357711" y="255553"/>
                </a:lnTo>
                <a:cubicBezTo>
                  <a:pt x="358472" y="257646"/>
                  <a:pt x="358662" y="259549"/>
                  <a:pt x="358662" y="261642"/>
                </a:cubicBezTo>
                <a:lnTo>
                  <a:pt x="358662" y="284855"/>
                </a:lnTo>
                <a:lnTo>
                  <a:pt x="371981" y="298364"/>
                </a:lnTo>
                <a:lnTo>
                  <a:pt x="373503" y="298364"/>
                </a:lnTo>
                <a:cubicBezTo>
                  <a:pt x="373503" y="298364"/>
                  <a:pt x="385871" y="278386"/>
                  <a:pt x="385871" y="278386"/>
                </a:cubicBezTo>
                <a:cubicBezTo>
                  <a:pt x="389486" y="273058"/>
                  <a:pt x="395385" y="269823"/>
                  <a:pt x="401664" y="269823"/>
                </a:cubicBezTo>
                <a:lnTo>
                  <a:pt x="412699" y="269823"/>
                </a:lnTo>
                <a:lnTo>
                  <a:pt x="434580" y="254792"/>
                </a:lnTo>
                <a:lnTo>
                  <a:pt x="434580" y="246991"/>
                </a:lnTo>
                <a:close/>
                <a:moveTo>
                  <a:pt x="200356" y="78410"/>
                </a:moveTo>
                <a:cubicBezTo>
                  <a:pt x="199024" y="83167"/>
                  <a:pt x="195980" y="86972"/>
                  <a:pt x="191604" y="89065"/>
                </a:cubicBezTo>
                <a:lnTo>
                  <a:pt x="184183" y="92871"/>
                </a:lnTo>
                <a:cubicBezTo>
                  <a:pt x="181519" y="94203"/>
                  <a:pt x="178665" y="94773"/>
                  <a:pt x="175811" y="94773"/>
                </a:cubicBezTo>
                <a:lnTo>
                  <a:pt x="159067" y="94773"/>
                </a:lnTo>
                <a:cubicBezTo>
                  <a:pt x="153930" y="94773"/>
                  <a:pt x="149173" y="92680"/>
                  <a:pt x="145558" y="89065"/>
                </a:cubicBezTo>
                <a:cubicBezTo>
                  <a:pt x="142704" y="86211"/>
                  <a:pt x="141372" y="82596"/>
                  <a:pt x="140611" y="78790"/>
                </a:cubicBezTo>
                <a:lnTo>
                  <a:pt x="139850" y="75366"/>
                </a:lnTo>
                <a:cubicBezTo>
                  <a:pt x="134903" y="72512"/>
                  <a:pt x="131478" y="67374"/>
                  <a:pt x="130717" y="61286"/>
                </a:cubicBezTo>
                <a:lnTo>
                  <a:pt x="128053" y="57670"/>
                </a:lnTo>
                <a:cubicBezTo>
                  <a:pt x="125008" y="53104"/>
                  <a:pt x="124818" y="48728"/>
                  <a:pt x="125199" y="46444"/>
                </a:cubicBezTo>
                <a:cubicBezTo>
                  <a:pt x="125960" y="41497"/>
                  <a:pt x="129385" y="37121"/>
                  <a:pt x="134712" y="34077"/>
                </a:cubicBezTo>
                <a:lnTo>
                  <a:pt x="143845" y="29320"/>
                </a:lnTo>
                <a:cubicBezTo>
                  <a:pt x="143845" y="29320"/>
                  <a:pt x="151837" y="20187"/>
                  <a:pt x="157545" y="19045"/>
                </a:cubicBezTo>
                <a:cubicBezTo>
                  <a:pt x="160209" y="18474"/>
                  <a:pt x="162682" y="18094"/>
                  <a:pt x="165346" y="18474"/>
                </a:cubicBezTo>
                <a:cubicBezTo>
                  <a:pt x="169722" y="19045"/>
                  <a:pt x="174479" y="20377"/>
                  <a:pt x="177714" y="23612"/>
                </a:cubicBezTo>
                <a:cubicBezTo>
                  <a:pt x="177714" y="23612"/>
                  <a:pt x="182090" y="28178"/>
                  <a:pt x="182090" y="28178"/>
                </a:cubicBezTo>
                <a:cubicBezTo>
                  <a:pt x="185515" y="31793"/>
                  <a:pt x="187418" y="36360"/>
                  <a:pt x="187418" y="41117"/>
                </a:cubicBezTo>
                <a:lnTo>
                  <a:pt x="187418" y="46635"/>
                </a:lnTo>
                <a:cubicBezTo>
                  <a:pt x="192365" y="49679"/>
                  <a:pt x="195790" y="54626"/>
                  <a:pt x="196551" y="60715"/>
                </a:cubicBezTo>
                <a:cubicBezTo>
                  <a:pt x="197312" y="61476"/>
                  <a:pt x="197692" y="62047"/>
                  <a:pt x="198073" y="62617"/>
                </a:cubicBezTo>
                <a:cubicBezTo>
                  <a:pt x="200546" y="67184"/>
                  <a:pt x="201688" y="72702"/>
                  <a:pt x="200356" y="77649"/>
                </a:cubicBezTo>
                <a:close/>
                <a:moveTo>
                  <a:pt x="176953" y="75746"/>
                </a:moveTo>
                <a:lnTo>
                  <a:pt x="182090" y="72512"/>
                </a:lnTo>
                <a:cubicBezTo>
                  <a:pt x="180187" y="69848"/>
                  <a:pt x="178855" y="66994"/>
                  <a:pt x="178475" y="63569"/>
                </a:cubicBezTo>
                <a:cubicBezTo>
                  <a:pt x="172576" y="60334"/>
                  <a:pt x="168390" y="54245"/>
                  <a:pt x="168390" y="47205"/>
                </a:cubicBezTo>
                <a:lnTo>
                  <a:pt x="168390" y="41497"/>
                </a:lnTo>
                <a:cubicBezTo>
                  <a:pt x="168390" y="41497"/>
                  <a:pt x="164585" y="37692"/>
                  <a:pt x="164585" y="37692"/>
                </a:cubicBezTo>
                <a:lnTo>
                  <a:pt x="162492" y="37692"/>
                </a:lnTo>
                <a:cubicBezTo>
                  <a:pt x="162492" y="37692"/>
                  <a:pt x="157164" y="43400"/>
                  <a:pt x="157164" y="43400"/>
                </a:cubicBezTo>
                <a:cubicBezTo>
                  <a:pt x="155833" y="44732"/>
                  <a:pt x="154120" y="45873"/>
                  <a:pt x="152408" y="46825"/>
                </a:cubicBezTo>
                <a:lnTo>
                  <a:pt x="146129" y="50059"/>
                </a:lnTo>
                <a:cubicBezTo>
                  <a:pt x="148983" y="54816"/>
                  <a:pt x="149173" y="59193"/>
                  <a:pt x="149173" y="59193"/>
                </a:cubicBezTo>
                <a:cubicBezTo>
                  <a:pt x="149173" y="59193"/>
                  <a:pt x="152598" y="60524"/>
                  <a:pt x="154881" y="63378"/>
                </a:cubicBezTo>
                <a:cubicBezTo>
                  <a:pt x="157355" y="66613"/>
                  <a:pt x="158496" y="69467"/>
                  <a:pt x="158877" y="74034"/>
                </a:cubicBezTo>
                <a:lnTo>
                  <a:pt x="158877" y="75746"/>
                </a:lnTo>
                <a:cubicBezTo>
                  <a:pt x="158877" y="75746"/>
                  <a:pt x="176953" y="75746"/>
                  <a:pt x="176953" y="75746"/>
                </a:cubicBezTo>
                <a:close/>
                <a:moveTo>
                  <a:pt x="96848" y="27798"/>
                </a:moveTo>
                <a:cubicBezTo>
                  <a:pt x="97800" y="31223"/>
                  <a:pt x="98180" y="34647"/>
                  <a:pt x="97229" y="38072"/>
                </a:cubicBezTo>
                <a:cubicBezTo>
                  <a:pt x="95707" y="43210"/>
                  <a:pt x="92282" y="47396"/>
                  <a:pt x="87525" y="49869"/>
                </a:cubicBezTo>
                <a:lnTo>
                  <a:pt x="79724" y="53675"/>
                </a:lnTo>
                <a:cubicBezTo>
                  <a:pt x="77060" y="55007"/>
                  <a:pt x="74016" y="55768"/>
                  <a:pt x="70971" y="55768"/>
                </a:cubicBezTo>
                <a:lnTo>
                  <a:pt x="66215" y="55768"/>
                </a:lnTo>
                <a:cubicBezTo>
                  <a:pt x="61838" y="55387"/>
                  <a:pt x="57462" y="53484"/>
                  <a:pt x="54227" y="50250"/>
                </a:cubicBezTo>
                <a:lnTo>
                  <a:pt x="50232" y="46064"/>
                </a:lnTo>
                <a:cubicBezTo>
                  <a:pt x="44714" y="44732"/>
                  <a:pt x="39386" y="40546"/>
                  <a:pt x="38815" y="39785"/>
                </a:cubicBezTo>
                <a:cubicBezTo>
                  <a:pt x="36342" y="37121"/>
                  <a:pt x="35010" y="32745"/>
                  <a:pt x="35200" y="29130"/>
                </a:cubicBezTo>
                <a:cubicBezTo>
                  <a:pt x="35200" y="27037"/>
                  <a:pt x="35961" y="25324"/>
                  <a:pt x="37103" y="23041"/>
                </a:cubicBezTo>
                <a:cubicBezTo>
                  <a:pt x="38054" y="20948"/>
                  <a:pt x="39196" y="19426"/>
                  <a:pt x="40718" y="17904"/>
                </a:cubicBezTo>
                <a:lnTo>
                  <a:pt x="49661" y="8961"/>
                </a:lnTo>
                <a:cubicBezTo>
                  <a:pt x="53276" y="5346"/>
                  <a:pt x="58604" y="3443"/>
                  <a:pt x="64122" y="3823"/>
                </a:cubicBezTo>
                <a:cubicBezTo>
                  <a:pt x="65834" y="3823"/>
                  <a:pt x="67356" y="4775"/>
                  <a:pt x="69069" y="5346"/>
                </a:cubicBezTo>
                <a:cubicBezTo>
                  <a:pt x="72684" y="1921"/>
                  <a:pt x="77060" y="18"/>
                  <a:pt x="81246" y="18"/>
                </a:cubicBezTo>
                <a:cubicBezTo>
                  <a:pt x="84481" y="-172"/>
                  <a:pt x="87715" y="1160"/>
                  <a:pt x="90189" y="3253"/>
                </a:cubicBezTo>
                <a:cubicBezTo>
                  <a:pt x="92662" y="5155"/>
                  <a:pt x="94565" y="7439"/>
                  <a:pt x="96468" y="9912"/>
                </a:cubicBezTo>
                <a:cubicBezTo>
                  <a:pt x="100273" y="15049"/>
                  <a:pt x="99702" y="22280"/>
                  <a:pt x="96658" y="27988"/>
                </a:cubicBezTo>
                <a:close/>
                <a:moveTo>
                  <a:pt x="78582" y="23231"/>
                </a:moveTo>
                <a:cubicBezTo>
                  <a:pt x="76679" y="23802"/>
                  <a:pt x="74777" y="24373"/>
                  <a:pt x="72874" y="24373"/>
                </a:cubicBezTo>
                <a:cubicBezTo>
                  <a:pt x="69830" y="24373"/>
                  <a:pt x="66976" y="23421"/>
                  <a:pt x="64312" y="22090"/>
                </a:cubicBezTo>
                <a:lnTo>
                  <a:pt x="58223" y="27798"/>
                </a:lnTo>
                <a:cubicBezTo>
                  <a:pt x="60887" y="29130"/>
                  <a:pt x="62980" y="31223"/>
                  <a:pt x="64692" y="33506"/>
                </a:cubicBezTo>
                <a:lnTo>
                  <a:pt x="67737" y="36740"/>
                </a:lnTo>
                <a:lnTo>
                  <a:pt x="71162" y="36740"/>
                </a:lnTo>
                <a:cubicBezTo>
                  <a:pt x="71162" y="36740"/>
                  <a:pt x="77250" y="33696"/>
                  <a:pt x="77250" y="33696"/>
                </a:cubicBezTo>
                <a:cubicBezTo>
                  <a:pt x="76870" y="31413"/>
                  <a:pt x="76870" y="28939"/>
                  <a:pt x="77250" y="26466"/>
                </a:cubicBezTo>
                <a:cubicBezTo>
                  <a:pt x="77441" y="25324"/>
                  <a:pt x="78202" y="24563"/>
                  <a:pt x="78582" y="23421"/>
                </a:cubicBezTo>
                <a:close/>
                <a:moveTo>
                  <a:pt x="21501" y="28369"/>
                </a:moveTo>
                <a:lnTo>
                  <a:pt x="16934" y="28369"/>
                </a:lnTo>
                <a:cubicBezTo>
                  <a:pt x="15222" y="28369"/>
                  <a:pt x="13509" y="29510"/>
                  <a:pt x="12748" y="31032"/>
                </a:cubicBezTo>
                <a:cubicBezTo>
                  <a:pt x="12748" y="31032"/>
                  <a:pt x="11416" y="34838"/>
                  <a:pt x="11416" y="34838"/>
                </a:cubicBezTo>
                <a:lnTo>
                  <a:pt x="3615" y="40356"/>
                </a:lnTo>
                <a:cubicBezTo>
                  <a:pt x="3615" y="40356"/>
                  <a:pt x="2474" y="41307"/>
                  <a:pt x="2283" y="42068"/>
                </a:cubicBezTo>
                <a:cubicBezTo>
                  <a:pt x="1903" y="42829"/>
                  <a:pt x="1712" y="43590"/>
                  <a:pt x="1332" y="44351"/>
                </a:cubicBezTo>
                <a:cubicBezTo>
                  <a:pt x="1142" y="44922"/>
                  <a:pt x="761" y="45493"/>
                  <a:pt x="571" y="46254"/>
                </a:cubicBezTo>
                <a:cubicBezTo>
                  <a:pt x="190" y="47015"/>
                  <a:pt x="0" y="47586"/>
                  <a:pt x="0" y="48537"/>
                </a:cubicBezTo>
                <a:cubicBezTo>
                  <a:pt x="0" y="49298"/>
                  <a:pt x="190" y="50059"/>
                  <a:pt x="381" y="50821"/>
                </a:cubicBezTo>
                <a:cubicBezTo>
                  <a:pt x="571" y="51962"/>
                  <a:pt x="761" y="53104"/>
                  <a:pt x="951" y="54245"/>
                </a:cubicBezTo>
                <a:cubicBezTo>
                  <a:pt x="951" y="54816"/>
                  <a:pt x="1332" y="55387"/>
                  <a:pt x="1712" y="55768"/>
                </a:cubicBezTo>
                <a:lnTo>
                  <a:pt x="6660" y="58241"/>
                </a:lnTo>
                <a:cubicBezTo>
                  <a:pt x="8182" y="58812"/>
                  <a:pt x="9704" y="58241"/>
                  <a:pt x="11036" y="56909"/>
                </a:cubicBezTo>
                <a:lnTo>
                  <a:pt x="16363" y="50250"/>
                </a:lnTo>
                <a:cubicBezTo>
                  <a:pt x="16363" y="50250"/>
                  <a:pt x="18647" y="48537"/>
                  <a:pt x="19027" y="48157"/>
                </a:cubicBezTo>
                <a:cubicBezTo>
                  <a:pt x="20359" y="47396"/>
                  <a:pt x="21310" y="46444"/>
                  <a:pt x="21881" y="44922"/>
                </a:cubicBezTo>
                <a:cubicBezTo>
                  <a:pt x="22642" y="43019"/>
                  <a:pt x="22262" y="40926"/>
                  <a:pt x="21881" y="39785"/>
                </a:cubicBezTo>
                <a:lnTo>
                  <a:pt x="25877" y="34647"/>
                </a:lnTo>
                <a:cubicBezTo>
                  <a:pt x="26448" y="32935"/>
                  <a:pt x="26257" y="32174"/>
                  <a:pt x="25496" y="31032"/>
                </a:cubicBezTo>
                <a:cubicBezTo>
                  <a:pt x="25496" y="31032"/>
                  <a:pt x="22642" y="28939"/>
                  <a:pt x="21881" y="28559"/>
                </a:cubicBezTo>
                <a:close/>
                <a:moveTo>
                  <a:pt x="279890" y="107712"/>
                </a:moveTo>
                <a:lnTo>
                  <a:pt x="268854" y="117796"/>
                </a:lnTo>
                <a:cubicBezTo>
                  <a:pt x="265239" y="121411"/>
                  <a:pt x="260482" y="123314"/>
                  <a:pt x="255535" y="123314"/>
                </a:cubicBezTo>
                <a:cubicBezTo>
                  <a:pt x="255535" y="123314"/>
                  <a:pt x="233654" y="123314"/>
                  <a:pt x="233654" y="123314"/>
                </a:cubicBezTo>
                <a:cubicBezTo>
                  <a:pt x="229277" y="123314"/>
                  <a:pt x="226233" y="121792"/>
                  <a:pt x="223189" y="119318"/>
                </a:cubicBezTo>
                <a:lnTo>
                  <a:pt x="215958" y="113800"/>
                </a:lnTo>
                <a:cubicBezTo>
                  <a:pt x="210821" y="109805"/>
                  <a:pt x="209679" y="109044"/>
                  <a:pt x="208157" y="106570"/>
                </a:cubicBezTo>
                <a:cubicBezTo>
                  <a:pt x="204162" y="99911"/>
                  <a:pt x="207396" y="93061"/>
                  <a:pt x="207396" y="93061"/>
                </a:cubicBezTo>
                <a:lnTo>
                  <a:pt x="210060" y="85831"/>
                </a:lnTo>
                <a:cubicBezTo>
                  <a:pt x="213104" y="79742"/>
                  <a:pt x="219574" y="75746"/>
                  <a:pt x="226614" y="75746"/>
                </a:cubicBezTo>
                <a:lnTo>
                  <a:pt x="256867" y="75746"/>
                </a:lnTo>
                <a:cubicBezTo>
                  <a:pt x="259911" y="75746"/>
                  <a:pt x="262765" y="76507"/>
                  <a:pt x="265429" y="77839"/>
                </a:cubicBezTo>
                <a:lnTo>
                  <a:pt x="277036" y="85450"/>
                </a:lnTo>
                <a:cubicBezTo>
                  <a:pt x="284837" y="92300"/>
                  <a:pt x="283505" y="103906"/>
                  <a:pt x="279699" y="107712"/>
                </a:cubicBezTo>
                <a:close/>
                <a:moveTo>
                  <a:pt x="262575" y="97818"/>
                </a:moveTo>
                <a:lnTo>
                  <a:pt x="257247" y="94964"/>
                </a:lnTo>
                <a:lnTo>
                  <a:pt x="226614" y="94964"/>
                </a:lnTo>
                <a:cubicBezTo>
                  <a:pt x="226614" y="94964"/>
                  <a:pt x="225472" y="97437"/>
                  <a:pt x="225472" y="97437"/>
                </a:cubicBezTo>
                <a:cubicBezTo>
                  <a:pt x="227565" y="99530"/>
                  <a:pt x="234605" y="104667"/>
                  <a:pt x="234605" y="104667"/>
                </a:cubicBezTo>
                <a:lnTo>
                  <a:pt x="255725" y="104667"/>
                </a:lnTo>
                <a:cubicBezTo>
                  <a:pt x="255725" y="104667"/>
                  <a:pt x="262385" y="98008"/>
                  <a:pt x="262385" y="98008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Graphic 7" descr="Idaho icon.">
            <a:extLst>
              <a:ext uri="{FF2B5EF4-FFF2-40B4-BE49-F238E27FC236}">
                <a16:creationId xmlns:a16="http://schemas.microsoft.com/office/drawing/2014/main" id="{D9FFB7E1-371A-9A16-3F67-31951F267184}"/>
              </a:ext>
            </a:extLst>
          </p:cNvPr>
          <p:cNvSpPr/>
          <p:nvPr/>
        </p:nvSpPr>
        <p:spPr>
          <a:xfrm>
            <a:off x="8393508" y="2355809"/>
            <a:ext cx="294648" cy="456652"/>
          </a:xfrm>
          <a:custGeom>
            <a:avLst/>
            <a:gdLst>
              <a:gd name="connsiteX0" fmla="*/ 289308 w 294648"/>
              <a:gd name="connsiteY0" fmla="*/ 295111 h 456652"/>
              <a:gd name="connsiteX1" fmla="*/ 279033 w 294648"/>
              <a:gd name="connsiteY1" fmla="*/ 285408 h 456652"/>
              <a:gd name="connsiteX2" fmla="*/ 267807 w 294648"/>
              <a:gd name="connsiteY2" fmla="*/ 279699 h 456652"/>
              <a:gd name="connsiteX3" fmla="*/ 252205 w 294648"/>
              <a:gd name="connsiteY3" fmla="*/ 285217 h 456652"/>
              <a:gd name="connsiteX4" fmla="*/ 243262 w 294648"/>
              <a:gd name="connsiteY4" fmla="*/ 294160 h 456652"/>
              <a:gd name="connsiteX5" fmla="*/ 205018 w 294648"/>
              <a:gd name="connsiteY5" fmla="*/ 299868 h 456652"/>
              <a:gd name="connsiteX6" fmla="*/ 200641 w 294648"/>
              <a:gd name="connsiteY6" fmla="*/ 286930 h 456652"/>
              <a:gd name="connsiteX7" fmla="*/ 183327 w 294648"/>
              <a:gd name="connsiteY7" fmla="*/ 275704 h 456652"/>
              <a:gd name="connsiteX8" fmla="*/ 176858 w 294648"/>
              <a:gd name="connsiteY8" fmla="*/ 275704 h 456652"/>
              <a:gd name="connsiteX9" fmla="*/ 177619 w 294648"/>
              <a:gd name="connsiteY9" fmla="*/ 273611 h 456652"/>
              <a:gd name="connsiteX10" fmla="*/ 176667 w 294648"/>
              <a:gd name="connsiteY10" fmla="*/ 257247 h 456652"/>
              <a:gd name="connsiteX11" fmla="*/ 167154 w 294648"/>
              <a:gd name="connsiteY11" fmla="*/ 236508 h 456652"/>
              <a:gd name="connsiteX12" fmla="*/ 143370 w 294648"/>
              <a:gd name="connsiteY12" fmla="*/ 227184 h 456652"/>
              <a:gd name="connsiteX13" fmla="*/ 130622 w 294648"/>
              <a:gd name="connsiteY13" fmla="*/ 230800 h 456652"/>
              <a:gd name="connsiteX14" fmla="*/ 125484 w 294648"/>
              <a:gd name="connsiteY14" fmla="*/ 220144 h 456652"/>
              <a:gd name="connsiteX15" fmla="*/ 132334 w 294648"/>
              <a:gd name="connsiteY15" fmla="*/ 213104 h 456652"/>
              <a:gd name="connsiteX16" fmla="*/ 137662 w 294648"/>
              <a:gd name="connsiteY16" fmla="*/ 207777 h 456652"/>
              <a:gd name="connsiteX17" fmla="*/ 142418 w 294648"/>
              <a:gd name="connsiteY17" fmla="*/ 195790 h 456652"/>
              <a:gd name="connsiteX18" fmla="*/ 142418 w 294648"/>
              <a:gd name="connsiteY18" fmla="*/ 166678 h 456652"/>
              <a:gd name="connsiteX19" fmla="*/ 132714 w 294648"/>
              <a:gd name="connsiteY19" fmla="*/ 149934 h 456652"/>
              <a:gd name="connsiteX20" fmla="*/ 120157 w 294648"/>
              <a:gd name="connsiteY20" fmla="*/ 144416 h 456652"/>
              <a:gd name="connsiteX21" fmla="*/ 86288 w 294648"/>
              <a:gd name="connsiteY21" fmla="*/ 110738 h 456652"/>
              <a:gd name="connsiteX22" fmla="*/ 83624 w 294648"/>
              <a:gd name="connsiteY22" fmla="*/ 107884 h 456652"/>
              <a:gd name="connsiteX23" fmla="*/ 66500 w 294648"/>
              <a:gd name="connsiteY23" fmla="*/ 73255 h 456652"/>
              <a:gd name="connsiteX24" fmla="*/ 66500 w 294648"/>
              <a:gd name="connsiteY24" fmla="*/ 19027 h 456652"/>
              <a:gd name="connsiteX25" fmla="*/ 60982 w 294648"/>
              <a:gd name="connsiteY25" fmla="*/ 5518 h 456652"/>
              <a:gd name="connsiteX26" fmla="*/ 47473 w 294648"/>
              <a:gd name="connsiteY26" fmla="*/ 0 h 456652"/>
              <a:gd name="connsiteX27" fmla="*/ 28446 w 294648"/>
              <a:gd name="connsiteY27" fmla="*/ 0 h 456652"/>
              <a:gd name="connsiteX28" fmla="*/ 9418 w 294648"/>
              <a:gd name="connsiteY28" fmla="*/ 19027 h 456652"/>
              <a:gd name="connsiteX29" fmla="*/ 9418 w 294648"/>
              <a:gd name="connsiteY29" fmla="*/ 169532 h 456652"/>
              <a:gd name="connsiteX30" fmla="*/ 10370 w 294648"/>
              <a:gd name="connsiteY30" fmla="*/ 175621 h 456652"/>
              <a:gd name="connsiteX31" fmla="*/ 17600 w 294648"/>
              <a:gd name="connsiteY31" fmla="*/ 197312 h 456652"/>
              <a:gd name="connsiteX32" fmla="*/ 19313 w 294648"/>
              <a:gd name="connsiteY32" fmla="*/ 200546 h 456652"/>
              <a:gd name="connsiteX33" fmla="*/ 36056 w 294648"/>
              <a:gd name="connsiteY33" fmla="*/ 220525 h 456652"/>
              <a:gd name="connsiteX34" fmla="*/ 1998 w 294648"/>
              <a:gd name="connsiteY34" fmla="*/ 296063 h 456652"/>
              <a:gd name="connsiteX35" fmla="*/ 2569 w 294648"/>
              <a:gd name="connsiteY35" fmla="*/ 313377 h 456652"/>
              <a:gd name="connsiteX36" fmla="*/ 9418 w 294648"/>
              <a:gd name="connsiteY36" fmla="*/ 325745 h 456652"/>
              <a:gd name="connsiteX37" fmla="*/ 9418 w 294648"/>
              <a:gd name="connsiteY37" fmla="*/ 437435 h 456652"/>
              <a:gd name="connsiteX38" fmla="*/ 28255 w 294648"/>
              <a:gd name="connsiteY38" fmla="*/ 456652 h 456652"/>
              <a:gd name="connsiteX39" fmla="*/ 275609 w 294648"/>
              <a:gd name="connsiteY39" fmla="*/ 456652 h 456652"/>
              <a:gd name="connsiteX40" fmla="*/ 294636 w 294648"/>
              <a:gd name="connsiteY40" fmla="*/ 437815 h 456652"/>
              <a:gd name="connsiteX41" fmla="*/ 294636 w 294648"/>
              <a:gd name="connsiteY41" fmla="*/ 307860 h 456652"/>
              <a:gd name="connsiteX42" fmla="*/ 289308 w 294648"/>
              <a:gd name="connsiteY42" fmla="*/ 295111 h 456652"/>
              <a:gd name="connsiteX43" fmla="*/ 275799 w 294648"/>
              <a:gd name="connsiteY43" fmla="*/ 437815 h 456652"/>
              <a:gd name="connsiteX44" fmla="*/ 28255 w 294648"/>
              <a:gd name="connsiteY44" fmla="*/ 437815 h 456652"/>
              <a:gd name="connsiteX45" fmla="*/ 28255 w 294648"/>
              <a:gd name="connsiteY45" fmla="*/ 325745 h 456652"/>
              <a:gd name="connsiteX46" fmla="*/ 26162 w 294648"/>
              <a:gd name="connsiteY46" fmla="*/ 316993 h 456652"/>
              <a:gd name="connsiteX47" fmla="*/ 18932 w 294648"/>
              <a:gd name="connsiteY47" fmla="*/ 304244 h 456652"/>
              <a:gd name="connsiteX48" fmla="*/ 53371 w 294648"/>
              <a:gd name="connsiteY48" fmla="*/ 228326 h 456652"/>
              <a:gd name="connsiteX49" fmla="*/ 49756 w 294648"/>
              <a:gd name="connsiteY49" fmla="*/ 207396 h 456652"/>
              <a:gd name="connsiteX50" fmla="*/ 36818 w 294648"/>
              <a:gd name="connsiteY50" fmla="*/ 193887 h 456652"/>
              <a:gd name="connsiteX51" fmla="*/ 28446 w 294648"/>
              <a:gd name="connsiteY51" fmla="*/ 171054 h 456652"/>
              <a:gd name="connsiteX52" fmla="*/ 28446 w 294648"/>
              <a:gd name="connsiteY52" fmla="*/ 19027 h 456652"/>
              <a:gd name="connsiteX53" fmla="*/ 47473 w 294648"/>
              <a:gd name="connsiteY53" fmla="*/ 19027 h 456652"/>
              <a:gd name="connsiteX54" fmla="*/ 47473 w 294648"/>
              <a:gd name="connsiteY54" fmla="*/ 73445 h 456652"/>
              <a:gd name="connsiteX55" fmla="*/ 49185 w 294648"/>
              <a:gd name="connsiteY55" fmla="*/ 82007 h 456652"/>
              <a:gd name="connsiteX56" fmla="*/ 67071 w 294648"/>
              <a:gd name="connsiteY56" fmla="*/ 117968 h 456652"/>
              <a:gd name="connsiteX57" fmla="*/ 72589 w 294648"/>
              <a:gd name="connsiteY57" fmla="*/ 124247 h 456652"/>
              <a:gd name="connsiteX58" fmla="*/ 110643 w 294648"/>
              <a:gd name="connsiteY58" fmla="*/ 161350 h 456652"/>
              <a:gd name="connsiteX59" fmla="*/ 110643 w 294648"/>
              <a:gd name="connsiteY59" fmla="*/ 161350 h 456652"/>
              <a:gd name="connsiteX60" fmla="*/ 110643 w 294648"/>
              <a:gd name="connsiteY60" fmla="*/ 161350 h 456652"/>
              <a:gd name="connsiteX61" fmla="*/ 111975 w 294648"/>
              <a:gd name="connsiteY61" fmla="*/ 161921 h 456652"/>
              <a:gd name="connsiteX62" fmla="*/ 111975 w 294648"/>
              <a:gd name="connsiteY62" fmla="*/ 161921 h 456652"/>
              <a:gd name="connsiteX63" fmla="*/ 123391 w 294648"/>
              <a:gd name="connsiteY63" fmla="*/ 166868 h 456652"/>
              <a:gd name="connsiteX64" fmla="*/ 123391 w 294648"/>
              <a:gd name="connsiteY64" fmla="*/ 195599 h 456652"/>
              <a:gd name="connsiteX65" fmla="*/ 112165 w 294648"/>
              <a:gd name="connsiteY65" fmla="*/ 206635 h 456652"/>
              <a:gd name="connsiteX66" fmla="*/ 108360 w 294648"/>
              <a:gd name="connsiteY66" fmla="*/ 228516 h 456652"/>
              <a:gd name="connsiteX67" fmla="*/ 114448 w 294648"/>
              <a:gd name="connsiteY67" fmla="*/ 240694 h 456652"/>
              <a:gd name="connsiteX68" fmla="*/ 131763 w 294648"/>
              <a:gd name="connsiteY68" fmla="*/ 251159 h 456652"/>
              <a:gd name="connsiteX69" fmla="*/ 137662 w 294648"/>
              <a:gd name="connsiteY69" fmla="*/ 250017 h 456652"/>
              <a:gd name="connsiteX70" fmla="*/ 150600 w 294648"/>
              <a:gd name="connsiteY70" fmla="*/ 246021 h 456652"/>
              <a:gd name="connsiteX71" fmla="*/ 159923 w 294648"/>
              <a:gd name="connsiteY71" fmla="*/ 266380 h 456652"/>
              <a:gd name="connsiteX72" fmla="*/ 156689 w 294648"/>
              <a:gd name="connsiteY72" fmla="*/ 271898 h 456652"/>
              <a:gd name="connsiteX73" fmla="*/ 155547 w 294648"/>
              <a:gd name="connsiteY73" fmla="*/ 287500 h 456652"/>
              <a:gd name="connsiteX74" fmla="*/ 171910 w 294648"/>
              <a:gd name="connsiteY74" fmla="*/ 294921 h 456652"/>
              <a:gd name="connsiteX75" fmla="*/ 182946 w 294648"/>
              <a:gd name="connsiteY75" fmla="*/ 294921 h 456652"/>
              <a:gd name="connsiteX76" fmla="*/ 187322 w 294648"/>
              <a:gd name="connsiteY76" fmla="*/ 306528 h 456652"/>
              <a:gd name="connsiteX77" fmla="*/ 199119 w 294648"/>
              <a:gd name="connsiteY77" fmla="*/ 317754 h 456652"/>
              <a:gd name="connsiteX78" fmla="*/ 206350 w 294648"/>
              <a:gd name="connsiteY78" fmla="*/ 319086 h 456652"/>
              <a:gd name="connsiteX79" fmla="*/ 213199 w 294648"/>
              <a:gd name="connsiteY79" fmla="*/ 318325 h 456652"/>
              <a:gd name="connsiteX80" fmla="*/ 242692 w 294648"/>
              <a:gd name="connsiteY80" fmla="*/ 313758 h 456652"/>
              <a:gd name="connsiteX81" fmla="*/ 256581 w 294648"/>
              <a:gd name="connsiteY81" fmla="*/ 307669 h 456652"/>
              <a:gd name="connsiteX82" fmla="*/ 265905 w 294648"/>
              <a:gd name="connsiteY82" fmla="*/ 298917 h 456652"/>
              <a:gd name="connsiteX83" fmla="*/ 275989 w 294648"/>
              <a:gd name="connsiteY83" fmla="*/ 308240 h 456652"/>
              <a:gd name="connsiteX84" fmla="*/ 275989 w 294648"/>
              <a:gd name="connsiteY84" fmla="*/ 437435 h 456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94648" h="456652">
                <a:moveTo>
                  <a:pt x="289308" y="295111"/>
                </a:moveTo>
                <a:lnTo>
                  <a:pt x="279033" y="285408"/>
                </a:lnTo>
                <a:cubicBezTo>
                  <a:pt x="276370" y="282173"/>
                  <a:pt x="272374" y="280080"/>
                  <a:pt x="267807" y="279699"/>
                </a:cubicBezTo>
                <a:cubicBezTo>
                  <a:pt x="261909" y="279129"/>
                  <a:pt x="256011" y="281222"/>
                  <a:pt x="252205" y="285217"/>
                </a:cubicBezTo>
                <a:lnTo>
                  <a:pt x="243262" y="294160"/>
                </a:lnTo>
                <a:lnTo>
                  <a:pt x="205018" y="299868"/>
                </a:lnTo>
                <a:lnTo>
                  <a:pt x="200641" y="286930"/>
                </a:lnTo>
                <a:cubicBezTo>
                  <a:pt x="197597" y="280270"/>
                  <a:pt x="190938" y="275704"/>
                  <a:pt x="183327" y="275704"/>
                </a:cubicBezTo>
                <a:lnTo>
                  <a:pt x="176858" y="275704"/>
                </a:lnTo>
                <a:cubicBezTo>
                  <a:pt x="176858" y="275704"/>
                  <a:pt x="177619" y="273611"/>
                  <a:pt x="177619" y="273611"/>
                </a:cubicBezTo>
                <a:cubicBezTo>
                  <a:pt x="179902" y="267903"/>
                  <a:pt x="179331" y="262385"/>
                  <a:pt x="176667" y="257247"/>
                </a:cubicBezTo>
                <a:lnTo>
                  <a:pt x="167154" y="236508"/>
                </a:lnTo>
                <a:cubicBezTo>
                  <a:pt x="162777" y="227755"/>
                  <a:pt x="152693" y="223759"/>
                  <a:pt x="143370" y="227184"/>
                </a:cubicBezTo>
                <a:lnTo>
                  <a:pt x="130622" y="230800"/>
                </a:lnTo>
                <a:lnTo>
                  <a:pt x="125484" y="220144"/>
                </a:lnTo>
                <a:lnTo>
                  <a:pt x="132334" y="213104"/>
                </a:lnTo>
                <a:lnTo>
                  <a:pt x="137662" y="207777"/>
                </a:lnTo>
                <a:cubicBezTo>
                  <a:pt x="140516" y="204352"/>
                  <a:pt x="142418" y="200166"/>
                  <a:pt x="142418" y="195790"/>
                </a:cubicBezTo>
                <a:lnTo>
                  <a:pt x="142418" y="166678"/>
                </a:lnTo>
                <a:cubicBezTo>
                  <a:pt x="142418" y="160399"/>
                  <a:pt x="139374" y="154310"/>
                  <a:pt x="132714" y="149934"/>
                </a:cubicBezTo>
                <a:lnTo>
                  <a:pt x="120157" y="144416"/>
                </a:lnTo>
                <a:cubicBezTo>
                  <a:pt x="118634" y="143465"/>
                  <a:pt x="106076" y="130717"/>
                  <a:pt x="86288" y="110738"/>
                </a:cubicBezTo>
                <a:cubicBezTo>
                  <a:pt x="85147" y="109596"/>
                  <a:pt x="84195" y="108645"/>
                  <a:pt x="83624" y="107884"/>
                </a:cubicBezTo>
                <a:lnTo>
                  <a:pt x="66500" y="73255"/>
                </a:lnTo>
                <a:lnTo>
                  <a:pt x="66500" y="19027"/>
                </a:lnTo>
                <a:cubicBezTo>
                  <a:pt x="66500" y="13890"/>
                  <a:pt x="64597" y="9133"/>
                  <a:pt x="60982" y="5518"/>
                </a:cubicBezTo>
                <a:cubicBezTo>
                  <a:pt x="57367" y="1903"/>
                  <a:pt x="52610" y="0"/>
                  <a:pt x="47473" y="0"/>
                </a:cubicBezTo>
                <a:lnTo>
                  <a:pt x="28446" y="0"/>
                </a:lnTo>
                <a:cubicBezTo>
                  <a:pt x="17981" y="0"/>
                  <a:pt x="9418" y="8562"/>
                  <a:pt x="9418" y="19027"/>
                </a:cubicBezTo>
                <a:lnTo>
                  <a:pt x="9418" y="169532"/>
                </a:lnTo>
                <a:lnTo>
                  <a:pt x="10370" y="175621"/>
                </a:lnTo>
                <a:lnTo>
                  <a:pt x="17600" y="197312"/>
                </a:lnTo>
                <a:cubicBezTo>
                  <a:pt x="17981" y="198453"/>
                  <a:pt x="18551" y="199595"/>
                  <a:pt x="19313" y="200546"/>
                </a:cubicBezTo>
                <a:lnTo>
                  <a:pt x="36056" y="220525"/>
                </a:lnTo>
                <a:cubicBezTo>
                  <a:pt x="31680" y="230419"/>
                  <a:pt x="1998" y="296063"/>
                  <a:pt x="1998" y="296063"/>
                </a:cubicBezTo>
                <a:cubicBezTo>
                  <a:pt x="-476" y="301390"/>
                  <a:pt x="-1046" y="307098"/>
                  <a:pt x="2569" y="313377"/>
                </a:cubicBezTo>
                <a:cubicBezTo>
                  <a:pt x="2569" y="313377"/>
                  <a:pt x="8467" y="323652"/>
                  <a:pt x="9418" y="325745"/>
                </a:cubicBezTo>
                <a:lnTo>
                  <a:pt x="9418" y="437435"/>
                </a:lnTo>
                <a:cubicBezTo>
                  <a:pt x="9609" y="447900"/>
                  <a:pt x="17790" y="456652"/>
                  <a:pt x="28255" y="456652"/>
                </a:cubicBezTo>
                <a:lnTo>
                  <a:pt x="275609" y="456652"/>
                </a:lnTo>
                <a:cubicBezTo>
                  <a:pt x="286073" y="456652"/>
                  <a:pt x="294636" y="448280"/>
                  <a:pt x="294636" y="437815"/>
                </a:cubicBezTo>
                <a:lnTo>
                  <a:pt x="294636" y="307860"/>
                </a:lnTo>
                <a:cubicBezTo>
                  <a:pt x="294826" y="303103"/>
                  <a:pt x="292923" y="298536"/>
                  <a:pt x="289308" y="295111"/>
                </a:cubicBezTo>
                <a:close/>
                <a:moveTo>
                  <a:pt x="275799" y="437815"/>
                </a:moveTo>
                <a:lnTo>
                  <a:pt x="28255" y="437815"/>
                </a:lnTo>
                <a:lnTo>
                  <a:pt x="28255" y="325745"/>
                </a:lnTo>
                <a:cubicBezTo>
                  <a:pt x="28255" y="321940"/>
                  <a:pt x="27114" y="319086"/>
                  <a:pt x="26162" y="316993"/>
                </a:cubicBezTo>
                <a:cubicBezTo>
                  <a:pt x="25972" y="316612"/>
                  <a:pt x="18932" y="304244"/>
                  <a:pt x="18932" y="304244"/>
                </a:cubicBezTo>
                <a:cubicBezTo>
                  <a:pt x="18932" y="304244"/>
                  <a:pt x="49185" y="237459"/>
                  <a:pt x="53371" y="228326"/>
                </a:cubicBezTo>
                <a:cubicBezTo>
                  <a:pt x="56606" y="221286"/>
                  <a:pt x="55274" y="212914"/>
                  <a:pt x="49756" y="207396"/>
                </a:cubicBezTo>
                <a:lnTo>
                  <a:pt x="36818" y="193887"/>
                </a:lnTo>
                <a:lnTo>
                  <a:pt x="28446" y="171054"/>
                </a:lnTo>
                <a:lnTo>
                  <a:pt x="28446" y="19027"/>
                </a:lnTo>
                <a:cubicBezTo>
                  <a:pt x="28446" y="19027"/>
                  <a:pt x="47473" y="19027"/>
                  <a:pt x="47473" y="19027"/>
                </a:cubicBezTo>
                <a:lnTo>
                  <a:pt x="47473" y="73445"/>
                </a:lnTo>
                <a:cubicBezTo>
                  <a:pt x="47473" y="76489"/>
                  <a:pt x="47853" y="79534"/>
                  <a:pt x="49185" y="82007"/>
                </a:cubicBezTo>
                <a:lnTo>
                  <a:pt x="67071" y="117968"/>
                </a:lnTo>
                <a:lnTo>
                  <a:pt x="72589" y="124247"/>
                </a:lnTo>
                <a:cubicBezTo>
                  <a:pt x="102461" y="154691"/>
                  <a:pt x="107979" y="159828"/>
                  <a:pt x="110643" y="161350"/>
                </a:cubicBezTo>
                <a:lnTo>
                  <a:pt x="110643" y="161350"/>
                </a:lnTo>
                <a:cubicBezTo>
                  <a:pt x="110643" y="161350"/>
                  <a:pt x="110643" y="161350"/>
                  <a:pt x="110643" y="161350"/>
                </a:cubicBezTo>
                <a:cubicBezTo>
                  <a:pt x="111024" y="161541"/>
                  <a:pt x="111594" y="161731"/>
                  <a:pt x="111975" y="161921"/>
                </a:cubicBezTo>
                <a:lnTo>
                  <a:pt x="111975" y="161921"/>
                </a:lnTo>
                <a:cubicBezTo>
                  <a:pt x="111975" y="161921"/>
                  <a:pt x="123391" y="166868"/>
                  <a:pt x="123391" y="166868"/>
                </a:cubicBezTo>
                <a:lnTo>
                  <a:pt x="123391" y="195599"/>
                </a:lnTo>
                <a:cubicBezTo>
                  <a:pt x="123391" y="195599"/>
                  <a:pt x="112165" y="206635"/>
                  <a:pt x="112165" y="206635"/>
                </a:cubicBezTo>
                <a:cubicBezTo>
                  <a:pt x="106267" y="212343"/>
                  <a:pt x="104745" y="221096"/>
                  <a:pt x="108360" y="228516"/>
                </a:cubicBezTo>
                <a:lnTo>
                  <a:pt x="114448" y="240694"/>
                </a:lnTo>
                <a:cubicBezTo>
                  <a:pt x="118254" y="247163"/>
                  <a:pt x="124913" y="251159"/>
                  <a:pt x="131763" y="251159"/>
                </a:cubicBezTo>
                <a:cubicBezTo>
                  <a:pt x="133856" y="251159"/>
                  <a:pt x="135759" y="250778"/>
                  <a:pt x="137662" y="250017"/>
                </a:cubicBezTo>
                <a:lnTo>
                  <a:pt x="150600" y="246021"/>
                </a:lnTo>
                <a:lnTo>
                  <a:pt x="159923" y="266380"/>
                </a:lnTo>
                <a:lnTo>
                  <a:pt x="156689" y="271898"/>
                </a:lnTo>
                <a:cubicBezTo>
                  <a:pt x="152503" y="279129"/>
                  <a:pt x="153644" y="284266"/>
                  <a:pt x="155547" y="287500"/>
                </a:cubicBezTo>
                <a:cubicBezTo>
                  <a:pt x="159543" y="294731"/>
                  <a:pt x="168486" y="294921"/>
                  <a:pt x="171910" y="294921"/>
                </a:cubicBezTo>
                <a:lnTo>
                  <a:pt x="182946" y="294921"/>
                </a:lnTo>
                <a:cubicBezTo>
                  <a:pt x="182946" y="294921"/>
                  <a:pt x="187322" y="306528"/>
                  <a:pt x="187322" y="306528"/>
                </a:cubicBezTo>
                <a:cubicBezTo>
                  <a:pt x="189225" y="311665"/>
                  <a:pt x="193601" y="315851"/>
                  <a:pt x="199119" y="317754"/>
                </a:cubicBezTo>
                <a:cubicBezTo>
                  <a:pt x="201593" y="318515"/>
                  <a:pt x="204066" y="319086"/>
                  <a:pt x="206350" y="319086"/>
                </a:cubicBezTo>
                <a:cubicBezTo>
                  <a:pt x="208252" y="319086"/>
                  <a:pt x="211487" y="318895"/>
                  <a:pt x="213199" y="318325"/>
                </a:cubicBezTo>
                <a:lnTo>
                  <a:pt x="242692" y="313758"/>
                </a:lnTo>
                <a:cubicBezTo>
                  <a:pt x="248209" y="312997"/>
                  <a:pt x="253727" y="311284"/>
                  <a:pt x="256581" y="307669"/>
                </a:cubicBezTo>
                <a:lnTo>
                  <a:pt x="265905" y="298917"/>
                </a:lnTo>
                <a:lnTo>
                  <a:pt x="275989" y="308240"/>
                </a:lnTo>
                <a:lnTo>
                  <a:pt x="275989" y="43743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" name="Graphic 8" descr="Illinois icon.">
            <a:extLst>
              <a:ext uri="{FF2B5EF4-FFF2-40B4-BE49-F238E27FC236}">
                <a16:creationId xmlns:a16="http://schemas.microsoft.com/office/drawing/2014/main" id="{752CE64A-9379-B157-0684-74D74D1F757C}"/>
              </a:ext>
            </a:extLst>
          </p:cNvPr>
          <p:cNvSpPr/>
          <p:nvPr/>
        </p:nvSpPr>
        <p:spPr>
          <a:xfrm>
            <a:off x="9648546" y="2356095"/>
            <a:ext cx="294160" cy="456081"/>
          </a:xfrm>
          <a:custGeom>
            <a:avLst/>
            <a:gdLst>
              <a:gd name="connsiteX0" fmla="*/ 101034 w 294160"/>
              <a:gd name="connsiteY0" fmla="*/ 373884 h 456081"/>
              <a:gd name="connsiteX1" fmla="*/ 98751 w 294160"/>
              <a:gd name="connsiteY1" fmla="*/ 371220 h 456081"/>
              <a:gd name="connsiteX2" fmla="*/ 293970 w 294160"/>
              <a:gd name="connsiteY2" fmla="*/ 21881 h 456081"/>
              <a:gd name="connsiteX3" fmla="*/ 286549 w 294160"/>
              <a:gd name="connsiteY3" fmla="*/ 69449 h 456081"/>
              <a:gd name="connsiteX4" fmla="*/ 267522 w 294160"/>
              <a:gd name="connsiteY4" fmla="*/ 86383 h 456081"/>
              <a:gd name="connsiteX5" fmla="*/ 257057 w 294160"/>
              <a:gd name="connsiteY5" fmla="*/ 86383 h 456081"/>
              <a:gd name="connsiteX6" fmla="*/ 257247 w 294160"/>
              <a:gd name="connsiteY6" fmla="*/ 209870 h 456081"/>
              <a:gd name="connsiteX7" fmla="*/ 257247 w 294160"/>
              <a:gd name="connsiteY7" fmla="*/ 209870 h 456081"/>
              <a:gd name="connsiteX8" fmla="*/ 257247 w 294160"/>
              <a:gd name="connsiteY8" fmla="*/ 294541 h 456081"/>
              <a:gd name="connsiteX9" fmla="*/ 259721 w 294160"/>
              <a:gd name="connsiteY9" fmla="*/ 297395 h 456081"/>
              <a:gd name="connsiteX10" fmla="*/ 262575 w 294160"/>
              <a:gd name="connsiteY10" fmla="*/ 318515 h 456081"/>
              <a:gd name="connsiteX11" fmla="*/ 220905 w 294160"/>
              <a:gd name="connsiteY11" fmla="*/ 402234 h 456081"/>
              <a:gd name="connsiteX12" fmla="*/ 223569 w 294160"/>
              <a:gd name="connsiteY12" fmla="*/ 407181 h 456081"/>
              <a:gd name="connsiteX13" fmla="*/ 222237 w 294160"/>
              <a:gd name="connsiteY13" fmla="*/ 423545 h 456081"/>
              <a:gd name="connsiteX14" fmla="*/ 206254 w 294160"/>
              <a:gd name="connsiteY14" fmla="*/ 432107 h 456081"/>
              <a:gd name="connsiteX15" fmla="*/ 204542 w 294160"/>
              <a:gd name="connsiteY15" fmla="*/ 432107 h 456081"/>
              <a:gd name="connsiteX16" fmla="*/ 197312 w 294160"/>
              <a:gd name="connsiteY16" fmla="*/ 444094 h 456081"/>
              <a:gd name="connsiteX17" fmla="*/ 181329 w 294160"/>
              <a:gd name="connsiteY17" fmla="*/ 452847 h 456081"/>
              <a:gd name="connsiteX18" fmla="*/ 180948 w 294160"/>
              <a:gd name="connsiteY18" fmla="*/ 452847 h 456081"/>
              <a:gd name="connsiteX19" fmla="*/ 165536 w 294160"/>
              <a:gd name="connsiteY19" fmla="*/ 444855 h 456081"/>
              <a:gd name="connsiteX20" fmla="*/ 153169 w 294160"/>
              <a:gd name="connsiteY20" fmla="*/ 455701 h 456081"/>
              <a:gd name="connsiteX21" fmla="*/ 148412 w 294160"/>
              <a:gd name="connsiteY21" fmla="*/ 456081 h 456081"/>
              <a:gd name="connsiteX22" fmla="*/ 137947 w 294160"/>
              <a:gd name="connsiteY22" fmla="*/ 452847 h 456081"/>
              <a:gd name="connsiteX23" fmla="*/ 124057 w 294160"/>
              <a:gd name="connsiteY23" fmla="*/ 443333 h 456081"/>
              <a:gd name="connsiteX24" fmla="*/ 114544 w 294160"/>
              <a:gd name="connsiteY24" fmla="*/ 423925 h 456081"/>
              <a:gd name="connsiteX25" fmla="*/ 116827 w 294160"/>
              <a:gd name="connsiteY25" fmla="*/ 406801 h 456081"/>
              <a:gd name="connsiteX26" fmla="*/ 71732 w 294160"/>
              <a:gd name="connsiteY26" fmla="*/ 356569 h 456081"/>
              <a:gd name="connsiteX27" fmla="*/ 69449 w 294160"/>
              <a:gd name="connsiteY27" fmla="*/ 336591 h 456081"/>
              <a:gd name="connsiteX28" fmla="*/ 81627 w 294160"/>
              <a:gd name="connsiteY28" fmla="*/ 311475 h 456081"/>
              <a:gd name="connsiteX29" fmla="*/ 76489 w 294160"/>
              <a:gd name="connsiteY29" fmla="*/ 308240 h 456081"/>
              <a:gd name="connsiteX30" fmla="*/ 72874 w 294160"/>
              <a:gd name="connsiteY30" fmla="*/ 311284 h 456081"/>
              <a:gd name="connsiteX31" fmla="*/ 61077 w 294160"/>
              <a:gd name="connsiteY31" fmla="*/ 316422 h 456081"/>
              <a:gd name="connsiteX32" fmla="*/ 54798 w 294160"/>
              <a:gd name="connsiteY32" fmla="*/ 316802 h 456081"/>
              <a:gd name="connsiteX33" fmla="*/ 35771 w 294160"/>
              <a:gd name="connsiteY33" fmla="*/ 302342 h 456081"/>
              <a:gd name="connsiteX34" fmla="*/ 29492 w 294160"/>
              <a:gd name="connsiteY34" fmla="*/ 264858 h 456081"/>
              <a:gd name="connsiteX35" fmla="*/ 17886 w 294160"/>
              <a:gd name="connsiteY35" fmla="*/ 259150 h 456081"/>
              <a:gd name="connsiteX36" fmla="*/ 8372 w 294160"/>
              <a:gd name="connsiteY36" fmla="*/ 248305 h 456081"/>
              <a:gd name="connsiteX37" fmla="*/ 381 w 294160"/>
              <a:gd name="connsiteY37" fmla="*/ 222618 h 456081"/>
              <a:gd name="connsiteX38" fmla="*/ 0 w 294160"/>
              <a:gd name="connsiteY38" fmla="*/ 219764 h 456081"/>
              <a:gd name="connsiteX39" fmla="*/ 0 w 294160"/>
              <a:gd name="connsiteY39" fmla="*/ 170483 h 456081"/>
              <a:gd name="connsiteX40" fmla="*/ 17886 w 294160"/>
              <a:gd name="connsiteY40" fmla="*/ 154120 h 456081"/>
              <a:gd name="connsiteX41" fmla="*/ 20930 w 294160"/>
              <a:gd name="connsiteY41" fmla="*/ 153740 h 456081"/>
              <a:gd name="connsiteX42" fmla="*/ 20930 w 294160"/>
              <a:gd name="connsiteY42" fmla="*/ 153740 h 456081"/>
              <a:gd name="connsiteX43" fmla="*/ 20930 w 294160"/>
              <a:gd name="connsiteY43" fmla="*/ 153740 h 456081"/>
              <a:gd name="connsiteX44" fmla="*/ 28921 w 294160"/>
              <a:gd name="connsiteY44" fmla="*/ 130717 h 456081"/>
              <a:gd name="connsiteX45" fmla="*/ 28731 w 294160"/>
              <a:gd name="connsiteY45" fmla="*/ 104459 h 456081"/>
              <a:gd name="connsiteX46" fmla="*/ 47568 w 294160"/>
              <a:gd name="connsiteY46" fmla="*/ 85242 h 456081"/>
              <a:gd name="connsiteX47" fmla="*/ 66785 w 294160"/>
              <a:gd name="connsiteY47" fmla="*/ 85242 h 456081"/>
              <a:gd name="connsiteX48" fmla="*/ 66785 w 294160"/>
              <a:gd name="connsiteY48" fmla="*/ 72113 h 456081"/>
              <a:gd name="connsiteX49" fmla="*/ 76489 w 294160"/>
              <a:gd name="connsiteY49" fmla="*/ 55559 h 456081"/>
              <a:gd name="connsiteX50" fmla="*/ 79153 w 294160"/>
              <a:gd name="connsiteY50" fmla="*/ 54608 h 456081"/>
              <a:gd name="connsiteX51" fmla="*/ 55940 w 294160"/>
              <a:gd name="connsiteY51" fmla="*/ 31585 h 456081"/>
              <a:gd name="connsiteX52" fmla="*/ 52134 w 294160"/>
              <a:gd name="connsiteY52" fmla="*/ 10275 h 456081"/>
              <a:gd name="connsiteX53" fmla="*/ 68688 w 294160"/>
              <a:gd name="connsiteY53" fmla="*/ 0 h 456081"/>
              <a:gd name="connsiteX54" fmla="*/ 275133 w 294160"/>
              <a:gd name="connsiteY54" fmla="*/ 0 h 456081"/>
              <a:gd name="connsiteX55" fmla="*/ 289593 w 294160"/>
              <a:gd name="connsiteY55" fmla="*/ 6660 h 456081"/>
              <a:gd name="connsiteX56" fmla="*/ 293970 w 294160"/>
              <a:gd name="connsiteY56" fmla="*/ 22072 h 456081"/>
              <a:gd name="connsiteX57" fmla="*/ 275133 w 294160"/>
              <a:gd name="connsiteY57" fmla="*/ 19027 h 456081"/>
              <a:gd name="connsiteX58" fmla="*/ 68308 w 294160"/>
              <a:gd name="connsiteY58" fmla="*/ 19027 h 456081"/>
              <a:gd name="connsiteX59" fmla="*/ 92472 w 294160"/>
              <a:gd name="connsiteY59" fmla="*/ 41289 h 456081"/>
              <a:gd name="connsiteX60" fmla="*/ 95326 w 294160"/>
              <a:gd name="connsiteY60" fmla="*/ 65073 h 456081"/>
              <a:gd name="connsiteX61" fmla="*/ 90950 w 294160"/>
              <a:gd name="connsiteY61" fmla="*/ 69069 h 456081"/>
              <a:gd name="connsiteX62" fmla="*/ 85622 w 294160"/>
              <a:gd name="connsiteY62" fmla="*/ 72303 h 456081"/>
              <a:gd name="connsiteX63" fmla="*/ 85432 w 294160"/>
              <a:gd name="connsiteY63" fmla="*/ 87335 h 456081"/>
              <a:gd name="connsiteX64" fmla="*/ 66405 w 294160"/>
              <a:gd name="connsiteY64" fmla="*/ 104269 h 456081"/>
              <a:gd name="connsiteX65" fmla="*/ 47758 w 294160"/>
              <a:gd name="connsiteY65" fmla="*/ 104269 h 456081"/>
              <a:gd name="connsiteX66" fmla="*/ 47758 w 294160"/>
              <a:gd name="connsiteY66" fmla="*/ 132239 h 456081"/>
              <a:gd name="connsiteX67" fmla="*/ 46617 w 294160"/>
              <a:gd name="connsiteY67" fmla="*/ 137947 h 456081"/>
              <a:gd name="connsiteX68" fmla="*/ 39196 w 294160"/>
              <a:gd name="connsiteY68" fmla="*/ 159448 h 456081"/>
              <a:gd name="connsiteX69" fmla="*/ 23023 w 294160"/>
              <a:gd name="connsiteY69" fmla="*/ 172386 h 456081"/>
              <a:gd name="connsiteX70" fmla="*/ 19217 w 294160"/>
              <a:gd name="connsiteY70" fmla="*/ 172957 h 456081"/>
              <a:gd name="connsiteX71" fmla="*/ 19217 w 294160"/>
              <a:gd name="connsiteY71" fmla="*/ 221286 h 456081"/>
              <a:gd name="connsiteX72" fmla="*/ 26638 w 294160"/>
              <a:gd name="connsiteY72" fmla="*/ 242216 h 456081"/>
              <a:gd name="connsiteX73" fmla="*/ 39386 w 294160"/>
              <a:gd name="connsiteY73" fmla="*/ 248685 h 456081"/>
              <a:gd name="connsiteX74" fmla="*/ 48519 w 294160"/>
              <a:gd name="connsiteY74" fmla="*/ 261433 h 456081"/>
              <a:gd name="connsiteX75" fmla="*/ 54798 w 294160"/>
              <a:gd name="connsiteY75" fmla="*/ 298727 h 456081"/>
              <a:gd name="connsiteX76" fmla="*/ 60887 w 294160"/>
              <a:gd name="connsiteY76" fmla="*/ 297585 h 456081"/>
              <a:gd name="connsiteX77" fmla="*/ 64122 w 294160"/>
              <a:gd name="connsiteY77" fmla="*/ 294160 h 456081"/>
              <a:gd name="connsiteX78" fmla="*/ 85622 w 294160"/>
              <a:gd name="connsiteY78" fmla="*/ 291306 h 456081"/>
              <a:gd name="connsiteX79" fmla="*/ 93614 w 294160"/>
              <a:gd name="connsiteY79" fmla="*/ 296634 h 456081"/>
              <a:gd name="connsiteX80" fmla="*/ 99132 w 294160"/>
              <a:gd name="connsiteY80" fmla="*/ 319466 h 456081"/>
              <a:gd name="connsiteX81" fmla="*/ 86764 w 294160"/>
              <a:gd name="connsiteY81" fmla="*/ 344772 h 456081"/>
              <a:gd name="connsiteX82" fmla="*/ 132619 w 294160"/>
              <a:gd name="connsiteY82" fmla="*/ 395765 h 456081"/>
              <a:gd name="connsiteX83" fmla="*/ 136044 w 294160"/>
              <a:gd name="connsiteY83" fmla="*/ 409465 h 456081"/>
              <a:gd name="connsiteX84" fmla="*/ 133761 w 294160"/>
              <a:gd name="connsiteY84" fmla="*/ 426589 h 456081"/>
              <a:gd name="connsiteX85" fmla="*/ 148412 w 294160"/>
              <a:gd name="connsiteY85" fmla="*/ 436673 h 456081"/>
              <a:gd name="connsiteX86" fmla="*/ 151266 w 294160"/>
              <a:gd name="connsiteY86" fmla="*/ 431726 h 456081"/>
              <a:gd name="connsiteX87" fmla="*/ 163634 w 294160"/>
              <a:gd name="connsiteY87" fmla="*/ 422974 h 456081"/>
              <a:gd name="connsiteX88" fmla="*/ 177904 w 294160"/>
              <a:gd name="connsiteY88" fmla="*/ 428872 h 456081"/>
              <a:gd name="connsiteX89" fmla="*/ 180948 w 294160"/>
              <a:gd name="connsiteY89" fmla="*/ 432488 h 456081"/>
              <a:gd name="connsiteX90" fmla="*/ 189320 w 294160"/>
              <a:gd name="connsiteY90" fmla="*/ 421071 h 456081"/>
              <a:gd name="connsiteX91" fmla="*/ 205113 w 294160"/>
              <a:gd name="connsiteY91" fmla="*/ 412509 h 456081"/>
              <a:gd name="connsiteX92" fmla="*/ 204352 w 294160"/>
              <a:gd name="connsiteY92" fmla="*/ 411177 h 456081"/>
              <a:gd name="connsiteX93" fmla="*/ 203781 w 294160"/>
              <a:gd name="connsiteY93" fmla="*/ 393292 h 456081"/>
              <a:gd name="connsiteX94" fmla="*/ 245450 w 294160"/>
              <a:gd name="connsiteY94" fmla="*/ 309572 h 456081"/>
              <a:gd name="connsiteX95" fmla="*/ 242977 w 294160"/>
              <a:gd name="connsiteY95" fmla="*/ 306718 h 456081"/>
              <a:gd name="connsiteX96" fmla="*/ 240313 w 294160"/>
              <a:gd name="connsiteY96" fmla="*/ 303293 h 456081"/>
              <a:gd name="connsiteX97" fmla="*/ 238220 w 294160"/>
              <a:gd name="connsiteY97" fmla="*/ 293779 h 456081"/>
              <a:gd name="connsiteX98" fmla="*/ 238220 w 294160"/>
              <a:gd name="connsiteY98" fmla="*/ 85242 h 456081"/>
              <a:gd name="connsiteX99" fmla="*/ 257057 w 294160"/>
              <a:gd name="connsiteY99" fmla="*/ 67356 h 456081"/>
              <a:gd name="connsiteX100" fmla="*/ 267332 w 294160"/>
              <a:gd name="connsiteY100" fmla="*/ 67356 h 456081"/>
              <a:gd name="connsiteX101" fmla="*/ 275133 w 294160"/>
              <a:gd name="connsiteY101" fmla="*/ 18837 h 456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94160" h="456081">
                <a:moveTo>
                  <a:pt x="101034" y="373884"/>
                </a:moveTo>
                <a:lnTo>
                  <a:pt x="98751" y="371220"/>
                </a:lnTo>
                <a:moveTo>
                  <a:pt x="293970" y="21881"/>
                </a:moveTo>
                <a:lnTo>
                  <a:pt x="286549" y="69449"/>
                </a:lnTo>
                <a:cubicBezTo>
                  <a:pt x="285027" y="78772"/>
                  <a:pt x="276655" y="86193"/>
                  <a:pt x="267522" y="86383"/>
                </a:cubicBezTo>
                <a:lnTo>
                  <a:pt x="257057" y="86383"/>
                </a:lnTo>
                <a:cubicBezTo>
                  <a:pt x="257057" y="86383"/>
                  <a:pt x="257247" y="209870"/>
                  <a:pt x="257247" y="209870"/>
                </a:cubicBezTo>
                <a:lnTo>
                  <a:pt x="257247" y="209870"/>
                </a:lnTo>
                <a:lnTo>
                  <a:pt x="257247" y="294541"/>
                </a:lnTo>
                <a:cubicBezTo>
                  <a:pt x="257247" y="294541"/>
                  <a:pt x="259721" y="297395"/>
                  <a:pt x="259721" y="297395"/>
                </a:cubicBezTo>
                <a:cubicBezTo>
                  <a:pt x="264858" y="302722"/>
                  <a:pt x="266190" y="311475"/>
                  <a:pt x="262575" y="318515"/>
                </a:cubicBezTo>
                <a:lnTo>
                  <a:pt x="220905" y="402234"/>
                </a:lnTo>
                <a:lnTo>
                  <a:pt x="223569" y="407181"/>
                </a:lnTo>
                <a:cubicBezTo>
                  <a:pt x="226614" y="413841"/>
                  <a:pt x="225662" y="418598"/>
                  <a:pt x="222237" y="423545"/>
                </a:cubicBezTo>
                <a:cubicBezTo>
                  <a:pt x="218622" y="428872"/>
                  <a:pt x="213104" y="432107"/>
                  <a:pt x="206254" y="432107"/>
                </a:cubicBezTo>
                <a:cubicBezTo>
                  <a:pt x="206254" y="432107"/>
                  <a:pt x="204923" y="432107"/>
                  <a:pt x="204542" y="432107"/>
                </a:cubicBezTo>
                <a:lnTo>
                  <a:pt x="197312" y="444094"/>
                </a:lnTo>
                <a:cubicBezTo>
                  <a:pt x="193316" y="449802"/>
                  <a:pt x="187608" y="452847"/>
                  <a:pt x="181329" y="452847"/>
                </a:cubicBezTo>
                <a:lnTo>
                  <a:pt x="180948" y="452847"/>
                </a:lnTo>
                <a:cubicBezTo>
                  <a:pt x="175050" y="452847"/>
                  <a:pt x="169152" y="449612"/>
                  <a:pt x="165536" y="444855"/>
                </a:cubicBezTo>
                <a:cubicBezTo>
                  <a:pt x="165536" y="444855"/>
                  <a:pt x="158687" y="454749"/>
                  <a:pt x="153169" y="455701"/>
                </a:cubicBezTo>
                <a:cubicBezTo>
                  <a:pt x="151647" y="455891"/>
                  <a:pt x="150124" y="456081"/>
                  <a:pt x="148412" y="456081"/>
                </a:cubicBezTo>
                <a:cubicBezTo>
                  <a:pt x="144797" y="456081"/>
                  <a:pt x="141182" y="454940"/>
                  <a:pt x="137947" y="452847"/>
                </a:cubicBezTo>
                <a:lnTo>
                  <a:pt x="124057" y="443333"/>
                </a:lnTo>
                <a:cubicBezTo>
                  <a:pt x="117017" y="438576"/>
                  <a:pt x="113592" y="431536"/>
                  <a:pt x="114544" y="423925"/>
                </a:cubicBezTo>
                <a:lnTo>
                  <a:pt x="116827" y="406801"/>
                </a:lnTo>
                <a:lnTo>
                  <a:pt x="71732" y="356569"/>
                </a:lnTo>
                <a:cubicBezTo>
                  <a:pt x="66976" y="349529"/>
                  <a:pt x="66595" y="342489"/>
                  <a:pt x="69449" y="336591"/>
                </a:cubicBezTo>
                <a:lnTo>
                  <a:pt x="81627" y="311475"/>
                </a:lnTo>
                <a:lnTo>
                  <a:pt x="76489" y="308240"/>
                </a:lnTo>
                <a:cubicBezTo>
                  <a:pt x="76489" y="308240"/>
                  <a:pt x="73825" y="310523"/>
                  <a:pt x="72874" y="311284"/>
                </a:cubicBezTo>
                <a:cubicBezTo>
                  <a:pt x="72874" y="311284"/>
                  <a:pt x="67737" y="315851"/>
                  <a:pt x="61077" y="316422"/>
                </a:cubicBezTo>
                <a:cubicBezTo>
                  <a:pt x="61077" y="316422"/>
                  <a:pt x="54798" y="316802"/>
                  <a:pt x="54798" y="316802"/>
                </a:cubicBezTo>
                <a:cubicBezTo>
                  <a:pt x="45475" y="316802"/>
                  <a:pt x="37864" y="310904"/>
                  <a:pt x="35771" y="302342"/>
                </a:cubicBezTo>
                <a:lnTo>
                  <a:pt x="29492" y="264858"/>
                </a:lnTo>
                <a:lnTo>
                  <a:pt x="17886" y="259150"/>
                </a:lnTo>
                <a:cubicBezTo>
                  <a:pt x="13509" y="256867"/>
                  <a:pt x="10084" y="253061"/>
                  <a:pt x="8372" y="248305"/>
                </a:cubicBezTo>
                <a:lnTo>
                  <a:pt x="381" y="222618"/>
                </a:lnTo>
                <a:cubicBezTo>
                  <a:pt x="381" y="222618"/>
                  <a:pt x="0" y="220715"/>
                  <a:pt x="0" y="219764"/>
                </a:cubicBezTo>
                <a:lnTo>
                  <a:pt x="0" y="170483"/>
                </a:lnTo>
                <a:cubicBezTo>
                  <a:pt x="571" y="160970"/>
                  <a:pt x="8562" y="154881"/>
                  <a:pt x="17886" y="154120"/>
                </a:cubicBezTo>
                <a:lnTo>
                  <a:pt x="20930" y="153740"/>
                </a:lnTo>
                <a:lnTo>
                  <a:pt x="20930" y="153740"/>
                </a:lnTo>
                <a:cubicBezTo>
                  <a:pt x="20930" y="153740"/>
                  <a:pt x="20930" y="153740"/>
                  <a:pt x="20930" y="153740"/>
                </a:cubicBezTo>
                <a:lnTo>
                  <a:pt x="28921" y="130717"/>
                </a:lnTo>
                <a:cubicBezTo>
                  <a:pt x="28541" y="128053"/>
                  <a:pt x="28731" y="113782"/>
                  <a:pt x="28731" y="104459"/>
                </a:cubicBezTo>
                <a:cubicBezTo>
                  <a:pt x="28731" y="93994"/>
                  <a:pt x="37293" y="85242"/>
                  <a:pt x="47568" y="85242"/>
                </a:cubicBezTo>
                <a:lnTo>
                  <a:pt x="66785" y="85242"/>
                </a:lnTo>
                <a:cubicBezTo>
                  <a:pt x="66785" y="83720"/>
                  <a:pt x="66785" y="72113"/>
                  <a:pt x="66785" y="72113"/>
                </a:cubicBezTo>
                <a:cubicBezTo>
                  <a:pt x="66785" y="64883"/>
                  <a:pt x="70401" y="58794"/>
                  <a:pt x="76489" y="55559"/>
                </a:cubicBezTo>
                <a:lnTo>
                  <a:pt x="79153" y="54608"/>
                </a:lnTo>
                <a:lnTo>
                  <a:pt x="55940" y="31585"/>
                </a:lnTo>
                <a:cubicBezTo>
                  <a:pt x="50422" y="25306"/>
                  <a:pt x="49090" y="16934"/>
                  <a:pt x="52134" y="10275"/>
                </a:cubicBezTo>
                <a:cubicBezTo>
                  <a:pt x="54989" y="3996"/>
                  <a:pt x="61458" y="0"/>
                  <a:pt x="68688" y="0"/>
                </a:cubicBezTo>
                <a:lnTo>
                  <a:pt x="275133" y="0"/>
                </a:lnTo>
                <a:cubicBezTo>
                  <a:pt x="280651" y="0"/>
                  <a:pt x="285978" y="2283"/>
                  <a:pt x="289593" y="6660"/>
                </a:cubicBezTo>
                <a:cubicBezTo>
                  <a:pt x="293209" y="10845"/>
                  <a:pt x="294731" y="16554"/>
                  <a:pt x="293970" y="22072"/>
                </a:cubicBezTo>
                <a:close/>
                <a:moveTo>
                  <a:pt x="275133" y="19027"/>
                </a:moveTo>
                <a:lnTo>
                  <a:pt x="68308" y="19027"/>
                </a:lnTo>
                <a:cubicBezTo>
                  <a:pt x="68308" y="19027"/>
                  <a:pt x="92472" y="41289"/>
                  <a:pt x="92472" y="41289"/>
                </a:cubicBezTo>
                <a:cubicBezTo>
                  <a:pt x="98561" y="46807"/>
                  <a:pt x="100463" y="58223"/>
                  <a:pt x="95326" y="65073"/>
                </a:cubicBezTo>
                <a:cubicBezTo>
                  <a:pt x="94184" y="66595"/>
                  <a:pt x="92472" y="67927"/>
                  <a:pt x="90950" y="69069"/>
                </a:cubicBezTo>
                <a:cubicBezTo>
                  <a:pt x="90379" y="69449"/>
                  <a:pt x="85622" y="71923"/>
                  <a:pt x="85622" y="72303"/>
                </a:cubicBezTo>
                <a:cubicBezTo>
                  <a:pt x="85622" y="72303"/>
                  <a:pt x="85432" y="87335"/>
                  <a:pt x="85432" y="87335"/>
                </a:cubicBezTo>
                <a:cubicBezTo>
                  <a:pt x="85432" y="96848"/>
                  <a:pt x="77441" y="104079"/>
                  <a:pt x="66405" y="104269"/>
                </a:cubicBezTo>
                <a:lnTo>
                  <a:pt x="47758" y="104269"/>
                </a:lnTo>
                <a:cubicBezTo>
                  <a:pt x="47758" y="113782"/>
                  <a:pt x="47758" y="127863"/>
                  <a:pt x="47758" y="132239"/>
                </a:cubicBezTo>
                <a:cubicBezTo>
                  <a:pt x="47758" y="134712"/>
                  <a:pt x="46997" y="136805"/>
                  <a:pt x="46617" y="137947"/>
                </a:cubicBezTo>
                <a:lnTo>
                  <a:pt x="39196" y="159448"/>
                </a:lnTo>
                <a:cubicBezTo>
                  <a:pt x="37103" y="166488"/>
                  <a:pt x="31775" y="171435"/>
                  <a:pt x="23023" y="172386"/>
                </a:cubicBezTo>
                <a:cubicBezTo>
                  <a:pt x="23023" y="172386"/>
                  <a:pt x="19408" y="173147"/>
                  <a:pt x="19217" y="172957"/>
                </a:cubicBezTo>
                <a:lnTo>
                  <a:pt x="19217" y="221286"/>
                </a:lnTo>
                <a:lnTo>
                  <a:pt x="26638" y="242216"/>
                </a:lnTo>
                <a:lnTo>
                  <a:pt x="39386" y="248685"/>
                </a:lnTo>
                <a:cubicBezTo>
                  <a:pt x="44524" y="252110"/>
                  <a:pt x="47378" y="256486"/>
                  <a:pt x="48519" y="261433"/>
                </a:cubicBezTo>
                <a:lnTo>
                  <a:pt x="54798" y="298727"/>
                </a:lnTo>
                <a:cubicBezTo>
                  <a:pt x="54798" y="298727"/>
                  <a:pt x="60887" y="297585"/>
                  <a:pt x="60887" y="297585"/>
                </a:cubicBezTo>
                <a:lnTo>
                  <a:pt x="64122" y="294160"/>
                </a:lnTo>
                <a:cubicBezTo>
                  <a:pt x="70781" y="288642"/>
                  <a:pt x="78772" y="287691"/>
                  <a:pt x="85622" y="291306"/>
                </a:cubicBezTo>
                <a:lnTo>
                  <a:pt x="93614" y="296634"/>
                </a:lnTo>
                <a:cubicBezTo>
                  <a:pt x="100273" y="301961"/>
                  <a:pt x="103127" y="311284"/>
                  <a:pt x="99132" y="319466"/>
                </a:cubicBezTo>
                <a:lnTo>
                  <a:pt x="86764" y="344772"/>
                </a:lnTo>
                <a:lnTo>
                  <a:pt x="132619" y="395765"/>
                </a:lnTo>
                <a:cubicBezTo>
                  <a:pt x="135473" y="399761"/>
                  <a:pt x="136615" y="404518"/>
                  <a:pt x="136044" y="409465"/>
                </a:cubicBezTo>
                <a:lnTo>
                  <a:pt x="133761" y="426589"/>
                </a:lnTo>
                <a:lnTo>
                  <a:pt x="148412" y="436673"/>
                </a:lnTo>
                <a:lnTo>
                  <a:pt x="151266" y="431726"/>
                </a:lnTo>
                <a:cubicBezTo>
                  <a:pt x="155262" y="425257"/>
                  <a:pt x="160209" y="423545"/>
                  <a:pt x="163634" y="422974"/>
                </a:cubicBezTo>
                <a:cubicBezTo>
                  <a:pt x="167059" y="422593"/>
                  <a:pt x="172386" y="423354"/>
                  <a:pt x="177904" y="428872"/>
                </a:cubicBezTo>
                <a:lnTo>
                  <a:pt x="180948" y="432488"/>
                </a:lnTo>
                <a:lnTo>
                  <a:pt x="189320" y="421071"/>
                </a:lnTo>
                <a:cubicBezTo>
                  <a:pt x="192745" y="415744"/>
                  <a:pt x="198644" y="412699"/>
                  <a:pt x="205113" y="412509"/>
                </a:cubicBezTo>
                <a:cubicBezTo>
                  <a:pt x="205113" y="412319"/>
                  <a:pt x="204352" y="411177"/>
                  <a:pt x="204352" y="411177"/>
                </a:cubicBezTo>
                <a:cubicBezTo>
                  <a:pt x="201307" y="405849"/>
                  <a:pt x="200927" y="399190"/>
                  <a:pt x="203781" y="393292"/>
                </a:cubicBezTo>
                <a:lnTo>
                  <a:pt x="245450" y="309572"/>
                </a:lnTo>
                <a:lnTo>
                  <a:pt x="242977" y="306718"/>
                </a:lnTo>
                <a:cubicBezTo>
                  <a:pt x="241835" y="305576"/>
                  <a:pt x="240313" y="303293"/>
                  <a:pt x="240313" y="303293"/>
                </a:cubicBezTo>
                <a:cubicBezTo>
                  <a:pt x="238220" y="299488"/>
                  <a:pt x="238220" y="295872"/>
                  <a:pt x="238220" y="293779"/>
                </a:cubicBezTo>
                <a:lnTo>
                  <a:pt x="238220" y="85242"/>
                </a:lnTo>
                <a:cubicBezTo>
                  <a:pt x="238220" y="74967"/>
                  <a:pt x="246212" y="67356"/>
                  <a:pt x="257057" y="67356"/>
                </a:cubicBezTo>
                <a:lnTo>
                  <a:pt x="267332" y="67356"/>
                </a:lnTo>
                <a:lnTo>
                  <a:pt x="275133" y="1883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0" name="Graphic 9" descr="Indiana icon.">
            <a:extLst>
              <a:ext uri="{FF2B5EF4-FFF2-40B4-BE49-F238E27FC236}">
                <a16:creationId xmlns:a16="http://schemas.microsoft.com/office/drawing/2014/main" id="{351A3274-753D-7ABC-2776-F5BD261AEA5E}"/>
              </a:ext>
            </a:extLst>
          </p:cNvPr>
          <p:cNvSpPr/>
          <p:nvPr/>
        </p:nvSpPr>
        <p:spPr>
          <a:xfrm>
            <a:off x="10858143" y="2355809"/>
            <a:ext cx="305162" cy="456652"/>
          </a:xfrm>
          <a:custGeom>
            <a:avLst/>
            <a:gdLst>
              <a:gd name="connsiteX0" fmla="*/ 303806 w 305162"/>
              <a:gd name="connsiteY0" fmla="*/ 323652 h 456652"/>
              <a:gd name="connsiteX1" fmla="*/ 293342 w 305162"/>
              <a:gd name="connsiteY1" fmla="*/ 298536 h 456652"/>
              <a:gd name="connsiteX2" fmla="*/ 293342 w 305162"/>
              <a:gd name="connsiteY2" fmla="*/ 19027 h 456652"/>
              <a:gd name="connsiteX3" fmla="*/ 287824 w 305162"/>
              <a:gd name="connsiteY3" fmla="*/ 5708 h 456652"/>
              <a:gd name="connsiteX4" fmla="*/ 274505 w 305162"/>
              <a:gd name="connsiteY4" fmla="*/ 190 h 456652"/>
              <a:gd name="connsiteX5" fmla="*/ 64635 w 305162"/>
              <a:gd name="connsiteY5" fmla="*/ 0 h 456652"/>
              <a:gd name="connsiteX6" fmla="*/ 51697 w 305162"/>
              <a:gd name="connsiteY6" fmla="*/ 5328 h 456652"/>
              <a:gd name="connsiteX7" fmla="*/ 45988 w 305162"/>
              <a:gd name="connsiteY7" fmla="*/ 19408 h 456652"/>
              <a:gd name="connsiteX8" fmla="*/ 45988 w 305162"/>
              <a:gd name="connsiteY8" fmla="*/ 312616 h 456652"/>
              <a:gd name="connsiteX9" fmla="*/ 52267 w 305162"/>
              <a:gd name="connsiteY9" fmla="*/ 323842 h 456652"/>
              <a:gd name="connsiteX10" fmla="*/ 55312 w 305162"/>
              <a:gd name="connsiteY10" fmla="*/ 327077 h 456652"/>
              <a:gd name="connsiteX11" fmla="*/ 55502 w 305162"/>
              <a:gd name="connsiteY11" fmla="*/ 355047 h 456652"/>
              <a:gd name="connsiteX12" fmla="*/ 44847 w 305162"/>
              <a:gd name="connsiteY12" fmla="*/ 361136 h 456652"/>
              <a:gd name="connsiteX13" fmla="*/ 37426 w 305162"/>
              <a:gd name="connsiteY13" fmla="*/ 368366 h 456652"/>
              <a:gd name="connsiteX14" fmla="*/ 3938 w 305162"/>
              <a:gd name="connsiteY14" fmla="*/ 426209 h 456652"/>
              <a:gd name="connsiteX15" fmla="*/ 133 w 305162"/>
              <a:gd name="connsiteY15" fmla="*/ 435722 h 456652"/>
              <a:gd name="connsiteX16" fmla="*/ 11739 w 305162"/>
              <a:gd name="connsiteY16" fmla="*/ 455701 h 456652"/>
              <a:gd name="connsiteX17" fmla="*/ 17828 w 305162"/>
              <a:gd name="connsiteY17" fmla="*/ 456652 h 456652"/>
              <a:gd name="connsiteX18" fmla="*/ 26390 w 305162"/>
              <a:gd name="connsiteY18" fmla="*/ 454749 h 456652"/>
              <a:gd name="connsiteX19" fmla="*/ 47511 w 305162"/>
              <a:gd name="connsiteY19" fmla="*/ 447329 h 456652"/>
              <a:gd name="connsiteX20" fmla="*/ 50555 w 305162"/>
              <a:gd name="connsiteY20" fmla="*/ 446948 h 456652"/>
              <a:gd name="connsiteX21" fmla="*/ 88990 w 305162"/>
              <a:gd name="connsiteY21" fmla="*/ 446948 h 456652"/>
              <a:gd name="connsiteX22" fmla="*/ 102689 w 305162"/>
              <a:gd name="connsiteY22" fmla="*/ 441050 h 456652"/>
              <a:gd name="connsiteX23" fmla="*/ 112203 w 305162"/>
              <a:gd name="connsiteY23" fmla="*/ 432297 h 456652"/>
              <a:gd name="connsiteX24" fmla="*/ 127805 w 305162"/>
              <a:gd name="connsiteY24" fmla="*/ 444665 h 456652"/>
              <a:gd name="connsiteX25" fmla="*/ 131801 w 305162"/>
              <a:gd name="connsiteY25" fmla="*/ 446758 h 456652"/>
              <a:gd name="connsiteX26" fmla="*/ 136367 w 305162"/>
              <a:gd name="connsiteY26" fmla="*/ 447329 h 456652"/>
              <a:gd name="connsiteX27" fmla="*/ 153111 w 305162"/>
              <a:gd name="connsiteY27" fmla="*/ 433249 h 456652"/>
              <a:gd name="connsiteX28" fmla="*/ 157868 w 305162"/>
              <a:gd name="connsiteY28" fmla="*/ 418788 h 456652"/>
              <a:gd name="connsiteX29" fmla="*/ 162054 w 305162"/>
              <a:gd name="connsiteY29" fmla="*/ 418788 h 456652"/>
              <a:gd name="connsiteX30" fmla="*/ 166430 w 305162"/>
              <a:gd name="connsiteY30" fmla="*/ 430965 h 456652"/>
              <a:gd name="connsiteX31" fmla="*/ 178417 w 305162"/>
              <a:gd name="connsiteY31" fmla="*/ 441621 h 456652"/>
              <a:gd name="connsiteX32" fmla="*/ 183365 w 305162"/>
              <a:gd name="connsiteY32" fmla="*/ 442382 h 456652"/>
              <a:gd name="connsiteX33" fmla="*/ 193259 w 305162"/>
              <a:gd name="connsiteY33" fmla="*/ 439337 h 456652"/>
              <a:gd name="connsiteX34" fmla="*/ 209622 w 305162"/>
              <a:gd name="connsiteY34" fmla="*/ 428302 h 456652"/>
              <a:gd name="connsiteX35" fmla="*/ 216852 w 305162"/>
              <a:gd name="connsiteY35" fmla="*/ 413460 h 456652"/>
              <a:gd name="connsiteX36" fmla="*/ 216852 w 305162"/>
              <a:gd name="connsiteY36" fmla="*/ 395575 h 456652"/>
              <a:gd name="connsiteX37" fmla="*/ 240256 w 305162"/>
              <a:gd name="connsiteY37" fmla="*/ 379592 h 456652"/>
              <a:gd name="connsiteX38" fmla="*/ 245583 w 305162"/>
              <a:gd name="connsiteY38" fmla="*/ 371601 h 456652"/>
              <a:gd name="connsiteX39" fmla="*/ 252243 w 305162"/>
              <a:gd name="connsiteY39" fmla="*/ 352003 h 456652"/>
              <a:gd name="connsiteX40" fmla="*/ 286492 w 305162"/>
              <a:gd name="connsiteY40" fmla="*/ 352003 h 456652"/>
              <a:gd name="connsiteX41" fmla="*/ 302665 w 305162"/>
              <a:gd name="connsiteY41" fmla="*/ 342489 h 456652"/>
              <a:gd name="connsiteX42" fmla="*/ 303236 w 305162"/>
              <a:gd name="connsiteY42" fmla="*/ 324223 h 456652"/>
              <a:gd name="connsiteX43" fmla="*/ 252623 w 305162"/>
              <a:gd name="connsiteY43" fmla="*/ 332785 h 456652"/>
              <a:gd name="connsiteX44" fmla="*/ 234548 w 305162"/>
              <a:gd name="connsiteY44" fmla="*/ 345533 h 456652"/>
              <a:gd name="connsiteX45" fmla="*/ 229220 w 305162"/>
              <a:gd name="connsiteY45" fmla="*/ 363990 h 456652"/>
              <a:gd name="connsiteX46" fmla="*/ 206768 w 305162"/>
              <a:gd name="connsiteY46" fmla="*/ 379211 h 456652"/>
              <a:gd name="connsiteX47" fmla="*/ 198396 w 305162"/>
              <a:gd name="connsiteY47" fmla="*/ 395004 h 456652"/>
              <a:gd name="connsiteX48" fmla="*/ 198396 w 305162"/>
              <a:gd name="connsiteY48" fmla="*/ 412890 h 456652"/>
              <a:gd name="connsiteX49" fmla="*/ 184696 w 305162"/>
              <a:gd name="connsiteY49" fmla="*/ 423354 h 456652"/>
              <a:gd name="connsiteX50" fmla="*/ 180701 w 305162"/>
              <a:gd name="connsiteY50" fmla="*/ 412319 h 456652"/>
              <a:gd name="connsiteX51" fmla="*/ 164147 w 305162"/>
              <a:gd name="connsiteY51" fmla="*/ 399761 h 456652"/>
              <a:gd name="connsiteX52" fmla="*/ 148355 w 305162"/>
              <a:gd name="connsiteY52" fmla="*/ 401664 h 456652"/>
              <a:gd name="connsiteX53" fmla="*/ 140363 w 305162"/>
              <a:gd name="connsiteY53" fmla="*/ 412509 h 456652"/>
              <a:gd name="connsiteX54" fmla="*/ 135606 w 305162"/>
              <a:gd name="connsiteY54" fmla="*/ 426399 h 456652"/>
              <a:gd name="connsiteX55" fmla="*/ 125902 w 305162"/>
              <a:gd name="connsiteY55" fmla="*/ 418217 h 456652"/>
              <a:gd name="connsiteX56" fmla="*/ 98884 w 305162"/>
              <a:gd name="connsiteY56" fmla="*/ 418407 h 456652"/>
              <a:gd name="connsiteX57" fmla="*/ 89370 w 305162"/>
              <a:gd name="connsiteY57" fmla="*/ 428111 h 456652"/>
              <a:gd name="connsiteX58" fmla="*/ 50555 w 305162"/>
              <a:gd name="connsiteY58" fmla="*/ 428111 h 456652"/>
              <a:gd name="connsiteX59" fmla="*/ 48272 w 305162"/>
              <a:gd name="connsiteY59" fmla="*/ 428111 h 456652"/>
              <a:gd name="connsiteX60" fmla="*/ 20111 w 305162"/>
              <a:gd name="connsiteY60" fmla="*/ 436864 h 456652"/>
              <a:gd name="connsiteX61" fmla="*/ 54360 w 305162"/>
              <a:gd name="connsiteY61" fmla="*/ 377689 h 456652"/>
              <a:gd name="connsiteX62" fmla="*/ 65016 w 305162"/>
              <a:gd name="connsiteY62" fmla="*/ 371601 h 456652"/>
              <a:gd name="connsiteX63" fmla="*/ 74719 w 305162"/>
              <a:gd name="connsiteY63" fmla="*/ 355618 h 456652"/>
              <a:gd name="connsiteX64" fmla="*/ 74719 w 305162"/>
              <a:gd name="connsiteY64" fmla="*/ 326887 h 456652"/>
              <a:gd name="connsiteX65" fmla="*/ 69582 w 305162"/>
              <a:gd name="connsiteY65" fmla="*/ 313948 h 456652"/>
              <a:gd name="connsiteX66" fmla="*/ 65396 w 305162"/>
              <a:gd name="connsiteY66" fmla="*/ 309572 h 456652"/>
              <a:gd name="connsiteX67" fmla="*/ 65396 w 305162"/>
              <a:gd name="connsiteY67" fmla="*/ 19027 h 456652"/>
              <a:gd name="connsiteX68" fmla="*/ 274885 w 305162"/>
              <a:gd name="connsiteY68" fmla="*/ 18456 h 456652"/>
              <a:gd name="connsiteX69" fmla="*/ 274885 w 305162"/>
              <a:gd name="connsiteY69" fmla="*/ 298346 h 456652"/>
              <a:gd name="connsiteX70" fmla="*/ 274885 w 305162"/>
              <a:gd name="connsiteY70" fmla="*/ 302151 h 456652"/>
              <a:gd name="connsiteX71" fmla="*/ 275456 w 305162"/>
              <a:gd name="connsiteY71" fmla="*/ 304054 h 456652"/>
              <a:gd name="connsiteX72" fmla="*/ 287443 w 305162"/>
              <a:gd name="connsiteY72" fmla="*/ 332595 h 456652"/>
              <a:gd name="connsiteX73" fmla="*/ 253004 w 305162"/>
              <a:gd name="connsiteY73" fmla="*/ 332595 h 456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305162" h="456652">
                <a:moveTo>
                  <a:pt x="303806" y="323652"/>
                </a:moveTo>
                <a:cubicBezTo>
                  <a:pt x="302284" y="319656"/>
                  <a:pt x="296005" y="303864"/>
                  <a:pt x="293342" y="298536"/>
                </a:cubicBezTo>
                <a:cubicBezTo>
                  <a:pt x="293342" y="298536"/>
                  <a:pt x="293342" y="19027"/>
                  <a:pt x="293342" y="19027"/>
                </a:cubicBezTo>
                <a:cubicBezTo>
                  <a:pt x="293342" y="14080"/>
                  <a:pt x="291439" y="9323"/>
                  <a:pt x="287824" y="5708"/>
                </a:cubicBezTo>
                <a:cubicBezTo>
                  <a:pt x="284209" y="2093"/>
                  <a:pt x="279642" y="190"/>
                  <a:pt x="274505" y="190"/>
                </a:cubicBezTo>
                <a:cubicBezTo>
                  <a:pt x="274505" y="190"/>
                  <a:pt x="64635" y="0"/>
                  <a:pt x="64635" y="0"/>
                </a:cubicBezTo>
                <a:cubicBezTo>
                  <a:pt x="59878" y="0"/>
                  <a:pt x="55312" y="1903"/>
                  <a:pt x="51697" y="5328"/>
                </a:cubicBezTo>
                <a:cubicBezTo>
                  <a:pt x="48081" y="8943"/>
                  <a:pt x="45988" y="14080"/>
                  <a:pt x="45988" y="19408"/>
                </a:cubicBezTo>
                <a:cubicBezTo>
                  <a:pt x="45988" y="19408"/>
                  <a:pt x="46559" y="296634"/>
                  <a:pt x="45988" y="312616"/>
                </a:cubicBezTo>
                <a:cubicBezTo>
                  <a:pt x="45988" y="316041"/>
                  <a:pt x="47130" y="318325"/>
                  <a:pt x="52267" y="323842"/>
                </a:cubicBezTo>
                <a:lnTo>
                  <a:pt x="55312" y="327077"/>
                </a:lnTo>
                <a:cubicBezTo>
                  <a:pt x="55312" y="327077"/>
                  <a:pt x="55312" y="353715"/>
                  <a:pt x="55502" y="355047"/>
                </a:cubicBezTo>
                <a:lnTo>
                  <a:pt x="44847" y="361136"/>
                </a:lnTo>
                <a:cubicBezTo>
                  <a:pt x="41802" y="362848"/>
                  <a:pt x="39329" y="365322"/>
                  <a:pt x="37426" y="368366"/>
                </a:cubicBezTo>
                <a:lnTo>
                  <a:pt x="3938" y="426209"/>
                </a:lnTo>
                <a:cubicBezTo>
                  <a:pt x="1845" y="429824"/>
                  <a:pt x="513" y="432297"/>
                  <a:pt x="133" y="435722"/>
                </a:cubicBezTo>
                <a:cubicBezTo>
                  <a:pt x="-818" y="444284"/>
                  <a:pt x="3368" y="452847"/>
                  <a:pt x="11739" y="455701"/>
                </a:cubicBezTo>
                <a:cubicBezTo>
                  <a:pt x="13832" y="456462"/>
                  <a:pt x="15735" y="456652"/>
                  <a:pt x="17828" y="456652"/>
                </a:cubicBezTo>
                <a:cubicBezTo>
                  <a:pt x="21063" y="456652"/>
                  <a:pt x="20492" y="456652"/>
                  <a:pt x="26390" y="454749"/>
                </a:cubicBezTo>
                <a:cubicBezTo>
                  <a:pt x="26390" y="454749"/>
                  <a:pt x="42563" y="449041"/>
                  <a:pt x="47511" y="447329"/>
                </a:cubicBezTo>
                <a:cubicBezTo>
                  <a:pt x="48462" y="446948"/>
                  <a:pt x="49033" y="446948"/>
                  <a:pt x="50555" y="446948"/>
                </a:cubicBezTo>
                <a:cubicBezTo>
                  <a:pt x="60830" y="446948"/>
                  <a:pt x="66728" y="446948"/>
                  <a:pt x="88990" y="446948"/>
                </a:cubicBezTo>
                <a:cubicBezTo>
                  <a:pt x="94127" y="446948"/>
                  <a:pt x="99074" y="444475"/>
                  <a:pt x="102689" y="441050"/>
                </a:cubicBezTo>
                <a:lnTo>
                  <a:pt x="112203" y="432297"/>
                </a:lnTo>
                <a:cubicBezTo>
                  <a:pt x="114486" y="434200"/>
                  <a:pt x="124380" y="442191"/>
                  <a:pt x="127805" y="444665"/>
                </a:cubicBezTo>
                <a:cubicBezTo>
                  <a:pt x="128947" y="445426"/>
                  <a:pt x="130279" y="446377"/>
                  <a:pt x="131801" y="446758"/>
                </a:cubicBezTo>
                <a:cubicBezTo>
                  <a:pt x="133323" y="447138"/>
                  <a:pt x="134845" y="447329"/>
                  <a:pt x="136367" y="447329"/>
                </a:cubicBezTo>
                <a:cubicBezTo>
                  <a:pt x="143217" y="447329"/>
                  <a:pt x="150067" y="443714"/>
                  <a:pt x="153111" y="433249"/>
                </a:cubicBezTo>
                <a:cubicBezTo>
                  <a:pt x="153111" y="433249"/>
                  <a:pt x="156536" y="422403"/>
                  <a:pt x="157868" y="418788"/>
                </a:cubicBezTo>
                <a:cubicBezTo>
                  <a:pt x="158629" y="418788"/>
                  <a:pt x="162054" y="418788"/>
                  <a:pt x="162054" y="418788"/>
                </a:cubicBezTo>
                <a:lnTo>
                  <a:pt x="166430" y="430965"/>
                </a:lnTo>
                <a:cubicBezTo>
                  <a:pt x="168714" y="436293"/>
                  <a:pt x="173280" y="440098"/>
                  <a:pt x="178417" y="441621"/>
                </a:cubicBezTo>
                <a:cubicBezTo>
                  <a:pt x="180130" y="442191"/>
                  <a:pt x="181842" y="442382"/>
                  <a:pt x="183365" y="442382"/>
                </a:cubicBezTo>
                <a:cubicBezTo>
                  <a:pt x="186789" y="442382"/>
                  <a:pt x="190214" y="441240"/>
                  <a:pt x="193259" y="439337"/>
                </a:cubicBezTo>
                <a:cubicBezTo>
                  <a:pt x="193259" y="439337"/>
                  <a:pt x="209051" y="428682"/>
                  <a:pt x="209622" y="428302"/>
                </a:cubicBezTo>
                <a:cubicBezTo>
                  <a:pt x="214379" y="424686"/>
                  <a:pt x="216852" y="419359"/>
                  <a:pt x="216852" y="413460"/>
                </a:cubicBezTo>
                <a:lnTo>
                  <a:pt x="216852" y="395575"/>
                </a:lnTo>
                <a:lnTo>
                  <a:pt x="240256" y="379592"/>
                </a:lnTo>
                <a:cubicBezTo>
                  <a:pt x="242729" y="377499"/>
                  <a:pt x="244632" y="374835"/>
                  <a:pt x="245583" y="371601"/>
                </a:cubicBezTo>
                <a:cubicBezTo>
                  <a:pt x="246344" y="369317"/>
                  <a:pt x="250911" y="355427"/>
                  <a:pt x="252243" y="352003"/>
                </a:cubicBezTo>
                <a:lnTo>
                  <a:pt x="286492" y="352003"/>
                </a:lnTo>
                <a:cubicBezTo>
                  <a:pt x="293151" y="352003"/>
                  <a:pt x="299240" y="348197"/>
                  <a:pt x="302665" y="342489"/>
                </a:cubicBezTo>
                <a:cubicBezTo>
                  <a:pt x="306090" y="336781"/>
                  <a:pt x="305709" y="330312"/>
                  <a:pt x="303236" y="324223"/>
                </a:cubicBezTo>
                <a:close/>
                <a:moveTo>
                  <a:pt x="252623" y="332785"/>
                </a:moveTo>
                <a:cubicBezTo>
                  <a:pt x="244632" y="332785"/>
                  <a:pt x="237211" y="338113"/>
                  <a:pt x="234548" y="345533"/>
                </a:cubicBezTo>
                <a:cubicBezTo>
                  <a:pt x="233406" y="348768"/>
                  <a:pt x="230552" y="358472"/>
                  <a:pt x="229220" y="363990"/>
                </a:cubicBezTo>
                <a:lnTo>
                  <a:pt x="206768" y="379211"/>
                </a:lnTo>
                <a:cubicBezTo>
                  <a:pt x="201631" y="382827"/>
                  <a:pt x="198396" y="388725"/>
                  <a:pt x="198396" y="395004"/>
                </a:cubicBezTo>
                <a:lnTo>
                  <a:pt x="198396" y="412890"/>
                </a:lnTo>
                <a:cubicBezTo>
                  <a:pt x="197445" y="413651"/>
                  <a:pt x="184696" y="423354"/>
                  <a:pt x="184696" y="423354"/>
                </a:cubicBezTo>
                <a:lnTo>
                  <a:pt x="180701" y="412319"/>
                </a:lnTo>
                <a:cubicBezTo>
                  <a:pt x="178227" y="405088"/>
                  <a:pt x="171568" y="400522"/>
                  <a:pt x="164147" y="399761"/>
                </a:cubicBezTo>
                <a:cubicBezTo>
                  <a:pt x="164147" y="399761"/>
                  <a:pt x="151399" y="399000"/>
                  <a:pt x="148355" y="401664"/>
                </a:cubicBezTo>
                <a:cubicBezTo>
                  <a:pt x="146071" y="403186"/>
                  <a:pt x="143598" y="404327"/>
                  <a:pt x="140363" y="412509"/>
                </a:cubicBezTo>
                <a:lnTo>
                  <a:pt x="135606" y="426399"/>
                </a:lnTo>
                <a:lnTo>
                  <a:pt x="125902" y="418217"/>
                </a:lnTo>
                <a:cubicBezTo>
                  <a:pt x="118482" y="410987"/>
                  <a:pt x="106495" y="410797"/>
                  <a:pt x="98884" y="418407"/>
                </a:cubicBezTo>
                <a:lnTo>
                  <a:pt x="89370" y="428111"/>
                </a:lnTo>
                <a:cubicBezTo>
                  <a:pt x="69011" y="428111"/>
                  <a:pt x="53980" y="428111"/>
                  <a:pt x="50555" y="428111"/>
                </a:cubicBezTo>
                <a:cubicBezTo>
                  <a:pt x="49984" y="428111"/>
                  <a:pt x="48842" y="428111"/>
                  <a:pt x="48272" y="428111"/>
                </a:cubicBezTo>
                <a:cubicBezTo>
                  <a:pt x="43515" y="429253"/>
                  <a:pt x="20111" y="436864"/>
                  <a:pt x="20111" y="436864"/>
                </a:cubicBezTo>
                <a:lnTo>
                  <a:pt x="54360" y="377689"/>
                </a:lnTo>
                <a:lnTo>
                  <a:pt x="65016" y="371601"/>
                </a:lnTo>
                <a:cubicBezTo>
                  <a:pt x="70914" y="368366"/>
                  <a:pt x="74529" y="362277"/>
                  <a:pt x="74719" y="355618"/>
                </a:cubicBezTo>
                <a:cubicBezTo>
                  <a:pt x="74719" y="353525"/>
                  <a:pt x="74719" y="326887"/>
                  <a:pt x="74719" y="326887"/>
                </a:cubicBezTo>
                <a:cubicBezTo>
                  <a:pt x="74719" y="321940"/>
                  <a:pt x="72817" y="317373"/>
                  <a:pt x="69582" y="313948"/>
                </a:cubicBezTo>
                <a:lnTo>
                  <a:pt x="65396" y="309572"/>
                </a:lnTo>
                <a:cubicBezTo>
                  <a:pt x="64825" y="293399"/>
                  <a:pt x="65396" y="19027"/>
                  <a:pt x="65396" y="19027"/>
                </a:cubicBezTo>
                <a:lnTo>
                  <a:pt x="274885" y="18456"/>
                </a:lnTo>
                <a:lnTo>
                  <a:pt x="274885" y="298346"/>
                </a:lnTo>
                <a:cubicBezTo>
                  <a:pt x="274885" y="299868"/>
                  <a:pt x="274885" y="301200"/>
                  <a:pt x="274885" y="302151"/>
                </a:cubicBezTo>
                <a:lnTo>
                  <a:pt x="275456" y="304054"/>
                </a:lnTo>
                <a:cubicBezTo>
                  <a:pt x="282686" y="320798"/>
                  <a:pt x="285160" y="326126"/>
                  <a:pt x="287443" y="332595"/>
                </a:cubicBezTo>
                <a:lnTo>
                  <a:pt x="253004" y="33259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Graphic 27" descr="Iowa icon.">
            <a:extLst>
              <a:ext uri="{FF2B5EF4-FFF2-40B4-BE49-F238E27FC236}">
                <a16:creationId xmlns:a16="http://schemas.microsoft.com/office/drawing/2014/main" id="{80A8C12C-9DA4-582B-6D43-D9BC1C506687}"/>
              </a:ext>
            </a:extLst>
          </p:cNvPr>
          <p:cNvSpPr/>
          <p:nvPr/>
        </p:nvSpPr>
        <p:spPr>
          <a:xfrm>
            <a:off x="957570" y="3387007"/>
            <a:ext cx="456482" cy="304437"/>
          </a:xfrm>
          <a:custGeom>
            <a:avLst/>
            <a:gdLst>
              <a:gd name="connsiteX0" fmla="*/ 450774 w 456482"/>
              <a:gd name="connsiteY0" fmla="*/ 132810 h 304437"/>
              <a:gd name="connsiteX1" fmla="*/ 436504 w 456482"/>
              <a:gd name="connsiteY1" fmla="*/ 118730 h 304437"/>
              <a:gd name="connsiteX2" fmla="*/ 420140 w 456482"/>
              <a:gd name="connsiteY2" fmla="*/ 86383 h 304437"/>
              <a:gd name="connsiteX3" fmla="*/ 402826 w 456482"/>
              <a:gd name="connsiteY3" fmla="*/ 75918 h 304437"/>
              <a:gd name="connsiteX4" fmla="*/ 395786 w 456482"/>
              <a:gd name="connsiteY4" fmla="*/ 75918 h 304437"/>
              <a:gd name="connsiteX5" fmla="*/ 381325 w 456482"/>
              <a:gd name="connsiteY5" fmla="*/ 47948 h 304437"/>
              <a:gd name="connsiteX6" fmla="*/ 386653 w 456482"/>
              <a:gd name="connsiteY6" fmla="*/ 37103 h 304437"/>
              <a:gd name="connsiteX7" fmla="*/ 386653 w 456482"/>
              <a:gd name="connsiteY7" fmla="*/ 20169 h 304437"/>
              <a:gd name="connsiteX8" fmla="*/ 381896 w 456482"/>
              <a:gd name="connsiteY8" fmla="*/ 10465 h 304437"/>
              <a:gd name="connsiteX9" fmla="*/ 364962 w 456482"/>
              <a:gd name="connsiteY9" fmla="*/ 0 h 304437"/>
              <a:gd name="connsiteX10" fmla="*/ 24375 w 456482"/>
              <a:gd name="connsiteY10" fmla="*/ 0 h 304437"/>
              <a:gd name="connsiteX11" fmla="*/ 8202 w 456482"/>
              <a:gd name="connsiteY11" fmla="*/ 9133 h 304437"/>
              <a:gd name="connsiteX12" fmla="*/ 7441 w 456482"/>
              <a:gd name="connsiteY12" fmla="*/ 27780 h 304437"/>
              <a:gd name="connsiteX13" fmla="*/ 17335 w 456482"/>
              <a:gd name="connsiteY13" fmla="*/ 46807 h 304437"/>
              <a:gd name="connsiteX14" fmla="*/ 3065 w 456482"/>
              <a:gd name="connsiteY14" fmla="*/ 68688 h 304437"/>
              <a:gd name="connsiteX15" fmla="*/ 21 w 456482"/>
              <a:gd name="connsiteY15" fmla="*/ 79153 h 304437"/>
              <a:gd name="connsiteX16" fmla="*/ 21 w 456482"/>
              <a:gd name="connsiteY16" fmla="*/ 91521 h 304437"/>
              <a:gd name="connsiteX17" fmla="*/ 5538 w 456482"/>
              <a:gd name="connsiteY17" fmla="*/ 104649 h 304437"/>
              <a:gd name="connsiteX18" fmla="*/ 15052 w 456482"/>
              <a:gd name="connsiteY18" fmla="*/ 114163 h 304437"/>
              <a:gd name="connsiteX19" fmla="*/ 17335 w 456482"/>
              <a:gd name="connsiteY19" fmla="*/ 116446 h 304437"/>
              <a:gd name="connsiteX20" fmla="*/ 19048 w 456482"/>
              <a:gd name="connsiteY20" fmla="*/ 120442 h 304437"/>
              <a:gd name="connsiteX21" fmla="*/ 19048 w 456482"/>
              <a:gd name="connsiteY21" fmla="*/ 137186 h 304437"/>
              <a:gd name="connsiteX22" fmla="*/ 29513 w 456482"/>
              <a:gd name="connsiteY22" fmla="*/ 154310 h 304437"/>
              <a:gd name="connsiteX23" fmla="*/ 37885 w 456482"/>
              <a:gd name="connsiteY23" fmla="*/ 158116 h 304437"/>
              <a:gd name="connsiteX24" fmla="*/ 37885 w 456482"/>
              <a:gd name="connsiteY24" fmla="*/ 209299 h 304437"/>
              <a:gd name="connsiteX25" fmla="*/ 51584 w 456482"/>
              <a:gd name="connsiteY25" fmla="*/ 227184 h 304437"/>
              <a:gd name="connsiteX26" fmla="*/ 55390 w 456482"/>
              <a:gd name="connsiteY26" fmla="*/ 269615 h 304437"/>
              <a:gd name="connsiteX27" fmla="*/ 74226 w 456482"/>
              <a:gd name="connsiteY27" fmla="*/ 285598 h 304437"/>
              <a:gd name="connsiteX28" fmla="*/ 336040 w 456482"/>
              <a:gd name="connsiteY28" fmla="*/ 285598 h 304437"/>
              <a:gd name="connsiteX29" fmla="*/ 341368 w 456482"/>
              <a:gd name="connsiteY29" fmla="*/ 296063 h 304437"/>
              <a:gd name="connsiteX30" fmla="*/ 357160 w 456482"/>
              <a:gd name="connsiteY30" fmla="*/ 304435 h 304437"/>
              <a:gd name="connsiteX31" fmla="*/ 362298 w 456482"/>
              <a:gd name="connsiteY31" fmla="*/ 304435 h 304437"/>
              <a:gd name="connsiteX32" fmla="*/ 375046 w 456482"/>
              <a:gd name="connsiteY32" fmla="*/ 299107 h 304437"/>
              <a:gd name="connsiteX33" fmla="*/ 380374 w 456482"/>
              <a:gd name="connsiteY33" fmla="*/ 285408 h 304437"/>
              <a:gd name="connsiteX34" fmla="*/ 380374 w 456482"/>
              <a:gd name="connsiteY34" fmla="*/ 274562 h 304437"/>
              <a:gd name="connsiteX35" fmla="*/ 389887 w 456482"/>
              <a:gd name="connsiteY35" fmla="*/ 258389 h 304437"/>
              <a:gd name="connsiteX36" fmla="*/ 389887 w 456482"/>
              <a:gd name="connsiteY36" fmla="*/ 252871 h 304437"/>
              <a:gd name="connsiteX37" fmla="*/ 399781 w 456482"/>
              <a:gd name="connsiteY37" fmla="*/ 247163 h 304437"/>
              <a:gd name="connsiteX38" fmla="*/ 404538 w 456482"/>
              <a:gd name="connsiteY38" fmla="*/ 239742 h 304437"/>
              <a:gd name="connsiteX39" fmla="*/ 402255 w 456482"/>
              <a:gd name="connsiteY39" fmla="*/ 224330 h 304437"/>
              <a:gd name="connsiteX40" fmla="*/ 394834 w 456482"/>
              <a:gd name="connsiteY40" fmla="*/ 213865 h 304437"/>
              <a:gd name="connsiteX41" fmla="*/ 428703 w 456482"/>
              <a:gd name="connsiteY41" fmla="*/ 200166 h 304437"/>
              <a:gd name="connsiteX42" fmla="*/ 437265 w 456482"/>
              <a:gd name="connsiteY42" fmla="*/ 193316 h 304437"/>
              <a:gd name="connsiteX43" fmla="*/ 453438 w 456482"/>
              <a:gd name="connsiteY43" fmla="*/ 169342 h 304437"/>
              <a:gd name="connsiteX44" fmla="*/ 456482 w 456482"/>
              <a:gd name="connsiteY44" fmla="*/ 158877 h 304437"/>
              <a:gd name="connsiteX45" fmla="*/ 456482 w 456482"/>
              <a:gd name="connsiteY45" fmla="*/ 146699 h 304437"/>
              <a:gd name="connsiteX46" fmla="*/ 450774 w 456482"/>
              <a:gd name="connsiteY46" fmla="*/ 133190 h 304437"/>
              <a:gd name="connsiteX47" fmla="*/ 437265 w 456482"/>
              <a:gd name="connsiteY47" fmla="*/ 158687 h 304437"/>
              <a:gd name="connsiteX48" fmla="*/ 421472 w 456482"/>
              <a:gd name="connsiteY48" fmla="*/ 182280 h 304437"/>
              <a:gd name="connsiteX49" fmla="*/ 387414 w 456482"/>
              <a:gd name="connsiteY49" fmla="*/ 196170 h 304437"/>
              <a:gd name="connsiteX50" fmla="*/ 376378 w 456482"/>
              <a:gd name="connsiteY50" fmla="*/ 207777 h 304437"/>
              <a:gd name="connsiteX51" fmla="*/ 378090 w 456482"/>
              <a:gd name="connsiteY51" fmla="*/ 223569 h 304437"/>
              <a:gd name="connsiteX52" fmla="*/ 385321 w 456482"/>
              <a:gd name="connsiteY52" fmla="*/ 233654 h 304437"/>
              <a:gd name="connsiteX53" fmla="*/ 381325 w 456482"/>
              <a:gd name="connsiteY53" fmla="*/ 235747 h 304437"/>
              <a:gd name="connsiteX54" fmla="*/ 371050 w 456482"/>
              <a:gd name="connsiteY54" fmla="*/ 252300 h 304437"/>
              <a:gd name="connsiteX55" fmla="*/ 371050 w 456482"/>
              <a:gd name="connsiteY55" fmla="*/ 259531 h 304437"/>
              <a:gd name="connsiteX56" fmla="*/ 361346 w 456482"/>
              <a:gd name="connsiteY56" fmla="*/ 275513 h 304437"/>
              <a:gd name="connsiteX57" fmla="*/ 361346 w 456482"/>
              <a:gd name="connsiteY57" fmla="*/ 285217 h 304437"/>
              <a:gd name="connsiteX58" fmla="*/ 357351 w 456482"/>
              <a:gd name="connsiteY58" fmla="*/ 285217 h 304437"/>
              <a:gd name="connsiteX59" fmla="*/ 353355 w 456482"/>
              <a:gd name="connsiteY59" fmla="*/ 276655 h 304437"/>
              <a:gd name="connsiteX60" fmla="*/ 336231 w 456482"/>
              <a:gd name="connsiteY60" fmla="*/ 266190 h 304437"/>
              <a:gd name="connsiteX61" fmla="*/ 313588 w 456482"/>
              <a:gd name="connsiteY61" fmla="*/ 266190 h 304437"/>
              <a:gd name="connsiteX62" fmla="*/ 74226 w 456482"/>
              <a:gd name="connsiteY62" fmla="*/ 266380 h 304437"/>
              <a:gd name="connsiteX63" fmla="*/ 73656 w 456482"/>
              <a:gd name="connsiteY63" fmla="*/ 260292 h 304437"/>
              <a:gd name="connsiteX64" fmla="*/ 70421 w 456482"/>
              <a:gd name="connsiteY64" fmla="*/ 223379 h 304437"/>
              <a:gd name="connsiteX65" fmla="*/ 56912 w 456482"/>
              <a:gd name="connsiteY65" fmla="*/ 209109 h 304437"/>
              <a:gd name="connsiteX66" fmla="*/ 56912 w 456482"/>
              <a:gd name="connsiteY66" fmla="*/ 158116 h 304437"/>
              <a:gd name="connsiteX67" fmla="*/ 46257 w 456482"/>
              <a:gd name="connsiteY67" fmla="*/ 140991 h 304437"/>
              <a:gd name="connsiteX68" fmla="*/ 37885 w 456482"/>
              <a:gd name="connsiteY68" fmla="*/ 137186 h 304437"/>
              <a:gd name="connsiteX69" fmla="*/ 37885 w 456482"/>
              <a:gd name="connsiteY69" fmla="*/ 119300 h 304437"/>
              <a:gd name="connsiteX70" fmla="*/ 30654 w 456482"/>
              <a:gd name="connsiteY70" fmla="*/ 103127 h 304437"/>
              <a:gd name="connsiteX71" fmla="*/ 24185 w 456482"/>
              <a:gd name="connsiteY71" fmla="*/ 96848 h 304437"/>
              <a:gd name="connsiteX72" fmla="*/ 18667 w 456482"/>
              <a:gd name="connsiteY72" fmla="*/ 91330 h 304437"/>
              <a:gd name="connsiteX73" fmla="*/ 18667 w 456482"/>
              <a:gd name="connsiteY73" fmla="*/ 79153 h 304437"/>
              <a:gd name="connsiteX74" fmla="*/ 32938 w 456482"/>
              <a:gd name="connsiteY74" fmla="*/ 57272 h 304437"/>
              <a:gd name="connsiteX75" fmla="*/ 33889 w 456482"/>
              <a:gd name="connsiteY75" fmla="*/ 38054 h 304437"/>
              <a:gd name="connsiteX76" fmla="*/ 24185 w 456482"/>
              <a:gd name="connsiteY76" fmla="*/ 19217 h 304437"/>
              <a:gd name="connsiteX77" fmla="*/ 364771 w 456482"/>
              <a:gd name="connsiteY77" fmla="*/ 19217 h 304437"/>
              <a:gd name="connsiteX78" fmla="*/ 369338 w 456482"/>
              <a:gd name="connsiteY78" fmla="*/ 28731 h 304437"/>
              <a:gd name="connsiteX79" fmla="*/ 364201 w 456482"/>
              <a:gd name="connsiteY79" fmla="*/ 39006 h 304437"/>
              <a:gd name="connsiteX80" fmla="*/ 363630 w 456482"/>
              <a:gd name="connsiteY80" fmla="*/ 56130 h 304437"/>
              <a:gd name="connsiteX81" fmla="*/ 378471 w 456482"/>
              <a:gd name="connsiteY81" fmla="*/ 84861 h 304437"/>
              <a:gd name="connsiteX82" fmla="*/ 395405 w 456482"/>
              <a:gd name="connsiteY82" fmla="*/ 95326 h 304437"/>
              <a:gd name="connsiteX83" fmla="*/ 402635 w 456482"/>
              <a:gd name="connsiteY83" fmla="*/ 95326 h 304437"/>
              <a:gd name="connsiteX84" fmla="*/ 418428 w 456482"/>
              <a:gd name="connsiteY84" fmla="*/ 126721 h 304437"/>
              <a:gd name="connsiteX85" fmla="*/ 424707 w 456482"/>
              <a:gd name="connsiteY85" fmla="*/ 134903 h 304437"/>
              <a:gd name="connsiteX86" fmla="*/ 436884 w 456482"/>
              <a:gd name="connsiteY86" fmla="*/ 146699 h 304437"/>
              <a:gd name="connsiteX87" fmla="*/ 436884 w 456482"/>
              <a:gd name="connsiteY87" fmla="*/ 159067 h 30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56482" h="304437">
                <a:moveTo>
                  <a:pt x="450774" y="132810"/>
                </a:moveTo>
                <a:cubicBezTo>
                  <a:pt x="450774" y="132810"/>
                  <a:pt x="436884" y="119300"/>
                  <a:pt x="436504" y="118730"/>
                </a:cubicBezTo>
                <a:lnTo>
                  <a:pt x="420140" y="86383"/>
                </a:lnTo>
                <a:cubicBezTo>
                  <a:pt x="416906" y="79914"/>
                  <a:pt x="410437" y="75918"/>
                  <a:pt x="402826" y="75918"/>
                </a:cubicBezTo>
                <a:lnTo>
                  <a:pt x="395786" y="75918"/>
                </a:lnTo>
                <a:cubicBezTo>
                  <a:pt x="395786" y="75918"/>
                  <a:pt x="382467" y="50612"/>
                  <a:pt x="381325" y="47948"/>
                </a:cubicBezTo>
                <a:lnTo>
                  <a:pt x="386653" y="37103"/>
                </a:lnTo>
                <a:cubicBezTo>
                  <a:pt x="389316" y="31775"/>
                  <a:pt x="389316" y="25496"/>
                  <a:pt x="386653" y="20169"/>
                </a:cubicBezTo>
                <a:lnTo>
                  <a:pt x="381896" y="10465"/>
                </a:lnTo>
                <a:cubicBezTo>
                  <a:pt x="378661" y="3996"/>
                  <a:pt x="372192" y="0"/>
                  <a:pt x="364962" y="0"/>
                </a:cubicBezTo>
                <a:lnTo>
                  <a:pt x="24375" y="0"/>
                </a:lnTo>
                <a:cubicBezTo>
                  <a:pt x="17716" y="0"/>
                  <a:pt x="11627" y="3425"/>
                  <a:pt x="8202" y="9133"/>
                </a:cubicBezTo>
                <a:cubicBezTo>
                  <a:pt x="4777" y="14841"/>
                  <a:pt x="4968" y="21501"/>
                  <a:pt x="7441" y="27780"/>
                </a:cubicBezTo>
                <a:cubicBezTo>
                  <a:pt x="10295" y="34629"/>
                  <a:pt x="14862" y="42050"/>
                  <a:pt x="17335" y="46807"/>
                </a:cubicBezTo>
                <a:lnTo>
                  <a:pt x="3065" y="68688"/>
                </a:lnTo>
                <a:cubicBezTo>
                  <a:pt x="972" y="71923"/>
                  <a:pt x="-170" y="75538"/>
                  <a:pt x="21" y="79153"/>
                </a:cubicBezTo>
                <a:lnTo>
                  <a:pt x="21" y="91521"/>
                </a:lnTo>
                <a:cubicBezTo>
                  <a:pt x="21" y="96468"/>
                  <a:pt x="2114" y="101225"/>
                  <a:pt x="5538" y="104649"/>
                </a:cubicBezTo>
                <a:cubicBezTo>
                  <a:pt x="5538" y="104649"/>
                  <a:pt x="15052" y="114163"/>
                  <a:pt x="15052" y="114163"/>
                </a:cubicBezTo>
                <a:lnTo>
                  <a:pt x="17335" y="116446"/>
                </a:lnTo>
                <a:cubicBezTo>
                  <a:pt x="18477" y="117588"/>
                  <a:pt x="19048" y="118920"/>
                  <a:pt x="19048" y="120442"/>
                </a:cubicBezTo>
                <a:lnTo>
                  <a:pt x="19048" y="137186"/>
                </a:lnTo>
                <a:cubicBezTo>
                  <a:pt x="19048" y="144226"/>
                  <a:pt x="22853" y="150695"/>
                  <a:pt x="29513" y="154310"/>
                </a:cubicBezTo>
                <a:lnTo>
                  <a:pt x="37885" y="158116"/>
                </a:lnTo>
                <a:lnTo>
                  <a:pt x="37885" y="209299"/>
                </a:lnTo>
                <a:cubicBezTo>
                  <a:pt x="37885" y="217861"/>
                  <a:pt x="43783" y="224901"/>
                  <a:pt x="51584" y="227184"/>
                </a:cubicBezTo>
                <a:cubicBezTo>
                  <a:pt x="51584" y="227184"/>
                  <a:pt x="55199" y="267903"/>
                  <a:pt x="55390" y="269615"/>
                </a:cubicBezTo>
                <a:cubicBezTo>
                  <a:pt x="56912" y="278748"/>
                  <a:pt x="64713" y="285598"/>
                  <a:pt x="74226" y="285598"/>
                </a:cubicBezTo>
                <a:lnTo>
                  <a:pt x="336040" y="285598"/>
                </a:lnTo>
                <a:cubicBezTo>
                  <a:pt x="336040" y="285598"/>
                  <a:pt x="341368" y="296063"/>
                  <a:pt x="341368" y="296063"/>
                </a:cubicBezTo>
                <a:cubicBezTo>
                  <a:pt x="347266" y="304815"/>
                  <a:pt x="350501" y="304435"/>
                  <a:pt x="357160" y="304435"/>
                </a:cubicBezTo>
                <a:cubicBezTo>
                  <a:pt x="357160" y="304435"/>
                  <a:pt x="362298" y="304435"/>
                  <a:pt x="362298" y="304435"/>
                </a:cubicBezTo>
                <a:cubicBezTo>
                  <a:pt x="367055" y="304435"/>
                  <a:pt x="371621" y="302532"/>
                  <a:pt x="375046" y="299107"/>
                </a:cubicBezTo>
                <a:cubicBezTo>
                  <a:pt x="378661" y="295492"/>
                  <a:pt x="380374" y="290735"/>
                  <a:pt x="380374" y="285408"/>
                </a:cubicBezTo>
                <a:lnTo>
                  <a:pt x="380374" y="274562"/>
                </a:lnTo>
                <a:cubicBezTo>
                  <a:pt x="386082" y="271327"/>
                  <a:pt x="390077" y="265429"/>
                  <a:pt x="389887" y="258389"/>
                </a:cubicBezTo>
                <a:lnTo>
                  <a:pt x="389887" y="252871"/>
                </a:lnTo>
                <a:cubicBezTo>
                  <a:pt x="393312" y="251159"/>
                  <a:pt x="396927" y="249827"/>
                  <a:pt x="399781" y="247163"/>
                </a:cubicBezTo>
                <a:cubicBezTo>
                  <a:pt x="401874" y="245070"/>
                  <a:pt x="403587" y="242596"/>
                  <a:pt x="404538" y="239742"/>
                </a:cubicBezTo>
                <a:cubicBezTo>
                  <a:pt x="406251" y="234415"/>
                  <a:pt x="405299" y="228897"/>
                  <a:pt x="402255" y="224330"/>
                </a:cubicBezTo>
                <a:lnTo>
                  <a:pt x="394834" y="213865"/>
                </a:lnTo>
                <a:lnTo>
                  <a:pt x="428703" y="200166"/>
                </a:lnTo>
                <a:cubicBezTo>
                  <a:pt x="432318" y="198644"/>
                  <a:pt x="435172" y="196360"/>
                  <a:pt x="437265" y="193316"/>
                </a:cubicBezTo>
                <a:lnTo>
                  <a:pt x="453438" y="169342"/>
                </a:lnTo>
                <a:cubicBezTo>
                  <a:pt x="455531" y="166297"/>
                  <a:pt x="456482" y="162682"/>
                  <a:pt x="456482" y="158877"/>
                </a:cubicBezTo>
                <a:lnTo>
                  <a:pt x="456482" y="146699"/>
                </a:lnTo>
                <a:cubicBezTo>
                  <a:pt x="456482" y="141752"/>
                  <a:pt x="454580" y="136805"/>
                  <a:pt x="450774" y="133190"/>
                </a:cubicBezTo>
                <a:close/>
                <a:moveTo>
                  <a:pt x="437265" y="158687"/>
                </a:moveTo>
                <a:lnTo>
                  <a:pt x="421472" y="182280"/>
                </a:lnTo>
                <a:lnTo>
                  <a:pt x="387414" y="196170"/>
                </a:lnTo>
                <a:cubicBezTo>
                  <a:pt x="382276" y="198263"/>
                  <a:pt x="378281" y="202449"/>
                  <a:pt x="376378" y="207777"/>
                </a:cubicBezTo>
                <a:cubicBezTo>
                  <a:pt x="374665" y="213104"/>
                  <a:pt x="374856" y="219193"/>
                  <a:pt x="378090" y="223569"/>
                </a:cubicBezTo>
                <a:cubicBezTo>
                  <a:pt x="379232" y="225091"/>
                  <a:pt x="385321" y="233463"/>
                  <a:pt x="385321" y="233654"/>
                </a:cubicBezTo>
                <a:lnTo>
                  <a:pt x="381325" y="235747"/>
                </a:lnTo>
                <a:cubicBezTo>
                  <a:pt x="375236" y="238791"/>
                  <a:pt x="371431" y="244880"/>
                  <a:pt x="371050" y="252300"/>
                </a:cubicBezTo>
                <a:lnTo>
                  <a:pt x="371050" y="259531"/>
                </a:lnTo>
                <a:cubicBezTo>
                  <a:pt x="365342" y="262765"/>
                  <a:pt x="361346" y="268664"/>
                  <a:pt x="361346" y="275513"/>
                </a:cubicBezTo>
                <a:lnTo>
                  <a:pt x="361346" y="285217"/>
                </a:lnTo>
                <a:lnTo>
                  <a:pt x="357351" y="285217"/>
                </a:lnTo>
                <a:lnTo>
                  <a:pt x="353355" y="276655"/>
                </a:lnTo>
                <a:cubicBezTo>
                  <a:pt x="350120" y="270186"/>
                  <a:pt x="343461" y="266951"/>
                  <a:pt x="336231" y="266190"/>
                </a:cubicBezTo>
                <a:lnTo>
                  <a:pt x="313588" y="266190"/>
                </a:lnTo>
                <a:cubicBezTo>
                  <a:pt x="313588" y="266190"/>
                  <a:pt x="74226" y="266380"/>
                  <a:pt x="74226" y="266380"/>
                </a:cubicBezTo>
                <a:cubicBezTo>
                  <a:pt x="73846" y="264478"/>
                  <a:pt x="73656" y="263146"/>
                  <a:pt x="73656" y="260292"/>
                </a:cubicBezTo>
                <a:lnTo>
                  <a:pt x="70421" y="223379"/>
                </a:lnTo>
                <a:cubicBezTo>
                  <a:pt x="68899" y="216339"/>
                  <a:pt x="63571" y="211011"/>
                  <a:pt x="56912" y="209109"/>
                </a:cubicBezTo>
                <a:lnTo>
                  <a:pt x="56912" y="158116"/>
                </a:lnTo>
                <a:cubicBezTo>
                  <a:pt x="56912" y="150885"/>
                  <a:pt x="52916" y="144416"/>
                  <a:pt x="46257" y="140991"/>
                </a:cubicBezTo>
                <a:lnTo>
                  <a:pt x="37885" y="137186"/>
                </a:lnTo>
                <a:lnTo>
                  <a:pt x="37885" y="119300"/>
                </a:lnTo>
                <a:cubicBezTo>
                  <a:pt x="37504" y="113212"/>
                  <a:pt x="35031" y="107503"/>
                  <a:pt x="30654" y="103127"/>
                </a:cubicBezTo>
                <a:cubicBezTo>
                  <a:pt x="30654" y="103127"/>
                  <a:pt x="24375" y="96848"/>
                  <a:pt x="24185" y="96848"/>
                </a:cubicBezTo>
                <a:lnTo>
                  <a:pt x="18667" y="91330"/>
                </a:lnTo>
                <a:lnTo>
                  <a:pt x="18667" y="79153"/>
                </a:lnTo>
                <a:cubicBezTo>
                  <a:pt x="18667" y="79153"/>
                  <a:pt x="32938" y="57272"/>
                  <a:pt x="32938" y="57272"/>
                </a:cubicBezTo>
                <a:cubicBezTo>
                  <a:pt x="36743" y="51564"/>
                  <a:pt x="37124" y="44143"/>
                  <a:pt x="33889" y="38054"/>
                </a:cubicBezTo>
                <a:cubicBezTo>
                  <a:pt x="31415" y="33298"/>
                  <a:pt x="27420" y="25687"/>
                  <a:pt x="24185" y="19217"/>
                </a:cubicBezTo>
                <a:lnTo>
                  <a:pt x="364771" y="19217"/>
                </a:lnTo>
                <a:cubicBezTo>
                  <a:pt x="364771" y="19217"/>
                  <a:pt x="369338" y="28731"/>
                  <a:pt x="369338" y="28731"/>
                </a:cubicBezTo>
                <a:cubicBezTo>
                  <a:pt x="369338" y="28731"/>
                  <a:pt x="364201" y="39006"/>
                  <a:pt x="364201" y="39006"/>
                </a:cubicBezTo>
                <a:cubicBezTo>
                  <a:pt x="361346" y="44333"/>
                  <a:pt x="361156" y="50612"/>
                  <a:pt x="363630" y="56130"/>
                </a:cubicBezTo>
                <a:cubicBezTo>
                  <a:pt x="364771" y="58413"/>
                  <a:pt x="378471" y="84861"/>
                  <a:pt x="378471" y="84861"/>
                </a:cubicBezTo>
                <a:cubicBezTo>
                  <a:pt x="381706" y="91330"/>
                  <a:pt x="388175" y="95326"/>
                  <a:pt x="395405" y="95326"/>
                </a:cubicBezTo>
                <a:lnTo>
                  <a:pt x="402635" y="95326"/>
                </a:lnTo>
                <a:cubicBezTo>
                  <a:pt x="402635" y="95326"/>
                  <a:pt x="418047" y="125579"/>
                  <a:pt x="418428" y="126721"/>
                </a:cubicBezTo>
                <a:cubicBezTo>
                  <a:pt x="419189" y="128814"/>
                  <a:pt x="420331" y="130526"/>
                  <a:pt x="424707" y="134903"/>
                </a:cubicBezTo>
                <a:lnTo>
                  <a:pt x="436884" y="146699"/>
                </a:lnTo>
                <a:lnTo>
                  <a:pt x="436884" y="15906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10" descr="Kansas icon.">
            <a:extLst>
              <a:ext uri="{FF2B5EF4-FFF2-40B4-BE49-F238E27FC236}">
                <a16:creationId xmlns:a16="http://schemas.microsoft.com/office/drawing/2014/main" id="{48C3E218-10DE-F2DF-72FA-9CA80BEA6278}"/>
              </a:ext>
            </a:extLst>
          </p:cNvPr>
          <p:cNvSpPr/>
          <p:nvPr/>
        </p:nvSpPr>
        <p:spPr>
          <a:xfrm>
            <a:off x="2176624" y="3406110"/>
            <a:ext cx="456461" cy="266231"/>
          </a:xfrm>
          <a:custGeom>
            <a:avLst/>
            <a:gdLst>
              <a:gd name="connsiteX0" fmla="*/ 456462 w 456461"/>
              <a:gd name="connsiteY0" fmla="*/ 80907 h 266231"/>
              <a:gd name="connsiteX1" fmla="*/ 448851 w 456461"/>
              <a:gd name="connsiteY1" fmla="*/ 65685 h 266231"/>
              <a:gd name="connsiteX2" fmla="*/ 429633 w 456461"/>
              <a:gd name="connsiteY2" fmla="*/ 51795 h 266231"/>
              <a:gd name="connsiteX3" fmla="*/ 434581 w 456461"/>
              <a:gd name="connsiteY3" fmla="*/ 33148 h 266231"/>
              <a:gd name="connsiteX4" fmla="*/ 431156 w 456461"/>
              <a:gd name="connsiteY4" fmla="*/ 16975 h 266231"/>
              <a:gd name="connsiteX5" fmla="*/ 418978 w 456461"/>
              <a:gd name="connsiteY5" fmla="*/ 9745 h 266231"/>
              <a:gd name="connsiteX6" fmla="*/ 413080 w 456461"/>
              <a:gd name="connsiteY6" fmla="*/ 9745 h 266231"/>
              <a:gd name="connsiteX7" fmla="*/ 409465 w 456461"/>
              <a:gd name="connsiteY7" fmla="*/ 5749 h 266231"/>
              <a:gd name="connsiteX8" fmla="*/ 395765 w 456461"/>
              <a:gd name="connsiteY8" fmla="*/ 41 h 266231"/>
              <a:gd name="connsiteX9" fmla="*/ 19408 w 456461"/>
              <a:gd name="connsiteY9" fmla="*/ 41 h 266231"/>
              <a:gd name="connsiteX10" fmla="*/ 0 w 456461"/>
              <a:gd name="connsiteY10" fmla="*/ 19068 h 266231"/>
              <a:gd name="connsiteX11" fmla="*/ 0 w 456461"/>
              <a:gd name="connsiteY11" fmla="*/ 253293 h 266231"/>
              <a:gd name="connsiteX12" fmla="*/ 3615 w 456461"/>
              <a:gd name="connsiteY12" fmla="*/ 262236 h 266231"/>
              <a:gd name="connsiteX13" fmla="*/ 13319 w 456461"/>
              <a:gd name="connsiteY13" fmla="*/ 266231 h 266231"/>
              <a:gd name="connsiteX14" fmla="*/ 437435 w 456461"/>
              <a:gd name="connsiteY14" fmla="*/ 266231 h 266231"/>
              <a:gd name="connsiteX15" fmla="*/ 456462 w 456461"/>
              <a:gd name="connsiteY15" fmla="*/ 247585 h 266231"/>
              <a:gd name="connsiteX16" fmla="*/ 456462 w 456461"/>
              <a:gd name="connsiteY16" fmla="*/ 80907 h 266231"/>
              <a:gd name="connsiteX17" fmla="*/ 19027 w 456461"/>
              <a:gd name="connsiteY17" fmla="*/ 247204 h 266231"/>
              <a:gd name="connsiteX18" fmla="*/ 19027 w 456461"/>
              <a:gd name="connsiteY18" fmla="*/ 18878 h 266231"/>
              <a:gd name="connsiteX19" fmla="*/ 396526 w 456461"/>
              <a:gd name="connsiteY19" fmla="*/ 18878 h 266231"/>
              <a:gd name="connsiteX20" fmla="*/ 402995 w 456461"/>
              <a:gd name="connsiteY20" fmla="*/ 25538 h 266231"/>
              <a:gd name="connsiteX21" fmla="*/ 416124 w 456461"/>
              <a:gd name="connsiteY21" fmla="*/ 28392 h 266231"/>
              <a:gd name="connsiteX22" fmla="*/ 411558 w 456461"/>
              <a:gd name="connsiteY22" fmla="*/ 45706 h 266231"/>
              <a:gd name="connsiteX23" fmla="*/ 411177 w 456461"/>
              <a:gd name="connsiteY23" fmla="*/ 46848 h 266231"/>
              <a:gd name="connsiteX24" fmla="*/ 420691 w 456461"/>
              <a:gd name="connsiteY24" fmla="*/ 68539 h 266231"/>
              <a:gd name="connsiteX25" fmla="*/ 437625 w 456461"/>
              <a:gd name="connsiteY25" fmla="*/ 81097 h 266231"/>
              <a:gd name="connsiteX26" fmla="*/ 437625 w 456461"/>
              <a:gd name="connsiteY26" fmla="*/ 247014 h 266231"/>
              <a:gd name="connsiteX27" fmla="*/ 18837 w 456461"/>
              <a:gd name="connsiteY27" fmla="*/ 247014 h 26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6461" h="266231">
                <a:moveTo>
                  <a:pt x="456462" y="80907"/>
                </a:moveTo>
                <a:cubicBezTo>
                  <a:pt x="456462" y="74818"/>
                  <a:pt x="453608" y="69300"/>
                  <a:pt x="448851" y="65685"/>
                </a:cubicBezTo>
                <a:lnTo>
                  <a:pt x="429633" y="51795"/>
                </a:lnTo>
                <a:lnTo>
                  <a:pt x="434581" y="33148"/>
                </a:lnTo>
                <a:cubicBezTo>
                  <a:pt x="435912" y="27440"/>
                  <a:pt x="434581" y="21542"/>
                  <a:pt x="431156" y="16975"/>
                </a:cubicBezTo>
                <a:cubicBezTo>
                  <a:pt x="428302" y="13170"/>
                  <a:pt x="423354" y="10696"/>
                  <a:pt x="418978" y="9745"/>
                </a:cubicBezTo>
                <a:lnTo>
                  <a:pt x="413080" y="9745"/>
                </a:lnTo>
                <a:cubicBezTo>
                  <a:pt x="413080" y="9745"/>
                  <a:pt x="409465" y="5749"/>
                  <a:pt x="409465" y="5749"/>
                </a:cubicBezTo>
                <a:cubicBezTo>
                  <a:pt x="405849" y="1944"/>
                  <a:pt x="401093" y="-339"/>
                  <a:pt x="395765" y="41"/>
                </a:cubicBezTo>
                <a:lnTo>
                  <a:pt x="19408" y="41"/>
                </a:lnTo>
                <a:cubicBezTo>
                  <a:pt x="8943" y="41"/>
                  <a:pt x="0" y="8413"/>
                  <a:pt x="0" y="19068"/>
                </a:cubicBezTo>
                <a:lnTo>
                  <a:pt x="0" y="253293"/>
                </a:lnTo>
                <a:cubicBezTo>
                  <a:pt x="0" y="256718"/>
                  <a:pt x="1332" y="259762"/>
                  <a:pt x="3615" y="262236"/>
                </a:cubicBezTo>
                <a:cubicBezTo>
                  <a:pt x="6089" y="264709"/>
                  <a:pt x="9704" y="266231"/>
                  <a:pt x="13319" y="266231"/>
                </a:cubicBezTo>
                <a:lnTo>
                  <a:pt x="437435" y="266231"/>
                </a:lnTo>
                <a:cubicBezTo>
                  <a:pt x="448090" y="266041"/>
                  <a:pt x="456462" y="257859"/>
                  <a:pt x="456462" y="247585"/>
                </a:cubicBezTo>
                <a:lnTo>
                  <a:pt x="456462" y="80907"/>
                </a:lnTo>
                <a:close/>
                <a:moveTo>
                  <a:pt x="19027" y="247204"/>
                </a:moveTo>
                <a:lnTo>
                  <a:pt x="19027" y="18878"/>
                </a:lnTo>
                <a:cubicBezTo>
                  <a:pt x="19027" y="18878"/>
                  <a:pt x="396336" y="18878"/>
                  <a:pt x="396526" y="18878"/>
                </a:cubicBezTo>
                <a:cubicBezTo>
                  <a:pt x="398048" y="20781"/>
                  <a:pt x="400712" y="24396"/>
                  <a:pt x="402995" y="25538"/>
                </a:cubicBezTo>
                <a:cubicBezTo>
                  <a:pt x="408704" y="28392"/>
                  <a:pt x="411558" y="28011"/>
                  <a:pt x="416124" y="28392"/>
                </a:cubicBezTo>
                <a:cubicBezTo>
                  <a:pt x="416124" y="28392"/>
                  <a:pt x="411558" y="45706"/>
                  <a:pt x="411558" y="45706"/>
                </a:cubicBezTo>
                <a:lnTo>
                  <a:pt x="411177" y="46848"/>
                </a:lnTo>
                <a:cubicBezTo>
                  <a:pt x="408894" y="55410"/>
                  <a:pt x="412319" y="62641"/>
                  <a:pt x="420691" y="68539"/>
                </a:cubicBezTo>
                <a:lnTo>
                  <a:pt x="437625" y="81097"/>
                </a:lnTo>
                <a:lnTo>
                  <a:pt x="437625" y="247014"/>
                </a:lnTo>
                <a:cubicBezTo>
                  <a:pt x="437625" y="247014"/>
                  <a:pt x="18837" y="247014"/>
                  <a:pt x="18837" y="247014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Graphic 28" descr="Kentucky icon.">
            <a:extLst>
              <a:ext uri="{FF2B5EF4-FFF2-40B4-BE49-F238E27FC236}">
                <a16:creationId xmlns:a16="http://schemas.microsoft.com/office/drawing/2014/main" id="{ED0AF1FD-AB43-DD8B-D6E4-3F5094C9212E}"/>
              </a:ext>
            </a:extLst>
          </p:cNvPr>
          <p:cNvSpPr/>
          <p:nvPr/>
        </p:nvSpPr>
        <p:spPr>
          <a:xfrm>
            <a:off x="3401607" y="3425001"/>
            <a:ext cx="456730" cy="228448"/>
          </a:xfrm>
          <a:custGeom>
            <a:avLst/>
            <a:gdLst>
              <a:gd name="connsiteX0" fmla="*/ 450158 w 456730"/>
              <a:gd name="connsiteY0" fmla="*/ 118472 h 228448"/>
              <a:gd name="connsiteX1" fmla="*/ 435888 w 456730"/>
              <a:gd name="connsiteY1" fmla="*/ 108007 h 228448"/>
              <a:gd name="connsiteX2" fmla="*/ 427325 w 456730"/>
              <a:gd name="connsiteY2" fmla="*/ 75090 h 228448"/>
              <a:gd name="connsiteX3" fmla="*/ 424091 w 456730"/>
              <a:gd name="connsiteY3" fmla="*/ 68050 h 228448"/>
              <a:gd name="connsiteX4" fmla="*/ 408679 w 456730"/>
              <a:gd name="connsiteY4" fmla="*/ 45217 h 228448"/>
              <a:gd name="connsiteX5" fmla="*/ 399165 w 456730"/>
              <a:gd name="connsiteY5" fmla="*/ 38177 h 228448"/>
              <a:gd name="connsiteX6" fmla="*/ 386417 w 456730"/>
              <a:gd name="connsiteY6" fmla="*/ 38177 h 228448"/>
              <a:gd name="connsiteX7" fmla="*/ 374430 w 456730"/>
              <a:gd name="connsiteY7" fmla="*/ 52067 h 228448"/>
              <a:gd name="connsiteX8" fmla="*/ 336566 w 456730"/>
              <a:gd name="connsiteY8" fmla="*/ 29044 h 228448"/>
              <a:gd name="connsiteX9" fmla="*/ 320393 w 456730"/>
              <a:gd name="connsiteY9" fmla="*/ 12871 h 228448"/>
              <a:gd name="connsiteX10" fmla="*/ 313543 w 456730"/>
              <a:gd name="connsiteY10" fmla="*/ 8685 h 228448"/>
              <a:gd name="connsiteX11" fmla="*/ 291852 w 456730"/>
              <a:gd name="connsiteY11" fmla="*/ 1074 h 228448"/>
              <a:gd name="connsiteX12" fmla="*/ 271493 w 456730"/>
              <a:gd name="connsiteY12" fmla="*/ 6592 h 228448"/>
              <a:gd name="connsiteX13" fmla="*/ 268068 w 456730"/>
              <a:gd name="connsiteY13" fmla="*/ 11349 h 228448"/>
              <a:gd name="connsiteX14" fmla="*/ 267117 w 456730"/>
              <a:gd name="connsiteY14" fmla="*/ 25048 h 228448"/>
              <a:gd name="connsiteX15" fmla="*/ 271112 w 456730"/>
              <a:gd name="connsiteY15" fmla="*/ 32469 h 228448"/>
              <a:gd name="connsiteX16" fmla="*/ 246948 w 456730"/>
              <a:gd name="connsiteY16" fmla="*/ 44646 h 228448"/>
              <a:gd name="connsiteX17" fmla="*/ 235912 w 456730"/>
              <a:gd name="connsiteY17" fmla="*/ 59297 h 228448"/>
              <a:gd name="connsiteX18" fmla="*/ 235912 w 456730"/>
              <a:gd name="connsiteY18" fmla="*/ 62912 h 228448"/>
              <a:gd name="connsiteX19" fmla="*/ 215934 w 456730"/>
              <a:gd name="connsiteY19" fmla="*/ 91453 h 228448"/>
              <a:gd name="connsiteX20" fmla="*/ 212699 w 456730"/>
              <a:gd name="connsiteY20" fmla="*/ 83652 h 228448"/>
              <a:gd name="connsiteX21" fmla="*/ 183207 w 456730"/>
              <a:gd name="connsiteY21" fmla="*/ 85745 h 228448"/>
              <a:gd name="connsiteX22" fmla="*/ 175977 w 456730"/>
              <a:gd name="connsiteY22" fmla="*/ 105914 h 228448"/>
              <a:gd name="connsiteX23" fmla="*/ 171981 w 456730"/>
              <a:gd name="connsiteY23" fmla="*/ 99254 h 228448"/>
              <a:gd name="connsiteX24" fmla="*/ 150861 w 456730"/>
              <a:gd name="connsiteY24" fmla="*/ 94117 h 228448"/>
              <a:gd name="connsiteX25" fmla="*/ 145723 w 456730"/>
              <a:gd name="connsiteY25" fmla="*/ 99825 h 228448"/>
              <a:gd name="connsiteX26" fmla="*/ 143250 w 456730"/>
              <a:gd name="connsiteY26" fmla="*/ 104582 h 228448"/>
              <a:gd name="connsiteX27" fmla="*/ 133546 w 456730"/>
              <a:gd name="connsiteY27" fmla="*/ 104582 h 228448"/>
              <a:gd name="connsiteX28" fmla="*/ 120227 w 456730"/>
              <a:gd name="connsiteY28" fmla="*/ 110100 h 228448"/>
              <a:gd name="connsiteX29" fmla="*/ 119085 w 456730"/>
              <a:gd name="connsiteY29" fmla="*/ 111241 h 228448"/>
              <a:gd name="connsiteX30" fmla="*/ 118515 w 456730"/>
              <a:gd name="connsiteY30" fmla="*/ 111812 h 228448"/>
              <a:gd name="connsiteX31" fmla="*/ 111284 w 456730"/>
              <a:gd name="connsiteY31" fmla="*/ 108197 h 228448"/>
              <a:gd name="connsiteX32" fmla="*/ 97775 w 456730"/>
              <a:gd name="connsiteY32" fmla="*/ 107246 h 228448"/>
              <a:gd name="connsiteX33" fmla="*/ 91115 w 456730"/>
              <a:gd name="connsiteY33" fmla="*/ 110100 h 228448"/>
              <a:gd name="connsiteX34" fmla="*/ 84836 w 456730"/>
              <a:gd name="connsiteY34" fmla="*/ 117140 h 228448"/>
              <a:gd name="connsiteX35" fmla="*/ 81982 w 456730"/>
              <a:gd name="connsiteY35" fmla="*/ 130459 h 228448"/>
              <a:gd name="connsiteX36" fmla="*/ 81982 w 456730"/>
              <a:gd name="connsiteY36" fmla="*/ 136547 h 228448"/>
              <a:gd name="connsiteX37" fmla="*/ 73230 w 456730"/>
              <a:gd name="connsiteY37" fmla="*/ 140733 h 228448"/>
              <a:gd name="connsiteX38" fmla="*/ 62955 w 456730"/>
              <a:gd name="connsiteY38" fmla="*/ 155004 h 228448"/>
              <a:gd name="connsiteX39" fmla="*/ 62575 w 456730"/>
              <a:gd name="connsiteY39" fmla="*/ 157668 h 228448"/>
              <a:gd name="connsiteX40" fmla="*/ 52681 w 456730"/>
              <a:gd name="connsiteY40" fmla="*/ 153672 h 228448"/>
              <a:gd name="connsiteX41" fmla="*/ 36698 w 456730"/>
              <a:gd name="connsiteY41" fmla="*/ 152911 h 228448"/>
              <a:gd name="connsiteX42" fmla="*/ 28135 w 456730"/>
              <a:gd name="connsiteY42" fmla="*/ 157668 h 228448"/>
              <a:gd name="connsiteX43" fmla="*/ 19383 w 456730"/>
              <a:gd name="connsiteY43" fmla="*/ 169845 h 228448"/>
              <a:gd name="connsiteX44" fmla="*/ 22618 w 456730"/>
              <a:gd name="connsiteY44" fmla="*/ 185447 h 228448"/>
              <a:gd name="connsiteX45" fmla="*/ 8728 w 456730"/>
              <a:gd name="connsiteY45" fmla="*/ 195341 h 228448"/>
              <a:gd name="connsiteX46" fmla="*/ 166 w 456730"/>
              <a:gd name="connsiteY46" fmla="*/ 207519 h 228448"/>
              <a:gd name="connsiteX47" fmla="*/ 4161 w 456730"/>
              <a:gd name="connsiteY47" fmla="*/ 221218 h 228448"/>
              <a:gd name="connsiteX48" fmla="*/ 19764 w 456730"/>
              <a:gd name="connsiteY48" fmla="*/ 228449 h 228448"/>
              <a:gd name="connsiteX49" fmla="*/ 82173 w 456730"/>
              <a:gd name="connsiteY49" fmla="*/ 228449 h 228448"/>
              <a:gd name="connsiteX50" fmla="*/ 96062 w 456730"/>
              <a:gd name="connsiteY50" fmla="*/ 223121 h 228448"/>
              <a:gd name="connsiteX51" fmla="*/ 100819 w 456730"/>
              <a:gd name="connsiteY51" fmla="*/ 214939 h 228448"/>
              <a:gd name="connsiteX52" fmla="*/ 101580 w 456730"/>
              <a:gd name="connsiteY52" fmla="*/ 209421 h 228448"/>
              <a:gd name="connsiteX53" fmla="*/ 107288 w 456730"/>
              <a:gd name="connsiteY53" fmla="*/ 209421 h 228448"/>
              <a:gd name="connsiteX54" fmla="*/ 113377 w 456730"/>
              <a:gd name="connsiteY54" fmla="*/ 214749 h 228448"/>
              <a:gd name="connsiteX55" fmla="*/ 124413 w 456730"/>
              <a:gd name="connsiteY55" fmla="*/ 218935 h 228448"/>
              <a:gd name="connsiteX56" fmla="*/ 348934 w 456730"/>
              <a:gd name="connsiteY56" fmla="*/ 218935 h 228448"/>
              <a:gd name="connsiteX57" fmla="*/ 355403 w 456730"/>
              <a:gd name="connsiteY57" fmla="*/ 217603 h 228448"/>
              <a:gd name="connsiteX58" fmla="*/ 380138 w 456730"/>
              <a:gd name="connsiteY58" fmla="*/ 209231 h 228448"/>
              <a:gd name="connsiteX59" fmla="*/ 386988 w 456730"/>
              <a:gd name="connsiteY59" fmla="*/ 205045 h 228448"/>
              <a:gd name="connsiteX60" fmla="*/ 423901 w 456730"/>
              <a:gd name="connsiteY60" fmla="*/ 168703 h 228448"/>
              <a:gd name="connsiteX61" fmla="*/ 451300 w 456730"/>
              <a:gd name="connsiteY61" fmla="*/ 146251 h 228448"/>
              <a:gd name="connsiteX62" fmla="*/ 450158 w 456730"/>
              <a:gd name="connsiteY62" fmla="*/ 118472 h 228448"/>
              <a:gd name="connsiteX63" fmla="*/ 412484 w 456730"/>
              <a:gd name="connsiteY63" fmla="*/ 153291 h 228448"/>
              <a:gd name="connsiteX64" fmla="*/ 373859 w 456730"/>
              <a:gd name="connsiteY64" fmla="*/ 190965 h 228448"/>
              <a:gd name="connsiteX65" fmla="*/ 348934 w 456730"/>
              <a:gd name="connsiteY65" fmla="*/ 199718 h 228448"/>
              <a:gd name="connsiteX66" fmla="*/ 125174 w 456730"/>
              <a:gd name="connsiteY66" fmla="*/ 199718 h 228448"/>
              <a:gd name="connsiteX67" fmla="*/ 120608 w 456730"/>
              <a:gd name="connsiteY67" fmla="*/ 195532 h 228448"/>
              <a:gd name="connsiteX68" fmla="*/ 109381 w 456730"/>
              <a:gd name="connsiteY68" fmla="*/ 190014 h 228448"/>
              <a:gd name="connsiteX69" fmla="*/ 100058 w 456730"/>
              <a:gd name="connsiteY69" fmla="*/ 190014 h 228448"/>
              <a:gd name="connsiteX70" fmla="*/ 82553 w 456730"/>
              <a:gd name="connsiteY70" fmla="*/ 207329 h 228448"/>
              <a:gd name="connsiteX71" fmla="*/ 82173 w 456730"/>
              <a:gd name="connsiteY71" fmla="*/ 209231 h 228448"/>
              <a:gd name="connsiteX72" fmla="*/ 22047 w 456730"/>
              <a:gd name="connsiteY72" fmla="*/ 209231 h 228448"/>
              <a:gd name="connsiteX73" fmla="*/ 33844 w 456730"/>
              <a:gd name="connsiteY73" fmla="*/ 200859 h 228448"/>
              <a:gd name="connsiteX74" fmla="*/ 40503 w 456730"/>
              <a:gd name="connsiteY74" fmla="*/ 178978 h 228448"/>
              <a:gd name="connsiteX75" fmla="*/ 39171 w 456730"/>
              <a:gd name="connsiteY75" fmla="*/ 173080 h 228448"/>
              <a:gd name="connsiteX76" fmla="*/ 44879 w 456730"/>
              <a:gd name="connsiteY76" fmla="*/ 170796 h 228448"/>
              <a:gd name="connsiteX77" fmla="*/ 54393 w 456730"/>
              <a:gd name="connsiteY77" fmla="*/ 174982 h 228448"/>
              <a:gd name="connsiteX78" fmla="*/ 63145 w 456730"/>
              <a:gd name="connsiteY78" fmla="*/ 177075 h 228448"/>
              <a:gd name="connsiteX79" fmla="*/ 73040 w 456730"/>
              <a:gd name="connsiteY79" fmla="*/ 174221 h 228448"/>
              <a:gd name="connsiteX80" fmla="*/ 81792 w 456730"/>
              <a:gd name="connsiteY80" fmla="*/ 159190 h 228448"/>
              <a:gd name="connsiteX81" fmla="*/ 82173 w 456730"/>
              <a:gd name="connsiteY81" fmla="*/ 157477 h 228448"/>
              <a:gd name="connsiteX82" fmla="*/ 84836 w 456730"/>
              <a:gd name="connsiteY82" fmla="*/ 156336 h 228448"/>
              <a:gd name="connsiteX83" fmla="*/ 92638 w 456730"/>
              <a:gd name="connsiteY83" fmla="*/ 152721 h 228448"/>
              <a:gd name="connsiteX84" fmla="*/ 101200 w 456730"/>
              <a:gd name="connsiteY84" fmla="*/ 136928 h 228448"/>
              <a:gd name="connsiteX85" fmla="*/ 101200 w 456730"/>
              <a:gd name="connsiteY85" fmla="*/ 126844 h 228448"/>
              <a:gd name="connsiteX86" fmla="*/ 103103 w 456730"/>
              <a:gd name="connsiteY86" fmla="*/ 124941 h 228448"/>
              <a:gd name="connsiteX87" fmla="*/ 112426 w 456730"/>
              <a:gd name="connsiteY87" fmla="*/ 129127 h 228448"/>
              <a:gd name="connsiteX88" fmla="*/ 119085 w 456730"/>
              <a:gd name="connsiteY88" fmla="*/ 130649 h 228448"/>
              <a:gd name="connsiteX89" fmla="*/ 131453 w 456730"/>
              <a:gd name="connsiteY89" fmla="*/ 126273 h 228448"/>
              <a:gd name="connsiteX90" fmla="*/ 134307 w 456730"/>
              <a:gd name="connsiteY90" fmla="*/ 123038 h 228448"/>
              <a:gd name="connsiteX91" fmla="*/ 144201 w 456730"/>
              <a:gd name="connsiteY91" fmla="*/ 123038 h 228448"/>
              <a:gd name="connsiteX92" fmla="*/ 159994 w 456730"/>
              <a:gd name="connsiteY92" fmla="*/ 114666 h 228448"/>
              <a:gd name="connsiteX93" fmla="*/ 163038 w 456730"/>
              <a:gd name="connsiteY93" fmla="*/ 119613 h 228448"/>
              <a:gd name="connsiteX94" fmla="*/ 176547 w 456730"/>
              <a:gd name="connsiteY94" fmla="*/ 125321 h 228448"/>
              <a:gd name="connsiteX95" fmla="*/ 179592 w 456730"/>
              <a:gd name="connsiteY95" fmla="*/ 125131 h 228448"/>
              <a:gd name="connsiteX96" fmla="*/ 193482 w 456730"/>
              <a:gd name="connsiteY96" fmla="*/ 114095 h 228448"/>
              <a:gd name="connsiteX97" fmla="*/ 198999 w 456730"/>
              <a:gd name="connsiteY97" fmla="*/ 99064 h 228448"/>
              <a:gd name="connsiteX98" fmla="*/ 202044 w 456730"/>
              <a:gd name="connsiteY98" fmla="*/ 105153 h 228448"/>
              <a:gd name="connsiteX99" fmla="*/ 215743 w 456730"/>
              <a:gd name="connsiteY99" fmla="*/ 111051 h 228448"/>
              <a:gd name="connsiteX100" fmla="*/ 216314 w 456730"/>
              <a:gd name="connsiteY100" fmla="*/ 111051 h 228448"/>
              <a:gd name="connsiteX101" fmla="*/ 230965 w 456730"/>
              <a:gd name="connsiteY101" fmla="*/ 103440 h 228448"/>
              <a:gd name="connsiteX102" fmla="*/ 251514 w 456730"/>
              <a:gd name="connsiteY102" fmla="*/ 73568 h 228448"/>
              <a:gd name="connsiteX103" fmla="*/ 254749 w 456730"/>
              <a:gd name="connsiteY103" fmla="*/ 63483 h 228448"/>
              <a:gd name="connsiteX104" fmla="*/ 254749 w 456730"/>
              <a:gd name="connsiteY104" fmla="*/ 61771 h 228448"/>
              <a:gd name="connsiteX105" fmla="*/ 280245 w 456730"/>
              <a:gd name="connsiteY105" fmla="*/ 49213 h 228448"/>
              <a:gd name="connsiteX106" fmla="*/ 289378 w 456730"/>
              <a:gd name="connsiteY106" fmla="*/ 25048 h 228448"/>
              <a:gd name="connsiteX107" fmla="*/ 285954 w 456730"/>
              <a:gd name="connsiteY107" fmla="*/ 19340 h 228448"/>
              <a:gd name="connsiteX108" fmla="*/ 285954 w 456730"/>
              <a:gd name="connsiteY108" fmla="*/ 19340 h 228448"/>
              <a:gd name="connsiteX109" fmla="*/ 307454 w 456730"/>
              <a:gd name="connsiteY109" fmla="*/ 26761 h 228448"/>
              <a:gd name="connsiteX110" fmla="*/ 323818 w 456730"/>
              <a:gd name="connsiteY110" fmla="*/ 43124 h 228448"/>
              <a:gd name="connsiteX111" fmla="*/ 364726 w 456730"/>
              <a:gd name="connsiteY111" fmla="*/ 68620 h 228448"/>
              <a:gd name="connsiteX112" fmla="*/ 374430 w 456730"/>
              <a:gd name="connsiteY112" fmla="*/ 71284 h 228448"/>
              <a:gd name="connsiteX113" fmla="*/ 380709 w 456730"/>
              <a:gd name="connsiteY113" fmla="*/ 70333 h 228448"/>
              <a:gd name="connsiteX114" fmla="*/ 391745 w 456730"/>
              <a:gd name="connsiteY114" fmla="*/ 60439 h 228448"/>
              <a:gd name="connsiteX115" fmla="*/ 393457 w 456730"/>
              <a:gd name="connsiteY115" fmla="*/ 57014 h 228448"/>
              <a:gd name="connsiteX116" fmla="*/ 408679 w 456730"/>
              <a:gd name="connsiteY116" fmla="*/ 79466 h 228448"/>
              <a:gd name="connsiteX117" fmla="*/ 417812 w 456730"/>
              <a:gd name="connsiteY117" fmla="*/ 114286 h 228448"/>
              <a:gd name="connsiteX118" fmla="*/ 424091 w 456730"/>
              <a:gd name="connsiteY118" fmla="*/ 122658 h 228448"/>
              <a:gd name="connsiteX119" fmla="*/ 437410 w 456730"/>
              <a:gd name="connsiteY119" fmla="*/ 133123 h 228448"/>
              <a:gd name="connsiteX120" fmla="*/ 412484 w 456730"/>
              <a:gd name="connsiteY120" fmla="*/ 153482 h 22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456730" h="228448">
                <a:moveTo>
                  <a:pt x="450158" y="118472"/>
                </a:moveTo>
                <a:lnTo>
                  <a:pt x="435888" y="108007"/>
                </a:lnTo>
                <a:cubicBezTo>
                  <a:pt x="435888" y="108007"/>
                  <a:pt x="428087" y="78895"/>
                  <a:pt x="427325" y="75090"/>
                </a:cubicBezTo>
                <a:cubicBezTo>
                  <a:pt x="426755" y="72616"/>
                  <a:pt x="425803" y="70333"/>
                  <a:pt x="424091" y="68050"/>
                </a:cubicBezTo>
                <a:cubicBezTo>
                  <a:pt x="423139" y="66908"/>
                  <a:pt x="408679" y="45217"/>
                  <a:pt x="408679" y="45217"/>
                </a:cubicBezTo>
                <a:cubicBezTo>
                  <a:pt x="406586" y="42173"/>
                  <a:pt x="402780" y="39319"/>
                  <a:pt x="399165" y="38177"/>
                </a:cubicBezTo>
                <a:cubicBezTo>
                  <a:pt x="395360" y="37035"/>
                  <a:pt x="390032" y="36465"/>
                  <a:pt x="386417" y="38177"/>
                </a:cubicBezTo>
                <a:cubicBezTo>
                  <a:pt x="379567" y="41412"/>
                  <a:pt x="377284" y="46359"/>
                  <a:pt x="374430" y="52067"/>
                </a:cubicBezTo>
                <a:lnTo>
                  <a:pt x="336566" y="29044"/>
                </a:lnTo>
                <a:cubicBezTo>
                  <a:pt x="330287" y="22575"/>
                  <a:pt x="323437" y="15725"/>
                  <a:pt x="320393" y="12871"/>
                </a:cubicBezTo>
                <a:cubicBezTo>
                  <a:pt x="318490" y="10968"/>
                  <a:pt x="316017" y="9636"/>
                  <a:pt x="313543" y="8685"/>
                </a:cubicBezTo>
                <a:lnTo>
                  <a:pt x="291852" y="1074"/>
                </a:lnTo>
                <a:cubicBezTo>
                  <a:pt x="284812" y="-1209"/>
                  <a:pt x="277391" y="-68"/>
                  <a:pt x="271493" y="6592"/>
                </a:cubicBezTo>
                <a:lnTo>
                  <a:pt x="268068" y="11349"/>
                </a:lnTo>
                <a:cubicBezTo>
                  <a:pt x="265785" y="15344"/>
                  <a:pt x="264263" y="18008"/>
                  <a:pt x="267117" y="25048"/>
                </a:cubicBezTo>
                <a:cubicBezTo>
                  <a:pt x="267117" y="25048"/>
                  <a:pt x="271112" y="32279"/>
                  <a:pt x="271112" y="32469"/>
                </a:cubicBezTo>
                <a:lnTo>
                  <a:pt x="246948" y="44646"/>
                </a:lnTo>
                <a:cubicBezTo>
                  <a:pt x="240859" y="47310"/>
                  <a:pt x="236863" y="52828"/>
                  <a:pt x="235912" y="59297"/>
                </a:cubicBezTo>
                <a:lnTo>
                  <a:pt x="235912" y="62912"/>
                </a:lnTo>
                <a:cubicBezTo>
                  <a:pt x="235912" y="62912"/>
                  <a:pt x="215934" y="91453"/>
                  <a:pt x="215934" y="91453"/>
                </a:cubicBezTo>
                <a:lnTo>
                  <a:pt x="212699" y="83652"/>
                </a:lnTo>
                <a:cubicBezTo>
                  <a:pt x="205659" y="71475"/>
                  <a:pt x="189866" y="70713"/>
                  <a:pt x="183207" y="85745"/>
                </a:cubicBezTo>
                <a:lnTo>
                  <a:pt x="175977" y="105914"/>
                </a:lnTo>
                <a:lnTo>
                  <a:pt x="171981" y="99254"/>
                </a:lnTo>
                <a:cubicBezTo>
                  <a:pt x="168746" y="94307"/>
                  <a:pt x="160374" y="87838"/>
                  <a:pt x="150861" y="94117"/>
                </a:cubicBezTo>
                <a:cubicBezTo>
                  <a:pt x="148577" y="95639"/>
                  <a:pt x="147246" y="97351"/>
                  <a:pt x="145723" y="99825"/>
                </a:cubicBezTo>
                <a:lnTo>
                  <a:pt x="143250" y="104582"/>
                </a:lnTo>
                <a:lnTo>
                  <a:pt x="133546" y="104582"/>
                </a:lnTo>
                <a:cubicBezTo>
                  <a:pt x="128599" y="104582"/>
                  <a:pt x="124413" y="106104"/>
                  <a:pt x="120227" y="110100"/>
                </a:cubicBezTo>
                <a:lnTo>
                  <a:pt x="119085" y="111241"/>
                </a:lnTo>
                <a:lnTo>
                  <a:pt x="118515" y="111812"/>
                </a:lnTo>
                <a:lnTo>
                  <a:pt x="111284" y="108197"/>
                </a:lnTo>
                <a:cubicBezTo>
                  <a:pt x="107098" y="106104"/>
                  <a:pt x="102341" y="105914"/>
                  <a:pt x="97775" y="107246"/>
                </a:cubicBezTo>
                <a:cubicBezTo>
                  <a:pt x="95492" y="108007"/>
                  <a:pt x="93018" y="108768"/>
                  <a:pt x="91115" y="110100"/>
                </a:cubicBezTo>
                <a:cubicBezTo>
                  <a:pt x="88642" y="111812"/>
                  <a:pt x="86359" y="114666"/>
                  <a:pt x="84836" y="117140"/>
                </a:cubicBezTo>
                <a:cubicBezTo>
                  <a:pt x="82363" y="121135"/>
                  <a:pt x="81982" y="125892"/>
                  <a:pt x="81982" y="130459"/>
                </a:cubicBezTo>
                <a:lnTo>
                  <a:pt x="81982" y="136547"/>
                </a:lnTo>
                <a:cubicBezTo>
                  <a:pt x="81982" y="136547"/>
                  <a:pt x="73230" y="140733"/>
                  <a:pt x="73230" y="140733"/>
                </a:cubicBezTo>
                <a:cubicBezTo>
                  <a:pt x="67141" y="143778"/>
                  <a:pt x="63336" y="149676"/>
                  <a:pt x="62955" y="155004"/>
                </a:cubicBezTo>
                <a:cubicBezTo>
                  <a:pt x="62955" y="155384"/>
                  <a:pt x="62575" y="157668"/>
                  <a:pt x="62575" y="157668"/>
                </a:cubicBezTo>
                <a:lnTo>
                  <a:pt x="52681" y="153672"/>
                </a:lnTo>
                <a:cubicBezTo>
                  <a:pt x="47353" y="151008"/>
                  <a:pt x="41454" y="150628"/>
                  <a:pt x="36698" y="152911"/>
                </a:cubicBezTo>
                <a:lnTo>
                  <a:pt x="28135" y="157668"/>
                </a:lnTo>
                <a:cubicBezTo>
                  <a:pt x="23759" y="160331"/>
                  <a:pt x="19573" y="164708"/>
                  <a:pt x="19383" y="169845"/>
                </a:cubicBezTo>
                <a:cubicBezTo>
                  <a:pt x="19383" y="174411"/>
                  <a:pt x="20525" y="177456"/>
                  <a:pt x="22618" y="185447"/>
                </a:cubicBezTo>
                <a:cubicBezTo>
                  <a:pt x="22618" y="185828"/>
                  <a:pt x="8728" y="195341"/>
                  <a:pt x="8728" y="195341"/>
                </a:cubicBezTo>
                <a:cubicBezTo>
                  <a:pt x="3781" y="198766"/>
                  <a:pt x="736" y="202762"/>
                  <a:pt x="166" y="207519"/>
                </a:cubicBezTo>
                <a:cubicBezTo>
                  <a:pt x="-976" y="216462"/>
                  <a:pt x="4161" y="221218"/>
                  <a:pt x="4161" y="221218"/>
                </a:cubicBezTo>
                <a:cubicBezTo>
                  <a:pt x="7586" y="225785"/>
                  <a:pt x="13104" y="228449"/>
                  <a:pt x="19764" y="228449"/>
                </a:cubicBezTo>
                <a:lnTo>
                  <a:pt x="82173" y="228449"/>
                </a:lnTo>
                <a:cubicBezTo>
                  <a:pt x="87310" y="228449"/>
                  <a:pt x="92447" y="226736"/>
                  <a:pt x="96062" y="223121"/>
                </a:cubicBezTo>
                <a:cubicBezTo>
                  <a:pt x="98917" y="220267"/>
                  <a:pt x="100248" y="218555"/>
                  <a:pt x="100819" y="214939"/>
                </a:cubicBezTo>
                <a:lnTo>
                  <a:pt x="101580" y="209421"/>
                </a:lnTo>
                <a:lnTo>
                  <a:pt x="107288" y="209421"/>
                </a:lnTo>
                <a:cubicBezTo>
                  <a:pt x="107288" y="209421"/>
                  <a:pt x="113377" y="214749"/>
                  <a:pt x="113377" y="214749"/>
                </a:cubicBezTo>
                <a:cubicBezTo>
                  <a:pt x="116612" y="217032"/>
                  <a:pt x="120417" y="218935"/>
                  <a:pt x="124413" y="218935"/>
                </a:cubicBezTo>
                <a:lnTo>
                  <a:pt x="348934" y="218935"/>
                </a:lnTo>
                <a:cubicBezTo>
                  <a:pt x="351027" y="218935"/>
                  <a:pt x="353500" y="218364"/>
                  <a:pt x="355403" y="217603"/>
                </a:cubicBezTo>
                <a:lnTo>
                  <a:pt x="380138" y="209231"/>
                </a:lnTo>
                <a:cubicBezTo>
                  <a:pt x="382802" y="208280"/>
                  <a:pt x="385085" y="206948"/>
                  <a:pt x="386988" y="205045"/>
                </a:cubicBezTo>
                <a:cubicBezTo>
                  <a:pt x="392506" y="199908"/>
                  <a:pt x="421808" y="170416"/>
                  <a:pt x="423901" y="168703"/>
                </a:cubicBezTo>
                <a:lnTo>
                  <a:pt x="451300" y="146251"/>
                </a:lnTo>
                <a:cubicBezTo>
                  <a:pt x="458720" y="138831"/>
                  <a:pt x="458720" y="126844"/>
                  <a:pt x="450158" y="118472"/>
                </a:cubicBezTo>
                <a:close/>
                <a:moveTo>
                  <a:pt x="412484" y="153291"/>
                </a:moveTo>
                <a:cubicBezTo>
                  <a:pt x="410582" y="154623"/>
                  <a:pt x="379187" y="186018"/>
                  <a:pt x="373859" y="190965"/>
                </a:cubicBezTo>
                <a:lnTo>
                  <a:pt x="348934" y="199718"/>
                </a:lnTo>
                <a:lnTo>
                  <a:pt x="125174" y="199718"/>
                </a:lnTo>
                <a:cubicBezTo>
                  <a:pt x="125174" y="199718"/>
                  <a:pt x="120608" y="195532"/>
                  <a:pt x="120608" y="195532"/>
                </a:cubicBezTo>
                <a:cubicBezTo>
                  <a:pt x="117373" y="192297"/>
                  <a:pt x="113187" y="190585"/>
                  <a:pt x="109381" y="190014"/>
                </a:cubicBezTo>
                <a:cubicBezTo>
                  <a:pt x="109381" y="190014"/>
                  <a:pt x="100248" y="190014"/>
                  <a:pt x="100058" y="190014"/>
                </a:cubicBezTo>
                <a:cubicBezTo>
                  <a:pt x="89593" y="190014"/>
                  <a:pt x="83314" y="196864"/>
                  <a:pt x="82553" y="207329"/>
                </a:cubicBezTo>
                <a:lnTo>
                  <a:pt x="82173" y="209231"/>
                </a:lnTo>
                <a:lnTo>
                  <a:pt x="22047" y="209231"/>
                </a:lnTo>
                <a:cubicBezTo>
                  <a:pt x="22047" y="209231"/>
                  <a:pt x="34034" y="201050"/>
                  <a:pt x="33844" y="200859"/>
                </a:cubicBezTo>
                <a:cubicBezTo>
                  <a:pt x="41074" y="194961"/>
                  <a:pt x="42977" y="188872"/>
                  <a:pt x="40503" y="178978"/>
                </a:cubicBezTo>
                <a:lnTo>
                  <a:pt x="39171" y="173080"/>
                </a:lnTo>
                <a:lnTo>
                  <a:pt x="44879" y="170796"/>
                </a:lnTo>
                <a:cubicBezTo>
                  <a:pt x="44879" y="170796"/>
                  <a:pt x="54393" y="174792"/>
                  <a:pt x="54393" y="174982"/>
                </a:cubicBezTo>
                <a:cubicBezTo>
                  <a:pt x="57247" y="176314"/>
                  <a:pt x="60291" y="177075"/>
                  <a:pt x="63145" y="177075"/>
                </a:cubicBezTo>
                <a:cubicBezTo>
                  <a:pt x="66570" y="177075"/>
                  <a:pt x="69995" y="176124"/>
                  <a:pt x="73040" y="174221"/>
                </a:cubicBezTo>
                <a:cubicBezTo>
                  <a:pt x="78557" y="170796"/>
                  <a:pt x="81792" y="164898"/>
                  <a:pt x="81792" y="159190"/>
                </a:cubicBezTo>
                <a:cubicBezTo>
                  <a:pt x="81792" y="159190"/>
                  <a:pt x="81982" y="157477"/>
                  <a:pt x="82173" y="157477"/>
                </a:cubicBezTo>
                <a:lnTo>
                  <a:pt x="84836" y="156336"/>
                </a:lnTo>
                <a:cubicBezTo>
                  <a:pt x="84836" y="156336"/>
                  <a:pt x="92638" y="152911"/>
                  <a:pt x="92638" y="152721"/>
                </a:cubicBezTo>
                <a:cubicBezTo>
                  <a:pt x="97965" y="149105"/>
                  <a:pt x="101010" y="143207"/>
                  <a:pt x="101200" y="136928"/>
                </a:cubicBezTo>
                <a:lnTo>
                  <a:pt x="101200" y="126844"/>
                </a:lnTo>
                <a:cubicBezTo>
                  <a:pt x="101200" y="126844"/>
                  <a:pt x="103103" y="124941"/>
                  <a:pt x="103103" y="124941"/>
                </a:cubicBezTo>
                <a:lnTo>
                  <a:pt x="112426" y="129127"/>
                </a:lnTo>
                <a:cubicBezTo>
                  <a:pt x="114519" y="129888"/>
                  <a:pt x="116802" y="130649"/>
                  <a:pt x="119085" y="130649"/>
                </a:cubicBezTo>
                <a:cubicBezTo>
                  <a:pt x="123462" y="130649"/>
                  <a:pt x="127838" y="129127"/>
                  <a:pt x="131453" y="126273"/>
                </a:cubicBezTo>
                <a:lnTo>
                  <a:pt x="134307" y="123038"/>
                </a:lnTo>
                <a:cubicBezTo>
                  <a:pt x="134307" y="123038"/>
                  <a:pt x="144011" y="123038"/>
                  <a:pt x="144201" y="123038"/>
                </a:cubicBezTo>
                <a:cubicBezTo>
                  <a:pt x="150861" y="123038"/>
                  <a:pt x="157140" y="119613"/>
                  <a:pt x="159994" y="114666"/>
                </a:cubicBezTo>
                <a:lnTo>
                  <a:pt x="163038" y="119613"/>
                </a:lnTo>
                <a:cubicBezTo>
                  <a:pt x="166653" y="123228"/>
                  <a:pt x="171600" y="125321"/>
                  <a:pt x="176547" y="125321"/>
                </a:cubicBezTo>
                <a:cubicBezTo>
                  <a:pt x="177499" y="125321"/>
                  <a:pt x="178640" y="125321"/>
                  <a:pt x="179592" y="125131"/>
                </a:cubicBezTo>
                <a:cubicBezTo>
                  <a:pt x="185490" y="124180"/>
                  <a:pt x="190437" y="120374"/>
                  <a:pt x="193482" y="114095"/>
                </a:cubicBezTo>
                <a:cubicBezTo>
                  <a:pt x="193482" y="114095"/>
                  <a:pt x="198999" y="99444"/>
                  <a:pt x="198999" y="99064"/>
                </a:cubicBezTo>
                <a:cubicBezTo>
                  <a:pt x="198999" y="99064"/>
                  <a:pt x="201473" y="104201"/>
                  <a:pt x="202044" y="105153"/>
                </a:cubicBezTo>
                <a:cubicBezTo>
                  <a:pt x="205659" y="108958"/>
                  <a:pt x="210606" y="111051"/>
                  <a:pt x="215743" y="111051"/>
                </a:cubicBezTo>
                <a:cubicBezTo>
                  <a:pt x="215934" y="111051"/>
                  <a:pt x="216124" y="111051"/>
                  <a:pt x="216314" y="111051"/>
                </a:cubicBezTo>
                <a:cubicBezTo>
                  <a:pt x="221642" y="111051"/>
                  <a:pt x="226779" y="108387"/>
                  <a:pt x="230965" y="103440"/>
                </a:cubicBezTo>
                <a:lnTo>
                  <a:pt x="251514" y="73568"/>
                </a:lnTo>
                <a:cubicBezTo>
                  <a:pt x="253607" y="70333"/>
                  <a:pt x="254749" y="66718"/>
                  <a:pt x="254749" y="63483"/>
                </a:cubicBezTo>
                <a:lnTo>
                  <a:pt x="254749" y="61771"/>
                </a:lnTo>
                <a:cubicBezTo>
                  <a:pt x="254749" y="61771"/>
                  <a:pt x="280245" y="49213"/>
                  <a:pt x="280245" y="49213"/>
                </a:cubicBezTo>
                <a:cubicBezTo>
                  <a:pt x="288998" y="44836"/>
                  <a:pt x="292994" y="34181"/>
                  <a:pt x="289378" y="25048"/>
                </a:cubicBezTo>
                <a:lnTo>
                  <a:pt x="285954" y="19340"/>
                </a:lnTo>
                <a:lnTo>
                  <a:pt x="285954" y="19340"/>
                </a:lnTo>
                <a:cubicBezTo>
                  <a:pt x="285954" y="19340"/>
                  <a:pt x="307454" y="26761"/>
                  <a:pt x="307454" y="26761"/>
                </a:cubicBezTo>
                <a:cubicBezTo>
                  <a:pt x="310308" y="29424"/>
                  <a:pt x="316968" y="35894"/>
                  <a:pt x="323818" y="43124"/>
                </a:cubicBezTo>
                <a:lnTo>
                  <a:pt x="364726" y="68620"/>
                </a:lnTo>
                <a:cubicBezTo>
                  <a:pt x="367770" y="70333"/>
                  <a:pt x="371005" y="71284"/>
                  <a:pt x="374430" y="71284"/>
                </a:cubicBezTo>
                <a:cubicBezTo>
                  <a:pt x="376523" y="71284"/>
                  <a:pt x="378616" y="70904"/>
                  <a:pt x="380709" y="70333"/>
                </a:cubicBezTo>
                <a:cubicBezTo>
                  <a:pt x="385846" y="68620"/>
                  <a:pt x="390032" y="64625"/>
                  <a:pt x="391745" y="60439"/>
                </a:cubicBezTo>
                <a:cubicBezTo>
                  <a:pt x="391745" y="60248"/>
                  <a:pt x="393267" y="57204"/>
                  <a:pt x="393457" y="57014"/>
                </a:cubicBezTo>
                <a:cubicBezTo>
                  <a:pt x="395740" y="60439"/>
                  <a:pt x="407727" y="78324"/>
                  <a:pt x="408679" y="79466"/>
                </a:cubicBezTo>
                <a:cubicBezTo>
                  <a:pt x="409250" y="82320"/>
                  <a:pt x="417812" y="114286"/>
                  <a:pt x="417812" y="114286"/>
                </a:cubicBezTo>
                <a:cubicBezTo>
                  <a:pt x="419144" y="117711"/>
                  <a:pt x="421427" y="120755"/>
                  <a:pt x="424091" y="122658"/>
                </a:cubicBezTo>
                <a:lnTo>
                  <a:pt x="437410" y="133123"/>
                </a:lnTo>
                <a:lnTo>
                  <a:pt x="412484" y="153482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11" descr="Louisiana icon.">
            <a:extLst>
              <a:ext uri="{FF2B5EF4-FFF2-40B4-BE49-F238E27FC236}">
                <a16:creationId xmlns:a16="http://schemas.microsoft.com/office/drawing/2014/main" id="{6385BED1-CE2A-986C-E267-42A189A166F9}"/>
              </a:ext>
            </a:extLst>
          </p:cNvPr>
          <p:cNvSpPr/>
          <p:nvPr/>
        </p:nvSpPr>
        <p:spPr>
          <a:xfrm>
            <a:off x="4650865" y="3340011"/>
            <a:ext cx="418217" cy="398428"/>
          </a:xfrm>
          <a:custGeom>
            <a:avLst/>
            <a:gdLst>
              <a:gd name="connsiteX0" fmla="*/ 406420 w 418217"/>
              <a:gd name="connsiteY0" fmla="*/ 234415 h 398428"/>
              <a:gd name="connsiteX1" fmla="*/ 386061 w 418217"/>
              <a:gd name="connsiteY1" fmla="*/ 244689 h 398428"/>
              <a:gd name="connsiteX2" fmla="*/ 375406 w 418217"/>
              <a:gd name="connsiteY2" fmla="*/ 263717 h 398428"/>
              <a:gd name="connsiteX3" fmla="*/ 369317 w 418217"/>
              <a:gd name="connsiteY3" fmla="*/ 258769 h 398428"/>
              <a:gd name="connsiteX4" fmla="*/ 362277 w 418217"/>
              <a:gd name="connsiteY4" fmla="*/ 228326 h 398428"/>
              <a:gd name="connsiteX5" fmla="*/ 369127 w 418217"/>
              <a:gd name="connsiteY5" fmla="*/ 219193 h 398428"/>
              <a:gd name="connsiteX6" fmla="*/ 370078 w 418217"/>
              <a:gd name="connsiteY6" fmla="*/ 199976 h 398428"/>
              <a:gd name="connsiteX7" fmla="*/ 353715 w 418217"/>
              <a:gd name="connsiteY7" fmla="*/ 190272 h 398428"/>
              <a:gd name="connsiteX8" fmla="*/ 218622 w 418217"/>
              <a:gd name="connsiteY8" fmla="*/ 190272 h 398428"/>
              <a:gd name="connsiteX9" fmla="*/ 218622 w 418217"/>
              <a:gd name="connsiteY9" fmla="*/ 165346 h 398428"/>
              <a:gd name="connsiteX10" fmla="*/ 269234 w 418217"/>
              <a:gd name="connsiteY10" fmla="*/ 86954 h 398428"/>
              <a:gd name="connsiteX11" fmla="*/ 271898 w 418217"/>
              <a:gd name="connsiteY11" fmla="*/ 73064 h 398428"/>
              <a:gd name="connsiteX12" fmla="*/ 271898 w 418217"/>
              <a:gd name="connsiteY12" fmla="*/ 72303 h 398428"/>
              <a:gd name="connsiteX13" fmla="*/ 266951 w 418217"/>
              <a:gd name="connsiteY13" fmla="*/ 63170 h 398428"/>
              <a:gd name="connsiteX14" fmla="*/ 260672 w 418217"/>
              <a:gd name="connsiteY14" fmla="*/ 56891 h 398428"/>
              <a:gd name="connsiteX15" fmla="*/ 262765 w 418217"/>
              <a:gd name="connsiteY15" fmla="*/ 51183 h 398428"/>
              <a:gd name="connsiteX16" fmla="*/ 261243 w 418217"/>
              <a:gd name="connsiteY16" fmla="*/ 34820 h 398428"/>
              <a:gd name="connsiteX17" fmla="*/ 256486 w 418217"/>
              <a:gd name="connsiteY17" fmla="*/ 28350 h 398428"/>
              <a:gd name="connsiteX18" fmla="*/ 256486 w 418217"/>
              <a:gd name="connsiteY18" fmla="*/ 18647 h 398428"/>
              <a:gd name="connsiteX19" fmla="*/ 238030 w 418217"/>
              <a:gd name="connsiteY19" fmla="*/ 0 h 398428"/>
              <a:gd name="connsiteX20" fmla="*/ 18837 w 418217"/>
              <a:gd name="connsiteY20" fmla="*/ 0 h 398428"/>
              <a:gd name="connsiteX21" fmla="*/ 0 w 418217"/>
              <a:gd name="connsiteY21" fmla="*/ 18837 h 398428"/>
              <a:gd name="connsiteX22" fmla="*/ 0 w 418217"/>
              <a:gd name="connsiteY22" fmla="*/ 98941 h 398428"/>
              <a:gd name="connsiteX23" fmla="*/ 10465 w 418217"/>
              <a:gd name="connsiteY23" fmla="*/ 115875 h 398428"/>
              <a:gd name="connsiteX24" fmla="*/ 18837 w 418217"/>
              <a:gd name="connsiteY24" fmla="*/ 119110 h 398428"/>
              <a:gd name="connsiteX25" fmla="*/ 18837 w 418217"/>
              <a:gd name="connsiteY25" fmla="*/ 130526 h 398428"/>
              <a:gd name="connsiteX26" fmla="*/ 20169 w 418217"/>
              <a:gd name="connsiteY26" fmla="*/ 136615 h 398428"/>
              <a:gd name="connsiteX27" fmla="*/ 37293 w 418217"/>
              <a:gd name="connsiteY27" fmla="*/ 188559 h 398428"/>
              <a:gd name="connsiteX28" fmla="*/ 37293 w 418217"/>
              <a:gd name="connsiteY28" fmla="*/ 191413 h 398428"/>
              <a:gd name="connsiteX29" fmla="*/ 19788 w 418217"/>
              <a:gd name="connsiteY29" fmla="*/ 250588 h 398428"/>
              <a:gd name="connsiteX30" fmla="*/ 19979 w 418217"/>
              <a:gd name="connsiteY30" fmla="*/ 262385 h 398428"/>
              <a:gd name="connsiteX31" fmla="*/ 27209 w 418217"/>
              <a:gd name="connsiteY31" fmla="*/ 282363 h 398428"/>
              <a:gd name="connsiteX32" fmla="*/ 17695 w 418217"/>
              <a:gd name="connsiteY32" fmla="*/ 291686 h 398428"/>
              <a:gd name="connsiteX33" fmla="*/ 15412 w 418217"/>
              <a:gd name="connsiteY33" fmla="*/ 315661 h 398428"/>
              <a:gd name="connsiteX34" fmla="*/ 23784 w 418217"/>
              <a:gd name="connsiteY34" fmla="*/ 327838 h 398428"/>
              <a:gd name="connsiteX35" fmla="*/ 36722 w 418217"/>
              <a:gd name="connsiteY35" fmla="*/ 336591 h 398428"/>
              <a:gd name="connsiteX36" fmla="*/ 39957 w 418217"/>
              <a:gd name="connsiteY36" fmla="*/ 336971 h 398428"/>
              <a:gd name="connsiteX37" fmla="*/ 51373 w 418217"/>
              <a:gd name="connsiteY37" fmla="*/ 332975 h 398428"/>
              <a:gd name="connsiteX38" fmla="*/ 100273 w 418217"/>
              <a:gd name="connsiteY38" fmla="*/ 332975 h 398428"/>
              <a:gd name="connsiteX39" fmla="*/ 102747 w 418217"/>
              <a:gd name="connsiteY39" fmla="*/ 335639 h 398428"/>
              <a:gd name="connsiteX40" fmla="*/ 105791 w 418217"/>
              <a:gd name="connsiteY40" fmla="*/ 338113 h 398428"/>
              <a:gd name="connsiteX41" fmla="*/ 117588 w 418217"/>
              <a:gd name="connsiteY41" fmla="*/ 342299 h 398428"/>
              <a:gd name="connsiteX42" fmla="*/ 132810 w 418217"/>
              <a:gd name="connsiteY42" fmla="*/ 342299 h 398428"/>
              <a:gd name="connsiteX43" fmla="*/ 150124 w 418217"/>
              <a:gd name="connsiteY43" fmla="*/ 348578 h 398428"/>
              <a:gd name="connsiteX44" fmla="*/ 155262 w 418217"/>
              <a:gd name="connsiteY44" fmla="*/ 349149 h 398428"/>
              <a:gd name="connsiteX45" fmla="*/ 163443 w 418217"/>
              <a:gd name="connsiteY45" fmla="*/ 347246 h 398428"/>
              <a:gd name="connsiteX46" fmla="*/ 173147 w 418217"/>
              <a:gd name="connsiteY46" fmla="*/ 336400 h 398428"/>
              <a:gd name="connsiteX47" fmla="*/ 177714 w 418217"/>
              <a:gd name="connsiteY47" fmla="*/ 323652 h 398428"/>
              <a:gd name="connsiteX48" fmla="*/ 199405 w 418217"/>
              <a:gd name="connsiteY48" fmla="*/ 323652 h 398428"/>
              <a:gd name="connsiteX49" fmla="*/ 223759 w 418217"/>
              <a:gd name="connsiteY49" fmla="*/ 343631 h 398428"/>
              <a:gd name="connsiteX50" fmla="*/ 209299 w 418217"/>
              <a:gd name="connsiteY50" fmla="*/ 358282 h 398428"/>
              <a:gd name="connsiteX51" fmla="*/ 208347 w 418217"/>
              <a:gd name="connsiteY51" fmla="*/ 370269 h 398428"/>
              <a:gd name="connsiteX52" fmla="*/ 222998 w 418217"/>
              <a:gd name="connsiteY52" fmla="*/ 384159 h 398428"/>
              <a:gd name="connsiteX53" fmla="*/ 269996 w 418217"/>
              <a:gd name="connsiteY53" fmla="*/ 389676 h 398428"/>
              <a:gd name="connsiteX54" fmla="*/ 286169 w 418217"/>
              <a:gd name="connsiteY54" fmla="*/ 381114 h 398428"/>
              <a:gd name="connsiteX55" fmla="*/ 295682 w 418217"/>
              <a:gd name="connsiteY55" fmla="*/ 367224 h 398428"/>
              <a:gd name="connsiteX56" fmla="*/ 306147 w 418217"/>
              <a:gd name="connsiteY56" fmla="*/ 387393 h 398428"/>
              <a:gd name="connsiteX57" fmla="*/ 323081 w 418217"/>
              <a:gd name="connsiteY57" fmla="*/ 397668 h 398428"/>
              <a:gd name="connsiteX58" fmla="*/ 332975 w 418217"/>
              <a:gd name="connsiteY58" fmla="*/ 395575 h 398428"/>
              <a:gd name="connsiteX59" fmla="*/ 341157 w 418217"/>
              <a:gd name="connsiteY59" fmla="*/ 382066 h 398428"/>
              <a:gd name="connsiteX60" fmla="*/ 346294 w 418217"/>
              <a:gd name="connsiteY60" fmla="*/ 361706 h 398428"/>
              <a:gd name="connsiteX61" fmla="*/ 371791 w 418217"/>
              <a:gd name="connsiteY61" fmla="*/ 391769 h 398428"/>
              <a:gd name="connsiteX62" fmla="*/ 386251 w 418217"/>
              <a:gd name="connsiteY62" fmla="*/ 398429 h 398428"/>
              <a:gd name="connsiteX63" fmla="*/ 390057 w 418217"/>
              <a:gd name="connsiteY63" fmla="*/ 398048 h 398428"/>
              <a:gd name="connsiteX64" fmla="*/ 403186 w 418217"/>
              <a:gd name="connsiteY64" fmla="*/ 387964 h 398428"/>
              <a:gd name="connsiteX65" fmla="*/ 405849 w 418217"/>
              <a:gd name="connsiteY65" fmla="*/ 381495 h 398428"/>
              <a:gd name="connsiteX66" fmla="*/ 404137 w 418217"/>
              <a:gd name="connsiteY66" fmla="*/ 360184 h 398428"/>
              <a:gd name="connsiteX67" fmla="*/ 389106 w 418217"/>
              <a:gd name="connsiteY67" fmla="*/ 340206 h 398428"/>
              <a:gd name="connsiteX68" fmla="*/ 386442 w 418217"/>
              <a:gd name="connsiteY68" fmla="*/ 336591 h 398428"/>
              <a:gd name="connsiteX69" fmla="*/ 395004 w 418217"/>
              <a:gd name="connsiteY69" fmla="*/ 333927 h 398428"/>
              <a:gd name="connsiteX70" fmla="*/ 404518 w 418217"/>
              <a:gd name="connsiteY70" fmla="*/ 324033 h 398428"/>
              <a:gd name="connsiteX71" fmla="*/ 403376 w 418217"/>
              <a:gd name="connsiteY71" fmla="*/ 309191 h 398428"/>
              <a:gd name="connsiteX72" fmla="*/ 400141 w 418217"/>
              <a:gd name="connsiteY72" fmla="*/ 304054 h 398428"/>
              <a:gd name="connsiteX73" fmla="*/ 414602 w 418217"/>
              <a:gd name="connsiteY73" fmla="*/ 283885 h 398428"/>
              <a:gd name="connsiteX74" fmla="*/ 418027 w 418217"/>
              <a:gd name="connsiteY74" fmla="*/ 274372 h 398428"/>
              <a:gd name="connsiteX75" fmla="*/ 418027 w 418217"/>
              <a:gd name="connsiteY75" fmla="*/ 271898 h 398428"/>
              <a:gd name="connsiteX76" fmla="*/ 418217 w 418217"/>
              <a:gd name="connsiteY76" fmla="*/ 249636 h 398428"/>
              <a:gd name="connsiteX77" fmla="*/ 406230 w 418217"/>
              <a:gd name="connsiteY77" fmla="*/ 234415 h 398428"/>
              <a:gd name="connsiteX78" fmla="*/ 399380 w 418217"/>
              <a:gd name="connsiteY78" fmla="*/ 273040 h 398428"/>
              <a:gd name="connsiteX79" fmla="*/ 383397 w 418217"/>
              <a:gd name="connsiteY79" fmla="*/ 294921 h 398428"/>
              <a:gd name="connsiteX80" fmla="*/ 383397 w 418217"/>
              <a:gd name="connsiteY80" fmla="*/ 313758 h 398428"/>
              <a:gd name="connsiteX81" fmla="*/ 385490 w 418217"/>
              <a:gd name="connsiteY81" fmla="*/ 317373 h 398428"/>
              <a:gd name="connsiteX82" fmla="*/ 379021 w 418217"/>
              <a:gd name="connsiteY82" fmla="*/ 319086 h 398428"/>
              <a:gd name="connsiteX83" fmla="*/ 367985 w 418217"/>
              <a:gd name="connsiteY83" fmla="*/ 331453 h 398428"/>
              <a:gd name="connsiteX84" fmla="*/ 371030 w 418217"/>
              <a:gd name="connsiteY84" fmla="*/ 348007 h 398428"/>
              <a:gd name="connsiteX85" fmla="*/ 389867 w 418217"/>
              <a:gd name="connsiteY85" fmla="*/ 373503 h 398428"/>
              <a:gd name="connsiteX86" fmla="*/ 386442 w 418217"/>
              <a:gd name="connsiteY86" fmla="*/ 379592 h 398428"/>
              <a:gd name="connsiteX87" fmla="*/ 360945 w 418217"/>
              <a:gd name="connsiteY87" fmla="*/ 349529 h 398428"/>
              <a:gd name="connsiteX88" fmla="*/ 341918 w 418217"/>
              <a:gd name="connsiteY88" fmla="*/ 343440 h 398428"/>
              <a:gd name="connsiteX89" fmla="*/ 327838 w 418217"/>
              <a:gd name="connsiteY89" fmla="*/ 357520 h 398428"/>
              <a:gd name="connsiteX90" fmla="*/ 322891 w 418217"/>
              <a:gd name="connsiteY90" fmla="*/ 378450 h 398428"/>
              <a:gd name="connsiteX91" fmla="*/ 310904 w 418217"/>
              <a:gd name="connsiteY91" fmla="*/ 355427 h 398428"/>
              <a:gd name="connsiteX92" fmla="*/ 295302 w 418217"/>
              <a:gd name="connsiteY92" fmla="*/ 348007 h 398428"/>
              <a:gd name="connsiteX93" fmla="*/ 281412 w 418217"/>
              <a:gd name="connsiteY93" fmla="*/ 354666 h 398428"/>
              <a:gd name="connsiteX94" fmla="*/ 269805 w 418217"/>
              <a:gd name="connsiteY94" fmla="*/ 370649 h 398428"/>
              <a:gd name="connsiteX95" fmla="*/ 226804 w 418217"/>
              <a:gd name="connsiteY95" fmla="*/ 366083 h 398428"/>
              <a:gd name="connsiteX96" fmla="*/ 236698 w 418217"/>
              <a:gd name="connsiteY96" fmla="*/ 357330 h 398428"/>
              <a:gd name="connsiteX97" fmla="*/ 242406 w 418217"/>
              <a:gd name="connsiteY97" fmla="*/ 342489 h 398428"/>
              <a:gd name="connsiteX98" fmla="*/ 234986 w 418217"/>
              <a:gd name="connsiteY98" fmla="*/ 328599 h 398428"/>
              <a:gd name="connsiteX99" fmla="*/ 209489 w 418217"/>
              <a:gd name="connsiteY99" fmla="*/ 307860 h 398428"/>
              <a:gd name="connsiteX100" fmla="*/ 196741 w 418217"/>
              <a:gd name="connsiteY100" fmla="*/ 304435 h 398428"/>
              <a:gd name="connsiteX101" fmla="*/ 177523 w 418217"/>
              <a:gd name="connsiteY101" fmla="*/ 304435 h 398428"/>
              <a:gd name="connsiteX102" fmla="*/ 159448 w 418217"/>
              <a:gd name="connsiteY102" fmla="*/ 316802 h 398428"/>
              <a:gd name="connsiteX103" fmla="*/ 154881 w 418217"/>
              <a:gd name="connsiteY103" fmla="*/ 329931 h 398428"/>
              <a:gd name="connsiteX104" fmla="*/ 138137 w 418217"/>
              <a:gd name="connsiteY104" fmla="*/ 323842 h 398428"/>
              <a:gd name="connsiteX105" fmla="*/ 132049 w 418217"/>
              <a:gd name="connsiteY105" fmla="*/ 323272 h 398428"/>
              <a:gd name="connsiteX106" fmla="*/ 117207 w 418217"/>
              <a:gd name="connsiteY106" fmla="*/ 323272 h 398428"/>
              <a:gd name="connsiteX107" fmla="*/ 113973 w 418217"/>
              <a:gd name="connsiteY107" fmla="*/ 320227 h 398428"/>
              <a:gd name="connsiteX108" fmla="*/ 99702 w 418217"/>
              <a:gd name="connsiteY108" fmla="*/ 313758 h 398428"/>
              <a:gd name="connsiteX109" fmla="*/ 50232 w 418217"/>
              <a:gd name="connsiteY109" fmla="*/ 313758 h 398428"/>
              <a:gd name="connsiteX110" fmla="*/ 42050 w 418217"/>
              <a:gd name="connsiteY110" fmla="*/ 315851 h 398428"/>
              <a:gd name="connsiteX111" fmla="*/ 39577 w 418217"/>
              <a:gd name="connsiteY111" fmla="*/ 316993 h 398428"/>
              <a:gd name="connsiteX112" fmla="*/ 31014 w 418217"/>
              <a:gd name="connsiteY112" fmla="*/ 305196 h 398428"/>
              <a:gd name="connsiteX113" fmla="*/ 40718 w 418217"/>
              <a:gd name="connsiteY113" fmla="*/ 295682 h 398428"/>
              <a:gd name="connsiteX114" fmla="*/ 44714 w 418217"/>
              <a:gd name="connsiteY114" fmla="*/ 276084 h 398428"/>
              <a:gd name="connsiteX115" fmla="*/ 37864 w 418217"/>
              <a:gd name="connsiteY115" fmla="*/ 255915 h 398428"/>
              <a:gd name="connsiteX116" fmla="*/ 56511 w 418217"/>
              <a:gd name="connsiteY116" fmla="*/ 190081 h 398428"/>
              <a:gd name="connsiteX117" fmla="*/ 37484 w 418217"/>
              <a:gd name="connsiteY117" fmla="*/ 130717 h 398428"/>
              <a:gd name="connsiteX118" fmla="*/ 37484 w 418217"/>
              <a:gd name="connsiteY118" fmla="*/ 118539 h 398428"/>
              <a:gd name="connsiteX119" fmla="*/ 34059 w 418217"/>
              <a:gd name="connsiteY119" fmla="*/ 107503 h 398428"/>
              <a:gd name="connsiteX120" fmla="*/ 18456 w 418217"/>
              <a:gd name="connsiteY120" fmla="*/ 98751 h 398428"/>
              <a:gd name="connsiteX121" fmla="*/ 18456 w 418217"/>
              <a:gd name="connsiteY121" fmla="*/ 18837 h 398428"/>
              <a:gd name="connsiteX122" fmla="*/ 237269 w 418217"/>
              <a:gd name="connsiteY122" fmla="*/ 18837 h 398428"/>
              <a:gd name="connsiteX123" fmla="*/ 237459 w 418217"/>
              <a:gd name="connsiteY123" fmla="*/ 30443 h 398428"/>
              <a:gd name="connsiteX124" fmla="*/ 242026 w 418217"/>
              <a:gd name="connsiteY124" fmla="*/ 40528 h 398428"/>
              <a:gd name="connsiteX125" fmla="*/ 245260 w 418217"/>
              <a:gd name="connsiteY125" fmla="*/ 45285 h 398428"/>
              <a:gd name="connsiteX126" fmla="*/ 244119 w 418217"/>
              <a:gd name="connsiteY126" fmla="*/ 46997 h 398428"/>
              <a:gd name="connsiteX127" fmla="*/ 245260 w 418217"/>
              <a:gd name="connsiteY127" fmla="*/ 68498 h 398428"/>
              <a:gd name="connsiteX128" fmla="*/ 252110 w 418217"/>
              <a:gd name="connsiteY128" fmla="*/ 78011 h 398428"/>
              <a:gd name="connsiteX129" fmla="*/ 205113 w 418217"/>
              <a:gd name="connsiteY129" fmla="*/ 149363 h 398428"/>
              <a:gd name="connsiteX130" fmla="*/ 199976 w 418217"/>
              <a:gd name="connsiteY130" fmla="*/ 158877 h 398428"/>
              <a:gd name="connsiteX131" fmla="*/ 199405 w 418217"/>
              <a:gd name="connsiteY131" fmla="*/ 168581 h 398428"/>
              <a:gd name="connsiteX132" fmla="*/ 199405 w 418217"/>
              <a:gd name="connsiteY132" fmla="*/ 190081 h 398428"/>
              <a:gd name="connsiteX133" fmla="*/ 218432 w 418217"/>
              <a:gd name="connsiteY133" fmla="*/ 209109 h 398428"/>
              <a:gd name="connsiteX134" fmla="*/ 352954 w 418217"/>
              <a:gd name="connsiteY134" fmla="*/ 209109 h 398428"/>
              <a:gd name="connsiteX135" fmla="*/ 346294 w 418217"/>
              <a:gd name="connsiteY135" fmla="*/ 218432 h 398428"/>
              <a:gd name="connsiteX136" fmla="*/ 343821 w 418217"/>
              <a:gd name="connsiteY136" fmla="*/ 233083 h 398428"/>
              <a:gd name="connsiteX137" fmla="*/ 350861 w 418217"/>
              <a:gd name="connsiteY137" fmla="*/ 263526 h 398428"/>
              <a:gd name="connsiteX138" fmla="*/ 356379 w 418217"/>
              <a:gd name="connsiteY138" fmla="*/ 273040 h 398428"/>
              <a:gd name="connsiteX139" fmla="*/ 364370 w 418217"/>
              <a:gd name="connsiteY139" fmla="*/ 279129 h 398428"/>
              <a:gd name="connsiteX140" fmla="*/ 375787 w 418217"/>
              <a:gd name="connsiteY140" fmla="*/ 282934 h 398428"/>
              <a:gd name="connsiteX141" fmla="*/ 379782 w 418217"/>
              <a:gd name="connsiteY141" fmla="*/ 282363 h 398428"/>
              <a:gd name="connsiteX142" fmla="*/ 391389 w 418217"/>
              <a:gd name="connsiteY142" fmla="*/ 273230 h 398428"/>
              <a:gd name="connsiteX143" fmla="*/ 399380 w 418217"/>
              <a:gd name="connsiteY143" fmla="*/ 259911 h 398428"/>
              <a:gd name="connsiteX144" fmla="*/ 399380 w 418217"/>
              <a:gd name="connsiteY144" fmla="*/ 273420 h 39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18217" h="398428">
                <a:moveTo>
                  <a:pt x="406420" y="234415"/>
                </a:moveTo>
                <a:cubicBezTo>
                  <a:pt x="398809" y="232702"/>
                  <a:pt x="390628" y="236888"/>
                  <a:pt x="386061" y="244689"/>
                </a:cubicBezTo>
                <a:lnTo>
                  <a:pt x="375406" y="263717"/>
                </a:lnTo>
                <a:lnTo>
                  <a:pt x="369317" y="258769"/>
                </a:lnTo>
                <a:lnTo>
                  <a:pt x="362277" y="228326"/>
                </a:lnTo>
                <a:lnTo>
                  <a:pt x="369127" y="219193"/>
                </a:lnTo>
                <a:cubicBezTo>
                  <a:pt x="372932" y="213295"/>
                  <a:pt x="373313" y="205874"/>
                  <a:pt x="370078" y="199976"/>
                </a:cubicBezTo>
                <a:cubicBezTo>
                  <a:pt x="366844" y="193887"/>
                  <a:pt x="360755" y="190272"/>
                  <a:pt x="353715" y="190272"/>
                </a:cubicBezTo>
                <a:lnTo>
                  <a:pt x="218622" y="190272"/>
                </a:lnTo>
                <a:cubicBezTo>
                  <a:pt x="218622" y="190272"/>
                  <a:pt x="218622" y="165346"/>
                  <a:pt x="218622" y="165346"/>
                </a:cubicBezTo>
                <a:lnTo>
                  <a:pt x="269234" y="86954"/>
                </a:lnTo>
                <a:cubicBezTo>
                  <a:pt x="272089" y="82768"/>
                  <a:pt x="272659" y="77821"/>
                  <a:pt x="271898" y="73064"/>
                </a:cubicBezTo>
                <a:lnTo>
                  <a:pt x="271898" y="72303"/>
                </a:lnTo>
                <a:cubicBezTo>
                  <a:pt x="270947" y="68878"/>
                  <a:pt x="269425" y="65644"/>
                  <a:pt x="266951" y="63170"/>
                </a:cubicBezTo>
                <a:lnTo>
                  <a:pt x="260672" y="56891"/>
                </a:lnTo>
                <a:lnTo>
                  <a:pt x="262765" y="51183"/>
                </a:lnTo>
                <a:cubicBezTo>
                  <a:pt x="264478" y="46046"/>
                  <a:pt x="264287" y="40147"/>
                  <a:pt x="261243" y="34820"/>
                </a:cubicBezTo>
                <a:lnTo>
                  <a:pt x="256486" y="28350"/>
                </a:lnTo>
                <a:lnTo>
                  <a:pt x="256486" y="18647"/>
                </a:lnTo>
                <a:cubicBezTo>
                  <a:pt x="256486" y="8372"/>
                  <a:pt x="248305" y="0"/>
                  <a:pt x="238030" y="0"/>
                </a:cubicBezTo>
                <a:lnTo>
                  <a:pt x="18837" y="0"/>
                </a:lnTo>
                <a:cubicBezTo>
                  <a:pt x="8372" y="0"/>
                  <a:pt x="0" y="8372"/>
                  <a:pt x="0" y="18837"/>
                </a:cubicBezTo>
                <a:lnTo>
                  <a:pt x="0" y="98941"/>
                </a:lnTo>
                <a:cubicBezTo>
                  <a:pt x="0" y="105791"/>
                  <a:pt x="2093" y="111880"/>
                  <a:pt x="10465" y="115875"/>
                </a:cubicBezTo>
                <a:lnTo>
                  <a:pt x="18837" y="119110"/>
                </a:lnTo>
                <a:lnTo>
                  <a:pt x="18837" y="130526"/>
                </a:lnTo>
                <a:cubicBezTo>
                  <a:pt x="19027" y="132810"/>
                  <a:pt x="19408" y="134903"/>
                  <a:pt x="20169" y="136615"/>
                </a:cubicBezTo>
                <a:cubicBezTo>
                  <a:pt x="20549" y="137757"/>
                  <a:pt x="36722" y="186847"/>
                  <a:pt x="37293" y="188559"/>
                </a:cubicBezTo>
                <a:cubicBezTo>
                  <a:pt x="37674" y="189511"/>
                  <a:pt x="37674" y="190462"/>
                  <a:pt x="37293" y="191413"/>
                </a:cubicBezTo>
                <a:lnTo>
                  <a:pt x="19788" y="250588"/>
                </a:lnTo>
                <a:cubicBezTo>
                  <a:pt x="18647" y="254583"/>
                  <a:pt x="18647" y="258579"/>
                  <a:pt x="19979" y="262385"/>
                </a:cubicBezTo>
                <a:lnTo>
                  <a:pt x="27209" y="282363"/>
                </a:lnTo>
                <a:lnTo>
                  <a:pt x="17695" y="291686"/>
                </a:lnTo>
                <a:cubicBezTo>
                  <a:pt x="11416" y="297965"/>
                  <a:pt x="10275" y="307669"/>
                  <a:pt x="15412" y="315661"/>
                </a:cubicBezTo>
                <a:lnTo>
                  <a:pt x="23784" y="327838"/>
                </a:lnTo>
                <a:cubicBezTo>
                  <a:pt x="26638" y="332405"/>
                  <a:pt x="31395" y="335639"/>
                  <a:pt x="36722" y="336591"/>
                </a:cubicBezTo>
                <a:cubicBezTo>
                  <a:pt x="37864" y="336781"/>
                  <a:pt x="38815" y="336971"/>
                  <a:pt x="39957" y="336971"/>
                </a:cubicBezTo>
                <a:cubicBezTo>
                  <a:pt x="43953" y="336971"/>
                  <a:pt x="47948" y="335639"/>
                  <a:pt x="51373" y="332975"/>
                </a:cubicBezTo>
                <a:lnTo>
                  <a:pt x="100273" y="332975"/>
                </a:lnTo>
                <a:cubicBezTo>
                  <a:pt x="100273" y="332975"/>
                  <a:pt x="102747" y="335639"/>
                  <a:pt x="102747" y="335639"/>
                </a:cubicBezTo>
                <a:lnTo>
                  <a:pt x="105791" y="338113"/>
                </a:lnTo>
                <a:cubicBezTo>
                  <a:pt x="109026" y="340586"/>
                  <a:pt x="113402" y="342299"/>
                  <a:pt x="117588" y="342299"/>
                </a:cubicBezTo>
                <a:lnTo>
                  <a:pt x="132810" y="342299"/>
                </a:lnTo>
                <a:lnTo>
                  <a:pt x="150124" y="348578"/>
                </a:lnTo>
                <a:cubicBezTo>
                  <a:pt x="150124" y="348578"/>
                  <a:pt x="152978" y="349149"/>
                  <a:pt x="155262" y="349149"/>
                </a:cubicBezTo>
                <a:cubicBezTo>
                  <a:pt x="158116" y="349149"/>
                  <a:pt x="160780" y="348578"/>
                  <a:pt x="163443" y="347246"/>
                </a:cubicBezTo>
                <a:cubicBezTo>
                  <a:pt x="168010" y="344963"/>
                  <a:pt x="171435" y="341157"/>
                  <a:pt x="173147" y="336400"/>
                </a:cubicBezTo>
                <a:lnTo>
                  <a:pt x="177714" y="323652"/>
                </a:lnTo>
                <a:lnTo>
                  <a:pt x="199405" y="323652"/>
                </a:lnTo>
                <a:cubicBezTo>
                  <a:pt x="199405" y="323652"/>
                  <a:pt x="223759" y="343631"/>
                  <a:pt x="223759" y="343631"/>
                </a:cubicBezTo>
                <a:cubicBezTo>
                  <a:pt x="222047" y="345153"/>
                  <a:pt x="211392" y="353905"/>
                  <a:pt x="209299" y="358282"/>
                </a:cubicBezTo>
                <a:cubicBezTo>
                  <a:pt x="207396" y="362087"/>
                  <a:pt x="207586" y="366273"/>
                  <a:pt x="208347" y="370269"/>
                </a:cubicBezTo>
                <a:cubicBezTo>
                  <a:pt x="209489" y="376928"/>
                  <a:pt x="214817" y="381875"/>
                  <a:pt x="222998" y="384159"/>
                </a:cubicBezTo>
                <a:cubicBezTo>
                  <a:pt x="222998" y="384159"/>
                  <a:pt x="269234" y="389676"/>
                  <a:pt x="269996" y="389676"/>
                </a:cubicBezTo>
                <a:cubicBezTo>
                  <a:pt x="276845" y="389676"/>
                  <a:pt x="283124" y="386252"/>
                  <a:pt x="286169" y="381114"/>
                </a:cubicBezTo>
                <a:lnTo>
                  <a:pt x="295682" y="367224"/>
                </a:lnTo>
                <a:lnTo>
                  <a:pt x="306147" y="387393"/>
                </a:lnTo>
                <a:cubicBezTo>
                  <a:pt x="309382" y="393672"/>
                  <a:pt x="315851" y="397668"/>
                  <a:pt x="323081" y="397668"/>
                </a:cubicBezTo>
                <a:cubicBezTo>
                  <a:pt x="326506" y="397668"/>
                  <a:pt x="329931" y="397287"/>
                  <a:pt x="332975" y="395575"/>
                </a:cubicBezTo>
                <a:cubicBezTo>
                  <a:pt x="338113" y="392721"/>
                  <a:pt x="339825" y="387393"/>
                  <a:pt x="341157" y="382066"/>
                </a:cubicBezTo>
                <a:cubicBezTo>
                  <a:pt x="342299" y="377309"/>
                  <a:pt x="344582" y="369698"/>
                  <a:pt x="346294" y="361706"/>
                </a:cubicBezTo>
                <a:lnTo>
                  <a:pt x="371791" y="391769"/>
                </a:lnTo>
                <a:cubicBezTo>
                  <a:pt x="375406" y="396146"/>
                  <a:pt x="380734" y="398429"/>
                  <a:pt x="386251" y="398429"/>
                </a:cubicBezTo>
                <a:cubicBezTo>
                  <a:pt x="387583" y="398429"/>
                  <a:pt x="388725" y="398429"/>
                  <a:pt x="390057" y="398048"/>
                </a:cubicBezTo>
                <a:cubicBezTo>
                  <a:pt x="395765" y="396907"/>
                  <a:pt x="400522" y="393101"/>
                  <a:pt x="403186" y="387964"/>
                </a:cubicBezTo>
                <a:lnTo>
                  <a:pt x="405849" y="381495"/>
                </a:lnTo>
                <a:cubicBezTo>
                  <a:pt x="409655" y="375025"/>
                  <a:pt x="408894" y="366463"/>
                  <a:pt x="404137" y="360184"/>
                </a:cubicBezTo>
                <a:lnTo>
                  <a:pt x="389106" y="340206"/>
                </a:lnTo>
                <a:cubicBezTo>
                  <a:pt x="389106" y="340206"/>
                  <a:pt x="386442" y="336591"/>
                  <a:pt x="386442" y="336591"/>
                </a:cubicBezTo>
                <a:cubicBezTo>
                  <a:pt x="389296" y="335830"/>
                  <a:pt x="392150" y="335259"/>
                  <a:pt x="395004" y="333927"/>
                </a:cubicBezTo>
                <a:cubicBezTo>
                  <a:pt x="399380" y="331834"/>
                  <a:pt x="402805" y="328599"/>
                  <a:pt x="404518" y="324033"/>
                </a:cubicBezTo>
                <a:cubicBezTo>
                  <a:pt x="406420" y="319276"/>
                  <a:pt x="406040" y="313948"/>
                  <a:pt x="403376" y="309191"/>
                </a:cubicBezTo>
                <a:cubicBezTo>
                  <a:pt x="403376" y="309191"/>
                  <a:pt x="400141" y="304054"/>
                  <a:pt x="400141" y="304054"/>
                </a:cubicBezTo>
                <a:lnTo>
                  <a:pt x="414602" y="283885"/>
                </a:lnTo>
                <a:cubicBezTo>
                  <a:pt x="416695" y="281031"/>
                  <a:pt x="417837" y="277987"/>
                  <a:pt x="418027" y="274372"/>
                </a:cubicBezTo>
                <a:lnTo>
                  <a:pt x="418027" y="271898"/>
                </a:lnTo>
                <a:cubicBezTo>
                  <a:pt x="418027" y="271898"/>
                  <a:pt x="418217" y="249636"/>
                  <a:pt x="418217" y="249636"/>
                </a:cubicBezTo>
                <a:cubicBezTo>
                  <a:pt x="417646" y="241645"/>
                  <a:pt x="413270" y="235937"/>
                  <a:pt x="406230" y="234415"/>
                </a:cubicBezTo>
                <a:close/>
                <a:moveTo>
                  <a:pt x="399380" y="273040"/>
                </a:moveTo>
                <a:lnTo>
                  <a:pt x="383397" y="294921"/>
                </a:lnTo>
                <a:cubicBezTo>
                  <a:pt x="380163" y="300629"/>
                  <a:pt x="380163" y="307860"/>
                  <a:pt x="383397" y="313758"/>
                </a:cubicBezTo>
                <a:lnTo>
                  <a:pt x="385490" y="317373"/>
                </a:lnTo>
                <a:lnTo>
                  <a:pt x="379021" y="319086"/>
                </a:lnTo>
                <a:cubicBezTo>
                  <a:pt x="373123" y="322130"/>
                  <a:pt x="369508" y="325935"/>
                  <a:pt x="367985" y="331453"/>
                </a:cubicBezTo>
                <a:cubicBezTo>
                  <a:pt x="366463" y="337161"/>
                  <a:pt x="367415" y="343060"/>
                  <a:pt x="371030" y="348007"/>
                </a:cubicBezTo>
                <a:lnTo>
                  <a:pt x="389867" y="373503"/>
                </a:lnTo>
                <a:cubicBezTo>
                  <a:pt x="389867" y="373503"/>
                  <a:pt x="386632" y="379592"/>
                  <a:pt x="386442" y="379592"/>
                </a:cubicBezTo>
                <a:lnTo>
                  <a:pt x="360945" y="349529"/>
                </a:lnTo>
                <a:cubicBezTo>
                  <a:pt x="356189" y="344011"/>
                  <a:pt x="349149" y="341538"/>
                  <a:pt x="341918" y="343440"/>
                </a:cubicBezTo>
                <a:cubicBezTo>
                  <a:pt x="334878" y="345153"/>
                  <a:pt x="329551" y="350480"/>
                  <a:pt x="327838" y="357520"/>
                </a:cubicBezTo>
                <a:lnTo>
                  <a:pt x="322891" y="378450"/>
                </a:lnTo>
                <a:lnTo>
                  <a:pt x="310904" y="355427"/>
                </a:lnTo>
                <a:cubicBezTo>
                  <a:pt x="307289" y="350671"/>
                  <a:pt x="301581" y="348387"/>
                  <a:pt x="295302" y="348007"/>
                </a:cubicBezTo>
                <a:cubicBezTo>
                  <a:pt x="289974" y="348007"/>
                  <a:pt x="285027" y="350671"/>
                  <a:pt x="281412" y="354666"/>
                </a:cubicBezTo>
                <a:lnTo>
                  <a:pt x="269805" y="370649"/>
                </a:lnTo>
                <a:lnTo>
                  <a:pt x="226804" y="366083"/>
                </a:lnTo>
                <a:lnTo>
                  <a:pt x="236698" y="357330"/>
                </a:lnTo>
                <a:cubicBezTo>
                  <a:pt x="240694" y="353525"/>
                  <a:pt x="242787" y="348007"/>
                  <a:pt x="242406" y="342489"/>
                </a:cubicBezTo>
                <a:cubicBezTo>
                  <a:pt x="242026" y="336971"/>
                  <a:pt x="239362" y="331834"/>
                  <a:pt x="234986" y="328599"/>
                </a:cubicBezTo>
                <a:lnTo>
                  <a:pt x="209489" y="307860"/>
                </a:lnTo>
                <a:cubicBezTo>
                  <a:pt x="205303" y="304625"/>
                  <a:pt x="199785" y="304625"/>
                  <a:pt x="196741" y="304435"/>
                </a:cubicBezTo>
                <a:lnTo>
                  <a:pt x="177523" y="304435"/>
                </a:lnTo>
                <a:cubicBezTo>
                  <a:pt x="169342" y="304435"/>
                  <a:pt x="162111" y="309572"/>
                  <a:pt x="159448" y="316802"/>
                </a:cubicBezTo>
                <a:lnTo>
                  <a:pt x="154881" y="329931"/>
                </a:lnTo>
                <a:lnTo>
                  <a:pt x="138137" y="323842"/>
                </a:lnTo>
                <a:cubicBezTo>
                  <a:pt x="136615" y="323272"/>
                  <a:pt x="133951" y="323462"/>
                  <a:pt x="132049" y="323272"/>
                </a:cubicBezTo>
                <a:lnTo>
                  <a:pt x="117207" y="323272"/>
                </a:lnTo>
                <a:cubicBezTo>
                  <a:pt x="117207" y="323272"/>
                  <a:pt x="113973" y="320227"/>
                  <a:pt x="113973" y="320227"/>
                </a:cubicBezTo>
                <a:cubicBezTo>
                  <a:pt x="109406" y="315661"/>
                  <a:pt x="105411" y="313758"/>
                  <a:pt x="99702" y="313758"/>
                </a:cubicBezTo>
                <a:cubicBezTo>
                  <a:pt x="99702" y="313758"/>
                  <a:pt x="50232" y="313758"/>
                  <a:pt x="50232" y="313758"/>
                </a:cubicBezTo>
                <a:cubicBezTo>
                  <a:pt x="45475" y="313758"/>
                  <a:pt x="43192" y="315280"/>
                  <a:pt x="42050" y="315851"/>
                </a:cubicBezTo>
                <a:cubicBezTo>
                  <a:pt x="41669" y="315851"/>
                  <a:pt x="39957" y="316993"/>
                  <a:pt x="39577" y="316993"/>
                </a:cubicBezTo>
                <a:cubicBezTo>
                  <a:pt x="39577" y="316993"/>
                  <a:pt x="31205" y="305576"/>
                  <a:pt x="31014" y="305196"/>
                </a:cubicBezTo>
                <a:lnTo>
                  <a:pt x="40718" y="295682"/>
                </a:lnTo>
                <a:cubicBezTo>
                  <a:pt x="45665" y="290735"/>
                  <a:pt x="47187" y="283124"/>
                  <a:pt x="44714" y="276084"/>
                </a:cubicBezTo>
                <a:lnTo>
                  <a:pt x="37864" y="255915"/>
                </a:lnTo>
                <a:lnTo>
                  <a:pt x="56511" y="190081"/>
                </a:lnTo>
                <a:cubicBezTo>
                  <a:pt x="56511" y="190081"/>
                  <a:pt x="37484" y="130717"/>
                  <a:pt x="37484" y="130717"/>
                </a:cubicBezTo>
                <a:cubicBezTo>
                  <a:pt x="37484" y="130717"/>
                  <a:pt x="37484" y="118539"/>
                  <a:pt x="37484" y="118539"/>
                </a:cubicBezTo>
                <a:cubicBezTo>
                  <a:pt x="37484" y="114734"/>
                  <a:pt x="36342" y="110738"/>
                  <a:pt x="34059" y="107503"/>
                </a:cubicBezTo>
                <a:cubicBezTo>
                  <a:pt x="30634" y="102556"/>
                  <a:pt x="23784" y="100844"/>
                  <a:pt x="18456" y="98751"/>
                </a:cubicBezTo>
                <a:lnTo>
                  <a:pt x="18456" y="18837"/>
                </a:lnTo>
                <a:cubicBezTo>
                  <a:pt x="18456" y="18837"/>
                  <a:pt x="237269" y="18837"/>
                  <a:pt x="237269" y="18837"/>
                </a:cubicBezTo>
                <a:cubicBezTo>
                  <a:pt x="237269" y="21310"/>
                  <a:pt x="237269" y="28731"/>
                  <a:pt x="237459" y="30443"/>
                </a:cubicBezTo>
                <a:cubicBezTo>
                  <a:pt x="237840" y="34249"/>
                  <a:pt x="239552" y="37484"/>
                  <a:pt x="242026" y="40528"/>
                </a:cubicBezTo>
                <a:cubicBezTo>
                  <a:pt x="243167" y="42050"/>
                  <a:pt x="244309" y="43572"/>
                  <a:pt x="245260" y="45285"/>
                </a:cubicBezTo>
                <a:lnTo>
                  <a:pt x="244119" y="46997"/>
                </a:lnTo>
                <a:cubicBezTo>
                  <a:pt x="239171" y="53466"/>
                  <a:pt x="239933" y="61648"/>
                  <a:pt x="245260" y="68498"/>
                </a:cubicBezTo>
                <a:lnTo>
                  <a:pt x="252110" y="78011"/>
                </a:lnTo>
                <a:cubicBezTo>
                  <a:pt x="251159" y="79343"/>
                  <a:pt x="207396" y="145748"/>
                  <a:pt x="205113" y="149363"/>
                </a:cubicBezTo>
                <a:cubicBezTo>
                  <a:pt x="203210" y="152408"/>
                  <a:pt x="200927" y="155262"/>
                  <a:pt x="199976" y="158877"/>
                </a:cubicBezTo>
                <a:cubicBezTo>
                  <a:pt x="199024" y="162111"/>
                  <a:pt x="199405" y="165346"/>
                  <a:pt x="199405" y="168581"/>
                </a:cubicBezTo>
                <a:cubicBezTo>
                  <a:pt x="199405" y="172006"/>
                  <a:pt x="199405" y="186276"/>
                  <a:pt x="199405" y="190081"/>
                </a:cubicBezTo>
                <a:cubicBezTo>
                  <a:pt x="199405" y="200546"/>
                  <a:pt x="207967" y="209109"/>
                  <a:pt x="218432" y="209109"/>
                </a:cubicBezTo>
                <a:lnTo>
                  <a:pt x="352954" y="209109"/>
                </a:lnTo>
                <a:cubicBezTo>
                  <a:pt x="352954" y="209109"/>
                  <a:pt x="346294" y="218432"/>
                  <a:pt x="346294" y="218432"/>
                </a:cubicBezTo>
                <a:cubicBezTo>
                  <a:pt x="343440" y="222808"/>
                  <a:pt x="342489" y="227945"/>
                  <a:pt x="343821" y="233083"/>
                </a:cubicBezTo>
                <a:lnTo>
                  <a:pt x="350861" y="263526"/>
                </a:lnTo>
                <a:cubicBezTo>
                  <a:pt x="352573" y="270757"/>
                  <a:pt x="356379" y="273040"/>
                  <a:pt x="356379" y="273040"/>
                </a:cubicBezTo>
                <a:lnTo>
                  <a:pt x="364370" y="279129"/>
                </a:lnTo>
                <a:cubicBezTo>
                  <a:pt x="367985" y="281602"/>
                  <a:pt x="371981" y="282934"/>
                  <a:pt x="375787" y="282934"/>
                </a:cubicBezTo>
                <a:cubicBezTo>
                  <a:pt x="377118" y="282934"/>
                  <a:pt x="378450" y="282934"/>
                  <a:pt x="379782" y="282363"/>
                </a:cubicBezTo>
                <a:cubicBezTo>
                  <a:pt x="383207" y="281602"/>
                  <a:pt x="387964" y="279129"/>
                  <a:pt x="391389" y="273230"/>
                </a:cubicBezTo>
                <a:lnTo>
                  <a:pt x="399380" y="259911"/>
                </a:lnTo>
                <a:lnTo>
                  <a:pt x="399380" y="27342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2" descr="Maine icon.">
            <a:extLst>
              <a:ext uri="{FF2B5EF4-FFF2-40B4-BE49-F238E27FC236}">
                <a16:creationId xmlns:a16="http://schemas.microsoft.com/office/drawing/2014/main" id="{87FE6EC6-29E1-5922-3480-19C9C4134D84}"/>
              </a:ext>
            </a:extLst>
          </p:cNvPr>
          <p:cNvSpPr/>
          <p:nvPr/>
        </p:nvSpPr>
        <p:spPr>
          <a:xfrm>
            <a:off x="5946680" y="3314133"/>
            <a:ext cx="314486" cy="456631"/>
          </a:xfrm>
          <a:custGeom>
            <a:avLst/>
            <a:gdLst>
              <a:gd name="connsiteX0" fmla="*/ 309953 w 314486"/>
              <a:gd name="connsiteY0" fmla="*/ 264097 h 456631"/>
              <a:gd name="connsiteX1" fmla="*/ 280080 w 314486"/>
              <a:gd name="connsiteY1" fmla="*/ 234986 h 456631"/>
              <a:gd name="connsiteX2" fmla="*/ 276845 w 314486"/>
              <a:gd name="connsiteY2" fmla="*/ 231941 h 456631"/>
              <a:gd name="connsiteX3" fmla="*/ 282363 w 314486"/>
              <a:gd name="connsiteY3" fmla="*/ 211392 h 456631"/>
              <a:gd name="connsiteX4" fmla="*/ 282934 w 314486"/>
              <a:gd name="connsiteY4" fmla="*/ 209109 h 456631"/>
              <a:gd name="connsiteX5" fmla="*/ 271137 w 314486"/>
              <a:gd name="connsiteY5" fmla="*/ 187227 h 456631"/>
              <a:gd name="connsiteX6" fmla="*/ 262765 w 314486"/>
              <a:gd name="connsiteY6" fmla="*/ 185134 h 456631"/>
              <a:gd name="connsiteX7" fmla="*/ 265619 w 314486"/>
              <a:gd name="connsiteY7" fmla="*/ 176382 h 456631"/>
              <a:gd name="connsiteX8" fmla="*/ 267141 w 314486"/>
              <a:gd name="connsiteY8" fmla="*/ 169152 h 456631"/>
              <a:gd name="connsiteX9" fmla="*/ 267141 w 314486"/>
              <a:gd name="connsiteY9" fmla="*/ 50993 h 456631"/>
              <a:gd name="connsiteX10" fmla="*/ 261624 w 314486"/>
              <a:gd name="connsiteY10" fmla="*/ 37484 h 456631"/>
              <a:gd name="connsiteX11" fmla="*/ 236127 w 314486"/>
              <a:gd name="connsiteY11" fmla="*/ 12177 h 456631"/>
              <a:gd name="connsiteX12" fmla="*/ 229848 w 314486"/>
              <a:gd name="connsiteY12" fmla="*/ 5518 h 456631"/>
              <a:gd name="connsiteX13" fmla="*/ 216339 w 314486"/>
              <a:gd name="connsiteY13" fmla="*/ 0 h 456631"/>
              <a:gd name="connsiteX14" fmla="*/ 206064 w 314486"/>
              <a:gd name="connsiteY14" fmla="*/ 0 h 456631"/>
              <a:gd name="connsiteX15" fmla="*/ 189320 w 314486"/>
              <a:gd name="connsiteY15" fmla="*/ 9514 h 456631"/>
              <a:gd name="connsiteX16" fmla="*/ 182661 w 314486"/>
              <a:gd name="connsiteY16" fmla="*/ 19979 h 456631"/>
              <a:gd name="connsiteX17" fmla="*/ 168200 w 314486"/>
              <a:gd name="connsiteY17" fmla="*/ 25687 h 456631"/>
              <a:gd name="connsiteX18" fmla="*/ 164014 w 314486"/>
              <a:gd name="connsiteY18" fmla="*/ 12368 h 456631"/>
              <a:gd name="connsiteX19" fmla="*/ 146509 w 314486"/>
              <a:gd name="connsiteY19" fmla="*/ 0 h 456631"/>
              <a:gd name="connsiteX20" fmla="*/ 138137 w 314486"/>
              <a:gd name="connsiteY20" fmla="*/ 190 h 456631"/>
              <a:gd name="connsiteX21" fmla="*/ 122535 w 314486"/>
              <a:gd name="connsiteY21" fmla="*/ 8372 h 456631"/>
              <a:gd name="connsiteX22" fmla="*/ 78202 w 314486"/>
              <a:gd name="connsiteY22" fmla="*/ 78011 h 456631"/>
              <a:gd name="connsiteX23" fmla="*/ 76109 w 314486"/>
              <a:gd name="connsiteY23" fmla="*/ 82197 h 456631"/>
              <a:gd name="connsiteX24" fmla="*/ 67356 w 314486"/>
              <a:gd name="connsiteY24" fmla="*/ 107884 h 456631"/>
              <a:gd name="connsiteX25" fmla="*/ 52705 w 314486"/>
              <a:gd name="connsiteY25" fmla="*/ 123296 h 456631"/>
              <a:gd name="connsiteX26" fmla="*/ 47568 w 314486"/>
              <a:gd name="connsiteY26" fmla="*/ 136425 h 456631"/>
              <a:gd name="connsiteX27" fmla="*/ 47568 w 314486"/>
              <a:gd name="connsiteY27" fmla="*/ 149363 h 456631"/>
              <a:gd name="connsiteX28" fmla="*/ 49851 w 314486"/>
              <a:gd name="connsiteY28" fmla="*/ 155832 h 456631"/>
              <a:gd name="connsiteX29" fmla="*/ 55369 w 314486"/>
              <a:gd name="connsiteY29" fmla="*/ 161921 h 456631"/>
              <a:gd name="connsiteX30" fmla="*/ 50232 w 314486"/>
              <a:gd name="connsiteY30" fmla="*/ 170483 h 456631"/>
              <a:gd name="connsiteX31" fmla="*/ 38815 w 314486"/>
              <a:gd name="connsiteY31" fmla="*/ 176192 h 456631"/>
              <a:gd name="connsiteX32" fmla="*/ 29302 w 314486"/>
              <a:gd name="connsiteY32" fmla="*/ 185325 h 456631"/>
              <a:gd name="connsiteX33" fmla="*/ 23403 w 314486"/>
              <a:gd name="connsiteY33" fmla="*/ 199024 h 456631"/>
              <a:gd name="connsiteX34" fmla="*/ 26448 w 314486"/>
              <a:gd name="connsiteY34" fmla="*/ 208157 h 456631"/>
              <a:gd name="connsiteX35" fmla="*/ 19027 w 314486"/>
              <a:gd name="connsiteY35" fmla="*/ 218812 h 456631"/>
              <a:gd name="connsiteX36" fmla="*/ 17315 w 314486"/>
              <a:gd name="connsiteY36" fmla="*/ 218812 h 456631"/>
              <a:gd name="connsiteX37" fmla="*/ 0 w 314486"/>
              <a:gd name="connsiteY37" fmla="*/ 238030 h 456631"/>
              <a:gd name="connsiteX38" fmla="*/ 0 w 314486"/>
              <a:gd name="connsiteY38" fmla="*/ 414792 h 456631"/>
              <a:gd name="connsiteX39" fmla="*/ 1903 w 314486"/>
              <a:gd name="connsiteY39" fmla="*/ 423354 h 456631"/>
              <a:gd name="connsiteX40" fmla="*/ 10084 w 314486"/>
              <a:gd name="connsiteY40" fmla="*/ 439147 h 456631"/>
              <a:gd name="connsiteX41" fmla="*/ 13319 w 314486"/>
              <a:gd name="connsiteY41" fmla="*/ 443523 h 456631"/>
              <a:gd name="connsiteX42" fmla="*/ 21310 w 314486"/>
              <a:gd name="connsiteY42" fmla="*/ 451705 h 456631"/>
              <a:gd name="connsiteX43" fmla="*/ 51564 w 314486"/>
              <a:gd name="connsiteY43" fmla="*/ 445236 h 456631"/>
              <a:gd name="connsiteX44" fmla="*/ 52134 w 314486"/>
              <a:gd name="connsiteY44" fmla="*/ 443523 h 456631"/>
              <a:gd name="connsiteX45" fmla="*/ 55940 w 314486"/>
              <a:gd name="connsiteY45" fmla="*/ 432107 h 456631"/>
              <a:gd name="connsiteX46" fmla="*/ 71923 w 314486"/>
              <a:gd name="connsiteY46" fmla="*/ 416124 h 456631"/>
              <a:gd name="connsiteX47" fmla="*/ 76679 w 314486"/>
              <a:gd name="connsiteY47" fmla="*/ 408513 h 456631"/>
              <a:gd name="connsiteX48" fmla="*/ 83529 w 314486"/>
              <a:gd name="connsiteY48" fmla="*/ 387013 h 456631"/>
              <a:gd name="connsiteX49" fmla="*/ 117588 w 314486"/>
              <a:gd name="connsiteY49" fmla="*/ 379402 h 456631"/>
              <a:gd name="connsiteX50" fmla="*/ 131097 w 314486"/>
              <a:gd name="connsiteY50" fmla="*/ 369888 h 456631"/>
              <a:gd name="connsiteX51" fmla="*/ 133000 w 314486"/>
              <a:gd name="connsiteY51" fmla="*/ 371220 h 456631"/>
              <a:gd name="connsiteX52" fmla="*/ 141943 w 314486"/>
              <a:gd name="connsiteY52" fmla="*/ 375596 h 456631"/>
              <a:gd name="connsiteX53" fmla="*/ 151076 w 314486"/>
              <a:gd name="connsiteY53" fmla="*/ 374264 h 456631"/>
              <a:gd name="connsiteX54" fmla="*/ 155832 w 314486"/>
              <a:gd name="connsiteY54" fmla="*/ 370649 h 456631"/>
              <a:gd name="connsiteX55" fmla="*/ 157925 w 314486"/>
              <a:gd name="connsiteY55" fmla="*/ 367795 h 456631"/>
              <a:gd name="connsiteX56" fmla="*/ 179997 w 314486"/>
              <a:gd name="connsiteY56" fmla="*/ 329551 h 456631"/>
              <a:gd name="connsiteX57" fmla="*/ 186847 w 314486"/>
              <a:gd name="connsiteY57" fmla="*/ 334307 h 456631"/>
              <a:gd name="connsiteX58" fmla="*/ 202449 w 314486"/>
              <a:gd name="connsiteY58" fmla="*/ 337161 h 456631"/>
              <a:gd name="connsiteX59" fmla="*/ 207777 w 314486"/>
              <a:gd name="connsiteY59" fmla="*/ 334498 h 456631"/>
              <a:gd name="connsiteX60" fmla="*/ 228516 w 314486"/>
              <a:gd name="connsiteY60" fmla="*/ 319086 h 456631"/>
              <a:gd name="connsiteX61" fmla="*/ 237269 w 314486"/>
              <a:gd name="connsiteY61" fmla="*/ 311855 h 456631"/>
              <a:gd name="connsiteX62" fmla="*/ 242026 w 314486"/>
              <a:gd name="connsiteY62" fmla="*/ 315090 h 456631"/>
              <a:gd name="connsiteX63" fmla="*/ 252110 w 314486"/>
              <a:gd name="connsiteY63" fmla="*/ 318325 h 456631"/>
              <a:gd name="connsiteX64" fmla="*/ 268283 w 314486"/>
              <a:gd name="connsiteY64" fmla="*/ 308240 h 456631"/>
              <a:gd name="connsiteX65" fmla="*/ 275513 w 314486"/>
              <a:gd name="connsiteY65" fmla="*/ 300058 h 456631"/>
              <a:gd name="connsiteX66" fmla="*/ 276845 w 314486"/>
              <a:gd name="connsiteY66" fmla="*/ 301200 h 456631"/>
              <a:gd name="connsiteX67" fmla="*/ 278558 w 314486"/>
              <a:gd name="connsiteY67" fmla="*/ 302532 h 456631"/>
              <a:gd name="connsiteX68" fmla="*/ 287310 w 314486"/>
              <a:gd name="connsiteY68" fmla="*/ 304815 h 456631"/>
              <a:gd name="connsiteX69" fmla="*/ 304435 w 314486"/>
              <a:gd name="connsiteY69" fmla="*/ 294921 h 456631"/>
              <a:gd name="connsiteX70" fmla="*/ 306908 w 314486"/>
              <a:gd name="connsiteY70" fmla="*/ 291116 h 456631"/>
              <a:gd name="connsiteX71" fmla="*/ 310143 w 314486"/>
              <a:gd name="connsiteY71" fmla="*/ 286359 h 456631"/>
              <a:gd name="connsiteX72" fmla="*/ 310904 w 314486"/>
              <a:gd name="connsiteY72" fmla="*/ 264478 h 456631"/>
              <a:gd name="connsiteX73" fmla="*/ 287691 w 314486"/>
              <a:gd name="connsiteY73" fmla="*/ 284456 h 456631"/>
              <a:gd name="connsiteX74" fmla="*/ 273611 w 314486"/>
              <a:gd name="connsiteY74" fmla="*/ 278938 h 456631"/>
              <a:gd name="connsiteX75" fmla="*/ 258199 w 314486"/>
              <a:gd name="connsiteY75" fmla="*/ 287691 h 456631"/>
              <a:gd name="connsiteX76" fmla="*/ 250588 w 314486"/>
              <a:gd name="connsiteY76" fmla="*/ 297395 h 456631"/>
              <a:gd name="connsiteX77" fmla="*/ 246021 w 314486"/>
              <a:gd name="connsiteY77" fmla="*/ 294541 h 456631"/>
              <a:gd name="connsiteX78" fmla="*/ 241264 w 314486"/>
              <a:gd name="connsiteY78" fmla="*/ 292828 h 456631"/>
              <a:gd name="connsiteX79" fmla="*/ 231751 w 314486"/>
              <a:gd name="connsiteY79" fmla="*/ 293399 h 456631"/>
              <a:gd name="connsiteX80" fmla="*/ 215768 w 314486"/>
              <a:gd name="connsiteY80" fmla="*/ 303483 h 456631"/>
              <a:gd name="connsiteX81" fmla="*/ 215197 w 314486"/>
              <a:gd name="connsiteY81" fmla="*/ 304054 h 456631"/>
              <a:gd name="connsiteX82" fmla="*/ 196931 w 314486"/>
              <a:gd name="connsiteY82" fmla="*/ 318134 h 456631"/>
              <a:gd name="connsiteX83" fmla="*/ 188940 w 314486"/>
              <a:gd name="connsiteY83" fmla="*/ 312616 h 456631"/>
              <a:gd name="connsiteX84" fmla="*/ 174860 w 314486"/>
              <a:gd name="connsiteY84" fmla="*/ 309001 h 456631"/>
              <a:gd name="connsiteX85" fmla="*/ 162682 w 314486"/>
              <a:gd name="connsiteY85" fmla="*/ 318895 h 456631"/>
              <a:gd name="connsiteX86" fmla="*/ 142513 w 314486"/>
              <a:gd name="connsiteY86" fmla="*/ 354286 h 456631"/>
              <a:gd name="connsiteX87" fmla="*/ 138328 w 314486"/>
              <a:gd name="connsiteY87" fmla="*/ 351812 h 456631"/>
              <a:gd name="connsiteX88" fmla="*/ 120823 w 314486"/>
              <a:gd name="connsiteY88" fmla="*/ 350861 h 456631"/>
              <a:gd name="connsiteX89" fmla="*/ 113212 w 314486"/>
              <a:gd name="connsiteY89" fmla="*/ 360755 h 456631"/>
              <a:gd name="connsiteX90" fmla="*/ 76870 w 314486"/>
              <a:gd name="connsiteY90" fmla="*/ 368556 h 456631"/>
              <a:gd name="connsiteX91" fmla="*/ 64883 w 314486"/>
              <a:gd name="connsiteY91" fmla="*/ 379782 h 456631"/>
              <a:gd name="connsiteX92" fmla="*/ 57652 w 314486"/>
              <a:gd name="connsiteY92" fmla="*/ 402425 h 456631"/>
              <a:gd name="connsiteX93" fmla="*/ 41669 w 314486"/>
              <a:gd name="connsiteY93" fmla="*/ 418407 h 456631"/>
              <a:gd name="connsiteX94" fmla="*/ 37674 w 314486"/>
              <a:gd name="connsiteY94" fmla="*/ 424877 h 456631"/>
              <a:gd name="connsiteX95" fmla="*/ 33488 w 314486"/>
              <a:gd name="connsiteY95" fmla="*/ 437054 h 456631"/>
              <a:gd name="connsiteX96" fmla="*/ 26448 w 314486"/>
              <a:gd name="connsiteY96" fmla="*/ 429633 h 456631"/>
              <a:gd name="connsiteX97" fmla="*/ 18266 w 314486"/>
              <a:gd name="connsiteY97" fmla="*/ 414412 h 456631"/>
              <a:gd name="connsiteX98" fmla="*/ 18266 w 314486"/>
              <a:gd name="connsiteY98" fmla="*/ 250588 h 456631"/>
              <a:gd name="connsiteX99" fmla="*/ 18266 w 314486"/>
              <a:gd name="connsiteY99" fmla="*/ 237269 h 456631"/>
              <a:gd name="connsiteX100" fmla="*/ 20740 w 314486"/>
              <a:gd name="connsiteY100" fmla="*/ 237269 h 456631"/>
              <a:gd name="connsiteX101" fmla="*/ 28731 w 314486"/>
              <a:gd name="connsiteY101" fmla="*/ 234224 h 456631"/>
              <a:gd name="connsiteX102" fmla="*/ 32536 w 314486"/>
              <a:gd name="connsiteY102" fmla="*/ 229848 h 456631"/>
              <a:gd name="connsiteX103" fmla="*/ 39386 w 314486"/>
              <a:gd name="connsiteY103" fmla="*/ 221286 h 456631"/>
              <a:gd name="connsiteX104" fmla="*/ 42050 w 314486"/>
              <a:gd name="connsiteY104" fmla="*/ 198263 h 456631"/>
              <a:gd name="connsiteX105" fmla="*/ 51944 w 314486"/>
              <a:gd name="connsiteY105" fmla="*/ 188750 h 456631"/>
              <a:gd name="connsiteX106" fmla="*/ 54227 w 314486"/>
              <a:gd name="connsiteY106" fmla="*/ 188179 h 456631"/>
              <a:gd name="connsiteX107" fmla="*/ 66976 w 314486"/>
              <a:gd name="connsiteY107" fmla="*/ 179236 h 456631"/>
              <a:gd name="connsiteX108" fmla="*/ 72874 w 314486"/>
              <a:gd name="connsiteY108" fmla="*/ 167820 h 456631"/>
              <a:gd name="connsiteX109" fmla="*/ 69830 w 314486"/>
              <a:gd name="connsiteY109" fmla="*/ 149554 h 456631"/>
              <a:gd name="connsiteX110" fmla="*/ 66024 w 314486"/>
              <a:gd name="connsiteY110" fmla="*/ 144987 h 456631"/>
              <a:gd name="connsiteX111" fmla="*/ 66024 w 314486"/>
              <a:gd name="connsiteY111" fmla="*/ 135473 h 456631"/>
              <a:gd name="connsiteX112" fmla="*/ 80865 w 314486"/>
              <a:gd name="connsiteY112" fmla="*/ 119681 h 456631"/>
              <a:gd name="connsiteX113" fmla="*/ 84861 w 314486"/>
              <a:gd name="connsiteY113" fmla="*/ 113021 h 456631"/>
              <a:gd name="connsiteX114" fmla="*/ 93804 w 314486"/>
              <a:gd name="connsiteY114" fmla="*/ 87335 h 456631"/>
              <a:gd name="connsiteX115" fmla="*/ 137757 w 314486"/>
              <a:gd name="connsiteY115" fmla="*/ 18076 h 456631"/>
              <a:gd name="connsiteX116" fmla="*/ 145558 w 314486"/>
              <a:gd name="connsiteY116" fmla="*/ 18076 h 456631"/>
              <a:gd name="connsiteX117" fmla="*/ 149744 w 314486"/>
              <a:gd name="connsiteY117" fmla="*/ 30824 h 456631"/>
              <a:gd name="connsiteX118" fmla="*/ 167820 w 314486"/>
              <a:gd name="connsiteY118" fmla="*/ 43572 h 456631"/>
              <a:gd name="connsiteX119" fmla="*/ 173908 w 314486"/>
              <a:gd name="connsiteY119" fmla="*/ 42621 h 456631"/>
              <a:gd name="connsiteX120" fmla="*/ 188369 w 314486"/>
              <a:gd name="connsiteY120" fmla="*/ 36913 h 456631"/>
              <a:gd name="connsiteX121" fmla="*/ 200166 w 314486"/>
              <a:gd name="connsiteY121" fmla="*/ 27780 h 456631"/>
              <a:gd name="connsiteX122" fmla="*/ 206254 w 314486"/>
              <a:gd name="connsiteY122" fmla="*/ 17886 h 456631"/>
              <a:gd name="connsiteX123" fmla="*/ 215958 w 314486"/>
              <a:gd name="connsiteY123" fmla="*/ 17886 h 456631"/>
              <a:gd name="connsiteX124" fmla="*/ 248114 w 314486"/>
              <a:gd name="connsiteY124" fmla="*/ 49851 h 456631"/>
              <a:gd name="connsiteX125" fmla="*/ 248114 w 314486"/>
              <a:gd name="connsiteY125" fmla="*/ 168771 h 456631"/>
              <a:gd name="connsiteX126" fmla="*/ 244689 w 314486"/>
              <a:gd name="connsiteY126" fmla="*/ 179426 h 456631"/>
              <a:gd name="connsiteX127" fmla="*/ 244499 w 314486"/>
              <a:gd name="connsiteY127" fmla="*/ 189511 h 456631"/>
              <a:gd name="connsiteX128" fmla="*/ 256486 w 314486"/>
              <a:gd name="connsiteY128" fmla="*/ 201688 h 456631"/>
              <a:gd name="connsiteX129" fmla="*/ 264478 w 314486"/>
              <a:gd name="connsiteY129" fmla="*/ 203971 h 456631"/>
              <a:gd name="connsiteX130" fmla="*/ 258199 w 314486"/>
              <a:gd name="connsiteY130" fmla="*/ 227184 h 456631"/>
              <a:gd name="connsiteX131" fmla="*/ 262955 w 314486"/>
              <a:gd name="connsiteY131" fmla="*/ 244119 h 456631"/>
              <a:gd name="connsiteX132" fmla="*/ 268473 w 314486"/>
              <a:gd name="connsiteY132" fmla="*/ 249446 h 456631"/>
              <a:gd name="connsiteX133" fmla="*/ 293779 w 314486"/>
              <a:gd name="connsiteY133" fmla="*/ 273991 h 456631"/>
              <a:gd name="connsiteX134" fmla="*/ 287691 w 314486"/>
              <a:gd name="connsiteY134" fmla="*/ 283695 h 45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314486" h="456631">
                <a:moveTo>
                  <a:pt x="309953" y="264097"/>
                </a:moveTo>
                <a:cubicBezTo>
                  <a:pt x="309953" y="264097"/>
                  <a:pt x="280080" y="234986"/>
                  <a:pt x="280080" y="234986"/>
                </a:cubicBezTo>
                <a:lnTo>
                  <a:pt x="276845" y="231941"/>
                </a:lnTo>
                <a:lnTo>
                  <a:pt x="282363" y="211392"/>
                </a:lnTo>
                <a:lnTo>
                  <a:pt x="282934" y="209109"/>
                </a:lnTo>
                <a:cubicBezTo>
                  <a:pt x="285027" y="199976"/>
                  <a:pt x="280270" y="190462"/>
                  <a:pt x="271137" y="187227"/>
                </a:cubicBezTo>
                <a:cubicBezTo>
                  <a:pt x="271137" y="187227"/>
                  <a:pt x="262765" y="185325"/>
                  <a:pt x="262765" y="185134"/>
                </a:cubicBezTo>
                <a:lnTo>
                  <a:pt x="265619" y="176382"/>
                </a:lnTo>
                <a:cubicBezTo>
                  <a:pt x="266571" y="174099"/>
                  <a:pt x="267141" y="171625"/>
                  <a:pt x="267141" y="169152"/>
                </a:cubicBezTo>
                <a:cubicBezTo>
                  <a:pt x="266951" y="139850"/>
                  <a:pt x="267141" y="57462"/>
                  <a:pt x="267141" y="50993"/>
                </a:cubicBezTo>
                <a:cubicBezTo>
                  <a:pt x="266951" y="45855"/>
                  <a:pt x="265239" y="41099"/>
                  <a:pt x="261624" y="37484"/>
                </a:cubicBezTo>
                <a:lnTo>
                  <a:pt x="236127" y="12177"/>
                </a:lnTo>
                <a:lnTo>
                  <a:pt x="229848" y="5518"/>
                </a:lnTo>
                <a:cubicBezTo>
                  <a:pt x="226423" y="1903"/>
                  <a:pt x="221476" y="0"/>
                  <a:pt x="216339" y="0"/>
                </a:cubicBezTo>
                <a:cubicBezTo>
                  <a:pt x="216339" y="0"/>
                  <a:pt x="206254" y="0"/>
                  <a:pt x="206064" y="0"/>
                </a:cubicBezTo>
                <a:cubicBezTo>
                  <a:pt x="198834" y="0"/>
                  <a:pt x="192555" y="3425"/>
                  <a:pt x="189320" y="9514"/>
                </a:cubicBezTo>
                <a:lnTo>
                  <a:pt x="182661" y="19979"/>
                </a:lnTo>
                <a:lnTo>
                  <a:pt x="168200" y="25687"/>
                </a:lnTo>
                <a:lnTo>
                  <a:pt x="164014" y="12368"/>
                </a:lnTo>
                <a:cubicBezTo>
                  <a:pt x="161350" y="4567"/>
                  <a:pt x="155262" y="0"/>
                  <a:pt x="146509" y="0"/>
                </a:cubicBezTo>
                <a:cubicBezTo>
                  <a:pt x="146509" y="0"/>
                  <a:pt x="138137" y="190"/>
                  <a:pt x="138137" y="190"/>
                </a:cubicBezTo>
                <a:cubicBezTo>
                  <a:pt x="131668" y="190"/>
                  <a:pt x="126150" y="2854"/>
                  <a:pt x="122535" y="8372"/>
                </a:cubicBezTo>
                <a:lnTo>
                  <a:pt x="78202" y="78011"/>
                </a:lnTo>
                <a:cubicBezTo>
                  <a:pt x="77441" y="79343"/>
                  <a:pt x="76679" y="80675"/>
                  <a:pt x="76109" y="82197"/>
                </a:cubicBezTo>
                <a:lnTo>
                  <a:pt x="67356" y="107884"/>
                </a:lnTo>
                <a:lnTo>
                  <a:pt x="52705" y="123296"/>
                </a:lnTo>
                <a:cubicBezTo>
                  <a:pt x="49280" y="126911"/>
                  <a:pt x="47568" y="131478"/>
                  <a:pt x="47568" y="136425"/>
                </a:cubicBezTo>
                <a:lnTo>
                  <a:pt x="47568" y="149363"/>
                </a:lnTo>
                <a:cubicBezTo>
                  <a:pt x="47568" y="152027"/>
                  <a:pt x="48519" y="154310"/>
                  <a:pt x="49851" y="155832"/>
                </a:cubicBezTo>
                <a:lnTo>
                  <a:pt x="55369" y="161921"/>
                </a:lnTo>
                <a:lnTo>
                  <a:pt x="50232" y="170483"/>
                </a:lnTo>
                <a:cubicBezTo>
                  <a:pt x="44333" y="170864"/>
                  <a:pt x="40528" y="174479"/>
                  <a:pt x="38815" y="176192"/>
                </a:cubicBezTo>
                <a:lnTo>
                  <a:pt x="29302" y="185325"/>
                </a:lnTo>
                <a:cubicBezTo>
                  <a:pt x="25496" y="189130"/>
                  <a:pt x="23403" y="194077"/>
                  <a:pt x="23403" y="199024"/>
                </a:cubicBezTo>
                <a:cubicBezTo>
                  <a:pt x="23403" y="202259"/>
                  <a:pt x="24545" y="205303"/>
                  <a:pt x="26448" y="208157"/>
                </a:cubicBezTo>
                <a:lnTo>
                  <a:pt x="19027" y="218812"/>
                </a:lnTo>
                <a:lnTo>
                  <a:pt x="17315" y="218812"/>
                </a:lnTo>
                <a:cubicBezTo>
                  <a:pt x="7421" y="219383"/>
                  <a:pt x="0" y="227184"/>
                  <a:pt x="0" y="238030"/>
                </a:cubicBezTo>
                <a:lnTo>
                  <a:pt x="0" y="414792"/>
                </a:lnTo>
                <a:cubicBezTo>
                  <a:pt x="0" y="417837"/>
                  <a:pt x="571" y="420691"/>
                  <a:pt x="1903" y="423354"/>
                </a:cubicBezTo>
                <a:lnTo>
                  <a:pt x="10084" y="439147"/>
                </a:lnTo>
                <a:cubicBezTo>
                  <a:pt x="11036" y="440859"/>
                  <a:pt x="11987" y="442382"/>
                  <a:pt x="13319" y="443523"/>
                </a:cubicBezTo>
                <a:cubicBezTo>
                  <a:pt x="13319" y="443523"/>
                  <a:pt x="21310" y="451705"/>
                  <a:pt x="21310" y="451705"/>
                </a:cubicBezTo>
                <a:cubicBezTo>
                  <a:pt x="30253" y="460838"/>
                  <a:pt x="46617" y="456462"/>
                  <a:pt x="51564" y="445236"/>
                </a:cubicBezTo>
                <a:cubicBezTo>
                  <a:pt x="51754" y="444665"/>
                  <a:pt x="51944" y="444094"/>
                  <a:pt x="52134" y="443523"/>
                </a:cubicBezTo>
                <a:lnTo>
                  <a:pt x="55940" y="432107"/>
                </a:lnTo>
                <a:lnTo>
                  <a:pt x="71923" y="416124"/>
                </a:lnTo>
                <a:cubicBezTo>
                  <a:pt x="74016" y="414031"/>
                  <a:pt x="75728" y="411367"/>
                  <a:pt x="76679" y="408513"/>
                </a:cubicBezTo>
                <a:lnTo>
                  <a:pt x="83529" y="387013"/>
                </a:lnTo>
                <a:lnTo>
                  <a:pt x="117588" y="379402"/>
                </a:lnTo>
                <a:cubicBezTo>
                  <a:pt x="123677" y="378260"/>
                  <a:pt x="128243" y="374835"/>
                  <a:pt x="131097" y="369888"/>
                </a:cubicBezTo>
                <a:cubicBezTo>
                  <a:pt x="131097" y="369888"/>
                  <a:pt x="133000" y="371220"/>
                  <a:pt x="133000" y="371220"/>
                </a:cubicBezTo>
                <a:cubicBezTo>
                  <a:pt x="135854" y="373123"/>
                  <a:pt x="138328" y="375025"/>
                  <a:pt x="141943" y="375596"/>
                </a:cubicBezTo>
                <a:cubicBezTo>
                  <a:pt x="144987" y="375977"/>
                  <a:pt x="148222" y="375596"/>
                  <a:pt x="151076" y="374264"/>
                </a:cubicBezTo>
                <a:cubicBezTo>
                  <a:pt x="152788" y="373313"/>
                  <a:pt x="154501" y="372171"/>
                  <a:pt x="155832" y="370649"/>
                </a:cubicBezTo>
                <a:cubicBezTo>
                  <a:pt x="156594" y="369698"/>
                  <a:pt x="157164" y="368746"/>
                  <a:pt x="157925" y="367795"/>
                </a:cubicBezTo>
                <a:cubicBezTo>
                  <a:pt x="171815" y="344011"/>
                  <a:pt x="177714" y="333546"/>
                  <a:pt x="179997" y="329551"/>
                </a:cubicBezTo>
                <a:lnTo>
                  <a:pt x="186847" y="334307"/>
                </a:lnTo>
                <a:cubicBezTo>
                  <a:pt x="191413" y="337542"/>
                  <a:pt x="197121" y="338493"/>
                  <a:pt x="202449" y="337161"/>
                </a:cubicBezTo>
                <a:cubicBezTo>
                  <a:pt x="204352" y="336591"/>
                  <a:pt x="206064" y="335639"/>
                  <a:pt x="207777" y="334498"/>
                </a:cubicBezTo>
                <a:lnTo>
                  <a:pt x="228516" y="319086"/>
                </a:lnTo>
                <a:cubicBezTo>
                  <a:pt x="231561" y="316422"/>
                  <a:pt x="235937" y="312807"/>
                  <a:pt x="237269" y="311855"/>
                </a:cubicBezTo>
                <a:lnTo>
                  <a:pt x="242026" y="315090"/>
                </a:lnTo>
                <a:cubicBezTo>
                  <a:pt x="245831" y="317373"/>
                  <a:pt x="249066" y="318325"/>
                  <a:pt x="252110" y="318325"/>
                </a:cubicBezTo>
                <a:cubicBezTo>
                  <a:pt x="260672" y="318325"/>
                  <a:pt x="265239" y="311665"/>
                  <a:pt x="268283" y="308240"/>
                </a:cubicBezTo>
                <a:lnTo>
                  <a:pt x="275513" y="300058"/>
                </a:lnTo>
                <a:lnTo>
                  <a:pt x="276845" y="301200"/>
                </a:lnTo>
                <a:lnTo>
                  <a:pt x="278558" y="302532"/>
                </a:lnTo>
                <a:cubicBezTo>
                  <a:pt x="281412" y="304054"/>
                  <a:pt x="284266" y="304815"/>
                  <a:pt x="287310" y="304815"/>
                </a:cubicBezTo>
                <a:cubicBezTo>
                  <a:pt x="293970" y="304815"/>
                  <a:pt x="300629" y="301200"/>
                  <a:pt x="304435" y="294921"/>
                </a:cubicBezTo>
                <a:lnTo>
                  <a:pt x="306908" y="291116"/>
                </a:lnTo>
                <a:lnTo>
                  <a:pt x="310143" y="286359"/>
                </a:lnTo>
                <a:cubicBezTo>
                  <a:pt x="315090" y="279890"/>
                  <a:pt x="316422" y="270947"/>
                  <a:pt x="310904" y="264478"/>
                </a:cubicBezTo>
                <a:close/>
                <a:moveTo>
                  <a:pt x="287691" y="284456"/>
                </a:moveTo>
                <a:cubicBezTo>
                  <a:pt x="284076" y="281031"/>
                  <a:pt x="279129" y="279129"/>
                  <a:pt x="273611" y="278938"/>
                </a:cubicBezTo>
                <a:cubicBezTo>
                  <a:pt x="266571" y="279129"/>
                  <a:pt x="262385" y="282173"/>
                  <a:pt x="258199" y="287691"/>
                </a:cubicBezTo>
                <a:lnTo>
                  <a:pt x="250588" y="297395"/>
                </a:lnTo>
                <a:cubicBezTo>
                  <a:pt x="249066" y="296443"/>
                  <a:pt x="247734" y="295302"/>
                  <a:pt x="246021" y="294541"/>
                </a:cubicBezTo>
                <a:cubicBezTo>
                  <a:pt x="244499" y="293779"/>
                  <a:pt x="242787" y="293209"/>
                  <a:pt x="241264" y="292828"/>
                </a:cubicBezTo>
                <a:cubicBezTo>
                  <a:pt x="238030" y="292257"/>
                  <a:pt x="234795" y="292448"/>
                  <a:pt x="231751" y="293399"/>
                </a:cubicBezTo>
                <a:cubicBezTo>
                  <a:pt x="225662" y="295302"/>
                  <a:pt x="220525" y="299488"/>
                  <a:pt x="215768" y="303483"/>
                </a:cubicBezTo>
                <a:cubicBezTo>
                  <a:pt x="215578" y="303483"/>
                  <a:pt x="215388" y="303864"/>
                  <a:pt x="215197" y="304054"/>
                </a:cubicBezTo>
                <a:cubicBezTo>
                  <a:pt x="215197" y="304054"/>
                  <a:pt x="196931" y="318325"/>
                  <a:pt x="196931" y="318134"/>
                </a:cubicBezTo>
                <a:lnTo>
                  <a:pt x="188940" y="312616"/>
                </a:lnTo>
                <a:cubicBezTo>
                  <a:pt x="183993" y="309191"/>
                  <a:pt x="179236" y="308050"/>
                  <a:pt x="174860" y="309001"/>
                </a:cubicBezTo>
                <a:cubicBezTo>
                  <a:pt x="168010" y="310523"/>
                  <a:pt x="164395" y="316232"/>
                  <a:pt x="162682" y="318895"/>
                </a:cubicBezTo>
                <a:cubicBezTo>
                  <a:pt x="160209" y="323462"/>
                  <a:pt x="157545" y="328599"/>
                  <a:pt x="142513" y="354286"/>
                </a:cubicBezTo>
                <a:lnTo>
                  <a:pt x="138328" y="351812"/>
                </a:lnTo>
                <a:cubicBezTo>
                  <a:pt x="132429" y="348387"/>
                  <a:pt x="126150" y="348007"/>
                  <a:pt x="120823" y="350861"/>
                </a:cubicBezTo>
                <a:cubicBezTo>
                  <a:pt x="117017" y="352954"/>
                  <a:pt x="115114" y="356379"/>
                  <a:pt x="113212" y="360755"/>
                </a:cubicBezTo>
                <a:lnTo>
                  <a:pt x="76870" y="368556"/>
                </a:lnTo>
                <a:cubicBezTo>
                  <a:pt x="71923" y="370078"/>
                  <a:pt x="67737" y="373694"/>
                  <a:pt x="64883" y="379782"/>
                </a:cubicBezTo>
                <a:lnTo>
                  <a:pt x="57652" y="402425"/>
                </a:lnTo>
                <a:lnTo>
                  <a:pt x="41669" y="418407"/>
                </a:lnTo>
                <a:cubicBezTo>
                  <a:pt x="39767" y="420310"/>
                  <a:pt x="38625" y="422593"/>
                  <a:pt x="37674" y="424877"/>
                </a:cubicBezTo>
                <a:lnTo>
                  <a:pt x="33488" y="437054"/>
                </a:lnTo>
                <a:lnTo>
                  <a:pt x="26448" y="429633"/>
                </a:lnTo>
                <a:lnTo>
                  <a:pt x="18266" y="414412"/>
                </a:lnTo>
                <a:lnTo>
                  <a:pt x="18266" y="250588"/>
                </a:lnTo>
                <a:cubicBezTo>
                  <a:pt x="18266" y="250588"/>
                  <a:pt x="18266" y="237269"/>
                  <a:pt x="18266" y="237269"/>
                </a:cubicBezTo>
                <a:cubicBezTo>
                  <a:pt x="18456" y="237269"/>
                  <a:pt x="20549" y="237269"/>
                  <a:pt x="20740" y="237269"/>
                </a:cubicBezTo>
                <a:cubicBezTo>
                  <a:pt x="23784" y="237079"/>
                  <a:pt x="26448" y="236317"/>
                  <a:pt x="28731" y="234224"/>
                </a:cubicBezTo>
                <a:cubicBezTo>
                  <a:pt x="30253" y="232893"/>
                  <a:pt x="31395" y="231370"/>
                  <a:pt x="32536" y="229848"/>
                </a:cubicBezTo>
                <a:cubicBezTo>
                  <a:pt x="34820" y="226994"/>
                  <a:pt x="37103" y="224330"/>
                  <a:pt x="39386" y="221286"/>
                </a:cubicBezTo>
                <a:cubicBezTo>
                  <a:pt x="45665" y="213295"/>
                  <a:pt x="45665" y="206064"/>
                  <a:pt x="42050" y="198263"/>
                </a:cubicBezTo>
                <a:lnTo>
                  <a:pt x="51944" y="188750"/>
                </a:lnTo>
                <a:cubicBezTo>
                  <a:pt x="51944" y="188750"/>
                  <a:pt x="53657" y="188369"/>
                  <a:pt x="54227" y="188179"/>
                </a:cubicBezTo>
                <a:cubicBezTo>
                  <a:pt x="60316" y="186657"/>
                  <a:pt x="63360" y="184183"/>
                  <a:pt x="66976" y="179236"/>
                </a:cubicBezTo>
                <a:cubicBezTo>
                  <a:pt x="68117" y="177523"/>
                  <a:pt x="71923" y="169913"/>
                  <a:pt x="72874" y="167820"/>
                </a:cubicBezTo>
                <a:cubicBezTo>
                  <a:pt x="75348" y="161731"/>
                  <a:pt x="74206" y="155452"/>
                  <a:pt x="69830" y="149554"/>
                </a:cubicBezTo>
                <a:cubicBezTo>
                  <a:pt x="69830" y="149554"/>
                  <a:pt x="67546" y="146890"/>
                  <a:pt x="66024" y="144987"/>
                </a:cubicBezTo>
                <a:lnTo>
                  <a:pt x="66024" y="135473"/>
                </a:lnTo>
                <a:cubicBezTo>
                  <a:pt x="66024" y="135473"/>
                  <a:pt x="80865" y="119681"/>
                  <a:pt x="80865" y="119681"/>
                </a:cubicBezTo>
                <a:cubicBezTo>
                  <a:pt x="82578" y="117778"/>
                  <a:pt x="84100" y="115495"/>
                  <a:pt x="84861" y="113021"/>
                </a:cubicBezTo>
                <a:lnTo>
                  <a:pt x="93804" y="87335"/>
                </a:lnTo>
                <a:lnTo>
                  <a:pt x="137757" y="18076"/>
                </a:lnTo>
                <a:lnTo>
                  <a:pt x="145558" y="18076"/>
                </a:lnTo>
                <a:lnTo>
                  <a:pt x="149744" y="30824"/>
                </a:lnTo>
                <a:cubicBezTo>
                  <a:pt x="152408" y="38625"/>
                  <a:pt x="159638" y="43572"/>
                  <a:pt x="167820" y="43572"/>
                </a:cubicBezTo>
                <a:cubicBezTo>
                  <a:pt x="169913" y="43572"/>
                  <a:pt x="172006" y="43192"/>
                  <a:pt x="173908" y="42621"/>
                </a:cubicBezTo>
                <a:lnTo>
                  <a:pt x="188369" y="36913"/>
                </a:lnTo>
                <a:cubicBezTo>
                  <a:pt x="193506" y="35581"/>
                  <a:pt x="198073" y="31966"/>
                  <a:pt x="200166" y="27780"/>
                </a:cubicBezTo>
                <a:lnTo>
                  <a:pt x="206254" y="17886"/>
                </a:lnTo>
                <a:lnTo>
                  <a:pt x="215958" y="17886"/>
                </a:lnTo>
                <a:cubicBezTo>
                  <a:pt x="215958" y="17886"/>
                  <a:pt x="248114" y="49851"/>
                  <a:pt x="248114" y="49851"/>
                </a:cubicBezTo>
                <a:cubicBezTo>
                  <a:pt x="248114" y="49851"/>
                  <a:pt x="248114" y="124438"/>
                  <a:pt x="248114" y="168771"/>
                </a:cubicBezTo>
                <a:lnTo>
                  <a:pt x="244689" y="179426"/>
                </a:lnTo>
                <a:cubicBezTo>
                  <a:pt x="243738" y="182851"/>
                  <a:pt x="243357" y="186276"/>
                  <a:pt x="244499" y="189511"/>
                </a:cubicBezTo>
                <a:cubicBezTo>
                  <a:pt x="246212" y="194838"/>
                  <a:pt x="250207" y="199214"/>
                  <a:pt x="256486" y="201688"/>
                </a:cubicBezTo>
                <a:lnTo>
                  <a:pt x="264478" y="203971"/>
                </a:lnTo>
                <a:lnTo>
                  <a:pt x="258199" y="227184"/>
                </a:lnTo>
                <a:cubicBezTo>
                  <a:pt x="255725" y="235366"/>
                  <a:pt x="259721" y="240694"/>
                  <a:pt x="262955" y="244119"/>
                </a:cubicBezTo>
                <a:lnTo>
                  <a:pt x="268473" y="249446"/>
                </a:lnTo>
                <a:lnTo>
                  <a:pt x="293779" y="273991"/>
                </a:lnTo>
                <a:lnTo>
                  <a:pt x="287691" y="28369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5" name="Graphic 29" descr="Maryland icon.">
            <a:extLst>
              <a:ext uri="{FF2B5EF4-FFF2-40B4-BE49-F238E27FC236}">
                <a16:creationId xmlns:a16="http://schemas.microsoft.com/office/drawing/2014/main" id="{ABD38FBD-B242-F657-EEB1-113D79E70E5E}"/>
              </a:ext>
            </a:extLst>
          </p:cNvPr>
          <p:cNvSpPr/>
          <p:nvPr/>
        </p:nvSpPr>
        <p:spPr>
          <a:xfrm>
            <a:off x="7095739" y="3410863"/>
            <a:ext cx="456738" cy="256724"/>
          </a:xfrm>
          <a:custGeom>
            <a:avLst/>
            <a:gdLst>
              <a:gd name="connsiteX0" fmla="*/ 452656 w 456738"/>
              <a:gd name="connsiteY0" fmla="*/ 178855 h 256724"/>
              <a:gd name="connsiteX1" fmla="*/ 437435 w 456738"/>
              <a:gd name="connsiteY1" fmla="*/ 171435 h 256724"/>
              <a:gd name="connsiteX2" fmla="*/ 391579 w 456738"/>
              <a:gd name="connsiteY2" fmla="*/ 171435 h 256724"/>
              <a:gd name="connsiteX3" fmla="*/ 385490 w 456738"/>
              <a:gd name="connsiteY3" fmla="*/ 18076 h 256724"/>
              <a:gd name="connsiteX4" fmla="*/ 366083 w 456738"/>
              <a:gd name="connsiteY4" fmla="*/ 0 h 256724"/>
              <a:gd name="connsiteX5" fmla="*/ 19027 w 456738"/>
              <a:gd name="connsiteY5" fmla="*/ 0 h 256724"/>
              <a:gd name="connsiteX6" fmla="*/ 5518 w 456738"/>
              <a:gd name="connsiteY6" fmla="*/ 5898 h 256724"/>
              <a:gd name="connsiteX7" fmla="*/ 0 w 456738"/>
              <a:gd name="connsiteY7" fmla="*/ 19217 h 256724"/>
              <a:gd name="connsiteX8" fmla="*/ 0 w 456738"/>
              <a:gd name="connsiteY8" fmla="*/ 55179 h 256724"/>
              <a:gd name="connsiteX9" fmla="*/ 10275 w 456738"/>
              <a:gd name="connsiteY9" fmla="*/ 71923 h 256724"/>
              <a:gd name="connsiteX10" fmla="*/ 19027 w 456738"/>
              <a:gd name="connsiteY10" fmla="*/ 74016 h 256724"/>
              <a:gd name="connsiteX11" fmla="*/ 31585 w 456738"/>
              <a:gd name="connsiteY11" fmla="*/ 69830 h 256724"/>
              <a:gd name="connsiteX12" fmla="*/ 58984 w 456738"/>
              <a:gd name="connsiteY12" fmla="*/ 49280 h 256724"/>
              <a:gd name="connsiteX13" fmla="*/ 72684 w 456738"/>
              <a:gd name="connsiteY13" fmla="*/ 57082 h 256724"/>
              <a:gd name="connsiteX14" fmla="*/ 92853 w 456738"/>
              <a:gd name="connsiteY14" fmla="*/ 57082 h 256724"/>
              <a:gd name="connsiteX15" fmla="*/ 104079 w 456738"/>
              <a:gd name="connsiteY15" fmla="*/ 52705 h 256724"/>
              <a:gd name="connsiteX16" fmla="*/ 110738 w 456738"/>
              <a:gd name="connsiteY16" fmla="*/ 47378 h 256724"/>
              <a:gd name="connsiteX17" fmla="*/ 119871 w 456738"/>
              <a:gd name="connsiteY17" fmla="*/ 47378 h 256724"/>
              <a:gd name="connsiteX18" fmla="*/ 136425 w 456738"/>
              <a:gd name="connsiteY18" fmla="*/ 36532 h 256724"/>
              <a:gd name="connsiteX19" fmla="*/ 141372 w 456738"/>
              <a:gd name="connsiteY19" fmla="*/ 18647 h 256724"/>
              <a:gd name="connsiteX20" fmla="*/ 152788 w 456738"/>
              <a:gd name="connsiteY20" fmla="*/ 18647 h 256724"/>
              <a:gd name="connsiteX21" fmla="*/ 152978 w 456738"/>
              <a:gd name="connsiteY21" fmla="*/ 25306 h 256724"/>
              <a:gd name="connsiteX22" fmla="*/ 157164 w 456738"/>
              <a:gd name="connsiteY22" fmla="*/ 36722 h 256724"/>
              <a:gd name="connsiteX23" fmla="*/ 172386 w 456738"/>
              <a:gd name="connsiteY23" fmla="*/ 54037 h 256724"/>
              <a:gd name="connsiteX24" fmla="*/ 173528 w 456738"/>
              <a:gd name="connsiteY24" fmla="*/ 59174 h 256724"/>
              <a:gd name="connsiteX25" fmla="*/ 179236 w 456738"/>
              <a:gd name="connsiteY25" fmla="*/ 71923 h 256724"/>
              <a:gd name="connsiteX26" fmla="*/ 192745 w 456738"/>
              <a:gd name="connsiteY26" fmla="*/ 77631 h 256724"/>
              <a:gd name="connsiteX27" fmla="*/ 198453 w 456738"/>
              <a:gd name="connsiteY27" fmla="*/ 77631 h 256724"/>
              <a:gd name="connsiteX28" fmla="*/ 202639 w 456738"/>
              <a:gd name="connsiteY28" fmla="*/ 89237 h 256724"/>
              <a:gd name="connsiteX29" fmla="*/ 209679 w 456738"/>
              <a:gd name="connsiteY29" fmla="*/ 97609 h 256724"/>
              <a:gd name="connsiteX30" fmla="*/ 250968 w 456738"/>
              <a:gd name="connsiteY30" fmla="*/ 123867 h 256724"/>
              <a:gd name="connsiteX31" fmla="*/ 250398 w 456738"/>
              <a:gd name="connsiteY31" fmla="*/ 130146 h 256724"/>
              <a:gd name="connsiteX32" fmla="*/ 222428 w 456738"/>
              <a:gd name="connsiteY32" fmla="*/ 137566 h 256724"/>
              <a:gd name="connsiteX33" fmla="*/ 211011 w 456738"/>
              <a:gd name="connsiteY33" fmla="*/ 146319 h 256724"/>
              <a:gd name="connsiteX34" fmla="*/ 205493 w 456738"/>
              <a:gd name="connsiteY34" fmla="*/ 156784 h 256724"/>
              <a:gd name="connsiteX35" fmla="*/ 210250 w 456738"/>
              <a:gd name="connsiteY35" fmla="*/ 179236 h 256724"/>
              <a:gd name="connsiteX36" fmla="*/ 218242 w 456738"/>
              <a:gd name="connsiteY36" fmla="*/ 187608 h 256724"/>
              <a:gd name="connsiteX37" fmla="*/ 229848 w 456738"/>
              <a:gd name="connsiteY37" fmla="*/ 195219 h 256724"/>
              <a:gd name="connsiteX38" fmla="*/ 234415 w 456738"/>
              <a:gd name="connsiteY38" fmla="*/ 195790 h 256724"/>
              <a:gd name="connsiteX39" fmla="*/ 241264 w 456738"/>
              <a:gd name="connsiteY39" fmla="*/ 194267 h 256724"/>
              <a:gd name="connsiteX40" fmla="*/ 250968 w 456738"/>
              <a:gd name="connsiteY40" fmla="*/ 191413 h 256724"/>
              <a:gd name="connsiteX41" fmla="*/ 251349 w 456738"/>
              <a:gd name="connsiteY41" fmla="*/ 204161 h 256724"/>
              <a:gd name="connsiteX42" fmla="*/ 258199 w 456738"/>
              <a:gd name="connsiteY42" fmla="*/ 217100 h 256724"/>
              <a:gd name="connsiteX43" fmla="*/ 290164 w 456738"/>
              <a:gd name="connsiteY43" fmla="*/ 242406 h 256724"/>
              <a:gd name="connsiteX44" fmla="*/ 301961 w 456738"/>
              <a:gd name="connsiteY44" fmla="*/ 246402 h 256724"/>
              <a:gd name="connsiteX45" fmla="*/ 315090 w 456738"/>
              <a:gd name="connsiteY45" fmla="*/ 246402 h 256724"/>
              <a:gd name="connsiteX46" fmla="*/ 338113 w 456738"/>
              <a:gd name="connsiteY46" fmla="*/ 254774 h 256724"/>
              <a:gd name="connsiteX47" fmla="*/ 347056 w 456738"/>
              <a:gd name="connsiteY47" fmla="*/ 252300 h 256724"/>
              <a:gd name="connsiteX48" fmla="*/ 358091 w 456738"/>
              <a:gd name="connsiteY48" fmla="*/ 246592 h 256724"/>
              <a:gd name="connsiteX49" fmla="*/ 382446 w 456738"/>
              <a:gd name="connsiteY49" fmla="*/ 256296 h 256724"/>
              <a:gd name="connsiteX50" fmla="*/ 391008 w 456738"/>
              <a:gd name="connsiteY50" fmla="*/ 256296 h 256724"/>
              <a:gd name="connsiteX51" fmla="*/ 430965 w 456738"/>
              <a:gd name="connsiteY51" fmla="*/ 247543 h 256724"/>
              <a:gd name="connsiteX52" fmla="*/ 445426 w 456738"/>
              <a:gd name="connsiteY52" fmla="*/ 234224 h 256724"/>
              <a:gd name="connsiteX53" fmla="*/ 456081 w 456738"/>
              <a:gd name="connsiteY53" fmla="*/ 195219 h 256724"/>
              <a:gd name="connsiteX54" fmla="*/ 452847 w 456738"/>
              <a:gd name="connsiteY54" fmla="*/ 178665 h 256724"/>
              <a:gd name="connsiteX55" fmla="*/ 118920 w 456738"/>
              <a:gd name="connsiteY55" fmla="*/ 28921 h 256724"/>
              <a:gd name="connsiteX56" fmla="*/ 108645 w 456738"/>
              <a:gd name="connsiteY56" fmla="*/ 28921 h 256724"/>
              <a:gd name="connsiteX57" fmla="*/ 96087 w 456738"/>
              <a:gd name="connsiteY57" fmla="*/ 34249 h 256724"/>
              <a:gd name="connsiteX58" fmla="*/ 92282 w 456738"/>
              <a:gd name="connsiteY58" fmla="*/ 38435 h 256724"/>
              <a:gd name="connsiteX59" fmla="*/ 73064 w 456738"/>
              <a:gd name="connsiteY59" fmla="*/ 38435 h 256724"/>
              <a:gd name="connsiteX60" fmla="*/ 73064 w 456738"/>
              <a:gd name="connsiteY60" fmla="*/ 38435 h 256724"/>
              <a:gd name="connsiteX61" fmla="*/ 62599 w 456738"/>
              <a:gd name="connsiteY61" fmla="*/ 31014 h 256724"/>
              <a:gd name="connsiteX62" fmla="*/ 46617 w 456738"/>
              <a:gd name="connsiteY62" fmla="*/ 34439 h 256724"/>
              <a:gd name="connsiteX63" fmla="*/ 19027 w 456738"/>
              <a:gd name="connsiteY63" fmla="*/ 55369 h 256724"/>
              <a:gd name="connsiteX64" fmla="*/ 19027 w 456738"/>
              <a:gd name="connsiteY64" fmla="*/ 19217 h 256724"/>
              <a:gd name="connsiteX65" fmla="*/ 121393 w 456738"/>
              <a:gd name="connsiteY65" fmla="*/ 19217 h 256724"/>
              <a:gd name="connsiteX66" fmla="*/ 118920 w 456738"/>
              <a:gd name="connsiteY66" fmla="*/ 28731 h 256724"/>
              <a:gd name="connsiteX67" fmla="*/ 426779 w 456738"/>
              <a:gd name="connsiteY67" fmla="*/ 229277 h 256724"/>
              <a:gd name="connsiteX68" fmla="*/ 386442 w 456738"/>
              <a:gd name="connsiteY68" fmla="*/ 237269 h 256724"/>
              <a:gd name="connsiteX69" fmla="*/ 367795 w 456738"/>
              <a:gd name="connsiteY69" fmla="*/ 229848 h 256724"/>
              <a:gd name="connsiteX70" fmla="*/ 347246 w 456738"/>
              <a:gd name="connsiteY70" fmla="*/ 230800 h 256724"/>
              <a:gd name="connsiteX71" fmla="*/ 338874 w 456738"/>
              <a:gd name="connsiteY71" fmla="*/ 235747 h 256724"/>
              <a:gd name="connsiteX72" fmla="*/ 325745 w 456738"/>
              <a:gd name="connsiteY72" fmla="*/ 230609 h 256724"/>
              <a:gd name="connsiteX73" fmla="*/ 315090 w 456738"/>
              <a:gd name="connsiteY73" fmla="*/ 227565 h 256724"/>
              <a:gd name="connsiteX74" fmla="*/ 301581 w 456738"/>
              <a:gd name="connsiteY74" fmla="*/ 227565 h 256724"/>
              <a:gd name="connsiteX75" fmla="*/ 269996 w 456738"/>
              <a:gd name="connsiteY75" fmla="*/ 202259 h 256724"/>
              <a:gd name="connsiteX76" fmla="*/ 269996 w 456738"/>
              <a:gd name="connsiteY76" fmla="*/ 191794 h 256724"/>
              <a:gd name="connsiteX77" fmla="*/ 261624 w 456738"/>
              <a:gd name="connsiteY77" fmla="*/ 175240 h 256724"/>
              <a:gd name="connsiteX78" fmla="*/ 243928 w 456738"/>
              <a:gd name="connsiteY78" fmla="*/ 173337 h 256724"/>
              <a:gd name="connsiteX79" fmla="*/ 242216 w 456738"/>
              <a:gd name="connsiteY79" fmla="*/ 173908 h 256724"/>
              <a:gd name="connsiteX80" fmla="*/ 234605 w 456738"/>
              <a:gd name="connsiteY80" fmla="*/ 176572 h 256724"/>
              <a:gd name="connsiteX81" fmla="*/ 222808 w 456738"/>
              <a:gd name="connsiteY81" fmla="*/ 165346 h 256724"/>
              <a:gd name="connsiteX82" fmla="*/ 227945 w 456738"/>
              <a:gd name="connsiteY82" fmla="*/ 156023 h 256724"/>
              <a:gd name="connsiteX83" fmla="*/ 255345 w 456738"/>
              <a:gd name="connsiteY83" fmla="*/ 148792 h 256724"/>
              <a:gd name="connsiteX84" fmla="*/ 269615 w 456738"/>
              <a:gd name="connsiteY84" fmla="*/ 130526 h 256724"/>
              <a:gd name="connsiteX85" fmla="*/ 269996 w 456738"/>
              <a:gd name="connsiteY85" fmla="*/ 123677 h 256724"/>
              <a:gd name="connsiteX86" fmla="*/ 260862 w 456738"/>
              <a:gd name="connsiteY86" fmla="*/ 107123 h 256724"/>
              <a:gd name="connsiteX87" fmla="*/ 218812 w 456738"/>
              <a:gd name="connsiteY87" fmla="*/ 81436 h 256724"/>
              <a:gd name="connsiteX88" fmla="*/ 218812 w 456738"/>
              <a:gd name="connsiteY88" fmla="*/ 78772 h 256724"/>
              <a:gd name="connsiteX89" fmla="*/ 213295 w 456738"/>
              <a:gd name="connsiteY89" fmla="*/ 65263 h 256724"/>
              <a:gd name="connsiteX90" fmla="*/ 199024 w 456738"/>
              <a:gd name="connsiteY90" fmla="*/ 58794 h 256724"/>
              <a:gd name="connsiteX91" fmla="*/ 192555 w 456738"/>
              <a:gd name="connsiteY91" fmla="*/ 58794 h 256724"/>
              <a:gd name="connsiteX92" fmla="*/ 191223 w 456738"/>
              <a:gd name="connsiteY92" fmla="*/ 51754 h 256724"/>
              <a:gd name="connsiteX93" fmla="*/ 184754 w 456738"/>
              <a:gd name="connsiteY93" fmla="*/ 39957 h 256724"/>
              <a:gd name="connsiteX94" fmla="*/ 171815 w 456738"/>
              <a:gd name="connsiteY94" fmla="*/ 25306 h 256724"/>
              <a:gd name="connsiteX95" fmla="*/ 171815 w 456738"/>
              <a:gd name="connsiteY95" fmla="*/ 19408 h 256724"/>
              <a:gd name="connsiteX96" fmla="*/ 366273 w 456738"/>
              <a:gd name="connsiteY96" fmla="*/ 19408 h 256724"/>
              <a:gd name="connsiteX97" fmla="*/ 372362 w 456738"/>
              <a:gd name="connsiteY97" fmla="*/ 172767 h 256724"/>
              <a:gd name="connsiteX98" fmla="*/ 391389 w 456738"/>
              <a:gd name="connsiteY98" fmla="*/ 191033 h 256724"/>
              <a:gd name="connsiteX99" fmla="*/ 437435 w 456738"/>
              <a:gd name="connsiteY99" fmla="*/ 190842 h 256724"/>
              <a:gd name="connsiteX100" fmla="*/ 426779 w 456738"/>
              <a:gd name="connsiteY100" fmla="*/ 229658 h 25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456738" h="256724">
                <a:moveTo>
                  <a:pt x="452656" y="178855"/>
                </a:moveTo>
                <a:cubicBezTo>
                  <a:pt x="449041" y="174099"/>
                  <a:pt x="442952" y="171245"/>
                  <a:pt x="437435" y="171435"/>
                </a:cubicBezTo>
                <a:lnTo>
                  <a:pt x="391579" y="171435"/>
                </a:lnTo>
                <a:cubicBezTo>
                  <a:pt x="391579" y="171435"/>
                  <a:pt x="385490" y="18076"/>
                  <a:pt x="385490" y="18076"/>
                </a:cubicBezTo>
                <a:cubicBezTo>
                  <a:pt x="384729" y="7991"/>
                  <a:pt x="376357" y="0"/>
                  <a:pt x="366083" y="0"/>
                </a:cubicBezTo>
                <a:lnTo>
                  <a:pt x="19027" y="0"/>
                </a:lnTo>
                <a:cubicBezTo>
                  <a:pt x="13890" y="190"/>
                  <a:pt x="9133" y="2283"/>
                  <a:pt x="5518" y="5898"/>
                </a:cubicBezTo>
                <a:cubicBezTo>
                  <a:pt x="1903" y="9514"/>
                  <a:pt x="0" y="14270"/>
                  <a:pt x="0" y="19217"/>
                </a:cubicBezTo>
                <a:lnTo>
                  <a:pt x="0" y="55179"/>
                </a:lnTo>
                <a:cubicBezTo>
                  <a:pt x="0" y="62599"/>
                  <a:pt x="3996" y="68878"/>
                  <a:pt x="10275" y="71923"/>
                </a:cubicBezTo>
                <a:cubicBezTo>
                  <a:pt x="13129" y="73255"/>
                  <a:pt x="15983" y="74016"/>
                  <a:pt x="19027" y="74016"/>
                </a:cubicBezTo>
                <a:cubicBezTo>
                  <a:pt x="23403" y="74016"/>
                  <a:pt x="27780" y="72684"/>
                  <a:pt x="31585" y="69830"/>
                </a:cubicBezTo>
                <a:cubicBezTo>
                  <a:pt x="33868" y="68117"/>
                  <a:pt x="58984" y="49280"/>
                  <a:pt x="58984" y="49280"/>
                </a:cubicBezTo>
                <a:cubicBezTo>
                  <a:pt x="62599" y="54418"/>
                  <a:pt x="66976" y="57082"/>
                  <a:pt x="72684" y="57082"/>
                </a:cubicBezTo>
                <a:cubicBezTo>
                  <a:pt x="72684" y="57082"/>
                  <a:pt x="92853" y="57082"/>
                  <a:pt x="92853" y="57082"/>
                </a:cubicBezTo>
                <a:cubicBezTo>
                  <a:pt x="97229" y="57082"/>
                  <a:pt x="100844" y="55179"/>
                  <a:pt x="104079" y="52705"/>
                </a:cubicBezTo>
                <a:lnTo>
                  <a:pt x="110738" y="47378"/>
                </a:lnTo>
                <a:lnTo>
                  <a:pt x="119871" y="47378"/>
                </a:lnTo>
                <a:cubicBezTo>
                  <a:pt x="123677" y="47568"/>
                  <a:pt x="133000" y="47187"/>
                  <a:pt x="136425" y="36532"/>
                </a:cubicBezTo>
                <a:lnTo>
                  <a:pt x="141372" y="18647"/>
                </a:lnTo>
                <a:lnTo>
                  <a:pt x="152788" y="18647"/>
                </a:lnTo>
                <a:cubicBezTo>
                  <a:pt x="152788" y="20740"/>
                  <a:pt x="152978" y="25306"/>
                  <a:pt x="152978" y="25306"/>
                </a:cubicBezTo>
                <a:cubicBezTo>
                  <a:pt x="152978" y="29302"/>
                  <a:pt x="154310" y="33107"/>
                  <a:pt x="157164" y="36722"/>
                </a:cubicBezTo>
                <a:lnTo>
                  <a:pt x="172386" y="54037"/>
                </a:lnTo>
                <a:lnTo>
                  <a:pt x="173528" y="59174"/>
                </a:lnTo>
                <a:cubicBezTo>
                  <a:pt x="174479" y="65263"/>
                  <a:pt x="175811" y="68498"/>
                  <a:pt x="179236" y="71923"/>
                </a:cubicBezTo>
                <a:cubicBezTo>
                  <a:pt x="182851" y="75538"/>
                  <a:pt x="187608" y="77631"/>
                  <a:pt x="192745" y="77631"/>
                </a:cubicBezTo>
                <a:lnTo>
                  <a:pt x="198453" y="77631"/>
                </a:lnTo>
                <a:cubicBezTo>
                  <a:pt x="199405" y="80104"/>
                  <a:pt x="201688" y="86764"/>
                  <a:pt x="202639" y="89237"/>
                </a:cubicBezTo>
                <a:cubicBezTo>
                  <a:pt x="204352" y="92853"/>
                  <a:pt x="206635" y="95707"/>
                  <a:pt x="209679" y="97609"/>
                </a:cubicBezTo>
                <a:cubicBezTo>
                  <a:pt x="209679" y="97609"/>
                  <a:pt x="250968" y="123486"/>
                  <a:pt x="250968" y="123867"/>
                </a:cubicBezTo>
                <a:lnTo>
                  <a:pt x="250398" y="130146"/>
                </a:lnTo>
                <a:lnTo>
                  <a:pt x="222428" y="137566"/>
                </a:lnTo>
                <a:cubicBezTo>
                  <a:pt x="217671" y="138898"/>
                  <a:pt x="213485" y="142133"/>
                  <a:pt x="211011" y="146319"/>
                </a:cubicBezTo>
                <a:lnTo>
                  <a:pt x="205493" y="156784"/>
                </a:lnTo>
                <a:cubicBezTo>
                  <a:pt x="202069" y="163824"/>
                  <a:pt x="203971" y="172767"/>
                  <a:pt x="210250" y="179236"/>
                </a:cubicBezTo>
                <a:lnTo>
                  <a:pt x="218242" y="187608"/>
                </a:lnTo>
                <a:cubicBezTo>
                  <a:pt x="220905" y="191604"/>
                  <a:pt x="225091" y="194077"/>
                  <a:pt x="229848" y="195219"/>
                </a:cubicBezTo>
                <a:cubicBezTo>
                  <a:pt x="231370" y="195599"/>
                  <a:pt x="232893" y="195790"/>
                  <a:pt x="234415" y="195790"/>
                </a:cubicBezTo>
                <a:cubicBezTo>
                  <a:pt x="236698" y="195790"/>
                  <a:pt x="238981" y="195219"/>
                  <a:pt x="241264" y="194267"/>
                </a:cubicBezTo>
                <a:lnTo>
                  <a:pt x="250968" y="191413"/>
                </a:lnTo>
                <a:lnTo>
                  <a:pt x="251349" y="204161"/>
                </a:lnTo>
                <a:cubicBezTo>
                  <a:pt x="251920" y="209299"/>
                  <a:pt x="254203" y="214056"/>
                  <a:pt x="258199" y="217100"/>
                </a:cubicBezTo>
                <a:lnTo>
                  <a:pt x="290164" y="242406"/>
                </a:lnTo>
                <a:cubicBezTo>
                  <a:pt x="293589" y="245070"/>
                  <a:pt x="297775" y="246402"/>
                  <a:pt x="301961" y="246402"/>
                </a:cubicBezTo>
                <a:lnTo>
                  <a:pt x="315090" y="246402"/>
                </a:lnTo>
                <a:cubicBezTo>
                  <a:pt x="315090" y="246402"/>
                  <a:pt x="334307" y="254774"/>
                  <a:pt x="338113" y="254774"/>
                </a:cubicBezTo>
                <a:cubicBezTo>
                  <a:pt x="341347" y="254774"/>
                  <a:pt x="344582" y="253822"/>
                  <a:pt x="347056" y="252300"/>
                </a:cubicBezTo>
                <a:lnTo>
                  <a:pt x="358091" y="246592"/>
                </a:lnTo>
                <a:cubicBezTo>
                  <a:pt x="358091" y="246592"/>
                  <a:pt x="380734" y="255915"/>
                  <a:pt x="382446" y="256296"/>
                </a:cubicBezTo>
                <a:cubicBezTo>
                  <a:pt x="385300" y="256867"/>
                  <a:pt x="386632" y="256867"/>
                  <a:pt x="391008" y="256296"/>
                </a:cubicBezTo>
                <a:cubicBezTo>
                  <a:pt x="392150" y="256296"/>
                  <a:pt x="426970" y="248495"/>
                  <a:pt x="430965" y="247543"/>
                </a:cubicBezTo>
                <a:cubicBezTo>
                  <a:pt x="437815" y="246212"/>
                  <a:pt x="443143" y="241264"/>
                  <a:pt x="445426" y="234224"/>
                </a:cubicBezTo>
                <a:lnTo>
                  <a:pt x="456081" y="195219"/>
                </a:lnTo>
                <a:cubicBezTo>
                  <a:pt x="457603" y="189511"/>
                  <a:pt x="456462" y="183422"/>
                  <a:pt x="452847" y="178665"/>
                </a:cubicBezTo>
                <a:close/>
                <a:moveTo>
                  <a:pt x="118920" y="28921"/>
                </a:moveTo>
                <a:lnTo>
                  <a:pt x="108645" y="28921"/>
                </a:lnTo>
                <a:cubicBezTo>
                  <a:pt x="103508" y="28921"/>
                  <a:pt x="99702" y="30634"/>
                  <a:pt x="96087" y="34249"/>
                </a:cubicBezTo>
                <a:lnTo>
                  <a:pt x="92282" y="38435"/>
                </a:lnTo>
                <a:lnTo>
                  <a:pt x="73064" y="38435"/>
                </a:lnTo>
                <a:cubicBezTo>
                  <a:pt x="73064" y="38435"/>
                  <a:pt x="73064" y="38435"/>
                  <a:pt x="73064" y="38435"/>
                </a:cubicBezTo>
                <a:cubicBezTo>
                  <a:pt x="70401" y="35010"/>
                  <a:pt x="66976" y="32156"/>
                  <a:pt x="62599" y="31014"/>
                </a:cubicBezTo>
                <a:cubicBezTo>
                  <a:pt x="57082" y="29682"/>
                  <a:pt x="51373" y="31014"/>
                  <a:pt x="46617" y="34439"/>
                </a:cubicBezTo>
                <a:cubicBezTo>
                  <a:pt x="46617" y="34439"/>
                  <a:pt x="22452" y="53086"/>
                  <a:pt x="19027" y="55369"/>
                </a:cubicBezTo>
                <a:lnTo>
                  <a:pt x="19027" y="19217"/>
                </a:lnTo>
                <a:cubicBezTo>
                  <a:pt x="19027" y="19217"/>
                  <a:pt x="121393" y="19217"/>
                  <a:pt x="121393" y="19217"/>
                </a:cubicBezTo>
                <a:lnTo>
                  <a:pt x="118920" y="28731"/>
                </a:lnTo>
                <a:close/>
                <a:moveTo>
                  <a:pt x="426779" y="229277"/>
                </a:moveTo>
                <a:lnTo>
                  <a:pt x="386442" y="237269"/>
                </a:lnTo>
                <a:lnTo>
                  <a:pt x="367795" y="229848"/>
                </a:lnTo>
                <a:cubicBezTo>
                  <a:pt x="359994" y="226614"/>
                  <a:pt x="352383" y="227184"/>
                  <a:pt x="347246" y="230800"/>
                </a:cubicBezTo>
                <a:lnTo>
                  <a:pt x="338874" y="235747"/>
                </a:lnTo>
                <a:lnTo>
                  <a:pt x="325745" y="230609"/>
                </a:lnTo>
                <a:cubicBezTo>
                  <a:pt x="320227" y="227945"/>
                  <a:pt x="318895" y="227565"/>
                  <a:pt x="315090" y="227565"/>
                </a:cubicBezTo>
                <a:lnTo>
                  <a:pt x="301581" y="227565"/>
                </a:lnTo>
                <a:cubicBezTo>
                  <a:pt x="301581" y="227565"/>
                  <a:pt x="269996" y="202259"/>
                  <a:pt x="269996" y="202259"/>
                </a:cubicBezTo>
                <a:lnTo>
                  <a:pt x="269996" y="191794"/>
                </a:lnTo>
                <a:cubicBezTo>
                  <a:pt x="269996" y="185134"/>
                  <a:pt x="266951" y="179046"/>
                  <a:pt x="261624" y="175240"/>
                </a:cubicBezTo>
                <a:cubicBezTo>
                  <a:pt x="256296" y="171625"/>
                  <a:pt x="249636" y="170864"/>
                  <a:pt x="243928" y="173337"/>
                </a:cubicBezTo>
                <a:lnTo>
                  <a:pt x="242216" y="173908"/>
                </a:lnTo>
                <a:lnTo>
                  <a:pt x="234605" y="176572"/>
                </a:lnTo>
                <a:lnTo>
                  <a:pt x="222808" y="165346"/>
                </a:lnTo>
                <a:lnTo>
                  <a:pt x="227945" y="156023"/>
                </a:lnTo>
                <a:lnTo>
                  <a:pt x="255345" y="148792"/>
                </a:lnTo>
                <a:cubicBezTo>
                  <a:pt x="263907" y="146509"/>
                  <a:pt x="269805" y="138898"/>
                  <a:pt x="269615" y="130526"/>
                </a:cubicBezTo>
                <a:lnTo>
                  <a:pt x="269996" y="123677"/>
                </a:lnTo>
                <a:cubicBezTo>
                  <a:pt x="269996" y="117017"/>
                  <a:pt x="266380" y="110738"/>
                  <a:pt x="260862" y="107123"/>
                </a:cubicBezTo>
                <a:lnTo>
                  <a:pt x="218812" y="81436"/>
                </a:lnTo>
                <a:cubicBezTo>
                  <a:pt x="218812" y="80485"/>
                  <a:pt x="219003" y="79724"/>
                  <a:pt x="218812" y="78772"/>
                </a:cubicBezTo>
                <a:cubicBezTo>
                  <a:pt x="218812" y="73825"/>
                  <a:pt x="216910" y="69069"/>
                  <a:pt x="213295" y="65263"/>
                </a:cubicBezTo>
                <a:cubicBezTo>
                  <a:pt x="209489" y="61267"/>
                  <a:pt x="204352" y="58984"/>
                  <a:pt x="199024" y="58794"/>
                </a:cubicBezTo>
                <a:lnTo>
                  <a:pt x="192555" y="58794"/>
                </a:lnTo>
                <a:cubicBezTo>
                  <a:pt x="192555" y="58794"/>
                  <a:pt x="191223" y="51754"/>
                  <a:pt x="191223" y="51754"/>
                </a:cubicBezTo>
                <a:cubicBezTo>
                  <a:pt x="190842" y="46426"/>
                  <a:pt x="187418" y="42621"/>
                  <a:pt x="184754" y="39957"/>
                </a:cubicBezTo>
                <a:lnTo>
                  <a:pt x="171815" y="25306"/>
                </a:lnTo>
                <a:lnTo>
                  <a:pt x="171815" y="19408"/>
                </a:lnTo>
                <a:cubicBezTo>
                  <a:pt x="171815" y="19408"/>
                  <a:pt x="366273" y="19408"/>
                  <a:pt x="366273" y="19408"/>
                </a:cubicBezTo>
                <a:lnTo>
                  <a:pt x="372362" y="172767"/>
                </a:lnTo>
                <a:cubicBezTo>
                  <a:pt x="372742" y="183041"/>
                  <a:pt x="381114" y="191033"/>
                  <a:pt x="391389" y="191033"/>
                </a:cubicBezTo>
                <a:cubicBezTo>
                  <a:pt x="391389" y="191033"/>
                  <a:pt x="437435" y="190842"/>
                  <a:pt x="437435" y="190842"/>
                </a:cubicBezTo>
                <a:lnTo>
                  <a:pt x="426779" y="229658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Graphic 30" descr="Massachusetts icon.">
            <a:extLst>
              <a:ext uri="{FF2B5EF4-FFF2-40B4-BE49-F238E27FC236}">
                <a16:creationId xmlns:a16="http://schemas.microsoft.com/office/drawing/2014/main" id="{610818DB-E430-622E-AF29-DC66558D24AB}"/>
              </a:ext>
            </a:extLst>
          </p:cNvPr>
          <p:cNvSpPr/>
          <p:nvPr/>
        </p:nvSpPr>
        <p:spPr>
          <a:xfrm>
            <a:off x="8312513" y="3412723"/>
            <a:ext cx="456638" cy="253005"/>
          </a:xfrm>
          <a:custGeom>
            <a:avLst/>
            <a:gdLst>
              <a:gd name="connsiteX0" fmla="*/ 453404 w 456638"/>
              <a:gd name="connsiteY0" fmla="*/ 163578 h 253005"/>
              <a:gd name="connsiteX1" fmla="*/ 440465 w 456638"/>
              <a:gd name="connsiteY1" fmla="*/ 143980 h 253005"/>
              <a:gd name="connsiteX2" fmla="*/ 418013 w 456638"/>
              <a:gd name="connsiteY2" fmla="*/ 136940 h 253005"/>
              <a:gd name="connsiteX3" fmla="*/ 408690 w 456638"/>
              <a:gd name="connsiteY3" fmla="*/ 142458 h 253005"/>
              <a:gd name="connsiteX4" fmla="*/ 402792 w 456638"/>
              <a:gd name="connsiteY4" fmla="*/ 164720 h 253005"/>
              <a:gd name="connsiteX5" fmla="*/ 408880 w 456638"/>
              <a:gd name="connsiteY5" fmla="*/ 174043 h 253005"/>
              <a:gd name="connsiteX6" fmla="*/ 408880 w 456638"/>
              <a:gd name="connsiteY6" fmla="*/ 184318 h 253005"/>
              <a:gd name="connsiteX7" fmla="*/ 399176 w 456638"/>
              <a:gd name="connsiteY7" fmla="*/ 189265 h 253005"/>
              <a:gd name="connsiteX8" fmla="*/ 386618 w 456638"/>
              <a:gd name="connsiteY8" fmla="*/ 182605 h 253005"/>
              <a:gd name="connsiteX9" fmla="*/ 372348 w 456638"/>
              <a:gd name="connsiteY9" fmla="*/ 160343 h 253005"/>
              <a:gd name="connsiteX10" fmla="*/ 358268 w 456638"/>
              <a:gd name="connsiteY10" fmla="*/ 151591 h 253005"/>
              <a:gd name="connsiteX11" fmla="*/ 356365 w 456638"/>
              <a:gd name="connsiteY11" fmla="*/ 151591 h 253005"/>
              <a:gd name="connsiteX12" fmla="*/ 358839 w 456638"/>
              <a:gd name="connsiteY12" fmla="*/ 146454 h 253005"/>
              <a:gd name="connsiteX13" fmla="*/ 358839 w 456638"/>
              <a:gd name="connsiteY13" fmla="*/ 134657 h 253005"/>
              <a:gd name="connsiteX14" fmla="*/ 355033 w 456638"/>
              <a:gd name="connsiteY14" fmla="*/ 122670 h 253005"/>
              <a:gd name="connsiteX15" fmla="*/ 352940 w 456638"/>
              <a:gd name="connsiteY15" fmla="*/ 117342 h 253005"/>
              <a:gd name="connsiteX16" fmla="*/ 334865 w 456638"/>
              <a:gd name="connsiteY16" fmla="*/ 104213 h 253005"/>
              <a:gd name="connsiteX17" fmla="*/ 327825 w 456638"/>
              <a:gd name="connsiteY17" fmla="*/ 104213 h 253005"/>
              <a:gd name="connsiteX18" fmla="*/ 324970 w 456638"/>
              <a:gd name="connsiteY18" fmla="*/ 96412 h 253005"/>
              <a:gd name="connsiteX19" fmla="*/ 338480 w 456638"/>
              <a:gd name="connsiteY19" fmla="*/ 82522 h 253005"/>
              <a:gd name="connsiteX20" fmla="*/ 341905 w 456638"/>
              <a:gd name="connsiteY20" fmla="*/ 80620 h 253005"/>
              <a:gd name="connsiteX21" fmla="*/ 341905 w 456638"/>
              <a:gd name="connsiteY21" fmla="*/ 80620 h 253005"/>
              <a:gd name="connsiteX22" fmla="*/ 353131 w 456638"/>
              <a:gd name="connsiteY22" fmla="*/ 75102 h 253005"/>
              <a:gd name="connsiteX23" fmla="*/ 361312 w 456638"/>
              <a:gd name="connsiteY23" fmla="*/ 58548 h 253005"/>
              <a:gd name="connsiteX24" fmla="*/ 361312 w 456638"/>
              <a:gd name="connsiteY24" fmla="*/ 55884 h 253005"/>
              <a:gd name="connsiteX25" fmla="*/ 360932 w 456638"/>
              <a:gd name="connsiteY25" fmla="*/ 53220 h 253005"/>
              <a:gd name="connsiteX26" fmla="*/ 360742 w 456638"/>
              <a:gd name="connsiteY26" fmla="*/ 51698 h 253005"/>
              <a:gd name="connsiteX27" fmla="*/ 360742 w 456638"/>
              <a:gd name="connsiteY27" fmla="*/ 51318 h 253005"/>
              <a:gd name="connsiteX28" fmla="*/ 360742 w 456638"/>
              <a:gd name="connsiteY28" fmla="*/ 51318 h 253005"/>
              <a:gd name="connsiteX29" fmla="*/ 351228 w 456638"/>
              <a:gd name="connsiteY29" fmla="*/ 36667 h 253005"/>
              <a:gd name="connsiteX30" fmla="*/ 350847 w 456638"/>
              <a:gd name="connsiteY30" fmla="*/ 36667 h 253005"/>
              <a:gd name="connsiteX31" fmla="*/ 350847 w 456638"/>
              <a:gd name="connsiteY31" fmla="*/ 36286 h 253005"/>
              <a:gd name="connsiteX32" fmla="*/ 348564 w 456638"/>
              <a:gd name="connsiteY32" fmla="*/ 35145 h 253005"/>
              <a:gd name="connsiteX33" fmla="*/ 348564 w 456638"/>
              <a:gd name="connsiteY33" fmla="*/ 35145 h 253005"/>
              <a:gd name="connsiteX34" fmla="*/ 355795 w 456638"/>
              <a:gd name="connsiteY34" fmla="*/ 31720 h 253005"/>
              <a:gd name="connsiteX35" fmla="*/ 362835 w 456638"/>
              <a:gd name="connsiteY35" fmla="*/ 16879 h 253005"/>
              <a:gd name="connsiteX36" fmla="*/ 347042 w 456638"/>
              <a:gd name="connsiteY36" fmla="*/ 4511 h 253005"/>
              <a:gd name="connsiteX37" fmla="*/ 310320 w 456638"/>
              <a:gd name="connsiteY37" fmla="*/ 325 h 253005"/>
              <a:gd name="connsiteX38" fmla="*/ 293576 w 456638"/>
              <a:gd name="connsiteY38" fmla="*/ 5462 h 253005"/>
              <a:gd name="connsiteX39" fmla="*/ 271124 w 456638"/>
              <a:gd name="connsiteY39" fmla="*/ 28485 h 253005"/>
              <a:gd name="connsiteX40" fmla="*/ 45842 w 456638"/>
              <a:gd name="connsiteY40" fmla="*/ 18591 h 253005"/>
              <a:gd name="connsiteX41" fmla="*/ 26624 w 456638"/>
              <a:gd name="connsiteY41" fmla="*/ 32481 h 253005"/>
              <a:gd name="connsiteX42" fmla="*/ 748 w 456638"/>
              <a:gd name="connsiteY42" fmla="*/ 126285 h 253005"/>
              <a:gd name="connsiteX43" fmla="*/ 3411 w 456638"/>
              <a:gd name="connsiteY43" fmla="*/ 144551 h 253005"/>
              <a:gd name="connsiteX44" fmla="*/ 20726 w 456638"/>
              <a:gd name="connsiteY44" fmla="*/ 151781 h 253005"/>
              <a:gd name="connsiteX45" fmla="*/ 200913 w 456638"/>
              <a:gd name="connsiteY45" fmla="*/ 170238 h 253005"/>
              <a:gd name="connsiteX46" fmla="*/ 211378 w 456638"/>
              <a:gd name="connsiteY46" fmla="*/ 177848 h 253005"/>
              <a:gd name="connsiteX47" fmla="*/ 221082 w 456638"/>
              <a:gd name="connsiteY47" fmla="*/ 180132 h 253005"/>
              <a:gd name="connsiteX48" fmla="*/ 269031 w 456638"/>
              <a:gd name="connsiteY48" fmla="*/ 180132 h 253005"/>
              <a:gd name="connsiteX49" fmla="*/ 285204 w 456638"/>
              <a:gd name="connsiteY49" fmla="*/ 237023 h 253005"/>
              <a:gd name="connsiteX50" fmla="*/ 292244 w 456638"/>
              <a:gd name="connsiteY50" fmla="*/ 247298 h 253005"/>
              <a:gd name="connsiteX51" fmla="*/ 308036 w 456638"/>
              <a:gd name="connsiteY51" fmla="*/ 253006 h 253005"/>
              <a:gd name="connsiteX52" fmla="*/ 314125 w 456638"/>
              <a:gd name="connsiteY52" fmla="*/ 252054 h 253005"/>
              <a:gd name="connsiteX53" fmla="*/ 326112 w 456638"/>
              <a:gd name="connsiteY53" fmla="*/ 240258 h 253005"/>
              <a:gd name="connsiteX54" fmla="*/ 331630 w 456638"/>
              <a:gd name="connsiteY54" fmla="*/ 224846 h 253005"/>
              <a:gd name="connsiteX55" fmla="*/ 348754 w 456638"/>
              <a:gd name="connsiteY55" fmla="*/ 213429 h 253005"/>
              <a:gd name="connsiteX56" fmla="*/ 348754 w 456638"/>
              <a:gd name="connsiteY56" fmla="*/ 213429 h 253005"/>
              <a:gd name="connsiteX57" fmla="*/ 352179 w 456638"/>
              <a:gd name="connsiteY57" fmla="*/ 221421 h 253005"/>
              <a:gd name="connsiteX58" fmla="*/ 351799 w 456638"/>
              <a:gd name="connsiteY58" fmla="*/ 232456 h 253005"/>
              <a:gd name="connsiteX59" fmla="*/ 360742 w 456638"/>
              <a:gd name="connsiteY59" fmla="*/ 248249 h 253005"/>
              <a:gd name="connsiteX60" fmla="*/ 371016 w 456638"/>
              <a:gd name="connsiteY60" fmla="*/ 251293 h 253005"/>
              <a:gd name="connsiteX61" fmla="*/ 378627 w 456638"/>
              <a:gd name="connsiteY61" fmla="*/ 249581 h 253005"/>
              <a:gd name="connsiteX62" fmla="*/ 445222 w 456638"/>
              <a:gd name="connsiteY62" fmla="*/ 220089 h 253005"/>
              <a:gd name="connsiteX63" fmla="*/ 456638 w 456638"/>
              <a:gd name="connsiteY63" fmla="*/ 202774 h 253005"/>
              <a:gd name="connsiteX64" fmla="*/ 456638 w 456638"/>
              <a:gd name="connsiteY64" fmla="*/ 173853 h 253005"/>
              <a:gd name="connsiteX65" fmla="*/ 453404 w 456638"/>
              <a:gd name="connsiteY65" fmla="*/ 163388 h 253005"/>
              <a:gd name="connsiteX66" fmla="*/ 437611 w 456638"/>
              <a:gd name="connsiteY66" fmla="*/ 202964 h 253005"/>
              <a:gd name="connsiteX67" fmla="*/ 371016 w 456638"/>
              <a:gd name="connsiteY67" fmla="*/ 232456 h 253005"/>
              <a:gd name="connsiteX68" fmla="*/ 370636 w 456638"/>
              <a:gd name="connsiteY68" fmla="*/ 221801 h 253005"/>
              <a:gd name="connsiteX69" fmla="*/ 365118 w 456638"/>
              <a:gd name="connsiteY69" fmla="*/ 204486 h 253005"/>
              <a:gd name="connsiteX70" fmla="*/ 353321 w 456638"/>
              <a:gd name="connsiteY70" fmla="*/ 194973 h 253005"/>
              <a:gd name="connsiteX71" fmla="*/ 338290 w 456638"/>
              <a:gd name="connsiteY71" fmla="*/ 197446 h 253005"/>
              <a:gd name="connsiteX72" fmla="*/ 318692 w 456638"/>
              <a:gd name="connsiteY72" fmla="*/ 210765 h 253005"/>
              <a:gd name="connsiteX73" fmla="*/ 313364 w 456638"/>
              <a:gd name="connsiteY73" fmla="*/ 218376 h 253005"/>
              <a:gd name="connsiteX74" fmla="*/ 308036 w 456638"/>
              <a:gd name="connsiteY74" fmla="*/ 233979 h 253005"/>
              <a:gd name="connsiteX75" fmla="*/ 303280 w 456638"/>
              <a:gd name="connsiteY75" fmla="*/ 231886 h 253005"/>
              <a:gd name="connsiteX76" fmla="*/ 287297 w 456638"/>
              <a:gd name="connsiteY76" fmla="*/ 175185 h 253005"/>
              <a:gd name="connsiteX77" fmla="*/ 268840 w 456638"/>
              <a:gd name="connsiteY77" fmla="*/ 161485 h 253005"/>
              <a:gd name="connsiteX78" fmla="*/ 222414 w 456638"/>
              <a:gd name="connsiteY78" fmla="*/ 161485 h 253005"/>
              <a:gd name="connsiteX79" fmla="*/ 213471 w 456638"/>
              <a:gd name="connsiteY79" fmla="*/ 155777 h 253005"/>
              <a:gd name="connsiteX80" fmla="*/ 203197 w 456638"/>
              <a:gd name="connsiteY80" fmla="*/ 151401 h 253005"/>
              <a:gd name="connsiteX81" fmla="*/ 19014 w 456638"/>
              <a:gd name="connsiteY81" fmla="*/ 132754 h 253005"/>
              <a:gd name="connsiteX82" fmla="*/ 45461 w 456638"/>
              <a:gd name="connsiteY82" fmla="*/ 37999 h 253005"/>
              <a:gd name="connsiteX83" fmla="*/ 270743 w 456638"/>
              <a:gd name="connsiteY83" fmla="*/ 47893 h 253005"/>
              <a:gd name="connsiteX84" fmla="*/ 285584 w 456638"/>
              <a:gd name="connsiteY84" fmla="*/ 41804 h 253005"/>
              <a:gd name="connsiteX85" fmla="*/ 307465 w 456638"/>
              <a:gd name="connsiteY85" fmla="*/ 19542 h 253005"/>
              <a:gd name="connsiteX86" fmla="*/ 334294 w 456638"/>
              <a:gd name="connsiteY86" fmla="*/ 22777 h 253005"/>
              <a:gd name="connsiteX87" fmla="*/ 332581 w 456638"/>
              <a:gd name="connsiteY87" fmla="*/ 24109 h 253005"/>
              <a:gd name="connsiteX88" fmla="*/ 325351 w 456638"/>
              <a:gd name="connsiteY88" fmla="*/ 38760 h 253005"/>
              <a:gd name="connsiteX89" fmla="*/ 328776 w 456638"/>
              <a:gd name="connsiteY89" fmla="*/ 45800 h 253005"/>
              <a:gd name="connsiteX90" fmla="*/ 328776 w 456638"/>
              <a:gd name="connsiteY90" fmla="*/ 45800 h 253005"/>
              <a:gd name="connsiteX91" fmla="*/ 328776 w 456638"/>
              <a:gd name="connsiteY91" fmla="*/ 45800 h 253005"/>
              <a:gd name="connsiteX92" fmla="*/ 334674 w 456638"/>
              <a:gd name="connsiteY92" fmla="*/ 49986 h 253005"/>
              <a:gd name="connsiteX93" fmla="*/ 342475 w 456638"/>
              <a:gd name="connsiteY93" fmla="*/ 54172 h 253005"/>
              <a:gd name="connsiteX94" fmla="*/ 342475 w 456638"/>
              <a:gd name="connsiteY94" fmla="*/ 59880 h 253005"/>
              <a:gd name="connsiteX95" fmla="*/ 332391 w 456638"/>
              <a:gd name="connsiteY95" fmla="*/ 64637 h 253005"/>
              <a:gd name="connsiteX96" fmla="*/ 332391 w 456638"/>
              <a:gd name="connsiteY96" fmla="*/ 64637 h 253005"/>
              <a:gd name="connsiteX97" fmla="*/ 332011 w 456638"/>
              <a:gd name="connsiteY97" fmla="*/ 64637 h 253005"/>
              <a:gd name="connsiteX98" fmla="*/ 325732 w 456638"/>
              <a:gd name="connsiteY98" fmla="*/ 69013 h 253005"/>
              <a:gd name="connsiteX99" fmla="*/ 311842 w 456638"/>
              <a:gd name="connsiteY99" fmla="*/ 83283 h 253005"/>
              <a:gd name="connsiteX100" fmla="*/ 307846 w 456638"/>
              <a:gd name="connsiteY100" fmla="*/ 104213 h 253005"/>
              <a:gd name="connsiteX101" fmla="*/ 312793 w 456638"/>
              <a:gd name="connsiteY101" fmla="*/ 115820 h 253005"/>
              <a:gd name="connsiteX102" fmla="*/ 327254 w 456638"/>
              <a:gd name="connsiteY102" fmla="*/ 123431 h 253005"/>
              <a:gd name="connsiteX103" fmla="*/ 335626 w 456638"/>
              <a:gd name="connsiteY103" fmla="*/ 124382 h 253005"/>
              <a:gd name="connsiteX104" fmla="*/ 341144 w 456638"/>
              <a:gd name="connsiteY104" fmla="*/ 140555 h 253005"/>
              <a:gd name="connsiteX105" fmla="*/ 339241 w 456638"/>
              <a:gd name="connsiteY105" fmla="*/ 144361 h 253005"/>
              <a:gd name="connsiteX106" fmla="*/ 340763 w 456638"/>
              <a:gd name="connsiteY106" fmla="*/ 162246 h 253005"/>
              <a:gd name="connsiteX107" fmla="*/ 352560 w 456638"/>
              <a:gd name="connsiteY107" fmla="*/ 170808 h 253005"/>
              <a:gd name="connsiteX108" fmla="*/ 356746 w 456638"/>
              <a:gd name="connsiteY108" fmla="*/ 170808 h 253005"/>
              <a:gd name="connsiteX109" fmla="*/ 370826 w 456638"/>
              <a:gd name="connsiteY109" fmla="*/ 193070 h 253005"/>
              <a:gd name="connsiteX110" fmla="*/ 378437 w 456638"/>
              <a:gd name="connsiteY110" fmla="*/ 199730 h 253005"/>
              <a:gd name="connsiteX111" fmla="*/ 390043 w 456638"/>
              <a:gd name="connsiteY111" fmla="*/ 206009 h 253005"/>
              <a:gd name="connsiteX112" fmla="*/ 399367 w 456638"/>
              <a:gd name="connsiteY112" fmla="*/ 208292 h 253005"/>
              <a:gd name="connsiteX113" fmla="*/ 409071 w 456638"/>
              <a:gd name="connsiteY113" fmla="*/ 205818 h 253005"/>
              <a:gd name="connsiteX114" fmla="*/ 419916 w 456638"/>
              <a:gd name="connsiteY114" fmla="*/ 200300 h 253005"/>
              <a:gd name="connsiteX115" fmla="*/ 428098 w 456638"/>
              <a:gd name="connsiteY115" fmla="*/ 185079 h 253005"/>
              <a:gd name="connsiteX116" fmla="*/ 428098 w 456638"/>
              <a:gd name="connsiteY116" fmla="*/ 174233 h 253005"/>
              <a:gd name="connsiteX117" fmla="*/ 424102 w 456638"/>
              <a:gd name="connsiteY117" fmla="*/ 162436 h 253005"/>
              <a:gd name="connsiteX118" fmla="*/ 419726 w 456638"/>
              <a:gd name="connsiteY118" fmla="*/ 157489 h 253005"/>
              <a:gd name="connsiteX119" fmla="*/ 424863 w 456638"/>
              <a:gd name="connsiteY119" fmla="*/ 154635 h 253005"/>
              <a:gd name="connsiteX120" fmla="*/ 437802 w 456638"/>
              <a:gd name="connsiteY120" fmla="*/ 174233 h 253005"/>
              <a:gd name="connsiteX121" fmla="*/ 437802 w 456638"/>
              <a:gd name="connsiteY121" fmla="*/ 203155 h 25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456638" h="253005">
                <a:moveTo>
                  <a:pt x="453404" y="163578"/>
                </a:moveTo>
                <a:lnTo>
                  <a:pt x="440465" y="143980"/>
                </a:lnTo>
                <a:cubicBezTo>
                  <a:pt x="435709" y="136559"/>
                  <a:pt x="426576" y="133896"/>
                  <a:pt x="418013" y="136940"/>
                </a:cubicBezTo>
                <a:lnTo>
                  <a:pt x="408690" y="142458"/>
                </a:lnTo>
                <a:cubicBezTo>
                  <a:pt x="399557" y="147215"/>
                  <a:pt x="398225" y="155587"/>
                  <a:pt x="402792" y="164720"/>
                </a:cubicBezTo>
                <a:lnTo>
                  <a:pt x="408880" y="174043"/>
                </a:lnTo>
                <a:lnTo>
                  <a:pt x="408880" y="184318"/>
                </a:lnTo>
                <a:cubicBezTo>
                  <a:pt x="408880" y="184318"/>
                  <a:pt x="399176" y="189265"/>
                  <a:pt x="399176" y="189265"/>
                </a:cubicBezTo>
                <a:lnTo>
                  <a:pt x="386618" y="182605"/>
                </a:lnTo>
                <a:lnTo>
                  <a:pt x="372348" y="160343"/>
                </a:lnTo>
                <a:cubicBezTo>
                  <a:pt x="368923" y="155206"/>
                  <a:pt x="363405" y="151591"/>
                  <a:pt x="358268" y="151591"/>
                </a:cubicBezTo>
                <a:cubicBezTo>
                  <a:pt x="358268" y="151591"/>
                  <a:pt x="356365" y="151591"/>
                  <a:pt x="356365" y="151591"/>
                </a:cubicBezTo>
                <a:lnTo>
                  <a:pt x="358839" y="146454"/>
                </a:lnTo>
                <a:cubicBezTo>
                  <a:pt x="360171" y="142648"/>
                  <a:pt x="360171" y="138462"/>
                  <a:pt x="358839" y="134657"/>
                </a:cubicBezTo>
                <a:lnTo>
                  <a:pt x="355033" y="122670"/>
                </a:lnTo>
                <a:lnTo>
                  <a:pt x="352940" y="117342"/>
                </a:lnTo>
                <a:cubicBezTo>
                  <a:pt x="350467" y="109541"/>
                  <a:pt x="343237" y="104404"/>
                  <a:pt x="334865" y="104213"/>
                </a:cubicBezTo>
                <a:lnTo>
                  <a:pt x="327825" y="104213"/>
                </a:lnTo>
                <a:cubicBezTo>
                  <a:pt x="327825" y="104213"/>
                  <a:pt x="324970" y="96412"/>
                  <a:pt x="324970" y="96412"/>
                </a:cubicBezTo>
                <a:lnTo>
                  <a:pt x="338480" y="82522"/>
                </a:lnTo>
                <a:cubicBezTo>
                  <a:pt x="338480" y="82522"/>
                  <a:pt x="339812" y="81571"/>
                  <a:pt x="341905" y="80620"/>
                </a:cubicBezTo>
                <a:lnTo>
                  <a:pt x="341905" y="80620"/>
                </a:lnTo>
                <a:cubicBezTo>
                  <a:pt x="341905" y="80620"/>
                  <a:pt x="353131" y="75102"/>
                  <a:pt x="353131" y="75102"/>
                </a:cubicBezTo>
                <a:cubicBezTo>
                  <a:pt x="358458" y="71487"/>
                  <a:pt x="361503" y="65398"/>
                  <a:pt x="361312" y="58548"/>
                </a:cubicBezTo>
                <a:lnTo>
                  <a:pt x="361312" y="55884"/>
                </a:lnTo>
                <a:cubicBezTo>
                  <a:pt x="361312" y="55884"/>
                  <a:pt x="360932" y="53220"/>
                  <a:pt x="360932" y="53220"/>
                </a:cubicBezTo>
                <a:cubicBezTo>
                  <a:pt x="360932" y="52650"/>
                  <a:pt x="360932" y="52269"/>
                  <a:pt x="360742" y="51698"/>
                </a:cubicBezTo>
                <a:lnTo>
                  <a:pt x="360742" y="51318"/>
                </a:lnTo>
                <a:cubicBezTo>
                  <a:pt x="360742" y="51318"/>
                  <a:pt x="360742" y="51318"/>
                  <a:pt x="360742" y="51318"/>
                </a:cubicBezTo>
                <a:cubicBezTo>
                  <a:pt x="360171" y="44849"/>
                  <a:pt x="356556" y="39331"/>
                  <a:pt x="351228" y="36667"/>
                </a:cubicBezTo>
                <a:lnTo>
                  <a:pt x="350847" y="36667"/>
                </a:lnTo>
                <a:cubicBezTo>
                  <a:pt x="350847" y="36667"/>
                  <a:pt x="350847" y="36286"/>
                  <a:pt x="350847" y="36286"/>
                </a:cubicBezTo>
                <a:lnTo>
                  <a:pt x="348564" y="35145"/>
                </a:lnTo>
                <a:lnTo>
                  <a:pt x="348564" y="35145"/>
                </a:lnTo>
                <a:cubicBezTo>
                  <a:pt x="348564" y="35145"/>
                  <a:pt x="355795" y="31720"/>
                  <a:pt x="355795" y="31720"/>
                </a:cubicBezTo>
                <a:cubicBezTo>
                  <a:pt x="361503" y="28295"/>
                  <a:pt x="364166" y="22587"/>
                  <a:pt x="362835" y="16879"/>
                </a:cubicBezTo>
                <a:cubicBezTo>
                  <a:pt x="361503" y="10409"/>
                  <a:pt x="355414" y="5462"/>
                  <a:pt x="347042" y="4511"/>
                </a:cubicBezTo>
                <a:cubicBezTo>
                  <a:pt x="347042" y="4511"/>
                  <a:pt x="314315" y="1086"/>
                  <a:pt x="310320" y="325"/>
                </a:cubicBezTo>
                <a:cubicBezTo>
                  <a:pt x="304231" y="-817"/>
                  <a:pt x="297952" y="1086"/>
                  <a:pt x="293576" y="5462"/>
                </a:cubicBezTo>
                <a:cubicBezTo>
                  <a:pt x="287868" y="11170"/>
                  <a:pt x="277022" y="22587"/>
                  <a:pt x="271124" y="28485"/>
                </a:cubicBezTo>
                <a:lnTo>
                  <a:pt x="45842" y="18591"/>
                </a:lnTo>
                <a:cubicBezTo>
                  <a:pt x="37089" y="18401"/>
                  <a:pt x="29098" y="23919"/>
                  <a:pt x="26624" y="32481"/>
                </a:cubicBezTo>
                <a:lnTo>
                  <a:pt x="748" y="126285"/>
                </a:lnTo>
                <a:cubicBezTo>
                  <a:pt x="-775" y="131993"/>
                  <a:pt x="-14" y="139794"/>
                  <a:pt x="3411" y="144551"/>
                </a:cubicBezTo>
                <a:cubicBezTo>
                  <a:pt x="7407" y="149878"/>
                  <a:pt x="14257" y="151210"/>
                  <a:pt x="20726" y="151781"/>
                </a:cubicBezTo>
                <a:cubicBezTo>
                  <a:pt x="20726" y="151781"/>
                  <a:pt x="200913" y="170047"/>
                  <a:pt x="200913" y="170238"/>
                </a:cubicBezTo>
                <a:lnTo>
                  <a:pt x="211378" y="177848"/>
                </a:lnTo>
                <a:cubicBezTo>
                  <a:pt x="214423" y="179561"/>
                  <a:pt x="217467" y="180132"/>
                  <a:pt x="221082" y="180132"/>
                </a:cubicBezTo>
                <a:lnTo>
                  <a:pt x="269031" y="180132"/>
                </a:lnTo>
                <a:cubicBezTo>
                  <a:pt x="269031" y="180132"/>
                  <a:pt x="285204" y="237023"/>
                  <a:pt x="285204" y="237023"/>
                </a:cubicBezTo>
                <a:cubicBezTo>
                  <a:pt x="286345" y="241019"/>
                  <a:pt x="288819" y="244824"/>
                  <a:pt x="292244" y="247298"/>
                </a:cubicBezTo>
                <a:cubicBezTo>
                  <a:pt x="292244" y="247298"/>
                  <a:pt x="304231" y="253006"/>
                  <a:pt x="308036" y="253006"/>
                </a:cubicBezTo>
                <a:cubicBezTo>
                  <a:pt x="310129" y="253006"/>
                  <a:pt x="312032" y="252625"/>
                  <a:pt x="314125" y="252054"/>
                </a:cubicBezTo>
                <a:cubicBezTo>
                  <a:pt x="319833" y="250152"/>
                  <a:pt x="324209" y="245775"/>
                  <a:pt x="326112" y="240258"/>
                </a:cubicBezTo>
                <a:lnTo>
                  <a:pt x="331630" y="224846"/>
                </a:lnTo>
                <a:lnTo>
                  <a:pt x="348754" y="213429"/>
                </a:lnTo>
                <a:lnTo>
                  <a:pt x="348754" y="213429"/>
                </a:lnTo>
                <a:cubicBezTo>
                  <a:pt x="348754" y="213429"/>
                  <a:pt x="352179" y="221421"/>
                  <a:pt x="352179" y="221421"/>
                </a:cubicBezTo>
                <a:lnTo>
                  <a:pt x="351799" y="232456"/>
                </a:lnTo>
                <a:cubicBezTo>
                  <a:pt x="351799" y="238926"/>
                  <a:pt x="355414" y="244824"/>
                  <a:pt x="360742" y="248249"/>
                </a:cubicBezTo>
                <a:cubicBezTo>
                  <a:pt x="363786" y="250342"/>
                  <a:pt x="367401" y="251293"/>
                  <a:pt x="371016" y="251293"/>
                </a:cubicBezTo>
                <a:cubicBezTo>
                  <a:pt x="373680" y="251293"/>
                  <a:pt x="376344" y="250722"/>
                  <a:pt x="378627" y="249581"/>
                </a:cubicBezTo>
                <a:lnTo>
                  <a:pt x="445222" y="220089"/>
                </a:lnTo>
                <a:cubicBezTo>
                  <a:pt x="452072" y="217044"/>
                  <a:pt x="456638" y="210195"/>
                  <a:pt x="456638" y="202774"/>
                </a:cubicBezTo>
                <a:lnTo>
                  <a:pt x="456638" y="173853"/>
                </a:lnTo>
                <a:cubicBezTo>
                  <a:pt x="456638" y="170047"/>
                  <a:pt x="455497" y="166432"/>
                  <a:pt x="453404" y="163388"/>
                </a:cubicBezTo>
                <a:close/>
                <a:moveTo>
                  <a:pt x="437611" y="202964"/>
                </a:moveTo>
                <a:lnTo>
                  <a:pt x="371016" y="232456"/>
                </a:lnTo>
                <a:lnTo>
                  <a:pt x="370636" y="221801"/>
                </a:lnTo>
                <a:cubicBezTo>
                  <a:pt x="369494" y="211907"/>
                  <a:pt x="365118" y="204106"/>
                  <a:pt x="365118" y="204486"/>
                </a:cubicBezTo>
                <a:cubicBezTo>
                  <a:pt x="362644" y="199920"/>
                  <a:pt x="358458" y="196305"/>
                  <a:pt x="353321" y="194973"/>
                </a:cubicBezTo>
                <a:cubicBezTo>
                  <a:pt x="348184" y="193641"/>
                  <a:pt x="342666" y="194592"/>
                  <a:pt x="338290" y="197446"/>
                </a:cubicBezTo>
                <a:lnTo>
                  <a:pt x="318692" y="210765"/>
                </a:lnTo>
                <a:cubicBezTo>
                  <a:pt x="316599" y="212668"/>
                  <a:pt x="314696" y="215142"/>
                  <a:pt x="313364" y="218376"/>
                </a:cubicBezTo>
                <a:lnTo>
                  <a:pt x="308036" y="233979"/>
                </a:lnTo>
                <a:lnTo>
                  <a:pt x="303280" y="231886"/>
                </a:lnTo>
                <a:lnTo>
                  <a:pt x="287297" y="175185"/>
                </a:lnTo>
                <a:cubicBezTo>
                  <a:pt x="285013" y="167193"/>
                  <a:pt x="277403" y="161485"/>
                  <a:pt x="268840" y="161485"/>
                </a:cubicBezTo>
                <a:lnTo>
                  <a:pt x="222414" y="161485"/>
                </a:lnTo>
                <a:lnTo>
                  <a:pt x="213471" y="155777"/>
                </a:lnTo>
                <a:cubicBezTo>
                  <a:pt x="210617" y="153303"/>
                  <a:pt x="207002" y="151781"/>
                  <a:pt x="203197" y="151401"/>
                </a:cubicBezTo>
                <a:lnTo>
                  <a:pt x="19014" y="132754"/>
                </a:lnTo>
                <a:lnTo>
                  <a:pt x="45461" y="37999"/>
                </a:lnTo>
                <a:lnTo>
                  <a:pt x="270743" y="47893"/>
                </a:lnTo>
                <a:cubicBezTo>
                  <a:pt x="276261" y="47893"/>
                  <a:pt x="281589" y="45990"/>
                  <a:pt x="285584" y="41804"/>
                </a:cubicBezTo>
                <a:cubicBezTo>
                  <a:pt x="290912" y="36096"/>
                  <a:pt x="301567" y="25060"/>
                  <a:pt x="307465" y="19542"/>
                </a:cubicBezTo>
                <a:cubicBezTo>
                  <a:pt x="309558" y="19923"/>
                  <a:pt x="334294" y="22777"/>
                  <a:pt x="334294" y="22777"/>
                </a:cubicBezTo>
                <a:lnTo>
                  <a:pt x="332581" y="24109"/>
                </a:lnTo>
                <a:cubicBezTo>
                  <a:pt x="325351" y="29817"/>
                  <a:pt x="324970" y="35715"/>
                  <a:pt x="325351" y="38760"/>
                </a:cubicBezTo>
                <a:cubicBezTo>
                  <a:pt x="325541" y="40472"/>
                  <a:pt x="326493" y="43136"/>
                  <a:pt x="328776" y="45800"/>
                </a:cubicBezTo>
                <a:lnTo>
                  <a:pt x="328776" y="45800"/>
                </a:lnTo>
                <a:cubicBezTo>
                  <a:pt x="328776" y="45800"/>
                  <a:pt x="328776" y="45800"/>
                  <a:pt x="328776" y="45800"/>
                </a:cubicBezTo>
                <a:cubicBezTo>
                  <a:pt x="330108" y="47322"/>
                  <a:pt x="332011" y="48844"/>
                  <a:pt x="334674" y="49986"/>
                </a:cubicBezTo>
                <a:lnTo>
                  <a:pt x="342475" y="54172"/>
                </a:lnTo>
                <a:lnTo>
                  <a:pt x="342475" y="59880"/>
                </a:lnTo>
                <a:cubicBezTo>
                  <a:pt x="342475" y="59880"/>
                  <a:pt x="332391" y="64637"/>
                  <a:pt x="332391" y="64637"/>
                </a:cubicBezTo>
                <a:lnTo>
                  <a:pt x="332391" y="64637"/>
                </a:lnTo>
                <a:cubicBezTo>
                  <a:pt x="332391" y="64637"/>
                  <a:pt x="332011" y="64637"/>
                  <a:pt x="332011" y="64637"/>
                </a:cubicBezTo>
                <a:cubicBezTo>
                  <a:pt x="328776" y="66540"/>
                  <a:pt x="326873" y="67871"/>
                  <a:pt x="325732" y="69013"/>
                </a:cubicBezTo>
                <a:lnTo>
                  <a:pt x="311842" y="83283"/>
                </a:lnTo>
                <a:cubicBezTo>
                  <a:pt x="306134" y="88992"/>
                  <a:pt x="304611" y="97554"/>
                  <a:pt x="307846" y="104213"/>
                </a:cubicBezTo>
                <a:lnTo>
                  <a:pt x="312793" y="115820"/>
                </a:lnTo>
                <a:cubicBezTo>
                  <a:pt x="316408" y="120577"/>
                  <a:pt x="321355" y="123431"/>
                  <a:pt x="327254" y="123431"/>
                </a:cubicBezTo>
                <a:lnTo>
                  <a:pt x="335626" y="124382"/>
                </a:lnTo>
                <a:lnTo>
                  <a:pt x="341144" y="140555"/>
                </a:lnTo>
                <a:lnTo>
                  <a:pt x="339241" y="144361"/>
                </a:lnTo>
                <a:cubicBezTo>
                  <a:pt x="336767" y="150259"/>
                  <a:pt x="339241" y="156157"/>
                  <a:pt x="340763" y="162246"/>
                </a:cubicBezTo>
                <a:cubicBezTo>
                  <a:pt x="343046" y="170238"/>
                  <a:pt x="352560" y="170808"/>
                  <a:pt x="352560" y="170808"/>
                </a:cubicBezTo>
                <a:lnTo>
                  <a:pt x="356746" y="170808"/>
                </a:lnTo>
                <a:cubicBezTo>
                  <a:pt x="356746" y="170808"/>
                  <a:pt x="370826" y="193070"/>
                  <a:pt x="370826" y="193070"/>
                </a:cubicBezTo>
                <a:cubicBezTo>
                  <a:pt x="372729" y="196115"/>
                  <a:pt x="375583" y="198398"/>
                  <a:pt x="378437" y="199730"/>
                </a:cubicBezTo>
                <a:lnTo>
                  <a:pt x="390043" y="206009"/>
                </a:lnTo>
                <a:cubicBezTo>
                  <a:pt x="392897" y="207531"/>
                  <a:pt x="396132" y="208292"/>
                  <a:pt x="399367" y="208292"/>
                </a:cubicBezTo>
                <a:cubicBezTo>
                  <a:pt x="402601" y="208292"/>
                  <a:pt x="406407" y="207341"/>
                  <a:pt x="409071" y="205818"/>
                </a:cubicBezTo>
                <a:lnTo>
                  <a:pt x="419916" y="200300"/>
                </a:lnTo>
                <a:cubicBezTo>
                  <a:pt x="424863" y="196876"/>
                  <a:pt x="427907" y="191167"/>
                  <a:pt x="428098" y="185079"/>
                </a:cubicBezTo>
                <a:lnTo>
                  <a:pt x="428098" y="174233"/>
                </a:lnTo>
                <a:cubicBezTo>
                  <a:pt x="428098" y="170428"/>
                  <a:pt x="426956" y="166622"/>
                  <a:pt x="424102" y="162436"/>
                </a:cubicBezTo>
                <a:lnTo>
                  <a:pt x="419726" y="157489"/>
                </a:lnTo>
                <a:lnTo>
                  <a:pt x="424863" y="154635"/>
                </a:lnTo>
                <a:lnTo>
                  <a:pt x="437802" y="174233"/>
                </a:lnTo>
                <a:lnTo>
                  <a:pt x="437802" y="20315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31" descr="Michigan icon.">
            <a:extLst>
              <a:ext uri="{FF2B5EF4-FFF2-40B4-BE49-F238E27FC236}">
                <a16:creationId xmlns:a16="http://schemas.microsoft.com/office/drawing/2014/main" id="{561BA536-5140-55B1-DE15-E0401919CB05}"/>
              </a:ext>
            </a:extLst>
          </p:cNvPr>
          <p:cNvSpPr/>
          <p:nvPr/>
        </p:nvSpPr>
        <p:spPr>
          <a:xfrm>
            <a:off x="9613219" y="3330041"/>
            <a:ext cx="364815" cy="418369"/>
          </a:xfrm>
          <a:custGeom>
            <a:avLst/>
            <a:gdLst>
              <a:gd name="connsiteX0" fmla="*/ 363905 w 364815"/>
              <a:gd name="connsiteY0" fmla="*/ 309534 h 418369"/>
              <a:gd name="connsiteX1" fmla="*/ 364666 w 364815"/>
              <a:gd name="connsiteY1" fmla="*/ 301733 h 418369"/>
              <a:gd name="connsiteX2" fmla="*/ 351918 w 364815"/>
              <a:gd name="connsiteY2" fmla="*/ 194800 h 418369"/>
              <a:gd name="connsiteX3" fmla="*/ 342975 w 364815"/>
              <a:gd name="connsiteY3" fmla="*/ 181481 h 418369"/>
              <a:gd name="connsiteX4" fmla="*/ 307585 w 364815"/>
              <a:gd name="connsiteY4" fmla="*/ 163596 h 418369"/>
              <a:gd name="connsiteX5" fmla="*/ 309107 w 364815"/>
              <a:gd name="connsiteY5" fmla="*/ 157697 h 418369"/>
              <a:gd name="connsiteX6" fmla="*/ 308156 w 364815"/>
              <a:gd name="connsiteY6" fmla="*/ 151228 h 418369"/>
              <a:gd name="connsiteX7" fmla="*/ 292744 w 364815"/>
              <a:gd name="connsiteY7" fmla="*/ 138670 h 418369"/>
              <a:gd name="connsiteX8" fmla="*/ 279234 w 364815"/>
              <a:gd name="connsiteY8" fmla="*/ 138670 h 418369"/>
              <a:gd name="connsiteX9" fmla="*/ 280186 w 364815"/>
              <a:gd name="connsiteY9" fmla="*/ 136196 h 418369"/>
              <a:gd name="connsiteX10" fmla="*/ 278663 w 364815"/>
              <a:gd name="connsiteY10" fmla="*/ 120784 h 418369"/>
              <a:gd name="connsiteX11" fmla="*/ 264393 w 364815"/>
              <a:gd name="connsiteY11" fmla="*/ 112793 h 418369"/>
              <a:gd name="connsiteX12" fmla="*/ 260778 w 364815"/>
              <a:gd name="connsiteY12" fmla="*/ 112793 h 418369"/>
              <a:gd name="connsiteX13" fmla="*/ 251835 w 364815"/>
              <a:gd name="connsiteY13" fmla="*/ 108036 h 418369"/>
              <a:gd name="connsiteX14" fmla="*/ 251455 w 364815"/>
              <a:gd name="connsiteY14" fmla="*/ 98903 h 418369"/>
              <a:gd name="connsiteX15" fmla="*/ 243273 w 364815"/>
              <a:gd name="connsiteY15" fmla="*/ 85204 h 418369"/>
              <a:gd name="connsiteX16" fmla="*/ 103233 w 364815"/>
              <a:gd name="connsiteY16" fmla="*/ 2435 h 418369"/>
              <a:gd name="connsiteX17" fmla="*/ 86489 w 364815"/>
              <a:gd name="connsiteY17" fmla="*/ 1865 h 418369"/>
              <a:gd name="connsiteX18" fmla="*/ 58329 w 364815"/>
              <a:gd name="connsiteY18" fmla="*/ 16325 h 418369"/>
              <a:gd name="connsiteX19" fmla="*/ 48244 w 364815"/>
              <a:gd name="connsiteY19" fmla="*/ 16325 h 418369"/>
              <a:gd name="connsiteX20" fmla="*/ 32262 w 364815"/>
              <a:gd name="connsiteY20" fmla="*/ 27171 h 418369"/>
              <a:gd name="connsiteX21" fmla="*/ 8478 w 364815"/>
              <a:gd name="connsiteY21" fmla="*/ 86916 h 418369"/>
              <a:gd name="connsiteX22" fmla="*/ 1057 w 364815"/>
              <a:gd name="connsiteY22" fmla="*/ 104421 h 418369"/>
              <a:gd name="connsiteX23" fmla="*/ 4482 w 364815"/>
              <a:gd name="connsiteY23" fmla="*/ 122307 h 418369"/>
              <a:gd name="connsiteX24" fmla="*/ 8097 w 364815"/>
              <a:gd name="connsiteY24" fmla="*/ 125351 h 418369"/>
              <a:gd name="connsiteX25" fmla="*/ 21606 w 364815"/>
              <a:gd name="connsiteY25" fmla="*/ 139812 h 418369"/>
              <a:gd name="connsiteX26" fmla="*/ 54523 w 364815"/>
              <a:gd name="connsiteY26" fmla="*/ 146471 h 418369"/>
              <a:gd name="connsiteX27" fmla="*/ 68984 w 364815"/>
              <a:gd name="connsiteY27" fmla="*/ 159980 h 418369"/>
              <a:gd name="connsiteX28" fmla="*/ 81161 w 364815"/>
              <a:gd name="connsiteY28" fmla="*/ 164927 h 418369"/>
              <a:gd name="connsiteX29" fmla="*/ 101901 w 364815"/>
              <a:gd name="connsiteY29" fmla="*/ 164927 h 418369"/>
              <a:gd name="connsiteX30" fmla="*/ 108751 w 364815"/>
              <a:gd name="connsiteY30" fmla="*/ 178437 h 418369"/>
              <a:gd name="connsiteX31" fmla="*/ 107038 w 364815"/>
              <a:gd name="connsiteY31" fmla="*/ 181481 h 418369"/>
              <a:gd name="connsiteX32" fmla="*/ 109512 w 364815"/>
              <a:gd name="connsiteY32" fmla="*/ 201650 h 418369"/>
              <a:gd name="connsiteX33" fmla="*/ 116933 w 364815"/>
              <a:gd name="connsiteY33" fmla="*/ 208880 h 418369"/>
              <a:gd name="connsiteX34" fmla="*/ 128920 w 364815"/>
              <a:gd name="connsiteY34" fmla="*/ 213827 h 418369"/>
              <a:gd name="connsiteX35" fmla="*/ 141287 w 364815"/>
              <a:gd name="connsiteY35" fmla="*/ 208690 h 418369"/>
              <a:gd name="connsiteX36" fmla="*/ 150420 w 364815"/>
              <a:gd name="connsiteY36" fmla="*/ 199937 h 418369"/>
              <a:gd name="connsiteX37" fmla="*/ 161646 w 364815"/>
              <a:gd name="connsiteY37" fmla="*/ 199937 h 418369"/>
              <a:gd name="connsiteX38" fmla="*/ 169257 w 364815"/>
              <a:gd name="connsiteY38" fmla="*/ 202982 h 418369"/>
              <a:gd name="connsiteX39" fmla="*/ 154416 w 364815"/>
              <a:gd name="connsiteY39" fmla="*/ 226576 h 418369"/>
              <a:gd name="connsiteX40" fmla="*/ 148137 w 364815"/>
              <a:gd name="connsiteY40" fmla="*/ 239133 h 418369"/>
              <a:gd name="connsiteX41" fmla="*/ 146805 w 364815"/>
              <a:gd name="connsiteY41" fmla="*/ 242558 h 418369"/>
              <a:gd name="connsiteX42" fmla="*/ 134247 w 364815"/>
              <a:gd name="connsiteY42" fmla="*/ 292600 h 418369"/>
              <a:gd name="connsiteX43" fmla="*/ 134247 w 364815"/>
              <a:gd name="connsiteY43" fmla="*/ 300211 h 418369"/>
              <a:gd name="connsiteX44" fmla="*/ 145854 w 364815"/>
              <a:gd name="connsiteY44" fmla="*/ 357482 h 418369"/>
              <a:gd name="connsiteX45" fmla="*/ 139955 w 364815"/>
              <a:gd name="connsiteY45" fmla="*/ 389068 h 418369"/>
              <a:gd name="connsiteX46" fmla="*/ 143761 w 364815"/>
              <a:gd name="connsiteY46" fmla="*/ 403338 h 418369"/>
              <a:gd name="connsiteX47" fmla="*/ 157080 w 364815"/>
              <a:gd name="connsiteY47" fmla="*/ 409617 h 418369"/>
              <a:gd name="connsiteX48" fmla="*/ 234140 w 364815"/>
              <a:gd name="connsiteY48" fmla="*/ 409617 h 418369"/>
              <a:gd name="connsiteX49" fmla="*/ 236613 w 364815"/>
              <a:gd name="connsiteY49" fmla="*/ 409617 h 418369"/>
              <a:gd name="connsiteX50" fmla="*/ 238706 w 364815"/>
              <a:gd name="connsiteY50" fmla="*/ 412851 h 418369"/>
              <a:gd name="connsiteX51" fmla="*/ 251264 w 364815"/>
              <a:gd name="connsiteY51" fmla="*/ 418369 h 418369"/>
              <a:gd name="connsiteX52" fmla="*/ 299784 w 364815"/>
              <a:gd name="connsiteY52" fmla="*/ 418369 h 418369"/>
              <a:gd name="connsiteX53" fmla="*/ 312722 w 364815"/>
              <a:gd name="connsiteY53" fmla="*/ 413232 h 418369"/>
              <a:gd name="connsiteX54" fmla="*/ 317098 w 364815"/>
              <a:gd name="connsiteY54" fmla="*/ 403148 h 418369"/>
              <a:gd name="connsiteX55" fmla="*/ 317669 w 364815"/>
              <a:gd name="connsiteY55" fmla="*/ 399342 h 418369"/>
              <a:gd name="connsiteX56" fmla="*/ 329847 w 364815"/>
              <a:gd name="connsiteY56" fmla="*/ 382598 h 418369"/>
              <a:gd name="connsiteX57" fmla="*/ 329847 w 364815"/>
              <a:gd name="connsiteY57" fmla="*/ 382598 h 418369"/>
              <a:gd name="connsiteX58" fmla="*/ 338980 w 364815"/>
              <a:gd name="connsiteY58" fmla="*/ 377461 h 418369"/>
              <a:gd name="connsiteX59" fmla="*/ 350776 w 364815"/>
              <a:gd name="connsiteY59" fmla="*/ 365474 h 418369"/>
              <a:gd name="connsiteX60" fmla="*/ 355914 w 364815"/>
              <a:gd name="connsiteY60" fmla="*/ 353677 h 418369"/>
              <a:gd name="connsiteX61" fmla="*/ 355914 w 364815"/>
              <a:gd name="connsiteY61" fmla="*/ 331986 h 418369"/>
              <a:gd name="connsiteX62" fmla="*/ 363525 w 364815"/>
              <a:gd name="connsiteY62" fmla="*/ 309153 h 418369"/>
              <a:gd name="connsiteX63" fmla="*/ 128920 w 364815"/>
              <a:gd name="connsiteY63" fmla="*/ 196322 h 418369"/>
              <a:gd name="connsiteX64" fmla="*/ 128920 w 364815"/>
              <a:gd name="connsiteY64" fmla="*/ 196322 h 418369"/>
              <a:gd name="connsiteX65" fmla="*/ 128920 w 364815"/>
              <a:gd name="connsiteY65" fmla="*/ 196322 h 418369"/>
              <a:gd name="connsiteX66" fmla="*/ 128920 w 364815"/>
              <a:gd name="connsiteY66" fmla="*/ 196322 h 418369"/>
              <a:gd name="connsiteX67" fmla="*/ 326231 w 364815"/>
              <a:gd name="connsiteY67" fmla="*/ 366615 h 418369"/>
              <a:gd name="connsiteX68" fmla="*/ 317669 w 364815"/>
              <a:gd name="connsiteY68" fmla="*/ 370992 h 418369"/>
              <a:gd name="connsiteX69" fmla="*/ 312722 w 364815"/>
              <a:gd name="connsiteY69" fmla="*/ 382218 h 418369"/>
              <a:gd name="connsiteX70" fmla="*/ 312722 w 364815"/>
              <a:gd name="connsiteY70" fmla="*/ 383740 h 418369"/>
              <a:gd name="connsiteX71" fmla="*/ 301496 w 364815"/>
              <a:gd name="connsiteY71" fmla="*/ 394585 h 418369"/>
              <a:gd name="connsiteX72" fmla="*/ 299593 w 364815"/>
              <a:gd name="connsiteY72" fmla="*/ 400864 h 418369"/>
              <a:gd name="connsiteX73" fmla="*/ 286655 w 364815"/>
              <a:gd name="connsiteY73" fmla="*/ 400864 h 418369"/>
              <a:gd name="connsiteX74" fmla="*/ 252025 w 364815"/>
              <a:gd name="connsiteY74" fmla="*/ 400864 h 418369"/>
              <a:gd name="connsiteX75" fmla="*/ 249171 w 364815"/>
              <a:gd name="connsiteY75" fmla="*/ 400864 h 418369"/>
              <a:gd name="connsiteX76" fmla="*/ 234330 w 364815"/>
              <a:gd name="connsiteY76" fmla="*/ 392112 h 418369"/>
              <a:gd name="connsiteX77" fmla="*/ 157080 w 364815"/>
              <a:gd name="connsiteY77" fmla="*/ 392112 h 418369"/>
              <a:gd name="connsiteX78" fmla="*/ 162978 w 364815"/>
              <a:gd name="connsiteY78" fmla="*/ 360527 h 418369"/>
              <a:gd name="connsiteX79" fmla="*/ 162978 w 364815"/>
              <a:gd name="connsiteY79" fmla="*/ 353867 h 418369"/>
              <a:gd name="connsiteX80" fmla="*/ 151372 w 364815"/>
              <a:gd name="connsiteY80" fmla="*/ 296595 h 418369"/>
              <a:gd name="connsiteX81" fmla="*/ 163930 w 364815"/>
              <a:gd name="connsiteY81" fmla="*/ 246554 h 418369"/>
              <a:gd name="connsiteX82" fmla="*/ 169638 w 364815"/>
              <a:gd name="connsiteY82" fmla="*/ 234947 h 418369"/>
              <a:gd name="connsiteX83" fmla="*/ 183337 w 364815"/>
              <a:gd name="connsiteY83" fmla="*/ 213066 h 418369"/>
              <a:gd name="connsiteX84" fmla="*/ 186382 w 364815"/>
              <a:gd name="connsiteY84" fmla="*/ 198225 h 418369"/>
              <a:gd name="connsiteX85" fmla="*/ 177058 w 364815"/>
              <a:gd name="connsiteY85" fmla="*/ 186999 h 418369"/>
              <a:gd name="connsiteX86" fmla="*/ 167164 w 364815"/>
              <a:gd name="connsiteY86" fmla="*/ 182813 h 418369"/>
              <a:gd name="connsiteX87" fmla="*/ 161266 w 364815"/>
              <a:gd name="connsiteY87" fmla="*/ 181671 h 418369"/>
              <a:gd name="connsiteX88" fmla="*/ 150040 w 364815"/>
              <a:gd name="connsiteY88" fmla="*/ 181671 h 418369"/>
              <a:gd name="connsiteX89" fmla="*/ 138243 w 364815"/>
              <a:gd name="connsiteY89" fmla="*/ 186809 h 418369"/>
              <a:gd name="connsiteX90" fmla="*/ 128920 w 364815"/>
              <a:gd name="connsiteY90" fmla="*/ 195751 h 418369"/>
              <a:gd name="connsiteX91" fmla="*/ 122450 w 364815"/>
              <a:gd name="connsiteY91" fmla="*/ 189282 h 418369"/>
              <a:gd name="connsiteX92" fmla="*/ 123592 w 364815"/>
              <a:gd name="connsiteY92" fmla="*/ 186999 h 418369"/>
              <a:gd name="connsiteX93" fmla="*/ 122641 w 364815"/>
              <a:gd name="connsiteY93" fmla="*/ 164927 h 418369"/>
              <a:gd name="connsiteX94" fmla="*/ 116552 w 364815"/>
              <a:gd name="connsiteY94" fmla="*/ 154843 h 418369"/>
              <a:gd name="connsiteX95" fmla="*/ 102091 w 364815"/>
              <a:gd name="connsiteY95" fmla="*/ 146852 h 418369"/>
              <a:gd name="connsiteX96" fmla="*/ 81352 w 364815"/>
              <a:gd name="connsiteY96" fmla="*/ 146852 h 418369"/>
              <a:gd name="connsiteX97" fmla="*/ 68223 w 364815"/>
              <a:gd name="connsiteY97" fmla="*/ 133913 h 418369"/>
              <a:gd name="connsiteX98" fmla="*/ 61563 w 364815"/>
              <a:gd name="connsiteY98" fmla="*/ 129917 h 418369"/>
              <a:gd name="connsiteX99" fmla="*/ 25031 w 364815"/>
              <a:gd name="connsiteY99" fmla="*/ 122116 h 418369"/>
              <a:gd name="connsiteX100" fmla="*/ 22177 w 364815"/>
              <a:gd name="connsiteY100" fmla="*/ 113935 h 418369"/>
              <a:gd name="connsiteX101" fmla="*/ 17611 w 364815"/>
              <a:gd name="connsiteY101" fmla="*/ 109558 h 418369"/>
              <a:gd name="connsiteX102" fmla="*/ 48435 w 364815"/>
              <a:gd name="connsiteY102" fmla="*/ 33069 h 418369"/>
              <a:gd name="connsiteX103" fmla="*/ 58139 w 364815"/>
              <a:gd name="connsiteY103" fmla="*/ 33069 h 418369"/>
              <a:gd name="connsiteX104" fmla="*/ 66130 w 364815"/>
              <a:gd name="connsiteY104" fmla="*/ 31357 h 418369"/>
              <a:gd name="connsiteX105" fmla="*/ 95242 w 364815"/>
              <a:gd name="connsiteY105" fmla="*/ 16896 h 418369"/>
              <a:gd name="connsiteX106" fmla="*/ 234140 w 364815"/>
              <a:gd name="connsiteY106" fmla="*/ 99664 h 418369"/>
              <a:gd name="connsiteX107" fmla="*/ 234520 w 364815"/>
              <a:gd name="connsiteY107" fmla="*/ 108417 h 418369"/>
              <a:gd name="connsiteX108" fmla="*/ 243083 w 364815"/>
              <a:gd name="connsiteY108" fmla="*/ 122497 h 418369"/>
              <a:gd name="connsiteX109" fmla="*/ 254118 w 364815"/>
              <a:gd name="connsiteY109" fmla="*/ 128205 h 418369"/>
              <a:gd name="connsiteX110" fmla="*/ 261158 w 364815"/>
              <a:gd name="connsiteY110" fmla="*/ 129727 h 418369"/>
              <a:gd name="connsiteX111" fmla="*/ 263632 w 364815"/>
              <a:gd name="connsiteY111" fmla="*/ 129727 h 418369"/>
              <a:gd name="connsiteX112" fmla="*/ 262300 w 364815"/>
              <a:gd name="connsiteY112" fmla="*/ 134674 h 418369"/>
              <a:gd name="connsiteX113" fmla="*/ 262871 w 364815"/>
              <a:gd name="connsiteY113" fmla="*/ 140573 h 418369"/>
              <a:gd name="connsiteX114" fmla="*/ 265535 w 364815"/>
              <a:gd name="connsiteY114" fmla="*/ 146091 h 418369"/>
              <a:gd name="connsiteX115" fmla="*/ 282088 w 364815"/>
              <a:gd name="connsiteY115" fmla="*/ 155414 h 418369"/>
              <a:gd name="connsiteX116" fmla="*/ 291792 w 364815"/>
              <a:gd name="connsiteY116" fmla="*/ 155414 h 418369"/>
              <a:gd name="connsiteX117" fmla="*/ 290080 w 364815"/>
              <a:gd name="connsiteY117" fmla="*/ 165118 h 418369"/>
              <a:gd name="connsiteX118" fmla="*/ 299022 w 364815"/>
              <a:gd name="connsiteY118" fmla="*/ 178056 h 418369"/>
              <a:gd name="connsiteX119" fmla="*/ 334984 w 364815"/>
              <a:gd name="connsiteY119" fmla="*/ 196322 h 418369"/>
              <a:gd name="connsiteX120" fmla="*/ 347732 w 364815"/>
              <a:gd name="connsiteY120" fmla="*/ 303255 h 418369"/>
              <a:gd name="connsiteX121" fmla="*/ 341643 w 364815"/>
              <a:gd name="connsiteY121" fmla="*/ 321711 h 418369"/>
              <a:gd name="connsiteX122" fmla="*/ 339170 w 364815"/>
              <a:gd name="connsiteY122" fmla="*/ 332747 h 418369"/>
              <a:gd name="connsiteX123" fmla="*/ 339170 w 364815"/>
              <a:gd name="connsiteY123" fmla="*/ 341500 h 418369"/>
              <a:gd name="connsiteX124" fmla="*/ 339170 w 364815"/>
              <a:gd name="connsiteY124" fmla="*/ 352916 h 418369"/>
              <a:gd name="connsiteX125" fmla="*/ 326612 w 364815"/>
              <a:gd name="connsiteY125" fmla="*/ 366235 h 4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364815" h="418369">
                <a:moveTo>
                  <a:pt x="363905" y="309534"/>
                </a:moveTo>
                <a:cubicBezTo>
                  <a:pt x="364666" y="307060"/>
                  <a:pt x="365047" y="304397"/>
                  <a:pt x="364666" y="301733"/>
                </a:cubicBezTo>
                <a:lnTo>
                  <a:pt x="351918" y="194800"/>
                </a:lnTo>
                <a:cubicBezTo>
                  <a:pt x="351347" y="189282"/>
                  <a:pt x="347922" y="184335"/>
                  <a:pt x="342975" y="181481"/>
                </a:cubicBezTo>
                <a:cubicBezTo>
                  <a:pt x="342975" y="181481"/>
                  <a:pt x="307585" y="163596"/>
                  <a:pt x="307585" y="163596"/>
                </a:cubicBezTo>
                <a:cubicBezTo>
                  <a:pt x="307965" y="163596"/>
                  <a:pt x="309107" y="158078"/>
                  <a:pt x="309107" y="157697"/>
                </a:cubicBezTo>
                <a:cubicBezTo>
                  <a:pt x="309107" y="155414"/>
                  <a:pt x="308917" y="153321"/>
                  <a:pt x="308156" y="151228"/>
                </a:cubicBezTo>
                <a:cubicBezTo>
                  <a:pt x="305872" y="144568"/>
                  <a:pt x="299784" y="139051"/>
                  <a:pt x="292744" y="138670"/>
                </a:cubicBezTo>
                <a:lnTo>
                  <a:pt x="279234" y="138670"/>
                </a:lnTo>
                <a:cubicBezTo>
                  <a:pt x="279234" y="138670"/>
                  <a:pt x="280186" y="136196"/>
                  <a:pt x="280186" y="136196"/>
                </a:cubicBezTo>
                <a:cubicBezTo>
                  <a:pt x="282088" y="131059"/>
                  <a:pt x="281708" y="125351"/>
                  <a:pt x="278663" y="120784"/>
                </a:cubicBezTo>
                <a:cubicBezTo>
                  <a:pt x="275429" y="115647"/>
                  <a:pt x="270862" y="112793"/>
                  <a:pt x="264393" y="112793"/>
                </a:cubicBezTo>
                <a:cubicBezTo>
                  <a:pt x="264393" y="112793"/>
                  <a:pt x="260778" y="112793"/>
                  <a:pt x="260778" y="112793"/>
                </a:cubicBezTo>
                <a:lnTo>
                  <a:pt x="251835" y="108036"/>
                </a:lnTo>
                <a:lnTo>
                  <a:pt x="251455" y="98903"/>
                </a:lnTo>
                <a:cubicBezTo>
                  <a:pt x="251074" y="93385"/>
                  <a:pt x="248030" y="88058"/>
                  <a:pt x="243273" y="85204"/>
                </a:cubicBezTo>
                <a:lnTo>
                  <a:pt x="103233" y="2435"/>
                </a:lnTo>
                <a:cubicBezTo>
                  <a:pt x="98096" y="-609"/>
                  <a:pt x="91817" y="-799"/>
                  <a:pt x="86489" y="1865"/>
                </a:cubicBezTo>
                <a:lnTo>
                  <a:pt x="58329" y="16325"/>
                </a:lnTo>
                <a:lnTo>
                  <a:pt x="48244" y="16325"/>
                </a:lnTo>
                <a:cubicBezTo>
                  <a:pt x="41014" y="16325"/>
                  <a:pt x="34925" y="20321"/>
                  <a:pt x="32262" y="27171"/>
                </a:cubicBezTo>
                <a:lnTo>
                  <a:pt x="8478" y="86916"/>
                </a:lnTo>
                <a:lnTo>
                  <a:pt x="1057" y="104421"/>
                </a:lnTo>
                <a:cubicBezTo>
                  <a:pt x="-1036" y="110510"/>
                  <a:pt x="-85" y="117740"/>
                  <a:pt x="4482" y="122307"/>
                </a:cubicBezTo>
                <a:lnTo>
                  <a:pt x="8097" y="125351"/>
                </a:lnTo>
                <a:cubicBezTo>
                  <a:pt x="9239" y="132391"/>
                  <a:pt x="14566" y="138480"/>
                  <a:pt x="21606" y="139812"/>
                </a:cubicBezTo>
                <a:lnTo>
                  <a:pt x="54523" y="146471"/>
                </a:lnTo>
                <a:lnTo>
                  <a:pt x="68984" y="159980"/>
                </a:lnTo>
                <a:cubicBezTo>
                  <a:pt x="72219" y="163215"/>
                  <a:pt x="76405" y="164927"/>
                  <a:pt x="81161" y="164927"/>
                </a:cubicBezTo>
                <a:lnTo>
                  <a:pt x="101901" y="164927"/>
                </a:lnTo>
                <a:cubicBezTo>
                  <a:pt x="101901" y="164927"/>
                  <a:pt x="108370" y="177295"/>
                  <a:pt x="108751" y="178437"/>
                </a:cubicBezTo>
                <a:lnTo>
                  <a:pt x="107038" y="181481"/>
                </a:lnTo>
                <a:cubicBezTo>
                  <a:pt x="103613" y="187760"/>
                  <a:pt x="104375" y="195561"/>
                  <a:pt x="109512" y="201650"/>
                </a:cubicBezTo>
                <a:lnTo>
                  <a:pt x="116933" y="208880"/>
                </a:lnTo>
                <a:cubicBezTo>
                  <a:pt x="120167" y="211925"/>
                  <a:pt x="124353" y="213827"/>
                  <a:pt x="128920" y="213827"/>
                </a:cubicBezTo>
                <a:cubicBezTo>
                  <a:pt x="128920" y="213827"/>
                  <a:pt x="136150" y="213827"/>
                  <a:pt x="141287" y="208690"/>
                </a:cubicBezTo>
                <a:lnTo>
                  <a:pt x="150420" y="199937"/>
                </a:lnTo>
                <a:lnTo>
                  <a:pt x="161646" y="199937"/>
                </a:lnTo>
                <a:cubicBezTo>
                  <a:pt x="161646" y="199937"/>
                  <a:pt x="169257" y="202982"/>
                  <a:pt x="169257" y="202982"/>
                </a:cubicBezTo>
                <a:cubicBezTo>
                  <a:pt x="169257" y="202982"/>
                  <a:pt x="154416" y="226576"/>
                  <a:pt x="154416" y="226576"/>
                </a:cubicBezTo>
                <a:lnTo>
                  <a:pt x="148137" y="239133"/>
                </a:lnTo>
                <a:cubicBezTo>
                  <a:pt x="147566" y="240275"/>
                  <a:pt x="147186" y="241417"/>
                  <a:pt x="146805" y="242558"/>
                </a:cubicBezTo>
                <a:lnTo>
                  <a:pt x="134247" y="292600"/>
                </a:lnTo>
                <a:cubicBezTo>
                  <a:pt x="133676" y="295073"/>
                  <a:pt x="133486" y="297737"/>
                  <a:pt x="134247" y="300211"/>
                </a:cubicBezTo>
                <a:lnTo>
                  <a:pt x="145854" y="357482"/>
                </a:lnTo>
                <a:lnTo>
                  <a:pt x="139955" y="389068"/>
                </a:lnTo>
                <a:cubicBezTo>
                  <a:pt x="139004" y="394205"/>
                  <a:pt x="140336" y="399342"/>
                  <a:pt x="143761" y="403338"/>
                </a:cubicBezTo>
                <a:cubicBezTo>
                  <a:pt x="146995" y="407334"/>
                  <a:pt x="151942" y="409617"/>
                  <a:pt x="157080" y="409617"/>
                </a:cubicBezTo>
                <a:lnTo>
                  <a:pt x="234140" y="409617"/>
                </a:lnTo>
                <a:cubicBezTo>
                  <a:pt x="234140" y="409617"/>
                  <a:pt x="236613" y="409617"/>
                  <a:pt x="236613" y="409617"/>
                </a:cubicBezTo>
                <a:cubicBezTo>
                  <a:pt x="237374" y="410758"/>
                  <a:pt x="237755" y="411900"/>
                  <a:pt x="238706" y="412851"/>
                </a:cubicBezTo>
                <a:cubicBezTo>
                  <a:pt x="241941" y="416276"/>
                  <a:pt x="246508" y="418179"/>
                  <a:pt x="251264" y="418369"/>
                </a:cubicBezTo>
                <a:lnTo>
                  <a:pt x="299784" y="418369"/>
                </a:lnTo>
                <a:cubicBezTo>
                  <a:pt x="305301" y="418369"/>
                  <a:pt x="309678" y="417037"/>
                  <a:pt x="312722" y="413232"/>
                </a:cubicBezTo>
                <a:cubicBezTo>
                  <a:pt x="314815" y="410568"/>
                  <a:pt x="316527" y="406573"/>
                  <a:pt x="317098" y="403148"/>
                </a:cubicBezTo>
                <a:lnTo>
                  <a:pt x="317669" y="399342"/>
                </a:lnTo>
                <a:cubicBezTo>
                  <a:pt x="324709" y="397059"/>
                  <a:pt x="330037" y="390399"/>
                  <a:pt x="329847" y="382598"/>
                </a:cubicBezTo>
                <a:cubicBezTo>
                  <a:pt x="329847" y="382598"/>
                  <a:pt x="329847" y="382598"/>
                  <a:pt x="329847" y="382598"/>
                </a:cubicBezTo>
                <a:cubicBezTo>
                  <a:pt x="333462" y="381647"/>
                  <a:pt x="336887" y="380125"/>
                  <a:pt x="338980" y="377461"/>
                </a:cubicBezTo>
                <a:lnTo>
                  <a:pt x="350776" y="365474"/>
                </a:lnTo>
                <a:cubicBezTo>
                  <a:pt x="354011" y="362239"/>
                  <a:pt x="355723" y="358053"/>
                  <a:pt x="355914" y="353677"/>
                </a:cubicBezTo>
                <a:cubicBezTo>
                  <a:pt x="355914" y="347398"/>
                  <a:pt x="355914" y="335982"/>
                  <a:pt x="355914" y="331986"/>
                </a:cubicBezTo>
                <a:lnTo>
                  <a:pt x="363525" y="309153"/>
                </a:lnTo>
                <a:close/>
                <a:moveTo>
                  <a:pt x="128920" y="196322"/>
                </a:moveTo>
                <a:lnTo>
                  <a:pt x="128920" y="196322"/>
                </a:lnTo>
                <a:cubicBezTo>
                  <a:pt x="128920" y="196322"/>
                  <a:pt x="128920" y="196322"/>
                  <a:pt x="128920" y="196322"/>
                </a:cubicBezTo>
                <a:lnTo>
                  <a:pt x="128920" y="196322"/>
                </a:lnTo>
                <a:close/>
                <a:moveTo>
                  <a:pt x="326231" y="366615"/>
                </a:moveTo>
                <a:cubicBezTo>
                  <a:pt x="322997" y="367377"/>
                  <a:pt x="320143" y="368708"/>
                  <a:pt x="317669" y="370992"/>
                </a:cubicBezTo>
                <a:cubicBezTo>
                  <a:pt x="314244" y="374417"/>
                  <a:pt x="313293" y="377271"/>
                  <a:pt x="312722" y="382218"/>
                </a:cubicBezTo>
                <a:lnTo>
                  <a:pt x="312722" y="383740"/>
                </a:lnTo>
                <a:cubicBezTo>
                  <a:pt x="307585" y="385262"/>
                  <a:pt x="303589" y="389068"/>
                  <a:pt x="301496" y="394585"/>
                </a:cubicBezTo>
                <a:cubicBezTo>
                  <a:pt x="301496" y="394585"/>
                  <a:pt x="300164" y="399152"/>
                  <a:pt x="299593" y="400864"/>
                </a:cubicBezTo>
                <a:lnTo>
                  <a:pt x="286655" y="400864"/>
                </a:lnTo>
                <a:cubicBezTo>
                  <a:pt x="286655" y="400864"/>
                  <a:pt x="252025" y="400864"/>
                  <a:pt x="252025" y="400864"/>
                </a:cubicBezTo>
                <a:cubicBezTo>
                  <a:pt x="252025" y="400864"/>
                  <a:pt x="250884" y="400864"/>
                  <a:pt x="249171" y="400864"/>
                </a:cubicBezTo>
                <a:cubicBezTo>
                  <a:pt x="246127" y="395727"/>
                  <a:pt x="240799" y="392112"/>
                  <a:pt x="234330" y="392112"/>
                </a:cubicBezTo>
                <a:lnTo>
                  <a:pt x="157080" y="392112"/>
                </a:lnTo>
                <a:cubicBezTo>
                  <a:pt x="157080" y="392112"/>
                  <a:pt x="162978" y="360527"/>
                  <a:pt x="162978" y="360527"/>
                </a:cubicBezTo>
                <a:cubicBezTo>
                  <a:pt x="163359" y="358244"/>
                  <a:pt x="163359" y="356151"/>
                  <a:pt x="162978" y="353867"/>
                </a:cubicBezTo>
                <a:lnTo>
                  <a:pt x="151372" y="296595"/>
                </a:lnTo>
                <a:lnTo>
                  <a:pt x="163930" y="246554"/>
                </a:lnTo>
                <a:lnTo>
                  <a:pt x="169638" y="234947"/>
                </a:lnTo>
                <a:lnTo>
                  <a:pt x="183337" y="213066"/>
                </a:lnTo>
                <a:cubicBezTo>
                  <a:pt x="186001" y="209071"/>
                  <a:pt x="187523" y="202982"/>
                  <a:pt x="186382" y="198225"/>
                </a:cubicBezTo>
                <a:cubicBezTo>
                  <a:pt x="185240" y="193468"/>
                  <a:pt x="183528" y="190614"/>
                  <a:pt x="177058" y="186999"/>
                </a:cubicBezTo>
                <a:lnTo>
                  <a:pt x="167164" y="182813"/>
                </a:lnTo>
                <a:cubicBezTo>
                  <a:pt x="165262" y="182242"/>
                  <a:pt x="163359" y="181862"/>
                  <a:pt x="161266" y="181671"/>
                </a:cubicBezTo>
                <a:lnTo>
                  <a:pt x="150040" y="181671"/>
                </a:lnTo>
                <a:cubicBezTo>
                  <a:pt x="145473" y="182052"/>
                  <a:pt x="141287" y="183764"/>
                  <a:pt x="138243" y="186809"/>
                </a:cubicBezTo>
                <a:lnTo>
                  <a:pt x="128920" y="195751"/>
                </a:lnTo>
                <a:lnTo>
                  <a:pt x="122450" y="189282"/>
                </a:lnTo>
                <a:cubicBezTo>
                  <a:pt x="122450" y="189282"/>
                  <a:pt x="123402" y="186999"/>
                  <a:pt x="123592" y="186999"/>
                </a:cubicBezTo>
                <a:cubicBezTo>
                  <a:pt x="128539" y="177676"/>
                  <a:pt x="125495" y="169875"/>
                  <a:pt x="122641" y="164927"/>
                </a:cubicBezTo>
                <a:lnTo>
                  <a:pt x="116552" y="154843"/>
                </a:lnTo>
                <a:cubicBezTo>
                  <a:pt x="113317" y="150086"/>
                  <a:pt x="108180" y="147042"/>
                  <a:pt x="102091" y="146852"/>
                </a:cubicBezTo>
                <a:lnTo>
                  <a:pt x="81352" y="146852"/>
                </a:lnTo>
                <a:cubicBezTo>
                  <a:pt x="81352" y="146852"/>
                  <a:pt x="68223" y="133913"/>
                  <a:pt x="68223" y="133913"/>
                </a:cubicBezTo>
                <a:cubicBezTo>
                  <a:pt x="66130" y="132391"/>
                  <a:pt x="64037" y="130679"/>
                  <a:pt x="61563" y="129917"/>
                </a:cubicBezTo>
                <a:cubicBezTo>
                  <a:pt x="49576" y="126302"/>
                  <a:pt x="37209" y="124780"/>
                  <a:pt x="25031" y="122116"/>
                </a:cubicBezTo>
                <a:cubicBezTo>
                  <a:pt x="24841" y="119262"/>
                  <a:pt x="24080" y="116408"/>
                  <a:pt x="22177" y="113935"/>
                </a:cubicBezTo>
                <a:lnTo>
                  <a:pt x="17611" y="109558"/>
                </a:lnTo>
                <a:lnTo>
                  <a:pt x="48435" y="33069"/>
                </a:lnTo>
                <a:lnTo>
                  <a:pt x="58139" y="33069"/>
                </a:lnTo>
                <a:cubicBezTo>
                  <a:pt x="60802" y="33259"/>
                  <a:pt x="63656" y="32689"/>
                  <a:pt x="66130" y="31357"/>
                </a:cubicBezTo>
                <a:lnTo>
                  <a:pt x="95242" y="16896"/>
                </a:lnTo>
                <a:cubicBezTo>
                  <a:pt x="95242" y="16896"/>
                  <a:pt x="234140" y="99664"/>
                  <a:pt x="234140" y="99664"/>
                </a:cubicBezTo>
                <a:lnTo>
                  <a:pt x="234520" y="108417"/>
                </a:lnTo>
                <a:cubicBezTo>
                  <a:pt x="234901" y="113935"/>
                  <a:pt x="237565" y="118882"/>
                  <a:pt x="243083" y="122497"/>
                </a:cubicBezTo>
                <a:lnTo>
                  <a:pt x="254118" y="128205"/>
                </a:lnTo>
                <a:cubicBezTo>
                  <a:pt x="256592" y="129537"/>
                  <a:pt x="259065" y="129727"/>
                  <a:pt x="261158" y="129727"/>
                </a:cubicBezTo>
                <a:cubicBezTo>
                  <a:pt x="261729" y="129727"/>
                  <a:pt x="263632" y="129727"/>
                  <a:pt x="263632" y="129727"/>
                </a:cubicBezTo>
                <a:cubicBezTo>
                  <a:pt x="263251" y="130298"/>
                  <a:pt x="262490" y="133723"/>
                  <a:pt x="262300" y="134674"/>
                </a:cubicBezTo>
                <a:cubicBezTo>
                  <a:pt x="262300" y="135626"/>
                  <a:pt x="262681" y="139812"/>
                  <a:pt x="262871" y="140573"/>
                </a:cubicBezTo>
                <a:cubicBezTo>
                  <a:pt x="263442" y="142666"/>
                  <a:pt x="264393" y="144378"/>
                  <a:pt x="265535" y="146091"/>
                </a:cubicBezTo>
                <a:cubicBezTo>
                  <a:pt x="269340" y="151608"/>
                  <a:pt x="275239" y="155414"/>
                  <a:pt x="282088" y="155414"/>
                </a:cubicBezTo>
                <a:lnTo>
                  <a:pt x="291792" y="155414"/>
                </a:lnTo>
                <a:cubicBezTo>
                  <a:pt x="290460" y="158458"/>
                  <a:pt x="289699" y="161693"/>
                  <a:pt x="290080" y="165118"/>
                </a:cubicBezTo>
                <a:cubicBezTo>
                  <a:pt x="290841" y="170445"/>
                  <a:pt x="293885" y="175012"/>
                  <a:pt x="299022" y="178056"/>
                </a:cubicBezTo>
                <a:cubicBezTo>
                  <a:pt x="299022" y="178056"/>
                  <a:pt x="334794" y="196132"/>
                  <a:pt x="334984" y="196322"/>
                </a:cubicBezTo>
                <a:cubicBezTo>
                  <a:pt x="334984" y="196322"/>
                  <a:pt x="347732" y="303255"/>
                  <a:pt x="347732" y="303255"/>
                </a:cubicBezTo>
                <a:cubicBezTo>
                  <a:pt x="347732" y="303255"/>
                  <a:pt x="342975" y="317335"/>
                  <a:pt x="341643" y="321711"/>
                </a:cubicBezTo>
                <a:cubicBezTo>
                  <a:pt x="340502" y="325327"/>
                  <a:pt x="339170" y="328751"/>
                  <a:pt x="339170" y="332747"/>
                </a:cubicBezTo>
                <a:cubicBezTo>
                  <a:pt x="339170" y="335601"/>
                  <a:pt x="339170" y="338455"/>
                  <a:pt x="339170" y="341500"/>
                </a:cubicBezTo>
                <a:cubicBezTo>
                  <a:pt x="339170" y="345305"/>
                  <a:pt x="339170" y="349110"/>
                  <a:pt x="339170" y="352916"/>
                </a:cubicBezTo>
                <a:lnTo>
                  <a:pt x="326612" y="36623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2" name="Graphic 32" descr="Minnesota icon.">
            <a:extLst>
              <a:ext uri="{FF2B5EF4-FFF2-40B4-BE49-F238E27FC236}">
                <a16:creationId xmlns:a16="http://schemas.microsoft.com/office/drawing/2014/main" id="{5E0BA825-A5A6-7D31-68CC-C9A317C717ED}"/>
              </a:ext>
            </a:extLst>
          </p:cNvPr>
          <p:cNvSpPr/>
          <p:nvPr/>
        </p:nvSpPr>
        <p:spPr>
          <a:xfrm>
            <a:off x="10813555" y="3330022"/>
            <a:ext cx="394338" cy="418407"/>
          </a:xfrm>
          <a:custGeom>
            <a:avLst/>
            <a:gdLst>
              <a:gd name="connsiteX0" fmla="*/ 388250 w 394338"/>
              <a:gd name="connsiteY0" fmla="*/ 93233 h 418407"/>
              <a:gd name="connsiteX1" fmla="*/ 368081 w 394338"/>
              <a:gd name="connsiteY1" fmla="*/ 89618 h 418407"/>
              <a:gd name="connsiteX2" fmla="*/ 361802 w 394338"/>
              <a:gd name="connsiteY2" fmla="*/ 91140 h 418407"/>
              <a:gd name="connsiteX3" fmla="*/ 361041 w 394338"/>
              <a:gd name="connsiteY3" fmla="*/ 90189 h 418407"/>
              <a:gd name="connsiteX4" fmla="*/ 348673 w 394338"/>
              <a:gd name="connsiteY4" fmla="*/ 82578 h 418407"/>
              <a:gd name="connsiteX5" fmla="*/ 331929 w 394338"/>
              <a:gd name="connsiteY5" fmla="*/ 88286 h 418407"/>
              <a:gd name="connsiteX6" fmla="*/ 318800 w 394338"/>
              <a:gd name="connsiteY6" fmla="*/ 76109 h 418407"/>
              <a:gd name="connsiteX7" fmla="*/ 306242 w 394338"/>
              <a:gd name="connsiteY7" fmla="*/ 76109 h 418407"/>
              <a:gd name="connsiteX8" fmla="*/ 289308 w 394338"/>
              <a:gd name="connsiteY8" fmla="*/ 87144 h 418407"/>
              <a:gd name="connsiteX9" fmla="*/ 287786 w 394338"/>
              <a:gd name="connsiteY9" fmla="*/ 90760 h 418407"/>
              <a:gd name="connsiteX10" fmla="*/ 261529 w 394338"/>
              <a:gd name="connsiteY10" fmla="*/ 70781 h 418407"/>
              <a:gd name="connsiteX11" fmla="*/ 250112 w 394338"/>
              <a:gd name="connsiteY11" fmla="*/ 66785 h 418407"/>
              <a:gd name="connsiteX12" fmla="*/ 237935 w 394338"/>
              <a:gd name="connsiteY12" fmla="*/ 66785 h 418407"/>
              <a:gd name="connsiteX13" fmla="*/ 224616 w 394338"/>
              <a:gd name="connsiteY13" fmla="*/ 53086 h 418407"/>
              <a:gd name="connsiteX14" fmla="*/ 211107 w 394338"/>
              <a:gd name="connsiteY14" fmla="*/ 47568 h 418407"/>
              <a:gd name="connsiteX15" fmla="*/ 197978 w 394338"/>
              <a:gd name="connsiteY15" fmla="*/ 47568 h 418407"/>
              <a:gd name="connsiteX16" fmla="*/ 189986 w 394338"/>
              <a:gd name="connsiteY16" fmla="*/ 49471 h 418407"/>
              <a:gd name="connsiteX17" fmla="*/ 178380 w 394338"/>
              <a:gd name="connsiteY17" fmla="*/ 55559 h 418407"/>
              <a:gd name="connsiteX18" fmla="*/ 176287 w 394338"/>
              <a:gd name="connsiteY18" fmla="*/ 53466 h 418407"/>
              <a:gd name="connsiteX19" fmla="*/ 167915 w 394338"/>
              <a:gd name="connsiteY19" fmla="*/ 47378 h 418407"/>
              <a:gd name="connsiteX20" fmla="*/ 148698 w 394338"/>
              <a:gd name="connsiteY20" fmla="*/ 40147 h 418407"/>
              <a:gd name="connsiteX21" fmla="*/ 148698 w 394338"/>
              <a:gd name="connsiteY21" fmla="*/ 21310 h 418407"/>
              <a:gd name="connsiteX22" fmla="*/ 129480 w 394338"/>
              <a:gd name="connsiteY22" fmla="*/ 0 h 418407"/>
              <a:gd name="connsiteX23" fmla="*/ 120157 w 394338"/>
              <a:gd name="connsiteY23" fmla="*/ 0 h 418407"/>
              <a:gd name="connsiteX24" fmla="*/ 102842 w 394338"/>
              <a:gd name="connsiteY24" fmla="*/ 9323 h 418407"/>
              <a:gd name="connsiteX25" fmla="*/ 101130 w 394338"/>
              <a:gd name="connsiteY25" fmla="*/ 19027 h 418407"/>
              <a:gd name="connsiteX26" fmla="*/ 17791 w 394338"/>
              <a:gd name="connsiteY26" fmla="*/ 19027 h 418407"/>
              <a:gd name="connsiteX27" fmla="*/ 8848 w 394338"/>
              <a:gd name="connsiteY27" fmla="*/ 20740 h 418407"/>
              <a:gd name="connsiteX28" fmla="*/ 666 w 394338"/>
              <a:gd name="connsiteY28" fmla="*/ 30443 h 418407"/>
              <a:gd name="connsiteX29" fmla="*/ 1047 w 394338"/>
              <a:gd name="connsiteY29" fmla="*/ 44143 h 418407"/>
              <a:gd name="connsiteX30" fmla="*/ 5423 w 394338"/>
              <a:gd name="connsiteY30" fmla="*/ 57652 h 418407"/>
              <a:gd name="connsiteX31" fmla="*/ 1808 w 394338"/>
              <a:gd name="connsiteY31" fmla="*/ 71542 h 418407"/>
              <a:gd name="connsiteX32" fmla="*/ 1237 w 394338"/>
              <a:gd name="connsiteY32" fmla="*/ 79534 h 418407"/>
              <a:gd name="connsiteX33" fmla="*/ 15317 w 394338"/>
              <a:gd name="connsiteY33" fmla="*/ 134332 h 418407"/>
              <a:gd name="connsiteX34" fmla="*/ 15317 w 394338"/>
              <a:gd name="connsiteY34" fmla="*/ 167059 h 418407"/>
              <a:gd name="connsiteX35" fmla="*/ 20264 w 394338"/>
              <a:gd name="connsiteY35" fmla="*/ 179807 h 418407"/>
              <a:gd name="connsiteX36" fmla="*/ 18552 w 394338"/>
              <a:gd name="connsiteY36" fmla="*/ 185895 h 418407"/>
              <a:gd name="connsiteX37" fmla="*/ 19123 w 394338"/>
              <a:gd name="connsiteY37" fmla="*/ 200927 h 418407"/>
              <a:gd name="connsiteX38" fmla="*/ 33393 w 394338"/>
              <a:gd name="connsiteY38" fmla="*/ 229277 h 418407"/>
              <a:gd name="connsiteX39" fmla="*/ 34344 w 394338"/>
              <a:gd name="connsiteY39" fmla="*/ 251729 h 418407"/>
              <a:gd name="connsiteX40" fmla="*/ 34344 w 394338"/>
              <a:gd name="connsiteY40" fmla="*/ 251729 h 418407"/>
              <a:gd name="connsiteX41" fmla="*/ 25592 w 394338"/>
              <a:gd name="connsiteY41" fmla="*/ 260862 h 418407"/>
              <a:gd name="connsiteX42" fmla="*/ 20645 w 394338"/>
              <a:gd name="connsiteY42" fmla="*/ 276274 h 418407"/>
              <a:gd name="connsiteX43" fmla="*/ 29397 w 394338"/>
              <a:gd name="connsiteY43" fmla="*/ 289974 h 418407"/>
              <a:gd name="connsiteX44" fmla="*/ 43668 w 394338"/>
              <a:gd name="connsiteY44" fmla="*/ 298727 h 418407"/>
              <a:gd name="connsiteX45" fmla="*/ 35296 w 394338"/>
              <a:gd name="connsiteY45" fmla="*/ 397858 h 418407"/>
              <a:gd name="connsiteX46" fmla="*/ 40243 w 394338"/>
              <a:gd name="connsiteY46" fmla="*/ 412319 h 418407"/>
              <a:gd name="connsiteX47" fmla="*/ 54323 w 394338"/>
              <a:gd name="connsiteY47" fmla="*/ 418407 h 418407"/>
              <a:gd name="connsiteX48" fmla="*/ 247068 w 394338"/>
              <a:gd name="connsiteY48" fmla="*/ 418407 h 418407"/>
              <a:gd name="connsiteX49" fmla="*/ 306052 w 394338"/>
              <a:gd name="connsiteY49" fmla="*/ 418407 h 418407"/>
              <a:gd name="connsiteX50" fmla="*/ 323938 w 394338"/>
              <a:gd name="connsiteY50" fmla="*/ 405659 h 418407"/>
              <a:gd name="connsiteX51" fmla="*/ 317849 w 394338"/>
              <a:gd name="connsiteY51" fmla="*/ 384539 h 418407"/>
              <a:gd name="connsiteX52" fmla="*/ 272374 w 394338"/>
              <a:gd name="connsiteY52" fmla="*/ 365322 h 418407"/>
              <a:gd name="connsiteX53" fmla="*/ 271803 w 394338"/>
              <a:gd name="connsiteY53" fmla="*/ 358662 h 418407"/>
              <a:gd name="connsiteX54" fmla="*/ 253347 w 394338"/>
              <a:gd name="connsiteY54" fmla="*/ 342299 h 418407"/>
              <a:gd name="connsiteX55" fmla="*/ 247829 w 394338"/>
              <a:gd name="connsiteY55" fmla="*/ 342299 h 418407"/>
              <a:gd name="connsiteX56" fmla="*/ 235081 w 394338"/>
              <a:gd name="connsiteY56" fmla="*/ 329360 h 418407"/>
              <a:gd name="connsiteX57" fmla="*/ 242692 w 394338"/>
              <a:gd name="connsiteY57" fmla="*/ 291877 h 418407"/>
              <a:gd name="connsiteX58" fmla="*/ 237364 w 394338"/>
              <a:gd name="connsiteY58" fmla="*/ 274943 h 418407"/>
              <a:gd name="connsiteX59" fmla="*/ 227851 w 394338"/>
              <a:gd name="connsiteY59" fmla="*/ 264668 h 418407"/>
              <a:gd name="connsiteX60" fmla="*/ 239077 w 394338"/>
              <a:gd name="connsiteY60" fmla="*/ 246782 h 418407"/>
              <a:gd name="connsiteX61" fmla="*/ 254869 w 394338"/>
              <a:gd name="connsiteY61" fmla="*/ 234986 h 418407"/>
              <a:gd name="connsiteX62" fmla="*/ 258104 w 394338"/>
              <a:gd name="connsiteY62" fmla="*/ 227565 h 418407"/>
              <a:gd name="connsiteX63" fmla="*/ 259055 w 394338"/>
              <a:gd name="connsiteY63" fmla="*/ 208538 h 418407"/>
              <a:gd name="connsiteX64" fmla="*/ 256011 w 394338"/>
              <a:gd name="connsiteY64" fmla="*/ 202639 h 418407"/>
              <a:gd name="connsiteX65" fmla="*/ 331549 w 394338"/>
              <a:gd name="connsiteY65" fmla="*/ 160970 h 418407"/>
              <a:gd name="connsiteX66" fmla="*/ 361231 w 394338"/>
              <a:gd name="connsiteY66" fmla="*/ 160970 h 418407"/>
              <a:gd name="connsiteX67" fmla="*/ 378926 w 394338"/>
              <a:gd name="connsiteY67" fmla="*/ 148983 h 418407"/>
              <a:gd name="connsiteX68" fmla="*/ 393006 w 394338"/>
              <a:gd name="connsiteY68" fmla="*/ 113782 h 418407"/>
              <a:gd name="connsiteX69" fmla="*/ 388250 w 394338"/>
              <a:gd name="connsiteY69" fmla="*/ 92853 h 418407"/>
              <a:gd name="connsiteX70" fmla="*/ 361231 w 394338"/>
              <a:gd name="connsiteY70" fmla="*/ 142704 h 418407"/>
              <a:gd name="connsiteX71" fmla="*/ 331739 w 394338"/>
              <a:gd name="connsiteY71" fmla="*/ 142704 h 418407"/>
              <a:gd name="connsiteX72" fmla="*/ 322606 w 394338"/>
              <a:gd name="connsiteY72" fmla="*/ 144797 h 418407"/>
              <a:gd name="connsiteX73" fmla="*/ 247449 w 394338"/>
              <a:gd name="connsiteY73" fmla="*/ 186276 h 418407"/>
              <a:gd name="connsiteX74" fmla="*/ 239267 w 394338"/>
              <a:gd name="connsiteY74" fmla="*/ 211202 h 418407"/>
              <a:gd name="connsiteX75" fmla="*/ 240408 w 394338"/>
              <a:gd name="connsiteY75" fmla="*/ 213675 h 418407"/>
              <a:gd name="connsiteX76" fmla="*/ 242501 w 394338"/>
              <a:gd name="connsiteY76" fmla="*/ 218622 h 418407"/>
              <a:gd name="connsiteX77" fmla="*/ 236793 w 394338"/>
              <a:gd name="connsiteY77" fmla="*/ 228707 h 418407"/>
              <a:gd name="connsiteX78" fmla="*/ 223855 w 394338"/>
              <a:gd name="connsiteY78" fmla="*/ 237079 h 418407"/>
              <a:gd name="connsiteX79" fmla="*/ 212248 w 394338"/>
              <a:gd name="connsiteY79" fmla="*/ 254774 h 418407"/>
              <a:gd name="connsiteX80" fmla="*/ 214151 w 394338"/>
              <a:gd name="connsiteY80" fmla="*/ 278558 h 418407"/>
              <a:gd name="connsiteX81" fmla="*/ 224235 w 394338"/>
              <a:gd name="connsiteY81" fmla="*/ 288832 h 418407"/>
              <a:gd name="connsiteX82" fmla="*/ 216815 w 394338"/>
              <a:gd name="connsiteY82" fmla="*/ 325745 h 418407"/>
              <a:gd name="connsiteX83" fmla="*/ 222142 w 394338"/>
              <a:gd name="connsiteY83" fmla="*/ 343440 h 418407"/>
              <a:gd name="connsiteX84" fmla="*/ 234891 w 394338"/>
              <a:gd name="connsiteY84" fmla="*/ 355998 h 418407"/>
              <a:gd name="connsiteX85" fmla="*/ 245546 w 394338"/>
              <a:gd name="connsiteY85" fmla="*/ 361516 h 418407"/>
              <a:gd name="connsiteX86" fmla="*/ 253537 w 394338"/>
              <a:gd name="connsiteY86" fmla="*/ 361516 h 418407"/>
              <a:gd name="connsiteX87" fmla="*/ 253918 w 394338"/>
              <a:gd name="connsiteY87" fmla="*/ 366844 h 418407"/>
              <a:gd name="connsiteX88" fmla="*/ 261529 w 394338"/>
              <a:gd name="connsiteY88" fmla="*/ 380924 h 418407"/>
              <a:gd name="connsiteX89" fmla="*/ 305291 w 394338"/>
              <a:gd name="connsiteY89" fmla="*/ 399571 h 418407"/>
              <a:gd name="connsiteX90" fmla="*/ 54323 w 394338"/>
              <a:gd name="connsiteY90" fmla="*/ 399571 h 418407"/>
              <a:gd name="connsiteX91" fmla="*/ 62695 w 394338"/>
              <a:gd name="connsiteY91" fmla="*/ 300249 h 418407"/>
              <a:gd name="connsiteX92" fmla="*/ 55464 w 394338"/>
              <a:gd name="connsiteY92" fmla="*/ 283885 h 418407"/>
              <a:gd name="connsiteX93" fmla="*/ 39482 w 394338"/>
              <a:gd name="connsiteY93" fmla="*/ 273801 h 418407"/>
              <a:gd name="connsiteX94" fmla="*/ 53181 w 394338"/>
              <a:gd name="connsiteY94" fmla="*/ 259340 h 418407"/>
              <a:gd name="connsiteX95" fmla="*/ 53181 w 394338"/>
              <a:gd name="connsiteY95" fmla="*/ 257818 h 418407"/>
              <a:gd name="connsiteX96" fmla="*/ 52801 w 394338"/>
              <a:gd name="connsiteY96" fmla="*/ 228136 h 418407"/>
              <a:gd name="connsiteX97" fmla="*/ 51469 w 394338"/>
              <a:gd name="connsiteY97" fmla="*/ 223759 h 418407"/>
              <a:gd name="connsiteX98" fmla="*/ 35866 w 394338"/>
              <a:gd name="connsiteY98" fmla="*/ 191984 h 418407"/>
              <a:gd name="connsiteX99" fmla="*/ 36437 w 394338"/>
              <a:gd name="connsiteY99" fmla="*/ 190652 h 418407"/>
              <a:gd name="connsiteX100" fmla="*/ 35676 w 394338"/>
              <a:gd name="connsiteY100" fmla="*/ 168961 h 418407"/>
              <a:gd name="connsiteX101" fmla="*/ 35676 w 394338"/>
              <a:gd name="connsiteY101" fmla="*/ 168961 h 418407"/>
              <a:gd name="connsiteX102" fmla="*/ 34154 w 394338"/>
              <a:gd name="connsiteY102" fmla="*/ 167059 h 418407"/>
              <a:gd name="connsiteX103" fmla="*/ 34154 w 394338"/>
              <a:gd name="connsiteY103" fmla="*/ 133380 h 418407"/>
              <a:gd name="connsiteX104" fmla="*/ 33964 w 394338"/>
              <a:gd name="connsiteY104" fmla="*/ 130907 h 418407"/>
              <a:gd name="connsiteX105" fmla="*/ 20074 w 394338"/>
              <a:gd name="connsiteY105" fmla="*/ 76679 h 418407"/>
              <a:gd name="connsiteX106" fmla="*/ 25211 w 394338"/>
              <a:gd name="connsiteY106" fmla="*/ 57082 h 418407"/>
              <a:gd name="connsiteX107" fmla="*/ 18171 w 394338"/>
              <a:gd name="connsiteY107" fmla="*/ 38245 h 418407"/>
              <a:gd name="connsiteX108" fmla="*/ 100939 w 394338"/>
              <a:gd name="connsiteY108" fmla="*/ 38245 h 418407"/>
              <a:gd name="connsiteX109" fmla="*/ 114449 w 394338"/>
              <a:gd name="connsiteY109" fmla="*/ 33107 h 418407"/>
              <a:gd name="connsiteX110" fmla="*/ 119967 w 394338"/>
              <a:gd name="connsiteY110" fmla="*/ 20740 h 418407"/>
              <a:gd name="connsiteX111" fmla="*/ 120157 w 394338"/>
              <a:gd name="connsiteY111" fmla="*/ 19217 h 418407"/>
              <a:gd name="connsiteX112" fmla="*/ 129670 w 394338"/>
              <a:gd name="connsiteY112" fmla="*/ 19217 h 418407"/>
              <a:gd name="connsiteX113" fmla="*/ 129670 w 394338"/>
              <a:gd name="connsiteY113" fmla="*/ 40528 h 418407"/>
              <a:gd name="connsiteX114" fmla="*/ 142419 w 394338"/>
              <a:gd name="connsiteY114" fmla="*/ 58413 h 418407"/>
              <a:gd name="connsiteX115" fmla="*/ 161255 w 394338"/>
              <a:gd name="connsiteY115" fmla="*/ 65453 h 418407"/>
              <a:gd name="connsiteX116" fmla="*/ 164680 w 394338"/>
              <a:gd name="connsiteY116" fmla="*/ 69069 h 418407"/>
              <a:gd name="connsiteX117" fmla="*/ 178380 w 394338"/>
              <a:gd name="connsiteY117" fmla="*/ 74777 h 418407"/>
              <a:gd name="connsiteX118" fmla="*/ 187893 w 394338"/>
              <a:gd name="connsiteY118" fmla="*/ 72113 h 418407"/>
              <a:gd name="connsiteX119" fmla="*/ 197978 w 394338"/>
              <a:gd name="connsiteY119" fmla="*/ 66976 h 418407"/>
              <a:gd name="connsiteX120" fmla="*/ 210916 w 394338"/>
              <a:gd name="connsiteY120" fmla="*/ 66976 h 418407"/>
              <a:gd name="connsiteX121" fmla="*/ 224235 w 394338"/>
              <a:gd name="connsiteY121" fmla="*/ 80675 h 418407"/>
              <a:gd name="connsiteX122" fmla="*/ 237745 w 394338"/>
              <a:gd name="connsiteY122" fmla="*/ 86193 h 418407"/>
              <a:gd name="connsiteX123" fmla="*/ 249732 w 394338"/>
              <a:gd name="connsiteY123" fmla="*/ 86193 h 418407"/>
              <a:gd name="connsiteX124" fmla="*/ 276370 w 394338"/>
              <a:gd name="connsiteY124" fmla="*/ 106362 h 418407"/>
              <a:gd name="connsiteX125" fmla="*/ 287596 w 394338"/>
              <a:gd name="connsiteY125" fmla="*/ 109977 h 418407"/>
              <a:gd name="connsiteX126" fmla="*/ 292162 w 394338"/>
              <a:gd name="connsiteY126" fmla="*/ 109406 h 418407"/>
              <a:gd name="connsiteX127" fmla="*/ 304530 w 394338"/>
              <a:gd name="connsiteY127" fmla="*/ 99322 h 418407"/>
              <a:gd name="connsiteX128" fmla="*/ 306623 w 394338"/>
              <a:gd name="connsiteY128" fmla="*/ 95326 h 418407"/>
              <a:gd name="connsiteX129" fmla="*/ 313663 w 394338"/>
              <a:gd name="connsiteY129" fmla="*/ 95326 h 418407"/>
              <a:gd name="connsiteX130" fmla="*/ 315376 w 394338"/>
              <a:gd name="connsiteY130" fmla="*/ 98370 h 418407"/>
              <a:gd name="connsiteX131" fmla="*/ 331358 w 394338"/>
              <a:gd name="connsiteY131" fmla="*/ 108645 h 418407"/>
              <a:gd name="connsiteX132" fmla="*/ 337828 w 394338"/>
              <a:gd name="connsiteY132" fmla="*/ 107503 h 418407"/>
              <a:gd name="connsiteX133" fmla="*/ 345819 w 394338"/>
              <a:gd name="connsiteY133" fmla="*/ 102366 h 418407"/>
              <a:gd name="connsiteX134" fmla="*/ 361041 w 394338"/>
              <a:gd name="connsiteY134" fmla="*/ 110358 h 418407"/>
              <a:gd name="connsiteX135" fmla="*/ 364466 w 394338"/>
              <a:gd name="connsiteY135" fmla="*/ 109977 h 418407"/>
              <a:gd name="connsiteX136" fmla="*/ 370554 w 394338"/>
              <a:gd name="connsiteY136" fmla="*/ 108265 h 418407"/>
              <a:gd name="connsiteX137" fmla="*/ 373979 w 394338"/>
              <a:gd name="connsiteY137" fmla="*/ 107123 h 418407"/>
              <a:gd name="connsiteX138" fmla="*/ 360660 w 394338"/>
              <a:gd name="connsiteY138" fmla="*/ 142894 h 41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394338" h="418407">
                <a:moveTo>
                  <a:pt x="388250" y="93233"/>
                </a:moveTo>
                <a:cubicBezTo>
                  <a:pt x="382732" y="87715"/>
                  <a:pt x="377594" y="86954"/>
                  <a:pt x="368081" y="89618"/>
                </a:cubicBezTo>
                <a:cubicBezTo>
                  <a:pt x="368081" y="89618"/>
                  <a:pt x="361992" y="91140"/>
                  <a:pt x="361802" y="91140"/>
                </a:cubicBezTo>
                <a:lnTo>
                  <a:pt x="361041" y="90189"/>
                </a:lnTo>
                <a:cubicBezTo>
                  <a:pt x="357996" y="86193"/>
                  <a:pt x="353620" y="83339"/>
                  <a:pt x="348673" y="82578"/>
                </a:cubicBezTo>
                <a:cubicBezTo>
                  <a:pt x="342965" y="81627"/>
                  <a:pt x="337257" y="83529"/>
                  <a:pt x="331929" y="88286"/>
                </a:cubicBezTo>
                <a:cubicBezTo>
                  <a:pt x="329265" y="83529"/>
                  <a:pt x="325650" y="76870"/>
                  <a:pt x="318800" y="76109"/>
                </a:cubicBezTo>
                <a:lnTo>
                  <a:pt x="306242" y="76109"/>
                </a:lnTo>
                <a:cubicBezTo>
                  <a:pt x="299202" y="76109"/>
                  <a:pt x="292923" y="80295"/>
                  <a:pt x="289308" y="87144"/>
                </a:cubicBezTo>
                <a:lnTo>
                  <a:pt x="287786" y="90760"/>
                </a:lnTo>
                <a:lnTo>
                  <a:pt x="261529" y="70781"/>
                </a:lnTo>
                <a:cubicBezTo>
                  <a:pt x="258294" y="68308"/>
                  <a:pt x="254298" y="66976"/>
                  <a:pt x="250112" y="66785"/>
                </a:cubicBezTo>
                <a:lnTo>
                  <a:pt x="237935" y="66785"/>
                </a:lnTo>
                <a:cubicBezTo>
                  <a:pt x="237935" y="66785"/>
                  <a:pt x="224616" y="53086"/>
                  <a:pt x="224616" y="53086"/>
                </a:cubicBezTo>
                <a:cubicBezTo>
                  <a:pt x="221001" y="49471"/>
                  <a:pt x="216625" y="47948"/>
                  <a:pt x="211107" y="47568"/>
                </a:cubicBezTo>
                <a:cubicBezTo>
                  <a:pt x="211107" y="47568"/>
                  <a:pt x="197978" y="47568"/>
                  <a:pt x="197978" y="47568"/>
                </a:cubicBezTo>
                <a:cubicBezTo>
                  <a:pt x="194743" y="47378"/>
                  <a:pt x="192270" y="48329"/>
                  <a:pt x="189986" y="49471"/>
                </a:cubicBezTo>
                <a:lnTo>
                  <a:pt x="178380" y="55559"/>
                </a:lnTo>
                <a:cubicBezTo>
                  <a:pt x="178380" y="55559"/>
                  <a:pt x="176287" y="53466"/>
                  <a:pt x="176287" y="53466"/>
                </a:cubicBezTo>
                <a:cubicBezTo>
                  <a:pt x="174004" y="50612"/>
                  <a:pt x="171150" y="48519"/>
                  <a:pt x="167915" y="47378"/>
                </a:cubicBezTo>
                <a:lnTo>
                  <a:pt x="148698" y="40147"/>
                </a:lnTo>
                <a:lnTo>
                  <a:pt x="148698" y="21310"/>
                </a:lnTo>
                <a:cubicBezTo>
                  <a:pt x="148507" y="9133"/>
                  <a:pt x="140326" y="190"/>
                  <a:pt x="129480" y="0"/>
                </a:cubicBezTo>
                <a:cubicBezTo>
                  <a:pt x="129480" y="0"/>
                  <a:pt x="120157" y="0"/>
                  <a:pt x="120157" y="0"/>
                </a:cubicBezTo>
                <a:cubicBezTo>
                  <a:pt x="112736" y="0"/>
                  <a:pt x="105696" y="1903"/>
                  <a:pt x="102842" y="9323"/>
                </a:cubicBezTo>
                <a:cubicBezTo>
                  <a:pt x="101700" y="12177"/>
                  <a:pt x="101510" y="15602"/>
                  <a:pt x="101130" y="19027"/>
                </a:cubicBezTo>
                <a:cubicBezTo>
                  <a:pt x="94280" y="19027"/>
                  <a:pt x="17981" y="19027"/>
                  <a:pt x="17791" y="19027"/>
                </a:cubicBezTo>
                <a:cubicBezTo>
                  <a:pt x="14937" y="19027"/>
                  <a:pt x="11512" y="19408"/>
                  <a:pt x="8848" y="20740"/>
                </a:cubicBezTo>
                <a:cubicBezTo>
                  <a:pt x="5233" y="22452"/>
                  <a:pt x="1808" y="26638"/>
                  <a:pt x="666" y="30443"/>
                </a:cubicBezTo>
                <a:cubicBezTo>
                  <a:pt x="-666" y="34820"/>
                  <a:pt x="286" y="39767"/>
                  <a:pt x="1047" y="44143"/>
                </a:cubicBezTo>
                <a:lnTo>
                  <a:pt x="5423" y="57652"/>
                </a:lnTo>
                <a:lnTo>
                  <a:pt x="1808" y="71542"/>
                </a:lnTo>
                <a:cubicBezTo>
                  <a:pt x="1047" y="74206"/>
                  <a:pt x="856" y="76870"/>
                  <a:pt x="1237" y="79534"/>
                </a:cubicBezTo>
                <a:cubicBezTo>
                  <a:pt x="2379" y="86764"/>
                  <a:pt x="12844" y="125770"/>
                  <a:pt x="15317" y="134332"/>
                </a:cubicBezTo>
                <a:lnTo>
                  <a:pt x="15317" y="167059"/>
                </a:lnTo>
                <a:cubicBezTo>
                  <a:pt x="15317" y="172006"/>
                  <a:pt x="17220" y="176382"/>
                  <a:pt x="20264" y="179807"/>
                </a:cubicBezTo>
                <a:cubicBezTo>
                  <a:pt x="20264" y="180187"/>
                  <a:pt x="18552" y="185895"/>
                  <a:pt x="18552" y="185895"/>
                </a:cubicBezTo>
                <a:cubicBezTo>
                  <a:pt x="17030" y="190842"/>
                  <a:pt x="16839" y="196360"/>
                  <a:pt x="19123" y="200927"/>
                </a:cubicBezTo>
                <a:lnTo>
                  <a:pt x="33393" y="229277"/>
                </a:lnTo>
                <a:lnTo>
                  <a:pt x="34344" y="251729"/>
                </a:lnTo>
                <a:lnTo>
                  <a:pt x="34344" y="251729"/>
                </a:lnTo>
                <a:cubicBezTo>
                  <a:pt x="34344" y="251729"/>
                  <a:pt x="25592" y="260862"/>
                  <a:pt x="25592" y="260862"/>
                </a:cubicBezTo>
                <a:cubicBezTo>
                  <a:pt x="21596" y="265048"/>
                  <a:pt x="19884" y="270566"/>
                  <a:pt x="20645" y="276274"/>
                </a:cubicBezTo>
                <a:cubicBezTo>
                  <a:pt x="21406" y="281983"/>
                  <a:pt x="24450" y="286930"/>
                  <a:pt x="29397" y="289974"/>
                </a:cubicBezTo>
                <a:lnTo>
                  <a:pt x="43668" y="298727"/>
                </a:lnTo>
                <a:lnTo>
                  <a:pt x="35296" y="397858"/>
                </a:lnTo>
                <a:cubicBezTo>
                  <a:pt x="34915" y="403186"/>
                  <a:pt x="36628" y="408323"/>
                  <a:pt x="40243" y="412319"/>
                </a:cubicBezTo>
                <a:cubicBezTo>
                  <a:pt x="43858" y="416314"/>
                  <a:pt x="49566" y="418217"/>
                  <a:pt x="54323" y="418407"/>
                </a:cubicBezTo>
                <a:lnTo>
                  <a:pt x="247068" y="418407"/>
                </a:lnTo>
                <a:cubicBezTo>
                  <a:pt x="247068" y="418407"/>
                  <a:pt x="306052" y="418407"/>
                  <a:pt x="306052" y="418407"/>
                </a:cubicBezTo>
                <a:cubicBezTo>
                  <a:pt x="314234" y="418407"/>
                  <a:pt x="321274" y="413270"/>
                  <a:pt x="323938" y="405659"/>
                </a:cubicBezTo>
                <a:cubicBezTo>
                  <a:pt x="326602" y="397858"/>
                  <a:pt x="324699" y="389296"/>
                  <a:pt x="317849" y="384539"/>
                </a:cubicBezTo>
                <a:lnTo>
                  <a:pt x="272374" y="365322"/>
                </a:lnTo>
                <a:cubicBezTo>
                  <a:pt x="272374" y="365322"/>
                  <a:pt x="272374" y="360945"/>
                  <a:pt x="271803" y="358662"/>
                </a:cubicBezTo>
                <a:cubicBezTo>
                  <a:pt x="270471" y="349339"/>
                  <a:pt x="262861" y="342299"/>
                  <a:pt x="253347" y="342299"/>
                </a:cubicBezTo>
                <a:lnTo>
                  <a:pt x="247829" y="342299"/>
                </a:lnTo>
                <a:cubicBezTo>
                  <a:pt x="247829" y="342299"/>
                  <a:pt x="235081" y="329360"/>
                  <a:pt x="235081" y="329360"/>
                </a:cubicBezTo>
                <a:lnTo>
                  <a:pt x="242692" y="291877"/>
                </a:lnTo>
                <a:cubicBezTo>
                  <a:pt x="243833" y="285788"/>
                  <a:pt x="241931" y="279509"/>
                  <a:pt x="237364" y="274943"/>
                </a:cubicBezTo>
                <a:cubicBezTo>
                  <a:pt x="234320" y="271898"/>
                  <a:pt x="230705" y="268093"/>
                  <a:pt x="227851" y="264668"/>
                </a:cubicBezTo>
                <a:lnTo>
                  <a:pt x="239077" y="246782"/>
                </a:lnTo>
                <a:cubicBezTo>
                  <a:pt x="245926" y="246212"/>
                  <a:pt x="252015" y="241455"/>
                  <a:pt x="254869" y="234986"/>
                </a:cubicBezTo>
                <a:lnTo>
                  <a:pt x="258104" y="227565"/>
                </a:lnTo>
                <a:cubicBezTo>
                  <a:pt x="261719" y="220715"/>
                  <a:pt x="262099" y="214626"/>
                  <a:pt x="259055" y="208538"/>
                </a:cubicBezTo>
                <a:lnTo>
                  <a:pt x="256011" y="202639"/>
                </a:lnTo>
                <a:lnTo>
                  <a:pt x="331549" y="160970"/>
                </a:lnTo>
                <a:lnTo>
                  <a:pt x="361231" y="160970"/>
                </a:lnTo>
                <a:cubicBezTo>
                  <a:pt x="369032" y="160970"/>
                  <a:pt x="375882" y="156213"/>
                  <a:pt x="378926" y="148983"/>
                </a:cubicBezTo>
                <a:lnTo>
                  <a:pt x="393006" y="113782"/>
                </a:lnTo>
                <a:cubicBezTo>
                  <a:pt x="397763" y="99702"/>
                  <a:pt x="388250" y="92853"/>
                  <a:pt x="388250" y="92853"/>
                </a:cubicBezTo>
                <a:close/>
                <a:moveTo>
                  <a:pt x="361231" y="142704"/>
                </a:moveTo>
                <a:lnTo>
                  <a:pt x="331739" y="142704"/>
                </a:lnTo>
                <a:cubicBezTo>
                  <a:pt x="328504" y="142513"/>
                  <a:pt x="325460" y="143275"/>
                  <a:pt x="322606" y="144797"/>
                </a:cubicBezTo>
                <a:lnTo>
                  <a:pt x="247449" y="186276"/>
                </a:lnTo>
                <a:cubicBezTo>
                  <a:pt x="238506" y="191033"/>
                  <a:pt x="234891" y="202069"/>
                  <a:pt x="239267" y="211202"/>
                </a:cubicBezTo>
                <a:lnTo>
                  <a:pt x="240408" y="213675"/>
                </a:lnTo>
                <a:lnTo>
                  <a:pt x="242501" y="218622"/>
                </a:lnTo>
                <a:lnTo>
                  <a:pt x="236793" y="228707"/>
                </a:lnTo>
                <a:cubicBezTo>
                  <a:pt x="231275" y="229658"/>
                  <a:pt x="226519" y="232702"/>
                  <a:pt x="223855" y="237079"/>
                </a:cubicBezTo>
                <a:lnTo>
                  <a:pt x="212248" y="254774"/>
                </a:lnTo>
                <a:cubicBezTo>
                  <a:pt x="207301" y="262194"/>
                  <a:pt x="208062" y="271898"/>
                  <a:pt x="214151" y="278558"/>
                </a:cubicBezTo>
                <a:cubicBezTo>
                  <a:pt x="217195" y="281792"/>
                  <a:pt x="221191" y="285978"/>
                  <a:pt x="224235" y="288832"/>
                </a:cubicBezTo>
                <a:lnTo>
                  <a:pt x="216815" y="325745"/>
                </a:lnTo>
                <a:cubicBezTo>
                  <a:pt x="215483" y="332214"/>
                  <a:pt x="217386" y="338684"/>
                  <a:pt x="222142" y="343440"/>
                </a:cubicBezTo>
                <a:lnTo>
                  <a:pt x="234891" y="355998"/>
                </a:lnTo>
                <a:cubicBezTo>
                  <a:pt x="237745" y="358662"/>
                  <a:pt x="241740" y="361136"/>
                  <a:pt x="245546" y="361516"/>
                </a:cubicBezTo>
                <a:cubicBezTo>
                  <a:pt x="246497" y="361516"/>
                  <a:pt x="253537" y="361897"/>
                  <a:pt x="253537" y="361516"/>
                </a:cubicBezTo>
                <a:cubicBezTo>
                  <a:pt x="253537" y="361516"/>
                  <a:pt x="253537" y="366844"/>
                  <a:pt x="253918" y="366844"/>
                </a:cubicBezTo>
                <a:cubicBezTo>
                  <a:pt x="254108" y="372552"/>
                  <a:pt x="255630" y="377499"/>
                  <a:pt x="261529" y="380924"/>
                </a:cubicBezTo>
                <a:lnTo>
                  <a:pt x="305291" y="399571"/>
                </a:lnTo>
                <a:lnTo>
                  <a:pt x="54323" y="399571"/>
                </a:lnTo>
                <a:cubicBezTo>
                  <a:pt x="54323" y="399571"/>
                  <a:pt x="62695" y="300249"/>
                  <a:pt x="62695" y="300249"/>
                </a:cubicBezTo>
                <a:cubicBezTo>
                  <a:pt x="63266" y="294541"/>
                  <a:pt x="61173" y="289023"/>
                  <a:pt x="55464" y="283885"/>
                </a:cubicBezTo>
                <a:lnTo>
                  <a:pt x="39482" y="273801"/>
                </a:lnTo>
                <a:cubicBezTo>
                  <a:pt x="39482" y="273801"/>
                  <a:pt x="51088" y="262004"/>
                  <a:pt x="53181" y="259340"/>
                </a:cubicBezTo>
                <a:lnTo>
                  <a:pt x="53181" y="257818"/>
                </a:lnTo>
                <a:cubicBezTo>
                  <a:pt x="53181" y="249446"/>
                  <a:pt x="53181" y="229848"/>
                  <a:pt x="52801" y="228136"/>
                </a:cubicBezTo>
                <a:cubicBezTo>
                  <a:pt x="52420" y="226423"/>
                  <a:pt x="51849" y="224901"/>
                  <a:pt x="51469" y="223759"/>
                </a:cubicBezTo>
                <a:lnTo>
                  <a:pt x="35866" y="191984"/>
                </a:lnTo>
                <a:cubicBezTo>
                  <a:pt x="35866" y="191984"/>
                  <a:pt x="36437" y="190652"/>
                  <a:pt x="36437" y="190652"/>
                </a:cubicBezTo>
                <a:cubicBezTo>
                  <a:pt x="41384" y="180378"/>
                  <a:pt x="38530" y="173147"/>
                  <a:pt x="35676" y="168961"/>
                </a:cubicBezTo>
                <a:lnTo>
                  <a:pt x="35676" y="168961"/>
                </a:lnTo>
                <a:cubicBezTo>
                  <a:pt x="35676" y="168961"/>
                  <a:pt x="34535" y="167439"/>
                  <a:pt x="34154" y="167059"/>
                </a:cubicBezTo>
                <a:lnTo>
                  <a:pt x="34154" y="133380"/>
                </a:lnTo>
                <a:cubicBezTo>
                  <a:pt x="34154" y="133380"/>
                  <a:pt x="33964" y="130907"/>
                  <a:pt x="33964" y="130907"/>
                </a:cubicBezTo>
                <a:cubicBezTo>
                  <a:pt x="29017" y="112641"/>
                  <a:pt x="20835" y="81817"/>
                  <a:pt x="20074" y="76679"/>
                </a:cubicBezTo>
                <a:lnTo>
                  <a:pt x="25211" y="57082"/>
                </a:lnTo>
                <a:lnTo>
                  <a:pt x="18171" y="38245"/>
                </a:lnTo>
                <a:cubicBezTo>
                  <a:pt x="18171" y="38245"/>
                  <a:pt x="100749" y="38245"/>
                  <a:pt x="100939" y="38245"/>
                </a:cubicBezTo>
                <a:cubicBezTo>
                  <a:pt x="106077" y="38245"/>
                  <a:pt x="110833" y="36722"/>
                  <a:pt x="114449" y="33107"/>
                </a:cubicBezTo>
                <a:cubicBezTo>
                  <a:pt x="118064" y="29492"/>
                  <a:pt x="119967" y="25306"/>
                  <a:pt x="119967" y="20740"/>
                </a:cubicBezTo>
                <a:cubicBezTo>
                  <a:pt x="119967" y="20740"/>
                  <a:pt x="119967" y="19217"/>
                  <a:pt x="120157" y="19217"/>
                </a:cubicBezTo>
                <a:lnTo>
                  <a:pt x="129670" y="19217"/>
                </a:lnTo>
                <a:cubicBezTo>
                  <a:pt x="129670" y="19217"/>
                  <a:pt x="129670" y="40528"/>
                  <a:pt x="129670" y="40528"/>
                </a:cubicBezTo>
                <a:cubicBezTo>
                  <a:pt x="129670" y="48519"/>
                  <a:pt x="134808" y="55750"/>
                  <a:pt x="142419" y="58413"/>
                </a:cubicBezTo>
                <a:cubicBezTo>
                  <a:pt x="142419" y="58413"/>
                  <a:pt x="161255" y="65453"/>
                  <a:pt x="161255" y="65453"/>
                </a:cubicBezTo>
                <a:lnTo>
                  <a:pt x="164680" y="69069"/>
                </a:lnTo>
                <a:cubicBezTo>
                  <a:pt x="169247" y="73445"/>
                  <a:pt x="173433" y="74777"/>
                  <a:pt x="178380" y="74777"/>
                </a:cubicBezTo>
                <a:cubicBezTo>
                  <a:pt x="181805" y="74777"/>
                  <a:pt x="184278" y="73825"/>
                  <a:pt x="187893" y="72113"/>
                </a:cubicBezTo>
                <a:lnTo>
                  <a:pt x="197978" y="66976"/>
                </a:lnTo>
                <a:lnTo>
                  <a:pt x="210916" y="66976"/>
                </a:lnTo>
                <a:cubicBezTo>
                  <a:pt x="210916" y="66976"/>
                  <a:pt x="224235" y="80675"/>
                  <a:pt x="224235" y="80675"/>
                </a:cubicBezTo>
                <a:cubicBezTo>
                  <a:pt x="227851" y="84290"/>
                  <a:pt x="232988" y="86003"/>
                  <a:pt x="237745" y="86193"/>
                </a:cubicBezTo>
                <a:lnTo>
                  <a:pt x="249732" y="86193"/>
                </a:lnTo>
                <a:cubicBezTo>
                  <a:pt x="249732" y="86193"/>
                  <a:pt x="276370" y="106362"/>
                  <a:pt x="276370" y="106362"/>
                </a:cubicBezTo>
                <a:cubicBezTo>
                  <a:pt x="279604" y="108835"/>
                  <a:pt x="283600" y="109977"/>
                  <a:pt x="287596" y="109977"/>
                </a:cubicBezTo>
                <a:cubicBezTo>
                  <a:pt x="289118" y="109977"/>
                  <a:pt x="290640" y="109977"/>
                  <a:pt x="292162" y="109406"/>
                </a:cubicBezTo>
                <a:cubicBezTo>
                  <a:pt x="297680" y="108074"/>
                  <a:pt x="302057" y="104459"/>
                  <a:pt x="304530" y="99322"/>
                </a:cubicBezTo>
                <a:cubicBezTo>
                  <a:pt x="304530" y="99322"/>
                  <a:pt x="306623" y="95326"/>
                  <a:pt x="306623" y="95326"/>
                </a:cubicBezTo>
                <a:cubicBezTo>
                  <a:pt x="306623" y="95326"/>
                  <a:pt x="312712" y="95326"/>
                  <a:pt x="313663" y="95326"/>
                </a:cubicBezTo>
                <a:cubicBezTo>
                  <a:pt x="313663" y="95326"/>
                  <a:pt x="314995" y="97419"/>
                  <a:pt x="315376" y="98370"/>
                </a:cubicBezTo>
                <a:cubicBezTo>
                  <a:pt x="317659" y="102747"/>
                  <a:pt x="322606" y="108645"/>
                  <a:pt x="331358" y="108645"/>
                </a:cubicBezTo>
                <a:cubicBezTo>
                  <a:pt x="333451" y="108645"/>
                  <a:pt x="335735" y="108645"/>
                  <a:pt x="337828" y="107503"/>
                </a:cubicBezTo>
                <a:cubicBezTo>
                  <a:pt x="340682" y="106172"/>
                  <a:pt x="343536" y="104269"/>
                  <a:pt x="345819" y="102366"/>
                </a:cubicBezTo>
                <a:cubicBezTo>
                  <a:pt x="350005" y="108645"/>
                  <a:pt x="356094" y="110358"/>
                  <a:pt x="361041" y="110358"/>
                </a:cubicBezTo>
                <a:cubicBezTo>
                  <a:pt x="362373" y="110358"/>
                  <a:pt x="363324" y="110358"/>
                  <a:pt x="364466" y="109977"/>
                </a:cubicBezTo>
                <a:cubicBezTo>
                  <a:pt x="366559" y="109787"/>
                  <a:pt x="368652" y="108835"/>
                  <a:pt x="370554" y="108265"/>
                </a:cubicBezTo>
                <a:cubicBezTo>
                  <a:pt x="371506" y="108074"/>
                  <a:pt x="373599" y="107313"/>
                  <a:pt x="373979" y="107123"/>
                </a:cubicBezTo>
                <a:lnTo>
                  <a:pt x="360660" y="14289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3" name="Graphic 33" descr="Mississippi icon.">
            <a:extLst>
              <a:ext uri="{FF2B5EF4-FFF2-40B4-BE49-F238E27FC236}">
                <a16:creationId xmlns:a16="http://schemas.microsoft.com/office/drawing/2014/main" id="{34D22363-96F1-1FD0-D6E3-E41C85163F2E}"/>
              </a:ext>
            </a:extLst>
          </p:cNvPr>
          <p:cNvSpPr/>
          <p:nvPr/>
        </p:nvSpPr>
        <p:spPr>
          <a:xfrm>
            <a:off x="1044059" y="4247897"/>
            <a:ext cx="283504" cy="454749"/>
          </a:xfrm>
          <a:custGeom>
            <a:avLst/>
            <a:gdLst>
              <a:gd name="connsiteX0" fmla="*/ 138898 w 283504"/>
              <a:gd name="connsiteY0" fmla="*/ 397668 h 454749"/>
              <a:gd name="connsiteX1" fmla="*/ 138898 w 283504"/>
              <a:gd name="connsiteY1" fmla="*/ 397668 h 454749"/>
              <a:gd name="connsiteX2" fmla="*/ 138898 w 283504"/>
              <a:gd name="connsiteY2" fmla="*/ 397668 h 454749"/>
              <a:gd name="connsiteX3" fmla="*/ 256867 w 283504"/>
              <a:gd name="connsiteY3" fmla="*/ 294921 h 454749"/>
              <a:gd name="connsiteX4" fmla="*/ 268283 w 283504"/>
              <a:gd name="connsiteY4" fmla="*/ 424306 h 454749"/>
              <a:gd name="connsiteX5" fmla="*/ 260672 w 283504"/>
              <a:gd name="connsiteY5" fmla="*/ 443333 h 454749"/>
              <a:gd name="connsiteX6" fmla="*/ 251159 w 283504"/>
              <a:gd name="connsiteY6" fmla="*/ 445236 h 454749"/>
              <a:gd name="connsiteX7" fmla="*/ 243548 w 283504"/>
              <a:gd name="connsiteY7" fmla="*/ 443333 h 454749"/>
              <a:gd name="connsiteX8" fmla="*/ 239742 w 283504"/>
              <a:gd name="connsiteY8" fmla="*/ 441430 h 454749"/>
              <a:gd name="connsiteX9" fmla="*/ 228326 w 283504"/>
              <a:gd name="connsiteY9" fmla="*/ 447138 h 454749"/>
              <a:gd name="connsiteX10" fmla="*/ 226423 w 283504"/>
              <a:gd name="connsiteY10" fmla="*/ 447138 h 454749"/>
              <a:gd name="connsiteX11" fmla="*/ 211202 w 283504"/>
              <a:gd name="connsiteY11" fmla="*/ 439528 h 454749"/>
              <a:gd name="connsiteX12" fmla="*/ 209299 w 283504"/>
              <a:gd name="connsiteY12" fmla="*/ 437625 h 454749"/>
              <a:gd name="connsiteX13" fmla="*/ 184564 w 283504"/>
              <a:gd name="connsiteY13" fmla="*/ 445236 h 454749"/>
              <a:gd name="connsiteX14" fmla="*/ 178855 w 283504"/>
              <a:gd name="connsiteY14" fmla="*/ 450944 h 454749"/>
              <a:gd name="connsiteX15" fmla="*/ 169342 w 283504"/>
              <a:gd name="connsiteY15" fmla="*/ 454749 h 454749"/>
              <a:gd name="connsiteX16" fmla="*/ 159828 w 283504"/>
              <a:gd name="connsiteY16" fmla="*/ 452847 h 454749"/>
              <a:gd name="connsiteX17" fmla="*/ 148412 w 283504"/>
              <a:gd name="connsiteY17" fmla="*/ 447138 h 454749"/>
              <a:gd name="connsiteX18" fmla="*/ 142704 w 283504"/>
              <a:gd name="connsiteY18" fmla="*/ 437625 h 454749"/>
              <a:gd name="connsiteX19" fmla="*/ 135093 w 283504"/>
              <a:gd name="connsiteY19" fmla="*/ 416695 h 454749"/>
              <a:gd name="connsiteX20" fmla="*/ 135093 w 283504"/>
              <a:gd name="connsiteY20" fmla="*/ 403376 h 454749"/>
              <a:gd name="connsiteX21" fmla="*/ 140801 w 283504"/>
              <a:gd name="connsiteY21" fmla="*/ 391960 h 454749"/>
              <a:gd name="connsiteX22" fmla="*/ 19027 w 283504"/>
              <a:gd name="connsiteY22" fmla="*/ 391960 h 454749"/>
              <a:gd name="connsiteX23" fmla="*/ 19027 w 283504"/>
              <a:gd name="connsiteY23" fmla="*/ 391960 h 454749"/>
              <a:gd name="connsiteX24" fmla="*/ 5708 w 283504"/>
              <a:gd name="connsiteY24" fmla="*/ 386251 h 454749"/>
              <a:gd name="connsiteX25" fmla="*/ 0 w 283504"/>
              <a:gd name="connsiteY25" fmla="*/ 372932 h 454749"/>
              <a:gd name="connsiteX26" fmla="*/ 0 w 283504"/>
              <a:gd name="connsiteY26" fmla="*/ 363419 h 454749"/>
              <a:gd name="connsiteX27" fmla="*/ 1903 w 283504"/>
              <a:gd name="connsiteY27" fmla="*/ 357711 h 454749"/>
              <a:gd name="connsiteX28" fmla="*/ 9514 w 283504"/>
              <a:gd name="connsiteY28" fmla="*/ 340586 h 454749"/>
              <a:gd name="connsiteX29" fmla="*/ 19027 w 283504"/>
              <a:gd name="connsiteY29" fmla="*/ 304435 h 454749"/>
              <a:gd name="connsiteX30" fmla="*/ 20930 w 283504"/>
              <a:gd name="connsiteY30" fmla="*/ 298727 h 454749"/>
              <a:gd name="connsiteX31" fmla="*/ 38054 w 283504"/>
              <a:gd name="connsiteY31" fmla="*/ 273991 h 454749"/>
              <a:gd name="connsiteX32" fmla="*/ 45665 w 283504"/>
              <a:gd name="connsiteY32" fmla="*/ 268283 h 454749"/>
              <a:gd name="connsiteX33" fmla="*/ 55179 w 283504"/>
              <a:gd name="connsiteY33" fmla="*/ 264478 h 454749"/>
              <a:gd name="connsiteX34" fmla="*/ 34249 w 283504"/>
              <a:gd name="connsiteY34" fmla="*/ 222618 h 454749"/>
              <a:gd name="connsiteX35" fmla="*/ 36152 w 283504"/>
              <a:gd name="connsiteY35" fmla="*/ 203591 h 454749"/>
              <a:gd name="connsiteX36" fmla="*/ 32346 w 283504"/>
              <a:gd name="connsiteY36" fmla="*/ 192174 h 454749"/>
              <a:gd name="connsiteX37" fmla="*/ 36152 w 283504"/>
              <a:gd name="connsiteY37" fmla="*/ 178855 h 454749"/>
              <a:gd name="connsiteX38" fmla="*/ 38054 w 283504"/>
              <a:gd name="connsiteY38" fmla="*/ 176953 h 454749"/>
              <a:gd name="connsiteX39" fmla="*/ 38054 w 283504"/>
              <a:gd name="connsiteY39" fmla="*/ 146509 h 454749"/>
              <a:gd name="connsiteX40" fmla="*/ 32346 w 283504"/>
              <a:gd name="connsiteY40" fmla="*/ 133190 h 454749"/>
              <a:gd name="connsiteX41" fmla="*/ 38054 w 283504"/>
              <a:gd name="connsiteY41" fmla="*/ 119871 h 454749"/>
              <a:gd name="connsiteX42" fmla="*/ 45665 w 283504"/>
              <a:gd name="connsiteY42" fmla="*/ 112260 h 454749"/>
              <a:gd name="connsiteX43" fmla="*/ 47568 w 283504"/>
              <a:gd name="connsiteY43" fmla="*/ 91330 h 454749"/>
              <a:gd name="connsiteX44" fmla="*/ 76109 w 283504"/>
              <a:gd name="connsiteY44" fmla="*/ 62790 h 454749"/>
              <a:gd name="connsiteX45" fmla="*/ 76109 w 283504"/>
              <a:gd name="connsiteY45" fmla="*/ 53276 h 454749"/>
              <a:gd name="connsiteX46" fmla="*/ 81817 w 283504"/>
              <a:gd name="connsiteY46" fmla="*/ 41860 h 454749"/>
              <a:gd name="connsiteX47" fmla="*/ 83720 w 283504"/>
              <a:gd name="connsiteY47" fmla="*/ 38054 h 454749"/>
              <a:gd name="connsiteX48" fmla="*/ 83720 w 283504"/>
              <a:gd name="connsiteY48" fmla="*/ 38054 h 454749"/>
              <a:gd name="connsiteX49" fmla="*/ 95136 w 283504"/>
              <a:gd name="connsiteY49" fmla="*/ 19027 h 454749"/>
              <a:gd name="connsiteX50" fmla="*/ 102747 w 283504"/>
              <a:gd name="connsiteY50" fmla="*/ 15222 h 454749"/>
              <a:gd name="connsiteX51" fmla="*/ 123677 w 283504"/>
              <a:gd name="connsiteY51" fmla="*/ 0 h 454749"/>
              <a:gd name="connsiteX52" fmla="*/ 260672 w 283504"/>
              <a:gd name="connsiteY52" fmla="*/ 0 h 454749"/>
              <a:gd name="connsiteX53" fmla="*/ 272088 w 283504"/>
              <a:gd name="connsiteY53" fmla="*/ 3805 h 454749"/>
              <a:gd name="connsiteX54" fmla="*/ 279699 w 283504"/>
              <a:gd name="connsiteY54" fmla="*/ 9514 h 454749"/>
              <a:gd name="connsiteX55" fmla="*/ 283505 w 283504"/>
              <a:gd name="connsiteY55" fmla="*/ 24735 h 454749"/>
              <a:gd name="connsiteX56" fmla="*/ 256867 w 283504"/>
              <a:gd name="connsiteY56" fmla="*/ 294921 h 454749"/>
              <a:gd name="connsiteX57" fmla="*/ 256867 w 283504"/>
              <a:gd name="connsiteY57" fmla="*/ 294921 h 454749"/>
              <a:gd name="connsiteX58" fmla="*/ 237840 w 283504"/>
              <a:gd name="connsiteY58" fmla="*/ 294921 h 454749"/>
              <a:gd name="connsiteX59" fmla="*/ 237840 w 283504"/>
              <a:gd name="connsiteY59" fmla="*/ 293018 h 454749"/>
              <a:gd name="connsiteX60" fmla="*/ 260672 w 283504"/>
              <a:gd name="connsiteY60" fmla="*/ 81817 h 454749"/>
              <a:gd name="connsiteX61" fmla="*/ 266380 w 283504"/>
              <a:gd name="connsiteY61" fmla="*/ 22833 h 454749"/>
              <a:gd name="connsiteX62" fmla="*/ 262575 w 283504"/>
              <a:gd name="connsiteY62" fmla="*/ 19027 h 454749"/>
              <a:gd name="connsiteX63" fmla="*/ 123677 w 283504"/>
              <a:gd name="connsiteY63" fmla="*/ 19027 h 454749"/>
              <a:gd name="connsiteX64" fmla="*/ 123677 w 283504"/>
              <a:gd name="connsiteY64" fmla="*/ 20930 h 454749"/>
              <a:gd name="connsiteX65" fmla="*/ 114163 w 283504"/>
              <a:gd name="connsiteY65" fmla="*/ 30443 h 454749"/>
              <a:gd name="connsiteX66" fmla="*/ 104649 w 283504"/>
              <a:gd name="connsiteY66" fmla="*/ 34249 h 454749"/>
              <a:gd name="connsiteX67" fmla="*/ 98941 w 283504"/>
              <a:gd name="connsiteY67" fmla="*/ 47568 h 454749"/>
              <a:gd name="connsiteX68" fmla="*/ 95136 w 283504"/>
              <a:gd name="connsiteY68" fmla="*/ 53276 h 454749"/>
              <a:gd name="connsiteX69" fmla="*/ 95136 w 283504"/>
              <a:gd name="connsiteY69" fmla="*/ 64692 h 454749"/>
              <a:gd name="connsiteX70" fmla="*/ 91330 w 283504"/>
              <a:gd name="connsiteY70" fmla="*/ 74206 h 454749"/>
              <a:gd name="connsiteX71" fmla="*/ 62790 w 283504"/>
              <a:gd name="connsiteY71" fmla="*/ 102747 h 454749"/>
              <a:gd name="connsiteX72" fmla="*/ 64692 w 283504"/>
              <a:gd name="connsiteY72" fmla="*/ 112260 h 454749"/>
              <a:gd name="connsiteX73" fmla="*/ 58984 w 283504"/>
              <a:gd name="connsiteY73" fmla="*/ 125579 h 454749"/>
              <a:gd name="connsiteX74" fmla="*/ 53276 w 283504"/>
              <a:gd name="connsiteY74" fmla="*/ 133190 h 454749"/>
              <a:gd name="connsiteX75" fmla="*/ 55179 w 283504"/>
              <a:gd name="connsiteY75" fmla="*/ 136996 h 454749"/>
              <a:gd name="connsiteX76" fmla="*/ 58984 w 283504"/>
              <a:gd name="connsiteY76" fmla="*/ 146509 h 454749"/>
              <a:gd name="connsiteX77" fmla="*/ 58984 w 283504"/>
              <a:gd name="connsiteY77" fmla="*/ 175050 h 454749"/>
              <a:gd name="connsiteX78" fmla="*/ 53276 w 283504"/>
              <a:gd name="connsiteY78" fmla="*/ 188369 h 454749"/>
              <a:gd name="connsiteX79" fmla="*/ 57082 w 283504"/>
              <a:gd name="connsiteY79" fmla="*/ 197883 h 454749"/>
              <a:gd name="connsiteX80" fmla="*/ 53276 w 283504"/>
              <a:gd name="connsiteY80" fmla="*/ 211202 h 454749"/>
              <a:gd name="connsiteX81" fmla="*/ 72303 w 283504"/>
              <a:gd name="connsiteY81" fmla="*/ 253061 h 454749"/>
              <a:gd name="connsiteX82" fmla="*/ 66595 w 283504"/>
              <a:gd name="connsiteY82" fmla="*/ 277797 h 454749"/>
              <a:gd name="connsiteX83" fmla="*/ 58984 w 283504"/>
              <a:gd name="connsiteY83" fmla="*/ 281602 h 454749"/>
              <a:gd name="connsiteX84" fmla="*/ 55179 w 283504"/>
              <a:gd name="connsiteY84" fmla="*/ 283505 h 454749"/>
              <a:gd name="connsiteX85" fmla="*/ 39957 w 283504"/>
              <a:gd name="connsiteY85" fmla="*/ 308240 h 454749"/>
              <a:gd name="connsiteX86" fmla="*/ 28541 w 283504"/>
              <a:gd name="connsiteY86" fmla="*/ 344392 h 454749"/>
              <a:gd name="connsiteX87" fmla="*/ 26638 w 283504"/>
              <a:gd name="connsiteY87" fmla="*/ 348197 h 454749"/>
              <a:gd name="connsiteX88" fmla="*/ 19027 w 283504"/>
              <a:gd name="connsiteY88" fmla="*/ 365322 h 454749"/>
              <a:gd name="connsiteX89" fmla="*/ 19027 w 283504"/>
              <a:gd name="connsiteY89" fmla="*/ 372932 h 454749"/>
              <a:gd name="connsiteX90" fmla="*/ 142704 w 283504"/>
              <a:gd name="connsiteY90" fmla="*/ 372932 h 454749"/>
              <a:gd name="connsiteX91" fmla="*/ 157925 w 283504"/>
              <a:gd name="connsiteY91" fmla="*/ 380543 h 454749"/>
              <a:gd name="connsiteX92" fmla="*/ 161731 w 283504"/>
              <a:gd name="connsiteY92" fmla="*/ 393862 h 454749"/>
              <a:gd name="connsiteX93" fmla="*/ 161731 w 283504"/>
              <a:gd name="connsiteY93" fmla="*/ 395765 h 454749"/>
              <a:gd name="connsiteX94" fmla="*/ 154120 w 283504"/>
              <a:gd name="connsiteY94" fmla="*/ 410987 h 454749"/>
              <a:gd name="connsiteX95" fmla="*/ 161731 w 283504"/>
              <a:gd name="connsiteY95" fmla="*/ 431917 h 454749"/>
              <a:gd name="connsiteX96" fmla="*/ 171245 w 283504"/>
              <a:gd name="connsiteY96" fmla="*/ 439528 h 454749"/>
              <a:gd name="connsiteX97" fmla="*/ 175050 w 283504"/>
              <a:gd name="connsiteY97" fmla="*/ 433819 h 454749"/>
              <a:gd name="connsiteX98" fmla="*/ 182661 w 283504"/>
              <a:gd name="connsiteY98" fmla="*/ 430014 h 454749"/>
              <a:gd name="connsiteX99" fmla="*/ 213104 w 283504"/>
              <a:gd name="connsiteY99" fmla="*/ 422403 h 454749"/>
              <a:gd name="connsiteX100" fmla="*/ 230229 w 283504"/>
              <a:gd name="connsiteY100" fmla="*/ 428111 h 454749"/>
              <a:gd name="connsiteX101" fmla="*/ 253061 w 283504"/>
              <a:gd name="connsiteY101" fmla="*/ 426209 h 454749"/>
              <a:gd name="connsiteX102" fmla="*/ 237840 w 283504"/>
              <a:gd name="connsiteY102" fmla="*/ 294921 h 454749"/>
              <a:gd name="connsiteX103" fmla="*/ 237840 w 283504"/>
              <a:gd name="connsiteY103" fmla="*/ 294921 h 454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283504" h="454749">
                <a:moveTo>
                  <a:pt x="138898" y="397668"/>
                </a:moveTo>
                <a:lnTo>
                  <a:pt x="138898" y="397668"/>
                </a:lnTo>
                <a:lnTo>
                  <a:pt x="138898" y="397668"/>
                </a:lnTo>
                <a:close/>
                <a:moveTo>
                  <a:pt x="256867" y="294921"/>
                </a:moveTo>
                <a:lnTo>
                  <a:pt x="268283" y="424306"/>
                </a:lnTo>
                <a:cubicBezTo>
                  <a:pt x="268283" y="431917"/>
                  <a:pt x="266380" y="439528"/>
                  <a:pt x="260672" y="443333"/>
                </a:cubicBezTo>
                <a:cubicBezTo>
                  <a:pt x="258769" y="445236"/>
                  <a:pt x="254964" y="445236"/>
                  <a:pt x="251159" y="445236"/>
                </a:cubicBezTo>
                <a:cubicBezTo>
                  <a:pt x="249256" y="445236"/>
                  <a:pt x="245450" y="445236"/>
                  <a:pt x="243548" y="443333"/>
                </a:cubicBezTo>
                <a:lnTo>
                  <a:pt x="239742" y="441430"/>
                </a:lnTo>
                <a:cubicBezTo>
                  <a:pt x="235937" y="445236"/>
                  <a:pt x="232131" y="447138"/>
                  <a:pt x="228326" y="447138"/>
                </a:cubicBezTo>
                <a:cubicBezTo>
                  <a:pt x="228326" y="447138"/>
                  <a:pt x="226423" y="447138"/>
                  <a:pt x="226423" y="447138"/>
                </a:cubicBezTo>
                <a:cubicBezTo>
                  <a:pt x="220715" y="447138"/>
                  <a:pt x="215007" y="445236"/>
                  <a:pt x="211202" y="439528"/>
                </a:cubicBezTo>
                <a:lnTo>
                  <a:pt x="209299" y="437625"/>
                </a:lnTo>
                <a:lnTo>
                  <a:pt x="184564" y="445236"/>
                </a:lnTo>
                <a:lnTo>
                  <a:pt x="178855" y="450944"/>
                </a:lnTo>
                <a:cubicBezTo>
                  <a:pt x="176953" y="452847"/>
                  <a:pt x="173147" y="454749"/>
                  <a:pt x="169342" y="454749"/>
                </a:cubicBezTo>
                <a:cubicBezTo>
                  <a:pt x="167439" y="454749"/>
                  <a:pt x="161731" y="452847"/>
                  <a:pt x="159828" y="452847"/>
                </a:cubicBezTo>
                <a:lnTo>
                  <a:pt x="148412" y="447138"/>
                </a:lnTo>
                <a:cubicBezTo>
                  <a:pt x="146509" y="445236"/>
                  <a:pt x="142704" y="441430"/>
                  <a:pt x="142704" y="437625"/>
                </a:cubicBezTo>
                <a:lnTo>
                  <a:pt x="135093" y="416695"/>
                </a:lnTo>
                <a:cubicBezTo>
                  <a:pt x="133190" y="412890"/>
                  <a:pt x="133190" y="407181"/>
                  <a:pt x="135093" y="403376"/>
                </a:cubicBezTo>
                <a:cubicBezTo>
                  <a:pt x="136996" y="399571"/>
                  <a:pt x="140801" y="391960"/>
                  <a:pt x="140801" y="391960"/>
                </a:cubicBezTo>
                <a:lnTo>
                  <a:pt x="19027" y="391960"/>
                </a:lnTo>
                <a:lnTo>
                  <a:pt x="19027" y="391960"/>
                </a:lnTo>
                <a:cubicBezTo>
                  <a:pt x="13319" y="391960"/>
                  <a:pt x="9514" y="390057"/>
                  <a:pt x="5708" y="386251"/>
                </a:cubicBezTo>
                <a:cubicBezTo>
                  <a:pt x="1903" y="382446"/>
                  <a:pt x="0" y="378641"/>
                  <a:pt x="0" y="372932"/>
                </a:cubicBezTo>
                <a:lnTo>
                  <a:pt x="0" y="363419"/>
                </a:lnTo>
                <a:cubicBezTo>
                  <a:pt x="0" y="361516"/>
                  <a:pt x="0" y="359613"/>
                  <a:pt x="1903" y="357711"/>
                </a:cubicBezTo>
                <a:lnTo>
                  <a:pt x="9514" y="340586"/>
                </a:lnTo>
                <a:lnTo>
                  <a:pt x="19027" y="304435"/>
                </a:lnTo>
                <a:cubicBezTo>
                  <a:pt x="19027" y="302532"/>
                  <a:pt x="20930" y="300629"/>
                  <a:pt x="20930" y="298727"/>
                </a:cubicBezTo>
                <a:lnTo>
                  <a:pt x="38054" y="273991"/>
                </a:lnTo>
                <a:cubicBezTo>
                  <a:pt x="39957" y="272089"/>
                  <a:pt x="41860" y="270186"/>
                  <a:pt x="45665" y="268283"/>
                </a:cubicBezTo>
                <a:lnTo>
                  <a:pt x="55179" y="264478"/>
                </a:lnTo>
                <a:lnTo>
                  <a:pt x="34249" y="222618"/>
                </a:lnTo>
                <a:cubicBezTo>
                  <a:pt x="30443" y="215007"/>
                  <a:pt x="32346" y="209299"/>
                  <a:pt x="36152" y="203591"/>
                </a:cubicBezTo>
                <a:cubicBezTo>
                  <a:pt x="34249" y="199785"/>
                  <a:pt x="32346" y="195980"/>
                  <a:pt x="32346" y="192174"/>
                </a:cubicBezTo>
                <a:cubicBezTo>
                  <a:pt x="32346" y="188369"/>
                  <a:pt x="34249" y="182661"/>
                  <a:pt x="36152" y="178855"/>
                </a:cubicBezTo>
                <a:lnTo>
                  <a:pt x="38054" y="176953"/>
                </a:lnTo>
                <a:lnTo>
                  <a:pt x="38054" y="146509"/>
                </a:lnTo>
                <a:cubicBezTo>
                  <a:pt x="38054" y="146509"/>
                  <a:pt x="32346" y="140801"/>
                  <a:pt x="32346" y="133190"/>
                </a:cubicBezTo>
                <a:cubicBezTo>
                  <a:pt x="32346" y="127482"/>
                  <a:pt x="34249" y="123677"/>
                  <a:pt x="38054" y="119871"/>
                </a:cubicBezTo>
                <a:lnTo>
                  <a:pt x="45665" y="112260"/>
                </a:lnTo>
                <a:cubicBezTo>
                  <a:pt x="39957" y="106552"/>
                  <a:pt x="41860" y="97039"/>
                  <a:pt x="47568" y="91330"/>
                </a:cubicBezTo>
                <a:lnTo>
                  <a:pt x="76109" y="62790"/>
                </a:lnTo>
                <a:lnTo>
                  <a:pt x="76109" y="53276"/>
                </a:lnTo>
                <a:cubicBezTo>
                  <a:pt x="76109" y="45665"/>
                  <a:pt x="79914" y="43762"/>
                  <a:pt x="81817" y="41860"/>
                </a:cubicBezTo>
                <a:lnTo>
                  <a:pt x="83720" y="38054"/>
                </a:lnTo>
                <a:lnTo>
                  <a:pt x="83720" y="38054"/>
                </a:lnTo>
                <a:cubicBezTo>
                  <a:pt x="83720" y="32346"/>
                  <a:pt x="85622" y="24735"/>
                  <a:pt x="95136" y="19027"/>
                </a:cubicBezTo>
                <a:lnTo>
                  <a:pt x="102747" y="15222"/>
                </a:lnTo>
                <a:cubicBezTo>
                  <a:pt x="106552" y="7611"/>
                  <a:pt x="112260" y="0"/>
                  <a:pt x="123677" y="0"/>
                </a:cubicBezTo>
                <a:lnTo>
                  <a:pt x="260672" y="0"/>
                </a:lnTo>
                <a:cubicBezTo>
                  <a:pt x="266380" y="0"/>
                  <a:pt x="266380" y="0"/>
                  <a:pt x="272088" y="3805"/>
                </a:cubicBezTo>
                <a:lnTo>
                  <a:pt x="279699" y="9514"/>
                </a:lnTo>
                <a:cubicBezTo>
                  <a:pt x="283505" y="13319"/>
                  <a:pt x="283505" y="17124"/>
                  <a:pt x="283505" y="24735"/>
                </a:cubicBezTo>
                <a:lnTo>
                  <a:pt x="256867" y="294921"/>
                </a:lnTo>
                <a:lnTo>
                  <a:pt x="256867" y="294921"/>
                </a:lnTo>
                <a:close/>
                <a:moveTo>
                  <a:pt x="237840" y="294921"/>
                </a:moveTo>
                <a:lnTo>
                  <a:pt x="237840" y="293018"/>
                </a:lnTo>
                <a:lnTo>
                  <a:pt x="260672" y="81817"/>
                </a:lnTo>
                <a:lnTo>
                  <a:pt x="266380" y="22833"/>
                </a:lnTo>
                <a:lnTo>
                  <a:pt x="262575" y="19027"/>
                </a:lnTo>
                <a:lnTo>
                  <a:pt x="123677" y="19027"/>
                </a:lnTo>
                <a:cubicBezTo>
                  <a:pt x="123677" y="19027"/>
                  <a:pt x="123677" y="19027"/>
                  <a:pt x="123677" y="20930"/>
                </a:cubicBezTo>
                <a:cubicBezTo>
                  <a:pt x="119871" y="24735"/>
                  <a:pt x="117968" y="28541"/>
                  <a:pt x="114163" y="30443"/>
                </a:cubicBezTo>
                <a:lnTo>
                  <a:pt x="104649" y="34249"/>
                </a:lnTo>
                <a:cubicBezTo>
                  <a:pt x="104649" y="39957"/>
                  <a:pt x="102747" y="45665"/>
                  <a:pt x="98941" y="47568"/>
                </a:cubicBezTo>
                <a:lnTo>
                  <a:pt x="95136" y="53276"/>
                </a:lnTo>
                <a:lnTo>
                  <a:pt x="95136" y="64692"/>
                </a:lnTo>
                <a:cubicBezTo>
                  <a:pt x="95136" y="68498"/>
                  <a:pt x="93233" y="72303"/>
                  <a:pt x="91330" y="74206"/>
                </a:cubicBezTo>
                <a:lnTo>
                  <a:pt x="62790" y="102747"/>
                </a:lnTo>
                <a:cubicBezTo>
                  <a:pt x="64692" y="104649"/>
                  <a:pt x="64692" y="108455"/>
                  <a:pt x="64692" y="112260"/>
                </a:cubicBezTo>
                <a:cubicBezTo>
                  <a:pt x="64692" y="117968"/>
                  <a:pt x="62790" y="121774"/>
                  <a:pt x="58984" y="125579"/>
                </a:cubicBezTo>
                <a:lnTo>
                  <a:pt x="53276" y="133190"/>
                </a:lnTo>
                <a:lnTo>
                  <a:pt x="55179" y="136996"/>
                </a:lnTo>
                <a:cubicBezTo>
                  <a:pt x="57082" y="140801"/>
                  <a:pt x="58984" y="142704"/>
                  <a:pt x="58984" y="146509"/>
                </a:cubicBezTo>
                <a:lnTo>
                  <a:pt x="58984" y="175050"/>
                </a:lnTo>
                <a:cubicBezTo>
                  <a:pt x="58984" y="180758"/>
                  <a:pt x="57082" y="184564"/>
                  <a:pt x="53276" y="188369"/>
                </a:cubicBezTo>
                <a:cubicBezTo>
                  <a:pt x="55179" y="190272"/>
                  <a:pt x="57082" y="194077"/>
                  <a:pt x="57082" y="197883"/>
                </a:cubicBezTo>
                <a:cubicBezTo>
                  <a:pt x="57082" y="201688"/>
                  <a:pt x="55179" y="207396"/>
                  <a:pt x="53276" y="211202"/>
                </a:cubicBezTo>
                <a:lnTo>
                  <a:pt x="72303" y="253061"/>
                </a:lnTo>
                <a:cubicBezTo>
                  <a:pt x="76109" y="260672"/>
                  <a:pt x="74206" y="272089"/>
                  <a:pt x="66595" y="277797"/>
                </a:cubicBezTo>
                <a:cubicBezTo>
                  <a:pt x="64692" y="279699"/>
                  <a:pt x="60887" y="279699"/>
                  <a:pt x="58984" y="281602"/>
                </a:cubicBezTo>
                <a:cubicBezTo>
                  <a:pt x="57082" y="281602"/>
                  <a:pt x="55179" y="283505"/>
                  <a:pt x="55179" y="283505"/>
                </a:cubicBezTo>
                <a:lnTo>
                  <a:pt x="39957" y="308240"/>
                </a:lnTo>
                <a:lnTo>
                  <a:pt x="28541" y="344392"/>
                </a:lnTo>
                <a:cubicBezTo>
                  <a:pt x="28541" y="346294"/>
                  <a:pt x="28541" y="346294"/>
                  <a:pt x="26638" y="348197"/>
                </a:cubicBezTo>
                <a:lnTo>
                  <a:pt x="19027" y="365322"/>
                </a:lnTo>
                <a:lnTo>
                  <a:pt x="19027" y="372932"/>
                </a:lnTo>
                <a:lnTo>
                  <a:pt x="142704" y="372932"/>
                </a:lnTo>
                <a:cubicBezTo>
                  <a:pt x="148412" y="372932"/>
                  <a:pt x="154120" y="374835"/>
                  <a:pt x="157925" y="380543"/>
                </a:cubicBezTo>
                <a:cubicBezTo>
                  <a:pt x="161731" y="384349"/>
                  <a:pt x="161731" y="390057"/>
                  <a:pt x="161731" y="393862"/>
                </a:cubicBezTo>
                <a:lnTo>
                  <a:pt x="161731" y="395765"/>
                </a:lnTo>
                <a:cubicBezTo>
                  <a:pt x="161731" y="395765"/>
                  <a:pt x="154120" y="409084"/>
                  <a:pt x="154120" y="410987"/>
                </a:cubicBezTo>
                <a:lnTo>
                  <a:pt x="161731" y="431917"/>
                </a:lnTo>
                <a:lnTo>
                  <a:pt x="171245" y="439528"/>
                </a:lnTo>
                <a:lnTo>
                  <a:pt x="175050" y="433819"/>
                </a:lnTo>
                <a:cubicBezTo>
                  <a:pt x="176953" y="431917"/>
                  <a:pt x="178855" y="430014"/>
                  <a:pt x="182661" y="430014"/>
                </a:cubicBezTo>
                <a:lnTo>
                  <a:pt x="213104" y="422403"/>
                </a:lnTo>
                <a:cubicBezTo>
                  <a:pt x="222618" y="420500"/>
                  <a:pt x="226423" y="424306"/>
                  <a:pt x="230229" y="428111"/>
                </a:cubicBezTo>
                <a:cubicBezTo>
                  <a:pt x="235937" y="422403"/>
                  <a:pt x="245450" y="422403"/>
                  <a:pt x="253061" y="426209"/>
                </a:cubicBezTo>
                <a:lnTo>
                  <a:pt x="237840" y="294921"/>
                </a:lnTo>
                <a:lnTo>
                  <a:pt x="237840" y="29492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5" name="Graphic 34" descr="Missouri icon.">
            <a:extLst>
              <a:ext uri="{FF2B5EF4-FFF2-40B4-BE49-F238E27FC236}">
                <a16:creationId xmlns:a16="http://schemas.microsoft.com/office/drawing/2014/main" id="{63A897B1-7E81-2BF6-20DF-EC2D6CE9C9DD}"/>
              </a:ext>
            </a:extLst>
          </p:cNvPr>
          <p:cNvSpPr/>
          <p:nvPr/>
        </p:nvSpPr>
        <p:spPr>
          <a:xfrm>
            <a:off x="2195878" y="4280528"/>
            <a:ext cx="417952" cy="389486"/>
          </a:xfrm>
          <a:custGeom>
            <a:avLst/>
            <a:gdLst>
              <a:gd name="connsiteX0" fmla="*/ 413034 w 417952"/>
              <a:gd name="connsiteY0" fmla="*/ 293018 h 389486"/>
              <a:gd name="connsiteX1" fmla="*/ 403140 w 417952"/>
              <a:gd name="connsiteY1" fmla="*/ 285217 h 389486"/>
              <a:gd name="connsiteX2" fmla="*/ 404853 w 417952"/>
              <a:gd name="connsiteY2" fmla="*/ 265619 h 389486"/>
              <a:gd name="connsiteX3" fmla="*/ 389060 w 417952"/>
              <a:gd name="connsiteY3" fmla="*/ 234415 h 389486"/>
              <a:gd name="connsiteX4" fmla="*/ 384684 w 417952"/>
              <a:gd name="connsiteY4" fmla="*/ 228707 h 389486"/>
              <a:gd name="connsiteX5" fmla="*/ 368511 w 417952"/>
              <a:gd name="connsiteY5" fmla="*/ 213295 h 389486"/>
              <a:gd name="connsiteX6" fmla="*/ 345678 w 417952"/>
              <a:gd name="connsiteY6" fmla="*/ 196741 h 389486"/>
              <a:gd name="connsiteX7" fmla="*/ 358426 w 417952"/>
              <a:gd name="connsiteY7" fmla="*/ 172196 h 389486"/>
              <a:gd name="connsiteX8" fmla="*/ 355192 w 417952"/>
              <a:gd name="connsiteY8" fmla="*/ 150695 h 389486"/>
              <a:gd name="connsiteX9" fmla="*/ 346439 w 417952"/>
              <a:gd name="connsiteY9" fmla="*/ 142894 h 389486"/>
              <a:gd name="connsiteX10" fmla="*/ 332930 w 417952"/>
              <a:gd name="connsiteY10" fmla="*/ 137186 h 389486"/>
              <a:gd name="connsiteX11" fmla="*/ 323797 w 417952"/>
              <a:gd name="connsiteY11" fmla="*/ 139659 h 389486"/>
              <a:gd name="connsiteX12" fmla="*/ 323416 w 417952"/>
              <a:gd name="connsiteY12" fmla="*/ 127863 h 389486"/>
              <a:gd name="connsiteX13" fmla="*/ 316376 w 417952"/>
              <a:gd name="connsiteY13" fmla="*/ 113212 h 389486"/>
              <a:gd name="connsiteX14" fmla="*/ 276229 w 417952"/>
              <a:gd name="connsiteY14" fmla="*/ 80675 h 389486"/>
              <a:gd name="connsiteX15" fmla="*/ 276229 w 417952"/>
              <a:gd name="connsiteY15" fmla="*/ 47568 h 389486"/>
              <a:gd name="connsiteX16" fmla="*/ 281366 w 417952"/>
              <a:gd name="connsiteY16" fmla="*/ 39196 h 389486"/>
              <a:gd name="connsiteX17" fmla="*/ 282127 w 417952"/>
              <a:gd name="connsiteY17" fmla="*/ 26638 h 389486"/>
              <a:gd name="connsiteX18" fmla="*/ 274897 w 417952"/>
              <a:gd name="connsiteY18" fmla="*/ 16363 h 389486"/>
              <a:gd name="connsiteX19" fmla="*/ 255299 w 417952"/>
              <a:gd name="connsiteY19" fmla="*/ 3235 h 389486"/>
              <a:gd name="connsiteX20" fmla="*/ 244834 w 417952"/>
              <a:gd name="connsiteY20" fmla="*/ 0 h 389486"/>
              <a:gd name="connsiteX21" fmla="*/ 17269 w 417952"/>
              <a:gd name="connsiteY21" fmla="*/ 0 h 389486"/>
              <a:gd name="connsiteX22" fmla="*/ 2618 w 417952"/>
              <a:gd name="connsiteY22" fmla="*/ 8372 h 389486"/>
              <a:gd name="connsiteX23" fmla="*/ 2238 w 417952"/>
              <a:gd name="connsiteY23" fmla="*/ 27589 h 389486"/>
              <a:gd name="connsiteX24" fmla="*/ 20314 w 417952"/>
              <a:gd name="connsiteY24" fmla="*/ 63360 h 389486"/>
              <a:gd name="connsiteX25" fmla="*/ 22407 w 417952"/>
              <a:gd name="connsiteY25" fmla="*/ 66976 h 389486"/>
              <a:gd name="connsiteX26" fmla="*/ 34774 w 417952"/>
              <a:gd name="connsiteY26" fmla="*/ 75348 h 389486"/>
              <a:gd name="connsiteX27" fmla="*/ 37819 w 417952"/>
              <a:gd name="connsiteY27" fmla="*/ 75918 h 389486"/>
              <a:gd name="connsiteX28" fmla="*/ 37819 w 417952"/>
              <a:gd name="connsiteY28" fmla="*/ 84290 h 389486"/>
              <a:gd name="connsiteX29" fmla="*/ 34584 w 417952"/>
              <a:gd name="connsiteY29" fmla="*/ 92282 h 389486"/>
              <a:gd name="connsiteX30" fmla="*/ 42195 w 417952"/>
              <a:gd name="connsiteY30" fmla="*/ 117968 h 389486"/>
              <a:gd name="connsiteX31" fmla="*/ 50947 w 417952"/>
              <a:gd name="connsiteY31" fmla="*/ 121584 h 389486"/>
              <a:gd name="connsiteX32" fmla="*/ 56846 w 417952"/>
              <a:gd name="connsiteY32" fmla="*/ 133571 h 389486"/>
              <a:gd name="connsiteX33" fmla="*/ 56846 w 417952"/>
              <a:gd name="connsiteY33" fmla="*/ 332975 h 389486"/>
              <a:gd name="connsiteX34" fmla="*/ 62173 w 417952"/>
              <a:gd name="connsiteY34" fmla="*/ 346294 h 389486"/>
              <a:gd name="connsiteX35" fmla="*/ 75683 w 417952"/>
              <a:gd name="connsiteY35" fmla="*/ 351622 h 389486"/>
              <a:gd name="connsiteX36" fmla="*/ 335594 w 417952"/>
              <a:gd name="connsiteY36" fmla="*/ 351622 h 389486"/>
              <a:gd name="connsiteX37" fmla="*/ 340541 w 417952"/>
              <a:gd name="connsiteY37" fmla="*/ 361326 h 389486"/>
              <a:gd name="connsiteX38" fmla="*/ 340160 w 417952"/>
              <a:gd name="connsiteY38" fmla="*/ 362277 h 389486"/>
              <a:gd name="connsiteX39" fmla="*/ 340921 w 417952"/>
              <a:gd name="connsiteY39" fmla="*/ 380734 h 389486"/>
              <a:gd name="connsiteX40" fmla="*/ 357094 w 417952"/>
              <a:gd name="connsiteY40" fmla="*/ 389486 h 389486"/>
              <a:gd name="connsiteX41" fmla="*/ 373268 w 417952"/>
              <a:gd name="connsiteY41" fmla="*/ 389486 h 389486"/>
              <a:gd name="connsiteX42" fmla="*/ 390963 w 417952"/>
              <a:gd name="connsiteY42" fmla="*/ 376738 h 389486"/>
              <a:gd name="connsiteX43" fmla="*/ 397242 w 417952"/>
              <a:gd name="connsiteY43" fmla="*/ 358282 h 389486"/>
              <a:gd name="connsiteX44" fmla="*/ 395529 w 417952"/>
              <a:gd name="connsiteY44" fmla="*/ 342870 h 389486"/>
              <a:gd name="connsiteX45" fmla="*/ 395149 w 417952"/>
              <a:gd name="connsiteY45" fmla="*/ 342108 h 389486"/>
              <a:gd name="connsiteX46" fmla="*/ 398574 w 417952"/>
              <a:gd name="connsiteY46" fmla="*/ 340967 h 389486"/>
              <a:gd name="connsiteX47" fmla="*/ 409419 w 417952"/>
              <a:gd name="connsiteY47" fmla="*/ 329741 h 389486"/>
              <a:gd name="connsiteX48" fmla="*/ 417030 w 417952"/>
              <a:gd name="connsiteY48" fmla="*/ 312426 h 389486"/>
              <a:gd name="connsiteX49" fmla="*/ 412273 w 417952"/>
              <a:gd name="connsiteY49" fmla="*/ 292448 h 389486"/>
              <a:gd name="connsiteX50" fmla="*/ 392295 w 417952"/>
              <a:gd name="connsiteY50" fmla="*/ 323652 h 389486"/>
              <a:gd name="connsiteX51" fmla="*/ 378024 w 417952"/>
              <a:gd name="connsiteY51" fmla="*/ 333166 h 389486"/>
              <a:gd name="connsiteX52" fmla="*/ 378785 w 417952"/>
              <a:gd name="connsiteY52" fmla="*/ 351051 h 389486"/>
              <a:gd name="connsiteX53" fmla="*/ 379356 w 417952"/>
              <a:gd name="connsiteY53" fmla="*/ 352193 h 389486"/>
              <a:gd name="connsiteX54" fmla="*/ 373648 w 417952"/>
              <a:gd name="connsiteY54" fmla="*/ 371220 h 389486"/>
              <a:gd name="connsiteX55" fmla="*/ 357665 w 417952"/>
              <a:gd name="connsiteY55" fmla="*/ 371220 h 389486"/>
              <a:gd name="connsiteX56" fmla="*/ 359758 w 417952"/>
              <a:gd name="connsiteY56" fmla="*/ 362087 h 389486"/>
              <a:gd name="connsiteX57" fmla="*/ 359378 w 417952"/>
              <a:gd name="connsiteY57" fmla="*/ 357711 h 389486"/>
              <a:gd name="connsiteX58" fmla="*/ 358807 w 417952"/>
              <a:gd name="connsiteY58" fmla="*/ 355618 h 389486"/>
              <a:gd name="connsiteX59" fmla="*/ 357856 w 417952"/>
              <a:gd name="connsiteY59" fmla="*/ 353525 h 389486"/>
              <a:gd name="connsiteX60" fmla="*/ 354240 w 417952"/>
              <a:gd name="connsiteY60" fmla="*/ 346485 h 389486"/>
              <a:gd name="connsiteX61" fmla="*/ 351006 w 417952"/>
              <a:gd name="connsiteY61" fmla="*/ 339635 h 389486"/>
              <a:gd name="connsiteX62" fmla="*/ 339209 w 417952"/>
              <a:gd name="connsiteY62" fmla="*/ 332975 h 389486"/>
              <a:gd name="connsiteX63" fmla="*/ 324939 w 417952"/>
              <a:gd name="connsiteY63" fmla="*/ 332975 h 389486"/>
              <a:gd name="connsiteX64" fmla="*/ 76063 w 417952"/>
              <a:gd name="connsiteY64" fmla="*/ 332975 h 389486"/>
              <a:gd name="connsiteX65" fmla="*/ 76063 w 417952"/>
              <a:gd name="connsiteY65" fmla="*/ 208157 h 389486"/>
              <a:gd name="connsiteX66" fmla="*/ 76063 w 417952"/>
              <a:gd name="connsiteY66" fmla="*/ 137186 h 389486"/>
              <a:gd name="connsiteX67" fmla="*/ 73399 w 417952"/>
              <a:gd name="connsiteY67" fmla="*/ 125770 h 389486"/>
              <a:gd name="connsiteX68" fmla="*/ 67501 w 417952"/>
              <a:gd name="connsiteY68" fmla="*/ 113402 h 389486"/>
              <a:gd name="connsiteX69" fmla="*/ 57987 w 417952"/>
              <a:gd name="connsiteY69" fmla="*/ 103698 h 389486"/>
              <a:gd name="connsiteX70" fmla="*/ 51328 w 417952"/>
              <a:gd name="connsiteY70" fmla="*/ 101034 h 389486"/>
              <a:gd name="connsiteX71" fmla="*/ 57036 w 417952"/>
              <a:gd name="connsiteY71" fmla="*/ 82768 h 389486"/>
              <a:gd name="connsiteX72" fmla="*/ 57036 w 417952"/>
              <a:gd name="connsiteY72" fmla="*/ 75538 h 389486"/>
              <a:gd name="connsiteX73" fmla="*/ 51899 w 417952"/>
              <a:gd name="connsiteY73" fmla="*/ 62219 h 389486"/>
              <a:gd name="connsiteX74" fmla="*/ 41624 w 417952"/>
              <a:gd name="connsiteY74" fmla="*/ 57272 h 389486"/>
              <a:gd name="connsiteX75" fmla="*/ 38009 w 417952"/>
              <a:gd name="connsiteY75" fmla="*/ 56701 h 389486"/>
              <a:gd name="connsiteX76" fmla="*/ 19172 w 417952"/>
              <a:gd name="connsiteY76" fmla="*/ 18647 h 389486"/>
              <a:gd name="connsiteX77" fmla="*/ 247498 w 417952"/>
              <a:gd name="connsiteY77" fmla="*/ 18647 h 389486"/>
              <a:gd name="connsiteX78" fmla="*/ 265003 w 417952"/>
              <a:gd name="connsiteY78" fmla="*/ 30253 h 389486"/>
              <a:gd name="connsiteX79" fmla="*/ 258914 w 417952"/>
              <a:gd name="connsiteY79" fmla="*/ 40718 h 389486"/>
              <a:gd name="connsiteX80" fmla="*/ 256821 w 417952"/>
              <a:gd name="connsiteY80" fmla="*/ 49280 h 389486"/>
              <a:gd name="connsiteX81" fmla="*/ 256821 w 417952"/>
              <a:gd name="connsiteY81" fmla="*/ 80485 h 389486"/>
              <a:gd name="connsiteX82" fmla="*/ 264052 w 417952"/>
              <a:gd name="connsiteY82" fmla="*/ 95326 h 389486"/>
              <a:gd name="connsiteX83" fmla="*/ 304389 w 417952"/>
              <a:gd name="connsiteY83" fmla="*/ 127863 h 389486"/>
              <a:gd name="connsiteX84" fmla="*/ 304389 w 417952"/>
              <a:gd name="connsiteY84" fmla="*/ 139469 h 389486"/>
              <a:gd name="connsiteX85" fmla="*/ 308575 w 417952"/>
              <a:gd name="connsiteY85" fmla="*/ 151266 h 389486"/>
              <a:gd name="connsiteX86" fmla="*/ 310288 w 417952"/>
              <a:gd name="connsiteY86" fmla="*/ 152978 h 389486"/>
              <a:gd name="connsiteX87" fmla="*/ 323607 w 417952"/>
              <a:gd name="connsiteY87" fmla="*/ 158496 h 389486"/>
              <a:gd name="connsiteX88" fmla="*/ 332930 w 417952"/>
              <a:gd name="connsiteY88" fmla="*/ 155642 h 389486"/>
              <a:gd name="connsiteX89" fmla="*/ 341112 w 417952"/>
              <a:gd name="connsiteY89" fmla="*/ 163443 h 389486"/>
              <a:gd name="connsiteX90" fmla="*/ 328744 w 417952"/>
              <a:gd name="connsiteY90" fmla="*/ 187608 h 389486"/>
              <a:gd name="connsiteX91" fmla="*/ 334642 w 417952"/>
              <a:gd name="connsiteY91" fmla="*/ 211963 h 389486"/>
              <a:gd name="connsiteX92" fmla="*/ 354621 w 417952"/>
              <a:gd name="connsiteY92" fmla="*/ 225852 h 389486"/>
              <a:gd name="connsiteX93" fmla="*/ 372126 w 417952"/>
              <a:gd name="connsiteY93" fmla="*/ 242406 h 389486"/>
              <a:gd name="connsiteX94" fmla="*/ 387538 w 417952"/>
              <a:gd name="connsiteY94" fmla="*/ 272850 h 389486"/>
              <a:gd name="connsiteX95" fmla="*/ 390011 w 417952"/>
              <a:gd name="connsiteY95" fmla="*/ 297204 h 389486"/>
              <a:gd name="connsiteX96" fmla="*/ 399525 w 417952"/>
              <a:gd name="connsiteY96" fmla="*/ 306147 h 389486"/>
              <a:gd name="connsiteX97" fmla="*/ 392295 w 417952"/>
              <a:gd name="connsiteY97" fmla="*/ 322891 h 389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17952" h="389486">
                <a:moveTo>
                  <a:pt x="413034" y="293018"/>
                </a:moveTo>
                <a:lnTo>
                  <a:pt x="403140" y="285217"/>
                </a:lnTo>
                <a:cubicBezTo>
                  <a:pt x="407326" y="279509"/>
                  <a:pt x="408087" y="272088"/>
                  <a:pt x="404853" y="265619"/>
                </a:cubicBezTo>
                <a:lnTo>
                  <a:pt x="389060" y="234415"/>
                </a:lnTo>
                <a:cubicBezTo>
                  <a:pt x="388109" y="232322"/>
                  <a:pt x="386587" y="230419"/>
                  <a:pt x="384684" y="228707"/>
                </a:cubicBezTo>
                <a:cubicBezTo>
                  <a:pt x="374219" y="219193"/>
                  <a:pt x="369843" y="214817"/>
                  <a:pt x="368511" y="213295"/>
                </a:cubicBezTo>
                <a:lnTo>
                  <a:pt x="345678" y="196741"/>
                </a:lnTo>
                <a:cubicBezTo>
                  <a:pt x="349484" y="189701"/>
                  <a:pt x="355001" y="179046"/>
                  <a:pt x="358426" y="172196"/>
                </a:cubicBezTo>
                <a:cubicBezTo>
                  <a:pt x="362042" y="164966"/>
                  <a:pt x="360710" y="156403"/>
                  <a:pt x="355192" y="150695"/>
                </a:cubicBezTo>
                <a:lnTo>
                  <a:pt x="346439" y="142894"/>
                </a:lnTo>
                <a:cubicBezTo>
                  <a:pt x="342824" y="139279"/>
                  <a:pt x="338067" y="137186"/>
                  <a:pt x="332930" y="137186"/>
                </a:cubicBezTo>
                <a:cubicBezTo>
                  <a:pt x="329695" y="136996"/>
                  <a:pt x="326651" y="138137"/>
                  <a:pt x="323797" y="139659"/>
                </a:cubicBezTo>
                <a:lnTo>
                  <a:pt x="323416" y="127863"/>
                </a:lnTo>
                <a:cubicBezTo>
                  <a:pt x="323416" y="122154"/>
                  <a:pt x="320753" y="116827"/>
                  <a:pt x="316376" y="113212"/>
                </a:cubicBezTo>
                <a:lnTo>
                  <a:pt x="276229" y="80675"/>
                </a:lnTo>
                <a:lnTo>
                  <a:pt x="276229" y="47568"/>
                </a:lnTo>
                <a:cubicBezTo>
                  <a:pt x="277371" y="46046"/>
                  <a:pt x="279654" y="42431"/>
                  <a:pt x="281366" y="39196"/>
                </a:cubicBezTo>
                <a:cubicBezTo>
                  <a:pt x="283459" y="34439"/>
                  <a:pt x="282889" y="33298"/>
                  <a:pt x="282127" y="26638"/>
                </a:cubicBezTo>
                <a:cubicBezTo>
                  <a:pt x="280986" y="22452"/>
                  <a:pt x="278703" y="18837"/>
                  <a:pt x="274897" y="16363"/>
                </a:cubicBezTo>
                <a:lnTo>
                  <a:pt x="255299" y="3235"/>
                </a:lnTo>
                <a:cubicBezTo>
                  <a:pt x="252255" y="1142"/>
                  <a:pt x="248449" y="0"/>
                  <a:pt x="244834" y="0"/>
                </a:cubicBezTo>
                <a:lnTo>
                  <a:pt x="17269" y="0"/>
                </a:lnTo>
                <a:cubicBezTo>
                  <a:pt x="10990" y="0"/>
                  <a:pt x="5663" y="3235"/>
                  <a:pt x="2618" y="8372"/>
                </a:cubicBezTo>
                <a:cubicBezTo>
                  <a:pt x="-807" y="14270"/>
                  <a:pt x="-807" y="21881"/>
                  <a:pt x="2238" y="27589"/>
                </a:cubicBezTo>
                <a:lnTo>
                  <a:pt x="20314" y="63360"/>
                </a:lnTo>
                <a:cubicBezTo>
                  <a:pt x="20314" y="63360"/>
                  <a:pt x="22407" y="66976"/>
                  <a:pt x="22407" y="66976"/>
                </a:cubicBezTo>
                <a:cubicBezTo>
                  <a:pt x="25261" y="71162"/>
                  <a:pt x="29637" y="74396"/>
                  <a:pt x="34774" y="75348"/>
                </a:cubicBezTo>
                <a:cubicBezTo>
                  <a:pt x="34774" y="75348"/>
                  <a:pt x="37248" y="75918"/>
                  <a:pt x="37819" y="75918"/>
                </a:cubicBezTo>
                <a:lnTo>
                  <a:pt x="37819" y="84290"/>
                </a:lnTo>
                <a:lnTo>
                  <a:pt x="34584" y="92282"/>
                </a:lnTo>
                <a:cubicBezTo>
                  <a:pt x="30208" y="101986"/>
                  <a:pt x="31920" y="111880"/>
                  <a:pt x="42195" y="117968"/>
                </a:cubicBezTo>
                <a:cubicBezTo>
                  <a:pt x="42195" y="117968"/>
                  <a:pt x="51138" y="121584"/>
                  <a:pt x="50947" y="121584"/>
                </a:cubicBezTo>
                <a:cubicBezTo>
                  <a:pt x="50947" y="121584"/>
                  <a:pt x="55133" y="130146"/>
                  <a:pt x="56846" y="133571"/>
                </a:cubicBezTo>
                <a:lnTo>
                  <a:pt x="56846" y="332975"/>
                </a:lnTo>
                <a:cubicBezTo>
                  <a:pt x="56846" y="338113"/>
                  <a:pt x="58558" y="342870"/>
                  <a:pt x="62173" y="346294"/>
                </a:cubicBezTo>
                <a:cubicBezTo>
                  <a:pt x="65789" y="349910"/>
                  <a:pt x="70545" y="351622"/>
                  <a:pt x="75683" y="351622"/>
                </a:cubicBezTo>
                <a:lnTo>
                  <a:pt x="335594" y="351622"/>
                </a:lnTo>
                <a:cubicBezTo>
                  <a:pt x="335594" y="351622"/>
                  <a:pt x="340541" y="361326"/>
                  <a:pt x="340541" y="361326"/>
                </a:cubicBezTo>
                <a:lnTo>
                  <a:pt x="340160" y="362277"/>
                </a:lnTo>
                <a:cubicBezTo>
                  <a:pt x="337116" y="368176"/>
                  <a:pt x="337496" y="375025"/>
                  <a:pt x="340921" y="380734"/>
                </a:cubicBezTo>
                <a:cubicBezTo>
                  <a:pt x="344346" y="386442"/>
                  <a:pt x="350435" y="389486"/>
                  <a:pt x="357094" y="389486"/>
                </a:cubicBezTo>
                <a:lnTo>
                  <a:pt x="373268" y="389486"/>
                </a:lnTo>
                <a:cubicBezTo>
                  <a:pt x="381259" y="389486"/>
                  <a:pt x="388299" y="384539"/>
                  <a:pt x="390963" y="376738"/>
                </a:cubicBezTo>
                <a:lnTo>
                  <a:pt x="397242" y="358282"/>
                </a:lnTo>
                <a:cubicBezTo>
                  <a:pt x="398954" y="353334"/>
                  <a:pt x="398003" y="347436"/>
                  <a:pt x="395529" y="342870"/>
                </a:cubicBezTo>
                <a:lnTo>
                  <a:pt x="395149" y="342108"/>
                </a:lnTo>
                <a:lnTo>
                  <a:pt x="398574" y="340967"/>
                </a:lnTo>
                <a:cubicBezTo>
                  <a:pt x="403521" y="339064"/>
                  <a:pt x="407707" y="335068"/>
                  <a:pt x="409419" y="329741"/>
                </a:cubicBezTo>
                <a:lnTo>
                  <a:pt x="417030" y="312426"/>
                </a:lnTo>
                <a:cubicBezTo>
                  <a:pt x="419313" y="305767"/>
                  <a:pt x="417220" y="297585"/>
                  <a:pt x="412273" y="292448"/>
                </a:cubicBezTo>
                <a:close/>
                <a:moveTo>
                  <a:pt x="392295" y="323652"/>
                </a:moveTo>
                <a:cubicBezTo>
                  <a:pt x="386016" y="324794"/>
                  <a:pt x="380878" y="327838"/>
                  <a:pt x="378024" y="333166"/>
                </a:cubicBezTo>
                <a:cubicBezTo>
                  <a:pt x="375170" y="338874"/>
                  <a:pt x="375551" y="345533"/>
                  <a:pt x="378785" y="351051"/>
                </a:cubicBezTo>
                <a:cubicBezTo>
                  <a:pt x="378785" y="351051"/>
                  <a:pt x="379356" y="352003"/>
                  <a:pt x="379356" y="352193"/>
                </a:cubicBezTo>
                <a:lnTo>
                  <a:pt x="373648" y="371220"/>
                </a:lnTo>
                <a:lnTo>
                  <a:pt x="357665" y="371220"/>
                </a:lnTo>
                <a:cubicBezTo>
                  <a:pt x="358807" y="368366"/>
                  <a:pt x="359568" y="365131"/>
                  <a:pt x="359758" y="362087"/>
                </a:cubicBezTo>
                <a:cubicBezTo>
                  <a:pt x="359758" y="360565"/>
                  <a:pt x="359758" y="359043"/>
                  <a:pt x="359378" y="357711"/>
                </a:cubicBezTo>
                <a:cubicBezTo>
                  <a:pt x="359378" y="356950"/>
                  <a:pt x="358997" y="356379"/>
                  <a:pt x="358807" y="355618"/>
                </a:cubicBezTo>
                <a:cubicBezTo>
                  <a:pt x="358807" y="355427"/>
                  <a:pt x="358046" y="353525"/>
                  <a:pt x="357856" y="353525"/>
                </a:cubicBezTo>
                <a:cubicBezTo>
                  <a:pt x="357856" y="353525"/>
                  <a:pt x="354240" y="346485"/>
                  <a:pt x="354240" y="346485"/>
                </a:cubicBezTo>
                <a:lnTo>
                  <a:pt x="351006" y="339635"/>
                </a:lnTo>
                <a:cubicBezTo>
                  <a:pt x="348532" y="335449"/>
                  <a:pt x="343775" y="332595"/>
                  <a:pt x="339209" y="332975"/>
                </a:cubicBezTo>
                <a:lnTo>
                  <a:pt x="324939" y="332975"/>
                </a:lnTo>
                <a:cubicBezTo>
                  <a:pt x="324939" y="332975"/>
                  <a:pt x="76063" y="332975"/>
                  <a:pt x="76063" y="332975"/>
                </a:cubicBezTo>
                <a:lnTo>
                  <a:pt x="76063" y="208157"/>
                </a:lnTo>
                <a:cubicBezTo>
                  <a:pt x="76063" y="208157"/>
                  <a:pt x="76063" y="137186"/>
                  <a:pt x="76063" y="137186"/>
                </a:cubicBezTo>
                <a:cubicBezTo>
                  <a:pt x="76063" y="133000"/>
                  <a:pt x="75302" y="129575"/>
                  <a:pt x="73399" y="125770"/>
                </a:cubicBezTo>
                <a:lnTo>
                  <a:pt x="67501" y="113402"/>
                </a:lnTo>
                <a:cubicBezTo>
                  <a:pt x="65408" y="109216"/>
                  <a:pt x="62364" y="106742"/>
                  <a:pt x="57987" y="103698"/>
                </a:cubicBezTo>
                <a:lnTo>
                  <a:pt x="51328" y="101034"/>
                </a:lnTo>
                <a:cubicBezTo>
                  <a:pt x="51328" y="101034"/>
                  <a:pt x="56846" y="87335"/>
                  <a:pt x="57036" y="82768"/>
                </a:cubicBezTo>
                <a:lnTo>
                  <a:pt x="57036" y="75538"/>
                </a:lnTo>
                <a:cubicBezTo>
                  <a:pt x="57036" y="70401"/>
                  <a:pt x="55514" y="65834"/>
                  <a:pt x="51899" y="62219"/>
                </a:cubicBezTo>
                <a:cubicBezTo>
                  <a:pt x="49045" y="59365"/>
                  <a:pt x="45049" y="58033"/>
                  <a:pt x="41624" y="57272"/>
                </a:cubicBezTo>
                <a:lnTo>
                  <a:pt x="38009" y="56701"/>
                </a:lnTo>
                <a:lnTo>
                  <a:pt x="19172" y="18647"/>
                </a:lnTo>
                <a:lnTo>
                  <a:pt x="247498" y="18647"/>
                </a:lnTo>
                <a:cubicBezTo>
                  <a:pt x="247498" y="18647"/>
                  <a:pt x="265003" y="30253"/>
                  <a:pt x="265003" y="30253"/>
                </a:cubicBezTo>
                <a:lnTo>
                  <a:pt x="258914" y="40718"/>
                </a:lnTo>
                <a:cubicBezTo>
                  <a:pt x="257582" y="43382"/>
                  <a:pt x="256821" y="46426"/>
                  <a:pt x="256821" y="49280"/>
                </a:cubicBezTo>
                <a:lnTo>
                  <a:pt x="256821" y="80485"/>
                </a:lnTo>
                <a:cubicBezTo>
                  <a:pt x="256821" y="86193"/>
                  <a:pt x="259485" y="91711"/>
                  <a:pt x="264052" y="95326"/>
                </a:cubicBezTo>
                <a:lnTo>
                  <a:pt x="304389" y="127863"/>
                </a:lnTo>
                <a:lnTo>
                  <a:pt x="304389" y="139469"/>
                </a:lnTo>
                <a:cubicBezTo>
                  <a:pt x="304389" y="143465"/>
                  <a:pt x="305341" y="146890"/>
                  <a:pt x="308575" y="151266"/>
                </a:cubicBezTo>
                <a:lnTo>
                  <a:pt x="310288" y="152978"/>
                </a:lnTo>
                <a:cubicBezTo>
                  <a:pt x="313903" y="156594"/>
                  <a:pt x="318850" y="158496"/>
                  <a:pt x="323607" y="158496"/>
                </a:cubicBezTo>
                <a:cubicBezTo>
                  <a:pt x="326841" y="158496"/>
                  <a:pt x="330076" y="157355"/>
                  <a:pt x="332930" y="155642"/>
                </a:cubicBezTo>
                <a:lnTo>
                  <a:pt x="341112" y="163443"/>
                </a:lnTo>
                <a:cubicBezTo>
                  <a:pt x="337687" y="170293"/>
                  <a:pt x="332359" y="180568"/>
                  <a:pt x="328744" y="187608"/>
                </a:cubicBezTo>
                <a:cubicBezTo>
                  <a:pt x="324177" y="195980"/>
                  <a:pt x="327412" y="206254"/>
                  <a:pt x="334642" y="211963"/>
                </a:cubicBezTo>
                <a:lnTo>
                  <a:pt x="354621" y="225852"/>
                </a:lnTo>
                <a:cubicBezTo>
                  <a:pt x="356143" y="227375"/>
                  <a:pt x="361280" y="231751"/>
                  <a:pt x="372126" y="242406"/>
                </a:cubicBezTo>
                <a:lnTo>
                  <a:pt x="387538" y="272850"/>
                </a:lnTo>
                <a:cubicBezTo>
                  <a:pt x="381830" y="280270"/>
                  <a:pt x="382591" y="289784"/>
                  <a:pt x="390011" y="297204"/>
                </a:cubicBezTo>
                <a:lnTo>
                  <a:pt x="399525" y="306147"/>
                </a:lnTo>
                <a:lnTo>
                  <a:pt x="392295" y="32289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8" name="Graphic 35" descr="Montana icon.">
            <a:extLst>
              <a:ext uri="{FF2B5EF4-FFF2-40B4-BE49-F238E27FC236}">
                <a16:creationId xmlns:a16="http://schemas.microsoft.com/office/drawing/2014/main" id="{FA945F1B-87CD-0289-B0EF-988A3C4AF02C}"/>
              </a:ext>
            </a:extLst>
          </p:cNvPr>
          <p:cNvSpPr/>
          <p:nvPr/>
        </p:nvSpPr>
        <p:spPr>
          <a:xfrm>
            <a:off x="3401837" y="4342176"/>
            <a:ext cx="456271" cy="266190"/>
          </a:xfrm>
          <a:custGeom>
            <a:avLst/>
            <a:gdLst>
              <a:gd name="connsiteX0" fmla="*/ 437625 w 456271"/>
              <a:gd name="connsiteY0" fmla="*/ 0 h 266190"/>
              <a:gd name="connsiteX1" fmla="*/ 19027 w 456271"/>
              <a:gd name="connsiteY1" fmla="*/ 0 h 266190"/>
              <a:gd name="connsiteX2" fmla="*/ 0 w 456271"/>
              <a:gd name="connsiteY2" fmla="*/ 19217 h 266190"/>
              <a:gd name="connsiteX3" fmla="*/ 0 w 456271"/>
              <a:gd name="connsiteY3" fmla="*/ 62599 h 266190"/>
              <a:gd name="connsiteX4" fmla="*/ 4567 w 456271"/>
              <a:gd name="connsiteY4" fmla="*/ 74586 h 266190"/>
              <a:gd name="connsiteX5" fmla="*/ 10655 w 456271"/>
              <a:gd name="connsiteY5" fmla="*/ 81436 h 266190"/>
              <a:gd name="connsiteX6" fmla="*/ 17124 w 456271"/>
              <a:gd name="connsiteY6" fmla="*/ 101225 h 266190"/>
              <a:gd name="connsiteX7" fmla="*/ 31775 w 456271"/>
              <a:gd name="connsiteY7" fmla="*/ 113782 h 266190"/>
              <a:gd name="connsiteX8" fmla="*/ 32536 w 456271"/>
              <a:gd name="connsiteY8" fmla="*/ 113782 h 266190"/>
              <a:gd name="connsiteX9" fmla="*/ 46236 w 456271"/>
              <a:gd name="connsiteY9" fmla="*/ 134332 h 266190"/>
              <a:gd name="connsiteX10" fmla="*/ 57272 w 456271"/>
              <a:gd name="connsiteY10" fmla="*/ 142323 h 266190"/>
              <a:gd name="connsiteX11" fmla="*/ 60506 w 456271"/>
              <a:gd name="connsiteY11" fmla="*/ 142704 h 266190"/>
              <a:gd name="connsiteX12" fmla="*/ 58223 w 456271"/>
              <a:gd name="connsiteY12" fmla="*/ 147461 h 266190"/>
              <a:gd name="connsiteX13" fmla="*/ 56891 w 456271"/>
              <a:gd name="connsiteY13" fmla="*/ 154881 h 266190"/>
              <a:gd name="connsiteX14" fmla="*/ 56891 w 456271"/>
              <a:gd name="connsiteY14" fmla="*/ 180187 h 266190"/>
              <a:gd name="connsiteX15" fmla="*/ 56891 w 456271"/>
              <a:gd name="connsiteY15" fmla="*/ 186276 h 266190"/>
              <a:gd name="connsiteX16" fmla="*/ 57652 w 456271"/>
              <a:gd name="connsiteY16" fmla="*/ 191223 h 266190"/>
              <a:gd name="connsiteX17" fmla="*/ 62790 w 456271"/>
              <a:gd name="connsiteY17" fmla="*/ 199785 h 266190"/>
              <a:gd name="connsiteX18" fmla="*/ 66976 w 456271"/>
              <a:gd name="connsiteY18" fmla="*/ 203591 h 266190"/>
              <a:gd name="connsiteX19" fmla="*/ 67546 w 456271"/>
              <a:gd name="connsiteY19" fmla="*/ 203971 h 266190"/>
              <a:gd name="connsiteX20" fmla="*/ 77631 w 456271"/>
              <a:gd name="connsiteY20" fmla="*/ 206825 h 266190"/>
              <a:gd name="connsiteX21" fmla="*/ 87144 w 456271"/>
              <a:gd name="connsiteY21" fmla="*/ 204161 h 266190"/>
              <a:gd name="connsiteX22" fmla="*/ 95136 w 456271"/>
              <a:gd name="connsiteY22" fmla="*/ 199595 h 266190"/>
              <a:gd name="connsiteX23" fmla="*/ 95136 w 456271"/>
              <a:gd name="connsiteY23" fmla="*/ 216529 h 266190"/>
              <a:gd name="connsiteX24" fmla="*/ 97039 w 456271"/>
              <a:gd name="connsiteY24" fmla="*/ 225852 h 266190"/>
              <a:gd name="connsiteX25" fmla="*/ 114924 w 456271"/>
              <a:gd name="connsiteY25" fmla="*/ 260862 h 266190"/>
              <a:gd name="connsiteX26" fmla="*/ 126150 w 456271"/>
              <a:gd name="connsiteY26" fmla="*/ 266190 h 266190"/>
              <a:gd name="connsiteX27" fmla="*/ 140611 w 456271"/>
              <a:gd name="connsiteY27" fmla="*/ 266190 h 266190"/>
              <a:gd name="connsiteX28" fmla="*/ 148222 w 456271"/>
              <a:gd name="connsiteY28" fmla="*/ 263146 h 266190"/>
              <a:gd name="connsiteX29" fmla="*/ 155642 w 456271"/>
              <a:gd name="connsiteY29" fmla="*/ 256486 h 266190"/>
              <a:gd name="connsiteX30" fmla="*/ 164775 w 456271"/>
              <a:gd name="connsiteY30" fmla="*/ 256486 h 266190"/>
              <a:gd name="connsiteX31" fmla="*/ 180378 w 456271"/>
              <a:gd name="connsiteY31" fmla="*/ 247924 h 266190"/>
              <a:gd name="connsiteX32" fmla="*/ 185895 w 456271"/>
              <a:gd name="connsiteY32" fmla="*/ 253252 h 266190"/>
              <a:gd name="connsiteX33" fmla="*/ 187988 w 456271"/>
              <a:gd name="connsiteY33" fmla="*/ 255154 h 266190"/>
              <a:gd name="connsiteX34" fmla="*/ 189511 w 456271"/>
              <a:gd name="connsiteY34" fmla="*/ 256296 h 266190"/>
              <a:gd name="connsiteX35" fmla="*/ 199405 w 456271"/>
              <a:gd name="connsiteY35" fmla="*/ 259150 h 266190"/>
              <a:gd name="connsiteX36" fmla="*/ 208728 w 456271"/>
              <a:gd name="connsiteY36" fmla="*/ 256676 h 266190"/>
              <a:gd name="connsiteX37" fmla="*/ 218432 w 456271"/>
              <a:gd name="connsiteY37" fmla="*/ 240503 h 266190"/>
              <a:gd name="connsiteX38" fmla="*/ 218432 w 456271"/>
              <a:gd name="connsiteY38" fmla="*/ 237269 h 266190"/>
              <a:gd name="connsiteX39" fmla="*/ 437244 w 456271"/>
              <a:gd name="connsiteY39" fmla="*/ 237269 h 266190"/>
              <a:gd name="connsiteX40" fmla="*/ 456271 w 456271"/>
              <a:gd name="connsiteY40" fmla="*/ 218242 h 266190"/>
              <a:gd name="connsiteX41" fmla="*/ 456271 w 456271"/>
              <a:gd name="connsiteY41" fmla="*/ 19027 h 266190"/>
              <a:gd name="connsiteX42" fmla="*/ 437244 w 456271"/>
              <a:gd name="connsiteY42" fmla="*/ 0 h 266190"/>
              <a:gd name="connsiteX43" fmla="*/ 219003 w 456271"/>
              <a:gd name="connsiteY43" fmla="*/ 218812 h 266190"/>
              <a:gd name="connsiteX44" fmla="*/ 200166 w 456271"/>
              <a:gd name="connsiteY44" fmla="*/ 237078 h 266190"/>
              <a:gd name="connsiteX45" fmla="*/ 200166 w 456271"/>
              <a:gd name="connsiteY45" fmla="*/ 240313 h 266190"/>
              <a:gd name="connsiteX46" fmla="*/ 196360 w 456271"/>
              <a:gd name="connsiteY46" fmla="*/ 236888 h 266190"/>
              <a:gd name="connsiteX47" fmla="*/ 177904 w 456271"/>
              <a:gd name="connsiteY47" fmla="*/ 229277 h 266190"/>
              <a:gd name="connsiteX48" fmla="*/ 164966 w 456271"/>
              <a:gd name="connsiteY48" fmla="*/ 238030 h 266190"/>
              <a:gd name="connsiteX49" fmla="*/ 153549 w 456271"/>
              <a:gd name="connsiteY49" fmla="*/ 238030 h 266190"/>
              <a:gd name="connsiteX50" fmla="*/ 143845 w 456271"/>
              <a:gd name="connsiteY50" fmla="*/ 242216 h 266190"/>
              <a:gd name="connsiteX51" fmla="*/ 138708 w 456271"/>
              <a:gd name="connsiteY51" fmla="*/ 247543 h 266190"/>
              <a:gd name="connsiteX52" fmla="*/ 129765 w 456271"/>
              <a:gd name="connsiteY52" fmla="*/ 247543 h 266190"/>
              <a:gd name="connsiteX53" fmla="*/ 114163 w 456271"/>
              <a:gd name="connsiteY53" fmla="*/ 217100 h 266190"/>
              <a:gd name="connsiteX54" fmla="*/ 114163 w 456271"/>
              <a:gd name="connsiteY54" fmla="*/ 200166 h 266190"/>
              <a:gd name="connsiteX55" fmla="*/ 105220 w 456271"/>
              <a:gd name="connsiteY55" fmla="*/ 183993 h 266190"/>
              <a:gd name="connsiteX56" fmla="*/ 89808 w 456271"/>
              <a:gd name="connsiteY56" fmla="*/ 182090 h 266190"/>
              <a:gd name="connsiteX57" fmla="*/ 78772 w 456271"/>
              <a:gd name="connsiteY57" fmla="*/ 188940 h 266190"/>
              <a:gd name="connsiteX58" fmla="*/ 76109 w 456271"/>
              <a:gd name="connsiteY58" fmla="*/ 186466 h 266190"/>
              <a:gd name="connsiteX59" fmla="*/ 76109 w 456271"/>
              <a:gd name="connsiteY59" fmla="*/ 155071 h 266190"/>
              <a:gd name="connsiteX60" fmla="*/ 79724 w 456271"/>
              <a:gd name="connsiteY60" fmla="*/ 146890 h 266190"/>
              <a:gd name="connsiteX61" fmla="*/ 77821 w 456271"/>
              <a:gd name="connsiteY61" fmla="*/ 130907 h 266190"/>
              <a:gd name="connsiteX62" fmla="*/ 64312 w 456271"/>
              <a:gd name="connsiteY62" fmla="*/ 124057 h 266190"/>
              <a:gd name="connsiteX63" fmla="*/ 62409 w 456271"/>
              <a:gd name="connsiteY63" fmla="*/ 124057 h 266190"/>
              <a:gd name="connsiteX64" fmla="*/ 47187 w 456271"/>
              <a:gd name="connsiteY64" fmla="*/ 101415 h 266190"/>
              <a:gd name="connsiteX65" fmla="*/ 37674 w 456271"/>
              <a:gd name="connsiteY65" fmla="*/ 95707 h 266190"/>
              <a:gd name="connsiteX66" fmla="*/ 35391 w 456271"/>
              <a:gd name="connsiteY66" fmla="*/ 95136 h 266190"/>
              <a:gd name="connsiteX67" fmla="*/ 28921 w 456271"/>
              <a:gd name="connsiteY67" fmla="*/ 75728 h 266190"/>
              <a:gd name="connsiteX68" fmla="*/ 24355 w 456271"/>
              <a:gd name="connsiteY68" fmla="*/ 68308 h 266190"/>
              <a:gd name="connsiteX69" fmla="*/ 19217 w 456271"/>
              <a:gd name="connsiteY69" fmla="*/ 62790 h 266190"/>
              <a:gd name="connsiteX70" fmla="*/ 19217 w 456271"/>
              <a:gd name="connsiteY70" fmla="*/ 19408 h 266190"/>
              <a:gd name="connsiteX71" fmla="*/ 437815 w 456271"/>
              <a:gd name="connsiteY71" fmla="*/ 19217 h 266190"/>
              <a:gd name="connsiteX72" fmla="*/ 437815 w 456271"/>
              <a:gd name="connsiteY72" fmla="*/ 219193 h 266190"/>
              <a:gd name="connsiteX73" fmla="*/ 219193 w 456271"/>
              <a:gd name="connsiteY73" fmla="*/ 219193 h 266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56271" h="266190">
                <a:moveTo>
                  <a:pt x="437625" y="0"/>
                </a:moveTo>
                <a:lnTo>
                  <a:pt x="19027" y="0"/>
                </a:lnTo>
                <a:cubicBezTo>
                  <a:pt x="8562" y="190"/>
                  <a:pt x="0" y="8752"/>
                  <a:pt x="0" y="19217"/>
                </a:cubicBezTo>
                <a:lnTo>
                  <a:pt x="0" y="62599"/>
                </a:lnTo>
                <a:cubicBezTo>
                  <a:pt x="0" y="66976"/>
                  <a:pt x="1712" y="71352"/>
                  <a:pt x="4567" y="74586"/>
                </a:cubicBezTo>
                <a:lnTo>
                  <a:pt x="10655" y="81436"/>
                </a:lnTo>
                <a:lnTo>
                  <a:pt x="17124" y="101225"/>
                </a:lnTo>
                <a:cubicBezTo>
                  <a:pt x="19408" y="107884"/>
                  <a:pt x="24926" y="112451"/>
                  <a:pt x="31775" y="113782"/>
                </a:cubicBezTo>
                <a:lnTo>
                  <a:pt x="32536" y="113782"/>
                </a:lnTo>
                <a:cubicBezTo>
                  <a:pt x="32536" y="113782"/>
                  <a:pt x="46236" y="134332"/>
                  <a:pt x="46236" y="134332"/>
                </a:cubicBezTo>
                <a:cubicBezTo>
                  <a:pt x="48900" y="138328"/>
                  <a:pt x="52705" y="140991"/>
                  <a:pt x="57272" y="142323"/>
                </a:cubicBezTo>
                <a:cubicBezTo>
                  <a:pt x="58413" y="142513"/>
                  <a:pt x="59555" y="142704"/>
                  <a:pt x="60506" y="142704"/>
                </a:cubicBezTo>
                <a:lnTo>
                  <a:pt x="58223" y="147461"/>
                </a:lnTo>
                <a:cubicBezTo>
                  <a:pt x="57462" y="149173"/>
                  <a:pt x="56891" y="151266"/>
                  <a:pt x="56891" y="154881"/>
                </a:cubicBezTo>
                <a:cubicBezTo>
                  <a:pt x="56891" y="154881"/>
                  <a:pt x="56891" y="180187"/>
                  <a:pt x="56891" y="180187"/>
                </a:cubicBezTo>
                <a:lnTo>
                  <a:pt x="56891" y="186276"/>
                </a:lnTo>
                <a:cubicBezTo>
                  <a:pt x="56891" y="187988"/>
                  <a:pt x="57272" y="189701"/>
                  <a:pt x="57652" y="191223"/>
                </a:cubicBezTo>
                <a:cubicBezTo>
                  <a:pt x="58794" y="195599"/>
                  <a:pt x="61267" y="198453"/>
                  <a:pt x="62790" y="199785"/>
                </a:cubicBezTo>
                <a:cubicBezTo>
                  <a:pt x="63170" y="200166"/>
                  <a:pt x="65834" y="202830"/>
                  <a:pt x="66976" y="203591"/>
                </a:cubicBezTo>
                <a:lnTo>
                  <a:pt x="67546" y="203971"/>
                </a:lnTo>
                <a:cubicBezTo>
                  <a:pt x="70781" y="206064"/>
                  <a:pt x="73825" y="206825"/>
                  <a:pt x="77631" y="206825"/>
                </a:cubicBezTo>
                <a:cubicBezTo>
                  <a:pt x="80865" y="206825"/>
                  <a:pt x="84290" y="205874"/>
                  <a:pt x="87144" y="204161"/>
                </a:cubicBezTo>
                <a:cubicBezTo>
                  <a:pt x="87144" y="204161"/>
                  <a:pt x="94946" y="199595"/>
                  <a:pt x="95136" y="199595"/>
                </a:cubicBezTo>
                <a:lnTo>
                  <a:pt x="95136" y="216529"/>
                </a:lnTo>
                <a:cubicBezTo>
                  <a:pt x="95136" y="220144"/>
                  <a:pt x="95707" y="222998"/>
                  <a:pt x="97039" y="225852"/>
                </a:cubicBezTo>
                <a:cubicBezTo>
                  <a:pt x="97039" y="225852"/>
                  <a:pt x="109787" y="249827"/>
                  <a:pt x="114924" y="260862"/>
                </a:cubicBezTo>
                <a:cubicBezTo>
                  <a:pt x="117207" y="265810"/>
                  <a:pt x="121203" y="266190"/>
                  <a:pt x="126150" y="266190"/>
                </a:cubicBezTo>
                <a:cubicBezTo>
                  <a:pt x="128624" y="266190"/>
                  <a:pt x="140611" y="266190"/>
                  <a:pt x="140611" y="266190"/>
                </a:cubicBezTo>
                <a:cubicBezTo>
                  <a:pt x="144036" y="265619"/>
                  <a:pt x="146129" y="264478"/>
                  <a:pt x="148222" y="263146"/>
                </a:cubicBezTo>
                <a:cubicBezTo>
                  <a:pt x="151266" y="261433"/>
                  <a:pt x="153359" y="258960"/>
                  <a:pt x="155642" y="256486"/>
                </a:cubicBezTo>
                <a:cubicBezTo>
                  <a:pt x="155642" y="256486"/>
                  <a:pt x="164585" y="256486"/>
                  <a:pt x="164775" y="256486"/>
                </a:cubicBezTo>
                <a:cubicBezTo>
                  <a:pt x="171435" y="256486"/>
                  <a:pt x="176953" y="253252"/>
                  <a:pt x="180378" y="247924"/>
                </a:cubicBezTo>
                <a:cubicBezTo>
                  <a:pt x="180378" y="247924"/>
                  <a:pt x="185895" y="253252"/>
                  <a:pt x="185895" y="253252"/>
                </a:cubicBezTo>
                <a:lnTo>
                  <a:pt x="187988" y="255154"/>
                </a:lnTo>
                <a:lnTo>
                  <a:pt x="189511" y="256296"/>
                </a:lnTo>
                <a:cubicBezTo>
                  <a:pt x="192555" y="258199"/>
                  <a:pt x="195980" y="259150"/>
                  <a:pt x="199405" y="259150"/>
                </a:cubicBezTo>
                <a:cubicBezTo>
                  <a:pt x="202639" y="259150"/>
                  <a:pt x="205874" y="258389"/>
                  <a:pt x="208728" y="256676"/>
                </a:cubicBezTo>
                <a:cubicBezTo>
                  <a:pt x="214626" y="253252"/>
                  <a:pt x="218432" y="246973"/>
                  <a:pt x="218432" y="240503"/>
                </a:cubicBezTo>
                <a:lnTo>
                  <a:pt x="218432" y="237269"/>
                </a:lnTo>
                <a:cubicBezTo>
                  <a:pt x="218432" y="237269"/>
                  <a:pt x="437244" y="237269"/>
                  <a:pt x="437244" y="237269"/>
                </a:cubicBezTo>
                <a:cubicBezTo>
                  <a:pt x="447709" y="237269"/>
                  <a:pt x="456271" y="228707"/>
                  <a:pt x="456271" y="218242"/>
                </a:cubicBezTo>
                <a:lnTo>
                  <a:pt x="456271" y="19027"/>
                </a:lnTo>
                <a:cubicBezTo>
                  <a:pt x="456271" y="8562"/>
                  <a:pt x="447709" y="0"/>
                  <a:pt x="437244" y="0"/>
                </a:cubicBezTo>
                <a:close/>
                <a:moveTo>
                  <a:pt x="219003" y="218812"/>
                </a:moveTo>
                <a:cubicBezTo>
                  <a:pt x="208918" y="218812"/>
                  <a:pt x="200737" y="226994"/>
                  <a:pt x="200166" y="237078"/>
                </a:cubicBezTo>
                <a:lnTo>
                  <a:pt x="200166" y="240313"/>
                </a:lnTo>
                <a:cubicBezTo>
                  <a:pt x="200166" y="240313"/>
                  <a:pt x="196360" y="236888"/>
                  <a:pt x="196360" y="236888"/>
                </a:cubicBezTo>
                <a:cubicBezTo>
                  <a:pt x="191413" y="231180"/>
                  <a:pt x="184373" y="228516"/>
                  <a:pt x="177904" y="229277"/>
                </a:cubicBezTo>
                <a:cubicBezTo>
                  <a:pt x="171815" y="230038"/>
                  <a:pt x="166678" y="233844"/>
                  <a:pt x="164966" y="238030"/>
                </a:cubicBezTo>
                <a:lnTo>
                  <a:pt x="153549" y="238030"/>
                </a:lnTo>
                <a:cubicBezTo>
                  <a:pt x="147461" y="238030"/>
                  <a:pt x="145748" y="240123"/>
                  <a:pt x="143845" y="242216"/>
                </a:cubicBezTo>
                <a:lnTo>
                  <a:pt x="138708" y="247543"/>
                </a:lnTo>
                <a:cubicBezTo>
                  <a:pt x="135093" y="247543"/>
                  <a:pt x="132049" y="247543"/>
                  <a:pt x="129765" y="247543"/>
                </a:cubicBezTo>
                <a:cubicBezTo>
                  <a:pt x="126150" y="239933"/>
                  <a:pt x="114163" y="217100"/>
                  <a:pt x="114163" y="217100"/>
                </a:cubicBezTo>
                <a:lnTo>
                  <a:pt x="114163" y="200166"/>
                </a:lnTo>
                <a:cubicBezTo>
                  <a:pt x="114163" y="193506"/>
                  <a:pt x="110928" y="187418"/>
                  <a:pt x="105220" y="183993"/>
                </a:cubicBezTo>
                <a:cubicBezTo>
                  <a:pt x="100654" y="181139"/>
                  <a:pt x="94946" y="180187"/>
                  <a:pt x="89808" y="182090"/>
                </a:cubicBezTo>
                <a:cubicBezTo>
                  <a:pt x="87906" y="182851"/>
                  <a:pt x="78772" y="188940"/>
                  <a:pt x="78772" y="188940"/>
                </a:cubicBezTo>
                <a:lnTo>
                  <a:pt x="76109" y="186466"/>
                </a:lnTo>
                <a:lnTo>
                  <a:pt x="76109" y="155071"/>
                </a:lnTo>
                <a:cubicBezTo>
                  <a:pt x="76109" y="155071"/>
                  <a:pt x="79724" y="146890"/>
                  <a:pt x="79724" y="146890"/>
                </a:cubicBezTo>
                <a:cubicBezTo>
                  <a:pt x="81627" y="140991"/>
                  <a:pt x="81056" y="135283"/>
                  <a:pt x="77821" y="130907"/>
                </a:cubicBezTo>
                <a:cubicBezTo>
                  <a:pt x="74586" y="126531"/>
                  <a:pt x="69830" y="124057"/>
                  <a:pt x="64312" y="124057"/>
                </a:cubicBezTo>
                <a:lnTo>
                  <a:pt x="62409" y="124057"/>
                </a:lnTo>
                <a:cubicBezTo>
                  <a:pt x="62409" y="124057"/>
                  <a:pt x="47187" y="101415"/>
                  <a:pt x="47187" y="101415"/>
                </a:cubicBezTo>
                <a:cubicBezTo>
                  <a:pt x="45094" y="98180"/>
                  <a:pt x="41479" y="96087"/>
                  <a:pt x="37674" y="95707"/>
                </a:cubicBezTo>
                <a:lnTo>
                  <a:pt x="35391" y="95136"/>
                </a:lnTo>
                <a:lnTo>
                  <a:pt x="28921" y="75728"/>
                </a:lnTo>
                <a:cubicBezTo>
                  <a:pt x="27970" y="72874"/>
                  <a:pt x="26257" y="70210"/>
                  <a:pt x="24355" y="68308"/>
                </a:cubicBezTo>
                <a:lnTo>
                  <a:pt x="19217" y="62790"/>
                </a:lnTo>
                <a:lnTo>
                  <a:pt x="19217" y="19408"/>
                </a:lnTo>
                <a:cubicBezTo>
                  <a:pt x="19217" y="19408"/>
                  <a:pt x="437815" y="19217"/>
                  <a:pt x="437815" y="19217"/>
                </a:cubicBezTo>
                <a:lnTo>
                  <a:pt x="437815" y="219193"/>
                </a:lnTo>
                <a:cubicBezTo>
                  <a:pt x="437815" y="219193"/>
                  <a:pt x="219193" y="219193"/>
                  <a:pt x="219193" y="21919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9" name="Graphic 36" descr="Nebraska icon.">
            <a:extLst>
              <a:ext uri="{FF2B5EF4-FFF2-40B4-BE49-F238E27FC236}">
                <a16:creationId xmlns:a16="http://schemas.microsoft.com/office/drawing/2014/main" id="{FD29A701-1E3D-8769-F61C-F057CB9C2965}"/>
              </a:ext>
            </a:extLst>
          </p:cNvPr>
          <p:cNvSpPr/>
          <p:nvPr/>
        </p:nvSpPr>
        <p:spPr>
          <a:xfrm>
            <a:off x="4631609" y="4361197"/>
            <a:ext cx="456729" cy="228148"/>
          </a:xfrm>
          <a:custGeom>
            <a:avLst/>
            <a:gdLst>
              <a:gd name="connsiteX0" fmla="*/ 450944 w 456729"/>
              <a:gd name="connsiteY0" fmla="*/ 195612 h 228148"/>
              <a:gd name="connsiteX1" fmla="*/ 446187 w 456729"/>
              <a:gd name="connsiteY1" fmla="*/ 191617 h 228148"/>
              <a:gd name="connsiteX2" fmla="*/ 441430 w 456729"/>
              <a:gd name="connsiteY2" fmla="*/ 189143 h 228148"/>
              <a:gd name="connsiteX3" fmla="*/ 441430 w 456729"/>
              <a:gd name="connsiteY3" fmla="*/ 186289 h 228148"/>
              <a:gd name="connsiteX4" fmla="*/ 430585 w 456729"/>
              <a:gd name="connsiteY4" fmla="*/ 168974 h 228148"/>
              <a:gd name="connsiteX5" fmla="*/ 427731 w 456729"/>
              <a:gd name="connsiteY5" fmla="*/ 167642 h 228148"/>
              <a:gd name="connsiteX6" fmla="*/ 431726 w 456729"/>
              <a:gd name="connsiteY6" fmla="*/ 156797 h 228148"/>
              <a:gd name="connsiteX7" fmla="*/ 431726 w 456729"/>
              <a:gd name="connsiteY7" fmla="*/ 146332 h 228148"/>
              <a:gd name="connsiteX8" fmla="*/ 430204 w 456729"/>
              <a:gd name="connsiteY8" fmla="*/ 139102 h 228148"/>
              <a:gd name="connsiteX9" fmla="*/ 425828 w 456729"/>
              <a:gd name="connsiteY9" fmla="*/ 132823 h 228148"/>
              <a:gd name="connsiteX10" fmla="*/ 423354 w 456729"/>
              <a:gd name="connsiteY10" fmla="*/ 130730 h 228148"/>
              <a:gd name="connsiteX11" fmla="*/ 422023 w 456729"/>
              <a:gd name="connsiteY11" fmla="*/ 129778 h 228148"/>
              <a:gd name="connsiteX12" fmla="*/ 422023 w 456729"/>
              <a:gd name="connsiteY12" fmla="*/ 115888 h 228148"/>
              <a:gd name="connsiteX13" fmla="*/ 421261 w 456729"/>
              <a:gd name="connsiteY13" fmla="*/ 109609 h 228148"/>
              <a:gd name="connsiteX14" fmla="*/ 412699 w 456729"/>
              <a:gd name="connsiteY14" fmla="*/ 84494 h 228148"/>
              <a:gd name="connsiteX15" fmla="*/ 408323 w 456729"/>
              <a:gd name="connsiteY15" fmla="*/ 77644 h 228148"/>
              <a:gd name="connsiteX16" fmla="*/ 402805 w 456729"/>
              <a:gd name="connsiteY16" fmla="*/ 72316 h 228148"/>
              <a:gd name="connsiteX17" fmla="*/ 402805 w 456729"/>
              <a:gd name="connsiteY17" fmla="*/ 62042 h 228148"/>
              <a:gd name="connsiteX18" fmla="*/ 391579 w 456729"/>
              <a:gd name="connsiteY18" fmla="*/ 42063 h 228148"/>
              <a:gd name="connsiteX19" fmla="*/ 387393 w 456729"/>
              <a:gd name="connsiteY19" fmla="*/ 39019 h 228148"/>
              <a:gd name="connsiteX20" fmla="*/ 349719 w 456729"/>
              <a:gd name="connsiteY20" fmla="*/ 19801 h 228148"/>
              <a:gd name="connsiteX21" fmla="*/ 342679 w 456729"/>
              <a:gd name="connsiteY21" fmla="*/ 19040 h 228148"/>
              <a:gd name="connsiteX22" fmla="*/ 320418 w 456729"/>
              <a:gd name="connsiteY22" fmla="*/ 19040 h 228148"/>
              <a:gd name="connsiteX23" fmla="*/ 306908 w 456729"/>
              <a:gd name="connsiteY23" fmla="*/ 24558 h 228148"/>
              <a:gd name="connsiteX24" fmla="*/ 287310 w 456729"/>
              <a:gd name="connsiteY24" fmla="*/ 5150 h 228148"/>
              <a:gd name="connsiteX25" fmla="*/ 273991 w 456729"/>
              <a:gd name="connsiteY25" fmla="*/ 13 h 228148"/>
              <a:gd name="connsiteX26" fmla="*/ 19027 w 456729"/>
              <a:gd name="connsiteY26" fmla="*/ 13 h 228148"/>
              <a:gd name="connsiteX27" fmla="*/ 5518 w 456729"/>
              <a:gd name="connsiteY27" fmla="*/ 5341 h 228148"/>
              <a:gd name="connsiteX28" fmla="*/ 0 w 456729"/>
              <a:gd name="connsiteY28" fmla="*/ 18850 h 228148"/>
              <a:gd name="connsiteX29" fmla="*/ 0 w 456729"/>
              <a:gd name="connsiteY29" fmla="*/ 151850 h 228148"/>
              <a:gd name="connsiteX30" fmla="*/ 19217 w 456729"/>
              <a:gd name="connsiteY30" fmla="*/ 171067 h 228148"/>
              <a:gd name="connsiteX31" fmla="*/ 95326 w 456729"/>
              <a:gd name="connsiteY31" fmla="*/ 171067 h 228148"/>
              <a:gd name="connsiteX32" fmla="*/ 95326 w 456729"/>
              <a:gd name="connsiteY32" fmla="*/ 208931 h 228148"/>
              <a:gd name="connsiteX33" fmla="*/ 114353 w 456729"/>
              <a:gd name="connsiteY33" fmla="*/ 228149 h 228148"/>
              <a:gd name="connsiteX34" fmla="*/ 364561 w 456729"/>
              <a:gd name="connsiteY34" fmla="*/ 228149 h 228148"/>
              <a:gd name="connsiteX35" fmla="*/ 437815 w 456729"/>
              <a:gd name="connsiteY35" fmla="*/ 228149 h 228148"/>
              <a:gd name="connsiteX36" fmla="*/ 455320 w 456729"/>
              <a:gd name="connsiteY36" fmla="*/ 216352 h 228148"/>
              <a:gd name="connsiteX37" fmla="*/ 451134 w 456729"/>
              <a:gd name="connsiteY37" fmla="*/ 195803 h 228148"/>
              <a:gd name="connsiteX38" fmla="*/ 113973 w 456729"/>
              <a:gd name="connsiteY38" fmla="*/ 208931 h 228148"/>
              <a:gd name="connsiteX39" fmla="*/ 113973 w 456729"/>
              <a:gd name="connsiteY39" fmla="*/ 170877 h 228148"/>
              <a:gd name="connsiteX40" fmla="*/ 95516 w 456729"/>
              <a:gd name="connsiteY40" fmla="*/ 151850 h 228148"/>
              <a:gd name="connsiteX41" fmla="*/ 18837 w 456729"/>
              <a:gd name="connsiteY41" fmla="*/ 151850 h 228148"/>
              <a:gd name="connsiteX42" fmla="*/ 18837 w 456729"/>
              <a:gd name="connsiteY42" fmla="*/ 18469 h 228148"/>
              <a:gd name="connsiteX43" fmla="*/ 273801 w 456729"/>
              <a:gd name="connsiteY43" fmla="*/ 18469 h 228148"/>
              <a:gd name="connsiteX44" fmla="*/ 293399 w 456729"/>
              <a:gd name="connsiteY44" fmla="*/ 37306 h 228148"/>
              <a:gd name="connsiteX45" fmla="*/ 306528 w 456729"/>
              <a:gd name="connsiteY45" fmla="*/ 42824 h 228148"/>
              <a:gd name="connsiteX46" fmla="*/ 319276 w 456729"/>
              <a:gd name="connsiteY46" fmla="*/ 38258 h 228148"/>
              <a:gd name="connsiteX47" fmla="*/ 320037 w 456729"/>
              <a:gd name="connsiteY47" fmla="*/ 37497 h 228148"/>
              <a:gd name="connsiteX48" fmla="*/ 342489 w 456729"/>
              <a:gd name="connsiteY48" fmla="*/ 37497 h 228148"/>
              <a:gd name="connsiteX49" fmla="*/ 376928 w 456729"/>
              <a:gd name="connsiteY49" fmla="*/ 53860 h 228148"/>
              <a:gd name="connsiteX50" fmla="*/ 383207 w 456729"/>
              <a:gd name="connsiteY50" fmla="*/ 62042 h 228148"/>
              <a:gd name="connsiteX51" fmla="*/ 383588 w 456729"/>
              <a:gd name="connsiteY51" fmla="*/ 73268 h 228148"/>
              <a:gd name="connsiteX52" fmla="*/ 389296 w 456729"/>
              <a:gd name="connsiteY52" fmla="*/ 85255 h 228148"/>
              <a:gd name="connsiteX53" fmla="*/ 394623 w 456729"/>
              <a:gd name="connsiteY53" fmla="*/ 90202 h 228148"/>
              <a:gd name="connsiteX54" fmla="*/ 403186 w 456729"/>
              <a:gd name="connsiteY54" fmla="*/ 115127 h 228148"/>
              <a:gd name="connsiteX55" fmla="*/ 403186 w 456729"/>
              <a:gd name="connsiteY55" fmla="*/ 129207 h 228148"/>
              <a:gd name="connsiteX56" fmla="*/ 408704 w 456729"/>
              <a:gd name="connsiteY56" fmla="*/ 142526 h 228148"/>
              <a:gd name="connsiteX57" fmla="*/ 412319 w 456729"/>
              <a:gd name="connsiteY57" fmla="*/ 145951 h 228148"/>
              <a:gd name="connsiteX58" fmla="*/ 412319 w 456729"/>
              <a:gd name="connsiteY58" fmla="*/ 156416 h 228148"/>
              <a:gd name="connsiteX59" fmla="*/ 406991 w 456729"/>
              <a:gd name="connsiteY59" fmla="*/ 160793 h 228148"/>
              <a:gd name="connsiteX60" fmla="*/ 403566 w 456729"/>
              <a:gd name="connsiteY60" fmla="*/ 172019 h 228148"/>
              <a:gd name="connsiteX61" fmla="*/ 410606 w 456729"/>
              <a:gd name="connsiteY61" fmla="*/ 180771 h 228148"/>
              <a:gd name="connsiteX62" fmla="*/ 421832 w 456729"/>
              <a:gd name="connsiteY62" fmla="*/ 186289 h 228148"/>
              <a:gd name="connsiteX63" fmla="*/ 421832 w 456729"/>
              <a:gd name="connsiteY63" fmla="*/ 189904 h 228148"/>
              <a:gd name="connsiteX64" fmla="*/ 428872 w 456729"/>
              <a:gd name="connsiteY64" fmla="*/ 203794 h 228148"/>
              <a:gd name="connsiteX65" fmla="*/ 436864 w 456729"/>
              <a:gd name="connsiteY65" fmla="*/ 208931 h 228148"/>
              <a:gd name="connsiteX66" fmla="*/ 434771 w 456729"/>
              <a:gd name="connsiteY66" fmla="*/ 208931 h 228148"/>
              <a:gd name="connsiteX67" fmla="*/ 113592 w 456729"/>
              <a:gd name="connsiteY67" fmla="*/ 208931 h 22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56729" h="228148">
                <a:moveTo>
                  <a:pt x="450944" y="195612"/>
                </a:moveTo>
                <a:cubicBezTo>
                  <a:pt x="449422" y="194280"/>
                  <a:pt x="447900" y="192758"/>
                  <a:pt x="446187" y="191617"/>
                </a:cubicBezTo>
                <a:cubicBezTo>
                  <a:pt x="444665" y="190665"/>
                  <a:pt x="442952" y="189904"/>
                  <a:pt x="441430" y="189143"/>
                </a:cubicBezTo>
                <a:lnTo>
                  <a:pt x="441430" y="186289"/>
                </a:lnTo>
                <a:cubicBezTo>
                  <a:pt x="441430" y="179059"/>
                  <a:pt x="437435" y="172589"/>
                  <a:pt x="430585" y="168974"/>
                </a:cubicBezTo>
                <a:lnTo>
                  <a:pt x="427731" y="167642"/>
                </a:lnTo>
                <a:cubicBezTo>
                  <a:pt x="430014" y="164408"/>
                  <a:pt x="431726" y="160793"/>
                  <a:pt x="431726" y="156797"/>
                </a:cubicBezTo>
                <a:cubicBezTo>
                  <a:pt x="431726" y="156797"/>
                  <a:pt x="431726" y="146332"/>
                  <a:pt x="431726" y="146332"/>
                </a:cubicBezTo>
                <a:cubicBezTo>
                  <a:pt x="431726" y="143858"/>
                  <a:pt x="431156" y="141385"/>
                  <a:pt x="430204" y="139102"/>
                </a:cubicBezTo>
                <a:cubicBezTo>
                  <a:pt x="429253" y="136818"/>
                  <a:pt x="427731" y="134345"/>
                  <a:pt x="425828" y="132823"/>
                </a:cubicBezTo>
                <a:cubicBezTo>
                  <a:pt x="425067" y="132062"/>
                  <a:pt x="424686" y="131871"/>
                  <a:pt x="423354" y="130730"/>
                </a:cubicBezTo>
                <a:lnTo>
                  <a:pt x="422023" y="129778"/>
                </a:lnTo>
                <a:lnTo>
                  <a:pt x="422023" y="115888"/>
                </a:lnTo>
                <a:cubicBezTo>
                  <a:pt x="422403" y="113795"/>
                  <a:pt x="422023" y="111702"/>
                  <a:pt x="421261" y="109609"/>
                </a:cubicBezTo>
                <a:lnTo>
                  <a:pt x="412699" y="84494"/>
                </a:lnTo>
                <a:cubicBezTo>
                  <a:pt x="411748" y="82020"/>
                  <a:pt x="410416" y="79927"/>
                  <a:pt x="408323" y="77644"/>
                </a:cubicBezTo>
                <a:cubicBezTo>
                  <a:pt x="407181" y="76502"/>
                  <a:pt x="402805" y="72316"/>
                  <a:pt x="402805" y="72316"/>
                </a:cubicBezTo>
                <a:lnTo>
                  <a:pt x="402805" y="62042"/>
                </a:lnTo>
                <a:cubicBezTo>
                  <a:pt x="402615" y="55382"/>
                  <a:pt x="391579" y="42063"/>
                  <a:pt x="391579" y="42063"/>
                </a:cubicBezTo>
                <a:cubicBezTo>
                  <a:pt x="390247" y="40731"/>
                  <a:pt x="388915" y="39970"/>
                  <a:pt x="387393" y="39019"/>
                </a:cubicBezTo>
                <a:lnTo>
                  <a:pt x="349719" y="19801"/>
                </a:lnTo>
                <a:cubicBezTo>
                  <a:pt x="348197" y="19040"/>
                  <a:pt x="345153" y="19040"/>
                  <a:pt x="342679" y="19040"/>
                </a:cubicBezTo>
                <a:lnTo>
                  <a:pt x="320418" y="19040"/>
                </a:lnTo>
                <a:cubicBezTo>
                  <a:pt x="314900" y="19040"/>
                  <a:pt x="309953" y="21894"/>
                  <a:pt x="306908" y="24558"/>
                </a:cubicBezTo>
                <a:lnTo>
                  <a:pt x="287310" y="5150"/>
                </a:lnTo>
                <a:cubicBezTo>
                  <a:pt x="283885" y="1725"/>
                  <a:pt x="279129" y="13"/>
                  <a:pt x="273991" y="13"/>
                </a:cubicBezTo>
                <a:lnTo>
                  <a:pt x="19027" y="13"/>
                </a:lnTo>
                <a:cubicBezTo>
                  <a:pt x="13890" y="-177"/>
                  <a:pt x="9133" y="1725"/>
                  <a:pt x="5518" y="5341"/>
                </a:cubicBezTo>
                <a:cubicBezTo>
                  <a:pt x="1903" y="8956"/>
                  <a:pt x="0" y="13713"/>
                  <a:pt x="0" y="18850"/>
                </a:cubicBezTo>
                <a:lnTo>
                  <a:pt x="0" y="151850"/>
                </a:lnTo>
                <a:cubicBezTo>
                  <a:pt x="0" y="162315"/>
                  <a:pt x="8752" y="171067"/>
                  <a:pt x="19217" y="171067"/>
                </a:cubicBezTo>
                <a:lnTo>
                  <a:pt x="95326" y="171067"/>
                </a:lnTo>
                <a:lnTo>
                  <a:pt x="95326" y="208931"/>
                </a:lnTo>
                <a:cubicBezTo>
                  <a:pt x="95326" y="219587"/>
                  <a:pt x="103888" y="228149"/>
                  <a:pt x="114353" y="228149"/>
                </a:cubicBezTo>
                <a:cubicBezTo>
                  <a:pt x="114353" y="228149"/>
                  <a:pt x="364561" y="228149"/>
                  <a:pt x="364561" y="228149"/>
                </a:cubicBezTo>
                <a:lnTo>
                  <a:pt x="437815" y="228149"/>
                </a:lnTo>
                <a:cubicBezTo>
                  <a:pt x="445616" y="228149"/>
                  <a:pt x="452276" y="223582"/>
                  <a:pt x="455320" y="216352"/>
                </a:cubicBezTo>
                <a:cubicBezTo>
                  <a:pt x="458174" y="209122"/>
                  <a:pt x="456652" y="201130"/>
                  <a:pt x="451134" y="195803"/>
                </a:cubicBezTo>
                <a:close/>
                <a:moveTo>
                  <a:pt x="113973" y="208931"/>
                </a:moveTo>
                <a:lnTo>
                  <a:pt x="113973" y="170877"/>
                </a:lnTo>
                <a:cubicBezTo>
                  <a:pt x="113973" y="160222"/>
                  <a:pt x="105981" y="151850"/>
                  <a:pt x="95516" y="151850"/>
                </a:cubicBezTo>
                <a:lnTo>
                  <a:pt x="18837" y="151850"/>
                </a:lnTo>
                <a:cubicBezTo>
                  <a:pt x="18837" y="151850"/>
                  <a:pt x="18837" y="18469"/>
                  <a:pt x="18837" y="18469"/>
                </a:cubicBezTo>
                <a:lnTo>
                  <a:pt x="273801" y="18469"/>
                </a:lnTo>
                <a:cubicBezTo>
                  <a:pt x="273801" y="18469"/>
                  <a:pt x="293399" y="37306"/>
                  <a:pt x="293399" y="37306"/>
                </a:cubicBezTo>
                <a:cubicBezTo>
                  <a:pt x="297204" y="40921"/>
                  <a:pt x="301771" y="42824"/>
                  <a:pt x="306528" y="42824"/>
                </a:cubicBezTo>
                <a:cubicBezTo>
                  <a:pt x="311284" y="42824"/>
                  <a:pt x="314139" y="42063"/>
                  <a:pt x="319276" y="38258"/>
                </a:cubicBezTo>
                <a:lnTo>
                  <a:pt x="320037" y="37497"/>
                </a:lnTo>
                <a:lnTo>
                  <a:pt x="342489" y="37497"/>
                </a:lnTo>
                <a:cubicBezTo>
                  <a:pt x="342489" y="37497"/>
                  <a:pt x="376928" y="53860"/>
                  <a:pt x="376928" y="53860"/>
                </a:cubicBezTo>
                <a:lnTo>
                  <a:pt x="383207" y="62042"/>
                </a:lnTo>
                <a:lnTo>
                  <a:pt x="383588" y="73268"/>
                </a:lnTo>
                <a:cubicBezTo>
                  <a:pt x="383778" y="78024"/>
                  <a:pt x="385681" y="81830"/>
                  <a:pt x="389296" y="85255"/>
                </a:cubicBezTo>
                <a:lnTo>
                  <a:pt x="394623" y="90202"/>
                </a:lnTo>
                <a:lnTo>
                  <a:pt x="403186" y="115127"/>
                </a:lnTo>
                <a:lnTo>
                  <a:pt x="403186" y="129207"/>
                </a:lnTo>
                <a:cubicBezTo>
                  <a:pt x="402995" y="133964"/>
                  <a:pt x="404898" y="138721"/>
                  <a:pt x="408704" y="142526"/>
                </a:cubicBezTo>
                <a:lnTo>
                  <a:pt x="412319" y="145951"/>
                </a:lnTo>
                <a:lnTo>
                  <a:pt x="412319" y="156416"/>
                </a:lnTo>
                <a:cubicBezTo>
                  <a:pt x="412319" y="156416"/>
                  <a:pt x="406991" y="160793"/>
                  <a:pt x="406991" y="160793"/>
                </a:cubicBezTo>
                <a:cubicBezTo>
                  <a:pt x="404137" y="163647"/>
                  <a:pt x="402805" y="167833"/>
                  <a:pt x="403566" y="172019"/>
                </a:cubicBezTo>
                <a:cubicBezTo>
                  <a:pt x="404327" y="176014"/>
                  <a:pt x="407181" y="179439"/>
                  <a:pt x="410606" y="180771"/>
                </a:cubicBezTo>
                <a:lnTo>
                  <a:pt x="421832" y="186289"/>
                </a:lnTo>
                <a:lnTo>
                  <a:pt x="421832" y="189904"/>
                </a:lnTo>
                <a:cubicBezTo>
                  <a:pt x="421832" y="194851"/>
                  <a:pt x="424306" y="199798"/>
                  <a:pt x="428872" y="203794"/>
                </a:cubicBezTo>
                <a:cubicBezTo>
                  <a:pt x="430965" y="205506"/>
                  <a:pt x="434010" y="207409"/>
                  <a:pt x="436864" y="208931"/>
                </a:cubicBezTo>
                <a:lnTo>
                  <a:pt x="434771" y="208931"/>
                </a:lnTo>
                <a:cubicBezTo>
                  <a:pt x="434771" y="208931"/>
                  <a:pt x="113592" y="208931"/>
                  <a:pt x="113592" y="208931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Graphic 13" descr="Nevada icon.">
            <a:extLst>
              <a:ext uri="{FF2B5EF4-FFF2-40B4-BE49-F238E27FC236}">
                <a16:creationId xmlns:a16="http://schemas.microsoft.com/office/drawing/2014/main" id="{B52201D2-14B7-86B8-91B0-612216AF1E70}"/>
              </a:ext>
            </a:extLst>
          </p:cNvPr>
          <p:cNvSpPr/>
          <p:nvPr/>
        </p:nvSpPr>
        <p:spPr>
          <a:xfrm>
            <a:off x="5946681" y="4246945"/>
            <a:ext cx="304434" cy="456652"/>
          </a:xfrm>
          <a:custGeom>
            <a:avLst/>
            <a:gdLst>
              <a:gd name="connsiteX0" fmla="*/ 304435 w 304434"/>
              <a:gd name="connsiteY0" fmla="*/ 19788 h 456652"/>
              <a:gd name="connsiteX1" fmla="*/ 285027 w 304434"/>
              <a:gd name="connsiteY1" fmla="*/ 0 h 456652"/>
              <a:gd name="connsiteX2" fmla="*/ 19027 w 304434"/>
              <a:gd name="connsiteY2" fmla="*/ 0 h 456652"/>
              <a:gd name="connsiteX3" fmla="*/ 5708 w 304434"/>
              <a:gd name="connsiteY3" fmla="*/ 5518 h 456652"/>
              <a:gd name="connsiteX4" fmla="*/ 0 w 304434"/>
              <a:gd name="connsiteY4" fmla="*/ 19598 h 456652"/>
              <a:gd name="connsiteX5" fmla="*/ 0 w 304434"/>
              <a:gd name="connsiteY5" fmla="*/ 206825 h 456652"/>
              <a:gd name="connsiteX6" fmla="*/ 6279 w 304434"/>
              <a:gd name="connsiteY6" fmla="*/ 221096 h 456652"/>
              <a:gd name="connsiteX7" fmla="*/ 240123 w 304434"/>
              <a:gd name="connsiteY7" fmla="*/ 450754 h 456652"/>
              <a:gd name="connsiteX8" fmla="*/ 253442 w 304434"/>
              <a:gd name="connsiteY8" fmla="*/ 456652 h 456652"/>
              <a:gd name="connsiteX9" fmla="*/ 261433 w 304434"/>
              <a:gd name="connsiteY9" fmla="*/ 454749 h 456652"/>
              <a:gd name="connsiteX10" fmla="*/ 272279 w 304434"/>
              <a:gd name="connsiteY10" fmla="*/ 433629 h 456652"/>
              <a:gd name="connsiteX11" fmla="*/ 270757 w 304434"/>
              <a:gd name="connsiteY11" fmla="*/ 426018 h 456652"/>
              <a:gd name="connsiteX12" fmla="*/ 266571 w 304434"/>
              <a:gd name="connsiteY12" fmla="*/ 406611 h 456652"/>
              <a:gd name="connsiteX13" fmla="*/ 269615 w 304434"/>
              <a:gd name="connsiteY13" fmla="*/ 403186 h 456652"/>
              <a:gd name="connsiteX14" fmla="*/ 275894 w 304434"/>
              <a:gd name="connsiteY14" fmla="*/ 408894 h 456652"/>
              <a:gd name="connsiteX15" fmla="*/ 285788 w 304434"/>
              <a:gd name="connsiteY15" fmla="*/ 412319 h 456652"/>
              <a:gd name="connsiteX16" fmla="*/ 292448 w 304434"/>
              <a:gd name="connsiteY16" fmla="*/ 411177 h 456652"/>
              <a:gd name="connsiteX17" fmla="*/ 304435 w 304434"/>
              <a:gd name="connsiteY17" fmla="*/ 397668 h 456652"/>
              <a:gd name="connsiteX18" fmla="*/ 304435 w 304434"/>
              <a:gd name="connsiteY18" fmla="*/ 19788 h 456652"/>
              <a:gd name="connsiteX19" fmla="*/ 18837 w 304434"/>
              <a:gd name="connsiteY19" fmla="*/ 206825 h 456652"/>
              <a:gd name="connsiteX20" fmla="*/ 18837 w 304434"/>
              <a:gd name="connsiteY20" fmla="*/ 19027 h 456652"/>
              <a:gd name="connsiteX21" fmla="*/ 285217 w 304434"/>
              <a:gd name="connsiteY21" fmla="*/ 19027 h 456652"/>
              <a:gd name="connsiteX22" fmla="*/ 285217 w 304434"/>
              <a:gd name="connsiteY22" fmla="*/ 391199 h 456652"/>
              <a:gd name="connsiteX23" fmla="*/ 270947 w 304434"/>
              <a:gd name="connsiteY23" fmla="*/ 383207 h 456652"/>
              <a:gd name="connsiteX24" fmla="*/ 256296 w 304434"/>
              <a:gd name="connsiteY24" fmla="*/ 390628 h 456652"/>
              <a:gd name="connsiteX25" fmla="*/ 251349 w 304434"/>
              <a:gd name="connsiteY25" fmla="*/ 395575 h 456652"/>
              <a:gd name="connsiteX26" fmla="*/ 247734 w 304434"/>
              <a:gd name="connsiteY26" fmla="*/ 410606 h 456652"/>
              <a:gd name="connsiteX27" fmla="*/ 253632 w 304434"/>
              <a:gd name="connsiteY27" fmla="*/ 437435 h 456652"/>
              <a:gd name="connsiteX28" fmla="*/ 18837 w 304434"/>
              <a:gd name="connsiteY28" fmla="*/ 206825 h 456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04434" h="456652">
                <a:moveTo>
                  <a:pt x="304435" y="19788"/>
                </a:moveTo>
                <a:cubicBezTo>
                  <a:pt x="304435" y="9133"/>
                  <a:pt x="295492" y="0"/>
                  <a:pt x="285027" y="0"/>
                </a:cubicBezTo>
                <a:lnTo>
                  <a:pt x="19027" y="0"/>
                </a:lnTo>
                <a:cubicBezTo>
                  <a:pt x="14080" y="0"/>
                  <a:pt x="9323" y="1903"/>
                  <a:pt x="5708" y="5518"/>
                </a:cubicBezTo>
                <a:cubicBezTo>
                  <a:pt x="1903" y="9323"/>
                  <a:pt x="0" y="14270"/>
                  <a:pt x="0" y="19598"/>
                </a:cubicBezTo>
                <a:lnTo>
                  <a:pt x="0" y="206825"/>
                </a:lnTo>
                <a:cubicBezTo>
                  <a:pt x="190" y="212153"/>
                  <a:pt x="2474" y="217481"/>
                  <a:pt x="6279" y="221096"/>
                </a:cubicBezTo>
                <a:lnTo>
                  <a:pt x="240123" y="450754"/>
                </a:lnTo>
                <a:cubicBezTo>
                  <a:pt x="243738" y="454559"/>
                  <a:pt x="248685" y="456652"/>
                  <a:pt x="253442" y="456652"/>
                </a:cubicBezTo>
                <a:cubicBezTo>
                  <a:pt x="256106" y="456652"/>
                  <a:pt x="258769" y="456081"/>
                  <a:pt x="261433" y="454749"/>
                </a:cubicBezTo>
                <a:cubicBezTo>
                  <a:pt x="269044" y="451134"/>
                  <a:pt x="273420" y="443143"/>
                  <a:pt x="272279" y="433629"/>
                </a:cubicBezTo>
                <a:lnTo>
                  <a:pt x="270757" y="426018"/>
                </a:lnTo>
                <a:lnTo>
                  <a:pt x="266571" y="406611"/>
                </a:lnTo>
                <a:lnTo>
                  <a:pt x="269615" y="403186"/>
                </a:lnTo>
                <a:lnTo>
                  <a:pt x="275894" y="408894"/>
                </a:lnTo>
                <a:cubicBezTo>
                  <a:pt x="279129" y="410987"/>
                  <a:pt x="281983" y="412319"/>
                  <a:pt x="285788" y="412319"/>
                </a:cubicBezTo>
                <a:cubicBezTo>
                  <a:pt x="288071" y="412319"/>
                  <a:pt x="290164" y="411938"/>
                  <a:pt x="292448" y="411177"/>
                </a:cubicBezTo>
                <a:cubicBezTo>
                  <a:pt x="298346" y="408894"/>
                  <a:pt x="302913" y="405088"/>
                  <a:pt x="304435" y="397668"/>
                </a:cubicBezTo>
                <a:lnTo>
                  <a:pt x="304435" y="19788"/>
                </a:lnTo>
                <a:close/>
                <a:moveTo>
                  <a:pt x="18837" y="206825"/>
                </a:moveTo>
                <a:lnTo>
                  <a:pt x="18837" y="19027"/>
                </a:lnTo>
                <a:cubicBezTo>
                  <a:pt x="18837" y="19027"/>
                  <a:pt x="285217" y="19027"/>
                  <a:pt x="285217" y="19027"/>
                </a:cubicBezTo>
                <a:lnTo>
                  <a:pt x="285217" y="391199"/>
                </a:lnTo>
                <a:cubicBezTo>
                  <a:pt x="277797" y="386061"/>
                  <a:pt x="275894" y="383968"/>
                  <a:pt x="270947" y="383207"/>
                </a:cubicBezTo>
                <a:cubicBezTo>
                  <a:pt x="264478" y="382066"/>
                  <a:pt x="263526" y="384539"/>
                  <a:pt x="256296" y="390628"/>
                </a:cubicBezTo>
                <a:lnTo>
                  <a:pt x="251349" y="395575"/>
                </a:lnTo>
                <a:cubicBezTo>
                  <a:pt x="246021" y="401283"/>
                  <a:pt x="246782" y="405088"/>
                  <a:pt x="247734" y="410606"/>
                </a:cubicBezTo>
                <a:lnTo>
                  <a:pt x="253632" y="437435"/>
                </a:lnTo>
                <a:lnTo>
                  <a:pt x="18837" y="20682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2" name="Graphic 37" descr="New Hampshire icon.">
            <a:extLst>
              <a:ext uri="{FF2B5EF4-FFF2-40B4-BE49-F238E27FC236}">
                <a16:creationId xmlns:a16="http://schemas.microsoft.com/office/drawing/2014/main" id="{6CA71C84-C1F6-11F6-2F6C-9D8FF65CEA5B}"/>
              </a:ext>
            </a:extLst>
          </p:cNvPr>
          <p:cNvSpPr/>
          <p:nvPr/>
        </p:nvSpPr>
        <p:spPr>
          <a:xfrm>
            <a:off x="7203571" y="4246692"/>
            <a:ext cx="241074" cy="457158"/>
          </a:xfrm>
          <a:custGeom>
            <a:avLst/>
            <a:gdLst>
              <a:gd name="connsiteX0" fmla="*/ 241074 w 241074"/>
              <a:gd name="connsiteY0" fmla="*/ 391134 h 457158"/>
              <a:gd name="connsiteX1" fmla="*/ 239362 w 241074"/>
              <a:gd name="connsiteY1" fmla="*/ 385426 h 457158"/>
              <a:gd name="connsiteX2" fmla="*/ 234034 w 241074"/>
              <a:gd name="connsiteY2" fmla="*/ 380288 h 457158"/>
              <a:gd name="connsiteX3" fmla="*/ 226994 w 241074"/>
              <a:gd name="connsiteY3" fmla="*/ 377244 h 457158"/>
              <a:gd name="connsiteX4" fmla="*/ 222047 w 241074"/>
              <a:gd name="connsiteY4" fmla="*/ 375722 h 457158"/>
              <a:gd name="connsiteX5" fmla="*/ 225091 w 241074"/>
              <a:gd name="connsiteY5" fmla="*/ 370204 h 457158"/>
              <a:gd name="connsiteX6" fmla="*/ 223569 w 241074"/>
              <a:gd name="connsiteY6" fmla="*/ 351367 h 457158"/>
              <a:gd name="connsiteX7" fmla="*/ 211011 w 241074"/>
              <a:gd name="connsiteY7" fmla="*/ 333482 h 457158"/>
              <a:gd name="connsiteX8" fmla="*/ 219383 w 241074"/>
              <a:gd name="connsiteY8" fmla="*/ 322636 h 457158"/>
              <a:gd name="connsiteX9" fmla="*/ 220525 w 241074"/>
              <a:gd name="connsiteY9" fmla="*/ 320924 h 457158"/>
              <a:gd name="connsiteX10" fmla="*/ 219383 w 241074"/>
              <a:gd name="connsiteY10" fmla="*/ 302658 h 457158"/>
              <a:gd name="connsiteX11" fmla="*/ 209109 w 241074"/>
              <a:gd name="connsiteY11" fmla="*/ 294856 h 457158"/>
              <a:gd name="connsiteX12" fmla="*/ 202830 w 241074"/>
              <a:gd name="connsiteY12" fmla="*/ 79088 h 457158"/>
              <a:gd name="connsiteX13" fmla="*/ 202830 w 241074"/>
              <a:gd name="connsiteY13" fmla="*/ 17250 h 457158"/>
              <a:gd name="connsiteX14" fmla="*/ 187227 w 241074"/>
              <a:gd name="connsiteY14" fmla="*/ 316 h 457158"/>
              <a:gd name="connsiteX15" fmla="*/ 166107 w 241074"/>
              <a:gd name="connsiteY15" fmla="*/ 11923 h 457158"/>
              <a:gd name="connsiteX16" fmla="*/ 165156 w 241074"/>
              <a:gd name="connsiteY16" fmla="*/ 15347 h 457158"/>
              <a:gd name="connsiteX17" fmla="*/ 164204 w 241074"/>
              <a:gd name="connsiteY17" fmla="*/ 14396 h 457158"/>
              <a:gd name="connsiteX18" fmla="*/ 139469 w 241074"/>
              <a:gd name="connsiteY18" fmla="*/ 6595 h 457158"/>
              <a:gd name="connsiteX19" fmla="*/ 130907 w 241074"/>
              <a:gd name="connsiteY19" fmla="*/ 11352 h 457158"/>
              <a:gd name="connsiteX20" fmla="*/ 123486 w 241074"/>
              <a:gd name="connsiteY20" fmla="*/ 25812 h 457158"/>
              <a:gd name="connsiteX21" fmla="*/ 123486 w 241074"/>
              <a:gd name="connsiteY21" fmla="*/ 46932 h 457158"/>
              <a:gd name="connsiteX22" fmla="*/ 116827 w 241074"/>
              <a:gd name="connsiteY22" fmla="*/ 67101 h 457158"/>
              <a:gd name="connsiteX23" fmla="*/ 122725 w 241074"/>
              <a:gd name="connsiteY23" fmla="*/ 86319 h 457158"/>
              <a:gd name="connsiteX24" fmla="*/ 117207 w 241074"/>
              <a:gd name="connsiteY24" fmla="*/ 97925 h 457158"/>
              <a:gd name="connsiteX25" fmla="*/ 117207 w 241074"/>
              <a:gd name="connsiteY25" fmla="*/ 114669 h 457158"/>
              <a:gd name="connsiteX26" fmla="*/ 123486 w 241074"/>
              <a:gd name="connsiteY26" fmla="*/ 127798 h 457158"/>
              <a:gd name="connsiteX27" fmla="*/ 123486 w 241074"/>
              <a:gd name="connsiteY27" fmla="*/ 139405 h 457158"/>
              <a:gd name="connsiteX28" fmla="*/ 99702 w 241074"/>
              <a:gd name="connsiteY28" fmla="*/ 155958 h 457158"/>
              <a:gd name="connsiteX29" fmla="*/ 83149 w 241074"/>
              <a:gd name="connsiteY29" fmla="*/ 162998 h 457158"/>
              <a:gd name="connsiteX30" fmla="*/ 75728 w 241074"/>
              <a:gd name="connsiteY30" fmla="*/ 162998 h 457158"/>
              <a:gd name="connsiteX31" fmla="*/ 62219 w 241074"/>
              <a:gd name="connsiteY31" fmla="*/ 168706 h 457158"/>
              <a:gd name="connsiteX32" fmla="*/ 56891 w 241074"/>
              <a:gd name="connsiteY32" fmla="*/ 179362 h 457158"/>
              <a:gd name="connsiteX33" fmla="*/ 56891 w 241074"/>
              <a:gd name="connsiteY33" fmla="*/ 189065 h 457158"/>
              <a:gd name="connsiteX34" fmla="*/ 59174 w 241074"/>
              <a:gd name="connsiteY34" fmla="*/ 198579 h 457158"/>
              <a:gd name="connsiteX35" fmla="*/ 64883 w 241074"/>
              <a:gd name="connsiteY35" fmla="*/ 210947 h 457158"/>
              <a:gd name="connsiteX36" fmla="*/ 60126 w 241074"/>
              <a:gd name="connsiteY36" fmla="*/ 221031 h 457158"/>
              <a:gd name="connsiteX37" fmla="*/ 45665 w 241074"/>
              <a:gd name="connsiteY37" fmla="*/ 234540 h 457158"/>
              <a:gd name="connsiteX38" fmla="*/ 39006 w 241074"/>
              <a:gd name="connsiteY38" fmla="*/ 261939 h 457158"/>
              <a:gd name="connsiteX39" fmla="*/ 20930 w 241074"/>
              <a:gd name="connsiteY39" fmla="*/ 299042 h 457158"/>
              <a:gd name="connsiteX40" fmla="*/ 19027 w 241074"/>
              <a:gd name="connsiteY40" fmla="*/ 307605 h 457158"/>
              <a:gd name="connsiteX41" fmla="*/ 19027 w 241074"/>
              <a:gd name="connsiteY41" fmla="*/ 321304 h 457158"/>
              <a:gd name="connsiteX42" fmla="*/ 11416 w 241074"/>
              <a:gd name="connsiteY42" fmla="*/ 336907 h 457158"/>
              <a:gd name="connsiteX43" fmla="*/ 9323 w 241074"/>
              <a:gd name="connsiteY43" fmla="*/ 345659 h 457158"/>
              <a:gd name="connsiteX44" fmla="*/ 9323 w 241074"/>
              <a:gd name="connsiteY44" fmla="*/ 396081 h 457158"/>
              <a:gd name="connsiteX45" fmla="*/ 5328 w 241074"/>
              <a:gd name="connsiteY45" fmla="*/ 399886 h 457158"/>
              <a:gd name="connsiteX46" fmla="*/ 0 w 241074"/>
              <a:gd name="connsiteY46" fmla="*/ 412635 h 457158"/>
              <a:gd name="connsiteX47" fmla="*/ 0 w 241074"/>
              <a:gd name="connsiteY47" fmla="*/ 426334 h 457158"/>
              <a:gd name="connsiteX48" fmla="*/ 2093 w 241074"/>
              <a:gd name="connsiteY48" fmla="*/ 435277 h 457158"/>
              <a:gd name="connsiteX49" fmla="*/ 7991 w 241074"/>
              <a:gd name="connsiteY49" fmla="*/ 446503 h 457158"/>
              <a:gd name="connsiteX50" fmla="*/ 7991 w 241074"/>
              <a:gd name="connsiteY50" fmla="*/ 446503 h 457158"/>
              <a:gd name="connsiteX51" fmla="*/ 24926 w 241074"/>
              <a:gd name="connsiteY51" fmla="*/ 457158 h 457158"/>
              <a:gd name="connsiteX52" fmla="*/ 56701 w 241074"/>
              <a:gd name="connsiteY52" fmla="*/ 457158 h 457158"/>
              <a:gd name="connsiteX53" fmla="*/ 56701 w 241074"/>
              <a:gd name="connsiteY53" fmla="*/ 457158 h 457158"/>
              <a:gd name="connsiteX54" fmla="*/ 148792 w 241074"/>
              <a:gd name="connsiteY54" fmla="*/ 457158 h 457158"/>
              <a:gd name="connsiteX55" fmla="*/ 159067 w 241074"/>
              <a:gd name="connsiteY55" fmla="*/ 453543 h 457158"/>
              <a:gd name="connsiteX56" fmla="*/ 175050 w 241074"/>
              <a:gd name="connsiteY56" fmla="*/ 446693 h 457158"/>
              <a:gd name="connsiteX57" fmla="*/ 180378 w 241074"/>
              <a:gd name="connsiteY57" fmla="*/ 437560 h 457158"/>
              <a:gd name="connsiteX58" fmla="*/ 180378 w 241074"/>
              <a:gd name="connsiteY58" fmla="*/ 434135 h 457158"/>
              <a:gd name="connsiteX59" fmla="*/ 192174 w 241074"/>
              <a:gd name="connsiteY59" fmla="*/ 428617 h 457158"/>
              <a:gd name="connsiteX60" fmla="*/ 206825 w 241074"/>
              <a:gd name="connsiteY60" fmla="*/ 428617 h 457158"/>
              <a:gd name="connsiteX61" fmla="*/ 218432 w 241074"/>
              <a:gd name="connsiteY61" fmla="*/ 423100 h 457158"/>
              <a:gd name="connsiteX62" fmla="*/ 235366 w 241074"/>
              <a:gd name="connsiteY62" fmla="*/ 406165 h 457158"/>
              <a:gd name="connsiteX63" fmla="*/ 240884 w 241074"/>
              <a:gd name="connsiteY63" fmla="*/ 392085 h 457158"/>
              <a:gd name="connsiteX64" fmla="*/ 205113 w 241074"/>
              <a:gd name="connsiteY64" fmla="*/ 409019 h 457158"/>
              <a:gd name="connsiteX65" fmla="*/ 192365 w 241074"/>
              <a:gd name="connsiteY65" fmla="*/ 409019 h 457158"/>
              <a:gd name="connsiteX66" fmla="*/ 183232 w 241074"/>
              <a:gd name="connsiteY66" fmla="*/ 411112 h 457158"/>
              <a:gd name="connsiteX67" fmla="*/ 170293 w 241074"/>
              <a:gd name="connsiteY67" fmla="*/ 417011 h 457158"/>
              <a:gd name="connsiteX68" fmla="*/ 161350 w 241074"/>
              <a:gd name="connsiteY68" fmla="*/ 431662 h 457158"/>
              <a:gd name="connsiteX69" fmla="*/ 148792 w 241074"/>
              <a:gd name="connsiteY69" fmla="*/ 437370 h 457158"/>
              <a:gd name="connsiteX70" fmla="*/ 46807 w 241074"/>
              <a:gd name="connsiteY70" fmla="*/ 437370 h 457158"/>
              <a:gd name="connsiteX71" fmla="*/ 46807 w 241074"/>
              <a:gd name="connsiteY71" fmla="*/ 437370 h 457158"/>
              <a:gd name="connsiteX72" fmla="*/ 24735 w 241074"/>
              <a:gd name="connsiteY72" fmla="*/ 437370 h 457158"/>
              <a:gd name="connsiteX73" fmla="*/ 18647 w 241074"/>
              <a:gd name="connsiteY73" fmla="*/ 425763 h 457158"/>
              <a:gd name="connsiteX74" fmla="*/ 18647 w 241074"/>
              <a:gd name="connsiteY74" fmla="*/ 412635 h 457158"/>
              <a:gd name="connsiteX75" fmla="*/ 23023 w 241074"/>
              <a:gd name="connsiteY75" fmla="*/ 408639 h 457158"/>
              <a:gd name="connsiteX76" fmla="*/ 27970 w 241074"/>
              <a:gd name="connsiteY76" fmla="*/ 395891 h 457158"/>
              <a:gd name="connsiteX77" fmla="*/ 27970 w 241074"/>
              <a:gd name="connsiteY77" fmla="*/ 381240 h 457158"/>
              <a:gd name="connsiteX78" fmla="*/ 27970 w 241074"/>
              <a:gd name="connsiteY78" fmla="*/ 381240 h 457158"/>
              <a:gd name="connsiteX79" fmla="*/ 27970 w 241074"/>
              <a:gd name="connsiteY79" fmla="*/ 344708 h 457158"/>
              <a:gd name="connsiteX80" fmla="*/ 35771 w 241074"/>
              <a:gd name="connsiteY80" fmla="*/ 329486 h 457158"/>
              <a:gd name="connsiteX81" fmla="*/ 37484 w 241074"/>
              <a:gd name="connsiteY81" fmla="*/ 322065 h 457158"/>
              <a:gd name="connsiteX82" fmla="*/ 37484 w 241074"/>
              <a:gd name="connsiteY82" fmla="*/ 307034 h 457158"/>
              <a:gd name="connsiteX83" fmla="*/ 55369 w 241074"/>
              <a:gd name="connsiteY83" fmla="*/ 272024 h 457158"/>
              <a:gd name="connsiteX84" fmla="*/ 57462 w 241074"/>
              <a:gd name="connsiteY84" fmla="*/ 265364 h 457158"/>
              <a:gd name="connsiteX85" fmla="*/ 63931 w 241074"/>
              <a:gd name="connsiteY85" fmla="*/ 238536 h 457158"/>
              <a:gd name="connsiteX86" fmla="*/ 77060 w 241074"/>
              <a:gd name="connsiteY86" fmla="*/ 228642 h 457158"/>
              <a:gd name="connsiteX87" fmla="*/ 82007 w 241074"/>
              <a:gd name="connsiteY87" fmla="*/ 218177 h 457158"/>
              <a:gd name="connsiteX88" fmla="*/ 82007 w 241074"/>
              <a:gd name="connsiteY88" fmla="*/ 201814 h 457158"/>
              <a:gd name="connsiteX89" fmla="*/ 75538 w 241074"/>
              <a:gd name="connsiteY89" fmla="*/ 189446 h 457158"/>
              <a:gd name="connsiteX90" fmla="*/ 75538 w 241074"/>
              <a:gd name="connsiteY90" fmla="*/ 182025 h 457158"/>
              <a:gd name="connsiteX91" fmla="*/ 82958 w 241074"/>
              <a:gd name="connsiteY91" fmla="*/ 182025 h 457158"/>
              <a:gd name="connsiteX92" fmla="*/ 92282 w 241074"/>
              <a:gd name="connsiteY92" fmla="*/ 179932 h 457158"/>
              <a:gd name="connsiteX93" fmla="*/ 106742 w 241074"/>
              <a:gd name="connsiteY93" fmla="*/ 173653 h 457158"/>
              <a:gd name="connsiteX94" fmla="*/ 133951 w 241074"/>
              <a:gd name="connsiteY94" fmla="*/ 154817 h 457158"/>
              <a:gd name="connsiteX95" fmla="*/ 142133 w 241074"/>
              <a:gd name="connsiteY95" fmla="*/ 139595 h 457158"/>
              <a:gd name="connsiteX96" fmla="*/ 142133 w 241074"/>
              <a:gd name="connsiteY96" fmla="*/ 127227 h 457158"/>
              <a:gd name="connsiteX97" fmla="*/ 140801 w 241074"/>
              <a:gd name="connsiteY97" fmla="*/ 120758 h 457158"/>
              <a:gd name="connsiteX98" fmla="*/ 133951 w 241074"/>
              <a:gd name="connsiteY98" fmla="*/ 106107 h 457158"/>
              <a:gd name="connsiteX99" fmla="*/ 139469 w 241074"/>
              <a:gd name="connsiteY99" fmla="*/ 94500 h 457158"/>
              <a:gd name="connsiteX100" fmla="*/ 139469 w 241074"/>
              <a:gd name="connsiteY100" fmla="*/ 94500 h 457158"/>
              <a:gd name="connsiteX101" fmla="*/ 139469 w 241074"/>
              <a:gd name="connsiteY101" fmla="*/ 94500 h 457158"/>
              <a:gd name="connsiteX102" fmla="*/ 140420 w 241074"/>
              <a:gd name="connsiteY102" fmla="*/ 80611 h 457158"/>
              <a:gd name="connsiteX103" fmla="*/ 134142 w 241074"/>
              <a:gd name="connsiteY103" fmla="*/ 60632 h 457158"/>
              <a:gd name="connsiteX104" fmla="*/ 136805 w 241074"/>
              <a:gd name="connsiteY104" fmla="*/ 58539 h 457158"/>
              <a:gd name="connsiteX105" fmla="*/ 141943 w 241074"/>
              <a:gd name="connsiteY105" fmla="*/ 45220 h 457158"/>
              <a:gd name="connsiteX106" fmla="*/ 141943 w 241074"/>
              <a:gd name="connsiteY106" fmla="*/ 26764 h 457158"/>
              <a:gd name="connsiteX107" fmla="*/ 147270 w 241074"/>
              <a:gd name="connsiteY107" fmla="*/ 23719 h 457158"/>
              <a:gd name="connsiteX108" fmla="*/ 150885 w 241074"/>
              <a:gd name="connsiteY108" fmla="*/ 30950 h 457158"/>
              <a:gd name="connsiteX109" fmla="*/ 164585 w 241074"/>
              <a:gd name="connsiteY109" fmla="*/ 39892 h 457158"/>
              <a:gd name="connsiteX110" fmla="*/ 167820 w 241074"/>
              <a:gd name="connsiteY110" fmla="*/ 39512 h 457158"/>
              <a:gd name="connsiteX111" fmla="*/ 169152 w 241074"/>
              <a:gd name="connsiteY111" fmla="*/ 39131 h 457158"/>
              <a:gd name="connsiteX112" fmla="*/ 179236 w 241074"/>
              <a:gd name="connsiteY112" fmla="*/ 30569 h 457158"/>
              <a:gd name="connsiteX113" fmla="*/ 180187 w 241074"/>
              <a:gd name="connsiteY113" fmla="*/ 27905 h 457158"/>
              <a:gd name="connsiteX114" fmla="*/ 183041 w 241074"/>
              <a:gd name="connsiteY114" fmla="*/ 18011 h 457158"/>
              <a:gd name="connsiteX115" fmla="*/ 183041 w 241074"/>
              <a:gd name="connsiteY115" fmla="*/ 81942 h 457158"/>
              <a:gd name="connsiteX116" fmla="*/ 189701 w 241074"/>
              <a:gd name="connsiteY116" fmla="*/ 296379 h 457158"/>
              <a:gd name="connsiteX117" fmla="*/ 202449 w 241074"/>
              <a:gd name="connsiteY117" fmla="*/ 313313 h 457158"/>
              <a:gd name="connsiteX118" fmla="*/ 194838 w 241074"/>
              <a:gd name="connsiteY118" fmla="*/ 323017 h 457158"/>
              <a:gd name="connsiteX119" fmla="*/ 194648 w 241074"/>
              <a:gd name="connsiteY119" fmla="*/ 344327 h 457158"/>
              <a:gd name="connsiteX120" fmla="*/ 207586 w 241074"/>
              <a:gd name="connsiteY120" fmla="*/ 362213 h 457158"/>
              <a:gd name="connsiteX121" fmla="*/ 204923 w 241074"/>
              <a:gd name="connsiteY121" fmla="*/ 366399 h 457158"/>
              <a:gd name="connsiteX122" fmla="*/ 204542 w 241074"/>
              <a:gd name="connsiteY122" fmla="*/ 382381 h 457158"/>
              <a:gd name="connsiteX123" fmla="*/ 215768 w 241074"/>
              <a:gd name="connsiteY123" fmla="*/ 392656 h 457158"/>
              <a:gd name="connsiteX124" fmla="*/ 219383 w 241074"/>
              <a:gd name="connsiteY124" fmla="*/ 393988 h 457158"/>
              <a:gd name="connsiteX125" fmla="*/ 204923 w 241074"/>
              <a:gd name="connsiteY125" fmla="*/ 408639 h 45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241074" h="457158">
                <a:moveTo>
                  <a:pt x="241074" y="391134"/>
                </a:moveTo>
                <a:cubicBezTo>
                  <a:pt x="240884" y="389041"/>
                  <a:pt x="240313" y="387138"/>
                  <a:pt x="239362" y="385426"/>
                </a:cubicBezTo>
                <a:cubicBezTo>
                  <a:pt x="238030" y="383143"/>
                  <a:pt x="236127" y="381811"/>
                  <a:pt x="234034" y="380288"/>
                </a:cubicBezTo>
                <a:cubicBezTo>
                  <a:pt x="231751" y="378766"/>
                  <a:pt x="230609" y="378386"/>
                  <a:pt x="226994" y="377244"/>
                </a:cubicBezTo>
                <a:cubicBezTo>
                  <a:pt x="225282" y="376673"/>
                  <a:pt x="223759" y="376293"/>
                  <a:pt x="222047" y="375722"/>
                </a:cubicBezTo>
                <a:lnTo>
                  <a:pt x="225091" y="370204"/>
                </a:lnTo>
                <a:cubicBezTo>
                  <a:pt x="227945" y="364115"/>
                  <a:pt x="227375" y="357075"/>
                  <a:pt x="223569" y="351367"/>
                </a:cubicBezTo>
                <a:lnTo>
                  <a:pt x="211011" y="333482"/>
                </a:lnTo>
                <a:lnTo>
                  <a:pt x="219383" y="322636"/>
                </a:lnTo>
                <a:lnTo>
                  <a:pt x="220525" y="320924"/>
                </a:lnTo>
                <a:cubicBezTo>
                  <a:pt x="223379" y="315025"/>
                  <a:pt x="222808" y="308176"/>
                  <a:pt x="219383" y="302658"/>
                </a:cubicBezTo>
                <a:cubicBezTo>
                  <a:pt x="216910" y="298852"/>
                  <a:pt x="213295" y="296188"/>
                  <a:pt x="209109" y="294856"/>
                </a:cubicBezTo>
                <a:lnTo>
                  <a:pt x="202830" y="79088"/>
                </a:lnTo>
                <a:lnTo>
                  <a:pt x="202830" y="17250"/>
                </a:lnTo>
                <a:cubicBezTo>
                  <a:pt x="201878" y="8688"/>
                  <a:pt x="195599" y="1838"/>
                  <a:pt x="187227" y="316"/>
                </a:cubicBezTo>
                <a:cubicBezTo>
                  <a:pt x="178855" y="-1206"/>
                  <a:pt x="170483" y="2789"/>
                  <a:pt x="166107" y="11923"/>
                </a:cubicBezTo>
                <a:lnTo>
                  <a:pt x="165156" y="15347"/>
                </a:lnTo>
                <a:lnTo>
                  <a:pt x="164204" y="14396"/>
                </a:lnTo>
                <a:cubicBezTo>
                  <a:pt x="157925" y="4502"/>
                  <a:pt x="149744" y="2219"/>
                  <a:pt x="139469" y="6595"/>
                </a:cubicBezTo>
                <a:lnTo>
                  <a:pt x="130907" y="11352"/>
                </a:lnTo>
                <a:cubicBezTo>
                  <a:pt x="126150" y="14206"/>
                  <a:pt x="123486" y="19533"/>
                  <a:pt x="123486" y="25812"/>
                </a:cubicBezTo>
                <a:lnTo>
                  <a:pt x="123486" y="46932"/>
                </a:lnTo>
                <a:cubicBezTo>
                  <a:pt x="117778" y="52450"/>
                  <a:pt x="114924" y="60061"/>
                  <a:pt x="116827" y="67101"/>
                </a:cubicBezTo>
                <a:lnTo>
                  <a:pt x="122725" y="86319"/>
                </a:lnTo>
                <a:lnTo>
                  <a:pt x="117207" y="97925"/>
                </a:lnTo>
                <a:cubicBezTo>
                  <a:pt x="114544" y="103253"/>
                  <a:pt x="114734" y="109532"/>
                  <a:pt x="117207" y="114669"/>
                </a:cubicBezTo>
                <a:lnTo>
                  <a:pt x="123486" y="127798"/>
                </a:lnTo>
                <a:lnTo>
                  <a:pt x="123486" y="139405"/>
                </a:lnTo>
                <a:cubicBezTo>
                  <a:pt x="119300" y="142259"/>
                  <a:pt x="101225" y="154817"/>
                  <a:pt x="99702" y="155958"/>
                </a:cubicBezTo>
                <a:lnTo>
                  <a:pt x="83149" y="162998"/>
                </a:lnTo>
                <a:lnTo>
                  <a:pt x="75728" y="162998"/>
                </a:lnTo>
                <a:cubicBezTo>
                  <a:pt x="70591" y="162998"/>
                  <a:pt x="65834" y="165091"/>
                  <a:pt x="62219" y="168706"/>
                </a:cubicBezTo>
                <a:cubicBezTo>
                  <a:pt x="59365" y="171560"/>
                  <a:pt x="57462" y="175176"/>
                  <a:pt x="56891" y="179362"/>
                </a:cubicBezTo>
                <a:lnTo>
                  <a:pt x="56891" y="189065"/>
                </a:lnTo>
                <a:cubicBezTo>
                  <a:pt x="56891" y="192490"/>
                  <a:pt x="57652" y="195535"/>
                  <a:pt x="59174" y="198579"/>
                </a:cubicBezTo>
                <a:lnTo>
                  <a:pt x="64883" y="210947"/>
                </a:lnTo>
                <a:lnTo>
                  <a:pt x="60126" y="221031"/>
                </a:lnTo>
                <a:cubicBezTo>
                  <a:pt x="53276" y="222553"/>
                  <a:pt x="47378" y="227500"/>
                  <a:pt x="45665" y="234540"/>
                </a:cubicBezTo>
                <a:cubicBezTo>
                  <a:pt x="45665" y="234540"/>
                  <a:pt x="39006" y="261939"/>
                  <a:pt x="39006" y="261939"/>
                </a:cubicBezTo>
                <a:lnTo>
                  <a:pt x="20930" y="299042"/>
                </a:lnTo>
                <a:cubicBezTo>
                  <a:pt x="19598" y="301706"/>
                  <a:pt x="19027" y="304560"/>
                  <a:pt x="19027" y="307605"/>
                </a:cubicBezTo>
                <a:lnTo>
                  <a:pt x="19027" y="321304"/>
                </a:lnTo>
                <a:cubicBezTo>
                  <a:pt x="19027" y="321304"/>
                  <a:pt x="11416" y="336907"/>
                  <a:pt x="11416" y="336907"/>
                </a:cubicBezTo>
                <a:cubicBezTo>
                  <a:pt x="10084" y="339570"/>
                  <a:pt x="9323" y="342615"/>
                  <a:pt x="9323" y="345659"/>
                </a:cubicBezTo>
                <a:lnTo>
                  <a:pt x="9323" y="396081"/>
                </a:lnTo>
                <a:cubicBezTo>
                  <a:pt x="9323" y="396081"/>
                  <a:pt x="5328" y="399886"/>
                  <a:pt x="5328" y="399886"/>
                </a:cubicBezTo>
                <a:cubicBezTo>
                  <a:pt x="1903" y="403311"/>
                  <a:pt x="0" y="407878"/>
                  <a:pt x="0" y="412635"/>
                </a:cubicBezTo>
                <a:lnTo>
                  <a:pt x="0" y="426334"/>
                </a:lnTo>
                <a:cubicBezTo>
                  <a:pt x="0" y="429569"/>
                  <a:pt x="761" y="432613"/>
                  <a:pt x="2093" y="435277"/>
                </a:cubicBezTo>
                <a:lnTo>
                  <a:pt x="7991" y="446503"/>
                </a:lnTo>
                <a:lnTo>
                  <a:pt x="7991" y="446503"/>
                </a:lnTo>
                <a:cubicBezTo>
                  <a:pt x="11226" y="452782"/>
                  <a:pt x="17695" y="456968"/>
                  <a:pt x="24926" y="457158"/>
                </a:cubicBezTo>
                <a:cubicBezTo>
                  <a:pt x="35391" y="457158"/>
                  <a:pt x="56130" y="457158"/>
                  <a:pt x="56701" y="457158"/>
                </a:cubicBezTo>
                <a:lnTo>
                  <a:pt x="56701" y="457158"/>
                </a:lnTo>
                <a:cubicBezTo>
                  <a:pt x="82197" y="457158"/>
                  <a:pt x="148792" y="457158"/>
                  <a:pt x="148792" y="457158"/>
                </a:cubicBezTo>
                <a:cubicBezTo>
                  <a:pt x="152408" y="457158"/>
                  <a:pt x="155832" y="454875"/>
                  <a:pt x="159067" y="453543"/>
                </a:cubicBezTo>
                <a:cubicBezTo>
                  <a:pt x="159067" y="453543"/>
                  <a:pt x="174669" y="446884"/>
                  <a:pt x="175050" y="446693"/>
                </a:cubicBezTo>
                <a:cubicBezTo>
                  <a:pt x="178285" y="444410"/>
                  <a:pt x="179807" y="441366"/>
                  <a:pt x="180378" y="437560"/>
                </a:cubicBezTo>
                <a:cubicBezTo>
                  <a:pt x="180378" y="436989"/>
                  <a:pt x="180378" y="434135"/>
                  <a:pt x="180378" y="434135"/>
                </a:cubicBezTo>
                <a:lnTo>
                  <a:pt x="192174" y="428617"/>
                </a:lnTo>
                <a:lnTo>
                  <a:pt x="206825" y="428617"/>
                </a:lnTo>
                <a:cubicBezTo>
                  <a:pt x="212343" y="428427"/>
                  <a:pt x="215197" y="426144"/>
                  <a:pt x="218432" y="423100"/>
                </a:cubicBezTo>
                <a:lnTo>
                  <a:pt x="235366" y="406165"/>
                </a:lnTo>
                <a:cubicBezTo>
                  <a:pt x="240694" y="400648"/>
                  <a:pt x="241264" y="395510"/>
                  <a:pt x="240884" y="392085"/>
                </a:cubicBezTo>
                <a:close/>
                <a:moveTo>
                  <a:pt x="205113" y="409019"/>
                </a:moveTo>
                <a:lnTo>
                  <a:pt x="192365" y="409019"/>
                </a:lnTo>
                <a:cubicBezTo>
                  <a:pt x="188940" y="409019"/>
                  <a:pt x="185515" y="409781"/>
                  <a:pt x="183232" y="411112"/>
                </a:cubicBezTo>
                <a:lnTo>
                  <a:pt x="170293" y="417011"/>
                </a:lnTo>
                <a:cubicBezTo>
                  <a:pt x="164966" y="420246"/>
                  <a:pt x="161731" y="425954"/>
                  <a:pt x="161350" y="431662"/>
                </a:cubicBezTo>
                <a:lnTo>
                  <a:pt x="148792" y="437370"/>
                </a:lnTo>
                <a:lnTo>
                  <a:pt x="46807" y="437370"/>
                </a:lnTo>
                <a:cubicBezTo>
                  <a:pt x="46807" y="437370"/>
                  <a:pt x="46807" y="437370"/>
                  <a:pt x="46807" y="437370"/>
                </a:cubicBezTo>
                <a:lnTo>
                  <a:pt x="24735" y="437370"/>
                </a:lnTo>
                <a:cubicBezTo>
                  <a:pt x="24735" y="437370"/>
                  <a:pt x="18647" y="425763"/>
                  <a:pt x="18647" y="425763"/>
                </a:cubicBezTo>
                <a:lnTo>
                  <a:pt x="18647" y="412635"/>
                </a:lnTo>
                <a:cubicBezTo>
                  <a:pt x="18647" y="412635"/>
                  <a:pt x="23023" y="408639"/>
                  <a:pt x="23023" y="408639"/>
                </a:cubicBezTo>
                <a:cubicBezTo>
                  <a:pt x="26448" y="405024"/>
                  <a:pt x="27970" y="401028"/>
                  <a:pt x="27970" y="395891"/>
                </a:cubicBezTo>
                <a:lnTo>
                  <a:pt x="27970" y="381240"/>
                </a:lnTo>
                <a:cubicBezTo>
                  <a:pt x="27970" y="381240"/>
                  <a:pt x="27970" y="381240"/>
                  <a:pt x="27970" y="381240"/>
                </a:cubicBezTo>
                <a:lnTo>
                  <a:pt x="27970" y="344708"/>
                </a:lnTo>
                <a:cubicBezTo>
                  <a:pt x="27970" y="344708"/>
                  <a:pt x="35771" y="329486"/>
                  <a:pt x="35771" y="329486"/>
                </a:cubicBezTo>
                <a:cubicBezTo>
                  <a:pt x="36913" y="327203"/>
                  <a:pt x="37293" y="324729"/>
                  <a:pt x="37484" y="322065"/>
                </a:cubicBezTo>
                <a:lnTo>
                  <a:pt x="37484" y="307034"/>
                </a:lnTo>
                <a:cubicBezTo>
                  <a:pt x="37484" y="307034"/>
                  <a:pt x="55369" y="272024"/>
                  <a:pt x="55369" y="272024"/>
                </a:cubicBezTo>
                <a:lnTo>
                  <a:pt x="57462" y="265364"/>
                </a:lnTo>
                <a:cubicBezTo>
                  <a:pt x="57462" y="265364"/>
                  <a:pt x="63931" y="238536"/>
                  <a:pt x="63931" y="238536"/>
                </a:cubicBezTo>
                <a:cubicBezTo>
                  <a:pt x="69449" y="237394"/>
                  <a:pt x="74396" y="233779"/>
                  <a:pt x="77060" y="228642"/>
                </a:cubicBezTo>
                <a:lnTo>
                  <a:pt x="82007" y="218177"/>
                </a:lnTo>
                <a:cubicBezTo>
                  <a:pt x="84481" y="213040"/>
                  <a:pt x="84481" y="206951"/>
                  <a:pt x="82007" y="201814"/>
                </a:cubicBezTo>
                <a:lnTo>
                  <a:pt x="75538" y="189446"/>
                </a:lnTo>
                <a:lnTo>
                  <a:pt x="75538" y="182025"/>
                </a:lnTo>
                <a:cubicBezTo>
                  <a:pt x="75538" y="182025"/>
                  <a:pt x="82958" y="182025"/>
                  <a:pt x="82958" y="182025"/>
                </a:cubicBezTo>
                <a:cubicBezTo>
                  <a:pt x="86383" y="182025"/>
                  <a:pt x="90760" y="181074"/>
                  <a:pt x="92282" y="179932"/>
                </a:cubicBezTo>
                <a:lnTo>
                  <a:pt x="106742" y="173653"/>
                </a:lnTo>
                <a:cubicBezTo>
                  <a:pt x="106742" y="173653"/>
                  <a:pt x="129575" y="157671"/>
                  <a:pt x="133951" y="154817"/>
                </a:cubicBezTo>
                <a:cubicBezTo>
                  <a:pt x="139089" y="151392"/>
                  <a:pt x="142133" y="145493"/>
                  <a:pt x="142133" y="139595"/>
                </a:cubicBezTo>
                <a:lnTo>
                  <a:pt x="142133" y="127227"/>
                </a:lnTo>
                <a:cubicBezTo>
                  <a:pt x="142133" y="124944"/>
                  <a:pt x="141562" y="123041"/>
                  <a:pt x="140801" y="120758"/>
                </a:cubicBezTo>
                <a:lnTo>
                  <a:pt x="133951" y="106107"/>
                </a:lnTo>
                <a:lnTo>
                  <a:pt x="139469" y="94500"/>
                </a:lnTo>
                <a:lnTo>
                  <a:pt x="139469" y="94500"/>
                </a:lnTo>
                <a:cubicBezTo>
                  <a:pt x="139469" y="94500"/>
                  <a:pt x="139469" y="94500"/>
                  <a:pt x="139469" y="94500"/>
                </a:cubicBezTo>
                <a:cubicBezTo>
                  <a:pt x="141562" y="90124"/>
                  <a:pt x="141943" y="84987"/>
                  <a:pt x="140420" y="80611"/>
                </a:cubicBezTo>
                <a:lnTo>
                  <a:pt x="134142" y="60632"/>
                </a:lnTo>
                <a:lnTo>
                  <a:pt x="136805" y="58539"/>
                </a:lnTo>
                <a:cubicBezTo>
                  <a:pt x="140420" y="54924"/>
                  <a:pt x="141943" y="50167"/>
                  <a:pt x="141943" y="45220"/>
                </a:cubicBezTo>
                <a:lnTo>
                  <a:pt x="141943" y="26764"/>
                </a:lnTo>
                <a:cubicBezTo>
                  <a:pt x="141943" y="26764"/>
                  <a:pt x="147270" y="23719"/>
                  <a:pt x="147270" y="23719"/>
                </a:cubicBezTo>
                <a:lnTo>
                  <a:pt x="150885" y="30950"/>
                </a:lnTo>
                <a:cubicBezTo>
                  <a:pt x="152598" y="34184"/>
                  <a:pt x="156403" y="39892"/>
                  <a:pt x="164585" y="39892"/>
                </a:cubicBezTo>
                <a:cubicBezTo>
                  <a:pt x="165727" y="39892"/>
                  <a:pt x="166488" y="39892"/>
                  <a:pt x="167820" y="39512"/>
                </a:cubicBezTo>
                <a:lnTo>
                  <a:pt x="169152" y="39131"/>
                </a:lnTo>
                <a:cubicBezTo>
                  <a:pt x="176572" y="36848"/>
                  <a:pt x="177904" y="33043"/>
                  <a:pt x="179236" y="30569"/>
                </a:cubicBezTo>
                <a:lnTo>
                  <a:pt x="180187" y="27905"/>
                </a:lnTo>
                <a:lnTo>
                  <a:pt x="183041" y="18011"/>
                </a:lnTo>
                <a:lnTo>
                  <a:pt x="183041" y="81942"/>
                </a:lnTo>
                <a:cubicBezTo>
                  <a:pt x="183041" y="81942"/>
                  <a:pt x="189701" y="296379"/>
                  <a:pt x="189701" y="296379"/>
                </a:cubicBezTo>
                <a:cubicBezTo>
                  <a:pt x="190081" y="304180"/>
                  <a:pt x="195219" y="310839"/>
                  <a:pt x="202449" y="313313"/>
                </a:cubicBezTo>
                <a:lnTo>
                  <a:pt x="194838" y="323017"/>
                </a:lnTo>
                <a:cubicBezTo>
                  <a:pt x="190462" y="329486"/>
                  <a:pt x="190081" y="337668"/>
                  <a:pt x="194648" y="344327"/>
                </a:cubicBezTo>
                <a:lnTo>
                  <a:pt x="207586" y="362213"/>
                </a:lnTo>
                <a:lnTo>
                  <a:pt x="204923" y="366399"/>
                </a:lnTo>
                <a:cubicBezTo>
                  <a:pt x="202449" y="371346"/>
                  <a:pt x="202259" y="377244"/>
                  <a:pt x="204542" y="382381"/>
                </a:cubicBezTo>
                <a:cubicBezTo>
                  <a:pt x="206825" y="387519"/>
                  <a:pt x="211202" y="391514"/>
                  <a:pt x="215768" y="392656"/>
                </a:cubicBezTo>
                <a:lnTo>
                  <a:pt x="219383" y="393988"/>
                </a:lnTo>
                <a:lnTo>
                  <a:pt x="204923" y="408639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3" name="Graphic 38" descr="New Jersey icon.">
            <a:extLst>
              <a:ext uri="{FF2B5EF4-FFF2-40B4-BE49-F238E27FC236}">
                <a16:creationId xmlns:a16="http://schemas.microsoft.com/office/drawing/2014/main" id="{B3EC82F9-B8EF-D490-4361-6AB8223269AE}"/>
              </a:ext>
            </a:extLst>
          </p:cNvPr>
          <p:cNvSpPr/>
          <p:nvPr/>
        </p:nvSpPr>
        <p:spPr>
          <a:xfrm>
            <a:off x="8418755" y="4246755"/>
            <a:ext cx="244154" cy="457033"/>
          </a:xfrm>
          <a:custGeom>
            <a:avLst/>
            <a:gdLst>
              <a:gd name="connsiteX0" fmla="*/ 233524 w 244154"/>
              <a:gd name="connsiteY0" fmla="*/ 53467 h 457033"/>
              <a:gd name="connsiteX1" fmla="*/ 132490 w 244154"/>
              <a:gd name="connsiteY1" fmla="*/ 2094 h 457033"/>
              <a:gd name="connsiteX2" fmla="*/ 110418 w 244154"/>
              <a:gd name="connsiteY2" fmla="*/ 5519 h 457033"/>
              <a:gd name="connsiteX3" fmla="*/ 96909 w 244154"/>
              <a:gd name="connsiteY3" fmla="*/ 18838 h 457033"/>
              <a:gd name="connsiteX4" fmla="*/ 93294 w 244154"/>
              <a:gd name="connsiteY4" fmla="*/ 24165 h 457033"/>
              <a:gd name="connsiteX5" fmla="*/ 86825 w 244154"/>
              <a:gd name="connsiteY5" fmla="*/ 38816 h 457033"/>
              <a:gd name="connsiteX6" fmla="*/ 74457 w 244154"/>
              <a:gd name="connsiteY6" fmla="*/ 44524 h 457033"/>
              <a:gd name="connsiteX7" fmla="*/ 65134 w 244154"/>
              <a:gd name="connsiteY7" fmla="*/ 60888 h 457033"/>
              <a:gd name="connsiteX8" fmla="*/ 64944 w 244154"/>
              <a:gd name="connsiteY8" fmla="*/ 91522 h 457033"/>
              <a:gd name="connsiteX9" fmla="*/ 57903 w 244154"/>
              <a:gd name="connsiteY9" fmla="*/ 105411 h 457033"/>
              <a:gd name="connsiteX10" fmla="*/ 48770 w 244154"/>
              <a:gd name="connsiteY10" fmla="*/ 110168 h 457033"/>
              <a:gd name="connsiteX11" fmla="*/ 41730 w 244154"/>
              <a:gd name="connsiteY11" fmla="*/ 135094 h 457033"/>
              <a:gd name="connsiteX12" fmla="*/ 56191 w 244154"/>
              <a:gd name="connsiteY12" fmla="*/ 163254 h 457033"/>
              <a:gd name="connsiteX13" fmla="*/ 63992 w 244154"/>
              <a:gd name="connsiteY13" fmla="*/ 187799 h 457033"/>
              <a:gd name="connsiteX14" fmla="*/ 76360 w 244154"/>
              <a:gd name="connsiteY14" fmla="*/ 199786 h 457033"/>
              <a:gd name="connsiteX15" fmla="*/ 93675 w 244154"/>
              <a:gd name="connsiteY15" fmla="*/ 204923 h 457033"/>
              <a:gd name="connsiteX16" fmla="*/ 98051 w 244154"/>
              <a:gd name="connsiteY16" fmla="*/ 208348 h 457033"/>
              <a:gd name="connsiteX17" fmla="*/ 59806 w 244154"/>
              <a:gd name="connsiteY17" fmla="*/ 239363 h 457033"/>
              <a:gd name="connsiteX18" fmla="*/ 21181 w 244154"/>
              <a:gd name="connsiteY18" fmla="*/ 277988 h 457033"/>
              <a:gd name="connsiteX19" fmla="*/ 18327 w 244154"/>
              <a:gd name="connsiteY19" fmla="*/ 282174 h 457033"/>
              <a:gd name="connsiteX20" fmla="*/ 2154 w 244154"/>
              <a:gd name="connsiteY20" fmla="*/ 313949 h 457033"/>
              <a:gd name="connsiteX21" fmla="*/ 3486 w 244154"/>
              <a:gd name="connsiteY21" fmla="*/ 333737 h 457033"/>
              <a:gd name="connsiteX22" fmla="*/ 28982 w 244154"/>
              <a:gd name="connsiteY22" fmla="*/ 367415 h 457033"/>
              <a:gd name="connsiteX23" fmla="*/ 44584 w 244154"/>
              <a:gd name="connsiteY23" fmla="*/ 398430 h 457033"/>
              <a:gd name="connsiteX24" fmla="*/ 57713 w 244154"/>
              <a:gd name="connsiteY24" fmla="*/ 433059 h 457033"/>
              <a:gd name="connsiteX25" fmla="*/ 75218 w 244154"/>
              <a:gd name="connsiteY25" fmla="*/ 450945 h 457033"/>
              <a:gd name="connsiteX26" fmla="*/ 89869 w 244154"/>
              <a:gd name="connsiteY26" fmla="*/ 457033 h 457033"/>
              <a:gd name="connsiteX27" fmla="*/ 94245 w 244154"/>
              <a:gd name="connsiteY27" fmla="*/ 456463 h 457033"/>
              <a:gd name="connsiteX28" fmla="*/ 107564 w 244154"/>
              <a:gd name="connsiteY28" fmla="*/ 445046 h 457033"/>
              <a:gd name="connsiteX29" fmla="*/ 111370 w 244154"/>
              <a:gd name="connsiteY29" fmla="*/ 436484 h 457033"/>
              <a:gd name="connsiteX30" fmla="*/ 116697 w 244154"/>
              <a:gd name="connsiteY30" fmla="*/ 425448 h 457033"/>
              <a:gd name="connsiteX31" fmla="*/ 128685 w 244154"/>
              <a:gd name="connsiteY31" fmla="*/ 407182 h 457033"/>
              <a:gd name="connsiteX32" fmla="*/ 131919 w 244154"/>
              <a:gd name="connsiteY32" fmla="*/ 396337 h 457033"/>
              <a:gd name="connsiteX33" fmla="*/ 131919 w 244154"/>
              <a:gd name="connsiteY33" fmla="*/ 384540 h 457033"/>
              <a:gd name="connsiteX34" fmla="*/ 145428 w 244154"/>
              <a:gd name="connsiteY34" fmla="*/ 370650 h 457033"/>
              <a:gd name="connsiteX35" fmla="*/ 155703 w 244154"/>
              <a:gd name="connsiteY35" fmla="*/ 370650 h 457033"/>
              <a:gd name="connsiteX36" fmla="*/ 171496 w 244154"/>
              <a:gd name="connsiteY36" fmla="*/ 362088 h 457033"/>
              <a:gd name="connsiteX37" fmla="*/ 185766 w 244154"/>
              <a:gd name="connsiteY37" fmla="*/ 340207 h 457033"/>
              <a:gd name="connsiteX38" fmla="*/ 189001 w 244154"/>
              <a:gd name="connsiteY38" fmla="*/ 329361 h 457033"/>
              <a:gd name="connsiteX39" fmla="*/ 189001 w 244154"/>
              <a:gd name="connsiteY39" fmla="*/ 316042 h 457033"/>
              <a:gd name="connsiteX40" fmla="*/ 198895 w 244154"/>
              <a:gd name="connsiteY40" fmla="*/ 296444 h 457033"/>
              <a:gd name="connsiteX41" fmla="*/ 207267 w 244154"/>
              <a:gd name="connsiteY41" fmla="*/ 269235 h 457033"/>
              <a:gd name="connsiteX42" fmla="*/ 208218 w 244154"/>
              <a:gd name="connsiteY42" fmla="*/ 263337 h 457033"/>
              <a:gd name="connsiteX43" fmla="*/ 208218 w 244154"/>
              <a:gd name="connsiteY43" fmla="*/ 239933 h 457033"/>
              <a:gd name="connsiteX44" fmla="*/ 224201 w 244154"/>
              <a:gd name="connsiteY44" fmla="*/ 215388 h 457033"/>
              <a:gd name="connsiteX45" fmla="*/ 227245 w 244154"/>
              <a:gd name="connsiteY45" fmla="*/ 204733 h 457033"/>
              <a:gd name="connsiteX46" fmla="*/ 226865 w 244154"/>
              <a:gd name="connsiteY46" fmla="*/ 183994 h 457033"/>
              <a:gd name="connsiteX47" fmla="*/ 233905 w 244154"/>
              <a:gd name="connsiteY47" fmla="*/ 176954 h 457033"/>
              <a:gd name="connsiteX48" fmla="*/ 239042 w 244154"/>
              <a:gd name="connsiteY48" fmla="*/ 160019 h 457033"/>
              <a:gd name="connsiteX49" fmla="*/ 232002 w 244154"/>
              <a:gd name="connsiteY49" fmla="*/ 149935 h 457033"/>
              <a:gd name="connsiteX50" fmla="*/ 227436 w 244154"/>
              <a:gd name="connsiteY50" fmla="*/ 145559 h 457033"/>
              <a:gd name="connsiteX51" fmla="*/ 222679 w 244154"/>
              <a:gd name="connsiteY51" fmla="*/ 142324 h 457033"/>
              <a:gd name="connsiteX52" fmla="*/ 204222 w 244154"/>
              <a:gd name="connsiteY52" fmla="*/ 140612 h 457033"/>
              <a:gd name="connsiteX53" fmla="*/ 218493 w 244154"/>
              <a:gd name="connsiteY53" fmla="*/ 132811 h 457033"/>
              <a:gd name="connsiteX54" fmla="*/ 226865 w 244154"/>
              <a:gd name="connsiteY54" fmla="*/ 117208 h 457033"/>
              <a:gd name="connsiteX55" fmla="*/ 225913 w 244154"/>
              <a:gd name="connsiteY55" fmla="*/ 107695 h 457033"/>
              <a:gd name="connsiteX56" fmla="*/ 232383 w 244154"/>
              <a:gd name="connsiteY56" fmla="*/ 101606 h 457033"/>
              <a:gd name="connsiteX57" fmla="*/ 236569 w 244154"/>
              <a:gd name="connsiteY57" fmla="*/ 94946 h 457033"/>
              <a:gd name="connsiteX58" fmla="*/ 243038 w 244154"/>
              <a:gd name="connsiteY58" fmla="*/ 76490 h 457033"/>
              <a:gd name="connsiteX59" fmla="*/ 233714 w 244154"/>
              <a:gd name="connsiteY59" fmla="*/ 53087 h 457033"/>
              <a:gd name="connsiteX60" fmla="*/ 208218 w 244154"/>
              <a:gd name="connsiteY60" fmla="*/ 116828 h 457033"/>
              <a:gd name="connsiteX61" fmla="*/ 185576 w 244154"/>
              <a:gd name="connsiteY61" fmla="*/ 129576 h 457033"/>
              <a:gd name="connsiteX62" fmla="*/ 179297 w 244154"/>
              <a:gd name="connsiteY62" fmla="*/ 139089 h 457033"/>
              <a:gd name="connsiteX63" fmla="*/ 179297 w 244154"/>
              <a:gd name="connsiteY63" fmla="*/ 141373 h 457033"/>
              <a:gd name="connsiteX64" fmla="*/ 184434 w 244154"/>
              <a:gd name="connsiteY64" fmla="*/ 154882 h 457033"/>
              <a:gd name="connsiteX65" fmla="*/ 197943 w 244154"/>
              <a:gd name="connsiteY65" fmla="*/ 160590 h 457033"/>
              <a:gd name="connsiteX66" fmla="*/ 215258 w 244154"/>
              <a:gd name="connsiteY66" fmla="*/ 160590 h 457033"/>
              <a:gd name="connsiteX67" fmla="*/ 220015 w 244154"/>
              <a:gd name="connsiteY67" fmla="*/ 164015 h 457033"/>
              <a:gd name="connsiteX68" fmla="*/ 212785 w 244154"/>
              <a:gd name="connsiteY68" fmla="*/ 171245 h 457033"/>
              <a:gd name="connsiteX69" fmla="*/ 207457 w 244154"/>
              <a:gd name="connsiteY69" fmla="*/ 184564 h 457033"/>
              <a:gd name="connsiteX70" fmla="*/ 207457 w 244154"/>
              <a:gd name="connsiteY70" fmla="*/ 205494 h 457033"/>
              <a:gd name="connsiteX71" fmla="*/ 191474 w 244154"/>
              <a:gd name="connsiteY71" fmla="*/ 230039 h 457033"/>
              <a:gd name="connsiteX72" fmla="*/ 188430 w 244154"/>
              <a:gd name="connsiteY72" fmla="*/ 240504 h 457033"/>
              <a:gd name="connsiteX73" fmla="*/ 188430 w 244154"/>
              <a:gd name="connsiteY73" fmla="*/ 263908 h 457033"/>
              <a:gd name="connsiteX74" fmla="*/ 180058 w 244154"/>
              <a:gd name="connsiteY74" fmla="*/ 291117 h 457033"/>
              <a:gd name="connsiteX75" fmla="*/ 171115 w 244154"/>
              <a:gd name="connsiteY75" fmla="*/ 307860 h 457033"/>
              <a:gd name="connsiteX76" fmla="*/ 169212 w 244154"/>
              <a:gd name="connsiteY76" fmla="*/ 316042 h 457033"/>
              <a:gd name="connsiteX77" fmla="*/ 169212 w 244154"/>
              <a:gd name="connsiteY77" fmla="*/ 329742 h 457033"/>
              <a:gd name="connsiteX78" fmla="*/ 154752 w 244154"/>
              <a:gd name="connsiteY78" fmla="*/ 351623 h 457033"/>
              <a:gd name="connsiteX79" fmla="*/ 144858 w 244154"/>
              <a:gd name="connsiteY79" fmla="*/ 351623 h 457033"/>
              <a:gd name="connsiteX80" fmla="*/ 131158 w 244154"/>
              <a:gd name="connsiteY80" fmla="*/ 357521 h 457033"/>
              <a:gd name="connsiteX81" fmla="*/ 117839 w 244154"/>
              <a:gd name="connsiteY81" fmla="*/ 371031 h 457033"/>
              <a:gd name="connsiteX82" fmla="*/ 112321 w 244154"/>
              <a:gd name="connsiteY82" fmla="*/ 384540 h 457033"/>
              <a:gd name="connsiteX83" fmla="*/ 112321 w 244154"/>
              <a:gd name="connsiteY83" fmla="*/ 396717 h 457033"/>
              <a:gd name="connsiteX84" fmla="*/ 95577 w 244154"/>
              <a:gd name="connsiteY84" fmla="*/ 422404 h 457033"/>
              <a:gd name="connsiteX85" fmla="*/ 88537 w 244154"/>
              <a:gd name="connsiteY85" fmla="*/ 437055 h 457033"/>
              <a:gd name="connsiteX86" fmla="*/ 73506 w 244154"/>
              <a:gd name="connsiteY86" fmla="*/ 423165 h 457033"/>
              <a:gd name="connsiteX87" fmla="*/ 60948 w 244154"/>
              <a:gd name="connsiteY87" fmla="*/ 389677 h 457033"/>
              <a:gd name="connsiteX88" fmla="*/ 42682 w 244154"/>
              <a:gd name="connsiteY88" fmla="*/ 354667 h 457033"/>
              <a:gd name="connsiteX89" fmla="*/ 18517 w 244154"/>
              <a:gd name="connsiteY89" fmla="*/ 322321 h 457033"/>
              <a:gd name="connsiteX90" fmla="*/ 34881 w 244154"/>
              <a:gd name="connsiteY90" fmla="*/ 290355 h 457033"/>
              <a:gd name="connsiteX91" fmla="*/ 69129 w 244154"/>
              <a:gd name="connsiteY91" fmla="*/ 255726 h 457033"/>
              <a:gd name="connsiteX92" fmla="*/ 109277 w 244154"/>
              <a:gd name="connsiteY92" fmla="*/ 222999 h 457033"/>
              <a:gd name="connsiteX93" fmla="*/ 116888 w 244154"/>
              <a:gd name="connsiteY93" fmla="*/ 208919 h 457033"/>
              <a:gd name="connsiteX94" fmla="*/ 108896 w 244154"/>
              <a:gd name="connsiteY94" fmla="*/ 192746 h 457033"/>
              <a:gd name="connsiteX95" fmla="*/ 81687 w 244154"/>
              <a:gd name="connsiteY95" fmla="*/ 181520 h 457033"/>
              <a:gd name="connsiteX96" fmla="*/ 74457 w 244154"/>
              <a:gd name="connsiteY96" fmla="*/ 158878 h 457033"/>
              <a:gd name="connsiteX97" fmla="*/ 57523 w 244154"/>
              <a:gd name="connsiteY97" fmla="*/ 126912 h 457033"/>
              <a:gd name="connsiteX98" fmla="*/ 66846 w 244154"/>
              <a:gd name="connsiteY98" fmla="*/ 121965 h 457033"/>
              <a:gd name="connsiteX99" fmla="*/ 74457 w 244154"/>
              <a:gd name="connsiteY99" fmla="*/ 113974 h 457033"/>
              <a:gd name="connsiteX100" fmla="*/ 81497 w 244154"/>
              <a:gd name="connsiteY100" fmla="*/ 100084 h 457033"/>
              <a:gd name="connsiteX101" fmla="*/ 83590 w 244154"/>
              <a:gd name="connsiteY101" fmla="*/ 91712 h 457033"/>
              <a:gd name="connsiteX102" fmla="*/ 83210 w 244154"/>
              <a:gd name="connsiteY102" fmla="*/ 61078 h 457033"/>
              <a:gd name="connsiteX103" fmla="*/ 94055 w 244154"/>
              <a:gd name="connsiteY103" fmla="*/ 56131 h 457033"/>
              <a:gd name="connsiteX104" fmla="*/ 103188 w 244154"/>
              <a:gd name="connsiteY104" fmla="*/ 46998 h 457033"/>
              <a:gd name="connsiteX105" fmla="*/ 110038 w 244154"/>
              <a:gd name="connsiteY105" fmla="*/ 32347 h 457033"/>
              <a:gd name="connsiteX106" fmla="*/ 123357 w 244154"/>
              <a:gd name="connsiteY106" fmla="*/ 19028 h 457033"/>
              <a:gd name="connsiteX107" fmla="*/ 224391 w 244154"/>
              <a:gd name="connsiteY107" fmla="*/ 70401 h 457033"/>
              <a:gd name="connsiteX108" fmla="*/ 217922 w 244154"/>
              <a:gd name="connsiteY108" fmla="*/ 88667 h 457033"/>
              <a:gd name="connsiteX109" fmla="*/ 211072 w 244154"/>
              <a:gd name="connsiteY109" fmla="*/ 95327 h 457033"/>
              <a:gd name="connsiteX110" fmla="*/ 207267 w 244154"/>
              <a:gd name="connsiteY110" fmla="*/ 106553 h 457033"/>
              <a:gd name="connsiteX111" fmla="*/ 208028 w 244154"/>
              <a:gd name="connsiteY111" fmla="*/ 116828 h 45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244154" h="457033">
                <a:moveTo>
                  <a:pt x="233524" y="53467"/>
                </a:moveTo>
                <a:lnTo>
                  <a:pt x="132490" y="2094"/>
                </a:lnTo>
                <a:cubicBezTo>
                  <a:pt x="125069" y="-1712"/>
                  <a:pt x="116317" y="-189"/>
                  <a:pt x="110418" y="5519"/>
                </a:cubicBezTo>
                <a:lnTo>
                  <a:pt x="96909" y="18838"/>
                </a:lnTo>
                <a:cubicBezTo>
                  <a:pt x="95387" y="20360"/>
                  <a:pt x="94245" y="22072"/>
                  <a:pt x="93294" y="24165"/>
                </a:cubicBezTo>
                <a:lnTo>
                  <a:pt x="86825" y="38816"/>
                </a:lnTo>
                <a:lnTo>
                  <a:pt x="74457" y="44524"/>
                </a:lnTo>
                <a:cubicBezTo>
                  <a:pt x="68749" y="47949"/>
                  <a:pt x="65134" y="54228"/>
                  <a:pt x="65134" y="60888"/>
                </a:cubicBezTo>
                <a:cubicBezTo>
                  <a:pt x="65134" y="69069"/>
                  <a:pt x="65134" y="84101"/>
                  <a:pt x="64944" y="91522"/>
                </a:cubicBezTo>
                <a:lnTo>
                  <a:pt x="57903" y="105411"/>
                </a:lnTo>
                <a:lnTo>
                  <a:pt x="48770" y="110168"/>
                </a:lnTo>
                <a:cubicBezTo>
                  <a:pt x="40208" y="115306"/>
                  <a:pt x="37164" y="125961"/>
                  <a:pt x="41730" y="135094"/>
                </a:cubicBezTo>
                <a:cubicBezTo>
                  <a:pt x="41730" y="135094"/>
                  <a:pt x="56001" y="162493"/>
                  <a:pt x="56191" y="163254"/>
                </a:cubicBezTo>
                <a:cubicBezTo>
                  <a:pt x="58094" y="169723"/>
                  <a:pt x="61709" y="181330"/>
                  <a:pt x="63992" y="187799"/>
                </a:cubicBezTo>
                <a:cubicBezTo>
                  <a:pt x="65895" y="193697"/>
                  <a:pt x="70461" y="197883"/>
                  <a:pt x="76360" y="199786"/>
                </a:cubicBezTo>
                <a:cubicBezTo>
                  <a:pt x="81687" y="201308"/>
                  <a:pt x="88537" y="203401"/>
                  <a:pt x="93675" y="204923"/>
                </a:cubicBezTo>
                <a:lnTo>
                  <a:pt x="98051" y="208348"/>
                </a:lnTo>
                <a:lnTo>
                  <a:pt x="59806" y="239363"/>
                </a:lnTo>
                <a:cubicBezTo>
                  <a:pt x="59806" y="239363"/>
                  <a:pt x="23845" y="275134"/>
                  <a:pt x="21181" y="277988"/>
                </a:cubicBezTo>
                <a:cubicBezTo>
                  <a:pt x="20039" y="279320"/>
                  <a:pt x="19088" y="280652"/>
                  <a:pt x="18327" y="282174"/>
                </a:cubicBezTo>
                <a:lnTo>
                  <a:pt x="2154" y="313949"/>
                </a:lnTo>
                <a:cubicBezTo>
                  <a:pt x="-1081" y="320228"/>
                  <a:pt x="-700" y="327839"/>
                  <a:pt x="3486" y="333737"/>
                </a:cubicBezTo>
                <a:cubicBezTo>
                  <a:pt x="5008" y="336021"/>
                  <a:pt x="23084" y="360756"/>
                  <a:pt x="28982" y="367415"/>
                </a:cubicBezTo>
                <a:cubicBezTo>
                  <a:pt x="31075" y="371031"/>
                  <a:pt x="41160" y="391580"/>
                  <a:pt x="44584" y="398430"/>
                </a:cubicBezTo>
                <a:lnTo>
                  <a:pt x="57713" y="433059"/>
                </a:lnTo>
                <a:cubicBezTo>
                  <a:pt x="59806" y="436674"/>
                  <a:pt x="75218" y="450945"/>
                  <a:pt x="75218" y="450945"/>
                </a:cubicBezTo>
                <a:cubicBezTo>
                  <a:pt x="80165" y="455131"/>
                  <a:pt x="84922" y="457033"/>
                  <a:pt x="89869" y="457033"/>
                </a:cubicBezTo>
                <a:cubicBezTo>
                  <a:pt x="91391" y="457033"/>
                  <a:pt x="92723" y="457033"/>
                  <a:pt x="94245" y="456463"/>
                </a:cubicBezTo>
                <a:cubicBezTo>
                  <a:pt x="100524" y="454940"/>
                  <a:pt x="104139" y="451325"/>
                  <a:pt x="107564" y="445046"/>
                </a:cubicBezTo>
                <a:cubicBezTo>
                  <a:pt x="107564" y="445046"/>
                  <a:pt x="111560" y="436484"/>
                  <a:pt x="111370" y="436484"/>
                </a:cubicBezTo>
                <a:lnTo>
                  <a:pt x="116697" y="425448"/>
                </a:lnTo>
                <a:lnTo>
                  <a:pt x="128685" y="407182"/>
                </a:lnTo>
                <a:cubicBezTo>
                  <a:pt x="130778" y="404138"/>
                  <a:pt x="131919" y="400332"/>
                  <a:pt x="131919" y="396337"/>
                </a:cubicBezTo>
                <a:lnTo>
                  <a:pt x="131919" y="384540"/>
                </a:lnTo>
                <a:cubicBezTo>
                  <a:pt x="131919" y="384540"/>
                  <a:pt x="145428" y="370650"/>
                  <a:pt x="145428" y="370650"/>
                </a:cubicBezTo>
                <a:lnTo>
                  <a:pt x="155703" y="370650"/>
                </a:lnTo>
                <a:cubicBezTo>
                  <a:pt x="162172" y="370650"/>
                  <a:pt x="168071" y="367415"/>
                  <a:pt x="171496" y="362088"/>
                </a:cubicBezTo>
                <a:lnTo>
                  <a:pt x="185766" y="340207"/>
                </a:lnTo>
                <a:cubicBezTo>
                  <a:pt x="187859" y="336972"/>
                  <a:pt x="189001" y="333357"/>
                  <a:pt x="189001" y="329361"/>
                </a:cubicBezTo>
                <a:lnTo>
                  <a:pt x="189001" y="316042"/>
                </a:lnTo>
                <a:cubicBezTo>
                  <a:pt x="189001" y="316042"/>
                  <a:pt x="198514" y="297776"/>
                  <a:pt x="198895" y="296444"/>
                </a:cubicBezTo>
                <a:lnTo>
                  <a:pt x="207267" y="269235"/>
                </a:lnTo>
                <a:cubicBezTo>
                  <a:pt x="207838" y="267333"/>
                  <a:pt x="208218" y="265430"/>
                  <a:pt x="208218" y="263337"/>
                </a:cubicBezTo>
                <a:lnTo>
                  <a:pt x="208218" y="239933"/>
                </a:lnTo>
                <a:cubicBezTo>
                  <a:pt x="208218" y="239933"/>
                  <a:pt x="224201" y="215388"/>
                  <a:pt x="224201" y="215388"/>
                </a:cubicBezTo>
                <a:cubicBezTo>
                  <a:pt x="226294" y="212154"/>
                  <a:pt x="227436" y="208539"/>
                  <a:pt x="227245" y="204733"/>
                </a:cubicBezTo>
                <a:lnTo>
                  <a:pt x="226865" y="183994"/>
                </a:lnTo>
                <a:lnTo>
                  <a:pt x="233905" y="176954"/>
                </a:lnTo>
                <a:cubicBezTo>
                  <a:pt x="238281" y="172577"/>
                  <a:pt x="240184" y="166108"/>
                  <a:pt x="239042" y="160019"/>
                </a:cubicBezTo>
                <a:cubicBezTo>
                  <a:pt x="238281" y="156214"/>
                  <a:pt x="234666" y="152599"/>
                  <a:pt x="232002" y="149935"/>
                </a:cubicBezTo>
                <a:cubicBezTo>
                  <a:pt x="230480" y="148413"/>
                  <a:pt x="228958" y="146891"/>
                  <a:pt x="227436" y="145559"/>
                </a:cubicBezTo>
                <a:cubicBezTo>
                  <a:pt x="225913" y="144227"/>
                  <a:pt x="224581" y="142895"/>
                  <a:pt x="222679" y="142324"/>
                </a:cubicBezTo>
                <a:cubicBezTo>
                  <a:pt x="220966" y="141753"/>
                  <a:pt x="204222" y="140612"/>
                  <a:pt x="204222" y="140612"/>
                </a:cubicBezTo>
                <a:lnTo>
                  <a:pt x="218493" y="132811"/>
                </a:lnTo>
                <a:cubicBezTo>
                  <a:pt x="223820" y="129195"/>
                  <a:pt x="226865" y="123297"/>
                  <a:pt x="226865" y="117208"/>
                </a:cubicBezTo>
                <a:lnTo>
                  <a:pt x="225913" y="107695"/>
                </a:lnTo>
                <a:lnTo>
                  <a:pt x="232383" y="101606"/>
                </a:lnTo>
                <a:cubicBezTo>
                  <a:pt x="234095" y="99703"/>
                  <a:pt x="235617" y="97610"/>
                  <a:pt x="236569" y="94946"/>
                </a:cubicBezTo>
                <a:lnTo>
                  <a:pt x="243038" y="76490"/>
                </a:lnTo>
                <a:cubicBezTo>
                  <a:pt x="246272" y="67547"/>
                  <a:pt x="242277" y="57463"/>
                  <a:pt x="233714" y="53087"/>
                </a:cubicBezTo>
                <a:close/>
                <a:moveTo>
                  <a:pt x="208218" y="116828"/>
                </a:moveTo>
                <a:cubicBezTo>
                  <a:pt x="204603" y="119301"/>
                  <a:pt x="185576" y="129576"/>
                  <a:pt x="185576" y="129576"/>
                </a:cubicBezTo>
                <a:cubicBezTo>
                  <a:pt x="183292" y="131098"/>
                  <a:pt x="179868" y="135855"/>
                  <a:pt x="179297" y="139089"/>
                </a:cubicBezTo>
                <a:lnTo>
                  <a:pt x="179297" y="141373"/>
                </a:lnTo>
                <a:cubicBezTo>
                  <a:pt x="178916" y="146510"/>
                  <a:pt x="181009" y="151267"/>
                  <a:pt x="184434" y="154882"/>
                </a:cubicBezTo>
                <a:cubicBezTo>
                  <a:pt x="188049" y="158497"/>
                  <a:pt x="192806" y="160590"/>
                  <a:pt x="197943" y="160590"/>
                </a:cubicBezTo>
                <a:lnTo>
                  <a:pt x="215258" y="160590"/>
                </a:lnTo>
                <a:cubicBezTo>
                  <a:pt x="215258" y="160590"/>
                  <a:pt x="220015" y="164015"/>
                  <a:pt x="220015" y="164015"/>
                </a:cubicBezTo>
                <a:lnTo>
                  <a:pt x="212785" y="171245"/>
                </a:lnTo>
                <a:cubicBezTo>
                  <a:pt x="209360" y="174861"/>
                  <a:pt x="207457" y="179617"/>
                  <a:pt x="207457" y="184564"/>
                </a:cubicBezTo>
                <a:lnTo>
                  <a:pt x="207457" y="205494"/>
                </a:lnTo>
                <a:cubicBezTo>
                  <a:pt x="207457" y="205494"/>
                  <a:pt x="191474" y="230039"/>
                  <a:pt x="191474" y="230039"/>
                </a:cubicBezTo>
                <a:cubicBezTo>
                  <a:pt x="189381" y="233274"/>
                  <a:pt x="188430" y="236889"/>
                  <a:pt x="188430" y="240504"/>
                </a:cubicBezTo>
                <a:lnTo>
                  <a:pt x="188430" y="263908"/>
                </a:lnTo>
                <a:cubicBezTo>
                  <a:pt x="188430" y="263908"/>
                  <a:pt x="180058" y="291117"/>
                  <a:pt x="180058" y="291117"/>
                </a:cubicBezTo>
                <a:lnTo>
                  <a:pt x="171115" y="307860"/>
                </a:lnTo>
                <a:cubicBezTo>
                  <a:pt x="169973" y="310334"/>
                  <a:pt x="169212" y="313188"/>
                  <a:pt x="169212" y="316042"/>
                </a:cubicBezTo>
                <a:lnTo>
                  <a:pt x="169212" y="329742"/>
                </a:lnTo>
                <a:cubicBezTo>
                  <a:pt x="169212" y="329742"/>
                  <a:pt x="154752" y="351623"/>
                  <a:pt x="154752" y="351623"/>
                </a:cubicBezTo>
                <a:lnTo>
                  <a:pt x="144858" y="351623"/>
                </a:lnTo>
                <a:cubicBezTo>
                  <a:pt x="139720" y="351623"/>
                  <a:pt x="134963" y="353526"/>
                  <a:pt x="131158" y="357521"/>
                </a:cubicBezTo>
                <a:lnTo>
                  <a:pt x="117839" y="371031"/>
                </a:lnTo>
                <a:cubicBezTo>
                  <a:pt x="114224" y="374646"/>
                  <a:pt x="112321" y="379403"/>
                  <a:pt x="112321" y="384540"/>
                </a:cubicBezTo>
                <a:lnTo>
                  <a:pt x="112321" y="396717"/>
                </a:lnTo>
                <a:cubicBezTo>
                  <a:pt x="112321" y="396717"/>
                  <a:pt x="95577" y="422594"/>
                  <a:pt x="95577" y="422404"/>
                </a:cubicBezTo>
                <a:lnTo>
                  <a:pt x="88537" y="437055"/>
                </a:lnTo>
                <a:cubicBezTo>
                  <a:pt x="88537" y="437055"/>
                  <a:pt x="74267" y="424497"/>
                  <a:pt x="73506" y="423165"/>
                </a:cubicBezTo>
                <a:lnTo>
                  <a:pt x="60948" y="389677"/>
                </a:lnTo>
                <a:cubicBezTo>
                  <a:pt x="44775" y="356760"/>
                  <a:pt x="44204" y="356189"/>
                  <a:pt x="42682" y="354667"/>
                </a:cubicBezTo>
                <a:cubicBezTo>
                  <a:pt x="40589" y="352384"/>
                  <a:pt x="25748" y="332596"/>
                  <a:pt x="18517" y="322321"/>
                </a:cubicBezTo>
                <a:lnTo>
                  <a:pt x="34881" y="290355"/>
                </a:lnTo>
                <a:cubicBezTo>
                  <a:pt x="37164" y="287692"/>
                  <a:pt x="69129" y="255726"/>
                  <a:pt x="69129" y="255726"/>
                </a:cubicBezTo>
                <a:lnTo>
                  <a:pt x="109277" y="222999"/>
                </a:lnTo>
                <a:cubicBezTo>
                  <a:pt x="113843" y="219574"/>
                  <a:pt x="116507" y="214437"/>
                  <a:pt x="116888" y="208919"/>
                </a:cubicBezTo>
                <a:cubicBezTo>
                  <a:pt x="117268" y="203211"/>
                  <a:pt x="114224" y="196171"/>
                  <a:pt x="108896" y="192746"/>
                </a:cubicBezTo>
                <a:cubicBezTo>
                  <a:pt x="99763" y="188560"/>
                  <a:pt x="91011" y="185135"/>
                  <a:pt x="81687" y="181520"/>
                </a:cubicBezTo>
                <a:cubicBezTo>
                  <a:pt x="79594" y="175241"/>
                  <a:pt x="75979" y="164205"/>
                  <a:pt x="74457" y="158878"/>
                </a:cubicBezTo>
                <a:cubicBezTo>
                  <a:pt x="73506" y="156024"/>
                  <a:pt x="57523" y="126912"/>
                  <a:pt x="57523" y="126912"/>
                </a:cubicBezTo>
                <a:lnTo>
                  <a:pt x="66846" y="121965"/>
                </a:lnTo>
                <a:cubicBezTo>
                  <a:pt x="70081" y="120062"/>
                  <a:pt x="72745" y="117399"/>
                  <a:pt x="74457" y="113974"/>
                </a:cubicBezTo>
                <a:lnTo>
                  <a:pt x="81497" y="100084"/>
                </a:lnTo>
                <a:cubicBezTo>
                  <a:pt x="82829" y="97420"/>
                  <a:pt x="83590" y="94566"/>
                  <a:pt x="83590" y="91712"/>
                </a:cubicBezTo>
                <a:cubicBezTo>
                  <a:pt x="83780" y="83150"/>
                  <a:pt x="83590" y="69640"/>
                  <a:pt x="83210" y="61078"/>
                </a:cubicBezTo>
                <a:lnTo>
                  <a:pt x="94055" y="56131"/>
                </a:lnTo>
                <a:cubicBezTo>
                  <a:pt x="98051" y="54228"/>
                  <a:pt x="101285" y="50994"/>
                  <a:pt x="103188" y="46998"/>
                </a:cubicBezTo>
                <a:lnTo>
                  <a:pt x="110038" y="32347"/>
                </a:lnTo>
                <a:lnTo>
                  <a:pt x="123357" y="19028"/>
                </a:lnTo>
                <a:lnTo>
                  <a:pt x="224391" y="70401"/>
                </a:lnTo>
                <a:lnTo>
                  <a:pt x="217922" y="88667"/>
                </a:lnTo>
                <a:lnTo>
                  <a:pt x="211072" y="95327"/>
                </a:lnTo>
                <a:cubicBezTo>
                  <a:pt x="208599" y="98562"/>
                  <a:pt x="207267" y="102748"/>
                  <a:pt x="207267" y="106553"/>
                </a:cubicBezTo>
                <a:lnTo>
                  <a:pt x="208028" y="116828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3" name="Graphic 52" descr="New Mexico icon.">
            <a:extLst>
              <a:ext uri="{FF2B5EF4-FFF2-40B4-BE49-F238E27FC236}">
                <a16:creationId xmlns:a16="http://schemas.microsoft.com/office/drawing/2014/main" id="{63D1B762-7E3A-BDF9-7F0C-1A5A14B67E38}"/>
              </a:ext>
            </a:extLst>
          </p:cNvPr>
          <p:cNvSpPr/>
          <p:nvPr/>
        </p:nvSpPr>
        <p:spPr>
          <a:xfrm>
            <a:off x="9610112" y="4265973"/>
            <a:ext cx="371029" cy="418597"/>
          </a:xfrm>
          <a:custGeom>
            <a:avLst/>
            <a:gdLst>
              <a:gd name="connsiteX0" fmla="*/ 371030 w 371029"/>
              <a:gd name="connsiteY0" fmla="*/ 50232 h 418597"/>
              <a:gd name="connsiteX1" fmla="*/ 371030 w 371029"/>
              <a:gd name="connsiteY1" fmla="*/ 19027 h 418597"/>
              <a:gd name="connsiteX2" fmla="*/ 352003 w 371029"/>
              <a:gd name="connsiteY2" fmla="*/ 0 h 418597"/>
              <a:gd name="connsiteX3" fmla="*/ 19027 w 371029"/>
              <a:gd name="connsiteY3" fmla="*/ 0 h 418597"/>
              <a:gd name="connsiteX4" fmla="*/ 0 w 371029"/>
              <a:gd name="connsiteY4" fmla="*/ 19217 h 418597"/>
              <a:gd name="connsiteX5" fmla="*/ 0 w 371029"/>
              <a:gd name="connsiteY5" fmla="*/ 399571 h 418597"/>
              <a:gd name="connsiteX6" fmla="*/ 19217 w 371029"/>
              <a:gd name="connsiteY6" fmla="*/ 418598 h 418597"/>
              <a:gd name="connsiteX7" fmla="*/ 57082 w 371029"/>
              <a:gd name="connsiteY7" fmla="*/ 418598 h 418597"/>
              <a:gd name="connsiteX8" fmla="*/ 76109 w 371029"/>
              <a:gd name="connsiteY8" fmla="*/ 399761 h 418597"/>
              <a:gd name="connsiteX9" fmla="*/ 76109 w 371029"/>
              <a:gd name="connsiteY9" fmla="*/ 390057 h 418597"/>
              <a:gd name="connsiteX10" fmla="*/ 142704 w 371029"/>
              <a:gd name="connsiteY10" fmla="*/ 390057 h 418597"/>
              <a:gd name="connsiteX11" fmla="*/ 142704 w 371029"/>
              <a:gd name="connsiteY11" fmla="*/ 390057 h 418597"/>
              <a:gd name="connsiteX12" fmla="*/ 152217 w 371029"/>
              <a:gd name="connsiteY12" fmla="*/ 390057 h 418597"/>
              <a:gd name="connsiteX13" fmla="*/ 171245 w 371029"/>
              <a:gd name="connsiteY13" fmla="*/ 371030 h 418597"/>
              <a:gd name="connsiteX14" fmla="*/ 171245 w 371029"/>
              <a:gd name="connsiteY14" fmla="*/ 365322 h 418597"/>
              <a:gd name="connsiteX15" fmla="*/ 175240 w 371029"/>
              <a:gd name="connsiteY15" fmla="*/ 361516 h 418597"/>
              <a:gd name="connsiteX16" fmla="*/ 342489 w 371029"/>
              <a:gd name="connsiteY16" fmla="*/ 361516 h 418597"/>
              <a:gd name="connsiteX17" fmla="*/ 342489 w 371029"/>
              <a:gd name="connsiteY17" fmla="*/ 361516 h 418597"/>
              <a:gd name="connsiteX18" fmla="*/ 355998 w 371029"/>
              <a:gd name="connsiteY18" fmla="*/ 355998 h 418597"/>
              <a:gd name="connsiteX19" fmla="*/ 361516 w 371029"/>
              <a:gd name="connsiteY19" fmla="*/ 342489 h 418597"/>
              <a:gd name="connsiteX20" fmla="*/ 361516 w 371029"/>
              <a:gd name="connsiteY20" fmla="*/ 66405 h 418597"/>
              <a:gd name="connsiteX21" fmla="*/ 371030 w 371029"/>
              <a:gd name="connsiteY21" fmla="*/ 50232 h 418597"/>
              <a:gd name="connsiteX22" fmla="*/ 352003 w 371029"/>
              <a:gd name="connsiteY22" fmla="*/ 50422 h 418597"/>
              <a:gd name="connsiteX23" fmla="*/ 342489 w 371029"/>
              <a:gd name="connsiteY23" fmla="*/ 66595 h 418597"/>
              <a:gd name="connsiteX24" fmla="*/ 342489 w 371029"/>
              <a:gd name="connsiteY24" fmla="*/ 342679 h 418597"/>
              <a:gd name="connsiteX25" fmla="*/ 175240 w 371029"/>
              <a:gd name="connsiteY25" fmla="*/ 342679 h 418597"/>
              <a:gd name="connsiteX26" fmla="*/ 163634 w 371029"/>
              <a:gd name="connsiteY26" fmla="*/ 346675 h 418597"/>
              <a:gd name="connsiteX27" fmla="*/ 156784 w 371029"/>
              <a:gd name="connsiteY27" fmla="*/ 352954 h 418597"/>
              <a:gd name="connsiteX28" fmla="*/ 152217 w 371029"/>
              <a:gd name="connsiteY28" fmla="*/ 365702 h 418597"/>
              <a:gd name="connsiteX29" fmla="*/ 152217 w 371029"/>
              <a:gd name="connsiteY29" fmla="*/ 371220 h 418597"/>
              <a:gd name="connsiteX30" fmla="*/ 76109 w 371029"/>
              <a:gd name="connsiteY30" fmla="*/ 371220 h 418597"/>
              <a:gd name="connsiteX31" fmla="*/ 57082 w 371029"/>
              <a:gd name="connsiteY31" fmla="*/ 390057 h 418597"/>
              <a:gd name="connsiteX32" fmla="*/ 57082 w 371029"/>
              <a:gd name="connsiteY32" fmla="*/ 399761 h 418597"/>
              <a:gd name="connsiteX33" fmla="*/ 19027 w 371029"/>
              <a:gd name="connsiteY33" fmla="*/ 399761 h 418597"/>
              <a:gd name="connsiteX34" fmla="*/ 19027 w 371029"/>
              <a:gd name="connsiteY34" fmla="*/ 19217 h 418597"/>
              <a:gd name="connsiteX35" fmla="*/ 351812 w 371029"/>
              <a:gd name="connsiteY35" fmla="*/ 19217 h 418597"/>
              <a:gd name="connsiteX36" fmla="*/ 351812 w 371029"/>
              <a:gd name="connsiteY36" fmla="*/ 50422 h 418597"/>
              <a:gd name="connsiteX37" fmla="*/ 351812 w 371029"/>
              <a:gd name="connsiteY37" fmla="*/ 50422 h 418597"/>
              <a:gd name="connsiteX38" fmla="*/ 351812 w 371029"/>
              <a:gd name="connsiteY38" fmla="*/ 50422 h 41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1029" h="418597">
                <a:moveTo>
                  <a:pt x="371030" y="50232"/>
                </a:moveTo>
                <a:lnTo>
                  <a:pt x="371030" y="19027"/>
                </a:lnTo>
                <a:cubicBezTo>
                  <a:pt x="371030" y="8562"/>
                  <a:pt x="362468" y="0"/>
                  <a:pt x="352003" y="0"/>
                </a:cubicBezTo>
                <a:lnTo>
                  <a:pt x="19027" y="0"/>
                </a:lnTo>
                <a:cubicBezTo>
                  <a:pt x="8562" y="0"/>
                  <a:pt x="0" y="8752"/>
                  <a:pt x="0" y="19217"/>
                </a:cubicBezTo>
                <a:lnTo>
                  <a:pt x="0" y="399571"/>
                </a:lnTo>
                <a:cubicBezTo>
                  <a:pt x="190" y="410035"/>
                  <a:pt x="8752" y="418598"/>
                  <a:pt x="19217" y="418598"/>
                </a:cubicBezTo>
                <a:lnTo>
                  <a:pt x="57082" y="418598"/>
                </a:lnTo>
                <a:cubicBezTo>
                  <a:pt x="67546" y="418598"/>
                  <a:pt x="76109" y="410035"/>
                  <a:pt x="76109" y="399761"/>
                </a:cubicBezTo>
                <a:lnTo>
                  <a:pt x="76109" y="390057"/>
                </a:lnTo>
                <a:cubicBezTo>
                  <a:pt x="76109" y="390057"/>
                  <a:pt x="142704" y="390057"/>
                  <a:pt x="142704" y="390057"/>
                </a:cubicBezTo>
                <a:lnTo>
                  <a:pt x="142704" y="390057"/>
                </a:lnTo>
                <a:cubicBezTo>
                  <a:pt x="142704" y="390057"/>
                  <a:pt x="152217" y="390057"/>
                  <a:pt x="152217" y="390057"/>
                </a:cubicBezTo>
                <a:cubicBezTo>
                  <a:pt x="162682" y="390057"/>
                  <a:pt x="171245" y="381495"/>
                  <a:pt x="171245" y="371030"/>
                </a:cubicBezTo>
                <a:lnTo>
                  <a:pt x="171245" y="365322"/>
                </a:lnTo>
                <a:cubicBezTo>
                  <a:pt x="171245" y="365322"/>
                  <a:pt x="175240" y="361516"/>
                  <a:pt x="175240" y="361516"/>
                </a:cubicBezTo>
                <a:lnTo>
                  <a:pt x="342489" y="361516"/>
                </a:lnTo>
                <a:cubicBezTo>
                  <a:pt x="342489" y="361516"/>
                  <a:pt x="342489" y="361516"/>
                  <a:pt x="342489" y="361516"/>
                </a:cubicBezTo>
                <a:cubicBezTo>
                  <a:pt x="347626" y="361516"/>
                  <a:pt x="352383" y="359613"/>
                  <a:pt x="355998" y="355998"/>
                </a:cubicBezTo>
                <a:cubicBezTo>
                  <a:pt x="359613" y="352383"/>
                  <a:pt x="361516" y="347626"/>
                  <a:pt x="361516" y="342489"/>
                </a:cubicBezTo>
                <a:lnTo>
                  <a:pt x="361516" y="66405"/>
                </a:lnTo>
                <a:cubicBezTo>
                  <a:pt x="367034" y="63170"/>
                  <a:pt x="371030" y="57272"/>
                  <a:pt x="371030" y="50232"/>
                </a:cubicBezTo>
                <a:close/>
                <a:moveTo>
                  <a:pt x="352003" y="50422"/>
                </a:moveTo>
                <a:cubicBezTo>
                  <a:pt x="346485" y="53657"/>
                  <a:pt x="342489" y="59555"/>
                  <a:pt x="342489" y="66595"/>
                </a:cubicBezTo>
                <a:lnTo>
                  <a:pt x="342489" y="342679"/>
                </a:lnTo>
                <a:cubicBezTo>
                  <a:pt x="342489" y="342679"/>
                  <a:pt x="175240" y="342679"/>
                  <a:pt x="175240" y="342679"/>
                </a:cubicBezTo>
                <a:cubicBezTo>
                  <a:pt x="171054" y="342679"/>
                  <a:pt x="166868" y="344011"/>
                  <a:pt x="163634" y="346675"/>
                </a:cubicBezTo>
                <a:lnTo>
                  <a:pt x="156784" y="352954"/>
                </a:lnTo>
                <a:cubicBezTo>
                  <a:pt x="152217" y="357520"/>
                  <a:pt x="152217" y="362658"/>
                  <a:pt x="152217" y="365702"/>
                </a:cubicBezTo>
                <a:lnTo>
                  <a:pt x="152217" y="371220"/>
                </a:lnTo>
                <a:lnTo>
                  <a:pt x="76109" y="371220"/>
                </a:lnTo>
                <a:cubicBezTo>
                  <a:pt x="65644" y="371220"/>
                  <a:pt x="57272" y="379592"/>
                  <a:pt x="57082" y="390057"/>
                </a:cubicBezTo>
                <a:lnTo>
                  <a:pt x="57082" y="399761"/>
                </a:lnTo>
                <a:cubicBezTo>
                  <a:pt x="57082" y="399761"/>
                  <a:pt x="19027" y="399761"/>
                  <a:pt x="19027" y="399761"/>
                </a:cubicBezTo>
                <a:lnTo>
                  <a:pt x="19027" y="19217"/>
                </a:lnTo>
                <a:cubicBezTo>
                  <a:pt x="19027" y="19217"/>
                  <a:pt x="351812" y="19217"/>
                  <a:pt x="351812" y="19217"/>
                </a:cubicBezTo>
                <a:lnTo>
                  <a:pt x="351812" y="50422"/>
                </a:lnTo>
                <a:cubicBezTo>
                  <a:pt x="351812" y="50422"/>
                  <a:pt x="351812" y="50422"/>
                  <a:pt x="351812" y="50422"/>
                </a:cubicBezTo>
                <a:lnTo>
                  <a:pt x="351812" y="50422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6" name="Graphic 39" descr="New York icon.">
            <a:extLst>
              <a:ext uri="{FF2B5EF4-FFF2-40B4-BE49-F238E27FC236}">
                <a16:creationId xmlns:a16="http://schemas.microsoft.com/office/drawing/2014/main" id="{6C85230B-2312-E9E0-F1E2-75029D508601}"/>
              </a:ext>
            </a:extLst>
          </p:cNvPr>
          <p:cNvSpPr/>
          <p:nvPr/>
        </p:nvSpPr>
        <p:spPr>
          <a:xfrm>
            <a:off x="10784491" y="4299270"/>
            <a:ext cx="452466" cy="352002"/>
          </a:xfrm>
          <a:custGeom>
            <a:avLst/>
            <a:gdLst>
              <a:gd name="connsiteX0" fmla="*/ 442952 w 452466"/>
              <a:gd name="connsiteY0" fmla="*/ 279890 h 352002"/>
              <a:gd name="connsiteX1" fmla="*/ 433819 w 452466"/>
              <a:gd name="connsiteY1" fmla="*/ 276845 h 352002"/>
              <a:gd name="connsiteX2" fmla="*/ 425828 w 452466"/>
              <a:gd name="connsiteY2" fmla="*/ 275704 h 352002"/>
              <a:gd name="connsiteX3" fmla="*/ 410606 w 452466"/>
              <a:gd name="connsiteY3" fmla="*/ 275704 h 352002"/>
              <a:gd name="connsiteX4" fmla="*/ 403376 w 452466"/>
              <a:gd name="connsiteY4" fmla="*/ 277036 h 352002"/>
              <a:gd name="connsiteX5" fmla="*/ 390247 w 452466"/>
              <a:gd name="connsiteY5" fmla="*/ 281792 h 352002"/>
              <a:gd name="connsiteX6" fmla="*/ 381495 w 452466"/>
              <a:gd name="connsiteY6" fmla="*/ 285217 h 352002"/>
              <a:gd name="connsiteX7" fmla="*/ 373313 w 452466"/>
              <a:gd name="connsiteY7" fmla="*/ 285598 h 352002"/>
              <a:gd name="connsiteX8" fmla="*/ 364941 w 452466"/>
              <a:gd name="connsiteY8" fmla="*/ 287881 h 352002"/>
              <a:gd name="connsiteX9" fmla="*/ 359043 w 452466"/>
              <a:gd name="connsiteY9" fmla="*/ 291306 h 352002"/>
              <a:gd name="connsiteX10" fmla="*/ 362087 w 452466"/>
              <a:gd name="connsiteY10" fmla="*/ 281792 h 352002"/>
              <a:gd name="connsiteX11" fmla="*/ 362087 w 452466"/>
              <a:gd name="connsiteY11" fmla="*/ 230419 h 352002"/>
              <a:gd name="connsiteX12" fmla="*/ 380734 w 452466"/>
              <a:gd name="connsiteY12" fmla="*/ 183422 h 352002"/>
              <a:gd name="connsiteX13" fmla="*/ 381304 w 452466"/>
              <a:gd name="connsiteY13" fmla="*/ 179997 h 352002"/>
              <a:gd name="connsiteX14" fmla="*/ 381304 w 452466"/>
              <a:gd name="connsiteY14" fmla="*/ 129575 h 352002"/>
              <a:gd name="connsiteX15" fmla="*/ 372362 w 452466"/>
              <a:gd name="connsiteY15" fmla="*/ 113212 h 352002"/>
              <a:gd name="connsiteX16" fmla="*/ 369317 w 452466"/>
              <a:gd name="connsiteY16" fmla="*/ 111119 h 352002"/>
              <a:gd name="connsiteX17" fmla="*/ 371030 w 452466"/>
              <a:gd name="connsiteY17" fmla="*/ 97229 h 352002"/>
              <a:gd name="connsiteX18" fmla="*/ 366083 w 452466"/>
              <a:gd name="connsiteY18" fmla="*/ 82578 h 352002"/>
              <a:gd name="connsiteX19" fmla="*/ 370269 w 452466"/>
              <a:gd name="connsiteY19" fmla="*/ 73445 h 352002"/>
              <a:gd name="connsiteX20" fmla="*/ 371791 w 452466"/>
              <a:gd name="connsiteY20" fmla="*/ 61077 h 352002"/>
              <a:gd name="connsiteX21" fmla="*/ 371791 w 452466"/>
              <a:gd name="connsiteY21" fmla="*/ 58794 h 352002"/>
              <a:gd name="connsiteX22" fmla="*/ 378641 w 452466"/>
              <a:gd name="connsiteY22" fmla="*/ 45855 h 352002"/>
              <a:gd name="connsiteX23" fmla="*/ 376167 w 452466"/>
              <a:gd name="connsiteY23" fmla="*/ 29302 h 352002"/>
              <a:gd name="connsiteX24" fmla="*/ 371791 w 452466"/>
              <a:gd name="connsiteY24" fmla="*/ 23974 h 352002"/>
              <a:gd name="connsiteX25" fmla="*/ 368937 w 452466"/>
              <a:gd name="connsiteY25" fmla="*/ 9323 h 352002"/>
              <a:gd name="connsiteX26" fmla="*/ 359423 w 452466"/>
              <a:gd name="connsiteY26" fmla="*/ 1332 h 352002"/>
              <a:gd name="connsiteX27" fmla="*/ 352764 w 452466"/>
              <a:gd name="connsiteY27" fmla="*/ 0 h 352002"/>
              <a:gd name="connsiteX28" fmla="*/ 281222 w 452466"/>
              <a:gd name="connsiteY28" fmla="*/ 0 h 352002"/>
              <a:gd name="connsiteX29" fmla="*/ 269234 w 452466"/>
              <a:gd name="connsiteY29" fmla="*/ 2854 h 352002"/>
              <a:gd name="connsiteX30" fmla="*/ 249066 w 452466"/>
              <a:gd name="connsiteY30" fmla="*/ 15793 h 352002"/>
              <a:gd name="connsiteX31" fmla="*/ 247353 w 452466"/>
              <a:gd name="connsiteY31" fmla="*/ 17124 h 352002"/>
              <a:gd name="connsiteX32" fmla="*/ 215197 w 452466"/>
              <a:gd name="connsiteY32" fmla="*/ 47758 h 352002"/>
              <a:gd name="connsiteX33" fmla="*/ 209489 w 452466"/>
              <a:gd name="connsiteY33" fmla="*/ 47758 h 352002"/>
              <a:gd name="connsiteX34" fmla="*/ 192365 w 452466"/>
              <a:gd name="connsiteY34" fmla="*/ 60316 h 352002"/>
              <a:gd name="connsiteX35" fmla="*/ 182090 w 452466"/>
              <a:gd name="connsiteY35" fmla="*/ 66024 h 352002"/>
              <a:gd name="connsiteX36" fmla="*/ 182090 w 452466"/>
              <a:gd name="connsiteY36" fmla="*/ 66024 h 352002"/>
              <a:gd name="connsiteX37" fmla="*/ 180948 w 452466"/>
              <a:gd name="connsiteY37" fmla="*/ 66785 h 352002"/>
              <a:gd name="connsiteX38" fmla="*/ 172006 w 452466"/>
              <a:gd name="connsiteY38" fmla="*/ 77821 h 352002"/>
              <a:gd name="connsiteX39" fmla="*/ 166488 w 452466"/>
              <a:gd name="connsiteY39" fmla="*/ 95326 h 352002"/>
              <a:gd name="connsiteX40" fmla="*/ 95707 w 452466"/>
              <a:gd name="connsiteY40" fmla="*/ 95326 h 352002"/>
              <a:gd name="connsiteX41" fmla="*/ 83339 w 452466"/>
              <a:gd name="connsiteY41" fmla="*/ 95326 h 352002"/>
              <a:gd name="connsiteX42" fmla="*/ 77821 w 452466"/>
              <a:gd name="connsiteY42" fmla="*/ 95326 h 352002"/>
              <a:gd name="connsiteX43" fmla="*/ 72303 w 452466"/>
              <a:gd name="connsiteY43" fmla="*/ 96468 h 352002"/>
              <a:gd name="connsiteX44" fmla="*/ 46046 w 452466"/>
              <a:gd name="connsiteY44" fmla="*/ 104459 h 352002"/>
              <a:gd name="connsiteX45" fmla="*/ 34059 w 452466"/>
              <a:gd name="connsiteY45" fmla="*/ 117968 h 352002"/>
              <a:gd name="connsiteX46" fmla="*/ 38625 w 452466"/>
              <a:gd name="connsiteY46" fmla="*/ 135283 h 352002"/>
              <a:gd name="connsiteX47" fmla="*/ 44714 w 452466"/>
              <a:gd name="connsiteY47" fmla="*/ 141562 h 352002"/>
              <a:gd name="connsiteX48" fmla="*/ 46997 w 452466"/>
              <a:gd name="connsiteY48" fmla="*/ 161541 h 352002"/>
              <a:gd name="connsiteX49" fmla="*/ 50232 w 452466"/>
              <a:gd name="connsiteY49" fmla="*/ 165727 h 352002"/>
              <a:gd name="connsiteX50" fmla="*/ 13129 w 452466"/>
              <a:gd name="connsiteY50" fmla="*/ 178665 h 352002"/>
              <a:gd name="connsiteX51" fmla="*/ 0 w 452466"/>
              <a:gd name="connsiteY51" fmla="*/ 196170 h 352002"/>
              <a:gd name="connsiteX52" fmla="*/ 0 w 452466"/>
              <a:gd name="connsiteY52" fmla="*/ 218812 h 352002"/>
              <a:gd name="connsiteX53" fmla="*/ 18837 w 452466"/>
              <a:gd name="connsiteY53" fmla="*/ 237649 h 352002"/>
              <a:gd name="connsiteX54" fmla="*/ 233844 w 452466"/>
              <a:gd name="connsiteY54" fmla="*/ 237649 h 352002"/>
              <a:gd name="connsiteX55" fmla="*/ 247353 w 452466"/>
              <a:gd name="connsiteY55" fmla="*/ 251539 h 352002"/>
              <a:gd name="connsiteX56" fmla="*/ 247353 w 452466"/>
              <a:gd name="connsiteY56" fmla="*/ 260862 h 352002"/>
              <a:gd name="connsiteX57" fmla="*/ 257247 w 452466"/>
              <a:gd name="connsiteY57" fmla="*/ 277226 h 352002"/>
              <a:gd name="connsiteX58" fmla="*/ 269044 w 452466"/>
              <a:gd name="connsiteY58" fmla="*/ 283124 h 352002"/>
              <a:gd name="connsiteX59" fmla="*/ 275133 w 452466"/>
              <a:gd name="connsiteY59" fmla="*/ 285027 h 352002"/>
              <a:gd name="connsiteX60" fmla="*/ 281412 w 452466"/>
              <a:gd name="connsiteY60" fmla="*/ 285408 h 352002"/>
              <a:gd name="connsiteX61" fmla="*/ 294921 w 452466"/>
              <a:gd name="connsiteY61" fmla="*/ 299107 h 352002"/>
              <a:gd name="connsiteX62" fmla="*/ 302722 w 452466"/>
              <a:gd name="connsiteY62" fmla="*/ 304244 h 352002"/>
              <a:gd name="connsiteX63" fmla="*/ 303293 w 452466"/>
              <a:gd name="connsiteY63" fmla="*/ 304244 h 352002"/>
              <a:gd name="connsiteX64" fmla="*/ 296253 w 452466"/>
              <a:gd name="connsiteY64" fmla="*/ 317944 h 352002"/>
              <a:gd name="connsiteX65" fmla="*/ 294921 w 452466"/>
              <a:gd name="connsiteY65" fmla="*/ 324984 h 352002"/>
              <a:gd name="connsiteX66" fmla="*/ 294921 w 452466"/>
              <a:gd name="connsiteY66" fmla="*/ 331263 h 352002"/>
              <a:gd name="connsiteX67" fmla="*/ 298727 w 452466"/>
              <a:gd name="connsiteY67" fmla="*/ 341538 h 352002"/>
              <a:gd name="connsiteX68" fmla="*/ 304435 w 452466"/>
              <a:gd name="connsiteY68" fmla="*/ 346675 h 352002"/>
              <a:gd name="connsiteX69" fmla="*/ 317944 w 452466"/>
              <a:gd name="connsiteY69" fmla="*/ 352003 h 352002"/>
              <a:gd name="connsiteX70" fmla="*/ 324413 w 452466"/>
              <a:gd name="connsiteY70" fmla="*/ 352003 h 352002"/>
              <a:gd name="connsiteX71" fmla="*/ 329360 w 452466"/>
              <a:gd name="connsiteY71" fmla="*/ 352003 h 352002"/>
              <a:gd name="connsiteX72" fmla="*/ 342299 w 452466"/>
              <a:gd name="connsiteY72" fmla="*/ 346485 h 352002"/>
              <a:gd name="connsiteX73" fmla="*/ 355427 w 452466"/>
              <a:gd name="connsiteY73" fmla="*/ 332975 h 352002"/>
              <a:gd name="connsiteX74" fmla="*/ 378260 w 452466"/>
              <a:gd name="connsiteY74" fmla="*/ 332975 h 352002"/>
              <a:gd name="connsiteX75" fmla="*/ 387203 w 452466"/>
              <a:gd name="connsiteY75" fmla="*/ 330502 h 352002"/>
              <a:gd name="connsiteX76" fmla="*/ 401473 w 452466"/>
              <a:gd name="connsiteY76" fmla="*/ 323272 h 352002"/>
              <a:gd name="connsiteX77" fmla="*/ 416695 w 452466"/>
              <a:gd name="connsiteY77" fmla="*/ 323272 h 352002"/>
              <a:gd name="connsiteX78" fmla="*/ 424116 w 452466"/>
              <a:gd name="connsiteY78" fmla="*/ 321749 h 352002"/>
              <a:gd name="connsiteX79" fmla="*/ 442572 w 452466"/>
              <a:gd name="connsiteY79" fmla="*/ 311284 h 352002"/>
              <a:gd name="connsiteX80" fmla="*/ 452466 w 452466"/>
              <a:gd name="connsiteY80" fmla="*/ 294541 h 352002"/>
              <a:gd name="connsiteX81" fmla="*/ 442952 w 452466"/>
              <a:gd name="connsiteY81" fmla="*/ 279699 h 352002"/>
              <a:gd name="connsiteX82" fmla="*/ 416885 w 452466"/>
              <a:gd name="connsiteY82" fmla="*/ 304244 h 352002"/>
              <a:gd name="connsiteX83" fmla="*/ 401473 w 452466"/>
              <a:gd name="connsiteY83" fmla="*/ 304244 h 352002"/>
              <a:gd name="connsiteX84" fmla="*/ 393292 w 452466"/>
              <a:gd name="connsiteY84" fmla="*/ 306147 h 352002"/>
              <a:gd name="connsiteX85" fmla="*/ 378450 w 452466"/>
              <a:gd name="connsiteY85" fmla="*/ 313948 h 352002"/>
              <a:gd name="connsiteX86" fmla="*/ 355808 w 452466"/>
              <a:gd name="connsiteY86" fmla="*/ 313948 h 352002"/>
              <a:gd name="connsiteX87" fmla="*/ 341728 w 452466"/>
              <a:gd name="connsiteY87" fmla="*/ 320037 h 352002"/>
              <a:gd name="connsiteX88" fmla="*/ 329170 w 452466"/>
              <a:gd name="connsiteY88" fmla="*/ 332975 h 352002"/>
              <a:gd name="connsiteX89" fmla="*/ 316993 w 452466"/>
              <a:gd name="connsiteY89" fmla="*/ 332975 h 352002"/>
              <a:gd name="connsiteX90" fmla="*/ 313948 w 452466"/>
              <a:gd name="connsiteY90" fmla="*/ 329551 h 352002"/>
              <a:gd name="connsiteX91" fmla="*/ 313568 w 452466"/>
              <a:gd name="connsiteY91" fmla="*/ 325745 h 352002"/>
              <a:gd name="connsiteX92" fmla="*/ 321559 w 452466"/>
              <a:gd name="connsiteY92" fmla="*/ 310333 h 352002"/>
              <a:gd name="connsiteX93" fmla="*/ 319656 w 452466"/>
              <a:gd name="connsiteY93" fmla="*/ 292067 h 352002"/>
              <a:gd name="connsiteX94" fmla="*/ 309001 w 452466"/>
              <a:gd name="connsiteY94" fmla="*/ 285788 h 352002"/>
              <a:gd name="connsiteX95" fmla="*/ 295111 w 452466"/>
              <a:gd name="connsiteY95" fmla="*/ 271708 h 352002"/>
              <a:gd name="connsiteX96" fmla="*/ 281983 w 452466"/>
              <a:gd name="connsiteY96" fmla="*/ 266000 h 352002"/>
              <a:gd name="connsiteX97" fmla="*/ 277797 w 452466"/>
              <a:gd name="connsiteY97" fmla="*/ 266000 h 352002"/>
              <a:gd name="connsiteX98" fmla="*/ 266761 w 452466"/>
              <a:gd name="connsiteY98" fmla="*/ 260482 h 352002"/>
              <a:gd name="connsiteX99" fmla="*/ 266761 w 452466"/>
              <a:gd name="connsiteY99" fmla="*/ 248114 h 352002"/>
              <a:gd name="connsiteX100" fmla="*/ 266761 w 452466"/>
              <a:gd name="connsiteY100" fmla="*/ 246592 h 352002"/>
              <a:gd name="connsiteX101" fmla="*/ 262385 w 452466"/>
              <a:gd name="connsiteY101" fmla="*/ 238601 h 352002"/>
              <a:gd name="connsiteX102" fmla="*/ 246782 w 452466"/>
              <a:gd name="connsiteY102" fmla="*/ 222618 h 352002"/>
              <a:gd name="connsiteX103" fmla="*/ 234986 w 452466"/>
              <a:gd name="connsiteY103" fmla="*/ 218432 h 352002"/>
              <a:gd name="connsiteX104" fmla="*/ 19027 w 452466"/>
              <a:gd name="connsiteY104" fmla="*/ 218432 h 352002"/>
              <a:gd name="connsiteX105" fmla="*/ 19217 w 452466"/>
              <a:gd name="connsiteY105" fmla="*/ 195980 h 352002"/>
              <a:gd name="connsiteX106" fmla="*/ 55369 w 452466"/>
              <a:gd name="connsiteY106" fmla="*/ 183802 h 352002"/>
              <a:gd name="connsiteX107" fmla="*/ 68498 w 452466"/>
              <a:gd name="connsiteY107" fmla="*/ 171054 h 352002"/>
              <a:gd name="connsiteX108" fmla="*/ 65834 w 452466"/>
              <a:gd name="connsiteY108" fmla="*/ 154691 h 352002"/>
              <a:gd name="connsiteX109" fmla="*/ 63170 w 452466"/>
              <a:gd name="connsiteY109" fmla="*/ 150885 h 352002"/>
              <a:gd name="connsiteX110" fmla="*/ 65263 w 452466"/>
              <a:gd name="connsiteY110" fmla="*/ 145558 h 352002"/>
              <a:gd name="connsiteX111" fmla="*/ 58794 w 452466"/>
              <a:gd name="connsiteY111" fmla="*/ 128053 h 352002"/>
              <a:gd name="connsiteX112" fmla="*/ 51754 w 452466"/>
              <a:gd name="connsiteY112" fmla="*/ 122154 h 352002"/>
              <a:gd name="connsiteX113" fmla="*/ 67546 w 452466"/>
              <a:gd name="connsiteY113" fmla="*/ 117398 h 352002"/>
              <a:gd name="connsiteX114" fmla="*/ 77631 w 452466"/>
              <a:gd name="connsiteY114" fmla="*/ 113973 h 352002"/>
              <a:gd name="connsiteX115" fmla="*/ 95516 w 452466"/>
              <a:gd name="connsiteY115" fmla="*/ 113973 h 352002"/>
              <a:gd name="connsiteX116" fmla="*/ 167249 w 452466"/>
              <a:gd name="connsiteY116" fmla="*/ 113973 h 352002"/>
              <a:gd name="connsiteX117" fmla="*/ 182851 w 452466"/>
              <a:gd name="connsiteY117" fmla="*/ 104649 h 352002"/>
              <a:gd name="connsiteX118" fmla="*/ 189891 w 452466"/>
              <a:gd name="connsiteY118" fmla="*/ 82958 h 352002"/>
              <a:gd name="connsiteX119" fmla="*/ 196551 w 452466"/>
              <a:gd name="connsiteY119" fmla="*/ 79153 h 352002"/>
              <a:gd name="connsiteX120" fmla="*/ 201878 w 452466"/>
              <a:gd name="connsiteY120" fmla="*/ 76109 h 352002"/>
              <a:gd name="connsiteX121" fmla="*/ 204352 w 452466"/>
              <a:gd name="connsiteY121" fmla="*/ 74206 h 352002"/>
              <a:gd name="connsiteX122" fmla="*/ 208918 w 452466"/>
              <a:gd name="connsiteY122" fmla="*/ 66405 h 352002"/>
              <a:gd name="connsiteX123" fmla="*/ 215578 w 452466"/>
              <a:gd name="connsiteY123" fmla="*/ 66405 h 352002"/>
              <a:gd name="connsiteX124" fmla="*/ 227565 w 452466"/>
              <a:gd name="connsiteY124" fmla="*/ 61267 h 352002"/>
              <a:gd name="connsiteX125" fmla="*/ 258960 w 452466"/>
              <a:gd name="connsiteY125" fmla="*/ 31395 h 352002"/>
              <a:gd name="connsiteX126" fmla="*/ 279699 w 452466"/>
              <a:gd name="connsiteY126" fmla="*/ 18837 h 352002"/>
              <a:gd name="connsiteX127" fmla="*/ 352383 w 452466"/>
              <a:gd name="connsiteY127" fmla="*/ 18837 h 352002"/>
              <a:gd name="connsiteX128" fmla="*/ 352383 w 452466"/>
              <a:gd name="connsiteY128" fmla="*/ 24165 h 352002"/>
              <a:gd name="connsiteX129" fmla="*/ 357711 w 452466"/>
              <a:gd name="connsiteY129" fmla="*/ 37674 h 352002"/>
              <a:gd name="connsiteX130" fmla="*/ 359994 w 452466"/>
              <a:gd name="connsiteY130" fmla="*/ 40147 h 352002"/>
              <a:gd name="connsiteX131" fmla="*/ 355808 w 452466"/>
              <a:gd name="connsiteY131" fmla="*/ 48710 h 352002"/>
              <a:gd name="connsiteX132" fmla="*/ 352193 w 452466"/>
              <a:gd name="connsiteY132" fmla="*/ 59745 h 352002"/>
              <a:gd name="connsiteX133" fmla="*/ 352193 w 452466"/>
              <a:gd name="connsiteY133" fmla="*/ 66405 h 352002"/>
              <a:gd name="connsiteX134" fmla="*/ 347056 w 452466"/>
              <a:gd name="connsiteY134" fmla="*/ 78011 h 352002"/>
              <a:gd name="connsiteX135" fmla="*/ 347056 w 452466"/>
              <a:gd name="connsiteY135" fmla="*/ 86954 h 352002"/>
              <a:gd name="connsiteX136" fmla="*/ 351812 w 452466"/>
              <a:gd name="connsiteY136" fmla="*/ 101605 h 352002"/>
              <a:gd name="connsiteX137" fmla="*/ 348007 w 452466"/>
              <a:gd name="connsiteY137" fmla="*/ 111880 h 352002"/>
              <a:gd name="connsiteX138" fmla="*/ 357140 w 452466"/>
              <a:gd name="connsiteY138" fmla="*/ 126531 h 352002"/>
              <a:gd name="connsiteX139" fmla="*/ 361516 w 452466"/>
              <a:gd name="connsiteY139" fmla="*/ 129194 h 352002"/>
              <a:gd name="connsiteX140" fmla="*/ 361516 w 452466"/>
              <a:gd name="connsiteY140" fmla="*/ 178094 h 352002"/>
              <a:gd name="connsiteX141" fmla="*/ 344011 w 452466"/>
              <a:gd name="connsiteY141" fmla="*/ 222808 h 352002"/>
              <a:gd name="connsiteX142" fmla="*/ 342489 w 452466"/>
              <a:gd name="connsiteY142" fmla="*/ 229848 h 352002"/>
              <a:gd name="connsiteX143" fmla="*/ 342489 w 452466"/>
              <a:gd name="connsiteY143" fmla="*/ 281222 h 352002"/>
              <a:gd name="connsiteX144" fmla="*/ 341347 w 452466"/>
              <a:gd name="connsiteY144" fmla="*/ 282553 h 352002"/>
              <a:gd name="connsiteX145" fmla="*/ 340396 w 452466"/>
              <a:gd name="connsiteY145" fmla="*/ 308050 h 352002"/>
              <a:gd name="connsiteX146" fmla="*/ 353334 w 452466"/>
              <a:gd name="connsiteY146" fmla="*/ 313568 h 352002"/>
              <a:gd name="connsiteX147" fmla="*/ 363990 w 452466"/>
              <a:gd name="connsiteY147" fmla="*/ 310143 h 352002"/>
              <a:gd name="connsiteX148" fmla="*/ 373884 w 452466"/>
              <a:gd name="connsiteY148" fmla="*/ 304625 h 352002"/>
              <a:gd name="connsiteX149" fmla="*/ 379402 w 452466"/>
              <a:gd name="connsiteY149" fmla="*/ 304625 h 352002"/>
              <a:gd name="connsiteX150" fmla="*/ 387393 w 452466"/>
              <a:gd name="connsiteY150" fmla="*/ 303483 h 352002"/>
              <a:gd name="connsiteX151" fmla="*/ 410987 w 452466"/>
              <a:gd name="connsiteY151" fmla="*/ 295111 h 352002"/>
              <a:gd name="connsiteX152" fmla="*/ 429253 w 452466"/>
              <a:gd name="connsiteY152" fmla="*/ 295111 h 352002"/>
              <a:gd name="connsiteX153" fmla="*/ 432107 w 452466"/>
              <a:gd name="connsiteY153" fmla="*/ 296443 h 352002"/>
              <a:gd name="connsiteX154" fmla="*/ 417646 w 452466"/>
              <a:gd name="connsiteY154" fmla="*/ 304815 h 35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452466" h="352002">
                <a:moveTo>
                  <a:pt x="442952" y="279890"/>
                </a:moveTo>
                <a:lnTo>
                  <a:pt x="433819" y="276845"/>
                </a:lnTo>
                <a:cubicBezTo>
                  <a:pt x="430965" y="275704"/>
                  <a:pt x="427921" y="275704"/>
                  <a:pt x="425828" y="275704"/>
                </a:cubicBezTo>
                <a:lnTo>
                  <a:pt x="410606" y="275704"/>
                </a:lnTo>
                <a:cubicBezTo>
                  <a:pt x="407942" y="275704"/>
                  <a:pt x="405279" y="276274"/>
                  <a:pt x="403376" y="277036"/>
                </a:cubicBezTo>
                <a:cubicBezTo>
                  <a:pt x="403376" y="277036"/>
                  <a:pt x="390247" y="281792"/>
                  <a:pt x="390247" y="281792"/>
                </a:cubicBezTo>
                <a:lnTo>
                  <a:pt x="381495" y="285217"/>
                </a:lnTo>
                <a:cubicBezTo>
                  <a:pt x="381495" y="285217"/>
                  <a:pt x="373313" y="285598"/>
                  <a:pt x="373313" y="285598"/>
                </a:cubicBezTo>
                <a:cubicBezTo>
                  <a:pt x="370078" y="285598"/>
                  <a:pt x="367034" y="286930"/>
                  <a:pt x="364941" y="287881"/>
                </a:cubicBezTo>
                <a:lnTo>
                  <a:pt x="359043" y="291306"/>
                </a:lnTo>
                <a:cubicBezTo>
                  <a:pt x="360755" y="288262"/>
                  <a:pt x="362087" y="285217"/>
                  <a:pt x="362087" y="281792"/>
                </a:cubicBezTo>
                <a:cubicBezTo>
                  <a:pt x="362087" y="281792"/>
                  <a:pt x="362087" y="239552"/>
                  <a:pt x="362087" y="230419"/>
                </a:cubicBezTo>
                <a:cubicBezTo>
                  <a:pt x="362087" y="230419"/>
                  <a:pt x="379782" y="186466"/>
                  <a:pt x="380734" y="183422"/>
                </a:cubicBezTo>
                <a:cubicBezTo>
                  <a:pt x="381495" y="181519"/>
                  <a:pt x="381304" y="179997"/>
                  <a:pt x="381304" y="179997"/>
                </a:cubicBezTo>
                <a:cubicBezTo>
                  <a:pt x="381304" y="163253"/>
                  <a:pt x="381304" y="146319"/>
                  <a:pt x="381304" y="129575"/>
                </a:cubicBezTo>
                <a:cubicBezTo>
                  <a:pt x="381304" y="122916"/>
                  <a:pt x="377880" y="116827"/>
                  <a:pt x="372362" y="113212"/>
                </a:cubicBezTo>
                <a:lnTo>
                  <a:pt x="369317" y="111119"/>
                </a:lnTo>
                <a:cubicBezTo>
                  <a:pt x="371410" y="107313"/>
                  <a:pt x="372171" y="102747"/>
                  <a:pt x="371030" y="97229"/>
                </a:cubicBezTo>
                <a:lnTo>
                  <a:pt x="366083" y="82578"/>
                </a:lnTo>
                <a:cubicBezTo>
                  <a:pt x="366083" y="82578"/>
                  <a:pt x="369317" y="75348"/>
                  <a:pt x="370269" y="73445"/>
                </a:cubicBezTo>
                <a:cubicBezTo>
                  <a:pt x="372171" y="69639"/>
                  <a:pt x="371791" y="65263"/>
                  <a:pt x="371791" y="61077"/>
                </a:cubicBezTo>
                <a:cubicBezTo>
                  <a:pt x="371791" y="60506"/>
                  <a:pt x="371791" y="58794"/>
                  <a:pt x="371791" y="58794"/>
                </a:cubicBezTo>
                <a:lnTo>
                  <a:pt x="378641" y="45855"/>
                </a:lnTo>
                <a:cubicBezTo>
                  <a:pt x="381875" y="37864"/>
                  <a:pt x="377880" y="31966"/>
                  <a:pt x="376167" y="29302"/>
                </a:cubicBezTo>
                <a:lnTo>
                  <a:pt x="371791" y="23974"/>
                </a:lnTo>
                <a:cubicBezTo>
                  <a:pt x="371601" y="18837"/>
                  <a:pt x="371410" y="13890"/>
                  <a:pt x="368937" y="9323"/>
                </a:cubicBezTo>
                <a:cubicBezTo>
                  <a:pt x="366844" y="5708"/>
                  <a:pt x="363419" y="2854"/>
                  <a:pt x="359423" y="1332"/>
                </a:cubicBezTo>
                <a:cubicBezTo>
                  <a:pt x="357330" y="571"/>
                  <a:pt x="355047" y="0"/>
                  <a:pt x="352764" y="0"/>
                </a:cubicBezTo>
                <a:lnTo>
                  <a:pt x="281222" y="0"/>
                </a:lnTo>
                <a:cubicBezTo>
                  <a:pt x="278748" y="0"/>
                  <a:pt x="273420" y="0"/>
                  <a:pt x="269234" y="2854"/>
                </a:cubicBezTo>
                <a:cubicBezTo>
                  <a:pt x="269234" y="2854"/>
                  <a:pt x="250398" y="14841"/>
                  <a:pt x="249066" y="15793"/>
                </a:cubicBezTo>
                <a:lnTo>
                  <a:pt x="247353" y="17124"/>
                </a:lnTo>
                <a:lnTo>
                  <a:pt x="215197" y="47758"/>
                </a:lnTo>
                <a:lnTo>
                  <a:pt x="209489" y="47758"/>
                </a:lnTo>
                <a:cubicBezTo>
                  <a:pt x="201498" y="47948"/>
                  <a:pt x="194838" y="53276"/>
                  <a:pt x="192365" y="60316"/>
                </a:cubicBezTo>
                <a:lnTo>
                  <a:pt x="182090" y="66024"/>
                </a:lnTo>
                <a:lnTo>
                  <a:pt x="182090" y="66024"/>
                </a:lnTo>
                <a:cubicBezTo>
                  <a:pt x="182090" y="66024"/>
                  <a:pt x="180948" y="66785"/>
                  <a:pt x="180948" y="66785"/>
                </a:cubicBezTo>
                <a:cubicBezTo>
                  <a:pt x="176572" y="69259"/>
                  <a:pt x="173528" y="73064"/>
                  <a:pt x="172006" y="77821"/>
                </a:cubicBezTo>
                <a:lnTo>
                  <a:pt x="166488" y="95326"/>
                </a:lnTo>
                <a:lnTo>
                  <a:pt x="95707" y="95326"/>
                </a:lnTo>
                <a:cubicBezTo>
                  <a:pt x="95707" y="95326"/>
                  <a:pt x="83339" y="95326"/>
                  <a:pt x="83339" y="95326"/>
                </a:cubicBezTo>
                <a:lnTo>
                  <a:pt x="77821" y="95326"/>
                </a:lnTo>
                <a:cubicBezTo>
                  <a:pt x="75348" y="95326"/>
                  <a:pt x="73445" y="95897"/>
                  <a:pt x="72303" y="96468"/>
                </a:cubicBezTo>
                <a:lnTo>
                  <a:pt x="46046" y="104459"/>
                </a:lnTo>
                <a:cubicBezTo>
                  <a:pt x="40147" y="106362"/>
                  <a:pt x="35581" y="111499"/>
                  <a:pt x="34059" y="117968"/>
                </a:cubicBezTo>
                <a:cubicBezTo>
                  <a:pt x="32536" y="124438"/>
                  <a:pt x="34059" y="130717"/>
                  <a:pt x="38625" y="135283"/>
                </a:cubicBezTo>
                <a:cubicBezTo>
                  <a:pt x="38625" y="135283"/>
                  <a:pt x="44524" y="141372"/>
                  <a:pt x="44714" y="141562"/>
                </a:cubicBezTo>
                <a:cubicBezTo>
                  <a:pt x="40147" y="148983"/>
                  <a:pt x="44714" y="157545"/>
                  <a:pt x="46997" y="161541"/>
                </a:cubicBezTo>
                <a:lnTo>
                  <a:pt x="50232" y="165727"/>
                </a:lnTo>
                <a:lnTo>
                  <a:pt x="13129" y="178665"/>
                </a:lnTo>
                <a:cubicBezTo>
                  <a:pt x="5137" y="180948"/>
                  <a:pt x="0" y="188179"/>
                  <a:pt x="0" y="196170"/>
                </a:cubicBezTo>
                <a:lnTo>
                  <a:pt x="0" y="218812"/>
                </a:lnTo>
                <a:cubicBezTo>
                  <a:pt x="0" y="229277"/>
                  <a:pt x="8372" y="237649"/>
                  <a:pt x="18837" y="237649"/>
                </a:cubicBezTo>
                <a:lnTo>
                  <a:pt x="233844" y="237649"/>
                </a:lnTo>
                <a:cubicBezTo>
                  <a:pt x="233844" y="237649"/>
                  <a:pt x="247353" y="251539"/>
                  <a:pt x="247353" y="251539"/>
                </a:cubicBezTo>
                <a:lnTo>
                  <a:pt x="247353" y="260862"/>
                </a:lnTo>
                <a:cubicBezTo>
                  <a:pt x="247353" y="267332"/>
                  <a:pt x="250017" y="273040"/>
                  <a:pt x="257247" y="277226"/>
                </a:cubicBezTo>
                <a:lnTo>
                  <a:pt x="269044" y="283124"/>
                </a:lnTo>
                <a:cubicBezTo>
                  <a:pt x="270947" y="284076"/>
                  <a:pt x="273040" y="284646"/>
                  <a:pt x="275133" y="285027"/>
                </a:cubicBezTo>
                <a:cubicBezTo>
                  <a:pt x="277226" y="285408"/>
                  <a:pt x="279319" y="285217"/>
                  <a:pt x="281412" y="285408"/>
                </a:cubicBezTo>
                <a:lnTo>
                  <a:pt x="294921" y="299107"/>
                </a:lnTo>
                <a:cubicBezTo>
                  <a:pt x="297014" y="301200"/>
                  <a:pt x="299107" y="303103"/>
                  <a:pt x="302722" y="304244"/>
                </a:cubicBezTo>
                <a:lnTo>
                  <a:pt x="303293" y="304244"/>
                </a:lnTo>
                <a:cubicBezTo>
                  <a:pt x="303293" y="304244"/>
                  <a:pt x="296253" y="317944"/>
                  <a:pt x="296253" y="317944"/>
                </a:cubicBezTo>
                <a:cubicBezTo>
                  <a:pt x="295302" y="320227"/>
                  <a:pt x="294921" y="322701"/>
                  <a:pt x="294921" y="324984"/>
                </a:cubicBezTo>
                <a:lnTo>
                  <a:pt x="294921" y="331263"/>
                </a:lnTo>
                <a:cubicBezTo>
                  <a:pt x="295302" y="335259"/>
                  <a:pt x="296443" y="338493"/>
                  <a:pt x="298727" y="341538"/>
                </a:cubicBezTo>
                <a:lnTo>
                  <a:pt x="304435" y="346675"/>
                </a:lnTo>
                <a:cubicBezTo>
                  <a:pt x="308050" y="350290"/>
                  <a:pt x="312997" y="352003"/>
                  <a:pt x="317944" y="352003"/>
                </a:cubicBezTo>
                <a:lnTo>
                  <a:pt x="324413" y="352003"/>
                </a:lnTo>
                <a:cubicBezTo>
                  <a:pt x="324413" y="352003"/>
                  <a:pt x="329360" y="352003"/>
                  <a:pt x="329360" y="352003"/>
                </a:cubicBezTo>
                <a:cubicBezTo>
                  <a:pt x="334307" y="352003"/>
                  <a:pt x="339064" y="349910"/>
                  <a:pt x="342299" y="346485"/>
                </a:cubicBezTo>
                <a:lnTo>
                  <a:pt x="355427" y="332975"/>
                </a:lnTo>
                <a:cubicBezTo>
                  <a:pt x="355427" y="332975"/>
                  <a:pt x="378070" y="332975"/>
                  <a:pt x="378260" y="332975"/>
                </a:cubicBezTo>
                <a:cubicBezTo>
                  <a:pt x="381495" y="332975"/>
                  <a:pt x="384349" y="332214"/>
                  <a:pt x="387203" y="330502"/>
                </a:cubicBezTo>
                <a:lnTo>
                  <a:pt x="401473" y="323272"/>
                </a:lnTo>
                <a:lnTo>
                  <a:pt x="416695" y="323272"/>
                </a:lnTo>
                <a:cubicBezTo>
                  <a:pt x="419169" y="323272"/>
                  <a:pt x="421452" y="322891"/>
                  <a:pt x="424116" y="321749"/>
                </a:cubicBezTo>
                <a:lnTo>
                  <a:pt x="442572" y="311284"/>
                </a:lnTo>
                <a:cubicBezTo>
                  <a:pt x="448470" y="308050"/>
                  <a:pt x="452276" y="301581"/>
                  <a:pt x="452466" y="294541"/>
                </a:cubicBezTo>
                <a:cubicBezTo>
                  <a:pt x="452466" y="288452"/>
                  <a:pt x="449422" y="283124"/>
                  <a:pt x="442952" y="279699"/>
                </a:cubicBezTo>
                <a:close/>
                <a:moveTo>
                  <a:pt x="416885" y="304244"/>
                </a:moveTo>
                <a:cubicBezTo>
                  <a:pt x="416885" y="304244"/>
                  <a:pt x="401473" y="304244"/>
                  <a:pt x="401473" y="304244"/>
                </a:cubicBezTo>
                <a:cubicBezTo>
                  <a:pt x="398429" y="304244"/>
                  <a:pt x="395765" y="304815"/>
                  <a:pt x="393292" y="306147"/>
                </a:cubicBezTo>
                <a:cubicBezTo>
                  <a:pt x="393292" y="306147"/>
                  <a:pt x="378831" y="313377"/>
                  <a:pt x="378450" y="313948"/>
                </a:cubicBezTo>
                <a:lnTo>
                  <a:pt x="355808" y="313948"/>
                </a:lnTo>
                <a:cubicBezTo>
                  <a:pt x="349719" y="313948"/>
                  <a:pt x="345533" y="315851"/>
                  <a:pt x="341728" y="320037"/>
                </a:cubicBezTo>
                <a:lnTo>
                  <a:pt x="329170" y="332975"/>
                </a:lnTo>
                <a:lnTo>
                  <a:pt x="316993" y="332975"/>
                </a:lnTo>
                <a:cubicBezTo>
                  <a:pt x="316993" y="332975"/>
                  <a:pt x="313948" y="329551"/>
                  <a:pt x="313948" y="329551"/>
                </a:cubicBezTo>
                <a:lnTo>
                  <a:pt x="313568" y="325745"/>
                </a:lnTo>
                <a:cubicBezTo>
                  <a:pt x="313568" y="325745"/>
                  <a:pt x="321559" y="310523"/>
                  <a:pt x="321559" y="310333"/>
                </a:cubicBezTo>
                <a:cubicBezTo>
                  <a:pt x="324413" y="304625"/>
                  <a:pt x="323272" y="297204"/>
                  <a:pt x="319656" y="292067"/>
                </a:cubicBezTo>
                <a:cubicBezTo>
                  <a:pt x="317183" y="288642"/>
                  <a:pt x="313187" y="286739"/>
                  <a:pt x="309001" y="285788"/>
                </a:cubicBezTo>
                <a:lnTo>
                  <a:pt x="295111" y="271708"/>
                </a:lnTo>
                <a:cubicBezTo>
                  <a:pt x="291686" y="268093"/>
                  <a:pt x="286739" y="266000"/>
                  <a:pt x="281983" y="266000"/>
                </a:cubicBezTo>
                <a:lnTo>
                  <a:pt x="277797" y="266000"/>
                </a:lnTo>
                <a:cubicBezTo>
                  <a:pt x="277797" y="266000"/>
                  <a:pt x="266761" y="260482"/>
                  <a:pt x="266761" y="260482"/>
                </a:cubicBezTo>
                <a:lnTo>
                  <a:pt x="266761" y="248114"/>
                </a:lnTo>
                <a:cubicBezTo>
                  <a:pt x="266761" y="248114"/>
                  <a:pt x="266761" y="246592"/>
                  <a:pt x="266761" y="246592"/>
                </a:cubicBezTo>
                <a:cubicBezTo>
                  <a:pt x="266190" y="244499"/>
                  <a:pt x="265239" y="241455"/>
                  <a:pt x="262385" y="238601"/>
                </a:cubicBezTo>
                <a:lnTo>
                  <a:pt x="246782" y="222618"/>
                </a:lnTo>
                <a:cubicBezTo>
                  <a:pt x="243357" y="219954"/>
                  <a:pt x="239171" y="218432"/>
                  <a:pt x="234986" y="218432"/>
                </a:cubicBezTo>
                <a:lnTo>
                  <a:pt x="19027" y="218432"/>
                </a:lnTo>
                <a:cubicBezTo>
                  <a:pt x="19027" y="218432"/>
                  <a:pt x="19217" y="195980"/>
                  <a:pt x="19217" y="195980"/>
                </a:cubicBezTo>
                <a:lnTo>
                  <a:pt x="55369" y="183802"/>
                </a:lnTo>
                <a:cubicBezTo>
                  <a:pt x="61648" y="182090"/>
                  <a:pt x="66595" y="177333"/>
                  <a:pt x="68498" y="171054"/>
                </a:cubicBezTo>
                <a:cubicBezTo>
                  <a:pt x="70210" y="165346"/>
                  <a:pt x="69069" y="159448"/>
                  <a:pt x="65834" y="154691"/>
                </a:cubicBezTo>
                <a:lnTo>
                  <a:pt x="63170" y="150885"/>
                </a:lnTo>
                <a:cubicBezTo>
                  <a:pt x="64122" y="149173"/>
                  <a:pt x="64883" y="147461"/>
                  <a:pt x="65263" y="145558"/>
                </a:cubicBezTo>
                <a:cubicBezTo>
                  <a:pt x="66024" y="140230"/>
                  <a:pt x="64122" y="134522"/>
                  <a:pt x="58794" y="128053"/>
                </a:cubicBezTo>
                <a:lnTo>
                  <a:pt x="51754" y="122154"/>
                </a:lnTo>
                <a:lnTo>
                  <a:pt x="67546" y="117398"/>
                </a:lnTo>
                <a:lnTo>
                  <a:pt x="77631" y="113973"/>
                </a:lnTo>
                <a:lnTo>
                  <a:pt x="95516" y="113973"/>
                </a:lnTo>
                <a:cubicBezTo>
                  <a:pt x="95516" y="113973"/>
                  <a:pt x="167249" y="113973"/>
                  <a:pt x="167249" y="113973"/>
                </a:cubicBezTo>
                <a:cubicBezTo>
                  <a:pt x="173337" y="113973"/>
                  <a:pt x="179236" y="110548"/>
                  <a:pt x="182851" y="104649"/>
                </a:cubicBezTo>
                <a:lnTo>
                  <a:pt x="189891" y="82958"/>
                </a:lnTo>
                <a:cubicBezTo>
                  <a:pt x="189891" y="82958"/>
                  <a:pt x="196741" y="79153"/>
                  <a:pt x="196551" y="79153"/>
                </a:cubicBezTo>
                <a:lnTo>
                  <a:pt x="201878" y="76109"/>
                </a:lnTo>
                <a:lnTo>
                  <a:pt x="204352" y="74206"/>
                </a:lnTo>
                <a:cubicBezTo>
                  <a:pt x="205874" y="72684"/>
                  <a:pt x="207967" y="70591"/>
                  <a:pt x="208918" y="66405"/>
                </a:cubicBezTo>
                <a:lnTo>
                  <a:pt x="215578" y="66405"/>
                </a:lnTo>
                <a:cubicBezTo>
                  <a:pt x="220335" y="66405"/>
                  <a:pt x="224330" y="64312"/>
                  <a:pt x="227565" y="61267"/>
                </a:cubicBezTo>
                <a:cubicBezTo>
                  <a:pt x="229087" y="59745"/>
                  <a:pt x="258579" y="31585"/>
                  <a:pt x="258960" y="31395"/>
                </a:cubicBezTo>
                <a:cubicBezTo>
                  <a:pt x="259911" y="30634"/>
                  <a:pt x="279699" y="18837"/>
                  <a:pt x="279699" y="18837"/>
                </a:cubicBezTo>
                <a:lnTo>
                  <a:pt x="352383" y="18837"/>
                </a:lnTo>
                <a:cubicBezTo>
                  <a:pt x="352383" y="18837"/>
                  <a:pt x="352383" y="24165"/>
                  <a:pt x="352383" y="24165"/>
                </a:cubicBezTo>
                <a:cubicBezTo>
                  <a:pt x="352383" y="29302"/>
                  <a:pt x="354286" y="34059"/>
                  <a:pt x="357711" y="37674"/>
                </a:cubicBezTo>
                <a:lnTo>
                  <a:pt x="359994" y="40147"/>
                </a:lnTo>
                <a:lnTo>
                  <a:pt x="355808" y="48710"/>
                </a:lnTo>
                <a:cubicBezTo>
                  <a:pt x="353715" y="52325"/>
                  <a:pt x="352193" y="55750"/>
                  <a:pt x="352193" y="59745"/>
                </a:cubicBezTo>
                <a:lnTo>
                  <a:pt x="352193" y="66405"/>
                </a:lnTo>
                <a:cubicBezTo>
                  <a:pt x="352193" y="66405"/>
                  <a:pt x="347056" y="78011"/>
                  <a:pt x="347056" y="78011"/>
                </a:cubicBezTo>
                <a:cubicBezTo>
                  <a:pt x="346485" y="80675"/>
                  <a:pt x="346294" y="83529"/>
                  <a:pt x="347056" y="86954"/>
                </a:cubicBezTo>
                <a:lnTo>
                  <a:pt x="351812" y="101605"/>
                </a:lnTo>
                <a:cubicBezTo>
                  <a:pt x="349339" y="104649"/>
                  <a:pt x="347817" y="108265"/>
                  <a:pt x="348007" y="111880"/>
                </a:cubicBezTo>
                <a:cubicBezTo>
                  <a:pt x="348007" y="115495"/>
                  <a:pt x="349719" y="120823"/>
                  <a:pt x="357140" y="126531"/>
                </a:cubicBezTo>
                <a:cubicBezTo>
                  <a:pt x="357140" y="126531"/>
                  <a:pt x="361516" y="129194"/>
                  <a:pt x="361516" y="129194"/>
                </a:cubicBezTo>
                <a:lnTo>
                  <a:pt x="361516" y="178094"/>
                </a:lnTo>
                <a:cubicBezTo>
                  <a:pt x="361516" y="178094"/>
                  <a:pt x="344011" y="222808"/>
                  <a:pt x="344011" y="222808"/>
                </a:cubicBezTo>
                <a:cubicBezTo>
                  <a:pt x="343060" y="225091"/>
                  <a:pt x="342489" y="227375"/>
                  <a:pt x="342489" y="229848"/>
                </a:cubicBezTo>
                <a:cubicBezTo>
                  <a:pt x="342489" y="239171"/>
                  <a:pt x="342489" y="278938"/>
                  <a:pt x="342489" y="281222"/>
                </a:cubicBezTo>
                <a:lnTo>
                  <a:pt x="341347" y="282553"/>
                </a:lnTo>
                <a:cubicBezTo>
                  <a:pt x="334878" y="289213"/>
                  <a:pt x="334498" y="300249"/>
                  <a:pt x="340396" y="308050"/>
                </a:cubicBezTo>
                <a:cubicBezTo>
                  <a:pt x="344011" y="311855"/>
                  <a:pt x="348578" y="313568"/>
                  <a:pt x="353334" y="313568"/>
                </a:cubicBezTo>
                <a:cubicBezTo>
                  <a:pt x="357140" y="313568"/>
                  <a:pt x="360755" y="312426"/>
                  <a:pt x="363990" y="310143"/>
                </a:cubicBezTo>
                <a:lnTo>
                  <a:pt x="373884" y="304625"/>
                </a:lnTo>
                <a:cubicBezTo>
                  <a:pt x="373884" y="304625"/>
                  <a:pt x="379402" y="304625"/>
                  <a:pt x="379402" y="304625"/>
                </a:cubicBezTo>
                <a:cubicBezTo>
                  <a:pt x="382256" y="304625"/>
                  <a:pt x="383778" y="304625"/>
                  <a:pt x="387393" y="303483"/>
                </a:cubicBezTo>
                <a:lnTo>
                  <a:pt x="410987" y="295111"/>
                </a:lnTo>
                <a:lnTo>
                  <a:pt x="429253" y="295111"/>
                </a:lnTo>
                <a:cubicBezTo>
                  <a:pt x="429253" y="295111"/>
                  <a:pt x="432107" y="296443"/>
                  <a:pt x="432107" y="296443"/>
                </a:cubicBezTo>
                <a:lnTo>
                  <a:pt x="417646" y="30481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5" name="Graphic 40" descr="North Carolina icon.">
            <a:extLst>
              <a:ext uri="{FF2B5EF4-FFF2-40B4-BE49-F238E27FC236}">
                <a16:creationId xmlns:a16="http://schemas.microsoft.com/office/drawing/2014/main" id="{BE8A0BB3-550F-0B83-9E39-E74300DB6F2E}"/>
              </a:ext>
            </a:extLst>
          </p:cNvPr>
          <p:cNvSpPr/>
          <p:nvPr/>
        </p:nvSpPr>
        <p:spPr>
          <a:xfrm>
            <a:off x="959561" y="5344579"/>
            <a:ext cx="452501" cy="206444"/>
          </a:xfrm>
          <a:custGeom>
            <a:avLst/>
            <a:gdLst>
              <a:gd name="connsiteX0" fmla="*/ 449612 w 452501"/>
              <a:gd name="connsiteY0" fmla="*/ 54418 h 206444"/>
              <a:gd name="connsiteX1" fmla="*/ 437435 w 452501"/>
              <a:gd name="connsiteY1" fmla="*/ 45855 h 206444"/>
              <a:gd name="connsiteX2" fmla="*/ 418788 w 452501"/>
              <a:gd name="connsiteY2" fmla="*/ 42050 h 206444"/>
              <a:gd name="connsiteX3" fmla="*/ 418788 w 452501"/>
              <a:gd name="connsiteY3" fmla="*/ 40718 h 206444"/>
              <a:gd name="connsiteX4" fmla="*/ 430014 w 452501"/>
              <a:gd name="connsiteY4" fmla="*/ 35961 h 206444"/>
              <a:gd name="connsiteX5" fmla="*/ 435342 w 452501"/>
              <a:gd name="connsiteY5" fmla="*/ 31205 h 206444"/>
              <a:gd name="connsiteX6" fmla="*/ 436103 w 452501"/>
              <a:gd name="connsiteY6" fmla="*/ 15793 h 206444"/>
              <a:gd name="connsiteX7" fmla="*/ 432678 w 452501"/>
              <a:gd name="connsiteY7" fmla="*/ 9514 h 206444"/>
              <a:gd name="connsiteX8" fmla="*/ 416505 w 452501"/>
              <a:gd name="connsiteY8" fmla="*/ 0 h 206444"/>
              <a:gd name="connsiteX9" fmla="*/ 158687 w 452501"/>
              <a:gd name="connsiteY9" fmla="*/ 0 h 206444"/>
              <a:gd name="connsiteX10" fmla="*/ 145177 w 452501"/>
              <a:gd name="connsiteY10" fmla="*/ 6850 h 206444"/>
              <a:gd name="connsiteX11" fmla="*/ 135664 w 452501"/>
              <a:gd name="connsiteY11" fmla="*/ 25496 h 206444"/>
              <a:gd name="connsiteX12" fmla="*/ 135664 w 452501"/>
              <a:gd name="connsiteY12" fmla="*/ 25496 h 206444"/>
              <a:gd name="connsiteX13" fmla="*/ 124818 w 452501"/>
              <a:gd name="connsiteY13" fmla="*/ 38435 h 206444"/>
              <a:gd name="connsiteX14" fmla="*/ 120823 w 452501"/>
              <a:gd name="connsiteY14" fmla="*/ 46426 h 206444"/>
              <a:gd name="connsiteX15" fmla="*/ 111309 w 452501"/>
              <a:gd name="connsiteY15" fmla="*/ 43572 h 206444"/>
              <a:gd name="connsiteX16" fmla="*/ 111309 w 452501"/>
              <a:gd name="connsiteY16" fmla="*/ 43572 h 206444"/>
              <a:gd name="connsiteX17" fmla="*/ 93614 w 452501"/>
              <a:gd name="connsiteY17" fmla="*/ 47568 h 206444"/>
              <a:gd name="connsiteX18" fmla="*/ 80865 w 452501"/>
              <a:gd name="connsiteY18" fmla="*/ 57272 h 206444"/>
              <a:gd name="connsiteX19" fmla="*/ 67737 w 452501"/>
              <a:gd name="connsiteY19" fmla="*/ 68498 h 206444"/>
              <a:gd name="connsiteX20" fmla="*/ 46236 w 452501"/>
              <a:gd name="connsiteY20" fmla="*/ 75918 h 206444"/>
              <a:gd name="connsiteX21" fmla="*/ 42050 w 452501"/>
              <a:gd name="connsiteY21" fmla="*/ 75918 h 206444"/>
              <a:gd name="connsiteX22" fmla="*/ 41669 w 452501"/>
              <a:gd name="connsiteY22" fmla="*/ 75918 h 206444"/>
              <a:gd name="connsiteX23" fmla="*/ 28731 w 452501"/>
              <a:gd name="connsiteY23" fmla="*/ 81627 h 206444"/>
              <a:gd name="connsiteX24" fmla="*/ 15793 w 452501"/>
              <a:gd name="connsiteY24" fmla="*/ 95516 h 206444"/>
              <a:gd name="connsiteX25" fmla="*/ 15793 w 452501"/>
              <a:gd name="connsiteY25" fmla="*/ 95516 h 206444"/>
              <a:gd name="connsiteX26" fmla="*/ 0 w 452501"/>
              <a:gd name="connsiteY26" fmla="*/ 112070 h 206444"/>
              <a:gd name="connsiteX27" fmla="*/ 0 w 452501"/>
              <a:gd name="connsiteY27" fmla="*/ 116066 h 206444"/>
              <a:gd name="connsiteX28" fmla="*/ 5518 w 452501"/>
              <a:gd name="connsiteY28" fmla="*/ 127292 h 206444"/>
              <a:gd name="connsiteX29" fmla="*/ 19217 w 452501"/>
              <a:gd name="connsiteY29" fmla="*/ 132810 h 206444"/>
              <a:gd name="connsiteX30" fmla="*/ 73825 w 452501"/>
              <a:gd name="connsiteY30" fmla="*/ 132810 h 206444"/>
              <a:gd name="connsiteX31" fmla="*/ 84671 w 452501"/>
              <a:gd name="connsiteY31" fmla="*/ 129385 h 206444"/>
              <a:gd name="connsiteX32" fmla="*/ 105220 w 452501"/>
              <a:gd name="connsiteY32" fmla="*/ 114924 h 206444"/>
              <a:gd name="connsiteX33" fmla="*/ 117968 w 452501"/>
              <a:gd name="connsiteY33" fmla="*/ 121584 h 206444"/>
              <a:gd name="connsiteX34" fmla="*/ 126150 w 452501"/>
              <a:gd name="connsiteY34" fmla="*/ 123486 h 206444"/>
              <a:gd name="connsiteX35" fmla="*/ 174669 w 452501"/>
              <a:gd name="connsiteY35" fmla="*/ 123486 h 206444"/>
              <a:gd name="connsiteX36" fmla="*/ 179807 w 452501"/>
              <a:gd name="connsiteY36" fmla="*/ 133951 h 206444"/>
              <a:gd name="connsiteX37" fmla="*/ 195409 w 452501"/>
              <a:gd name="connsiteY37" fmla="*/ 142323 h 206444"/>
              <a:gd name="connsiteX38" fmla="*/ 242406 w 452501"/>
              <a:gd name="connsiteY38" fmla="*/ 142323 h 206444"/>
              <a:gd name="connsiteX39" fmla="*/ 290355 w 452501"/>
              <a:gd name="connsiteY39" fmla="*/ 199595 h 206444"/>
              <a:gd name="connsiteX40" fmla="*/ 290355 w 452501"/>
              <a:gd name="connsiteY40" fmla="*/ 199595 h 206444"/>
              <a:gd name="connsiteX41" fmla="*/ 301390 w 452501"/>
              <a:gd name="connsiteY41" fmla="*/ 206254 h 206444"/>
              <a:gd name="connsiteX42" fmla="*/ 304054 w 452501"/>
              <a:gd name="connsiteY42" fmla="*/ 206445 h 206444"/>
              <a:gd name="connsiteX43" fmla="*/ 314900 w 452501"/>
              <a:gd name="connsiteY43" fmla="*/ 202830 h 206444"/>
              <a:gd name="connsiteX44" fmla="*/ 316422 w 452501"/>
              <a:gd name="connsiteY44" fmla="*/ 201307 h 206444"/>
              <a:gd name="connsiteX45" fmla="*/ 320798 w 452501"/>
              <a:gd name="connsiteY45" fmla="*/ 203781 h 206444"/>
              <a:gd name="connsiteX46" fmla="*/ 329551 w 452501"/>
              <a:gd name="connsiteY46" fmla="*/ 206064 h 206444"/>
              <a:gd name="connsiteX47" fmla="*/ 334498 w 452501"/>
              <a:gd name="connsiteY47" fmla="*/ 205303 h 206444"/>
              <a:gd name="connsiteX48" fmla="*/ 345153 w 452501"/>
              <a:gd name="connsiteY48" fmla="*/ 196170 h 206444"/>
              <a:gd name="connsiteX49" fmla="*/ 373503 w 452501"/>
              <a:gd name="connsiteY49" fmla="*/ 152027 h 206444"/>
              <a:gd name="connsiteX50" fmla="*/ 403566 w 452501"/>
              <a:gd name="connsiteY50" fmla="*/ 152027 h 206444"/>
              <a:gd name="connsiteX51" fmla="*/ 418978 w 452501"/>
              <a:gd name="connsiteY51" fmla="*/ 142323 h 206444"/>
              <a:gd name="connsiteX52" fmla="*/ 423164 w 452501"/>
              <a:gd name="connsiteY52" fmla="*/ 133000 h 206444"/>
              <a:gd name="connsiteX53" fmla="*/ 424496 w 452501"/>
              <a:gd name="connsiteY53" fmla="*/ 124438 h 206444"/>
              <a:gd name="connsiteX54" fmla="*/ 420500 w 452501"/>
              <a:gd name="connsiteY54" fmla="*/ 118159 h 206444"/>
              <a:gd name="connsiteX55" fmla="*/ 412128 w 452501"/>
              <a:gd name="connsiteY55" fmla="*/ 113973 h 206444"/>
              <a:gd name="connsiteX56" fmla="*/ 411177 w 452501"/>
              <a:gd name="connsiteY56" fmla="*/ 113592 h 206444"/>
              <a:gd name="connsiteX57" fmla="*/ 406420 w 452501"/>
              <a:gd name="connsiteY57" fmla="*/ 111499 h 206444"/>
              <a:gd name="connsiteX58" fmla="*/ 414412 w 452501"/>
              <a:gd name="connsiteY58" fmla="*/ 104459 h 206444"/>
              <a:gd name="connsiteX59" fmla="*/ 428492 w 452501"/>
              <a:gd name="connsiteY59" fmla="*/ 104459 h 206444"/>
              <a:gd name="connsiteX60" fmla="*/ 446758 w 452501"/>
              <a:gd name="connsiteY60" fmla="*/ 90189 h 206444"/>
              <a:gd name="connsiteX61" fmla="*/ 451324 w 452501"/>
              <a:gd name="connsiteY61" fmla="*/ 70971 h 206444"/>
              <a:gd name="connsiteX62" fmla="*/ 449992 w 452501"/>
              <a:gd name="connsiteY62" fmla="*/ 54037 h 206444"/>
              <a:gd name="connsiteX63" fmla="*/ 428302 w 452501"/>
              <a:gd name="connsiteY63" fmla="*/ 86003 h 206444"/>
              <a:gd name="connsiteX64" fmla="*/ 413270 w 452501"/>
              <a:gd name="connsiteY64" fmla="*/ 86003 h 206444"/>
              <a:gd name="connsiteX65" fmla="*/ 404898 w 452501"/>
              <a:gd name="connsiteY65" fmla="*/ 88286 h 206444"/>
              <a:gd name="connsiteX66" fmla="*/ 392721 w 452501"/>
              <a:gd name="connsiteY66" fmla="*/ 98370 h 206444"/>
              <a:gd name="connsiteX67" fmla="*/ 386632 w 452501"/>
              <a:gd name="connsiteY67" fmla="*/ 114544 h 206444"/>
              <a:gd name="connsiteX68" fmla="*/ 397287 w 452501"/>
              <a:gd name="connsiteY68" fmla="*/ 129575 h 206444"/>
              <a:gd name="connsiteX69" fmla="*/ 402615 w 452501"/>
              <a:gd name="connsiteY69" fmla="*/ 131668 h 206444"/>
              <a:gd name="connsiteX70" fmla="*/ 401664 w 452501"/>
              <a:gd name="connsiteY70" fmla="*/ 133380 h 206444"/>
              <a:gd name="connsiteX71" fmla="*/ 369698 w 452501"/>
              <a:gd name="connsiteY71" fmla="*/ 133380 h 206444"/>
              <a:gd name="connsiteX72" fmla="*/ 358091 w 452501"/>
              <a:gd name="connsiteY72" fmla="*/ 140801 h 206444"/>
              <a:gd name="connsiteX73" fmla="*/ 328409 w 452501"/>
              <a:gd name="connsiteY73" fmla="*/ 186847 h 206444"/>
              <a:gd name="connsiteX74" fmla="*/ 324794 w 452501"/>
              <a:gd name="connsiteY74" fmla="*/ 184754 h 206444"/>
              <a:gd name="connsiteX75" fmla="*/ 304054 w 452501"/>
              <a:gd name="connsiteY75" fmla="*/ 186847 h 206444"/>
              <a:gd name="connsiteX76" fmla="*/ 256296 w 452501"/>
              <a:gd name="connsiteY76" fmla="*/ 129575 h 206444"/>
              <a:gd name="connsiteX77" fmla="*/ 242787 w 452501"/>
              <a:gd name="connsiteY77" fmla="*/ 123867 h 206444"/>
              <a:gd name="connsiteX78" fmla="*/ 196360 w 452501"/>
              <a:gd name="connsiteY78" fmla="*/ 123867 h 206444"/>
              <a:gd name="connsiteX79" fmla="*/ 191794 w 452501"/>
              <a:gd name="connsiteY79" fmla="*/ 115114 h 206444"/>
              <a:gd name="connsiteX80" fmla="*/ 175050 w 452501"/>
              <a:gd name="connsiteY80" fmla="*/ 104840 h 206444"/>
              <a:gd name="connsiteX81" fmla="*/ 126531 w 452501"/>
              <a:gd name="connsiteY81" fmla="*/ 104840 h 206444"/>
              <a:gd name="connsiteX82" fmla="*/ 114353 w 452501"/>
              <a:gd name="connsiteY82" fmla="*/ 98561 h 206444"/>
              <a:gd name="connsiteX83" fmla="*/ 94565 w 452501"/>
              <a:gd name="connsiteY83" fmla="*/ 99702 h 206444"/>
              <a:gd name="connsiteX84" fmla="*/ 74016 w 452501"/>
              <a:gd name="connsiteY84" fmla="*/ 114163 h 206444"/>
              <a:gd name="connsiteX85" fmla="*/ 19217 w 452501"/>
              <a:gd name="connsiteY85" fmla="*/ 114163 h 206444"/>
              <a:gd name="connsiteX86" fmla="*/ 28350 w 452501"/>
              <a:gd name="connsiteY86" fmla="*/ 108835 h 206444"/>
              <a:gd name="connsiteX87" fmla="*/ 41860 w 452501"/>
              <a:gd name="connsiteY87" fmla="*/ 95136 h 206444"/>
              <a:gd name="connsiteX88" fmla="*/ 46236 w 452501"/>
              <a:gd name="connsiteY88" fmla="*/ 95136 h 206444"/>
              <a:gd name="connsiteX89" fmla="*/ 52705 w 452501"/>
              <a:gd name="connsiteY89" fmla="*/ 94184 h 206444"/>
              <a:gd name="connsiteX90" fmla="*/ 74586 w 452501"/>
              <a:gd name="connsiteY90" fmla="*/ 86574 h 206444"/>
              <a:gd name="connsiteX91" fmla="*/ 86193 w 452501"/>
              <a:gd name="connsiteY91" fmla="*/ 75918 h 206444"/>
              <a:gd name="connsiteX92" fmla="*/ 93423 w 452501"/>
              <a:gd name="connsiteY92" fmla="*/ 72113 h 206444"/>
              <a:gd name="connsiteX93" fmla="*/ 106172 w 452501"/>
              <a:gd name="connsiteY93" fmla="*/ 62029 h 206444"/>
              <a:gd name="connsiteX94" fmla="*/ 116256 w 452501"/>
              <a:gd name="connsiteY94" fmla="*/ 64883 h 206444"/>
              <a:gd name="connsiteX95" fmla="*/ 121203 w 452501"/>
              <a:gd name="connsiteY95" fmla="*/ 65453 h 206444"/>
              <a:gd name="connsiteX96" fmla="*/ 128433 w 452501"/>
              <a:gd name="connsiteY96" fmla="*/ 63931 h 206444"/>
              <a:gd name="connsiteX97" fmla="*/ 134712 w 452501"/>
              <a:gd name="connsiteY97" fmla="*/ 59745 h 206444"/>
              <a:gd name="connsiteX98" fmla="*/ 136425 w 452501"/>
              <a:gd name="connsiteY98" fmla="*/ 57272 h 206444"/>
              <a:gd name="connsiteX99" fmla="*/ 137947 w 452501"/>
              <a:gd name="connsiteY99" fmla="*/ 54608 h 206444"/>
              <a:gd name="connsiteX100" fmla="*/ 144416 w 452501"/>
              <a:gd name="connsiteY100" fmla="*/ 42050 h 206444"/>
              <a:gd name="connsiteX101" fmla="*/ 152788 w 452501"/>
              <a:gd name="connsiteY101" fmla="*/ 33868 h 206444"/>
              <a:gd name="connsiteX102" fmla="*/ 160399 w 452501"/>
              <a:gd name="connsiteY102" fmla="*/ 18647 h 206444"/>
              <a:gd name="connsiteX103" fmla="*/ 417076 w 452501"/>
              <a:gd name="connsiteY103" fmla="*/ 18647 h 206444"/>
              <a:gd name="connsiteX104" fmla="*/ 417456 w 452501"/>
              <a:gd name="connsiteY104" fmla="*/ 20169 h 206444"/>
              <a:gd name="connsiteX105" fmla="*/ 412319 w 452501"/>
              <a:gd name="connsiteY105" fmla="*/ 22262 h 206444"/>
              <a:gd name="connsiteX106" fmla="*/ 399761 w 452501"/>
              <a:gd name="connsiteY106" fmla="*/ 36342 h 206444"/>
              <a:gd name="connsiteX107" fmla="*/ 399761 w 452501"/>
              <a:gd name="connsiteY107" fmla="*/ 47378 h 206444"/>
              <a:gd name="connsiteX108" fmla="*/ 416314 w 452501"/>
              <a:gd name="connsiteY108" fmla="*/ 60506 h 206444"/>
              <a:gd name="connsiteX109" fmla="*/ 433058 w 452501"/>
              <a:gd name="connsiteY109" fmla="*/ 63360 h 206444"/>
              <a:gd name="connsiteX110" fmla="*/ 428302 w 452501"/>
              <a:gd name="connsiteY110" fmla="*/ 85622 h 20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452501" h="206444">
                <a:moveTo>
                  <a:pt x="449612" y="54418"/>
                </a:moveTo>
                <a:cubicBezTo>
                  <a:pt x="447138" y="50041"/>
                  <a:pt x="442762" y="46997"/>
                  <a:pt x="437435" y="45855"/>
                </a:cubicBezTo>
                <a:cubicBezTo>
                  <a:pt x="432678" y="44904"/>
                  <a:pt x="419359" y="42050"/>
                  <a:pt x="418788" y="42050"/>
                </a:cubicBezTo>
                <a:lnTo>
                  <a:pt x="418788" y="40718"/>
                </a:lnTo>
                <a:cubicBezTo>
                  <a:pt x="420120" y="40338"/>
                  <a:pt x="429824" y="36152"/>
                  <a:pt x="430014" y="35961"/>
                </a:cubicBezTo>
                <a:cubicBezTo>
                  <a:pt x="432488" y="34629"/>
                  <a:pt x="434200" y="32727"/>
                  <a:pt x="435342" y="31205"/>
                </a:cubicBezTo>
                <a:cubicBezTo>
                  <a:pt x="436864" y="28731"/>
                  <a:pt x="439147" y="23784"/>
                  <a:pt x="436103" y="15793"/>
                </a:cubicBezTo>
                <a:lnTo>
                  <a:pt x="432678" y="9514"/>
                </a:lnTo>
                <a:cubicBezTo>
                  <a:pt x="429443" y="4567"/>
                  <a:pt x="423735" y="0"/>
                  <a:pt x="416505" y="0"/>
                </a:cubicBezTo>
                <a:lnTo>
                  <a:pt x="158687" y="0"/>
                </a:lnTo>
                <a:cubicBezTo>
                  <a:pt x="151647" y="0"/>
                  <a:pt x="147841" y="3615"/>
                  <a:pt x="145177" y="6850"/>
                </a:cubicBezTo>
                <a:lnTo>
                  <a:pt x="135664" y="25496"/>
                </a:lnTo>
                <a:lnTo>
                  <a:pt x="135664" y="25496"/>
                </a:lnTo>
                <a:cubicBezTo>
                  <a:pt x="129956" y="27970"/>
                  <a:pt x="127292" y="33298"/>
                  <a:pt x="124818" y="38435"/>
                </a:cubicBezTo>
                <a:lnTo>
                  <a:pt x="120823" y="46426"/>
                </a:lnTo>
                <a:lnTo>
                  <a:pt x="111309" y="43572"/>
                </a:lnTo>
                <a:lnTo>
                  <a:pt x="111309" y="43572"/>
                </a:lnTo>
                <a:cubicBezTo>
                  <a:pt x="104649" y="41860"/>
                  <a:pt x="98180" y="43572"/>
                  <a:pt x="93614" y="47568"/>
                </a:cubicBezTo>
                <a:cubicBezTo>
                  <a:pt x="93614" y="47568"/>
                  <a:pt x="81246" y="57082"/>
                  <a:pt x="80865" y="57272"/>
                </a:cubicBezTo>
                <a:cubicBezTo>
                  <a:pt x="72874" y="58794"/>
                  <a:pt x="69259" y="63741"/>
                  <a:pt x="67737" y="68498"/>
                </a:cubicBezTo>
                <a:lnTo>
                  <a:pt x="46236" y="75918"/>
                </a:lnTo>
                <a:lnTo>
                  <a:pt x="42050" y="75918"/>
                </a:lnTo>
                <a:cubicBezTo>
                  <a:pt x="42050" y="75918"/>
                  <a:pt x="41669" y="75918"/>
                  <a:pt x="41669" y="75918"/>
                </a:cubicBezTo>
                <a:cubicBezTo>
                  <a:pt x="36913" y="75918"/>
                  <a:pt x="32346" y="78011"/>
                  <a:pt x="28731" y="81627"/>
                </a:cubicBezTo>
                <a:lnTo>
                  <a:pt x="15793" y="95516"/>
                </a:lnTo>
                <a:lnTo>
                  <a:pt x="15793" y="95516"/>
                </a:lnTo>
                <a:cubicBezTo>
                  <a:pt x="7611" y="97039"/>
                  <a:pt x="951" y="103508"/>
                  <a:pt x="0" y="112070"/>
                </a:cubicBezTo>
                <a:lnTo>
                  <a:pt x="0" y="116066"/>
                </a:lnTo>
                <a:cubicBezTo>
                  <a:pt x="761" y="120442"/>
                  <a:pt x="2474" y="124247"/>
                  <a:pt x="5518" y="127292"/>
                </a:cubicBezTo>
                <a:cubicBezTo>
                  <a:pt x="9133" y="130907"/>
                  <a:pt x="13890" y="132429"/>
                  <a:pt x="19217" y="132810"/>
                </a:cubicBezTo>
                <a:lnTo>
                  <a:pt x="73825" y="132810"/>
                </a:lnTo>
                <a:cubicBezTo>
                  <a:pt x="77631" y="132810"/>
                  <a:pt x="81436" y="131668"/>
                  <a:pt x="84671" y="129385"/>
                </a:cubicBezTo>
                <a:lnTo>
                  <a:pt x="105220" y="114924"/>
                </a:lnTo>
                <a:cubicBezTo>
                  <a:pt x="109406" y="117207"/>
                  <a:pt x="114924" y="120061"/>
                  <a:pt x="117968" y="121584"/>
                </a:cubicBezTo>
                <a:cubicBezTo>
                  <a:pt x="120632" y="122916"/>
                  <a:pt x="122915" y="123296"/>
                  <a:pt x="126150" y="123486"/>
                </a:cubicBezTo>
                <a:lnTo>
                  <a:pt x="174669" y="123486"/>
                </a:lnTo>
                <a:cubicBezTo>
                  <a:pt x="174669" y="123486"/>
                  <a:pt x="179807" y="133951"/>
                  <a:pt x="179807" y="133951"/>
                </a:cubicBezTo>
                <a:cubicBezTo>
                  <a:pt x="183422" y="139089"/>
                  <a:pt x="189130" y="142323"/>
                  <a:pt x="195409" y="142323"/>
                </a:cubicBezTo>
                <a:lnTo>
                  <a:pt x="242406" y="142323"/>
                </a:lnTo>
                <a:cubicBezTo>
                  <a:pt x="242406" y="142323"/>
                  <a:pt x="290355" y="199595"/>
                  <a:pt x="290355" y="199595"/>
                </a:cubicBezTo>
                <a:lnTo>
                  <a:pt x="290355" y="199595"/>
                </a:lnTo>
                <a:cubicBezTo>
                  <a:pt x="293399" y="203020"/>
                  <a:pt x="297204" y="205493"/>
                  <a:pt x="301390" y="206254"/>
                </a:cubicBezTo>
                <a:cubicBezTo>
                  <a:pt x="302342" y="206254"/>
                  <a:pt x="303103" y="206445"/>
                  <a:pt x="304054" y="206445"/>
                </a:cubicBezTo>
                <a:cubicBezTo>
                  <a:pt x="307860" y="206445"/>
                  <a:pt x="311665" y="205113"/>
                  <a:pt x="314900" y="202830"/>
                </a:cubicBezTo>
                <a:lnTo>
                  <a:pt x="316422" y="201307"/>
                </a:lnTo>
                <a:lnTo>
                  <a:pt x="320798" y="203781"/>
                </a:lnTo>
                <a:cubicBezTo>
                  <a:pt x="323652" y="205303"/>
                  <a:pt x="326506" y="206064"/>
                  <a:pt x="329551" y="206064"/>
                </a:cubicBezTo>
                <a:cubicBezTo>
                  <a:pt x="331263" y="206064"/>
                  <a:pt x="332785" y="205874"/>
                  <a:pt x="334498" y="205303"/>
                </a:cubicBezTo>
                <a:cubicBezTo>
                  <a:pt x="339064" y="203971"/>
                  <a:pt x="342679" y="200737"/>
                  <a:pt x="345153" y="196170"/>
                </a:cubicBezTo>
                <a:lnTo>
                  <a:pt x="373503" y="152027"/>
                </a:lnTo>
                <a:lnTo>
                  <a:pt x="403566" y="152027"/>
                </a:lnTo>
                <a:cubicBezTo>
                  <a:pt x="408513" y="152027"/>
                  <a:pt x="414792" y="150885"/>
                  <a:pt x="418978" y="142323"/>
                </a:cubicBezTo>
                <a:cubicBezTo>
                  <a:pt x="420500" y="139279"/>
                  <a:pt x="421832" y="136235"/>
                  <a:pt x="423164" y="133000"/>
                </a:cubicBezTo>
                <a:cubicBezTo>
                  <a:pt x="424306" y="130336"/>
                  <a:pt x="425067" y="127482"/>
                  <a:pt x="424496" y="124438"/>
                </a:cubicBezTo>
                <a:cubicBezTo>
                  <a:pt x="424116" y="121774"/>
                  <a:pt x="422784" y="119491"/>
                  <a:pt x="420500" y="118159"/>
                </a:cubicBezTo>
                <a:cubicBezTo>
                  <a:pt x="417837" y="116446"/>
                  <a:pt x="415173" y="114924"/>
                  <a:pt x="412128" y="113973"/>
                </a:cubicBezTo>
                <a:cubicBezTo>
                  <a:pt x="411748" y="113973"/>
                  <a:pt x="411558" y="113782"/>
                  <a:pt x="411177" y="113592"/>
                </a:cubicBezTo>
                <a:cubicBezTo>
                  <a:pt x="409845" y="113212"/>
                  <a:pt x="407752" y="111880"/>
                  <a:pt x="406420" y="111499"/>
                </a:cubicBezTo>
                <a:cubicBezTo>
                  <a:pt x="410416" y="107884"/>
                  <a:pt x="412890" y="105601"/>
                  <a:pt x="414412" y="104459"/>
                </a:cubicBezTo>
                <a:lnTo>
                  <a:pt x="428492" y="104459"/>
                </a:lnTo>
                <a:cubicBezTo>
                  <a:pt x="435912" y="104459"/>
                  <a:pt x="444094" y="99322"/>
                  <a:pt x="446758" y="90189"/>
                </a:cubicBezTo>
                <a:lnTo>
                  <a:pt x="451324" y="70971"/>
                </a:lnTo>
                <a:cubicBezTo>
                  <a:pt x="453798" y="62980"/>
                  <a:pt x="451895" y="57462"/>
                  <a:pt x="449992" y="54037"/>
                </a:cubicBezTo>
                <a:close/>
                <a:moveTo>
                  <a:pt x="428302" y="86003"/>
                </a:moveTo>
                <a:lnTo>
                  <a:pt x="413270" y="86003"/>
                </a:lnTo>
                <a:cubicBezTo>
                  <a:pt x="410416" y="85813"/>
                  <a:pt x="407562" y="86764"/>
                  <a:pt x="404898" y="88286"/>
                </a:cubicBezTo>
                <a:cubicBezTo>
                  <a:pt x="404898" y="88286"/>
                  <a:pt x="395575" y="95707"/>
                  <a:pt x="392721" y="98370"/>
                </a:cubicBezTo>
                <a:cubicBezTo>
                  <a:pt x="388344" y="102366"/>
                  <a:pt x="386061" y="108455"/>
                  <a:pt x="386632" y="114544"/>
                </a:cubicBezTo>
                <a:cubicBezTo>
                  <a:pt x="387203" y="120632"/>
                  <a:pt x="390628" y="125770"/>
                  <a:pt x="397287" y="129575"/>
                </a:cubicBezTo>
                <a:lnTo>
                  <a:pt x="402615" y="131668"/>
                </a:lnTo>
                <a:cubicBezTo>
                  <a:pt x="402615" y="131668"/>
                  <a:pt x="402044" y="132810"/>
                  <a:pt x="401664" y="133380"/>
                </a:cubicBezTo>
                <a:lnTo>
                  <a:pt x="369698" y="133380"/>
                </a:lnTo>
                <a:cubicBezTo>
                  <a:pt x="364941" y="134332"/>
                  <a:pt x="360755" y="136805"/>
                  <a:pt x="358091" y="140801"/>
                </a:cubicBezTo>
                <a:lnTo>
                  <a:pt x="328409" y="186847"/>
                </a:lnTo>
                <a:lnTo>
                  <a:pt x="324794" y="184754"/>
                </a:lnTo>
                <a:cubicBezTo>
                  <a:pt x="318134" y="181139"/>
                  <a:pt x="309953" y="182090"/>
                  <a:pt x="304054" y="186847"/>
                </a:cubicBezTo>
                <a:lnTo>
                  <a:pt x="256296" y="129575"/>
                </a:lnTo>
                <a:cubicBezTo>
                  <a:pt x="252681" y="125960"/>
                  <a:pt x="247734" y="123867"/>
                  <a:pt x="242787" y="123867"/>
                </a:cubicBezTo>
                <a:lnTo>
                  <a:pt x="196360" y="123867"/>
                </a:lnTo>
                <a:cubicBezTo>
                  <a:pt x="196360" y="123867"/>
                  <a:pt x="191794" y="115114"/>
                  <a:pt x="191794" y="115114"/>
                </a:cubicBezTo>
                <a:cubicBezTo>
                  <a:pt x="188559" y="108835"/>
                  <a:pt x="182851" y="104459"/>
                  <a:pt x="175050" y="104840"/>
                </a:cubicBezTo>
                <a:lnTo>
                  <a:pt x="126531" y="104840"/>
                </a:lnTo>
                <a:cubicBezTo>
                  <a:pt x="123486" y="103508"/>
                  <a:pt x="118349" y="100654"/>
                  <a:pt x="114353" y="98561"/>
                </a:cubicBezTo>
                <a:cubicBezTo>
                  <a:pt x="108074" y="95136"/>
                  <a:pt x="100463" y="95707"/>
                  <a:pt x="94565" y="99702"/>
                </a:cubicBezTo>
                <a:lnTo>
                  <a:pt x="74016" y="114163"/>
                </a:lnTo>
                <a:lnTo>
                  <a:pt x="19217" y="114163"/>
                </a:lnTo>
                <a:cubicBezTo>
                  <a:pt x="23974" y="113212"/>
                  <a:pt x="27209" y="110167"/>
                  <a:pt x="28350" y="108835"/>
                </a:cubicBezTo>
                <a:lnTo>
                  <a:pt x="41860" y="95136"/>
                </a:lnTo>
                <a:lnTo>
                  <a:pt x="46236" y="95136"/>
                </a:lnTo>
                <a:cubicBezTo>
                  <a:pt x="48329" y="95136"/>
                  <a:pt x="50422" y="94946"/>
                  <a:pt x="52705" y="94184"/>
                </a:cubicBezTo>
                <a:lnTo>
                  <a:pt x="74586" y="86574"/>
                </a:lnTo>
                <a:cubicBezTo>
                  <a:pt x="79914" y="84671"/>
                  <a:pt x="83910" y="80675"/>
                  <a:pt x="86193" y="75918"/>
                </a:cubicBezTo>
                <a:cubicBezTo>
                  <a:pt x="89237" y="74967"/>
                  <a:pt x="91711" y="73445"/>
                  <a:pt x="93423" y="72113"/>
                </a:cubicBezTo>
                <a:lnTo>
                  <a:pt x="106172" y="62029"/>
                </a:lnTo>
                <a:lnTo>
                  <a:pt x="116256" y="64883"/>
                </a:lnTo>
                <a:cubicBezTo>
                  <a:pt x="117778" y="65263"/>
                  <a:pt x="119491" y="65453"/>
                  <a:pt x="121203" y="65453"/>
                </a:cubicBezTo>
                <a:cubicBezTo>
                  <a:pt x="123677" y="65453"/>
                  <a:pt x="126150" y="64883"/>
                  <a:pt x="128433" y="63931"/>
                </a:cubicBezTo>
                <a:cubicBezTo>
                  <a:pt x="130717" y="62980"/>
                  <a:pt x="133190" y="61648"/>
                  <a:pt x="134712" y="59745"/>
                </a:cubicBezTo>
                <a:cubicBezTo>
                  <a:pt x="135283" y="58984"/>
                  <a:pt x="135854" y="58033"/>
                  <a:pt x="136425" y="57272"/>
                </a:cubicBezTo>
                <a:cubicBezTo>
                  <a:pt x="136996" y="56511"/>
                  <a:pt x="137566" y="55559"/>
                  <a:pt x="137947" y="54608"/>
                </a:cubicBezTo>
                <a:cubicBezTo>
                  <a:pt x="137947" y="54608"/>
                  <a:pt x="143845" y="42811"/>
                  <a:pt x="144416" y="42050"/>
                </a:cubicBezTo>
                <a:cubicBezTo>
                  <a:pt x="147841" y="40338"/>
                  <a:pt x="150885" y="37484"/>
                  <a:pt x="152788" y="33868"/>
                </a:cubicBezTo>
                <a:lnTo>
                  <a:pt x="160399" y="18647"/>
                </a:lnTo>
                <a:lnTo>
                  <a:pt x="417076" y="18647"/>
                </a:lnTo>
                <a:cubicBezTo>
                  <a:pt x="417076" y="18647"/>
                  <a:pt x="417456" y="20169"/>
                  <a:pt x="417456" y="20169"/>
                </a:cubicBezTo>
                <a:cubicBezTo>
                  <a:pt x="417456" y="20169"/>
                  <a:pt x="413080" y="21881"/>
                  <a:pt x="412319" y="22262"/>
                </a:cubicBezTo>
                <a:cubicBezTo>
                  <a:pt x="406040" y="24165"/>
                  <a:pt x="401854" y="27209"/>
                  <a:pt x="399761" y="36342"/>
                </a:cubicBezTo>
                <a:lnTo>
                  <a:pt x="399761" y="47378"/>
                </a:lnTo>
                <a:cubicBezTo>
                  <a:pt x="400332" y="57843"/>
                  <a:pt x="411177" y="59745"/>
                  <a:pt x="416314" y="60506"/>
                </a:cubicBezTo>
                <a:cubicBezTo>
                  <a:pt x="416314" y="60506"/>
                  <a:pt x="428492" y="62790"/>
                  <a:pt x="433058" y="63360"/>
                </a:cubicBezTo>
                <a:cubicBezTo>
                  <a:pt x="433058" y="63360"/>
                  <a:pt x="428682" y="84100"/>
                  <a:pt x="428302" y="85622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" name="Graphic 41" descr="North Dakota icon.">
            <a:extLst>
              <a:ext uri="{FF2B5EF4-FFF2-40B4-BE49-F238E27FC236}">
                <a16:creationId xmlns:a16="http://schemas.microsoft.com/office/drawing/2014/main" id="{B360EF1E-EC06-9F9C-8503-9E146A644D40}"/>
              </a:ext>
            </a:extLst>
          </p:cNvPr>
          <p:cNvSpPr/>
          <p:nvPr/>
        </p:nvSpPr>
        <p:spPr>
          <a:xfrm>
            <a:off x="2176528" y="5305193"/>
            <a:ext cx="456652" cy="285217"/>
          </a:xfrm>
          <a:custGeom>
            <a:avLst/>
            <a:gdLst>
              <a:gd name="connsiteX0" fmla="*/ 456652 w 456652"/>
              <a:gd name="connsiteY0" fmla="*/ 253061 h 285217"/>
              <a:gd name="connsiteX1" fmla="*/ 455320 w 456652"/>
              <a:gd name="connsiteY1" fmla="*/ 246782 h 285217"/>
              <a:gd name="connsiteX2" fmla="*/ 446758 w 456652"/>
              <a:gd name="connsiteY2" fmla="*/ 226423 h 285217"/>
              <a:gd name="connsiteX3" fmla="*/ 442191 w 456652"/>
              <a:gd name="connsiteY3" fmla="*/ 220144 h 285217"/>
              <a:gd name="connsiteX4" fmla="*/ 437435 w 456652"/>
              <a:gd name="connsiteY4" fmla="*/ 216529 h 285217"/>
              <a:gd name="connsiteX5" fmla="*/ 437435 w 456652"/>
              <a:gd name="connsiteY5" fmla="*/ 176572 h 285217"/>
              <a:gd name="connsiteX6" fmla="*/ 443904 w 456652"/>
              <a:gd name="connsiteY6" fmla="*/ 165156 h 285217"/>
              <a:gd name="connsiteX7" fmla="*/ 445997 w 456652"/>
              <a:gd name="connsiteY7" fmla="*/ 153740 h 285217"/>
              <a:gd name="connsiteX8" fmla="*/ 437435 w 456652"/>
              <a:gd name="connsiteY8" fmla="*/ 110548 h 285217"/>
              <a:gd name="connsiteX9" fmla="*/ 435342 w 456652"/>
              <a:gd name="connsiteY9" fmla="*/ 105411 h 285217"/>
              <a:gd name="connsiteX10" fmla="*/ 418788 w 456652"/>
              <a:gd name="connsiteY10" fmla="*/ 78582 h 285217"/>
              <a:gd name="connsiteX11" fmla="*/ 426970 w 456652"/>
              <a:gd name="connsiteY11" fmla="*/ 45855 h 285217"/>
              <a:gd name="connsiteX12" fmla="*/ 425257 w 456652"/>
              <a:gd name="connsiteY12" fmla="*/ 34059 h 285217"/>
              <a:gd name="connsiteX13" fmla="*/ 425257 w 456652"/>
              <a:gd name="connsiteY13" fmla="*/ 34059 h 285217"/>
              <a:gd name="connsiteX14" fmla="*/ 419930 w 456652"/>
              <a:gd name="connsiteY14" fmla="*/ 24926 h 285217"/>
              <a:gd name="connsiteX15" fmla="*/ 420310 w 456652"/>
              <a:gd name="connsiteY15" fmla="*/ 10465 h 285217"/>
              <a:gd name="connsiteX16" fmla="*/ 402805 w 456652"/>
              <a:gd name="connsiteY16" fmla="*/ 0 h 285217"/>
              <a:gd name="connsiteX17" fmla="*/ 19027 w 456652"/>
              <a:gd name="connsiteY17" fmla="*/ 0 h 285217"/>
              <a:gd name="connsiteX18" fmla="*/ 0 w 456652"/>
              <a:gd name="connsiteY18" fmla="*/ 17315 h 285217"/>
              <a:gd name="connsiteX19" fmla="*/ 0 w 456652"/>
              <a:gd name="connsiteY19" fmla="*/ 267903 h 285217"/>
              <a:gd name="connsiteX20" fmla="*/ 19027 w 456652"/>
              <a:gd name="connsiteY20" fmla="*/ 285217 h 285217"/>
              <a:gd name="connsiteX21" fmla="*/ 437435 w 456652"/>
              <a:gd name="connsiteY21" fmla="*/ 285217 h 285217"/>
              <a:gd name="connsiteX22" fmla="*/ 456462 w 456652"/>
              <a:gd name="connsiteY22" fmla="*/ 267712 h 285217"/>
              <a:gd name="connsiteX23" fmla="*/ 456462 w 456652"/>
              <a:gd name="connsiteY23" fmla="*/ 253252 h 285217"/>
              <a:gd name="connsiteX24" fmla="*/ 18837 w 456652"/>
              <a:gd name="connsiteY24" fmla="*/ 265810 h 285217"/>
              <a:gd name="connsiteX25" fmla="*/ 18837 w 456652"/>
              <a:gd name="connsiteY25" fmla="*/ 18647 h 285217"/>
              <a:gd name="connsiteX26" fmla="*/ 401854 w 456652"/>
              <a:gd name="connsiteY26" fmla="*/ 18647 h 285217"/>
              <a:gd name="connsiteX27" fmla="*/ 403186 w 456652"/>
              <a:gd name="connsiteY27" fmla="*/ 33298 h 285217"/>
              <a:gd name="connsiteX28" fmla="*/ 408323 w 456652"/>
              <a:gd name="connsiteY28" fmla="*/ 42240 h 285217"/>
              <a:gd name="connsiteX29" fmla="*/ 400141 w 456652"/>
              <a:gd name="connsiteY29" fmla="*/ 74967 h 285217"/>
              <a:gd name="connsiteX30" fmla="*/ 402044 w 456652"/>
              <a:gd name="connsiteY30" fmla="*/ 87335 h 285217"/>
              <a:gd name="connsiteX31" fmla="*/ 418788 w 456652"/>
              <a:gd name="connsiteY31" fmla="*/ 114163 h 285217"/>
              <a:gd name="connsiteX32" fmla="*/ 427160 w 456652"/>
              <a:gd name="connsiteY32" fmla="*/ 156213 h 285217"/>
              <a:gd name="connsiteX33" fmla="*/ 420691 w 456652"/>
              <a:gd name="connsiteY33" fmla="*/ 167059 h 285217"/>
              <a:gd name="connsiteX34" fmla="*/ 418598 w 456652"/>
              <a:gd name="connsiteY34" fmla="*/ 175240 h 285217"/>
              <a:gd name="connsiteX35" fmla="*/ 418598 w 456652"/>
              <a:gd name="connsiteY35" fmla="*/ 209299 h 285217"/>
              <a:gd name="connsiteX36" fmla="*/ 418598 w 456652"/>
              <a:gd name="connsiteY36" fmla="*/ 209299 h 285217"/>
              <a:gd name="connsiteX37" fmla="*/ 418598 w 456652"/>
              <a:gd name="connsiteY37" fmla="*/ 218242 h 285217"/>
              <a:gd name="connsiteX38" fmla="*/ 424877 w 456652"/>
              <a:gd name="connsiteY38" fmla="*/ 230609 h 285217"/>
              <a:gd name="connsiteX39" fmla="*/ 429633 w 456652"/>
              <a:gd name="connsiteY39" fmla="*/ 234415 h 285217"/>
              <a:gd name="connsiteX40" fmla="*/ 437625 w 456652"/>
              <a:gd name="connsiteY40" fmla="*/ 253252 h 285217"/>
              <a:gd name="connsiteX41" fmla="*/ 437625 w 456652"/>
              <a:gd name="connsiteY41" fmla="*/ 266000 h 285217"/>
              <a:gd name="connsiteX42" fmla="*/ 18837 w 456652"/>
              <a:gd name="connsiteY42" fmla="*/ 266000 h 28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6652" h="285217">
                <a:moveTo>
                  <a:pt x="456652" y="253061"/>
                </a:moveTo>
                <a:cubicBezTo>
                  <a:pt x="456652" y="250968"/>
                  <a:pt x="456271" y="248875"/>
                  <a:pt x="455320" y="246782"/>
                </a:cubicBezTo>
                <a:lnTo>
                  <a:pt x="446758" y="226423"/>
                </a:lnTo>
                <a:cubicBezTo>
                  <a:pt x="445997" y="224521"/>
                  <a:pt x="444855" y="222808"/>
                  <a:pt x="442191" y="220144"/>
                </a:cubicBezTo>
                <a:lnTo>
                  <a:pt x="437435" y="216529"/>
                </a:lnTo>
                <a:lnTo>
                  <a:pt x="437435" y="176572"/>
                </a:lnTo>
                <a:cubicBezTo>
                  <a:pt x="437435" y="176572"/>
                  <a:pt x="443904" y="165156"/>
                  <a:pt x="443904" y="165156"/>
                </a:cubicBezTo>
                <a:cubicBezTo>
                  <a:pt x="445997" y="161731"/>
                  <a:pt x="446758" y="157545"/>
                  <a:pt x="445997" y="153740"/>
                </a:cubicBezTo>
                <a:lnTo>
                  <a:pt x="437435" y="110548"/>
                </a:lnTo>
                <a:cubicBezTo>
                  <a:pt x="437054" y="108645"/>
                  <a:pt x="436293" y="106933"/>
                  <a:pt x="435342" y="105411"/>
                </a:cubicBezTo>
                <a:lnTo>
                  <a:pt x="418788" y="78582"/>
                </a:lnTo>
                <a:lnTo>
                  <a:pt x="426970" y="45855"/>
                </a:lnTo>
                <a:cubicBezTo>
                  <a:pt x="427921" y="41860"/>
                  <a:pt x="427350" y="37674"/>
                  <a:pt x="425257" y="34059"/>
                </a:cubicBezTo>
                <a:lnTo>
                  <a:pt x="425257" y="34059"/>
                </a:lnTo>
                <a:cubicBezTo>
                  <a:pt x="425257" y="34059"/>
                  <a:pt x="419930" y="24926"/>
                  <a:pt x="419930" y="24926"/>
                </a:cubicBezTo>
                <a:cubicBezTo>
                  <a:pt x="422213" y="20359"/>
                  <a:pt x="422593" y="15031"/>
                  <a:pt x="420310" y="10465"/>
                </a:cubicBezTo>
                <a:cubicBezTo>
                  <a:pt x="417266" y="4186"/>
                  <a:pt x="410416" y="0"/>
                  <a:pt x="402805" y="0"/>
                </a:cubicBezTo>
                <a:lnTo>
                  <a:pt x="19027" y="0"/>
                </a:lnTo>
                <a:cubicBezTo>
                  <a:pt x="8562" y="0"/>
                  <a:pt x="0" y="7801"/>
                  <a:pt x="0" y="17315"/>
                </a:cubicBezTo>
                <a:lnTo>
                  <a:pt x="0" y="267903"/>
                </a:lnTo>
                <a:cubicBezTo>
                  <a:pt x="0" y="277416"/>
                  <a:pt x="8562" y="285217"/>
                  <a:pt x="19027" y="285217"/>
                </a:cubicBezTo>
                <a:lnTo>
                  <a:pt x="437435" y="285217"/>
                </a:lnTo>
                <a:cubicBezTo>
                  <a:pt x="447900" y="285217"/>
                  <a:pt x="456462" y="277606"/>
                  <a:pt x="456462" y="267712"/>
                </a:cubicBezTo>
                <a:lnTo>
                  <a:pt x="456462" y="253252"/>
                </a:lnTo>
                <a:close/>
                <a:moveTo>
                  <a:pt x="18837" y="265810"/>
                </a:moveTo>
                <a:lnTo>
                  <a:pt x="18837" y="18647"/>
                </a:lnTo>
                <a:cubicBezTo>
                  <a:pt x="18837" y="18647"/>
                  <a:pt x="401854" y="18647"/>
                  <a:pt x="401854" y="18647"/>
                </a:cubicBezTo>
                <a:cubicBezTo>
                  <a:pt x="401854" y="18647"/>
                  <a:pt x="399380" y="26638"/>
                  <a:pt x="403186" y="33298"/>
                </a:cubicBezTo>
                <a:lnTo>
                  <a:pt x="408323" y="42240"/>
                </a:lnTo>
                <a:lnTo>
                  <a:pt x="400141" y="74967"/>
                </a:lnTo>
                <a:cubicBezTo>
                  <a:pt x="399000" y="79153"/>
                  <a:pt x="399761" y="83720"/>
                  <a:pt x="402044" y="87335"/>
                </a:cubicBezTo>
                <a:lnTo>
                  <a:pt x="418788" y="114163"/>
                </a:lnTo>
                <a:lnTo>
                  <a:pt x="427160" y="156213"/>
                </a:lnTo>
                <a:lnTo>
                  <a:pt x="420691" y="167059"/>
                </a:lnTo>
                <a:cubicBezTo>
                  <a:pt x="419169" y="169532"/>
                  <a:pt x="418598" y="172386"/>
                  <a:pt x="418598" y="175240"/>
                </a:cubicBezTo>
                <a:lnTo>
                  <a:pt x="418598" y="209299"/>
                </a:lnTo>
                <a:cubicBezTo>
                  <a:pt x="418598" y="209299"/>
                  <a:pt x="418598" y="209299"/>
                  <a:pt x="418598" y="209299"/>
                </a:cubicBezTo>
                <a:lnTo>
                  <a:pt x="418598" y="218242"/>
                </a:lnTo>
                <a:cubicBezTo>
                  <a:pt x="418598" y="222998"/>
                  <a:pt x="420881" y="227565"/>
                  <a:pt x="424877" y="230609"/>
                </a:cubicBezTo>
                <a:lnTo>
                  <a:pt x="429633" y="234415"/>
                </a:lnTo>
                <a:lnTo>
                  <a:pt x="437625" y="253252"/>
                </a:lnTo>
                <a:lnTo>
                  <a:pt x="437625" y="266000"/>
                </a:lnTo>
                <a:cubicBezTo>
                  <a:pt x="437625" y="266000"/>
                  <a:pt x="18837" y="266000"/>
                  <a:pt x="18837" y="26600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3" name="Graphic 42" descr="Ohio icon.">
            <a:extLst>
              <a:ext uri="{FF2B5EF4-FFF2-40B4-BE49-F238E27FC236}">
                <a16:creationId xmlns:a16="http://schemas.microsoft.com/office/drawing/2014/main" id="{09FFCA40-5BA0-5B5B-153F-E790502E0828}"/>
              </a:ext>
            </a:extLst>
          </p:cNvPr>
          <p:cNvSpPr/>
          <p:nvPr/>
        </p:nvSpPr>
        <p:spPr>
          <a:xfrm>
            <a:off x="3439891" y="5221740"/>
            <a:ext cx="380162" cy="452123"/>
          </a:xfrm>
          <a:custGeom>
            <a:avLst/>
            <a:gdLst>
              <a:gd name="connsiteX0" fmla="*/ 373123 w 380162"/>
              <a:gd name="connsiteY0" fmla="*/ 3826 h 452123"/>
              <a:gd name="connsiteX1" fmla="*/ 356379 w 380162"/>
              <a:gd name="connsiteY1" fmla="*/ 781 h 452123"/>
              <a:gd name="connsiteX2" fmla="*/ 302722 w 380162"/>
              <a:gd name="connsiteY2" fmla="*/ 16574 h 452123"/>
              <a:gd name="connsiteX3" fmla="*/ 298156 w 380162"/>
              <a:gd name="connsiteY3" fmla="*/ 18476 h 452123"/>
              <a:gd name="connsiteX4" fmla="*/ 207206 w 380162"/>
              <a:gd name="connsiteY4" fmla="*/ 73084 h 452123"/>
              <a:gd name="connsiteX5" fmla="*/ 192555 w 380162"/>
              <a:gd name="connsiteY5" fmla="*/ 73084 h 452123"/>
              <a:gd name="connsiteX6" fmla="*/ 169913 w 380162"/>
              <a:gd name="connsiteY6" fmla="*/ 57482 h 452123"/>
              <a:gd name="connsiteX7" fmla="*/ 167249 w 380162"/>
              <a:gd name="connsiteY7" fmla="*/ 45685 h 452123"/>
              <a:gd name="connsiteX8" fmla="*/ 152788 w 380162"/>
              <a:gd name="connsiteY8" fmla="*/ 35411 h 452123"/>
              <a:gd name="connsiteX9" fmla="*/ 141372 w 380162"/>
              <a:gd name="connsiteY9" fmla="*/ 36552 h 452123"/>
              <a:gd name="connsiteX10" fmla="*/ 133190 w 380162"/>
              <a:gd name="connsiteY10" fmla="*/ 46066 h 452123"/>
              <a:gd name="connsiteX11" fmla="*/ 119491 w 380162"/>
              <a:gd name="connsiteY11" fmla="*/ 73084 h 452123"/>
              <a:gd name="connsiteX12" fmla="*/ 18647 w 380162"/>
              <a:gd name="connsiteY12" fmla="*/ 73275 h 452123"/>
              <a:gd name="connsiteX13" fmla="*/ 0 w 380162"/>
              <a:gd name="connsiteY13" fmla="*/ 92492 h 452123"/>
              <a:gd name="connsiteX14" fmla="*/ 0 w 380162"/>
              <a:gd name="connsiteY14" fmla="*/ 348978 h 452123"/>
              <a:gd name="connsiteX15" fmla="*/ 5708 w 380162"/>
              <a:gd name="connsiteY15" fmla="*/ 362488 h 452123"/>
              <a:gd name="connsiteX16" fmla="*/ 19217 w 380162"/>
              <a:gd name="connsiteY16" fmla="*/ 368006 h 452123"/>
              <a:gd name="connsiteX17" fmla="*/ 33678 w 380162"/>
              <a:gd name="connsiteY17" fmla="*/ 368006 h 452123"/>
              <a:gd name="connsiteX18" fmla="*/ 64692 w 380162"/>
              <a:gd name="connsiteY18" fmla="*/ 406821 h 452123"/>
              <a:gd name="connsiteX19" fmla="*/ 79534 w 380162"/>
              <a:gd name="connsiteY19" fmla="*/ 413861 h 452123"/>
              <a:gd name="connsiteX20" fmla="*/ 86003 w 380162"/>
              <a:gd name="connsiteY20" fmla="*/ 412719 h 452123"/>
              <a:gd name="connsiteX21" fmla="*/ 94946 w 380162"/>
              <a:gd name="connsiteY21" fmla="*/ 408914 h 452123"/>
              <a:gd name="connsiteX22" fmla="*/ 113402 w 380162"/>
              <a:gd name="connsiteY22" fmla="*/ 425087 h 452123"/>
              <a:gd name="connsiteX23" fmla="*/ 119491 w 380162"/>
              <a:gd name="connsiteY23" fmla="*/ 425087 h 452123"/>
              <a:gd name="connsiteX24" fmla="*/ 132619 w 380162"/>
              <a:gd name="connsiteY24" fmla="*/ 420140 h 452123"/>
              <a:gd name="connsiteX25" fmla="*/ 133190 w 380162"/>
              <a:gd name="connsiteY25" fmla="*/ 419569 h 452123"/>
              <a:gd name="connsiteX26" fmla="*/ 133571 w 380162"/>
              <a:gd name="connsiteY26" fmla="*/ 419950 h 452123"/>
              <a:gd name="connsiteX27" fmla="*/ 146890 w 380162"/>
              <a:gd name="connsiteY27" fmla="*/ 425087 h 452123"/>
              <a:gd name="connsiteX28" fmla="*/ 157735 w 380162"/>
              <a:gd name="connsiteY28" fmla="*/ 425087 h 452123"/>
              <a:gd name="connsiteX29" fmla="*/ 170293 w 380162"/>
              <a:gd name="connsiteY29" fmla="*/ 420140 h 452123"/>
              <a:gd name="connsiteX30" fmla="*/ 171245 w 380162"/>
              <a:gd name="connsiteY30" fmla="*/ 419189 h 452123"/>
              <a:gd name="connsiteX31" fmla="*/ 171245 w 380162"/>
              <a:gd name="connsiteY31" fmla="*/ 420140 h 452123"/>
              <a:gd name="connsiteX32" fmla="*/ 179997 w 380162"/>
              <a:gd name="connsiteY32" fmla="*/ 435933 h 452123"/>
              <a:gd name="connsiteX33" fmla="*/ 198453 w 380162"/>
              <a:gd name="connsiteY33" fmla="*/ 448490 h 452123"/>
              <a:gd name="connsiteX34" fmla="*/ 210060 w 380162"/>
              <a:gd name="connsiteY34" fmla="*/ 452106 h 452123"/>
              <a:gd name="connsiteX35" fmla="*/ 218051 w 380162"/>
              <a:gd name="connsiteY35" fmla="*/ 449822 h 452123"/>
              <a:gd name="connsiteX36" fmla="*/ 229848 w 380162"/>
              <a:gd name="connsiteY36" fmla="*/ 444304 h 452123"/>
              <a:gd name="connsiteX37" fmla="*/ 238220 w 380162"/>
              <a:gd name="connsiteY37" fmla="*/ 435742 h 452123"/>
              <a:gd name="connsiteX38" fmla="*/ 245450 w 380162"/>
              <a:gd name="connsiteY38" fmla="*/ 420711 h 452123"/>
              <a:gd name="connsiteX39" fmla="*/ 247353 w 380162"/>
              <a:gd name="connsiteY39" fmla="*/ 412529 h 452123"/>
              <a:gd name="connsiteX40" fmla="*/ 247353 w 380162"/>
              <a:gd name="connsiteY40" fmla="*/ 389506 h 452123"/>
              <a:gd name="connsiteX41" fmla="*/ 248114 w 380162"/>
              <a:gd name="connsiteY41" fmla="*/ 390077 h 452123"/>
              <a:gd name="connsiteX42" fmla="*/ 257057 w 380162"/>
              <a:gd name="connsiteY42" fmla="*/ 392551 h 452123"/>
              <a:gd name="connsiteX43" fmla="*/ 266571 w 380162"/>
              <a:gd name="connsiteY43" fmla="*/ 389506 h 452123"/>
              <a:gd name="connsiteX44" fmla="*/ 269996 w 380162"/>
              <a:gd name="connsiteY44" fmla="*/ 387223 h 452123"/>
              <a:gd name="connsiteX45" fmla="*/ 272469 w 380162"/>
              <a:gd name="connsiteY45" fmla="*/ 384369 h 452123"/>
              <a:gd name="connsiteX46" fmla="*/ 275323 w 380162"/>
              <a:gd name="connsiteY46" fmla="*/ 377519 h 452123"/>
              <a:gd name="connsiteX47" fmla="*/ 275704 w 380162"/>
              <a:gd name="connsiteY47" fmla="*/ 373714 h 452123"/>
              <a:gd name="connsiteX48" fmla="*/ 275704 w 380162"/>
              <a:gd name="connsiteY48" fmla="*/ 363439 h 452123"/>
              <a:gd name="connsiteX49" fmla="*/ 297775 w 380162"/>
              <a:gd name="connsiteY49" fmla="*/ 348978 h 452123"/>
              <a:gd name="connsiteX50" fmla="*/ 310904 w 380162"/>
              <a:gd name="connsiteY50" fmla="*/ 348978 h 452123"/>
              <a:gd name="connsiteX51" fmla="*/ 320608 w 380162"/>
              <a:gd name="connsiteY51" fmla="*/ 346695 h 452123"/>
              <a:gd name="connsiteX52" fmla="*/ 331644 w 380162"/>
              <a:gd name="connsiteY52" fmla="*/ 341177 h 452123"/>
              <a:gd name="connsiteX53" fmla="*/ 342299 w 380162"/>
              <a:gd name="connsiteY53" fmla="*/ 323863 h 452123"/>
              <a:gd name="connsiteX54" fmla="*/ 342299 w 380162"/>
              <a:gd name="connsiteY54" fmla="*/ 313588 h 452123"/>
              <a:gd name="connsiteX55" fmla="*/ 355618 w 380162"/>
              <a:gd name="connsiteY55" fmla="*/ 293990 h 452123"/>
              <a:gd name="connsiteX56" fmla="*/ 354286 w 380162"/>
              <a:gd name="connsiteY56" fmla="*/ 271918 h 452123"/>
              <a:gd name="connsiteX57" fmla="*/ 367795 w 380162"/>
              <a:gd name="connsiteY57" fmla="*/ 251940 h 452123"/>
              <a:gd name="connsiteX58" fmla="*/ 370839 w 380162"/>
              <a:gd name="connsiteY58" fmla="*/ 241475 h 452123"/>
              <a:gd name="connsiteX59" fmla="*/ 370839 w 380162"/>
              <a:gd name="connsiteY59" fmla="*/ 227966 h 452123"/>
              <a:gd name="connsiteX60" fmla="*/ 368746 w 380162"/>
              <a:gd name="connsiteY60" fmla="*/ 218642 h 452123"/>
              <a:gd name="connsiteX61" fmla="*/ 362658 w 380162"/>
              <a:gd name="connsiteY61" fmla="*/ 208177 h 452123"/>
              <a:gd name="connsiteX62" fmla="*/ 364751 w 380162"/>
              <a:gd name="connsiteY62" fmla="*/ 205323 h 452123"/>
              <a:gd name="connsiteX63" fmla="*/ 380163 w 380162"/>
              <a:gd name="connsiteY63" fmla="*/ 186867 h 452123"/>
              <a:gd name="connsiteX64" fmla="*/ 380163 w 380162"/>
              <a:gd name="connsiteY64" fmla="*/ 19047 h 452123"/>
              <a:gd name="connsiteX65" fmla="*/ 372932 w 380162"/>
              <a:gd name="connsiteY65" fmla="*/ 3826 h 452123"/>
              <a:gd name="connsiteX66" fmla="*/ 352954 w 380162"/>
              <a:gd name="connsiteY66" fmla="*/ 191053 h 452123"/>
              <a:gd name="connsiteX67" fmla="*/ 349149 w 380162"/>
              <a:gd name="connsiteY67" fmla="*/ 194668 h 452123"/>
              <a:gd name="connsiteX68" fmla="*/ 347246 w 380162"/>
              <a:gd name="connsiteY68" fmla="*/ 197142 h 452123"/>
              <a:gd name="connsiteX69" fmla="*/ 345724 w 380162"/>
              <a:gd name="connsiteY69" fmla="*/ 215217 h 452123"/>
              <a:gd name="connsiteX70" fmla="*/ 351812 w 380162"/>
              <a:gd name="connsiteY70" fmla="*/ 227966 h 452123"/>
              <a:gd name="connsiteX71" fmla="*/ 351812 w 380162"/>
              <a:gd name="connsiteY71" fmla="*/ 241094 h 452123"/>
              <a:gd name="connsiteX72" fmla="*/ 338684 w 380162"/>
              <a:gd name="connsiteY72" fmla="*/ 261073 h 452123"/>
              <a:gd name="connsiteX73" fmla="*/ 339635 w 380162"/>
              <a:gd name="connsiteY73" fmla="*/ 283525 h 452123"/>
              <a:gd name="connsiteX74" fmla="*/ 327077 w 380162"/>
              <a:gd name="connsiteY74" fmla="*/ 302552 h 452123"/>
              <a:gd name="connsiteX75" fmla="*/ 323462 w 380162"/>
              <a:gd name="connsiteY75" fmla="*/ 313968 h 452123"/>
              <a:gd name="connsiteX76" fmla="*/ 323462 w 380162"/>
              <a:gd name="connsiteY76" fmla="*/ 324053 h 452123"/>
              <a:gd name="connsiteX77" fmla="*/ 311094 w 380162"/>
              <a:gd name="connsiteY77" fmla="*/ 329951 h 452123"/>
              <a:gd name="connsiteX78" fmla="*/ 297204 w 380162"/>
              <a:gd name="connsiteY78" fmla="*/ 329951 h 452123"/>
              <a:gd name="connsiteX79" fmla="*/ 287310 w 380162"/>
              <a:gd name="connsiteY79" fmla="*/ 332425 h 452123"/>
              <a:gd name="connsiteX80" fmla="*/ 265619 w 380162"/>
              <a:gd name="connsiteY80" fmla="*/ 347456 h 452123"/>
              <a:gd name="connsiteX81" fmla="*/ 256867 w 380162"/>
              <a:gd name="connsiteY81" fmla="*/ 362678 h 452123"/>
              <a:gd name="connsiteX82" fmla="*/ 256867 w 380162"/>
              <a:gd name="connsiteY82" fmla="*/ 373904 h 452123"/>
              <a:gd name="connsiteX83" fmla="*/ 254203 w 380162"/>
              <a:gd name="connsiteY83" fmla="*/ 372572 h 452123"/>
              <a:gd name="connsiteX84" fmla="*/ 250017 w 380162"/>
              <a:gd name="connsiteY84" fmla="*/ 371430 h 452123"/>
              <a:gd name="connsiteX85" fmla="*/ 242787 w 380162"/>
              <a:gd name="connsiteY85" fmla="*/ 372001 h 452123"/>
              <a:gd name="connsiteX86" fmla="*/ 231751 w 380162"/>
              <a:gd name="connsiteY86" fmla="*/ 379232 h 452123"/>
              <a:gd name="connsiteX87" fmla="*/ 229277 w 380162"/>
              <a:gd name="connsiteY87" fmla="*/ 383798 h 452123"/>
              <a:gd name="connsiteX88" fmla="*/ 228326 w 380162"/>
              <a:gd name="connsiteY88" fmla="*/ 390838 h 452123"/>
              <a:gd name="connsiteX89" fmla="*/ 228516 w 380162"/>
              <a:gd name="connsiteY89" fmla="*/ 412719 h 452123"/>
              <a:gd name="connsiteX90" fmla="*/ 220335 w 380162"/>
              <a:gd name="connsiteY90" fmla="*/ 428131 h 452123"/>
              <a:gd name="connsiteX91" fmla="*/ 209109 w 380162"/>
              <a:gd name="connsiteY91" fmla="*/ 433078 h 452123"/>
              <a:gd name="connsiteX92" fmla="*/ 190272 w 380162"/>
              <a:gd name="connsiteY92" fmla="*/ 420330 h 452123"/>
              <a:gd name="connsiteX93" fmla="*/ 190272 w 380162"/>
              <a:gd name="connsiteY93" fmla="*/ 414622 h 452123"/>
              <a:gd name="connsiteX94" fmla="*/ 184754 w 380162"/>
              <a:gd name="connsiteY94" fmla="*/ 401113 h 452123"/>
              <a:gd name="connsiteX95" fmla="*/ 179236 w 380162"/>
              <a:gd name="connsiteY95" fmla="*/ 397688 h 452123"/>
              <a:gd name="connsiteX96" fmla="*/ 173147 w 380162"/>
              <a:gd name="connsiteY96" fmla="*/ 396927 h 452123"/>
              <a:gd name="connsiteX97" fmla="*/ 167439 w 380162"/>
              <a:gd name="connsiteY97" fmla="*/ 398068 h 452123"/>
              <a:gd name="connsiteX98" fmla="*/ 157164 w 380162"/>
              <a:gd name="connsiteY98" fmla="*/ 406440 h 452123"/>
              <a:gd name="connsiteX99" fmla="*/ 146890 w 380162"/>
              <a:gd name="connsiteY99" fmla="*/ 406440 h 452123"/>
              <a:gd name="connsiteX100" fmla="*/ 133951 w 380162"/>
              <a:gd name="connsiteY100" fmla="*/ 397117 h 452123"/>
              <a:gd name="connsiteX101" fmla="*/ 121203 w 380162"/>
              <a:gd name="connsiteY101" fmla="*/ 403206 h 452123"/>
              <a:gd name="connsiteX102" fmla="*/ 119300 w 380162"/>
              <a:gd name="connsiteY102" fmla="*/ 406440 h 452123"/>
              <a:gd name="connsiteX103" fmla="*/ 113212 w 380162"/>
              <a:gd name="connsiteY103" fmla="*/ 406440 h 452123"/>
              <a:gd name="connsiteX104" fmla="*/ 106362 w 380162"/>
              <a:gd name="connsiteY104" fmla="*/ 394263 h 452123"/>
              <a:gd name="connsiteX105" fmla="*/ 88667 w 380162"/>
              <a:gd name="connsiteY105" fmla="*/ 391409 h 452123"/>
              <a:gd name="connsiteX106" fmla="*/ 79343 w 380162"/>
              <a:gd name="connsiteY106" fmla="*/ 395214 h 452123"/>
              <a:gd name="connsiteX107" fmla="*/ 48329 w 380162"/>
              <a:gd name="connsiteY107" fmla="*/ 356209 h 452123"/>
              <a:gd name="connsiteX108" fmla="*/ 33298 w 380162"/>
              <a:gd name="connsiteY108" fmla="*/ 349169 h 452123"/>
              <a:gd name="connsiteX109" fmla="*/ 18837 w 380162"/>
              <a:gd name="connsiteY109" fmla="*/ 349169 h 452123"/>
              <a:gd name="connsiteX110" fmla="*/ 18837 w 380162"/>
              <a:gd name="connsiteY110" fmla="*/ 92302 h 452123"/>
              <a:gd name="connsiteX111" fmla="*/ 118920 w 380162"/>
              <a:gd name="connsiteY111" fmla="*/ 92302 h 452123"/>
              <a:gd name="connsiteX112" fmla="*/ 134522 w 380162"/>
              <a:gd name="connsiteY112" fmla="*/ 85072 h 452123"/>
              <a:gd name="connsiteX113" fmla="*/ 149934 w 380162"/>
              <a:gd name="connsiteY113" fmla="*/ 54438 h 452123"/>
              <a:gd name="connsiteX114" fmla="*/ 151456 w 380162"/>
              <a:gd name="connsiteY114" fmla="*/ 63000 h 452123"/>
              <a:gd name="connsiteX115" fmla="*/ 158306 w 380162"/>
              <a:gd name="connsiteY115" fmla="*/ 72704 h 452123"/>
              <a:gd name="connsiteX116" fmla="*/ 184183 w 380162"/>
              <a:gd name="connsiteY116" fmla="*/ 90399 h 452123"/>
              <a:gd name="connsiteX117" fmla="*/ 191223 w 380162"/>
              <a:gd name="connsiteY117" fmla="*/ 92302 h 452123"/>
              <a:gd name="connsiteX118" fmla="*/ 207206 w 380162"/>
              <a:gd name="connsiteY118" fmla="*/ 92302 h 452123"/>
              <a:gd name="connsiteX119" fmla="*/ 217100 w 380162"/>
              <a:gd name="connsiteY119" fmla="*/ 89638 h 452123"/>
              <a:gd name="connsiteX120" fmla="*/ 308050 w 380162"/>
              <a:gd name="connsiteY120" fmla="*/ 35030 h 452123"/>
              <a:gd name="connsiteX121" fmla="*/ 361516 w 380162"/>
              <a:gd name="connsiteY121" fmla="*/ 19238 h 452123"/>
              <a:gd name="connsiteX122" fmla="*/ 361516 w 380162"/>
              <a:gd name="connsiteY122" fmla="*/ 187818 h 452123"/>
              <a:gd name="connsiteX123" fmla="*/ 352954 w 380162"/>
              <a:gd name="connsiteY123" fmla="*/ 191243 h 45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80162" h="452123">
                <a:moveTo>
                  <a:pt x="373123" y="3826"/>
                </a:moveTo>
                <a:cubicBezTo>
                  <a:pt x="368366" y="210"/>
                  <a:pt x="362277" y="-931"/>
                  <a:pt x="356379" y="781"/>
                </a:cubicBezTo>
                <a:lnTo>
                  <a:pt x="302722" y="16574"/>
                </a:lnTo>
                <a:cubicBezTo>
                  <a:pt x="301200" y="16954"/>
                  <a:pt x="299678" y="17715"/>
                  <a:pt x="298156" y="18476"/>
                </a:cubicBezTo>
                <a:lnTo>
                  <a:pt x="207206" y="73084"/>
                </a:lnTo>
                <a:lnTo>
                  <a:pt x="192555" y="73084"/>
                </a:lnTo>
                <a:cubicBezTo>
                  <a:pt x="192555" y="73084"/>
                  <a:pt x="169913" y="57482"/>
                  <a:pt x="169913" y="57482"/>
                </a:cubicBezTo>
                <a:cubicBezTo>
                  <a:pt x="169342" y="53677"/>
                  <a:pt x="167249" y="45685"/>
                  <a:pt x="167249" y="45685"/>
                </a:cubicBezTo>
                <a:cubicBezTo>
                  <a:pt x="164014" y="39216"/>
                  <a:pt x="159257" y="36172"/>
                  <a:pt x="152788" y="35411"/>
                </a:cubicBezTo>
                <a:cubicBezTo>
                  <a:pt x="148983" y="34840"/>
                  <a:pt x="144797" y="35030"/>
                  <a:pt x="141372" y="36552"/>
                </a:cubicBezTo>
                <a:cubicBezTo>
                  <a:pt x="137186" y="38455"/>
                  <a:pt x="135473" y="42070"/>
                  <a:pt x="133190" y="46066"/>
                </a:cubicBezTo>
                <a:cubicBezTo>
                  <a:pt x="130717" y="50632"/>
                  <a:pt x="121774" y="68518"/>
                  <a:pt x="119491" y="73084"/>
                </a:cubicBezTo>
                <a:cubicBezTo>
                  <a:pt x="119491" y="73084"/>
                  <a:pt x="18647" y="73275"/>
                  <a:pt x="18647" y="73275"/>
                </a:cubicBezTo>
                <a:cubicBezTo>
                  <a:pt x="8182" y="73275"/>
                  <a:pt x="0" y="82027"/>
                  <a:pt x="0" y="92492"/>
                </a:cubicBezTo>
                <a:lnTo>
                  <a:pt x="0" y="348978"/>
                </a:lnTo>
                <a:cubicBezTo>
                  <a:pt x="0" y="354116"/>
                  <a:pt x="2093" y="358872"/>
                  <a:pt x="5708" y="362488"/>
                </a:cubicBezTo>
                <a:cubicBezTo>
                  <a:pt x="9323" y="366103"/>
                  <a:pt x="14080" y="368006"/>
                  <a:pt x="19217" y="368006"/>
                </a:cubicBezTo>
                <a:lnTo>
                  <a:pt x="33678" y="368006"/>
                </a:lnTo>
                <a:cubicBezTo>
                  <a:pt x="33678" y="368006"/>
                  <a:pt x="64692" y="406821"/>
                  <a:pt x="64692" y="406821"/>
                </a:cubicBezTo>
                <a:cubicBezTo>
                  <a:pt x="68308" y="411387"/>
                  <a:pt x="73825" y="413861"/>
                  <a:pt x="79534" y="413861"/>
                </a:cubicBezTo>
                <a:cubicBezTo>
                  <a:pt x="81627" y="413861"/>
                  <a:pt x="83910" y="413480"/>
                  <a:pt x="86003" y="412719"/>
                </a:cubicBezTo>
                <a:lnTo>
                  <a:pt x="94946" y="408914"/>
                </a:lnTo>
                <a:cubicBezTo>
                  <a:pt x="94946" y="408914"/>
                  <a:pt x="104459" y="424516"/>
                  <a:pt x="113402" y="425087"/>
                </a:cubicBezTo>
                <a:cubicBezTo>
                  <a:pt x="113402" y="425087"/>
                  <a:pt x="119300" y="425087"/>
                  <a:pt x="119491" y="425087"/>
                </a:cubicBezTo>
                <a:cubicBezTo>
                  <a:pt x="123486" y="424706"/>
                  <a:pt x="128624" y="423184"/>
                  <a:pt x="132619" y="420140"/>
                </a:cubicBezTo>
                <a:cubicBezTo>
                  <a:pt x="132619" y="420140"/>
                  <a:pt x="133000" y="419759"/>
                  <a:pt x="133190" y="419569"/>
                </a:cubicBezTo>
                <a:lnTo>
                  <a:pt x="133571" y="419950"/>
                </a:lnTo>
                <a:cubicBezTo>
                  <a:pt x="138328" y="425277"/>
                  <a:pt x="144606" y="425087"/>
                  <a:pt x="146890" y="425087"/>
                </a:cubicBezTo>
                <a:lnTo>
                  <a:pt x="157735" y="425087"/>
                </a:lnTo>
                <a:cubicBezTo>
                  <a:pt x="162492" y="425087"/>
                  <a:pt x="167059" y="422994"/>
                  <a:pt x="170293" y="420140"/>
                </a:cubicBezTo>
                <a:lnTo>
                  <a:pt x="171245" y="419189"/>
                </a:lnTo>
                <a:lnTo>
                  <a:pt x="171245" y="420140"/>
                </a:lnTo>
                <a:cubicBezTo>
                  <a:pt x="171245" y="426419"/>
                  <a:pt x="174479" y="432317"/>
                  <a:pt x="179997" y="435933"/>
                </a:cubicBezTo>
                <a:lnTo>
                  <a:pt x="198453" y="448490"/>
                </a:lnTo>
                <a:cubicBezTo>
                  <a:pt x="202069" y="450964"/>
                  <a:pt x="206255" y="452296"/>
                  <a:pt x="210060" y="452106"/>
                </a:cubicBezTo>
                <a:cubicBezTo>
                  <a:pt x="213295" y="451915"/>
                  <a:pt x="215197" y="451345"/>
                  <a:pt x="218051" y="449822"/>
                </a:cubicBezTo>
                <a:lnTo>
                  <a:pt x="229848" y="444304"/>
                </a:lnTo>
                <a:cubicBezTo>
                  <a:pt x="233463" y="442402"/>
                  <a:pt x="236317" y="439548"/>
                  <a:pt x="238220" y="435742"/>
                </a:cubicBezTo>
                <a:lnTo>
                  <a:pt x="245450" y="420711"/>
                </a:lnTo>
                <a:cubicBezTo>
                  <a:pt x="246592" y="418237"/>
                  <a:pt x="247353" y="415383"/>
                  <a:pt x="247353" y="412529"/>
                </a:cubicBezTo>
                <a:cubicBezTo>
                  <a:pt x="247353" y="408343"/>
                  <a:pt x="247353" y="389506"/>
                  <a:pt x="247353" y="389506"/>
                </a:cubicBezTo>
                <a:lnTo>
                  <a:pt x="248114" y="390077"/>
                </a:lnTo>
                <a:cubicBezTo>
                  <a:pt x="250778" y="391409"/>
                  <a:pt x="253632" y="392551"/>
                  <a:pt x="257057" y="392551"/>
                </a:cubicBezTo>
                <a:cubicBezTo>
                  <a:pt x="260482" y="392551"/>
                  <a:pt x="263717" y="391219"/>
                  <a:pt x="266571" y="389506"/>
                </a:cubicBezTo>
                <a:cubicBezTo>
                  <a:pt x="267712" y="388745"/>
                  <a:pt x="269044" y="387984"/>
                  <a:pt x="269996" y="387223"/>
                </a:cubicBezTo>
                <a:cubicBezTo>
                  <a:pt x="270947" y="386462"/>
                  <a:pt x="271708" y="385511"/>
                  <a:pt x="272469" y="384369"/>
                </a:cubicBezTo>
                <a:cubicBezTo>
                  <a:pt x="273991" y="382276"/>
                  <a:pt x="274943" y="379993"/>
                  <a:pt x="275323" y="377519"/>
                </a:cubicBezTo>
                <a:cubicBezTo>
                  <a:pt x="275513" y="376187"/>
                  <a:pt x="275704" y="375046"/>
                  <a:pt x="275704" y="373714"/>
                </a:cubicBezTo>
                <a:lnTo>
                  <a:pt x="275704" y="363439"/>
                </a:lnTo>
                <a:cubicBezTo>
                  <a:pt x="275704" y="363439"/>
                  <a:pt x="297775" y="348978"/>
                  <a:pt x="297775" y="348978"/>
                </a:cubicBezTo>
                <a:cubicBezTo>
                  <a:pt x="299868" y="348978"/>
                  <a:pt x="310904" y="348978"/>
                  <a:pt x="310904" y="348978"/>
                </a:cubicBezTo>
                <a:cubicBezTo>
                  <a:pt x="314900" y="348978"/>
                  <a:pt x="317944" y="348027"/>
                  <a:pt x="320608" y="346695"/>
                </a:cubicBezTo>
                <a:lnTo>
                  <a:pt x="331644" y="341177"/>
                </a:lnTo>
                <a:cubicBezTo>
                  <a:pt x="338113" y="337943"/>
                  <a:pt x="342299" y="331283"/>
                  <a:pt x="342299" y="323863"/>
                </a:cubicBezTo>
                <a:lnTo>
                  <a:pt x="342299" y="313588"/>
                </a:lnTo>
                <a:lnTo>
                  <a:pt x="355618" y="293990"/>
                </a:lnTo>
                <a:cubicBezTo>
                  <a:pt x="360184" y="286950"/>
                  <a:pt x="359423" y="277817"/>
                  <a:pt x="354286" y="271918"/>
                </a:cubicBezTo>
                <a:lnTo>
                  <a:pt x="367795" y="251940"/>
                </a:lnTo>
                <a:cubicBezTo>
                  <a:pt x="369888" y="248895"/>
                  <a:pt x="370839" y="245090"/>
                  <a:pt x="370839" y="241475"/>
                </a:cubicBezTo>
                <a:lnTo>
                  <a:pt x="370839" y="227966"/>
                </a:lnTo>
                <a:cubicBezTo>
                  <a:pt x="370839" y="225682"/>
                  <a:pt x="370839" y="221687"/>
                  <a:pt x="368746" y="218642"/>
                </a:cubicBezTo>
                <a:lnTo>
                  <a:pt x="362658" y="208177"/>
                </a:lnTo>
                <a:lnTo>
                  <a:pt x="364751" y="205323"/>
                </a:lnTo>
                <a:cubicBezTo>
                  <a:pt x="373503" y="203611"/>
                  <a:pt x="380163" y="196190"/>
                  <a:pt x="380163" y="186867"/>
                </a:cubicBezTo>
                <a:lnTo>
                  <a:pt x="380163" y="19047"/>
                </a:lnTo>
                <a:cubicBezTo>
                  <a:pt x="380163" y="12959"/>
                  <a:pt x="377689" y="7441"/>
                  <a:pt x="372932" y="3826"/>
                </a:cubicBezTo>
                <a:close/>
                <a:moveTo>
                  <a:pt x="352954" y="191053"/>
                </a:moveTo>
                <a:cubicBezTo>
                  <a:pt x="351622" y="192195"/>
                  <a:pt x="350290" y="193336"/>
                  <a:pt x="349149" y="194668"/>
                </a:cubicBezTo>
                <a:cubicBezTo>
                  <a:pt x="348578" y="195429"/>
                  <a:pt x="347817" y="196190"/>
                  <a:pt x="347246" y="197142"/>
                </a:cubicBezTo>
                <a:cubicBezTo>
                  <a:pt x="343440" y="202850"/>
                  <a:pt x="342870" y="209319"/>
                  <a:pt x="345724" y="215217"/>
                </a:cubicBezTo>
                <a:lnTo>
                  <a:pt x="351812" y="227966"/>
                </a:lnTo>
                <a:lnTo>
                  <a:pt x="351812" y="241094"/>
                </a:lnTo>
                <a:cubicBezTo>
                  <a:pt x="351812" y="241094"/>
                  <a:pt x="338684" y="261073"/>
                  <a:pt x="338684" y="261073"/>
                </a:cubicBezTo>
                <a:cubicBezTo>
                  <a:pt x="333927" y="268303"/>
                  <a:pt x="334498" y="277246"/>
                  <a:pt x="339635" y="283525"/>
                </a:cubicBezTo>
                <a:lnTo>
                  <a:pt x="327077" y="302552"/>
                </a:lnTo>
                <a:cubicBezTo>
                  <a:pt x="324603" y="305787"/>
                  <a:pt x="323272" y="309973"/>
                  <a:pt x="323462" y="313968"/>
                </a:cubicBezTo>
                <a:lnTo>
                  <a:pt x="323462" y="324053"/>
                </a:lnTo>
                <a:lnTo>
                  <a:pt x="311094" y="329951"/>
                </a:lnTo>
                <a:cubicBezTo>
                  <a:pt x="311094" y="329951"/>
                  <a:pt x="299488" y="329951"/>
                  <a:pt x="297204" y="329951"/>
                </a:cubicBezTo>
                <a:cubicBezTo>
                  <a:pt x="293970" y="329951"/>
                  <a:pt x="291306" y="330522"/>
                  <a:pt x="287310" y="332425"/>
                </a:cubicBezTo>
                <a:lnTo>
                  <a:pt x="265619" y="347456"/>
                </a:lnTo>
                <a:cubicBezTo>
                  <a:pt x="260292" y="350881"/>
                  <a:pt x="257057" y="356209"/>
                  <a:pt x="256867" y="362678"/>
                </a:cubicBezTo>
                <a:lnTo>
                  <a:pt x="256867" y="373904"/>
                </a:lnTo>
                <a:cubicBezTo>
                  <a:pt x="255535" y="373143"/>
                  <a:pt x="254774" y="372762"/>
                  <a:pt x="254203" y="372572"/>
                </a:cubicBezTo>
                <a:cubicBezTo>
                  <a:pt x="252871" y="372001"/>
                  <a:pt x="251539" y="371621"/>
                  <a:pt x="250017" y="371430"/>
                </a:cubicBezTo>
                <a:cubicBezTo>
                  <a:pt x="247543" y="371050"/>
                  <a:pt x="245070" y="371430"/>
                  <a:pt x="242787" y="372001"/>
                </a:cubicBezTo>
                <a:cubicBezTo>
                  <a:pt x="238601" y="373333"/>
                  <a:pt x="234224" y="375616"/>
                  <a:pt x="231751" y="379232"/>
                </a:cubicBezTo>
                <a:cubicBezTo>
                  <a:pt x="230990" y="380373"/>
                  <a:pt x="230229" y="381325"/>
                  <a:pt x="229277" y="383798"/>
                </a:cubicBezTo>
                <a:cubicBezTo>
                  <a:pt x="228516" y="385701"/>
                  <a:pt x="228326" y="388745"/>
                  <a:pt x="228326" y="390838"/>
                </a:cubicBezTo>
                <a:cubicBezTo>
                  <a:pt x="228326" y="390838"/>
                  <a:pt x="228516" y="408914"/>
                  <a:pt x="228516" y="412719"/>
                </a:cubicBezTo>
                <a:lnTo>
                  <a:pt x="220335" y="428131"/>
                </a:lnTo>
                <a:lnTo>
                  <a:pt x="209109" y="433078"/>
                </a:lnTo>
                <a:lnTo>
                  <a:pt x="190272" y="420330"/>
                </a:lnTo>
                <a:cubicBezTo>
                  <a:pt x="190272" y="420330"/>
                  <a:pt x="190272" y="415383"/>
                  <a:pt x="190272" y="414622"/>
                </a:cubicBezTo>
                <a:cubicBezTo>
                  <a:pt x="190081" y="409104"/>
                  <a:pt x="188179" y="404347"/>
                  <a:pt x="184754" y="401113"/>
                </a:cubicBezTo>
                <a:cubicBezTo>
                  <a:pt x="183232" y="399591"/>
                  <a:pt x="181329" y="398449"/>
                  <a:pt x="179236" y="397688"/>
                </a:cubicBezTo>
                <a:cubicBezTo>
                  <a:pt x="177143" y="396927"/>
                  <a:pt x="175240" y="396737"/>
                  <a:pt x="173147" y="396927"/>
                </a:cubicBezTo>
                <a:cubicBezTo>
                  <a:pt x="171625" y="396927"/>
                  <a:pt x="169342" y="397307"/>
                  <a:pt x="167439" y="398068"/>
                </a:cubicBezTo>
                <a:cubicBezTo>
                  <a:pt x="164775" y="399400"/>
                  <a:pt x="157164" y="406440"/>
                  <a:pt x="157164" y="406440"/>
                </a:cubicBezTo>
                <a:lnTo>
                  <a:pt x="146890" y="406440"/>
                </a:lnTo>
                <a:cubicBezTo>
                  <a:pt x="144416" y="403016"/>
                  <a:pt x="140611" y="397688"/>
                  <a:pt x="133951" y="397117"/>
                </a:cubicBezTo>
                <a:cubicBezTo>
                  <a:pt x="130907" y="396737"/>
                  <a:pt x="126911" y="396927"/>
                  <a:pt x="121203" y="403206"/>
                </a:cubicBezTo>
                <a:lnTo>
                  <a:pt x="119300" y="406440"/>
                </a:lnTo>
                <a:cubicBezTo>
                  <a:pt x="119300" y="406440"/>
                  <a:pt x="113592" y="406440"/>
                  <a:pt x="113212" y="406440"/>
                </a:cubicBezTo>
                <a:cubicBezTo>
                  <a:pt x="112451" y="401684"/>
                  <a:pt x="110358" y="397307"/>
                  <a:pt x="106362" y="394263"/>
                </a:cubicBezTo>
                <a:cubicBezTo>
                  <a:pt x="101605" y="390648"/>
                  <a:pt x="95516" y="389506"/>
                  <a:pt x="88667" y="391409"/>
                </a:cubicBezTo>
                <a:lnTo>
                  <a:pt x="79343" y="395214"/>
                </a:lnTo>
                <a:lnTo>
                  <a:pt x="48329" y="356209"/>
                </a:lnTo>
                <a:cubicBezTo>
                  <a:pt x="44714" y="351642"/>
                  <a:pt x="39196" y="349169"/>
                  <a:pt x="33298" y="349169"/>
                </a:cubicBezTo>
                <a:lnTo>
                  <a:pt x="18837" y="349169"/>
                </a:lnTo>
                <a:cubicBezTo>
                  <a:pt x="18837" y="349169"/>
                  <a:pt x="18837" y="92302"/>
                  <a:pt x="18837" y="92302"/>
                </a:cubicBezTo>
                <a:lnTo>
                  <a:pt x="118920" y="92302"/>
                </a:lnTo>
                <a:cubicBezTo>
                  <a:pt x="122535" y="92302"/>
                  <a:pt x="130146" y="92682"/>
                  <a:pt x="134522" y="85072"/>
                </a:cubicBezTo>
                <a:lnTo>
                  <a:pt x="149934" y="54438"/>
                </a:lnTo>
                <a:cubicBezTo>
                  <a:pt x="149934" y="54438"/>
                  <a:pt x="150885" y="59385"/>
                  <a:pt x="151456" y="63000"/>
                </a:cubicBezTo>
                <a:cubicBezTo>
                  <a:pt x="152217" y="68137"/>
                  <a:pt x="156023" y="70991"/>
                  <a:pt x="158306" y="72704"/>
                </a:cubicBezTo>
                <a:lnTo>
                  <a:pt x="184183" y="90399"/>
                </a:lnTo>
                <a:cubicBezTo>
                  <a:pt x="185895" y="91160"/>
                  <a:pt x="188369" y="92302"/>
                  <a:pt x="191223" y="92302"/>
                </a:cubicBezTo>
                <a:cubicBezTo>
                  <a:pt x="191223" y="92302"/>
                  <a:pt x="207206" y="92302"/>
                  <a:pt x="207206" y="92302"/>
                </a:cubicBezTo>
                <a:cubicBezTo>
                  <a:pt x="210631" y="92302"/>
                  <a:pt x="214056" y="91351"/>
                  <a:pt x="217100" y="89638"/>
                </a:cubicBezTo>
                <a:lnTo>
                  <a:pt x="308050" y="35030"/>
                </a:lnTo>
                <a:lnTo>
                  <a:pt x="361516" y="19238"/>
                </a:lnTo>
                <a:lnTo>
                  <a:pt x="361516" y="187818"/>
                </a:lnTo>
                <a:cubicBezTo>
                  <a:pt x="358852" y="188389"/>
                  <a:pt x="355998" y="189340"/>
                  <a:pt x="352954" y="19124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2" name="Graphic 43" descr="Oklahoma icon.">
            <a:extLst>
              <a:ext uri="{FF2B5EF4-FFF2-40B4-BE49-F238E27FC236}">
                <a16:creationId xmlns:a16="http://schemas.microsoft.com/office/drawing/2014/main" id="{01AB5AD1-3AB0-E273-4F29-5095FFB97B4A}"/>
              </a:ext>
            </a:extLst>
          </p:cNvPr>
          <p:cNvSpPr/>
          <p:nvPr/>
        </p:nvSpPr>
        <p:spPr>
          <a:xfrm>
            <a:off x="4631647" y="5312709"/>
            <a:ext cx="456652" cy="270185"/>
          </a:xfrm>
          <a:custGeom>
            <a:avLst/>
            <a:gdLst>
              <a:gd name="connsiteX0" fmla="*/ 456652 w 456652"/>
              <a:gd name="connsiteY0" fmla="*/ 135093 h 270185"/>
              <a:gd name="connsiteX1" fmla="*/ 456652 w 456652"/>
              <a:gd name="connsiteY1" fmla="*/ 129385 h 270185"/>
              <a:gd name="connsiteX2" fmla="*/ 437625 w 456652"/>
              <a:gd name="connsiteY2" fmla="*/ 47568 h 270185"/>
              <a:gd name="connsiteX3" fmla="*/ 443333 w 456652"/>
              <a:gd name="connsiteY3" fmla="*/ 22833 h 270185"/>
              <a:gd name="connsiteX4" fmla="*/ 439528 w 456652"/>
              <a:gd name="connsiteY4" fmla="*/ 7611 h 270185"/>
              <a:gd name="connsiteX5" fmla="*/ 424306 w 456652"/>
              <a:gd name="connsiteY5" fmla="*/ 0 h 270185"/>
              <a:gd name="connsiteX6" fmla="*/ 19027 w 456652"/>
              <a:gd name="connsiteY6" fmla="*/ 0 h 270185"/>
              <a:gd name="connsiteX7" fmla="*/ 0 w 456652"/>
              <a:gd name="connsiteY7" fmla="*/ 19027 h 270185"/>
              <a:gd name="connsiteX8" fmla="*/ 0 w 456652"/>
              <a:gd name="connsiteY8" fmla="*/ 47568 h 270185"/>
              <a:gd name="connsiteX9" fmla="*/ 5708 w 456652"/>
              <a:gd name="connsiteY9" fmla="*/ 60887 h 270185"/>
              <a:gd name="connsiteX10" fmla="*/ 19027 w 456652"/>
              <a:gd name="connsiteY10" fmla="*/ 66595 h 270185"/>
              <a:gd name="connsiteX11" fmla="*/ 152217 w 456652"/>
              <a:gd name="connsiteY11" fmla="*/ 66595 h 270185"/>
              <a:gd name="connsiteX12" fmla="*/ 152217 w 456652"/>
              <a:gd name="connsiteY12" fmla="*/ 186466 h 270185"/>
              <a:gd name="connsiteX13" fmla="*/ 157925 w 456652"/>
              <a:gd name="connsiteY13" fmla="*/ 199785 h 270185"/>
              <a:gd name="connsiteX14" fmla="*/ 171245 w 456652"/>
              <a:gd name="connsiteY14" fmla="*/ 213104 h 270185"/>
              <a:gd name="connsiteX15" fmla="*/ 184564 w 456652"/>
              <a:gd name="connsiteY15" fmla="*/ 218812 h 270185"/>
              <a:gd name="connsiteX16" fmla="*/ 190272 w 456652"/>
              <a:gd name="connsiteY16" fmla="*/ 218812 h 270185"/>
              <a:gd name="connsiteX17" fmla="*/ 190272 w 456652"/>
              <a:gd name="connsiteY17" fmla="*/ 222618 h 270185"/>
              <a:gd name="connsiteX18" fmla="*/ 192174 w 456652"/>
              <a:gd name="connsiteY18" fmla="*/ 228326 h 270185"/>
              <a:gd name="connsiteX19" fmla="*/ 195980 w 456652"/>
              <a:gd name="connsiteY19" fmla="*/ 232131 h 270185"/>
              <a:gd name="connsiteX20" fmla="*/ 207396 w 456652"/>
              <a:gd name="connsiteY20" fmla="*/ 235937 h 270185"/>
              <a:gd name="connsiteX21" fmla="*/ 247353 w 456652"/>
              <a:gd name="connsiteY21" fmla="*/ 235937 h 270185"/>
              <a:gd name="connsiteX22" fmla="*/ 249256 w 456652"/>
              <a:gd name="connsiteY22" fmla="*/ 237840 h 270185"/>
              <a:gd name="connsiteX23" fmla="*/ 260672 w 456652"/>
              <a:gd name="connsiteY23" fmla="*/ 245450 h 270185"/>
              <a:gd name="connsiteX24" fmla="*/ 294921 w 456652"/>
              <a:gd name="connsiteY24" fmla="*/ 253061 h 270185"/>
              <a:gd name="connsiteX25" fmla="*/ 298727 w 456652"/>
              <a:gd name="connsiteY25" fmla="*/ 253061 h 270185"/>
              <a:gd name="connsiteX26" fmla="*/ 312046 w 456652"/>
              <a:gd name="connsiteY26" fmla="*/ 247353 h 270185"/>
              <a:gd name="connsiteX27" fmla="*/ 329170 w 456652"/>
              <a:gd name="connsiteY27" fmla="*/ 258769 h 270185"/>
              <a:gd name="connsiteX28" fmla="*/ 338684 w 456652"/>
              <a:gd name="connsiteY28" fmla="*/ 262575 h 270185"/>
              <a:gd name="connsiteX29" fmla="*/ 350100 w 456652"/>
              <a:gd name="connsiteY29" fmla="*/ 256867 h 270185"/>
              <a:gd name="connsiteX30" fmla="*/ 353905 w 456652"/>
              <a:gd name="connsiteY30" fmla="*/ 251159 h 270185"/>
              <a:gd name="connsiteX31" fmla="*/ 369127 w 456652"/>
              <a:gd name="connsiteY31" fmla="*/ 243548 h 270185"/>
              <a:gd name="connsiteX32" fmla="*/ 399571 w 456652"/>
              <a:gd name="connsiteY32" fmla="*/ 243548 h 270185"/>
              <a:gd name="connsiteX33" fmla="*/ 405279 w 456652"/>
              <a:gd name="connsiteY33" fmla="*/ 254964 h 270185"/>
              <a:gd name="connsiteX34" fmla="*/ 412890 w 456652"/>
              <a:gd name="connsiteY34" fmla="*/ 262575 h 270185"/>
              <a:gd name="connsiteX35" fmla="*/ 424306 w 456652"/>
              <a:gd name="connsiteY35" fmla="*/ 268283 h 270185"/>
              <a:gd name="connsiteX36" fmla="*/ 431917 w 456652"/>
              <a:gd name="connsiteY36" fmla="*/ 270186 h 270185"/>
              <a:gd name="connsiteX37" fmla="*/ 447138 w 456652"/>
              <a:gd name="connsiteY37" fmla="*/ 268283 h 270185"/>
              <a:gd name="connsiteX38" fmla="*/ 456652 w 456652"/>
              <a:gd name="connsiteY38" fmla="*/ 247353 h 270185"/>
              <a:gd name="connsiteX39" fmla="*/ 456652 w 456652"/>
              <a:gd name="connsiteY39" fmla="*/ 135093 h 270185"/>
              <a:gd name="connsiteX40" fmla="*/ 456652 w 456652"/>
              <a:gd name="connsiteY40" fmla="*/ 135093 h 270185"/>
              <a:gd name="connsiteX41" fmla="*/ 437625 w 456652"/>
              <a:gd name="connsiteY41" fmla="*/ 253061 h 270185"/>
              <a:gd name="connsiteX42" fmla="*/ 426209 w 456652"/>
              <a:gd name="connsiteY42" fmla="*/ 249256 h 270185"/>
              <a:gd name="connsiteX43" fmla="*/ 420500 w 456652"/>
              <a:gd name="connsiteY43" fmla="*/ 237840 h 270185"/>
              <a:gd name="connsiteX44" fmla="*/ 403376 w 456652"/>
              <a:gd name="connsiteY44" fmla="*/ 228326 h 270185"/>
              <a:gd name="connsiteX45" fmla="*/ 371030 w 456652"/>
              <a:gd name="connsiteY45" fmla="*/ 228326 h 270185"/>
              <a:gd name="connsiteX46" fmla="*/ 363419 w 456652"/>
              <a:gd name="connsiteY46" fmla="*/ 230229 h 270185"/>
              <a:gd name="connsiteX47" fmla="*/ 348197 w 456652"/>
              <a:gd name="connsiteY47" fmla="*/ 237840 h 270185"/>
              <a:gd name="connsiteX48" fmla="*/ 342489 w 456652"/>
              <a:gd name="connsiteY48" fmla="*/ 241645 h 270185"/>
              <a:gd name="connsiteX49" fmla="*/ 338684 w 456652"/>
              <a:gd name="connsiteY49" fmla="*/ 245450 h 270185"/>
              <a:gd name="connsiteX50" fmla="*/ 323462 w 456652"/>
              <a:gd name="connsiteY50" fmla="*/ 234034 h 270185"/>
              <a:gd name="connsiteX51" fmla="*/ 300629 w 456652"/>
              <a:gd name="connsiteY51" fmla="*/ 235937 h 270185"/>
              <a:gd name="connsiteX52" fmla="*/ 298727 w 456652"/>
              <a:gd name="connsiteY52" fmla="*/ 237840 h 270185"/>
              <a:gd name="connsiteX53" fmla="*/ 266380 w 456652"/>
              <a:gd name="connsiteY53" fmla="*/ 230229 h 270185"/>
              <a:gd name="connsiteX54" fmla="*/ 266380 w 456652"/>
              <a:gd name="connsiteY54" fmla="*/ 228326 h 270185"/>
              <a:gd name="connsiteX55" fmla="*/ 253061 w 456652"/>
              <a:gd name="connsiteY55" fmla="*/ 218812 h 270185"/>
              <a:gd name="connsiteX56" fmla="*/ 209299 w 456652"/>
              <a:gd name="connsiteY56" fmla="*/ 218812 h 270185"/>
              <a:gd name="connsiteX57" fmla="*/ 209299 w 456652"/>
              <a:gd name="connsiteY57" fmla="*/ 216910 h 270185"/>
              <a:gd name="connsiteX58" fmla="*/ 190272 w 456652"/>
              <a:gd name="connsiteY58" fmla="*/ 199785 h 270185"/>
              <a:gd name="connsiteX59" fmla="*/ 184564 w 456652"/>
              <a:gd name="connsiteY59" fmla="*/ 199785 h 270185"/>
              <a:gd name="connsiteX60" fmla="*/ 171245 w 456652"/>
              <a:gd name="connsiteY60" fmla="*/ 186466 h 270185"/>
              <a:gd name="connsiteX61" fmla="*/ 171245 w 456652"/>
              <a:gd name="connsiteY61" fmla="*/ 66595 h 270185"/>
              <a:gd name="connsiteX62" fmla="*/ 165536 w 456652"/>
              <a:gd name="connsiteY62" fmla="*/ 53276 h 270185"/>
              <a:gd name="connsiteX63" fmla="*/ 152217 w 456652"/>
              <a:gd name="connsiteY63" fmla="*/ 47568 h 270185"/>
              <a:gd name="connsiteX64" fmla="*/ 19027 w 456652"/>
              <a:gd name="connsiteY64" fmla="*/ 47568 h 270185"/>
              <a:gd name="connsiteX65" fmla="*/ 19027 w 456652"/>
              <a:gd name="connsiteY65" fmla="*/ 19027 h 270185"/>
              <a:gd name="connsiteX66" fmla="*/ 424306 w 456652"/>
              <a:gd name="connsiteY66" fmla="*/ 19027 h 270185"/>
              <a:gd name="connsiteX67" fmla="*/ 418598 w 456652"/>
              <a:gd name="connsiteY67" fmla="*/ 43762 h 270185"/>
              <a:gd name="connsiteX68" fmla="*/ 418598 w 456652"/>
              <a:gd name="connsiteY68" fmla="*/ 51373 h 270185"/>
              <a:gd name="connsiteX69" fmla="*/ 437625 w 456652"/>
              <a:gd name="connsiteY69" fmla="*/ 131287 h 270185"/>
              <a:gd name="connsiteX70" fmla="*/ 437625 w 456652"/>
              <a:gd name="connsiteY70" fmla="*/ 253061 h 270185"/>
              <a:gd name="connsiteX71" fmla="*/ 437625 w 456652"/>
              <a:gd name="connsiteY71" fmla="*/ 253061 h 27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56652" h="270185">
                <a:moveTo>
                  <a:pt x="456652" y="135093"/>
                </a:moveTo>
                <a:cubicBezTo>
                  <a:pt x="456652" y="133190"/>
                  <a:pt x="456652" y="131287"/>
                  <a:pt x="456652" y="129385"/>
                </a:cubicBezTo>
                <a:lnTo>
                  <a:pt x="437625" y="47568"/>
                </a:lnTo>
                <a:lnTo>
                  <a:pt x="443333" y="22833"/>
                </a:lnTo>
                <a:cubicBezTo>
                  <a:pt x="445236" y="17124"/>
                  <a:pt x="443333" y="11416"/>
                  <a:pt x="439528" y="7611"/>
                </a:cubicBezTo>
                <a:cubicBezTo>
                  <a:pt x="435722" y="3805"/>
                  <a:pt x="430014" y="0"/>
                  <a:pt x="424306" y="0"/>
                </a:cubicBezTo>
                <a:lnTo>
                  <a:pt x="19027" y="0"/>
                </a:lnTo>
                <a:cubicBezTo>
                  <a:pt x="9514" y="0"/>
                  <a:pt x="0" y="7611"/>
                  <a:pt x="0" y="19027"/>
                </a:cubicBezTo>
                <a:lnTo>
                  <a:pt x="0" y="47568"/>
                </a:lnTo>
                <a:cubicBezTo>
                  <a:pt x="0" y="53276"/>
                  <a:pt x="1903" y="57082"/>
                  <a:pt x="5708" y="60887"/>
                </a:cubicBezTo>
                <a:cubicBezTo>
                  <a:pt x="9514" y="64692"/>
                  <a:pt x="13319" y="66595"/>
                  <a:pt x="19027" y="66595"/>
                </a:cubicBezTo>
                <a:lnTo>
                  <a:pt x="152217" y="66595"/>
                </a:lnTo>
                <a:lnTo>
                  <a:pt x="152217" y="186466"/>
                </a:lnTo>
                <a:cubicBezTo>
                  <a:pt x="152217" y="192174"/>
                  <a:pt x="154120" y="197883"/>
                  <a:pt x="157925" y="199785"/>
                </a:cubicBezTo>
                <a:cubicBezTo>
                  <a:pt x="159828" y="201688"/>
                  <a:pt x="171245" y="213104"/>
                  <a:pt x="171245" y="213104"/>
                </a:cubicBezTo>
                <a:cubicBezTo>
                  <a:pt x="175050" y="216910"/>
                  <a:pt x="178855" y="218812"/>
                  <a:pt x="184564" y="218812"/>
                </a:cubicBezTo>
                <a:lnTo>
                  <a:pt x="190272" y="218812"/>
                </a:lnTo>
                <a:cubicBezTo>
                  <a:pt x="190272" y="220715"/>
                  <a:pt x="190272" y="220715"/>
                  <a:pt x="190272" y="222618"/>
                </a:cubicBezTo>
                <a:cubicBezTo>
                  <a:pt x="190272" y="224521"/>
                  <a:pt x="192174" y="226423"/>
                  <a:pt x="192174" y="228326"/>
                </a:cubicBezTo>
                <a:cubicBezTo>
                  <a:pt x="192174" y="230229"/>
                  <a:pt x="194077" y="232131"/>
                  <a:pt x="195980" y="232131"/>
                </a:cubicBezTo>
                <a:cubicBezTo>
                  <a:pt x="199785" y="234034"/>
                  <a:pt x="203591" y="235937"/>
                  <a:pt x="207396" y="235937"/>
                </a:cubicBezTo>
                <a:lnTo>
                  <a:pt x="247353" y="235937"/>
                </a:lnTo>
                <a:lnTo>
                  <a:pt x="249256" y="237840"/>
                </a:lnTo>
                <a:cubicBezTo>
                  <a:pt x="251159" y="241645"/>
                  <a:pt x="256867" y="245450"/>
                  <a:pt x="260672" y="245450"/>
                </a:cubicBezTo>
                <a:lnTo>
                  <a:pt x="294921" y="253061"/>
                </a:lnTo>
                <a:cubicBezTo>
                  <a:pt x="296824" y="253061"/>
                  <a:pt x="296824" y="253061"/>
                  <a:pt x="298727" y="253061"/>
                </a:cubicBezTo>
                <a:cubicBezTo>
                  <a:pt x="304435" y="253061"/>
                  <a:pt x="308240" y="251159"/>
                  <a:pt x="312046" y="247353"/>
                </a:cubicBezTo>
                <a:lnTo>
                  <a:pt x="329170" y="258769"/>
                </a:lnTo>
                <a:cubicBezTo>
                  <a:pt x="332975" y="260672"/>
                  <a:pt x="336781" y="262575"/>
                  <a:pt x="338684" y="262575"/>
                </a:cubicBezTo>
                <a:cubicBezTo>
                  <a:pt x="342489" y="262575"/>
                  <a:pt x="346294" y="260672"/>
                  <a:pt x="350100" y="256867"/>
                </a:cubicBezTo>
                <a:lnTo>
                  <a:pt x="353905" y="251159"/>
                </a:lnTo>
                <a:lnTo>
                  <a:pt x="369127" y="243548"/>
                </a:lnTo>
                <a:lnTo>
                  <a:pt x="399571" y="243548"/>
                </a:lnTo>
                <a:lnTo>
                  <a:pt x="405279" y="254964"/>
                </a:lnTo>
                <a:cubicBezTo>
                  <a:pt x="407181" y="258769"/>
                  <a:pt x="410987" y="260672"/>
                  <a:pt x="412890" y="262575"/>
                </a:cubicBezTo>
                <a:lnTo>
                  <a:pt x="424306" y="268283"/>
                </a:lnTo>
                <a:cubicBezTo>
                  <a:pt x="426209" y="268283"/>
                  <a:pt x="430014" y="270186"/>
                  <a:pt x="431917" y="270186"/>
                </a:cubicBezTo>
                <a:cubicBezTo>
                  <a:pt x="435722" y="270186"/>
                  <a:pt x="445236" y="270186"/>
                  <a:pt x="447138" y="268283"/>
                </a:cubicBezTo>
                <a:cubicBezTo>
                  <a:pt x="452847" y="264478"/>
                  <a:pt x="456652" y="253061"/>
                  <a:pt x="456652" y="247353"/>
                </a:cubicBezTo>
                <a:lnTo>
                  <a:pt x="456652" y="135093"/>
                </a:lnTo>
                <a:lnTo>
                  <a:pt x="456652" y="135093"/>
                </a:lnTo>
                <a:close/>
                <a:moveTo>
                  <a:pt x="437625" y="253061"/>
                </a:moveTo>
                <a:lnTo>
                  <a:pt x="426209" y="249256"/>
                </a:lnTo>
                <a:lnTo>
                  <a:pt x="420500" y="237840"/>
                </a:lnTo>
                <a:cubicBezTo>
                  <a:pt x="416695" y="232131"/>
                  <a:pt x="410987" y="228326"/>
                  <a:pt x="403376" y="228326"/>
                </a:cubicBezTo>
                <a:cubicBezTo>
                  <a:pt x="403376" y="228326"/>
                  <a:pt x="372932" y="228326"/>
                  <a:pt x="371030" y="228326"/>
                </a:cubicBezTo>
                <a:cubicBezTo>
                  <a:pt x="369127" y="228326"/>
                  <a:pt x="367224" y="228326"/>
                  <a:pt x="363419" y="230229"/>
                </a:cubicBezTo>
                <a:cubicBezTo>
                  <a:pt x="361516" y="232131"/>
                  <a:pt x="348197" y="237840"/>
                  <a:pt x="348197" y="237840"/>
                </a:cubicBezTo>
                <a:cubicBezTo>
                  <a:pt x="346294" y="237840"/>
                  <a:pt x="344392" y="239742"/>
                  <a:pt x="342489" y="241645"/>
                </a:cubicBezTo>
                <a:lnTo>
                  <a:pt x="338684" y="245450"/>
                </a:lnTo>
                <a:lnTo>
                  <a:pt x="323462" y="234034"/>
                </a:lnTo>
                <a:cubicBezTo>
                  <a:pt x="315851" y="228326"/>
                  <a:pt x="306337" y="228326"/>
                  <a:pt x="300629" y="235937"/>
                </a:cubicBezTo>
                <a:lnTo>
                  <a:pt x="298727" y="237840"/>
                </a:lnTo>
                <a:lnTo>
                  <a:pt x="266380" y="230229"/>
                </a:lnTo>
                <a:lnTo>
                  <a:pt x="266380" y="228326"/>
                </a:lnTo>
                <a:cubicBezTo>
                  <a:pt x="264478" y="226423"/>
                  <a:pt x="262575" y="218812"/>
                  <a:pt x="253061" y="218812"/>
                </a:cubicBezTo>
                <a:lnTo>
                  <a:pt x="209299" y="218812"/>
                </a:lnTo>
                <a:lnTo>
                  <a:pt x="209299" y="216910"/>
                </a:lnTo>
                <a:cubicBezTo>
                  <a:pt x="209299" y="207396"/>
                  <a:pt x="201688" y="199785"/>
                  <a:pt x="190272" y="199785"/>
                </a:cubicBezTo>
                <a:lnTo>
                  <a:pt x="184564" y="199785"/>
                </a:lnTo>
                <a:cubicBezTo>
                  <a:pt x="184564" y="199785"/>
                  <a:pt x="173147" y="188369"/>
                  <a:pt x="171245" y="186466"/>
                </a:cubicBezTo>
                <a:lnTo>
                  <a:pt x="171245" y="66595"/>
                </a:lnTo>
                <a:cubicBezTo>
                  <a:pt x="171245" y="60887"/>
                  <a:pt x="169342" y="57082"/>
                  <a:pt x="165536" y="53276"/>
                </a:cubicBezTo>
                <a:cubicBezTo>
                  <a:pt x="161731" y="49471"/>
                  <a:pt x="157925" y="47568"/>
                  <a:pt x="152217" y="47568"/>
                </a:cubicBezTo>
                <a:lnTo>
                  <a:pt x="19027" y="47568"/>
                </a:lnTo>
                <a:lnTo>
                  <a:pt x="19027" y="19027"/>
                </a:lnTo>
                <a:lnTo>
                  <a:pt x="424306" y="19027"/>
                </a:lnTo>
                <a:lnTo>
                  <a:pt x="418598" y="43762"/>
                </a:lnTo>
                <a:cubicBezTo>
                  <a:pt x="418598" y="47568"/>
                  <a:pt x="418598" y="49471"/>
                  <a:pt x="418598" y="51373"/>
                </a:cubicBezTo>
                <a:lnTo>
                  <a:pt x="437625" y="131287"/>
                </a:lnTo>
                <a:lnTo>
                  <a:pt x="437625" y="253061"/>
                </a:lnTo>
                <a:lnTo>
                  <a:pt x="437625" y="25306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8" name="Graphic 14" descr="Oregon icon.">
            <a:extLst>
              <a:ext uri="{FF2B5EF4-FFF2-40B4-BE49-F238E27FC236}">
                <a16:creationId xmlns:a16="http://schemas.microsoft.com/office/drawing/2014/main" id="{308C39AA-FE20-0BE0-3175-FDBF06CC73B0}"/>
              </a:ext>
            </a:extLst>
          </p:cNvPr>
          <p:cNvSpPr/>
          <p:nvPr/>
        </p:nvSpPr>
        <p:spPr>
          <a:xfrm>
            <a:off x="5876065" y="5265481"/>
            <a:ext cx="445666" cy="364641"/>
          </a:xfrm>
          <a:custGeom>
            <a:avLst/>
            <a:gdLst>
              <a:gd name="connsiteX0" fmla="*/ 11657 w 445666"/>
              <a:gd name="connsiteY0" fmla="*/ 351512 h 364641"/>
              <a:gd name="connsiteX1" fmla="*/ 29923 w 445666"/>
              <a:gd name="connsiteY1" fmla="*/ 364641 h 364641"/>
              <a:gd name="connsiteX2" fmla="*/ 388585 w 445666"/>
              <a:gd name="connsiteY2" fmla="*/ 364641 h 364641"/>
              <a:gd name="connsiteX3" fmla="*/ 407612 w 445666"/>
              <a:gd name="connsiteY3" fmla="*/ 345424 h 364641"/>
              <a:gd name="connsiteX4" fmla="*/ 407612 w 445666"/>
              <a:gd name="connsiteY4" fmla="*/ 234305 h 364641"/>
              <a:gd name="connsiteX5" fmla="*/ 431967 w 445666"/>
              <a:gd name="connsiteY5" fmla="*/ 201769 h 364641"/>
              <a:gd name="connsiteX6" fmla="*/ 434250 w 445666"/>
              <a:gd name="connsiteY6" fmla="*/ 191113 h 364641"/>
              <a:gd name="connsiteX7" fmla="*/ 427210 w 445666"/>
              <a:gd name="connsiteY7" fmla="*/ 182932 h 364641"/>
              <a:gd name="connsiteX8" fmla="*/ 407612 w 445666"/>
              <a:gd name="connsiteY8" fmla="*/ 176462 h 364641"/>
              <a:gd name="connsiteX9" fmla="*/ 407612 w 445666"/>
              <a:gd name="connsiteY9" fmla="*/ 167329 h 364641"/>
              <a:gd name="connsiteX10" fmla="*/ 424927 w 445666"/>
              <a:gd name="connsiteY10" fmla="*/ 140882 h 364641"/>
              <a:gd name="connsiteX11" fmla="*/ 435202 w 445666"/>
              <a:gd name="connsiteY11" fmla="*/ 101495 h 364641"/>
              <a:gd name="connsiteX12" fmla="*/ 440339 w 445666"/>
              <a:gd name="connsiteY12" fmla="*/ 92933 h 364641"/>
              <a:gd name="connsiteX13" fmla="*/ 445667 w 445666"/>
              <a:gd name="connsiteY13" fmla="*/ 83800 h 364641"/>
              <a:gd name="connsiteX14" fmla="*/ 445667 w 445666"/>
              <a:gd name="connsiteY14" fmla="*/ 81327 h 364641"/>
              <a:gd name="connsiteX15" fmla="*/ 442622 w 445666"/>
              <a:gd name="connsiteY15" fmla="*/ 70671 h 364641"/>
              <a:gd name="connsiteX16" fmla="*/ 428162 w 445666"/>
              <a:gd name="connsiteY16" fmla="*/ 48219 h 364641"/>
              <a:gd name="connsiteX17" fmla="*/ 426830 w 445666"/>
              <a:gd name="connsiteY17" fmla="*/ 46697 h 364641"/>
              <a:gd name="connsiteX18" fmla="*/ 413320 w 445666"/>
              <a:gd name="connsiteY18" fmla="*/ 40989 h 364641"/>
              <a:gd name="connsiteX19" fmla="*/ 312667 w 445666"/>
              <a:gd name="connsiteY19" fmla="*/ 40989 h 364641"/>
              <a:gd name="connsiteX20" fmla="*/ 311715 w 445666"/>
              <a:gd name="connsiteY20" fmla="*/ 40989 h 364641"/>
              <a:gd name="connsiteX21" fmla="*/ 309622 w 445666"/>
              <a:gd name="connsiteY21" fmla="*/ 41370 h 364641"/>
              <a:gd name="connsiteX22" fmla="*/ 208588 w 445666"/>
              <a:gd name="connsiteY22" fmla="*/ 68578 h 364641"/>
              <a:gd name="connsiteX23" fmla="*/ 194508 w 445666"/>
              <a:gd name="connsiteY23" fmla="*/ 62109 h 364641"/>
              <a:gd name="connsiteX24" fmla="*/ 184233 w 445666"/>
              <a:gd name="connsiteY24" fmla="*/ 60587 h 364641"/>
              <a:gd name="connsiteX25" fmla="*/ 121824 w 445666"/>
              <a:gd name="connsiteY25" fmla="*/ 69149 h 364641"/>
              <a:gd name="connsiteX26" fmla="*/ 115165 w 445666"/>
              <a:gd name="connsiteY26" fmla="*/ 71432 h 364641"/>
              <a:gd name="connsiteX27" fmla="*/ 109647 w 445666"/>
              <a:gd name="connsiteY27" fmla="*/ 74857 h 364641"/>
              <a:gd name="connsiteX28" fmla="*/ 102987 w 445666"/>
              <a:gd name="connsiteY28" fmla="*/ 42701 h 364641"/>
              <a:gd name="connsiteX29" fmla="*/ 88336 w 445666"/>
              <a:gd name="connsiteY29" fmla="*/ 31475 h 364641"/>
              <a:gd name="connsiteX30" fmla="*/ 77110 w 445666"/>
              <a:gd name="connsiteY30" fmla="*/ 31475 h 364641"/>
              <a:gd name="connsiteX31" fmla="*/ 35060 w 445666"/>
              <a:gd name="connsiteY31" fmla="*/ 2174 h 364641"/>
              <a:gd name="connsiteX32" fmla="*/ 31635 w 445666"/>
              <a:gd name="connsiteY32" fmla="*/ 651 h 364641"/>
              <a:gd name="connsiteX33" fmla="*/ 14130 w 445666"/>
              <a:gd name="connsiteY33" fmla="*/ 5218 h 364641"/>
              <a:gd name="connsiteX34" fmla="*/ 9564 w 445666"/>
              <a:gd name="connsiteY34" fmla="*/ 25387 h 364641"/>
              <a:gd name="connsiteX35" fmla="*/ 16794 w 445666"/>
              <a:gd name="connsiteY35" fmla="*/ 65724 h 364641"/>
              <a:gd name="connsiteX36" fmla="*/ 17365 w 445666"/>
              <a:gd name="connsiteY36" fmla="*/ 78282 h 364641"/>
              <a:gd name="connsiteX37" fmla="*/ 17175 w 445666"/>
              <a:gd name="connsiteY37" fmla="*/ 202339 h 364641"/>
              <a:gd name="connsiteX38" fmla="*/ 1572 w 445666"/>
              <a:gd name="connsiteY38" fmla="*/ 270076 h 364641"/>
              <a:gd name="connsiteX39" fmla="*/ 2143 w 445666"/>
              <a:gd name="connsiteY39" fmla="*/ 288342 h 364641"/>
              <a:gd name="connsiteX40" fmla="*/ 7851 w 445666"/>
              <a:gd name="connsiteY40" fmla="*/ 297665 h 364641"/>
              <a:gd name="connsiteX41" fmla="*/ 15462 w 445666"/>
              <a:gd name="connsiteY41" fmla="*/ 310984 h 364641"/>
              <a:gd name="connsiteX42" fmla="*/ 7851 w 445666"/>
              <a:gd name="connsiteY42" fmla="*/ 334768 h 364641"/>
              <a:gd name="connsiteX43" fmla="*/ 10706 w 445666"/>
              <a:gd name="connsiteY43" fmla="*/ 349800 h 364641"/>
              <a:gd name="connsiteX44" fmla="*/ 418267 w 445666"/>
              <a:gd name="connsiteY44" fmla="*/ 93123 h 364641"/>
              <a:gd name="connsiteX45" fmla="*/ 408183 w 445666"/>
              <a:gd name="connsiteY45" fmla="*/ 132129 h 364641"/>
              <a:gd name="connsiteX46" fmla="*/ 391820 w 445666"/>
              <a:gd name="connsiteY46" fmla="*/ 157245 h 364641"/>
              <a:gd name="connsiteX47" fmla="*/ 388775 w 445666"/>
              <a:gd name="connsiteY47" fmla="*/ 166759 h 364641"/>
              <a:gd name="connsiteX48" fmla="*/ 388775 w 445666"/>
              <a:gd name="connsiteY48" fmla="*/ 177414 h 364641"/>
              <a:gd name="connsiteX49" fmla="*/ 404948 w 445666"/>
              <a:gd name="connsiteY49" fmla="*/ 196251 h 364641"/>
              <a:gd name="connsiteX50" fmla="*/ 410847 w 445666"/>
              <a:gd name="connsiteY50" fmla="*/ 198153 h 364641"/>
              <a:gd name="connsiteX51" fmla="*/ 392200 w 445666"/>
              <a:gd name="connsiteY51" fmla="*/ 223460 h 364641"/>
              <a:gd name="connsiteX52" fmla="*/ 388775 w 445666"/>
              <a:gd name="connsiteY52" fmla="*/ 234495 h 364641"/>
              <a:gd name="connsiteX53" fmla="*/ 388775 w 445666"/>
              <a:gd name="connsiteY53" fmla="*/ 345614 h 364641"/>
              <a:gd name="connsiteX54" fmla="*/ 30113 w 445666"/>
              <a:gd name="connsiteY54" fmla="*/ 345614 h 364641"/>
              <a:gd name="connsiteX55" fmla="*/ 26498 w 445666"/>
              <a:gd name="connsiteY55" fmla="*/ 327728 h 364641"/>
              <a:gd name="connsiteX56" fmla="*/ 34680 w 445666"/>
              <a:gd name="connsiteY56" fmla="*/ 318595 h 364641"/>
              <a:gd name="connsiteX57" fmla="*/ 32206 w 445666"/>
              <a:gd name="connsiteY57" fmla="*/ 299758 h 364641"/>
              <a:gd name="connsiteX58" fmla="*/ 19648 w 445666"/>
              <a:gd name="connsiteY58" fmla="*/ 277306 h 364641"/>
              <a:gd name="connsiteX59" fmla="*/ 36582 w 445666"/>
              <a:gd name="connsiteY59" fmla="*/ 205193 h 364641"/>
              <a:gd name="connsiteX60" fmla="*/ 36582 w 445666"/>
              <a:gd name="connsiteY60" fmla="*/ 68388 h 364641"/>
              <a:gd name="connsiteX61" fmla="*/ 36582 w 445666"/>
              <a:gd name="connsiteY61" fmla="*/ 65344 h 364641"/>
              <a:gd name="connsiteX62" fmla="*/ 30684 w 445666"/>
              <a:gd name="connsiteY62" fmla="*/ 32617 h 364641"/>
              <a:gd name="connsiteX63" fmla="*/ 28972 w 445666"/>
              <a:gd name="connsiteY63" fmla="*/ 23103 h 364641"/>
              <a:gd name="connsiteX64" fmla="*/ 28591 w 445666"/>
              <a:gd name="connsiteY64" fmla="*/ 20820 h 364641"/>
              <a:gd name="connsiteX65" fmla="*/ 67026 w 445666"/>
              <a:gd name="connsiteY65" fmla="*/ 47268 h 364641"/>
              <a:gd name="connsiteX66" fmla="*/ 77491 w 445666"/>
              <a:gd name="connsiteY66" fmla="*/ 50883 h 364641"/>
              <a:gd name="connsiteX67" fmla="*/ 85673 w 445666"/>
              <a:gd name="connsiteY67" fmla="*/ 50883 h 364641"/>
              <a:gd name="connsiteX68" fmla="*/ 91761 w 445666"/>
              <a:gd name="connsiteY68" fmla="*/ 79614 h 364641"/>
              <a:gd name="connsiteX69" fmla="*/ 102036 w 445666"/>
              <a:gd name="connsiteY69" fmla="*/ 92743 h 364641"/>
              <a:gd name="connsiteX70" fmla="*/ 109837 w 445666"/>
              <a:gd name="connsiteY70" fmla="*/ 94646 h 364641"/>
              <a:gd name="connsiteX71" fmla="*/ 119351 w 445666"/>
              <a:gd name="connsiteY71" fmla="*/ 92172 h 364641"/>
              <a:gd name="connsiteX72" fmla="*/ 124869 w 445666"/>
              <a:gd name="connsiteY72" fmla="*/ 88557 h 364641"/>
              <a:gd name="connsiteX73" fmla="*/ 186897 w 445666"/>
              <a:gd name="connsiteY73" fmla="*/ 79995 h 364641"/>
              <a:gd name="connsiteX74" fmla="*/ 200977 w 445666"/>
              <a:gd name="connsiteY74" fmla="*/ 86274 h 364641"/>
              <a:gd name="connsiteX75" fmla="*/ 214486 w 445666"/>
              <a:gd name="connsiteY75" fmla="*/ 87035 h 364641"/>
              <a:gd name="connsiteX76" fmla="*/ 295352 w 445666"/>
              <a:gd name="connsiteY76" fmla="*/ 64773 h 364641"/>
              <a:gd name="connsiteX77" fmla="*/ 312667 w 445666"/>
              <a:gd name="connsiteY77" fmla="*/ 60397 h 364641"/>
              <a:gd name="connsiteX78" fmla="*/ 413320 w 445666"/>
              <a:gd name="connsiteY78" fmla="*/ 60397 h 364641"/>
              <a:gd name="connsiteX79" fmla="*/ 426069 w 445666"/>
              <a:gd name="connsiteY79" fmla="*/ 80185 h 364641"/>
              <a:gd name="connsiteX80" fmla="*/ 418267 w 445666"/>
              <a:gd name="connsiteY80" fmla="*/ 93314 h 364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45666" h="364641">
                <a:moveTo>
                  <a:pt x="11657" y="351512"/>
                </a:moveTo>
                <a:cubicBezTo>
                  <a:pt x="14321" y="359123"/>
                  <a:pt x="21741" y="364641"/>
                  <a:pt x="29923" y="364641"/>
                </a:cubicBezTo>
                <a:lnTo>
                  <a:pt x="388585" y="364641"/>
                </a:lnTo>
                <a:cubicBezTo>
                  <a:pt x="399050" y="364641"/>
                  <a:pt x="407612" y="355889"/>
                  <a:pt x="407612" y="345424"/>
                </a:cubicBezTo>
                <a:lnTo>
                  <a:pt x="407612" y="234305"/>
                </a:lnTo>
                <a:cubicBezTo>
                  <a:pt x="416174" y="221937"/>
                  <a:pt x="423785" y="212043"/>
                  <a:pt x="431967" y="201769"/>
                </a:cubicBezTo>
                <a:cubicBezTo>
                  <a:pt x="434441" y="198724"/>
                  <a:pt x="435202" y="194919"/>
                  <a:pt x="434250" y="191113"/>
                </a:cubicBezTo>
                <a:cubicBezTo>
                  <a:pt x="433299" y="187498"/>
                  <a:pt x="430635" y="184454"/>
                  <a:pt x="427210" y="182932"/>
                </a:cubicBezTo>
                <a:cubicBezTo>
                  <a:pt x="425688" y="182361"/>
                  <a:pt x="407612" y="176462"/>
                  <a:pt x="407612" y="176462"/>
                </a:cubicBezTo>
                <a:lnTo>
                  <a:pt x="407612" y="167329"/>
                </a:lnTo>
                <a:cubicBezTo>
                  <a:pt x="407612" y="167329"/>
                  <a:pt x="424927" y="140882"/>
                  <a:pt x="424927" y="140882"/>
                </a:cubicBezTo>
                <a:lnTo>
                  <a:pt x="435202" y="101495"/>
                </a:lnTo>
                <a:cubicBezTo>
                  <a:pt x="435202" y="101495"/>
                  <a:pt x="440529" y="92933"/>
                  <a:pt x="440339" y="92933"/>
                </a:cubicBezTo>
                <a:lnTo>
                  <a:pt x="445667" y="83800"/>
                </a:lnTo>
                <a:lnTo>
                  <a:pt x="445667" y="81327"/>
                </a:lnTo>
                <a:cubicBezTo>
                  <a:pt x="445667" y="77521"/>
                  <a:pt x="444715" y="73906"/>
                  <a:pt x="442622" y="70671"/>
                </a:cubicBezTo>
                <a:lnTo>
                  <a:pt x="428162" y="48219"/>
                </a:lnTo>
                <a:lnTo>
                  <a:pt x="426830" y="46697"/>
                </a:lnTo>
                <a:cubicBezTo>
                  <a:pt x="423214" y="43082"/>
                  <a:pt x="418267" y="40989"/>
                  <a:pt x="413320" y="40989"/>
                </a:cubicBezTo>
                <a:cubicBezTo>
                  <a:pt x="413320" y="40989"/>
                  <a:pt x="312857" y="40989"/>
                  <a:pt x="312667" y="40989"/>
                </a:cubicBezTo>
                <a:cubicBezTo>
                  <a:pt x="312667" y="40989"/>
                  <a:pt x="312096" y="40989"/>
                  <a:pt x="311715" y="40989"/>
                </a:cubicBezTo>
                <a:cubicBezTo>
                  <a:pt x="310954" y="40989"/>
                  <a:pt x="310193" y="40989"/>
                  <a:pt x="309622" y="41370"/>
                </a:cubicBezTo>
                <a:cubicBezTo>
                  <a:pt x="306197" y="41940"/>
                  <a:pt x="244359" y="58304"/>
                  <a:pt x="208588" y="68578"/>
                </a:cubicBezTo>
                <a:lnTo>
                  <a:pt x="194508" y="62109"/>
                </a:lnTo>
                <a:cubicBezTo>
                  <a:pt x="191273" y="60777"/>
                  <a:pt x="187848" y="60206"/>
                  <a:pt x="184233" y="60587"/>
                </a:cubicBezTo>
                <a:lnTo>
                  <a:pt x="121824" y="69149"/>
                </a:lnTo>
                <a:cubicBezTo>
                  <a:pt x="119731" y="69530"/>
                  <a:pt x="117828" y="70101"/>
                  <a:pt x="115165" y="71432"/>
                </a:cubicBezTo>
                <a:lnTo>
                  <a:pt x="109647" y="74857"/>
                </a:lnTo>
                <a:lnTo>
                  <a:pt x="102987" y="42701"/>
                </a:lnTo>
                <a:cubicBezTo>
                  <a:pt x="101465" y="36232"/>
                  <a:pt x="95567" y="31475"/>
                  <a:pt x="88336" y="31475"/>
                </a:cubicBezTo>
                <a:lnTo>
                  <a:pt x="77110" y="31475"/>
                </a:lnTo>
                <a:cubicBezTo>
                  <a:pt x="77110" y="31475"/>
                  <a:pt x="39056" y="4457"/>
                  <a:pt x="35060" y="2174"/>
                </a:cubicBezTo>
                <a:cubicBezTo>
                  <a:pt x="34109" y="1603"/>
                  <a:pt x="32587" y="1032"/>
                  <a:pt x="31635" y="651"/>
                </a:cubicBezTo>
                <a:cubicBezTo>
                  <a:pt x="24786" y="-1061"/>
                  <a:pt x="18697" y="651"/>
                  <a:pt x="14130" y="5218"/>
                </a:cubicBezTo>
                <a:cubicBezTo>
                  <a:pt x="9183" y="10355"/>
                  <a:pt x="8232" y="17586"/>
                  <a:pt x="9564" y="25387"/>
                </a:cubicBezTo>
                <a:lnTo>
                  <a:pt x="16794" y="65724"/>
                </a:lnTo>
                <a:lnTo>
                  <a:pt x="17365" y="78282"/>
                </a:lnTo>
                <a:cubicBezTo>
                  <a:pt x="16984" y="91030"/>
                  <a:pt x="16984" y="202339"/>
                  <a:pt x="17175" y="202339"/>
                </a:cubicBezTo>
                <a:lnTo>
                  <a:pt x="1572" y="270076"/>
                </a:lnTo>
                <a:cubicBezTo>
                  <a:pt x="-140" y="276736"/>
                  <a:pt x="-1091" y="282634"/>
                  <a:pt x="2143" y="288342"/>
                </a:cubicBezTo>
                <a:cubicBezTo>
                  <a:pt x="3856" y="291196"/>
                  <a:pt x="5758" y="294431"/>
                  <a:pt x="7851" y="297665"/>
                </a:cubicBezTo>
                <a:cubicBezTo>
                  <a:pt x="10515" y="302042"/>
                  <a:pt x="13369" y="306608"/>
                  <a:pt x="15462" y="310984"/>
                </a:cubicBezTo>
                <a:cubicBezTo>
                  <a:pt x="3856" y="314600"/>
                  <a:pt x="6520" y="327728"/>
                  <a:pt x="7851" y="334768"/>
                </a:cubicBezTo>
                <a:lnTo>
                  <a:pt x="10706" y="349800"/>
                </a:lnTo>
                <a:moveTo>
                  <a:pt x="418267" y="93123"/>
                </a:moveTo>
                <a:lnTo>
                  <a:pt x="408183" y="132129"/>
                </a:lnTo>
                <a:lnTo>
                  <a:pt x="391820" y="157245"/>
                </a:lnTo>
                <a:cubicBezTo>
                  <a:pt x="389917" y="160099"/>
                  <a:pt x="388775" y="162382"/>
                  <a:pt x="388775" y="166759"/>
                </a:cubicBezTo>
                <a:lnTo>
                  <a:pt x="388775" y="177414"/>
                </a:lnTo>
                <a:cubicBezTo>
                  <a:pt x="389156" y="189591"/>
                  <a:pt x="398479" y="193587"/>
                  <a:pt x="404948" y="196251"/>
                </a:cubicBezTo>
                <a:lnTo>
                  <a:pt x="410847" y="198153"/>
                </a:lnTo>
                <a:cubicBezTo>
                  <a:pt x="404758" y="205955"/>
                  <a:pt x="398860" y="214136"/>
                  <a:pt x="392200" y="223460"/>
                </a:cubicBezTo>
                <a:cubicBezTo>
                  <a:pt x="389917" y="226694"/>
                  <a:pt x="388775" y="230500"/>
                  <a:pt x="388775" y="234495"/>
                </a:cubicBezTo>
                <a:cubicBezTo>
                  <a:pt x="388775" y="234495"/>
                  <a:pt x="388775" y="345804"/>
                  <a:pt x="388775" y="345614"/>
                </a:cubicBezTo>
                <a:lnTo>
                  <a:pt x="30113" y="345614"/>
                </a:lnTo>
                <a:cubicBezTo>
                  <a:pt x="30113" y="345614"/>
                  <a:pt x="26688" y="328489"/>
                  <a:pt x="26498" y="327728"/>
                </a:cubicBezTo>
                <a:cubicBezTo>
                  <a:pt x="30113" y="325445"/>
                  <a:pt x="33158" y="322591"/>
                  <a:pt x="34680" y="318595"/>
                </a:cubicBezTo>
                <a:cubicBezTo>
                  <a:pt x="36963" y="312507"/>
                  <a:pt x="36012" y="305657"/>
                  <a:pt x="32206" y="299758"/>
                </a:cubicBezTo>
                <a:cubicBezTo>
                  <a:pt x="32206" y="299758"/>
                  <a:pt x="21551" y="281492"/>
                  <a:pt x="19648" y="277306"/>
                </a:cubicBezTo>
                <a:lnTo>
                  <a:pt x="36582" y="205193"/>
                </a:lnTo>
                <a:cubicBezTo>
                  <a:pt x="36582" y="205193"/>
                  <a:pt x="36582" y="70101"/>
                  <a:pt x="36582" y="68388"/>
                </a:cubicBezTo>
                <a:cubicBezTo>
                  <a:pt x="36582" y="67437"/>
                  <a:pt x="36582" y="66295"/>
                  <a:pt x="36582" y="65344"/>
                </a:cubicBezTo>
                <a:cubicBezTo>
                  <a:pt x="36582" y="63822"/>
                  <a:pt x="31445" y="36803"/>
                  <a:pt x="30684" y="32617"/>
                </a:cubicBezTo>
                <a:cubicBezTo>
                  <a:pt x="30113" y="29382"/>
                  <a:pt x="29542" y="26148"/>
                  <a:pt x="28972" y="23103"/>
                </a:cubicBezTo>
                <a:cubicBezTo>
                  <a:pt x="28972" y="22723"/>
                  <a:pt x="28972" y="21010"/>
                  <a:pt x="28591" y="20820"/>
                </a:cubicBezTo>
                <a:lnTo>
                  <a:pt x="67026" y="47268"/>
                </a:lnTo>
                <a:cubicBezTo>
                  <a:pt x="69309" y="48790"/>
                  <a:pt x="72924" y="50883"/>
                  <a:pt x="77491" y="50883"/>
                </a:cubicBezTo>
                <a:lnTo>
                  <a:pt x="85673" y="50883"/>
                </a:lnTo>
                <a:cubicBezTo>
                  <a:pt x="85673" y="50883"/>
                  <a:pt x="91761" y="79614"/>
                  <a:pt x="91761" y="79614"/>
                </a:cubicBezTo>
                <a:cubicBezTo>
                  <a:pt x="92903" y="85322"/>
                  <a:pt x="96899" y="90079"/>
                  <a:pt x="102036" y="92743"/>
                </a:cubicBezTo>
                <a:cubicBezTo>
                  <a:pt x="104509" y="93884"/>
                  <a:pt x="107173" y="94646"/>
                  <a:pt x="109837" y="94646"/>
                </a:cubicBezTo>
                <a:cubicBezTo>
                  <a:pt x="112881" y="94646"/>
                  <a:pt x="116116" y="93884"/>
                  <a:pt x="119351" y="92172"/>
                </a:cubicBezTo>
                <a:lnTo>
                  <a:pt x="124869" y="88557"/>
                </a:lnTo>
                <a:lnTo>
                  <a:pt x="186897" y="79995"/>
                </a:lnTo>
                <a:lnTo>
                  <a:pt x="200977" y="86274"/>
                </a:lnTo>
                <a:cubicBezTo>
                  <a:pt x="205353" y="88367"/>
                  <a:pt x="210300" y="88557"/>
                  <a:pt x="214486" y="87035"/>
                </a:cubicBezTo>
                <a:cubicBezTo>
                  <a:pt x="243979" y="78663"/>
                  <a:pt x="275754" y="69910"/>
                  <a:pt x="295352" y="64773"/>
                </a:cubicBezTo>
                <a:lnTo>
                  <a:pt x="312667" y="60397"/>
                </a:lnTo>
                <a:lnTo>
                  <a:pt x="413320" y="60397"/>
                </a:lnTo>
                <a:cubicBezTo>
                  <a:pt x="413320" y="60397"/>
                  <a:pt x="426069" y="80185"/>
                  <a:pt x="426069" y="80185"/>
                </a:cubicBezTo>
                <a:lnTo>
                  <a:pt x="418267" y="9331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1" name="Graphic 44" descr="Pennsylvania icon.">
            <a:extLst>
              <a:ext uri="{FF2B5EF4-FFF2-40B4-BE49-F238E27FC236}">
                <a16:creationId xmlns:a16="http://schemas.microsoft.com/office/drawing/2014/main" id="{339CF57D-CFEF-7666-671B-40E5E419BBFE}"/>
              </a:ext>
            </a:extLst>
          </p:cNvPr>
          <p:cNvSpPr/>
          <p:nvPr/>
        </p:nvSpPr>
        <p:spPr>
          <a:xfrm>
            <a:off x="7097298" y="5299405"/>
            <a:ext cx="453621" cy="296793"/>
          </a:xfrm>
          <a:custGeom>
            <a:avLst/>
            <a:gdLst>
              <a:gd name="connsiteX0" fmla="*/ 452085 w 453621"/>
              <a:gd name="connsiteY0" fmla="*/ 114132 h 296793"/>
              <a:gd name="connsiteX1" fmla="*/ 441050 w 453621"/>
              <a:gd name="connsiteY1" fmla="*/ 104238 h 296793"/>
              <a:gd name="connsiteX2" fmla="*/ 427921 w 453621"/>
              <a:gd name="connsiteY2" fmla="*/ 99481 h 296793"/>
              <a:gd name="connsiteX3" fmla="*/ 427921 w 453621"/>
              <a:gd name="connsiteY3" fmla="*/ 90919 h 296793"/>
              <a:gd name="connsiteX4" fmla="*/ 419739 w 453621"/>
              <a:gd name="connsiteY4" fmla="*/ 77220 h 296793"/>
              <a:gd name="connsiteX5" fmla="*/ 399571 w 453621"/>
              <a:gd name="connsiteY5" fmla="*/ 62759 h 296793"/>
              <a:gd name="connsiteX6" fmla="*/ 395385 w 453621"/>
              <a:gd name="connsiteY6" fmla="*/ 55529 h 296793"/>
              <a:gd name="connsiteX7" fmla="*/ 380353 w 453621"/>
              <a:gd name="connsiteY7" fmla="*/ 49440 h 296793"/>
              <a:gd name="connsiteX8" fmla="*/ 85432 w 453621"/>
              <a:gd name="connsiteY8" fmla="*/ 49440 h 296793"/>
              <a:gd name="connsiteX9" fmla="*/ 85432 w 453621"/>
              <a:gd name="connsiteY9" fmla="*/ 19187 h 296793"/>
              <a:gd name="connsiteX10" fmla="*/ 75538 w 453621"/>
              <a:gd name="connsiteY10" fmla="*/ 2253 h 296793"/>
              <a:gd name="connsiteX11" fmla="*/ 56320 w 453621"/>
              <a:gd name="connsiteY11" fmla="*/ 3204 h 296793"/>
              <a:gd name="connsiteX12" fmla="*/ 44143 w 453621"/>
              <a:gd name="connsiteY12" fmla="*/ 11766 h 296793"/>
              <a:gd name="connsiteX13" fmla="*/ 14270 w 453621"/>
              <a:gd name="connsiteY13" fmla="*/ 19567 h 296793"/>
              <a:gd name="connsiteX14" fmla="*/ 0 w 453621"/>
              <a:gd name="connsiteY14" fmla="*/ 38024 h 296793"/>
              <a:gd name="connsiteX15" fmla="*/ 0 w 453621"/>
              <a:gd name="connsiteY15" fmla="*/ 277766 h 296793"/>
              <a:gd name="connsiteX16" fmla="*/ 18837 w 453621"/>
              <a:gd name="connsiteY16" fmla="*/ 296793 h 296793"/>
              <a:gd name="connsiteX17" fmla="*/ 358282 w 453621"/>
              <a:gd name="connsiteY17" fmla="*/ 296793 h 296793"/>
              <a:gd name="connsiteX18" fmla="*/ 370459 w 453621"/>
              <a:gd name="connsiteY18" fmla="*/ 292227 h 296793"/>
              <a:gd name="connsiteX19" fmla="*/ 375596 w 453621"/>
              <a:gd name="connsiteY19" fmla="*/ 287280 h 296793"/>
              <a:gd name="connsiteX20" fmla="*/ 387774 w 453621"/>
              <a:gd name="connsiteY20" fmla="*/ 287280 h 296793"/>
              <a:gd name="connsiteX21" fmla="*/ 396146 w 453621"/>
              <a:gd name="connsiteY21" fmla="*/ 285377 h 296793"/>
              <a:gd name="connsiteX22" fmla="*/ 410035 w 453621"/>
              <a:gd name="connsiteY22" fmla="*/ 278527 h 296793"/>
              <a:gd name="connsiteX23" fmla="*/ 411938 w 453621"/>
              <a:gd name="connsiteY23" fmla="*/ 277576 h 296793"/>
              <a:gd name="connsiteX24" fmla="*/ 414031 w 453621"/>
              <a:gd name="connsiteY24" fmla="*/ 276244 h 296793"/>
              <a:gd name="connsiteX25" fmla="*/ 424306 w 453621"/>
              <a:gd name="connsiteY25" fmla="*/ 266159 h 296793"/>
              <a:gd name="connsiteX26" fmla="*/ 438005 w 453621"/>
              <a:gd name="connsiteY26" fmla="*/ 258739 h 296793"/>
              <a:gd name="connsiteX27" fmla="*/ 446758 w 453621"/>
              <a:gd name="connsiteY27" fmla="*/ 242946 h 296793"/>
              <a:gd name="connsiteX28" fmla="*/ 446758 w 453621"/>
              <a:gd name="connsiteY28" fmla="*/ 233813 h 296793"/>
              <a:gd name="connsiteX29" fmla="*/ 441240 w 453621"/>
              <a:gd name="connsiteY29" fmla="*/ 220494 h 296793"/>
              <a:gd name="connsiteX30" fmla="*/ 427540 w 453621"/>
              <a:gd name="connsiteY30" fmla="*/ 206985 h 296793"/>
              <a:gd name="connsiteX31" fmla="*/ 418598 w 453621"/>
              <a:gd name="connsiteY31" fmla="*/ 191763 h 296793"/>
              <a:gd name="connsiteX32" fmla="*/ 410606 w 453621"/>
              <a:gd name="connsiteY32" fmla="*/ 185865 h 296793"/>
              <a:gd name="connsiteX33" fmla="*/ 416505 w 453621"/>
              <a:gd name="connsiteY33" fmla="*/ 161700 h 296793"/>
              <a:gd name="connsiteX34" fmla="*/ 435722 w 453621"/>
              <a:gd name="connsiteY34" fmla="*/ 154851 h 296793"/>
              <a:gd name="connsiteX35" fmla="*/ 447138 w 453621"/>
              <a:gd name="connsiteY35" fmla="*/ 143434 h 296793"/>
              <a:gd name="connsiteX36" fmla="*/ 452466 w 453621"/>
              <a:gd name="connsiteY36" fmla="*/ 128783 h 296793"/>
              <a:gd name="connsiteX37" fmla="*/ 451895 w 453621"/>
              <a:gd name="connsiteY37" fmla="*/ 114132 h 296793"/>
              <a:gd name="connsiteX38" fmla="*/ 429443 w 453621"/>
              <a:gd name="connsiteY38" fmla="*/ 136775 h 296793"/>
              <a:gd name="connsiteX39" fmla="*/ 410226 w 453621"/>
              <a:gd name="connsiteY39" fmla="*/ 143624 h 296793"/>
              <a:gd name="connsiteX40" fmla="*/ 398048 w 453621"/>
              <a:gd name="connsiteY40" fmla="*/ 157134 h 296793"/>
              <a:gd name="connsiteX41" fmla="*/ 391960 w 453621"/>
              <a:gd name="connsiteY41" fmla="*/ 181489 h 296793"/>
              <a:gd name="connsiteX42" fmla="*/ 401473 w 453621"/>
              <a:gd name="connsiteY42" fmla="*/ 202609 h 296793"/>
              <a:gd name="connsiteX43" fmla="*/ 408704 w 453621"/>
              <a:gd name="connsiteY43" fmla="*/ 207746 h 296793"/>
              <a:gd name="connsiteX44" fmla="*/ 414983 w 453621"/>
              <a:gd name="connsiteY44" fmla="*/ 220684 h 296793"/>
              <a:gd name="connsiteX45" fmla="*/ 427731 w 453621"/>
              <a:gd name="connsiteY45" fmla="*/ 233813 h 296793"/>
              <a:gd name="connsiteX46" fmla="*/ 427731 w 453621"/>
              <a:gd name="connsiteY46" fmla="*/ 242375 h 296793"/>
              <a:gd name="connsiteX47" fmla="*/ 415363 w 453621"/>
              <a:gd name="connsiteY47" fmla="*/ 249225 h 296793"/>
              <a:gd name="connsiteX48" fmla="*/ 410035 w 453621"/>
              <a:gd name="connsiteY48" fmla="*/ 253221 h 296793"/>
              <a:gd name="connsiteX49" fmla="*/ 403186 w 453621"/>
              <a:gd name="connsiteY49" fmla="*/ 260642 h 296793"/>
              <a:gd name="connsiteX50" fmla="*/ 387013 w 453621"/>
              <a:gd name="connsiteY50" fmla="*/ 268252 h 296793"/>
              <a:gd name="connsiteX51" fmla="*/ 374264 w 453621"/>
              <a:gd name="connsiteY51" fmla="*/ 268252 h 296793"/>
              <a:gd name="connsiteX52" fmla="*/ 357711 w 453621"/>
              <a:gd name="connsiteY52" fmla="*/ 277766 h 296793"/>
              <a:gd name="connsiteX53" fmla="*/ 18647 w 453621"/>
              <a:gd name="connsiteY53" fmla="*/ 277766 h 296793"/>
              <a:gd name="connsiteX54" fmla="*/ 18647 w 453621"/>
              <a:gd name="connsiteY54" fmla="*/ 37833 h 296793"/>
              <a:gd name="connsiteX55" fmla="*/ 48710 w 453621"/>
              <a:gd name="connsiteY55" fmla="*/ 29842 h 296793"/>
              <a:gd name="connsiteX56" fmla="*/ 54418 w 453621"/>
              <a:gd name="connsiteY56" fmla="*/ 27178 h 296793"/>
              <a:gd name="connsiteX57" fmla="*/ 66024 w 453621"/>
              <a:gd name="connsiteY57" fmla="*/ 20709 h 296793"/>
              <a:gd name="connsiteX58" fmla="*/ 66024 w 453621"/>
              <a:gd name="connsiteY58" fmla="*/ 49440 h 296793"/>
              <a:gd name="connsiteX59" fmla="*/ 71732 w 453621"/>
              <a:gd name="connsiteY59" fmla="*/ 62759 h 296793"/>
              <a:gd name="connsiteX60" fmla="*/ 83720 w 453621"/>
              <a:gd name="connsiteY60" fmla="*/ 68277 h 296793"/>
              <a:gd name="connsiteX61" fmla="*/ 379973 w 453621"/>
              <a:gd name="connsiteY61" fmla="*/ 68277 h 296793"/>
              <a:gd name="connsiteX62" fmla="*/ 388154 w 453621"/>
              <a:gd name="connsiteY62" fmla="*/ 78171 h 296793"/>
              <a:gd name="connsiteX63" fmla="*/ 408513 w 453621"/>
              <a:gd name="connsiteY63" fmla="*/ 92632 h 296793"/>
              <a:gd name="connsiteX64" fmla="*/ 408513 w 453621"/>
              <a:gd name="connsiteY64" fmla="*/ 99291 h 296793"/>
              <a:gd name="connsiteX65" fmla="*/ 420310 w 453621"/>
              <a:gd name="connsiteY65" fmla="*/ 116986 h 296793"/>
              <a:gd name="connsiteX66" fmla="*/ 434581 w 453621"/>
              <a:gd name="connsiteY66" fmla="*/ 121934 h 296793"/>
              <a:gd name="connsiteX67" fmla="*/ 429253 w 453621"/>
              <a:gd name="connsiteY67" fmla="*/ 136584 h 296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53621" h="296793">
                <a:moveTo>
                  <a:pt x="452085" y="114132"/>
                </a:moveTo>
                <a:cubicBezTo>
                  <a:pt x="449993" y="109566"/>
                  <a:pt x="445997" y="105951"/>
                  <a:pt x="441050" y="104238"/>
                </a:cubicBezTo>
                <a:lnTo>
                  <a:pt x="427921" y="99481"/>
                </a:lnTo>
                <a:lnTo>
                  <a:pt x="427921" y="90919"/>
                </a:lnTo>
                <a:cubicBezTo>
                  <a:pt x="427160" y="85401"/>
                  <a:pt x="424306" y="80264"/>
                  <a:pt x="419739" y="77220"/>
                </a:cubicBezTo>
                <a:lnTo>
                  <a:pt x="399571" y="62759"/>
                </a:lnTo>
                <a:cubicBezTo>
                  <a:pt x="398809" y="60095"/>
                  <a:pt x="397478" y="57431"/>
                  <a:pt x="395385" y="55529"/>
                </a:cubicBezTo>
                <a:cubicBezTo>
                  <a:pt x="391579" y="51723"/>
                  <a:pt x="386061" y="49440"/>
                  <a:pt x="380353" y="49440"/>
                </a:cubicBezTo>
                <a:cubicBezTo>
                  <a:pt x="378641" y="49440"/>
                  <a:pt x="85432" y="49440"/>
                  <a:pt x="85432" y="49440"/>
                </a:cubicBezTo>
                <a:lnTo>
                  <a:pt x="85432" y="19187"/>
                </a:lnTo>
                <a:cubicBezTo>
                  <a:pt x="85432" y="12147"/>
                  <a:pt x="81436" y="5678"/>
                  <a:pt x="75538" y="2253"/>
                </a:cubicBezTo>
                <a:cubicBezTo>
                  <a:pt x="69639" y="-982"/>
                  <a:pt x="62599" y="-792"/>
                  <a:pt x="56320" y="3204"/>
                </a:cubicBezTo>
                <a:lnTo>
                  <a:pt x="44143" y="11766"/>
                </a:lnTo>
                <a:lnTo>
                  <a:pt x="14270" y="19567"/>
                </a:lnTo>
                <a:cubicBezTo>
                  <a:pt x="5898" y="21851"/>
                  <a:pt x="0" y="29461"/>
                  <a:pt x="0" y="38024"/>
                </a:cubicBezTo>
                <a:lnTo>
                  <a:pt x="0" y="277766"/>
                </a:lnTo>
                <a:cubicBezTo>
                  <a:pt x="0" y="288231"/>
                  <a:pt x="8372" y="296793"/>
                  <a:pt x="18837" y="296793"/>
                </a:cubicBezTo>
                <a:cubicBezTo>
                  <a:pt x="40718" y="296793"/>
                  <a:pt x="358091" y="296793"/>
                  <a:pt x="358282" y="296793"/>
                </a:cubicBezTo>
                <a:cubicBezTo>
                  <a:pt x="362468" y="296793"/>
                  <a:pt x="366463" y="295461"/>
                  <a:pt x="370459" y="292227"/>
                </a:cubicBezTo>
                <a:lnTo>
                  <a:pt x="375596" y="287280"/>
                </a:lnTo>
                <a:cubicBezTo>
                  <a:pt x="378641" y="287280"/>
                  <a:pt x="387583" y="287280"/>
                  <a:pt x="387774" y="287280"/>
                </a:cubicBezTo>
                <a:cubicBezTo>
                  <a:pt x="390628" y="287280"/>
                  <a:pt x="393482" y="286709"/>
                  <a:pt x="396146" y="285377"/>
                </a:cubicBezTo>
                <a:cubicBezTo>
                  <a:pt x="397858" y="284616"/>
                  <a:pt x="407181" y="280049"/>
                  <a:pt x="410035" y="278527"/>
                </a:cubicBezTo>
                <a:cubicBezTo>
                  <a:pt x="410606" y="278147"/>
                  <a:pt x="411367" y="277956"/>
                  <a:pt x="411938" y="277576"/>
                </a:cubicBezTo>
                <a:cubicBezTo>
                  <a:pt x="412699" y="277195"/>
                  <a:pt x="413460" y="276815"/>
                  <a:pt x="414031" y="276244"/>
                </a:cubicBezTo>
                <a:cubicBezTo>
                  <a:pt x="414412" y="275863"/>
                  <a:pt x="422403" y="268062"/>
                  <a:pt x="424306" y="266159"/>
                </a:cubicBezTo>
                <a:lnTo>
                  <a:pt x="438005" y="258739"/>
                </a:lnTo>
                <a:cubicBezTo>
                  <a:pt x="443523" y="255314"/>
                  <a:pt x="446758" y="249416"/>
                  <a:pt x="446758" y="242946"/>
                </a:cubicBezTo>
                <a:lnTo>
                  <a:pt x="446758" y="233813"/>
                </a:lnTo>
                <a:cubicBezTo>
                  <a:pt x="446758" y="228486"/>
                  <a:pt x="444475" y="223348"/>
                  <a:pt x="441240" y="220494"/>
                </a:cubicBezTo>
                <a:lnTo>
                  <a:pt x="427540" y="206985"/>
                </a:lnTo>
                <a:cubicBezTo>
                  <a:pt x="427160" y="200325"/>
                  <a:pt x="423545" y="194237"/>
                  <a:pt x="418598" y="191763"/>
                </a:cubicBezTo>
                <a:lnTo>
                  <a:pt x="410606" y="185865"/>
                </a:lnTo>
                <a:lnTo>
                  <a:pt x="416505" y="161700"/>
                </a:lnTo>
                <a:lnTo>
                  <a:pt x="435722" y="154851"/>
                </a:lnTo>
                <a:cubicBezTo>
                  <a:pt x="441050" y="152948"/>
                  <a:pt x="445236" y="148762"/>
                  <a:pt x="447138" y="143434"/>
                </a:cubicBezTo>
                <a:lnTo>
                  <a:pt x="452466" y="128783"/>
                </a:lnTo>
                <a:cubicBezTo>
                  <a:pt x="454178" y="124026"/>
                  <a:pt x="453988" y="118889"/>
                  <a:pt x="451895" y="114132"/>
                </a:cubicBezTo>
                <a:close/>
                <a:moveTo>
                  <a:pt x="429443" y="136775"/>
                </a:moveTo>
                <a:lnTo>
                  <a:pt x="410226" y="143624"/>
                </a:lnTo>
                <a:cubicBezTo>
                  <a:pt x="404137" y="145717"/>
                  <a:pt x="399571" y="150855"/>
                  <a:pt x="398048" y="157134"/>
                </a:cubicBezTo>
                <a:lnTo>
                  <a:pt x="391960" y="181489"/>
                </a:lnTo>
                <a:cubicBezTo>
                  <a:pt x="389676" y="189860"/>
                  <a:pt x="393292" y="198042"/>
                  <a:pt x="401473" y="202609"/>
                </a:cubicBezTo>
                <a:lnTo>
                  <a:pt x="408704" y="207746"/>
                </a:lnTo>
                <a:cubicBezTo>
                  <a:pt x="409084" y="213074"/>
                  <a:pt x="411558" y="217830"/>
                  <a:pt x="414983" y="220684"/>
                </a:cubicBezTo>
                <a:lnTo>
                  <a:pt x="427731" y="233813"/>
                </a:lnTo>
                <a:lnTo>
                  <a:pt x="427731" y="242375"/>
                </a:lnTo>
                <a:cubicBezTo>
                  <a:pt x="427731" y="242375"/>
                  <a:pt x="415363" y="249225"/>
                  <a:pt x="415363" y="249225"/>
                </a:cubicBezTo>
                <a:cubicBezTo>
                  <a:pt x="413460" y="250177"/>
                  <a:pt x="411938" y="251318"/>
                  <a:pt x="410035" y="253221"/>
                </a:cubicBezTo>
                <a:cubicBezTo>
                  <a:pt x="410035" y="253221"/>
                  <a:pt x="403376" y="260451"/>
                  <a:pt x="403186" y="260642"/>
                </a:cubicBezTo>
                <a:lnTo>
                  <a:pt x="387013" y="268252"/>
                </a:lnTo>
                <a:lnTo>
                  <a:pt x="374264" y="268252"/>
                </a:lnTo>
                <a:cubicBezTo>
                  <a:pt x="365131" y="268633"/>
                  <a:pt x="357711" y="277766"/>
                  <a:pt x="357711" y="277766"/>
                </a:cubicBezTo>
                <a:cubicBezTo>
                  <a:pt x="357711" y="277766"/>
                  <a:pt x="64502" y="277766"/>
                  <a:pt x="18647" y="277766"/>
                </a:cubicBezTo>
                <a:lnTo>
                  <a:pt x="18647" y="37833"/>
                </a:lnTo>
                <a:cubicBezTo>
                  <a:pt x="18647" y="37833"/>
                  <a:pt x="48710" y="29842"/>
                  <a:pt x="48710" y="29842"/>
                </a:cubicBezTo>
                <a:cubicBezTo>
                  <a:pt x="50612" y="29271"/>
                  <a:pt x="52515" y="28510"/>
                  <a:pt x="54418" y="27178"/>
                </a:cubicBezTo>
                <a:lnTo>
                  <a:pt x="66024" y="20709"/>
                </a:lnTo>
                <a:lnTo>
                  <a:pt x="66024" y="49440"/>
                </a:lnTo>
                <a:cubicBezTo>
                  <a:pt x="66024" y="54387"/>
                  <a:pt x="68117" y="59144"/>
                  <a:pt x="71732" y="62759"/>
                </a:cubicBezTo>
                <a:cubicBezTo>
                  <a:pt x="75348" y="66374"/>
                  <a:pt x="80485" y="68277"/>
                  <a:pt x="83720" y="68277"/>
                </a:cubicBezTo>
                <a:cubicBezTo>
                  <a:pt x="83720" y="68277"/>
                  <a:pt x="379973" y="68277"/>
                  <a:pt x="379973" y="68277"/>
                </a:cubicBezTo>
                <a:cubicBezTo>
                  <a:pt x="381114" y="72463"/>
                  <a:pt x="384539" y="75697"/>
                  <a:pt x="388154" y="78171"/>
                </a:cubicBezTo>
                <a:lnTo>
                  <a:pt x="408513" y="92632"/>
                </a:lnTo>
                <a:lnTo>
                  <a:pt x="408513" y="99291"/>
                </a:lnTo>
                <a:cubicBezTo>
                  <a:pt x="408513" y="107283"/>
                  <a:pt x="412890" y="113942"/>
                  <a:pt x="420310" y="116986"/>
                </a:cubicBezTo>
                <a:lnTo>
                  <a:pt x="434581" y="121934"/>
                </a:lnTo>
                <a:lnTo>
                  <a:pt x="429253" y="13658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0" name="Graphic 45" descr="Rhode Island icon.">
            <a:extLst>
              <a:ext uri="{FF2B5EF4-FFF2-40B4-BE49-F238E27FC236}">
                <a16:creationId xmlns:a16="http://schemas.microsoft.com/office/drawing/2014/main" id="{D9736336-C2BA-DBB7-3DB7-E88BCACA21E3}"/>
              </a:ext>
            </a:extLst>
          </p:cNvPr>
          <p:cNvSpPr/>
          <p:nvPr/>
        </p:nvSpPr>
        <p:spPr>
          <a:xfrm>
            <a:off x="8371222" y="5238598"/>
            <a:ext cx="339220" cy="418407"/>
          </a:xfrm>
          <a:custGeom>
            <a:avLst/>
            <a:gdLst>
              <a:gd name="connsiteX0" fmla="*/ 337274 w 339220"/>
              <a:gd name="connsiteY0" fmla="*/ 301200 h 418407"/>
              <a:gd name="connsiteX1" fmla="*/ 333469 w 339220"/>
              <a:gd name="connsiteY1" fmla="*/ 292448 h 418407"/>
              <a:gd name="connsiteX2" fmla="*/ 333469 w 339220"/>
              <a:gd name="connsiteY2" fmla="*/ 258769 h 418407"/>
              <a:gd name="connsiteX3" fmla="*/ 331566 w 339220"/>
              <a:gd name="connsiteY3" fmla="*/ 250778 h 418407"/>
              <a:gd name="connsiteX4" fmla="*/ 324716 w 339220"/>
              <a:gd name="connsiteY4" fmla="*/ 237269 h 418407"/>
              <a:gd name="connsiteX5" fmla="*/ 329854 w 339220"/>
              <a:gd name="connsiteY5" fmla="*/ 221096 h 418407"/>
              <a:gd name="connsiteX6" fmla="*/ 318057 w 339220"/>
              <a:gd name="connsiteY6" fmla="*/ 197502 h 418407"/>
              <a:gd name="connsiteX7" fmla="*/ 301694 w 339220"/>
              <a:gd name="connsiteY7" fmla="*/ 191794 h 418407"/>
              <a:gd name="connsiteX8" fmla="*/ 276387 w 339220"/>
              <a:gd name="connsiteY8" fmla="*/ 150315 h 418407"/>
              <a:gd name="connsiteX9" fmla="*/ 269728 w 339220"/>
              <a:gd name="connsiteY9" fmla="*/ 143655 h 418407"/>
              <a:gd name="connsiteX10" fmla="*/ 260975 w 339220"/>
              <a:gd name="connsiteY10" fmla="*/ 138518 h 418407"/>
              <a:gd name="connsiteX11" fmla="*/ 257551 w 339220"/>
              <a:gd name="connsiteY11" fmla="*/ 136425 h 418407"/>
              <a:gd name="connsiteX12" fmla="*/ 257551 w 339220"/>
              <a:gd name="connsiteY12" fmla="*/ 136425 h 418407"/>
              <a:gd name="connsiteX13" fmla="*/ 238333 w 339220"/>
              <a:gd name="connsiteY13" fmla="*/ 135093 h 418407"/>
              <a:gd name="connsiteX14" fmla="*/ 255458 w 339220"/>
              <a:gd name="connsiteY14" fmla="*/ 101605 h 418407"/>
              <a:gd name="connsiteX15" fmla="*/ 257360 w 339220"/>
              <a:gd name="connsiteY15" fmla="*/ 93233 h 418407"/>
              <a:gd name="connsiteX16" fmla="*/ 257360 w 339220"/>
              <a:gd name="connsiteY16" fmla="*/ 84100 h 418407"/>
              <a:gd name="connsiteX17" fmla="*/ 252984 w 339220"/>
              <a:gd name="connsiteY17" fmla="*/ 72303 h 418407"/>
              <a:gd name="connsiteX18" fmla="*/ 236811 w 339220"/>
              <a:gd name="connsiteY18" fmla="*/ 66595 h 418407"/>
              <a:gd name="connsiteX19" fmla="*/ 230342 w 339220"/>
              <a:gd name="connsiteY19" fmla="*/ 16744 h 418407"/>
              <a:gd name="connsiteX20" fmla="*/ 211505 w 339220"/>
              <a:gd name="connsiteY20" fmla="*/ 0 h 418407"/>
              <a:gd name="connsiteX21" fmla="*/ 49203 w 339220"/>
              <a:gd name="connsiteY21" fmla="*/ 0 h 418407"/>
              <a:gd name="connsiteX22" fmla="*/ 35313 w 339220"/>
              <a:gd name="connsiteY22" fmla="*/ 6089 h 418407"/>
              <a:gd name="connsiteX23" fmla="*/ 29225 w 339220"/>
              <a:gd name="connsiteY23" fmla="*/ 20169 h 418407"/>
              <a:gd name="connsiteX24" fmla="*/ 48442 w 339220"/>
              <a:gd name="connsiteY24" fmla="*/ 302722 h 418407"/>
              <a:gd name="connsiteX25" fmla="*/ 41212 w 339220"/>
              <a:gd name="connsiteY25" fmla="*/ 325745 h 418407"/>
              <a:gd name="connsiteX26" fmla="*/ 30556 w 339220"/>
              <a:gd name="connsiteY26" fmla="*/ 330882 h 418407"/>
              <a:gd name="connsiteX27" fmla="*/ 19711 w 339220"/>
              <a:gd name="connsiteY27" fmla="*/ 348007 h 418407"/>
              <a:gd name="connsiteX28" fmla="*/ 19711 w 339220"/>
              <a:gd name="connsiteY28" fmla="*/ 371030 h 418407"/>
              <a:gd name="connsiteX29" fmla="*/ 2206 w 339220"/>
              <a:gd name="connsiteY29" fmla="*/ 381114 h 418407"/>
              <a:gd name="connsiteX30" fmla="*/ 2967 w 339220"/>
              <a:gd name="connsiteY30" fmla="*/ 400332 h 418407"/>
              <a:gd name="connsiteX31" fmla="*/ 9246 w 339220"/>
              <a:gd name="connsiteY31" fmla="*/ 410226 h 418407"/>
              <a:gd name="connsiteX32" fmla="*/ 24277 w 339220"/>
              <a:gd name="connsiteY32" fmla="*/ 418407 h 418407"/>
              <a:gd name="connsiteX33" fmla="*/ 55863 w 339220"/>
              <a:gd name="connsiteY33" fmla="*/ 418407 h 418407"/>
              <a:gd name="connsiteX34" fmla="*/ 63093 w 339220"/>
              <a:gd name="connsiteY34" fmla="*/ 416695 h 418407"/>
              <a:gd name="connsiteX35" fmla="*/ 108378 w 339220"/>
              <a:gd name="connsiteY35" fmla="*/ 397478 h 418407"/>
              <a:gd name="connsiteX36" fmla="*/ 152711 w 339220"/>
              <a:gd name="connsiteY36" fmla="*/ 389867 h 418407"/>
              <a:gd name="connsiteX37" fmla="*/ 326429 w 339220"/>
              <a:gd name="connsiteY37" fmla="*/ 326316 h 418407"/>
              <a:gd name="connsiteX38" fmla="*/ 337845 w 339220"/>
              <a:gd name="connsiteY38" fmla="*/ 316232 h 418407"/>
              <a:gd name="connsiteX39" fmla="*/ 337274 w 339220"/>
              <a:gd name="connsiteY39" fmla="*/ 300820 h 418407"/>
              <a:gd name="connsiteX40" fmla="*/ 150237 w 339220"/>
              <a:gd name="connsiteY40" fmla="*/ 371220 h 418407"/>
              <a:gd name="connsiteX41" fmla="*/ 105143 w 339220"/>
              <a:gd name="connsiteY41" fmla="*/ 379211 h 418407"/>
              <a:gd name="connsiteX42" fmla="*/ 100957 w 339220"/>
              <a:gd name="connsiteY42" fmla="*/ 380353 h 418407"/>
              <a:gd name="connsiteX43" fmla="*/ 55672 w 339220"/>
              <a:gd name="connsiteY43" fmla="*/ 399761 h 418407"/>
              <a:gd name="connsiteX44" fmla="*/ 25039 w 339220"/>
              <a:gd name="connsiteY44" fmla="*/ 399761 h 418407"/>
              <a:gd name="connsiteX45" fmla="*/ 19330 w 339220"/>
              <a:gd name="connsiteY45" fmla="*/ 390247 h 418407"/>
              <a:gd name="connsiteX46" fmla="*/ 20853 w 339220"/>
              <a:gd name="connsiteY46" fmla="*/ 390247 h 418407"/>
              <a:gd name="connsiteX47" fmla="*/ 38548 w 339220"/>
              <a:gd name="connsiteY47" fmla="*/ 371220 h 418407"/>
              <a:gd name="connsiteX48" fmla="*/ 38548 w 339220"/>
              <a:gd name="connsiteY48" fmla="*/ 348197 h 418407"/>
              <a:gd name="connsiteX49" fmla="*/ 49774 w 339220"/>
              <a:gd name="connsiteY49" fmla="*/ 342679 h 418407"/>
              <a:gd name="connsiteX50" fmla="*/ 58717 w 339220"/>
              <a:gd name="connsiteY50" fmla="*/ 332595 h 418407"/>
              <a:gd name="connsiteX51" fmla="*/ 66518 w 339220"/>
              <a:gd name="connsiteY51" fmla="*/ 308050 h 418407"/>
              <a:gd name="connsiteX52" fmla="*/ 67279 w 339220"/>
              <a:gd name="connsiteY52" fmla="*/ 301390 h 418407"/>
              <a:gd name="connsiteX53" fmla="*/ 48252 w 339220"/>
              <a:gd name="connsiteY53" fmla="*/ 19027 h 418407"/>
              <a:gd name="connsiteX54" fmla="*/ 211695 w 339220"/>
              <a:gd name="connsiteY54" fmla="*/ 19027 h 418407"/>
              <a:gd name="connsiteX55" fmla="*/ 218164 w 339220"/>
              <a:gd name="connsiteY55" fmla="*/ 69259 h 418407"/>
              <a:gd name="connsiteX56" fmla="*/ 235669 w 339220"/>
              <a:gd name="connsiteY56" fmla="*/ 85432 h 418407"/>
              <a:gd name="connsiteX57" fmla="*/ 238333 w 339220"/>
              <a:gd name="connsiteY57" fmla="*/ 85432 h 418407"/>
              <a:gd name="connsiteX58" fmla="*/ 238333 w 339220"/>
              <a:gd name="connsiteY58" fmla="*/ 93233 h 418407"/>
              <a:gd name="connsiteX59" fmla="*/ 221399 w 339220"/>
              <a:gd name="connsiteY59" fmla="*/ 126531 h 418407"/>
              <a:gd name="connsiteX60" fmla="*/ 228439 w 339220"/>
              <a:gd name="connsiteY60" fmla="*/ 151837 h 418407"/>
              <a:gd name="connsiteX61" fmla="*/ 229010 w 339220"/>
              <a:gd name="connsiteY61" fmla="*/ 152217 h 418407"/>
              <a:gd name="connsiteX62" fmla="*/ 238333 w 339220"/>
              <a:gd name="connsiteY62" fmla="*/ 154691 h 418407"/>
              <a:gd name="connsiteX63" fmla="*/ 244612 w 339220"/>
              <a:gd name="connsiteY63" fmla="*/ 153549 h 418407"/>
              <a:gd name="connsiteX64" fmla="*/ 248037 w 339220"/>
              <a:gd name="connsiteY64" fmla="*/ 152408 h 418407"/>
              <a:gd name="connsiteX65" fmla="*/ 248037 w 339220"/>
              <a:gd name="connsiteY65" fmla="*/ 152408 h 418407"/>
              <a:gd name="connsiteX66" fmla="*/ 260214 w 339220"/>
              <a:gd name="connsiteY66" fmla="*/ 159828 h 418407"/>
              <a:gd name="connsiteX67" fmla="*/ 285520 w 339220"/>
              <a:gd name="connsiteY67" fmla="*/ 201307 h 418407"/>
              <a:gd name="connsiteX68" fmla="*/ 295415 w 339220"/>
              <a:gd name="connsiteY68" fmla="*/ 209489 h 418407"/>
              <a:gd name="connsiteX69" fmla="*/ 311778 w 339220"/>
              <a:gd name="connsiteY69" fmla="*/ 215197 h 418407"/>
              <a:gd name="connsiteX70" fmla="*/ 306641 w 339220"/>
              <a:gd name="connsiteY70" fmla="*/ 231370 h 418407"/>
              <a:gd name="connsiteX71" fmla="*/ 308163 w 339220"/>
              <a:gd name="connsiteY71" fmla="*/ 246212 h 418407"/>
              <a:gd name="connsiteX72" fmla="*/ 314632 w 339220"/>
              <a:gd name="connsiteY72" fmla="*/ 258389 h 418407"/>
              <a:gd name="connsiteX73" fmla="*/ 314632 w 339220"/>
              <a:gd name="connsiteY73" fmla="*/ 292067 h 418407"/>
              <a:gd name="connsiteX74" fmla="*/ 315964 w 339220"/>
              <a:gd name="connsiteY74" fmla="*/ 299868 h 418407"/>
              <a:gd name="connsiteX75" fmla="*/ 319960 w 339220"/>
              <a:gd name="connsiteY75" fmla="*/ 308621 h 418407"/>
              <a:gd name="connsiteX76" fmla="*/ 150237 w 339220"/>
              <a:gd name="connsiteY76" fmla="*/ 370839 h 41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39220" h="418407">
                <a:moveTo>
                  <a:pt x="337274" y="301200"/>
                </a:moveTo>
                <a:lnTo>
                  <a:pt x="333469" y="292448"/>
                </a:lnTo>
                <a:lnTo>
                  <a:pt x="333469" y="258769"/>
                </a:lnTo>
                <a:cubicBezTo>
                  <a:pt x="333469" y="255345"/>
                  <a:pt x="332518" y="252491"/>
                  <a:pt x="331566" y="250778"/>
                </a:cubicBezTo>
                <a:cubicBezTo>
                  <a:pt x="330044" y="247543"/>
                  <a:pt x="327000" y="241645"/>
                  <a:pt x="324716" y="237269"/>
                </a:cubicBezTo>
                <a:lnTo>
                  <a:pt x="329854" y="221096"/>
                </a:lnTo>
                <a:cubicBezTo>
                  <a:pt x="332898" y="211202"/>
                  <a:pt x="327761" y="200927"/>
                  <a:pt x="318057" y="197502"/>
                </a:cubicBezTo>
                <a:lnTo>
                  <a:pt x="301694" y="191794"/>
                </a:lnTo>
                <a:lnTo>
                  <a:pt x="276387" y="150315"/>
                </a:lnTo>
                <a:cubicBezTo>
                  <a:pt x="274675" y="147461"/>
                  <a:pt x="272392" y="145177"/>
                  <a:pt x="269728" y="143655"/>
                </a:cubicBezTo>
                <a:lnTo>
                  <a:pt x="260975" y="138518"/>
                </a:lnTo>
                <a:lnTo>
                  <a:pt x="257551" y="136425"/>
                </a:lnTo>
                <a:lnTo>
                  <a:pt x="257551" y="136425"/>
                </a:lnTo>
                <a:cubicBezTo>
                  <a:pt x="252033" y="132810"/>
                  <a:pt x="243851" y="132429"/>
                  <a:pt x="238333" y="135093"/>
                </a:cubicBezTo>
                <a:lnTo>
                  <a:pt x="255458" y="101605"/>
                </a:lnTo>
                <a:cubicBezTo>
                  <a:pt x="256789" y="98941"/>
                  <a:pt x="257360" y="96087"/>
                  <a:pt x="257360" y="93233"/>
                </a:cubicBezTo>
                <a:lnTo>
                  <a:pt x="257360" y="84100"/>
                </a:lnTo>
                <a:cubicBezTo>
                  <a:pt x="257360" y="76679"/>
                  <a:pt x="255267" y="74586"/>
                  <a:pt x="252984" y="72303"/>
                </a:cubicBezTo>
                <a:cubicBezTo>
                  <a:pt x="248227" y="67546"/>
                  <a:pt x="236811" y="66595"/>
                  <a:pt x="236811" y="66595"/>
                </a:cubicBezTo>
                <a:lnTo>
                  <a:pt x="230342" y="16744"/>
                </a:lnTo>
                <a:cubicBezTo>
                  <a:pt x="229200" y="7230"/>
                  <a:pt x="221018" y="0"/>
                  <a:pt x="211505" y="0"/>
                </a:cubicBezTo>
                <a:lnTo>
                  <a:pt x="49203" y="0"/>
                </a:lnTo>
                <a:cubicBezTo>
                  <a:pt x="43875" y="0"/>
                  <a:pt x="38928" y="2283"/>
                  <a:pt x="35313" y="6089"/>
                </a:cubicBezTo>
                <a:cubicBezTo>
                  <a:pt x="31698" y="9894"/>
                  <a:pt x="28844" y="15031"/>
                  <a:pt x="29225" y="20169"/>
                </a:cubicBezTo>
                <a:lnTo>
                  <a:pt x="48442" y="302722"/>
                </a:lnTo>
                <a:cubicBezTo>
                  <a:pt x="45588" y="312997"/>
                  <a:pt x="42924" y="320988"/>
                  <a:pt x="41212" y="325745"/>
                </a:cubicBezTo>
                <a:lnTo>
                  <a:pt x="30556" y="330882"/>
                </a:lnTo>
                <a:cubicBezTo>
                  <a:pt x="24087" y="334117"/>
                  <a:pt x="19711" y="340777"/>
                  <a:pt x="19711" y="348007"/>
                </a:cubicBezTo>
                <a:lnTo>
                  <a:pt x="19711" y="371030"/>
                </a:lnTo>
                <a:cubicBezTo>
                  <a:pt x="12861" y="371030"/>
                  <a:pt x="5631" y="374835"/>
                  <a:pt x="2206" y="381114"/>
                </a:cubicBezTo>
                <a:cubicBezTo>
                  <a:pt x="-1029" y="387393"/>
                  <a:pt x="-648" y="394814"/>
                  <a:pt x="2967" y="400332"/>
                </a:cubicBezTo>
                <a:lnTo>
                  <a:pt x="9246" y="410226"/>
                </a:lnTo>
                <a:cubicBezTo>
                  <a:pt x="12861" y="415553"/>
                  <a:pt x="17808" y="418407"/>
                  <a:pt x="24277" y="418407"/>
                </a:cubicBezTo>
                <a:cubicBezTo>
                  <a:pt x="24277" y="418407"/>
                  <a:pt x="55863" y="418407"/>
                  <a:pt x="55863" y="418407"/>
                </a:cubicBezTo>
                <a:cubicBezTo>
                  <a:pt x="58336" y="418407"/>
                  <a:pt x="60810" y="417837"/>
                  <a:pt x="63093" y="416695"/>
                </a:cubicBezTo>
                <a:lnTo>
                  <a:pt x="108378" y="397478"/>
                </a:lnTo>
                <a:lnTo>
                  <a:pt x="152711" y="389867"/>
                </a:lnTo>
                <a:lnTo>
                  <a:pt x="326429" y="326316"/>
                </a:lnTo>
                <a:cubicBezTo>
                  <a:pt x="331566" y="324603"/>
                  <a:pt x="335752" y="320988"/>
                  <a:pt x="337845" y="316232"/>
                </a:cubicBezTo>
                <a:cubicBezTo>
                  <a:pt x="339938" y="311284"/>
                  <a:pt x="339558" y="305196"/>
                  <a:pt x="337274" y="300820"/>
                </a:cubicBezTo>
                <a:close/>
                <a:moveTo>
                  <a:pt x="150237" y="371220"/>
                </a:moveTo>
                <a:lnTo>
                  <a:pt x="105143" y="379211"/>
                </a:lnTo>
                <a:cubicBezTo>
                  <a:pt x="103621" y="379402"/>
                  <a:pt x="102289" y="379973"/>
                  <a:pt x="100957" y="380353"/>
                </a:cubicBezTo>
                <a:lnTo>
                  <a:pt x="55672" y="399761"/>
                </a:lnTo>
                <a:lnTo>
                  <a:pt x="25039" y="399761"/>
                </a:lnTo>
                <a:cubicBezTo>
                  <a:pt x="25039" y="399761"/>
                  <a:pt x="19330" y="390247"/>
                  <a:pt x="19330" y="390247"/>
                </a:cubicBezTo>
                <a:lnTo>
                  <a:pt x="20853" y="390247"/>
                </a:lnTo>
                <a:cubicBezTo>
                  <a:pt x="33410" y="387583"/>
                  <a:pt x="38548" y="380924"/>
                  <a:pt x="38548" y="371220"/>
                </a:cubicBezTo>
                <a:lnTo>
                  <a:pt x="38548" y="348197"/>
                </a:lnTo>
                <a:cubicBezTo>
                  <a:pt x="38548" y="348197"/>
                  <a:pt x="49774" y="342679"/>
                  <a:pt x="49774" y="342679"/>
                </a:cubicBezTo>
                <a:cubicBezTo>
                  <a:pt x="53960" y="340586"/>
                  <a:pt x="57194" y="336971"/>
                  <a:pt x="58717" y="332595"/>
                </a:cubicBezTo>
                <a:cubicBezTo>
                  <a:pt x="60619" y="327267"/>
                  <a:pt x="63473" y="318895"/>
                  <a:pt x="66518" y="308050"/>
                </a:cubicBezTo>
                <a:cubicBezTo>
                  <a:pt x="67089" y="305957"/>
                  <a:pt x="67469" y="303674"/>
                  <a:pt x="67279" y="301390"/>
                </a:cubicBezTo>
                <a:lnTo>
                  <a:pt x="48252" y="19027"/>
                </a:lnTo>
                <a:lnTo>
                  <a:pt x="211695" y="19027"/>
                </a:lnTo>
                <a:cubicBezTo>
                  <a:pt x="211695" y="19027"/>
                  <a:pt x="218164" y="69259"/>
                  <a:pt x="218164" y="69259"/>
                </a:cubicBezTo>
                <a:cubicBezTo>
                  <a:pt x="219496" y="78011"/>
                  <a:pt x="226917" y="84861"/>
                  <a:pt x="235669" y="85432"/>
                </a:cubicBezTo>
                <a:lnTo>
                  <a:pt x="238333" y="85432"/>
                </a:lnTo>
                <a:lnTo>
                  <a:pt x="238333" y="93233"/>
                </a:lnTo>
                <a:cubicBezTo>
                  <a:pt x="238333" y="93233"/>
                  <a:pt x="221399" y="126531"/>
                  <a:pt x="221399" y="126531"/>
                </a:cubicBezTo>
                <a:cubicBezTo>
                  <a:pt x="216832" y="135283"/>
                  <a:pt x="220067" y="146699"/>
                  <a:pt x="228439" y="151837"/>
                </a:cubicBezTo>
                <a:cubicBezTo>
                  <a:pt x="228629" y="151837"/>
                  <a:pt x="228819" y="152027"/>
                  <a:pt x="229010" y="152217"/>
                </a:cubicBezTo>
                <a:cubicBezTo>
                  <a:pt x="231864" y="153930"/>
                  <a:pt x="235098" y="154691"/>
                  <a:pt x="238333" y="154691"/>
                </a:cubicBezTo>
                <a:cubicBezTo>
                  <a:pt x="240426" y="154691"/>
                  <a:pt x="242519" y="154310"/>
                  <a:pt x="244612" y="153549"/>
                </a:cubicBezTo>
                <a:lnTo>
                  <a:pt x="248037" y="152408"/>
                </a:lnTo>
                <a:lnTo>
                  <a:pt x="248037" y="152408"/>
                </a:lnTo>
                <a:cubicBezTo>
                  <a:pt x="248037" y="152408"/>
                  <a:pt x="260214" y="159828"/>
                  <a:pt x="260214" y="159828"/>
                </a:cubicBezTo>
                <a:lnTo>
                  <a:pt x="285520" y="201307"/>
                </a:lnTo>
                <a:cubicBezTo>
                  <a:pt x="287804" y="205113"/>
                  <a:pt x="291419" y="207967"/>
                  <a:pt x="295415" y="209489"/>
                </a:cubicBezTo>
                <a:lnTo>
                  <a:pt x="311778" y="215197"/>
                </a:lnTo>
                <a:lnTo>
                  <a:pt x="306641" y="231370"/>
                </a:lnTo>
                <a:cubicBezTo>
                  <a:pt x="305118" y="236317"/>
                  <a:pt x="305689" y="241264"/>
                  <a:pt x="308163" y="246212"/>
                </a:cubicBezTo>
                <a:cubicBezTo>
                  <a:pt x="310066" y="250017"/>
                  <a:pt x="312920" y="255535"/>
                  <a:pt x="314632" y="258389"/>
                </a:cubicBezTo>
                <a:lnTo>
                  <a:pt x="314632" y="292067"/>
                </a:lnTo>
                <a:cubicBezTo>
                  <a:pt x="314632" y="293970"/>
                  <a:pt x="314632" y="296824"/>
                  <a:pt x="315964" y="299868"/>
                </a:cubicBezTo>
                <a:lnTo>
                  <a:pt x="319960" y="308621"/>
                </a:lnTo>
                <a:lnTo>
                  <a:pt x="150237" y="370839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9" name="Graphic 46" descr="South Carolina icon.">
            <a:extLst>
              <a:ext uri="{FF2B5EF4-FFF2-40B4-BE49-F238E27FC236}">
                <a16:creationId xmlns:a16="http://schemas.microsoft.com/office/drawing/2014/main" id="{0DA6320A-1BA5-DC06-D291-F7430222B7D3}"/>
              </a:ext>
            </a:extLst>
          </p:cNvPr>
          <p:cNvSpPr/>
          <p:nvPr/>
        </p:nvSpPr>
        <p:spPr>
          <a:xfrm>
            <a:off x="9578098" y="5277033"/>
            <a:ext cx="435057" cy="341537"/>
          </a:xfrm>
          <a:custGeom>
            <a:avLst/>
            <a:gdLst>
              <a:gd name="connsiteX0" fmla="*/ 429128 w 435057"/>
              <a:gd name="connsiteY0" fmla="*/ 135664 h 341537"/>
              <a:gd name="connsiteX1" fmla="*/ 337037 w 435057"/>
              <a:gd name="connsiteY1" fmla="*/ 52325 h 341537"/>
              <a:gd name="connsiteX2" fmla="*/ 326191 w 435057"/>
              <a:gd name="connsiteY2" fmla="*/ 47378 h 341537"/>
              <a:gd name="connsiteX3" fmla="*/ 242091 w 435057"/>
              <a:gd name="connsiteY3" fmla="*/ 39767 h 341537"/>
              <a:gd name="connsiteX4" fmla="*/ 236954 w 435057"/>
              <a:gd name="connsiteY4" fmla="*/ 28921 h 341537"/>
              <a:gd name="connsiteX5" fmla="*/ 223064 w 435057"/>
              <a:gd name="connsiteY5" fmla="*/ 14841 h 341537"/>
              <a:gd name="connsiteX6" fmla="*/ 212028 w 435057"/>
              <a:gd name="connsiteY6" fmla="*/ 9514 h 341537"/>
              <a:gd name="connsiteX7" fmla="*/ 139725 w 435057"/>
              <a:gd name="connsiteY7" fmla="*/ 381 h 341537"/>
              <a:gd name="connsiteX8" fmla="*/ 100719 w 435057"/>
              <a:gd name="connsiteY8" fmla="*/ 0 h 341537"/>
              <a:gd name="connsiteX9" fmla="*/ 96533 w 435057"/>
              <a:gd name="connsiteY9" fmla="*/ 381 h 341537"/>
              <a:gd name="connsiteX10" fmla="*/ 59811 w 435057"/>
              <a:gd name="connsiteY10" fmla="*/ 9894 h 341537"/>
              <a:gd name="connsiteX11" fmla="*/ 57147 w 435057"/>
              <a:gd name="connsiteY11" fmla="*/ 11036 h 341537"/>
              <a:gd name="connsiteX12" fmla="*/ 39642 w 435057"/>
              <a:gd name="connsiteY12" fmla="*/ 19408 h 341537"/>
              <a:gd name="connsiteX13" fmla="*/ 37168 w 435057"/>
              <a:gd name="connsiteY13" fmla="*/ 20930 h 341537"/>
              <a:gd name="connsiteX14" fmla="*/ 6154 w 435057"/>
              <a:gd name="connsiteY14" fmla="*/ 44333 h 341537"/>
              <a:gd name="connsiteX15" fmla="*/ 1397 w 435057"/>
              <a:gd name="connsiteY15" fmla="*/ 62599 h 341537"/>
              <a:gd name="connsiteX16" fmla="*/ 7676 w 435057"/>
              <a:gd name="connsiteY16" fmla="*/ 73064 h 341537"/>
              <a:gd name="connsiteX17" fmla="*/ 14146 w 435057"/>
              <a:gd name="connsiteY17" fmla="*/ 75918 h 341537"/>
              <a:gd name="connsiteX18" fmla="*/ 19663 w 435057"/>
              <a:gd name="connsiteY18" fmla="*/ 75918 h 341537"/>
              <a:gd name="connsiteX19" fmla="*/ 43257 w 435057"/>
              <a:gd name="connsiteY19" fmla="*/ 92853 h 341537"/>
              <a:gd name="connsiteX20" fmla="*/ 43638 w 435057"/>
              <a:gd name="connsiteY20" fmla="*/ 95326 h 341537"/>
              <a:gd name="connsiteX21" fmla="*/ 48775 w 435057"/>
              <a:gd name="connsiteY21" fmla="*/ 104649 h 341537"/>
              <a:gd name="connsiteX22" fmla="*/ 62094 w 435057"/>
              <a:gd name="connsiteY22" fmla="*/ 117778 h 341537"/>
              <a:gd name="connsiteX23" fmla="*/ 62094 w 435057"/>
              <a:gd name="connsiteY23" fmla="*/ 127863 h 341537"/>
              <a:gd name="connsiteX24" fmla="*/ 70466 w 435057"/>
              <a:gd name="connsiteY24" fmla="*/ 143845 h 341537"/>
              <a:gd name="connsiteX25" fmla="*/ 92728 w 435057"/>
              <a:gd name="connsiteY25" fmla="*/ 158687 h 341537"/>
              <a:gd name="connsiteX26" fmla="*/ 99768 w 435057"/>
              <a:gd name="connsiteY26" fmla="*/ 172576 h 341537"/>
              <a:gd name="connsiteX27" fmla="*/ 108140 w 435057"/>
              <a:gd name="connsiteY27" fmla="*/ 180758 h 341537"/>
              <a:gd name="connsiteX28" fmla="*/ 122030 w 435057"/>
              <a:gd name="connsiteY28" fmla="*/ 187988 h 341537"/>
              <a:gd name="connsiteX29" fmla="*/ 148287 w 435057"/>
              <a:gd name="connsiteY29" fmla="*/ 231941 h 341537"/>
              <a:gd name="connsiteX30" fmla="*/ 149809 w 435057"/>
              <a:gd name="connsiteY30" fmla="*/ 233844 h 341537"/>
              <a:gd name="connsiteX31" fmla="*/ 155137 w 435057"/>
              <a:gd name="connsiteY31" fmla="*/ 237269 h 341537"/>
              <a:gd name="connsiteX32" fmla="*/ 158181 w 435057"/>
              <a:gd name="connsiteY32" fmla="*/ 238030 h 341537"/>
              <a:gd name="connsiteX33" fmla="*/ 160464 w 435057"/>
              <a:gd name="connsiteY33" fmla="*/ 238030 h 341537"/>
              <a:gd name="connsiteX34" fmla="*/ 166934 w 435057"/>
              <a:gd name="connsiteY34" fmla="*/ 250207 h 341537"/>
              <a:gd name="connsiteX35" fmla="*/ 166934 w 435057"/>
              <a:gd name="connsiteY35" fmla="*/ 255154 h 341537"/>
              <a:gd name="connsiteX36" fmla="*/ 168836 w 435057"/>
              <a:gd name="connsiteY36" fmla="*/ 263526 h 341537"/>
              <a:gd name="connsiteX37" fmla="*/ 185580 w 435057"/>
              <a:gd name="connsiteY37" fmla="*/ 297585 h 341537"/>
              <a:gd name="connsiteX38" fmla="*/ 185580 w 435057"/>
              <a:gd name="connsiteY38" fmla="*/ 316232 h 341537"/>
              <a:gd name="connsiteX39" fmla="*/ 200041 w 435057"/>
              <a:gd name="connsiteY39" fmla="*/ 334498 h 341537"/>
              <a:gd name="connsiteX40" fmla="*/ 225728 w 435057"/>
              <a:gd name="connsiteY40" fmla="*/ 340967 h 341537"/>
              <a:gd name="connsiteX41" fmla="*/ 230484 w 435057"/>
              <a:gd name="connsiteY41" fmla="*/ 341538 h 341537"/>
              <a:gd name="connsiteX42" fmla="*/ 243613 w 435057"/>
              <a:gd name="connsiteY42" fmla="*/ 336210 h 341537"/>
              <a:gd name="connsiteX43" fmla="*/ 271203 w 435057"/>
              <a:gd name="connsiteY43" fmla="*/ 305386 h 341537"/>
              <a:gd name="connsiteX44" fmla="*/ 271203 w 435057"/>
              <a:gd name="connsiteY44" fmla="*/ 295111 h 341537"/>
              <a:gd name="connsiteX45" fmla="*/ 278813 w 435057"/>
              <a:gd name="connsiteY45" fmla="*/ 292257 h 341537"/>
              <a:gd name="connsiteX46" fmla="*/ 370715 w 435057"/>
              <a:gd name="connsiteY46" fmla="*/ 233463 h 341537"/>
              <a:gd name="connsiteX47" fmla="*/ 379657 w 435057"/>
              <a:gd name="connsiteY47" fmla="*/ 219383 h 341537"/>
              <a:gd name="connsiteX48" fmla="*/ 378896 w 435057"/>
              <a:gd name="connsiteY48" fmla="*/ 212153 h 341537"/>
              <a:gd name="connsiteX49" fmla="*/ 377564 w 435057"/>
              <a:gd name="connsiteY49" fmla="*/ 208538 h 341537"/>
              <a:gd name="connsiteX50" fmla="*/ 383463 w 435057"/>
              <a:gd name="connsiteY50" fmla="*/ 195980 h 341537"/>
              <a:gd name="connsiteX51" fmla="*/ 408769 w 435057"/>
              <a:gd name="connsiteY51" fmla="*/ 170293 h 341537"/>
              <a:gd name="connsiteX52" fmla="*/ 423039 w 435057"/>
              <a:gd name="connsiteY52" fmla="*/ 167059 h 341537"/>
              <a:gd name="connsiteX53" fmla="*/ 434646 w 435057"/>
              <a:gd name="connsiteY53" fmla="*/ 153359 h 341537"/>
              <a:gd name="connsiteX54" fmla="*/ 428938 w 435057"/>
              <a:gd name="connsiteY54" fmla="*/ 135664 h 341537"/>
              <a:gd name="connsiteX55" fmla="*/ 403632 w 435057"/>
              <a:gd name="connsiteY55" fmla="*/ 152217 h 341537"/>
              <a:gd name="connsiteX56" fmla="*/ 396401 w 435057"/>
              <a:gd name="connsiteY56" fmla="*/ 156784 h 341537"/>
              <a:gd name="connsiteX57" fmla="*/ 370334 w 435057"/>
              <a:gd name="connsiteY57" fmla="*/ 182661 h 341537"/>
              <a:gd name="connsiteX58" fmla="*/ 367100 w 435057"/>
              <a:gd name="connsiteY58" fmla="*/ 186847 h 341537"/>
              <a:gd name="connsiteX59" fmla="*/ 361391 w 435057"/>
              <a:gd name="connsiteY59" fmla="*/ 198834 h 341537"/>
              <a:gd name="connsiteX60" fmla="*/ 360821 w 435057"/>
              <a:gd name="connsiteY60" fmla="*/ 217481 h 341537"/>
              <a:gd name="connsiteX61" fmla="*/ 268919 w 435057"/>
              <a:gd name="connsiteY61" fmla="*/ 276465 h 341537"/>
              <a:gd name="connsiteX62" fmla="*/ 252175 w 435057"/>
              <a:gd name="connsiteY62" fmla="*/ 295872 h 341537"/>
              <a:gd name="connsiteX63" fmla="*/ 252175 w 435057"/>
              <a:gd name="connsiteY63" fmla="*/ 301200 h 341537"/>
              <a:gd name="connsiteX64" fmla="*/ 230294 w 435057"/>
              <a:gd name="connsiteY64" fmla="*/ 322701 h 341537"/>
              <a:gd name="connsiteX65" fmla="*/ 204798 w 435057"/>
              <a:gd name="connsiteY65" fmla="*/ 316232 h 341537"/>
              <a:gd name="connsiteX66" fmla="*/ 204798 w 435057"/>
              <a:gd name="connsiteY66" fmla="*/ 297585 h 341537"/>
              <a:gd name="connsiteX67" fmla="*/ 202705 w 435057"/>
              <a:gd name="connsiteY67" fmla="*/ 289213 h 341537"/>
              <a:gd name="connsiteX68" fmla="*/ 185771 w 435057"/>
              <a:gd name="connsiteY68" fmla="*/ 254964 h 341537"/>
              <a:gd name="connsiteX69" fmla="*/ 185771 w 435057"/>
              <a:gd name="connsiteY69" fmla="*/ 250778 h 341537"/>
              <a:gd name="connsiteX70" fmla="*/ 183297 w 435057"/>
              <a:gd name="connsiteY70" fmla="*/ 241074 h 341537"/>
              <a:gd name="connsiteX71" fmla="*/ 177779 w 435057"/>
              <a:gd name="connsiteY71" fmla="*/ 229658 h 341537"/>
              <a:gd name="connsiteX72" fmla="*/ 162367 w 435057"/>
              <a:gd name="connsiteY72" fmla="*/ 219193 h 341537"/>
              <a:gd name="connsiteX73" fmla="*/ 138583 w 435057"/>
              <a:gd name="connsiteY73" fmla="*/ 179236 h 341537"/>
              <a:gd name="connsiteX74" fmla="*/ 130021 w 435057"/>
              <a:gd name="connsiteY74" fmla="*/ 170674 h 341537"/>
              <a:gd name="connsiteX75" fmla="*/ 116512 w 435057"/>
              <a:gd name="connsiteY75" fmla="*/ 163824 h 341537"/>
              <a:gd name="connsiteX76" fmla="*/ 109852 w 435057"/>
              <a:gd name="connsiteY76" fmla="*/ 150695 h 341537"/>
              <a:gd name="connsiteX77" fmla="*/ 103193 w 435057"/>
              <a:gd name="connsiteY77" fmla="*/ 143084 h 341537"/>
              <a:gd name="connsiteX78" fmla="*/ 80931 w 435057"/>
              <a:gd name="connsiteY78" fmla="*/ 128243 h 341537"/>
              <a:gd name="connsiteX79" fmla="*/ 80931 w 435057"/>
              <a:gd name="connsiteY79" fmla="*/ 118159 h 341537"/>
              <a:gd name="connsiteX80" fmla="*/ 75413 w 435057"/>
              <a:gd name="connsiteY80" fmla="*/ 104840 h 341537"/>
              <a:gd name="connsiteX81" fmla="*/ 62094 w 435057"/>
              <a:gd name="connsiteY81" fmla="*/ 91330 h 341537"/>
              <a:gd name="connsiteX82" fmla="*/ 51819 w 435057"/>
              <a:gd name="connsiteY82" fmla="*/ 74777 h 341537"/>
              <a:gd name="connsiteX83" fmla="*/ 32412 w 435057"/>
              <a:gd name="connsiteY83" fmla="*/ 62029 h 341537"/>
              <a:gd name="connsiteX84" fmla="*/ 20995 w 435057"/>
              <a:gd name="connsiteY84" fmla="*/ 57082 h 341537"/>
              <a:gd name="connsiteX85" fmla="*/ 47824 w 435057"/>
              <a:gd name="connsiteY85" fmla="*/ 36532 h 341537"/>
              <a:gd name="connsiteX86" fmla="*/ 65709 w 435057"/>
              <a:gd name="connsiteY86" fmla="*/ 27970 h 341537"/>
              <a:gd name="connsiteX87" fmla="*/ 100148 w 435057"/>
              <a:gd name="connsiteY87" fmla="*/ 18837 h 341537"/>
              <a:gd name="connsiteX88" fmla="*/ 138012 w 435057"/>
              <a:gd name="connsiteY88" fmla="*/ 18837 h 341537"/>
              <a:gd name="connsiteX89" fmla="*/ 209364 w 435057"/>
              <a:gd name="connsiteY89" fmla="*/ 27780 h 341537"/>
              <a:gd name="connsiteX90" fmla="*/ 223635 w 435057"/>
              <a:gd name="connsiteY90" fmla="*/ 42431 h 341537"/>
              <a:gd name="connsiteX91" fmla="*/ 223825 w 435057"/>
              <a:gd name="connsiteY91" fmla="*/ 42431 h 341537"/>
              <a:gd name="connsiteX92" fmla="*/ 240759 w 435057"/>
              <a:gd name="connsiteY92" fmla="*/ 58604 h 341537"/>
              <a:gd name="connsiteX93" fmla="*/ 324288 w 435057"/>
              <a:gd name="connsiteY93" fmla="*/ 66215 h 341537"/>
              <a:gd name="connsiteX94" fmla="*/ 417712 w 435057"/>
              <a:gd name="connsiteY94" fmla="*/ 148792 h 341537"/>
              <a:gd name="connsiteX95" fmla="*/ 403822 w 435057"/>
              <a:gd name="connsiteY95" fmla="*/ 152027 h 341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35057" h="341537">
                <a:moveTo>
                  <a:pt x="429128" y="135664"/>
                </a:moveTo>
                <a:lnTo>
                  <a:pt x="337037" y="52325"/>
                </a:lnTo>
                <a:cubicBezTo>
                  <a:pt x="333992" y="49471"/>
                  <a:pt x="330187" y="47948"/>
                  <a:pt x="326191" y="47378"/>
                </a:cubicBezTo>
                <a:lnTo>
                  <a:pt x="242091" y="39767"/>
                </a:lnTo>
                <a:cubicBezTo>
                  <a:pt x="241520" y="35771"/>
                  <a:pt x="239808" y="31775"/>
                  <a:pt x="236954" y="28921"/>
                </a:cubicBezTo>
                <a:lnTo>
                  <a:pt x="223064" y="14841"/>
                </a:lnTo>
                <a:cubicBezTo>
                  <a:pt x="220210" y="11797"/>
                  <a:pt x="216214" y="9894"/>
                  <a:pt x="212028" y="9514"/>
                </a:cubicBezTo>
                <a:lnTo>
                  <a:pt x="139725" y="381"/>
                </a:lnTo>
                <a:lnTo>
                  <a:pt x="100719" y="0"/>
                </a:lnTo>
                <a:cubicBezTo>
                  <a:pt x="99387" y="0"/>
                  <a:pt x="98055" y="0"/>
                  <a:pt x="96533" y="381"/>
                </a:cubicBezTo>
                <a:cubicBezTo>
                  <a:pt x="91967" y="1332"/>
                  <a:pt x="71988" y="6089"/>
                  <a:pt x="59811" y="9894"/>
                </a:cubicBezTo>
                <a:lnTo>
                  <a:pt x="57147" y="11036"/>
                </a:lnTo>
                <a:cubicBezTo>
                  <a:pt x="54864" y="12177"/>
                  <a:pt x="47063" y="15983"/>
                  <a:pt x="39642" y="19408"/>
                </a:cubicBezTo>
                <a:cubicBezTo>
                  <a:pt x="38691" y="19788"/>
                  <a:pt x="37930" y="20359"/>
                  <a:pt x="37168" y="20930"/>
                </a:cubicBezTo>
                <a:lnTo>
                  <a:pt x="6154" y="44333"/>
                </a:lnTo>
                <a:cubicBezTo>
                  <a:pt x="2920" y="46807"/>
                  <a:pt x="-2598" y="50422"/>
                  <a:pt x="1397" y="62599"/>
                </a:cubicBezTo>
                <a:cubicBezTo>
                  <a:pt x="3300" y="66024"/>
                  <a:pt x="4632" y="70210"/>
                  <a:pt x="7676" y="73064"/>
                </a:cubicBezTo>
                <a:cubicBezTo>
                  <a:pt x="9579" y="74967"/>
                  <a:pt x="10530" y="75538"/>
                  <a:pt x="14146" y="75918"/>
                </a:cubicBezTo>
                <a:cubicBezTo>
                  <a:pt x="14146" y="75918"/>
                  <a:pt x="18332" y="75918"/>
                  <a:pt x="19663" y="75918"/>
                </a:cubicBezTo>
                <a:lnTo>
                  <a:pt x="43257" y="92853"/>
                </a:lnTo>
                <a:lnTo>
                  <a:pt x="43638" y="95326"/>
                </a:lnTo>
                <a:cubicBezTo>
                  <a:pt x="43638" y="95326"/>
                  <a:pt x="43828" y="99512"/>
                  <a:pt x="48775" y="104649"/>
                </a:cubicBezTo>
                <a:lnTo>
                  <a:pt x="62094" y="117778"/>
                </a:lnTo>
                <a:lnTo>
                  <a:pt x="62094" y="127863"/>
                </a:lnTo>
                <a:cubicBezTo>
                  <a:pt x="62094" y="134142"/>
                  <a:pt x="65138" y="140230"/>
                  <a:pt x="70466" y="143845"/>
                </a:cubicBezTo>
                <a:lnTo>
                  <a:pt x="92728" y="158687"/>
                </a:lnTo>
                <a:lnTo>
                  <a:pt x="99768" y="172576"/>
                </a:lnTo>
                <a:cubicBezTo>
                  <a:pt x="101671" y="176192"/>
                  <a:pt x="104525" y="179046"/>
                  <a:pt x="108140" y="180758"/>
                </a:cubicBezTo>
                <a:lnTo>
                  <a:pt x="122030" y="187988"/>
                </a:lnTo>
                <a:lnTo>
                  <a:pt x="148287" y="231941"/>
                </a:lnTo>
                <a:cubicBezTo>
                  <a:pt x="148287" y="231941"/>
                  <a:pt x="149809" y="233844"/>
                  <a:pt x="149809" y="233844"/>
                </a:cubicBezTo>
                <a:cubicBezTo>
                  <a:pt x="151141" y="235556"/>
                  <a:pt x="153234" y="236698"/>
                  <a:pt x="155137" y="237269"/>
                </a:cubicBezTo>
                <a:cubicBezTo>
                  <a:pt x="156088" y="237649"/>
                  <a:pt x="157230" y="237840"/>
                  <a:pt x="158181" y="238030"/>
                </a:cubicBezTo>
                <a:cubicBezTo>
                  <a:pt x="158562" y="238030"/>
                  <a:pt x="160274" y="238030"/>
                  <a:pt x="160464" y="238030"/>
                </a:cubicBezTo>
                <a:lnTo>
                  <a:pt x="166934" y="250207"/>
                </a:lnTo>
                <a:lnTo>
                  <a:pt x="166934" y="255154"/>
                </a:lnTo>
                <a:cubicBezTo>
                  <a:pt x="166934" y="258008"/>
                  <a:pt x="167695" y="260862"/>
                  <a:pt x="168836" y="263526"/>
                </a:cubicBezTo>
                <a:lnTo>
                  <a:pt x="185580" y="297585"/>
                </a:lnTo>
                <a:lnTo>
                  <a:pt x="185580" y="316232"/>
                </a:lnTo>
                <a:cubicBezTo>
                  <a:pt x="185580" y="324794"/>
                  <a:pt x="191669" y="332405"/>
                  <a:pt x="200041" y="334498"/>
                </a:cubicBezTo>
                <a:lnTo>
                  <a:pt x="225728" y="340967"/>
                </a:lnTo>
                <a:cubicBezTo>
                  <a:pt x="227250" y="341347"/>
                  <a:pt x="228962" y="341538"/>
                  <a:pt x="230484" y="341538"/>
                </a:cubicBezTo>
                <a:cubicBezTo>
                  <a:pt x="235241" y="341538"/>
                  <a:pt x="239998" y="339635"/>
                  <a:pt x="243613" y="336210"/>
                </a:cubicBezTo>
                <a:cubicBezTo>
                  <a:pt x="271203" y="309762"/>
                  <a:pt x="270822" y="309762"/>
                  <a:pt x="271203" y="305386"/>
                </a:cubicBezTo>
                <a:cubicBezTo>
                  <a:pt x="271203" y="303483"/>
                  <a:pt x="271203" y="295111"/>
                  <a:pt x="271203" y="295111"/>
                </a:cubicBezTo>
                <a:cubicBezTo>
                  <a:pt x="273866" y="294731"/>
                  <a:pt x="276530" y="293779"/>
                  <a:pt x="278813" y="292257"/>
                </a:cubicBezTo>
                <a:lnTo>
                  <a:pt x="370715" y="233463"/>
                </a:lnTo>
                <a:cubicBezTo>
                  <a:pt x="375662" y="230419"/>
                  <a:pt x="379087" y="225282"/>
                  <a:pt x="379657" y="219383"/>
                </a:cubicBezTo>
                <a:cubicBezTo>
                  <a:pt x="380038" y="216910"/>
                  <a:pt x="379657" y="214436"/>
                  <a:pt x="378896" y="212153"/>
                </a:cubicBezTo>
                <a:lnTo>
                  <a:pt x="377564" y="208538"/>
                </a:lnTo>
                <a:cubicBezTo>
                  <a:pt x="377564" y="208538"/>
                  <a:pt x="383082" y="196741"/>
                  <a:pt x="383463" y="195980"/>
                </a:cubicBezTo>
                <a:lnTo>
                  <a:pt x="408769" y="170293"/>
                </a:lnTo>
                <a:lnTo>
                  <a:pt x="423039" y="167059"/>
                </a:lnTo>
                <a:cubicBezTo>
                  <a:pt x="428938" y="164775"/>
                  <a:pt x="433314" y="159448"/>
                  <a:pt x="434646" y="153359"/>
                </a:cubicBezTo>
                <a:cubicBezTo>
                  <a:pt x="435978" y="147080"/>
                  <a:pt x="434075" y="140611"/>
                  <a:pt x="428938" y="135664"/>
                </a:cubicBezTo>
                <a:close/>
                <a:moveTo>
                  <a:pt x="403632" y="152217"/>
                </a:moveTo>
                <a:cubicBezTo>
                  <a:pt x="400968" y="153169"/>
                  <a:pt x="398494" y="154691"/>
                  <a:pt x="396401" y="156784"/>
                </a:cubicBezTo>
                <a:lnTo>
                  <a:pt x="370334" y="182661"/>
                </a:lnTo>
                <a:cubicBezTo>
                  <a:pt x="369193" y="183802"/>
                  <a:pt x="368051" y="185325"/>
                  <a:pt x="367100" y="186847"/>
                </a:cubicBezTo>
                <a:cubicBezTo>
                  <a:pt x="365197" y="190081"/>
                  <a:pt x="361391" y="198834"/>
                  <a:pt x="361391" y="198834"/>
                </a:cubicBezTo>
                <a:cubicBezTo>
                  <a:pt x="359869" y="201498"/>
                  <a:pt x="356064" y="209870"/>
                  <a:pt x="360821" y="217481"/>
                </a:cubicBezTo>
                <a:lnTo>
                  <a:pt x="268919" y="276465"/>
                </a:lnTo>
                <a:cubicBezTo>
                  <a:pt x="259596" y="277606"/>
                  <a:pt x="252175" y="285788"/>
                  <a:pt x="252175" y="295872"/>
                </a:cubicBezTo>
                <a:lnTo>
                  <a:pt x="252175" y="301200"/>
                </a:lnTo>
                <a:cubicBezTo>
                  <a:pt x="249892" y="303864"/>
                  <a:pt x="243803" y="309762"/>
                  <a:pt x="230294" y="322701"/>
                </a:cubicBezTo>
                <a:lnTo>
                  <a:pt x="204798" y="316232"/>
                </a:lnTo>
                <a:lnTo>
                  <a:pt x="204798" y="297585"/>
                </a:lnTo>
                <a:cubicBezTo>
                  <a:pt x="204798" y="294731"/>
                  <a:pt x="204037" y="291877"/>
                  <a:pt x="202705" y="289213"/>
                </a:cubicBezTo>
                <a:lnTo>
                  <a:pt x="185771" y="254964"/>
                </a:lnTo>
                <a:lnTo>
                  <a:pt x="185771" y="250778"/>
                </a:lnTo>
                <a:cubicBezTo>
                  <a:pt x="185771" y="247353"/>
                  <a:pt x="185010" y="244119"/>
                  <a:pt x="183297" y="241074"/>
                </a:cubicBezTo>
                <a:lnTo>
                  <a:pt x="177779" y="229658"/>
                </a:lnTo>
                <a:cubicBezTo>
                  <a:pt x="174735" y="223569"/>
                  <a:pt x="168836" y="219383"/>
                  <a:pt x="162367" y="219193"/>
                </a:cubicBezTo>
                <a:lnTo>
                  <a:pt x="138583" y="179236"/>
                </a:lnTo>
                <a:cubicBezTo>
                  <a:pt x="136681" y="175621"/>
                  <a:pt x="133826" y="172576"/>
                  <a:pt x="130021" y="170674"/>
                </a:cubicBezTo>
                <a:lnTo>
                  <a:pt x="116512" y="163824"/>
                </a:lnTo>
                <a:lnTo>
                  <a:pt x="109852" y="150695"/>
                </a:lnTo>
                <a:cubicBezTo>
                  <a:pt x="108330" y="147651"/>
                  <a:pt x="106047" y="144987"/>
                  <a:pt x="103193" y="143084"/>
                </a:cubicBezTo>
                <a:lnTo>
                  <a:pt x="80931" y="128243"/>
                </a:lnTo>
                <a:lnTo>
                  <a:pt x="80931" y="118159"/>
                </a:lnTo>
                <a:cubicBezTo>
                  <a:pt x="80931" y="113212"/>
                  <a:pt x="78838" y="108265"/>
                  <a:pt x="75413" y="104840"/>
                </a:cubicBezTo>
                <a:lnTo>
                  <a:pt x="62094" y="91330"/>
                </a:lnTo>
                <a:cubicBezTo>
                  <a:pt x="62094" y="84290"/>
                  <a:pt x="58098" y="78011"/>
                  <a:pt x="51819" y="74777"/>
                </a:cubicBezTo>
                <a:lnTo>
                  <a:pt x="32412" y="62029"/>
                </a:lnTo>
                <a:cubicBezTo>
                  <a:pt x="27655" y="58604"/>
                  <a:pt x="24991" y="57082"/>
                  <a:pt x="20995" y="57082"/>
                </a:cubicBezTo>
                <a:lnTo>
                  <a:pt x="47824" y="36532"/>
                </a:lnTo>
                <a:cubicBezTo>
                  <a:pt x="55435" y="32917"/>
                  <a:pt x="63426" y="29112"/>
                  <a:pt x="65709" y="27970"/>
                </a:cubicBezTo>
                <a:cubicBezTo>
                  <a:pt x="77126" y="24355"/>
                  <a:pt x="96153" y="19788"/>
                  <a:pt x="100148" y="18837"/>
                </a:cubicBezTo>
                <a:lnTo>
                  <a:pt x="138012" y="18837"/>
                </a:lnTo>
                <a:lnTo>
                  <a:pt x="209364" y="27780"/>
                </a:lnTo>
                <a:lnTo>
                  <a:pt x="223635" y="42431"/>
                </a:lnTo>
                <a:lnTo>
                  <a:pt x="223825" y="42431"/>
                </a:lnTo>
                <a:cubicBezTo>
                  <a:pt x="225157" y="50803"/>
                  <a:pt x="231626" y="57652"/>
                  <a:pt x="240759" y="58604"/>
                </a:cubicBezTo>
                <a:lnTo>
                  <a:pt x="324288" y="66215"/>
                </a:lnTo>
                <a:lnTo>
                  <a:pt x="417712" y="148792"/>
                </a:lnTo>
                <a:lnTo>
                  <a:pt x="403822" y="15202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8" name="Graphic 47" descr="South Dakota icon.">
            <a:extLst>
              <a:ext uri="{FF2B5EF4-FFF2-40B4-BE49-F238E27FC236}">
                <a16:creationId xmlns:a16="http://schemas.microsoft.com/office/drawing/2014/main" id="{94C02501-137A-D2A0-DFCD-F1004A9CB381}"/>
              </a:ext>
            </a:extLst>
          </p:cNvPr>
          <p:cNvSpPr/>
          <p:nvPr/>
        </p:nvSpPr>
        <p:spPr>
          <a:xfrm>
            <a:off x="10788175" y="5307762"/>
            <a:ext cx="445098" cy="280079"/>
          </a:xfrm>
          <a:custGeom>
            <a:avLst/>
            <a:gdLst>
              <a:gd name="connsiteX0" fmla="*/ 442952 w 445098"/>
              <a:gd name="connsiteY0" fmla="*/ 239552 h 280079"/>
              <a:gd name="connsiteX1" fmla="*/ 444475 w 445098"/>
              <a:gd name="connsiteY1" fmla="*/ 227184 h 280079"/>
              <a:gd name="connsiteX2" fmla="*/ 436673 w 445098"/>
              <a:gd name="connsiteY2" fmla="*/ 217100 h 280079"/>
              <a:gd name="connsiteX3" fmla="*/ 432678 w 445098"/>
              <a:gd name="connsiteY3" fmla="*/ 214246 h 280079"/>
              <a:gd name="connsiteX4" fmla="*/ 437625 w 445098"/>
              <a:gd name="connsiteY4" fmla="*/ 203591 h 280079"/>
              <a:gd name="connsiteX5" fmla="*/ 431726 w 445098"/>
              <a:gd name="connsiteY5" fmla="*/ 187988 h 280079"/>
              <a:gd name="connsiteX6" fmla="*/ 422784 w 445098"/>
              <a:gd name="connsiteY6" fmla="*/ 179807 h 280079"/>
              <a:gd name="connsiteX7" fmla="*/ 432107 w 445098"/>
              <a:gd name="connsiteY7" fmla="*/ 175050 h 280079"/>
              <a:gd name="connsiteX8" fmla="*/ 437625 w 445098"/>
              <a:gd name="connsiteY8" fmla="*/ 161541 h 280079"/>
              <a:gd name="connsiteX9" fmla="*/ 437625 w 445098"/>
              <a:gd name="connsiteY9" fmla="*/ 68688 h 280079"/>
              <a:gd name="connsiteX10" fmla="*/ 435532 w 445098"/>
              <a:gd name="connsiteY10" fmla="*/ 60126 h 280079"/>
              <a:gd name="connsiteX11" fmla="*/ 430014 w 445098"/>
              <a:gd name="connsiteY11" fmla="*/ 48710 h 280079"/>
              <a:gd name="connsiteX12" fmla="*/ 420310 w 445098"/>
              <a:gd name="connsiteY12" fmla="*/ 39577 h 280079"/>
              <a:gd name="connsiteX13" fmla="*/ 424686 w 445098"/>
              <a:gd name="connsiteY13" fmla="*/ 35391 h 280079"/>
              <a:gd name="connsiteX14" fmla="*/ 428302 w 445098"/>
              <a:gd name="connsiteY14" fmla="*/ 32536 h 280079"/>
              <a:gd name="connsiteX15" fmla="*/ 433058 w 445098"/>
              <a:gd name="connsiteY15" fmla="*/ 16363 h 280079"/>
              <a:gd name="connsiteX16" fmla="*/ 432488 w 445098"/>
              <a:gd name="connsiteY16" fmla="*/ 13509 h 280079"/>
              <a:gd name="connsiteX17" fmla="*/ 430965 w 445098"/>
              <a:gd name="connsiteY17" fmla="*/ 9894 h 280079"/>
              <a:gd name="connsiteX18" fmla="*/ 427921 w 445098"/>
              <a:gd name="connsiteY18" fmla="*/ 5708 h 280079"/>
              <a:gd name="connsiteX19" fmla="*/ 415744 w 445098"/>
              <a:gd name="connsiteY19" fmla="*/ 0 h 280079"/>
              <a:gd name="connsiteX20" fmla="*/ 19027 w 445098"/>
              <a:gd name="connsiteY20" fmla="*/ 0 h 280079"/>
              <a:gd name="connsiteX21" fmla="*/ 0 w 445098"/>
              <a:gd name="connsiteY21" fmla="*/ 18837 h 280079"/>
              <a:gd name="connsiteX22" fmla="*/ 0 w 445098"/>
              <a:gd name="connsiteY22" fmla="*/ 227945 h 280079"/>
              <a:gd name="connsiteX23" fmla="*/ 19027 w 445098"/>
              <a:gd name="connsiteY23" fmla="*/ 247163 h 280079"/>
              <a:gd name="connsiteX24" fmla="*/ 311284 w 445098"/>
              <a:gd name="connsiteY24" fmla="*/ 247163 h 280079"/>
              <a:gd name="connsiteX25" fmla="*/ 330692 w 445098"/>
              <a:gd name="connsiteY25" fmla="*/ 260292 h 280079"/>
              <a:gd name="connsiteX26" fmla="*/ 341157 w 445098"/>
              <a:gd name="connsiteY26" fmla="*/ 263526 h 280079"/>
              <a:gd name="connsiteX27" fmla="*/ 352954 w 445098"/>
              <a:gd name="connsiteY27" fmla="*/ 259150 h 280079"/>
              <a:gd name="connsiteX28" fmla="*/ 352954 w 445098"/>
              <a:gd name="connsiteY28" fmla="*/ 259150 h 280079"/>
              <a:gd name="connsiteX29" fmla="*/ 352954 w 445098"/>
              <a:gd name="connsiteY29" fmla="*/ 259150 h 280079"/>
              <a:gd name="connsiteX30" fmla="*/ 355808 w 445098"/>
              <a:gd name="connsiteY30" fmla="*/ 256867 h 280079"/>
              <a:gd name="connsiteX31" fmla="*/ 378450 w 445098"/>
              <a:gd name="connsiteY31" fmla="*/ 256867 h 280079"/>
              <a:gd name="connsiteX32" fmla="*/ 421452 w 445098"/>
              <a:gd name="connsiteY32" fmla="*/ 278367 h 280079"/>
              <a:gd name="connsiteX33" fmla="*/ 429443 w 445098"/>
              <a:gd name="connsiteY33" fmla="*/ 280080 h 280079"/>
              <a:gd name="connsiteX34" fmla="*/ 438196 w 445098"/>
              <a:gd name="connsiteY34" fmla="*/ 277036 h 280079"/>
              <a:gd name="connsiteX35" fmla="*/ 442382 w 445098"/>
              <a:gd name="connsiteY35" fmla="*/ 260482 h 280079"/>
              <a:gd name="connsiteX36" fmla="*/ 437815 w 445098"/>
              <a:gd name="connsiteY36" fmla="*/ 247734 h 280079"/>
              <a:gd name="connsiteX37" fmla="*/ 442762 w 445098"/>
              <a:gd name="connsiteY37" fmla="*/ 239742 h 280079"/>
              <a:gd name="connsiteX38" fmla="*/ 420881 w 445098"/>
              <a:gd name="connsiteY38" fmla="*/ 238791 h 280079"/>
              <a:gd name="connsiteX39" fmla="*/ 419739 w 445098"/>
              <a:gd name="connsiteY39" fmla="*/ 253061 h 280079"/>
              <a:gd name="connsiteX40" fmla="*/ 420691 w 445098"/>
              <a:gd name="connsiteY40" fmla="*/ 256486 h 280079"/>
              <a:gd name="connsiteX41" fmla="*/ 386822 w 445098"/>
              <a:gd name="connsiteY41" fmla="*/ 239552 h 280079"/>
              <a:gd name="connsiteX42" fmla="*/ 378260 w 445098"/>
              <a:gd name="connsiteY42" fmla="*/ 237649 h 280079"/>
              <a:gd name="connsiteX43" fmla="*/ 364370 w 445098"/>
              <a:gd name="connsiteY43" fmla="*/ 237649 h 280079"/>
              <a:gd name="connsiteX44" fmla="*/ 355237 w 445098"/>
              <a:gd name="connsiteY44" fmla="*/ 237649 h 280079"/>
              <a:gd name="connsiteX45" fmla="*/ 345343 w 445098"/>
              <a:gd name="connsiteY45" fmla="*/ 240884 h 280079"/>
              <a:gd name="connsiteX46" fmla="*/ 340967 w 445098"/>
              <a:gd name="connsiteY46" fmla="*/ 244119 h 280079"/>
              <a:gd name="connsiteX47" fmla="*/ 329931 w 445098"/>
              <a:gd name="connsiteY47" fmla="*/ 236698 h 280079"/>
              <a:gd name="connsiteX48" fmla="*/ 321559 w 445098"/>
              <a:gd name="connsiteY48" fmla="*/ 230990 h 280079"/>
              <a:gd name="connsiteX49" fmla="*/ 310904 w 445098"/>
              <a:gd name="connsiteY49" fmla="*/ 228136 h 280079"/>
              <a:gd name="connsiteX50" fmla="*/ 19027 w 445098"/>
              <a:gd name="connsiteY50" fmla="*/ 228136 h 280079"/>
              <a:gd name="connsiteX51" fmla="*/ 19027 w 445098"/>
              <a:gd name="connsiteY51" fmla="*/ 18647 h 280079"/>
              <a:gd name="connsiteX52" fmla="*/ 414221 w 445098"/>
              <a:gd name="connsiteY52" fmla="*/ 18647 h 280079"/>
              <a:gd name="connsiteX53" fmla="*/ 410226 w 445098"/>
              <a:gd name="connsiteY53" fmla="*/ 22642 h 280079"/>
              <a:gd name="connsiteX54" fmla="*/ 400332 w 445098"/>
              <a:gd name="connsiteY54" fmla="*/ 45285 h 280079"/>
              <a:gd name="connsiteX55" fmla="*/ 412890 w 445098"/>
              <a:gd name="connsiteY55" fmla="*/ 56891 h 280079"/>
              <a:gd name="connsiteX56" fmla="*/ 418598 w 445098"/>
              <a:gd name="connsiteY56" fmla="*/ 68498 h 280079"/>
              <a:gd name="connsiteX57" fmla="*/ 418598 w 445098"/>
              <a:gd name="connsiteY57" fmla="*/ 161350 h 280079"/>
              <a:gd name="connsiteX58" fmla="*/ 416505 w 445098"/>
              <a:gd name="connsiteY58" fmla="*/ 161350 h 280079"/>
              <a:gd name="connsiteX59" fmla="*/ 400902 w 445098"/>
              <a:gd name="connsiteY59" fmla="*/ 170483 h 280079"/>
              <a:gd name="connsiteX60" fmla="*/ 404898 w 445098"/>
              <a:gd name="connsiteY60" fmla="*/ 188940 h 280079"/>
              <a:gd name="connsiteX61" fmla="*/ 418027 w 445098"/>
              <a:gd name="connsiteY61" fmla="*/ 201117 h 280079"/>
              <a:gd name="connsiteX62" fmla="*/ 416695 w 445098"/>
              <a:gd name="connsiteY62" fmla="*/ 202259 h 280079"/>
              <a:gd name="connsiteX63" fmla="*/ 411558 w 445098"/>
              <a:gd name="connsiteY63" fmla="*/ 215388 h 280079"/>
              <a:gd name="connsiteX64" fmla="*/ 418598 w 445098"/>
              <a:gd name="connsiteY64" fmla="*/ 227565 h 280079"/>
              <a:gd name="connsiteX65" fmla="*/ 425067 w 445098"/>
              <a:gd name="connsiteY65" fmla="*/ 231941 h 280079"/>
              <a:gd name="connsiteX66" fmla="*/ 420881 w 445098"/>
              <a:gd name="connsiteY66" fmla="*/ 238601 h 280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45098" h="280079">
                <a:moveTo>
                  <a:pt x="442952" y="239552"/>
                </a:moveTo>
                <a:cubicBezTo>
                  <a:pt x="445236" y="235366"/>
                  <a:pt x="445616" y="231561"/>
                  <a:pt x="444475" y="227184"/>
                </a:cubicBezTo>
                <a:cubicBezTo>
                  <a:pt x="443333" y="222808"/>
                  <a:pt x="440098" y="219193"/>
                  <a:pt x="436673" y="217100"/>
                </a:cubicBezTo>
                <a:lnTo>
                  <a:pt x="432678" y="214246"/>
                </a:lnTo>
                <a:cubicBezTo>
                  <a:pt x="433439" y="212914"/>
                  <a:pt x="437244" y="207206"/>
                  <a:pt x="437625" y="203591"/>
                </a:cubicBezTo>
                <a:cubicBezTo>
                  <a:pt x="438386" y="196931"/>
                  <a:pt x="436103" y="192174"/>
                  <a:pt x="431726" y="187988"/>
                </a:cubicBezTo>
                <a:lnTo>
                  <a:pt x="422784" y="179807"/>
                </a:lnTo>
                <a:cubicBezTo>
                  <a:pt x="426209" y="179046"/>
                  <a:pt x="429633" y="177714"/>
                  <a:pt x="432107" y="175050"/>
                </a:cubicBezTo>
                <a:cubicBezTo>
                  <a:pt x="435722" y="171435"/>
                  <a:pt x="437625" y="166678"/>
                  <a:pt x="437625" y="161541"/>
                </a:cubicBezTo>
                <a:lnTo>
                  <a:pt x="437625" y="68688"/>
                </a:lnTo>
                <a:cubicBezTo>
                  <a:pt x="437625" y="65834"/>
                  <a:pt x="437244" y="63170"/>
                  <a:pt x="435532" y="60126"/>
                </a:cubicBezTo>
                <a:lnTo>
                  <a:pt x="430014" y="48710"/>
                </a:lnTo>
                <a:cubicBezTo>
                  <a:pt x="427921" y="44524"/>
                  <a:pt x="424496" y="41289"/>
                  <a:pt x="420310" y="39577"/>
                </a:cubicBezTo>
                <a:cubicBezTo>
                  <a:pt x="421261" y="38625"/>
                  <a:pt x="424686" y="35391"/>
                  <a:pt x="424686" y="35391"/>
                </a:cubicBezTo>
                <a:lnTo>
                  <a:pt x="428302" y="32536"/>
                </a:lnTo>
                <a:cubicBezTo>
                  <a:pt x="432678" y="28160"/>
                  <a:pt x="434010" y="22072"/>
                  <a:pt x="433058" y="16363"/>
                </a:cubicBezTo>
                <a:lnTo>
                  <a:pt x="432488" y="13509"/>
                </a:lnTo>
                <a:cubicBezTo>
                  <a:pt x="432488" y="13509"/>
                  <a:pt x="430965" y="9894"/>
                  <a:pt x="430965" y="9894"/>
                </a:cubicBezTo>
                <a:cubicBezTo>
                  <a:pt x="430395" y="8562"/>
                  <a:pt x="427921" y="5708"/>
                  <a:pt x="427921" y="5708"/>
                </a:cubicBezTo>
                <a:cubicBezTo>
                  <a:pt x="427921" y="5708"/>
                  <a:pt x="423925" y="571"/>
                  <a:pt x="415744" y="0"/>
                </a:cubicBezTo>
                <a:lnTo>
                  <a:pt x="19027" y="0"/>
                </a:lnTo>
                <a:cubicBezTo>
                  <a:pt x="8562" y="0"/>
                  <a:pt x="0" y="8372"/>
                  <a:pt x="0" y="18837"/>
                </a:cubicBezTo>
                <a:lnTo>
                  <a:pt x="0" y="227945"/>
                </a:lnTo>
                <a:cubicBezTo>
                  <a:pt x="0" y="238410"/>
                  <a:pt x="8562" y="247163"/>
                  <a:pt x="19027" y="247163"/>
                </a:cubicBezTo>
                <a:lnTo>
                  <a:pt x="311284" y="247163"/>
                </a:lnTo>
                <a:cubicBezTo>
                  <a:pt x="311284" y="247163"/>
                  <a:pt x="330692" y="260292"/>
                  <a:pt x="330692" y="260292"/>
                </a:cubicBezTo>
                <a:cubicBezTo>
                  <a:pt x="333927" y="262385"/>
                  <a:pt x="337542" y="263526"/>
                  <a:pt x="341157" y="263526"/>
                </a:cubicBezTo>
                <a:cubicBezTo>
                  <a:pt x="345343" y="263526"/>
                  <a:pt x="349529" y="261814"/>
                  <a:pt x="352954" y="259150"/>
                </a:cubicBezTo>
                <a:lnTo>
                  <a:pt x="352954" y="259150"/>
                </a:lnTo>
                <a:cubicBezTo>
                  <a:pt x="352954" y="259150"/>
                  <a:pt x="352954" y="259150"/>
                  <a:pt x="352954" y="259150"/>
                </a:cubicBezTo>
                <a:cubicBezTo>
                  <a:pt x="353334" y="258769"/>
                  <a:pt x="355808" y="256867"/>
                  <a:pt x="355808" y="256867"/>
                </a:cubicBezTo>
                <a:lnTo>
                  <a:pt x="378450" y="256867"/>
                </a:lnTo>
                <a:cubicBezTo>
                  <a:pt x="378450" y="256867"/>
                  <a:pt x="421452" y="278367"/>
                  <a:pt x="421452" y="278367"/>
                </a:cubicBezTo>
                <a:cubicBezTo>
                  <a:pt x="424496" y="279509"/>
                  <a:pt x="427160" y="280080"/>
                  <a:pt x="429443" y="280080"/>
                </a:cubicBezTo>
                <a:cubicBezTo>
                  <a:pt x="433819" y="280080"/>
                  <a:pt x="436673" y="278367"/>
                  <a:pt x="438196" y="277036"/>
                </a:cubicBezTo>
                <a:cubicBezTo>
                  <a:pt x="440479" y="275133"/>
                  <a:pt x="444284" y="270566"/>
                  <a:pt x="442382" y="260482"/>
                </a:cubicBezTo>
                <a:lnTo>
                  <a:pt x="437815" y="247734"/>
                </a:lnTo>
                <a:lnTo>
                  <a:pt x="442762" y="239742"/>
                </a:lnTo>
                <a:close/>
                <a:moveTo>
                  <a:pt x="420881" y="238791"/>
                </a:moveTo>
                <a:cubicBezTo>
                  <a:pt x="418217" y="243167"/>
                  <a:pt x="418027" y="248305"/>
                  <a:pt x="419739" y="253061"/>
                </a:cubicBezTo>
                <a:cubicBezTo>
                  <a:pt x="419739" y="253252"/>
                  <a:pt x="420500" y="256486"/>
                  <a:pt x="420691" y="256486"/>
                </a:cubicBezTo>
                <a:lnTo>
                  <a:pt x="386822" y="239552"/>
                </a:lnTo>
                <a:cubicBezTo>
                  <a:pt x="384159" y="238220"/>
                  <a:pt x="381685" y="237649"/>
                  <a:pt x="378260" y="237649"/>
                </a:cubicBezTo>
                <a:lnTo>
                  <a:pt x="364370" y="237649"/>
                </a:lnTo>
                <a:cubicBezTo>
                  <a:pt x="364370" y="237649"/>
                  <a:pt x="355237" y="237649"/>
                  <a:pt x="355237" y="237649"/>
                </a:cubicBezTo>
                <a:cubicBezTo>
                  <a:pt x="351432" y="237649"/>
                  <a:pt x="348197" y="238981"/>
                  <a:pt x="345343" y="240884"/>
                </a:cubicBezTo>
                <a:lnTo>
                  <a:pt x="340967" y="244119"/>
                </a:lnTo>
                <a:lnTo>
                  <a:pt x="329931" y="236698"/>
                </a:lnTo>
                <a:lnTo>
                  <a:pt x="321559" y="230990"/>
                </a:lnTo>
                <a:cubicBezTo>
                  <a:pt x="318705" y="229087"/>
                  <a:pt x="315090" y="228136"/>
                  <a:pt x="310904" y="228136"/>
                </a:cubicBezTo>
                <a:lnTo>
                  <a:pt x="19027" y="228136"/>
                </a:lnTo>
                <a:lnTo>
                  <a:pt x="19027" y="18647"/>
                </a:lnTo>
                <a:lnTo>
                  <a:pt x="414221" y="18647"/>
                </a:lnTo>
                <a:cubicBezTo>
                  <a:pt x="414221" y="18647"/>
                  <a:pt x="410226" y="22642"/>
                  <a:pt x="410226" y="22642"/>
                </a:cubicBezTo>
                <a:cubicBezTo>
                  <a:pt x="404708" y="27780"/>
                  <a:pt x="397287" y="34439"/>
                  <a:pt x="400332" y="45285"/>
                </a:cubicBezTo>
                <a:cubicBezTo>
                  <a:pt x="402234" y="51754"/>
                  <a:pt x="407181" y="55750"/>
                  <a:pt x="412890" y="56891"/>
                </a:cubicBezTo>
                <a:lnTo>
                  <a:pt x="418598" y="68498"/>
                </a:lnTo>
                <a:lnTo>
                  <a:pt x="418598" y="161350"/>
                </a:lnTo>
                <a:cubicBezTo>
                  <a:pt x="418598" y="161350"/>
                  <a:pt x="416505" y="161350"/>
                  <a:pt x="416505" y="161350"/>
                </a:cubicBezTo>
                <a:cubicBezTo>
                  <a:pt x="409465" y="161350"/>
                  <a:pt x="403566" y="164966"/>
                  <a:pt x="400902" y="170483"/>
                </a:cubicBezTo>
                <a:cubicBezTo>
                  <a:pt x="398239" y="176192"/>
                  <a:pt x="399571" y="183041"/>
                  <a:pt x="404898" y="188940"/>
                </a:cubicBezTo>
                <a:lnTo>
                  <a:pt x="418027" y="201117"/>
                </a:lnTo>
                <a:lnTo>
                  <a:pt x="416695" y="202259"/>
                </a:lnTo>
                <a:cubicBezTo>
                  <a:pt x="413080" y="205874"/>
                  <a:pt x="411177" y="210631"/>
                  <a:pt x="411558" y="215388"/>
                </a:cubicBezTo>
                <a:cubicBezTo>
                  <a:pt x="411938" y="220335"/>
                  <a:pt x="414983" y="224521"/>
                  <a:pt x="418598" y="227565"/>
                </a:cubicBezTo>
                <a:cubicBezTo>
                  <a:pt x="420500" y="229277"/>
                  <a:pt x="422974" y="230609"/>
                  <a:pt x="425067" y="231941"/>
                </a:cubicBezTo>
                <a:cubicBezTo>
                  <a:pt x="425067" y="231941"/>
                  <a:pt x="420881" y="238601"/>
                  <a:pt x="420881" y="238601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6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CFC1-641D-6132-3691-07629FF8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805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Outline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</a:br>
            <a:r>
              <a:rPr lang="en-US" dirty="0">
                <a:latin typeface="+mn-lt"/>
              </a:rPr>
              <a:t>Maps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 (2 of 2)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EDFED6-4E41-AF0D-2195-3C7AF6F9B3AB}"/>
              </a:ext>
            </a:extLst>
          </p:cNvPr>
          <p:cNvGraphicFramePr>
            <a:graphicFrameLocks noGrp="1"/>
          </p:cNvGraphicFramePr>
          <p:nvPr/>
        </p:nvGraphicFramePr>
        <p:xfrm>
          <a:off x="557783" y="1173119"/>
          <a:ext cx="11061126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014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Tennessee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Texas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Utah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Vermont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Virginia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Washington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West Virginia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Wisconsin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Wyoming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97" name="Graphic 48" descr="Tennessee icon.">
            <a:extLst>
              <a:ext uri="{FF2B5EF4-FFF2-40B4-BE49-F238E27FC236}">
                <a16:creationId xmlns:a16="http://schemas.microsoft.com/office/drawing/2014/main" id="{0C66599D-CF73-BD69-37ED-3392D32292B8}"/>
              </a:ext>
            </a:extLst>
          </p:cNvPr>
          <p:cNvSpPr/>
          <p:nvPr/>
        </p:nvSpPr>
        <p:spPr>
          <a:xfrm>
            <a:off x="978154" y="1607155"/>
            <a:ext cx="456417" cy="161936"/>
          </a:xfrm>
          <a:custGeom>
            <a:avLst/>
            <a:gdLst>
              <a:gd name="connsiteX0" fmla="*/ 456290 w 456417"/>
              <a:gd name="connsiteY0" fmla="*/ 26463 h 161936"/>
              <a:gd name="connsiteX1" fmla="*/ 449821 w 456417"/>
              <a:gd name="connsiteY1" fmla="*/ 18282 h 161936"/>
              <a:gd name="connsiteX2" fmla="*/ 436311 w 456417"/>
              <a:gd name="connsiteY2" fmla="*/ 11432 h 161936"/>
              <a:gd name="connsiteX3" fmla="*/ 427939 w 456417"/>
              <a:gd name="connsiteY3" fmla="*/ 9529 h 161936"/>
              <a:gd name="connsiteX4" fmla="*/ 147669 w 456417"/>
              <a:gd name="connsiteY4" fmla="*/ 9529 h 161936"/>
              <a:gd name="connsiteX5" fmla="*/ 143293 w 456417"/>
              <a:gd name="connsiteY5" fmla="*/ 5343 h 161936"/>
              <a:gd name="connsiteX6" fmla="*/ 135682 w 456417"/>
              <a:gd name="connsiteY6" fmla="*/ 777 h 161936"/>
              <a:gd name="connsiteX7" fmla="*/ 123695 w 456417"/>
              <a:gd name="connsiteY7" fmla="*/ 16 h 161936"/>
              <a:gd name="connsiteX8" fmla="*/ 114752 w 456417"/>
              <a:gd name="connsiteY8" fmla="*/ 2299 h 161936"/>
              <a:gd name="connsiteX9" fmla="*/ 104858 w 456417"/>
              <a:gd name="connsiteY9" fmla="*/ 15618 h 161936"/>
              <a:gd name="connsiteX10" fmla="*/ 104668 w 456417"/>
              <a:gd name="connsiteY10" fmla="*/ 19043 h 161936"/>
              <a:gd name="connsiteX11" fmla="*/ 60525 w 456417"/>
              <a:gd name="connsiteY11" fmla="*/ 19043 h 161936"/>
              <a:gd name="connsiteX12" fmla="*/ 38073 w 456417"/>
              <a:gd name="connsiteY12" fmla="*/ 2299 h 161936"/>
              <a:gd name="connsiteX13" fmla="*/ 35789 w 456417"/>
              <a:gd name="connsiteY13" fmla="*/ 967 h 161936"/>
              <a:gd name="connsiteX14" fmla="*/ 22090 w 456417"/>
              <a:gd name="connsiteY14" fmla="*/ 4582 h 161936"/>
              <a:gd name="connsiteX15" fmla="*/ 20187 w 456417"/>
              <a:gd name="connsiteY15" fmla="*/ 24180 h 161936"/>
              <a:gd name="connsiteX16" fmla="*/ 20568 w 456417"/>
              <a:gd name="connsiteY16" fmla="*/ 24941 h 161936"/>
              <a:gd name="connsiteX17" fmla="*/ 26466 w 456417"/>
              <a:gd name="connsiteY17" fmla="*/ 36357 h 161936"/>
              <a:gd name="connsiteX18" fmla="*/ 24754 w 456417"/>
              <a:gd name="connsiteY18" fmla="*/ 38070 h 161936"/>
              <a:gd name="connsiteX19" fmla="*/ 19426 w 456417"/>
              <a:gd name="connsiteY19" fmla="*/ 51008 h 161936"/>
              <a:gd name="connsiteX20" fmla="*/ 19426 w 456417"/>
              <a:gd name="connsiteY20" fmla="*/ 51389 h 161936"/>
              <a:gd name="connsiteX21" fmla="*/ 15621 w 456417"/>
              <a:gd name="connsiteY21" fmla="*/ 55765 h 161936"/>
              <a:gd name="connsiteX22" fmla="*/ 15240 w 456417"/>
              <a:gd name="connsiteY22" fmla="*/ 75363 h 161936"/>
              <a:gd name="connsiteX23" fmla="*/ 19236 w 456417"/>
              <a:gd name="connsiteY23" fmla="*/ 80691 h 161936"/>
              <a:gd name="connsiteX24" fmla="*/ 19236 w 456417"/>
              <a:gd name="connsiteY24" fmla="*/ 90775 h 161936"/>
              <a:gd name="connsiteX25" fmla="*/ 15430 w 456417"/>
              <a:gd name="connsiteY25" fmla="*/ 95342 h 161936"/>
              <a:gd name="connsiteX26" fmla="*/ 9532 w 456417"/>
              <a:gd name="connsiteY26" fmla="*/ 109041 h 161936"/>
              <a:gd name="connsiteX27" fmla="*/ 9532 w 456417"/>
              <a:gd name="connsiteY27" fmla="*/ 110183 h 161936"/>
              <a:gd name="connsiteX28" fmla="*/ 3633 w 456417"/>
              <a:gd name="connsiteY28" fmla="*/ 123882 h 161936"/>
              <a:gd name="connsiteX29" fmla="*/ 4965 w 456417"/>
              <a:gd name="connsiteY29" fmla="*/ 130732 h 161936"/>
              <a:gd name="connsiteX30" fmla="*/ 4014 w 456417"/>
              <a:gd name="connsiteY30" fmla="*/ 131874 h 161936"/>
              <a:gd name="connsiteX31" fmla="*/ 1921 w 456417"/>
              <a:gd name="connsiteY31" fmla="*/ 151662 h 161936"/>
              <a:gd name="connsiteX32" fmla="*/ 18665 w 456417"/>
              <a:gd name="connsiteY32" fmla="*/ 161937 h 161936"/>
              <a:gd name="connsiteX33" fmla="*/ 47586 w 456417"/>
              <a:gd name="connsiteY33" fmla="*/ 161937 h 161936"/>
              <a:gd name="connsiteX34" fmla="*/ 288660 w 456417"/>
              <a:gd name="connsiteY34" fmla="*/ 161937 h 161936"/>
              <a:gd name="connsiteX35" fmla="*/ 307117 w 456417"/>
              <a:gd name="connsiteY35" fmla="*/ 146144 h 161936"/>
              <a:gd name="connsiteX36" fmla="*/ 308068 w 456417"/>
              <a:gd name="connsiteY36" fmla="*/ 140055 h 161936"/>
              <a:gd name="connsiteX37" fmla="*/ 309590 w 456417"/>
              <a:gd name="connsiteY37" fmla="*/ 141387 h 161936"/>
              <a:gd name="connsiteX38" fmla="*/ 321007 w 456417"/>
              <a:gd name="connsiteY38" fmla="*/ 146144 h 161936"/>
              <a:gd name="connsiteX39" fmla="*/ 326334 w 456417"/>
              <a:gd name="connsiteY39" fmla="*/ 145003 h 161936"/>
              <a:gd name="connsiteX40" fmla="*/ 334326 w 456417"/>
              <a:gd name="connsiteY40" fmla="*/ 128639 h 161936"/>
              <a:gd name="connsiteX41" fmla="*/ 334326 w 456417"/>
              <a:gd name="connsiteY41" fmla="*/ 120458 h 161936"/>
              <a:gd name="connsiteX42" fmla="*/ 346313 w 456417"/>
              <a:gd name="connsiteY42" fmla="*/ 114559 h 161936"/>
              <a:gd name="connsiteX43" fmla="*/ 349547 w 456417"/>
              <a:gd name="connsiteY43" fmla="*/ 114559 h 161936"/>
              <a:gd name="connsiteX44" fmla="*/ 362866 w 456417"/>
              <a:gd name="connsiteY44" fmla="*/ 109231 h 161936"/>
              <a:gd name="connsiteX45" fmla="*/ 377137 w 456417"/>
              <a:gd name="connsiteY45" fmla="*/ 94961 h 161936"/>
              <a:gd name="connsiteX46" fmla="*/ 377708 w 456417"/>
              <a:gd name="connsiteY46" fmla="*/ 94961 h 161936"/>
              <a:gd name="connsiteX47" fmla="*/ 386080 w 456417"/>
              <a:gd name="connsiteY47" fmla="*/ 90204 h 161936"/>
              <a:gd name="connsiteX48" fmla="*/ 391597 w 456417"/>
              <a:gd name="connsiteY48" fmla="*/ 76885 h 161936"/>
              <a:gd name="connsiteX49" fmla="*/ 391978 w 456417"/>
              <a:gd name="connsiteY49" fmla="*/ 72890 h 161936"/>
              <a:gd name="connsiteX50" fmla="*/ 397876 w 456417"/>
              <a:gd name="connsiteY50" fmla="*/ 82213 h 161936"/>
              <a:gd name="connsiteX51" fmla="*/ 402443 w 456417"/>
              <a:gd name="connsiteY51" fmla="*/ 83355 h 161936"/>
              <a:gd name="connsiteX52" fmla="*/ 412718 w 456417"/>
              <a:gd name="connsiteY52" fmla="*/ 78598 h 161936"/>
              <a:gd name="connsiteX53" fmla="*/ 424324 w 456417"/>
              <a:gd name="connsiteY53" fmla="*/ 67181 h 161936"/>
              <a:gd name="connsiteX54" fmla="*/ 426988 w 456417"/>
              <a:gd name="connsiteY54" fmla="*/ 66801 h 161936"/>
              <a:gd name="connsiteX55" fmla="*/ 441258 w 456417"/>
              <a:gd name="connsiteY55" fmla="*/ 56336 h 161936"/>
              <a:gd name="connsiteX56" fmla="*/ 446586 w 456417"/>
              <a:gd name="connsiteY56" fmla="*/ 45490 h 161936"/>
              <a:gd name="connsiteX57" fmla="*/ 454007 w 456417"/>
              <a:gd name="connsiteY57" fmla="*/ 37689 h 161936"/>
              <a:gd name="connsiteX58" fmla="*/ 456099 w 456417"/>
              <a:gd name="connsiteY58" fmla="*/ 27224 h 161936"/>
              <a:gd name="connsiteX59" fmla="*/ 430413 w 456417"/>
              <a:gd name="connsiteY59" fmla="*/ 34835 h 161936"/>
              <a:gd name="connsiteX60" fmla="*/ 424324 w 456417"/>
              <a:gd name="connsiteY60" fmla="*/ 47393 h 161936"/>
              <a:gd name="connsiteX61" fmla="*/ 411195 w 456417"/>
              <a:gd name="connsiteY61" fmla="*/ 52721 h 161936"/>
              <a:gd name="connsiteX62" fmla="*/ 404916 w 456417"/>
              <a:gd name="connsiteY62" fmla="*/ 58619 h 161936"/>
              <a:gd name="connsiteX63" fmla="*/ 401682 w 456417"/>
              <a:gd name="connsiteY63" fmla="*/ 55955 h 161936"/>
              <a:gd name="connsiteX64" fmla="*/ 382464 w 456417"/>
              <a:gd name="connsiteY64" fmla="*/ 55575 h 161936"/>
              <a:gd name="connsiteX65" fmla="*/ 379230 w 456417"/>
              <a:gd name="connsiteY65" fmla="*/ 57478 h 161936"/>
              <a:gd name="connsiteX66" fmla="*/ 376376 w 456417"/>
              <a:gd name="connsiteY66" fmla="*/ 60141 h 161936"/>
              <a:gd name="connsiteX67" fmla="*/ 373902 w 456417"/>
              <a:gd name="connsiteY67" fmla="*/ 63757 h 161936"/>
              <a:gd name="connsiteX68" fmla="*/ 372380 w 456417"/>
              <a:gd name="connsiteY68" fmla="*/ 70797 h 161936"/>
              <a:gd name="connsiteX69" fmla="*/ 372380 w 456417"/>
              <a:gd name="connsiteY69" fmla="*/ 76124 h 161936"/>
              <a:gd name="connsiteX70" fmla="*/ 362676 w 456417"/>
              <a:gd name="connsiteY70" fmla="*/ 81832 h 161936"/>
              <a:gd name="connsiteX71" fmla="*/ 348977 w 456417"/>
              <a:gd name="connsiteY71" fmla="*/ 94961 h 161936"/>
              <a:gd name="connsiteX72" fmla="*/ 346503 w 456417"/>
              <a:gd name="connsiteY72" fmla="*/ 94961 h 161936"/>
              <a:gd name="connsiteX73" fmla="*/ 346503 w 456417"/>
              <a:gd name="connsiteY73" fmla="*/ 94961 h 161936"/>
              <a:gd name="connsiteX74" fmla="*/ 344600 w 456417"/>
              <a:gd name="connsiteY74" fmla="*/ 94961 h 161936"/>
              <a:gd name="connsiteX75" fmla="*/ 338131 w 456417"/>
              <a:gd name="connsiteY75" fmla="*/ 96864 h 161936"/>
              <a:gd name="connsiteX76" fmla="*/ 327286 w 456417"/>
              <a:gd name="connsiteY76" fmla="*/ 102191 h 161936"/>
              <a:gd name="connsiteX77" fmla="*/ 327286 w 456417"/>
              <a:gd name="connsiteY77" fmla="*/ 102191 h 161936"/>
              <a:gd name="connsiteX78" fmla="*/ 326144 w 456417"/>
              <a:gd name="connsiteY78" fmla="*/ 102762 h 161936"/>
              <a:gd name="connsiteX79" fmla="*/ 315869 w 456417"/>
              <a:gd name="connsiteY79" fmla="*/ 117984 h 161936"/>
              <a:gd name="connsiteX80" fmla="*/ 304072 w 456417"/>
              <a:gd name="connsiteY80" fmla="*/ 115701 h 161936"/>
              <a:gd name="connsiteX81" fmla="*/ 290753 w 456417"/>
              <a:gd name="connsiteY81" fmla="*/ 129020 h 161936"/>
              <a:gd name="connsiteX82" fmla="*/ 289612 w 456417"/>
              <a:gd name="connsiteY82" fmla="*/ 135870 h 161936"/>
              <a:gd name="connsiteX83" fmla="*/ 289612 w 456417"/>
              <a:gd name="connsiteY83" fmla="*/ 135870 h 161936"/>
              <a:gd name="connsiteX84" fmla="*/ 288470 w 456417"/>
              <a:gd name="connsiteY84" fmla="*/ 142529 h 161936"/>
              <a:gd name="connsiteX85" fmla="*/ 24373 w 456417"/>
              <a:gd name="connsiteY85" fmla="*/ 142529 h 161936"/>
              <a:gd name="connsiteX86" fmla="*/ 27798 w 456417"/>
              <a:gd name="connsiteY86" fmla="*/ 136250 h 161936"/>
              <a:gd name="connsiteX87" fmla="*/ 23612 w 456417"/>
              <a:gd name="connsiteY87" fmla="*/ 123312 h 161936"/>
              <a:gd name="connsiteX88" fmla="*/ 25895 w 456417"/>
              <a:gd name="connsiteY88" fmla="*/ 120648 h 161936"/>
              <a:gd name="connsiteX89" fmla="*/ 28559 w 456417"/>
              <a:gd name="connsiteY89" fmla="*/ 111515 h 161936"/>
              <a:gd name="connsiteX90" fmla="*/ 28559 w 456417"/>
              <a:gd name="connsiteY90" fmla="*/ 108661 h 161936"/>
              <a:gd name="connsiteX91" fmla="*/ 35028 w 456417"/>
              <a:gd name="connsiteY91" fmla="*/ 101050 h 161936"/>
              <a:gd name="connsiteX92" fmla="*/ 38073 w 456417"/>
              <a:gd name="connsiteY92" fmla="*/ 92678 h 161936"/>
              <a:gd name="connsiteX93" fmla="*/ 38073 w 456417"/>
              <a:gd name="connsiteY93" fmla="*/ 79739 h 161936"/>
              <a:gd name="connsiteX94" fmla="*/ 33126 w 456417"/>
              <a:gd name="connsiteY94" fmla="*/ 67181 h 161936"/>
              <a:gd name="connsiteX95" fmla="*/ 31984 w 456417"/>
              <a:gd name="connsiteY95" fmla="*/ 65850 h 161936"/>
              <a:gd name="connsiteX96" fmla="*/ 32364 w 456417"/>
              <a:gd name="connsiteY96" fmla="*/ 65279 h 161936"/>
              <a:gd name="connsiteX97" fmla="*/ 38073 w 456417"/>
              <a:gd name="connsiteY97" fmla="*/ 52721 h 161936"/>
              <a:gd name="connsiteX98" fmla="*/ 38073 w 456417"/>
              <a:gd name="connsiteY98" fmla="*/ 51389 h 161936"/>
              <a:gd name="connsiteX99" fmla="*/ 42449 w 456417"/>
              <a:gd name="connsiteY99" fmla="*/ 47013 h 161936"/>
              <a:gd name="connsiteX100" fmla="*/ 44732 w 456417"/>
              <a:gd name="connsiteY100" fmla="*/ 30840 h 161936"/>
              <a:gd name="connsiteX101" fmla="*/ 49108 w 456417"/>
              <a:gd name="connsiteY101" fmla="*/ 34074 h 161936"/>
              <a:gd name="connsiteX102" fmla="*/ 60525 w 456417"/>
              <a:gd name="connsiteY102" fmla="*/ 37880 h 161936"/>
              <a:gd name="connsiteX103" fmla="*/ 106380 w 456417"/>
              <a:gd name="connsiteY103" fmla="*/ 37880 h 161936"/>
              <a:gd name="connsiteX104" fmla="*/ 111517 w 456417"/>
              <a:gd name="connsiteY104" fmla="*/ 37119 h 161936"/>
              <a:gd name="connsiteX105" fmla="*/ 118367 w 456417"/>
              <a:gd name="connsiteY105" fmla="*/ 32362 h 161936"/>
              <a:gd name="connsiteX106" fmla="*/ 123124 w 456417"/>
              <a:gd name="connsiteY106" fmla="*/ 23038 h 161936"/>
              <a:gd name="connsiteX107" fmla="*/ 123695 w 456417"/>
              <a:gd name="connsiteY107" fmla="*/ 18852 h 161936"/>
              <a:gd name="connsiteX108" fmla="*/ 129784 w 456417"/>
              <a:gd name="connsiteY108" fmla="*/ 18852 h 161936"/>
              <a:gd name="connsiteX109" fmla="*/ 133589 w 456417"/>
              <a:gd name="connsiteY109" fmla="*/ 22848 h 161936"/>
              <a:gd name="connsiteX110" fmla="*/ 147289 w 456417"/>
              <a:gd name="connsiteY110" fmla="*/ 28366 h 161936"/>
              <a:gd name="connsiteX111" fmla="*/ 428320 w 456417"/>
              <a:gd name="connsiteY111" fmla="*/ 28366 h 161936"/>
              <a:gd name="connsiteX112" fmla="*/ 433457 w 456417"/>
              <a:gd name="connsiteY112" fmla="*/ 30840 h 161936"/>
              <a:gd name="connsiteX113" fmla="*/ 430603 w 456417"/>
              <a:gd name="connsiteY113" fmla="*/ 34835 h 161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56417" h="161936">
                <a:moveTo>
                  <a:pt x="456290" y="26463"/>
                </a:moveTo>
                <a:cubicBezTo>
                  <a:pt x="455338" y="22848"/>
                  <a:pt x="453055" y="19804"/>
                  <a:pt x="449821" y="18282"/>
                </a:cubicBezTo>
                <a:lnTo>
                  <a:pt x="436311" y="11432"/>
                </a:lnTo>
                <a:cubicBezTo>
                  <a:pt x="433647" y="10100"/>
                  <a:pt x="430793" y="9529"/>
                  <a:pt x="427939" y="9529"/>
                </a:cubicBezTo>
                <a:lnTo>
                  <a:pt x="147669" y="9529"/>
                </a:lnTo>
                <a:cubicBezTo>
                  <a:pt x="147669" y="9529"/>
                  <a:pt x="143293" y="5343"/>
                  <a:pt x="143293" y="5343"/>
                </a:cubicBezTo>
                <a:cubicBezTo>
                  <a:pt x="141390" y="3060"/>
                  <a:pt x="138536" y="1538"/>
                  <a:pt x="135682" y="777"/>
                </a:cubicBezTo>
                <a:cubicBezTo>
                  <a:pt x="131877" y="-175"/>
                  <a:pt x="127500" y="16"/>
                  <a:pt x="123695" y="16"/>
                </a:cubicBezTo>
                <a:cubicBezTo>
                  <a:pt x="120460" y="16"/>
                  <a:pt x="117606" y="777"/>
                  <a:pt x="114752" y="2299"/>
                </a:cubicBezTo>
                <a:cubicBezTo>
                  <a:pt x="109805" y="4963"/>
                  <a:pt x="105619" y="9910"/>
                  <a:pt x="104858" y="15618"/>
                </a:cubicBezTo>
                <a:cubicBezTo>
                  <a:pt x="104858" y="16189"/>
                  <a:pt x="104668" y="19043"/>
                  <a:pt x="104668" y="19043"/>
                </a:cubicBezTo>
                <a:lnTo>
                  <a:pt x="60525" y="19043"/>
                </a:lnTo>
                <a:cubicBezTo>
                  <a:pt x="60525" y="19043"/>
                  <a:pt x="38073" y="2299"/>
                  <a:pt x="38073" y="2299"/>
                </a:cubicBezTo>
                <a:lnTo>
                  <a:pt x="35789" y="967"/>
                </a:lnTo>
                <a:cubicBezTo>
                  <a:pt x="30842" y="-936"/>
                  <a:pt x="25515" y="396"/>
                  <a:pt x="22090" y="4582"/>
                </a:cubicBezTo>
                <a:cubicBezTo>
                  <a:pt x="17714" y="9529"/>
                  <a:pt x="16952" y="18282"/>
                  <a:pt x="20187" y="24180"/>
                </a:cubicBezTo>
                <a:lnTo>
                  <a:pt x="20568" y="24941"/>
                </a:lnTo>
                <a:lnTo>
                  <a:pt x="26466" y="36357"/>
                </a:lnTo>
                <a:lnTo>
                  <a:pt x="24754" y="38070"/>
                </a:lnTo>
                <a:cubicBezTo>
                  <a:pt x="21519" y="41304"/>
                  <a:pt x="19807" y="45681"/>
                  <a:pt x="19426" y="51008"/>
                </a:cubicBezTo>
                <a:lnTo>
                  <a:pt x="19426" y="51389"/>
                </a:lnTo>
                <a:cubicBezTo>
                  <a:pt x="19426" y="51389"/>
                  <a:pt x="15621" y="55765"/>
                  <a:pt x="15621" y="55765"/>
                </a:cubicBezTo>
                <a:cubicBezTo>
                  <a:pt x="11435" y="62044"/>
                  <a:pt x="11625" y="69274"/>
                  <a:pt x="15240" y="75363"/>
                </a:cubicBezTo>
                <a:lnTo>
                  <a:pt x="19236" y="80691"/>
                </a:lnTo>
                <a:lnTo>
                  <a:pt x="19236" y="90775"/>
                </a:lnTo>
                <a:cubicBezTo>
                  <a:pt x="19236" y="90775"/>
                  <a:pt x="15430" y="95342"/>
                  <a:pt x="15430" y="95342"/>
                </a:cubicBezTo>
                <a:cubicBezTo>
                  <a:pt x="11815" y="98957"/>
                  <a:pt x="9532" y="103904"/>
                  <a:pt x="9532" y="109041"/>
                </a:cubicBezTo>
                <a:lnTo>
                  <a:pt x="9532" y="110183"/>
                </a:lnTo>
                <a:cubicBezTo>
                  <a:pt x="5917" y="113798"/>
                  <a:pt x="3633" y="118745"/>
                  <a:pt x="3633" y="123882"/>
                </a:cubicBezTo>
                <a:cubicBezTo>
                  <a:pt x="3633" y="126356"/>
                  <a:pt x="4204" y="128639"/>
                  <a:pt x="4965" y="130732"/>
                </a:cubicBezTo>
                <a:lnTo>
                  <a:pt x="4014" y="131874"/>
                </a:lnTo>
                <a:cubicBezTo>
                  <a:pt x="-362" y="137772"/>
                  <a:pt x="-1314" y="145193"/>
                  <a:pt x="1921" y="151662"/>
                </a:cubicBezTo>
                <a:cubicBezTo>
                  <a:pt x="5156" y="157941"/>
                  <a:pt x="11435" y="161937"/>
                  <a:pt x="18665" y="161937"/>
                </a:cubicBezTo>
                <a:lnTo>
                  <a:pt x="47586" y="161937"/>
                </a:lnTo>
                <a:cubicBezTo>
                  <a:pt x="47586" y="161937"/>
                  <a:pt x="288660" y="161937"/>
                  <a:pt x="288660" y="161937"/>
                </a:cubicBezTo>
                <a:cubicBezTo>
                  <a:pt x="297603" y="161937"/>
                  <a:pt x="305404" y="155087"/>
                  <a:pt x="307117" y="146144"/>
                </a:cubicBezTo>
                <a:lnTo>
                  <a:pt x="308068" y="140055"/>
                </a:lnTo>
                <a:lnTo>
                  <a:pt x="309590" y="141387"/>
                </a:lnTo>
                <a:cubicBezTo>
                  <a:pt x="313967" y="145003"/>
                  <a:pt x="317772" y="146144"/>
                  <a:pt x="321007" y="146144"/>
                </a:cubicBezTo>
                <a:cubicBezTo>
                  <a:pt x="323100" y="146144"/>
                  <a:pt x="324812" y="145573"/>
                  <a:pt x="326334" y="145003"/>
                </a:cubicBezTo>
                <a:cubicBezTo>
                  <a:pt x="331662" y="142529"/>
                  <a:pt x="334326" y="137011"/>
                  <a:pt x="334326" y="128639"/>
                </a:cubicBezTo>
                <a:lnTo>
                  <a:pt x="334326" y="120458"/>
                </a:lnTo>
                <a:cubicBezTo>
                  <a:pt x="334326" y="120458"/>
                  <a:pt x="346313" y="114559"/>
                  <a:pt x="346313" y="114559"/>
                </a:cubicBezTo>
                <a:cubicBezTo>
                  <a:pt x="347074" y="114559"/>
                  <a:pt x="349547" y="114559"/>
                  <a:pt x="349547" y="114559"/>
                </a:cubicBezTo>
                <a:cubicBezTo>
                  <a:pt x="354494" y="114559"/>
                  <a:pt x="359251" y="112656"/>
                  <a:pt x="362866" y="109231"/>
                </a:cubicBezTo>
                <a:lnTo>
                  <a:pt x="377137" y="94961"/>
                </a:lnTo>
                <a:cubicBezTo>
                  <a:pt x="377137" y="94961"/>
                  <a:pt x="377137" y="94961"/>
                  <a:pt x="377708" y="94961"/>
                </a:cubicBezTo>
                <a:cubicBezTo>
                  <a:pt x="381132" y="94200"/>
                  <a:pt x="383606" y="92678"/>
                  <a:pt x="386080" y="90204"/>
                </a:cubicBezTo>
                <a:cubicBezTo>
                  <a:pt x="389695" y="86589"/>
                  <a:pt x="390646" y="84877"/>
                  <a:pt x="391597" y="76885"/>
                </a:cubicBezTo>
                <a:lnTo>
                  <a:pt x="391978" y="72890"/>
                </a:lnTo>
                <a:cubicBezTo>
                  <a:pt x="392549" y="76885"/>
                  <a:pt x="393500" y="80120"/>
                  <a:pt x="397876" y="82213"/>
                </a:cubicBezTo>
                <a:cubicBezTo>
                  <a:pt x="399399" y="82974"/>
                  <a:pt x="400921" y="83355"/>
                  <a:pt x="402443" y="83355"/>
                </a:cubicBezTo>
                <a:cubicBezTo>
                  <a:pt x="407009" y="83355"/>
                  <a:pt x="410815" y="80120"/>
                  <a:pt x="412718" y="78598"/>
                </a:cubicBezTo>
                <a:lnTo>
                  <a:pt x="424324" y="67181"/>
                </a:lnTo>
                <a:lnTo>
                  <a:pt x="426988" y="66801"/>
                </a:lnTo>
                <a:cubicBezTo>
                  <a:pt x="432886" y="65850"/>
                  <a:pt x="438214" y="62234"/>
                  <a:pt x="441258" y="56336"/>
                </a:cubicBezTo>
                <a:lnTo>
                  <a:pt x="446586" y="45490"/>
                </a:lnTo>
                <a:lnTo>
                  <a:pt x="454007" y="37689"/>
                </a:lnTo>
                <a:cubicBezTo>
                  <a:pt x="456290" y="34645"/>
                  <a:pt x="456861" y="30840"/>
                  <a:pt x="456099" y="27224"/>
                </a:cubicBezTo>
                <a:close/>
                <a:moveTo>
                  <a:pt x="430413" y="34835"/>
                </a:moveTo>
                <a:cubicBezTo>
                  <a:pt x="430413" y="34835"/>
                  <a:pt x="424514" y="47393"/>
                  <a:pt x="424324" y="47393"/>
                </a:cubicBezTo>
                <a:cubicBezTo>
                  <a:pt x="419377" y="47393"/>
                  <a:pt x="414620" y="49486"/>
                  <a:pt x="411195" y="52721"/>
                </a:cubicBezTo>
                <a:lnTo>
                  <a:pt x="404916" y="58619"/>
                </a:lnTo>
                <a:cubicBezTo>
                  <a:pt x="403965" y="57668"/>
                  <a:pt x="402823" y="56716"/>
                  <a:pt x="401682" y="55955"/>
                </a:cubicBezTo>
                <a:cubicBezTo>
                  <a:pt x="395974" y="52340"/>
                  <a:pt x="389124" y="52150"/>
                  <a:pt x="382464" y="55575"/>
                </a:cubicBezTo>
                <a:cubicBezTo>
                  <a:pt x="381894" y="55955"/>
                  <a:pt x="379610" y="57287"/>
                  <a:pt x="379230" y="57478"/>
                </a:cubicBezTo>
                <a:cubicBezTo>
                  <a:pt x="378278" y="58239"/>
                  <a:pt x="377327" y="59190"/>
                  <a:pt x="376376" y="60141"/>
                </a:cubicBezTo>
                <a:cubicBezTo>
                  <a:pt x="375424" y="61283"/>
                  <a:pt x="374473" y="62425"/>
                  <a:pt x="373902" y="63757"/>
                </a:cubicBezTo>
                <a:cubicBezTo>
                  <a:pt x="372951" y="65850"/>
                  <a:pt x="372380" y="68323"/>
                  <a:pt x="372380" y="70797"/>
                </a:cubicBezTo>
                <a:cubicBezTo>
                  <a:pt x="372380" y="70987"/>
                  <a:pt x="372380" y="76124"/>
                  <a:pt x="372380" y="76124"/>
                </a:cubicBezTo>
                <a:cubicBezTo>
                  <a:pt x="367813" y="77076"/>
                  <a:pt x="364579" y="79739"/>
                  <a:pt x="362676" y="81832"/>
                </a:cubicBezTo>
                <a:lnTo>
                  <a:pt x="348977" y="94961"/>
                </a:lnTo>
                <a:lnTo>
                  <a:pt x="346503" y="94961"/>
                </a:lnTo>
                <a:cubicBezTo>
                  <a:pt x="346503" y="94961"/>
                  <a:pt x="346503" y="94961"/>
                  <a:pt x="346503" y="94961"/>
                </a:cubicBezTo>
                <a:lnTo>
                  <a:pt x="344600" y="94961"/>
                </a:lnTo>
                <a:cubicBezTo>
                  <a:pt x="342317" y="95342"/>
                  <a:pt x="340034" y="95912"/>
                  <a:pt x="338131" y="96864"/>
                </a:cubicBezTo>
                <a:lnTo>
                  <a:pt x="327286" y="102191"/>
                </a:lnTo>
                <a:lnTo>
                  <a:pt x="327286" y="102191"/>
                </a:lnTo>
                <a:cubicBezTo>
                  <a:pt x="327286" y="102191"/>
                  <a:pt x="326144" y="102762"/>
                  <a:pt x="326144" y="102762"/>
                </a:cubicBezTo>
                <a:cubicBezTo>
                  <a:pt x="320055" y="105616"/>
                  <a:pt x="316440" y="111515"/>
                  <a:pt x="315869" y="117984"/>
                </a:cubicBezTo>
                <a:cubicBezTo>
                  <a:pt x="312444" y="115891"/>
                  <a:pt x="308258" y="114940"/>
                  <a:pt x="304072" y="115701"/>
                </a:cubicBezTo>
                <a:cubicBezTo>
                  <a:pt x="297223" y="117033"/>
                  <a:pt x="291705" y="122550"/>
                  <a:pt x="290753" y="129020"/>
                </a:cubicBezTo>
                <a:lnTo>
                  <a:pt x="289612" y="135870"/>
                </a:lnTo>
                <a:lnTo>
                  <a:pt x="289612" y="135870"/>
                </a:lnTo>
                <a:lnTo>
                  <a:pt x="288470" y="142529"/>
                </a:lnTo>
                <a:lnTo>
                  <a:pt x="24373" y="142529"/>
                </a:lnTo>
                <a:cubicBezTo>
                  <a:pt x="25895" y="141007"/>
                  <a:pt x="27227" y="138914"/>
                  <a:pt x="27798" y="136250"/>
                </a:cubicBezTo>
                <a:cubicBezTo>
                  <a:pt x="28749" y="131113"/>
                  <a:pt x="26656" y="127307"/>
                  <a:pt x="23612" y="123312"/>
                </a:cubicBezTo>
                <a:lnTo>
                  <a:pt x="25895" y="120648"/>
                </a:lnTo>
                <a:cubicBezTo>
                  <a:pt x="27798" y="118555"/>
                  <a:pt x="28559" y="115320"/>
                  <a:pt x="28559" y="111515"/>
                </a:cubicBezTo>
                <a:lnTo>
                  <a:pt x="28559" y="108661"/>
                </a:lnTo>
                <a:cubicBezTo>
                  <a:pt x="28559" y="108661"/>
                  <a:pt x="35028" y="101050"/>
                  <a:pt x="35028" y="101050"/>
                </a:cubicBezTo>
                <a:cubicBezTo>
                  <a:pt x="35980" y="99908"/>
                  <a:pt x="38073" y="97054"/>
                  <a:pt x="38073" y="92678"/>
                </a:cubicBezTo>
                <a:lnTo>
                  <a:pt x="38073" y="79739"/>
                </a:lnTo>
                <a:cubicBezTo>
                  <a:pt x="38073" y="74792"/>
                  <a:pt x="35980" y="70226"/>
                  <a:pt x="33126" y="67181"/>
                </a:cubicBezTo>
                <a:lnTo>
                  <a:pt x="31984" y="65850"/>
                </a:lnTo>
                <a:lnTo>
                  <a:pt x="32364" y="65279"/>
                </a:lnTo>
                <a:cubicBezTo>
                  <a:pt x="34648" y="62995"/>
                  <a:pt x="38073" y="59380"/>
                  <a:pt x="38073" y="52721"/>
                </a:cubicBezTo>
                <a:lnTo>
                  <a:pt x="38073" y="51389"/>
                </a:lnTo>
                <a:cubicBezTo>
                  <a:pt x="38073" y="51389"/>
                  <a:pt x="42449" y="47013"/>
                  <a:pt x="42449" y="47013"/>
                </a:cubicBezTo>
                <a:cubicBezTo>
                  <a:pt x="43971" y="44920"/>
                  <a:pt x="47776" y="38641"/>
                  <a:pt x="44732" y="30840"/>
                </a:cubicBezTo>
                <a:lnTo>
                  <a:pt x="49108" y="34074"/>
                </a:lnTo>
                <a:cubicBezTo>
                  <a:pt x="52343" y="36357"/>
                  <a:pt x="56529" y="37880"/>
                  <a:pt x="60525" y="37880"/>
                </a:cubicBezTo>
                <a:cubicBezTo>
                  <a:pt x="60525" y="37880"/>
                  <a:pt x="105809" y="37880"/>
                  <a:pt x="106380" y="37880"/>
                </a:cubicBezTo>
                <a:cubicBezTo>
                  <a:pt x="108283" y="37880"/>
                  <a:pt x="109995" y="37499"/>
                  <a:pt x="111517" y="37119"/>
                </a:cubicBezTo>
                <a:cubicBezTo>
                  <a:pt x="115703" y="35787"/>
                  <a:pt x="116274" y="34645"/>
                  <a:pt x="118367" y="32362"/>
                </a:cubicBezTo>
                <a:cubicBezTo>
                  <a:pt x="121602" y="28937"/>
                  <a:pt x="122363" y="25702"/>
                  <a:pt x="123124" y="23038"/>
                </a:cubicBezTo>
                <a:cubicBezTo>
                  <a:pt x="123505" y="20755"/>
                  <a:pt x="123505" y="20184"/>
                  <a:pt x="123695" y="18852"/>
                </a:cubicBezTo>
                <a:lnTo>
                  <a:pt x="129784" y="18852"/>
                </a:lnTo>
                <a:cubicBezTo>
                  <a:pt x="129784" y="18852"/>
                  <a:pt x="133589" y="22848"/>
                  <a:pt x="133589" y="22848"/>
                </a:cubicBezTo>
                <a:cubicBezTo>
                  <a:pt x="137204" y="26463"/>
                  <a:pt x="142151" y="28366"/>
                  <a:pt x="147289" y="28366"/>
                </a:cubicBezTo>
                <a:lnTo>
                  <a:pt x="428320" y="28366"/>
                </a:lnTo>
                <a:cubicBezTo>
                  <a:pt x="428320" y="28366"/>
                  <a:pt x="433457" y="30840"/>
                  <a:pt x="433457" y="30840"/>
                </a:cubicBezTo>
                <a:cubicBezTo>
                  <a:pt x="432316" y="32171"/>
                  <a:pt x="431174" y="33503"/>
                  <a:pt x="430603" y="34835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6" name="Graphic 49" descr="Texas icon.">
            <a:extLst>
              <a:ext uri="{FF2B5EF4-FFF2-40B4-BE49-F238E27FC236}">
                <a16:creationId xmlns:a16="http://schemas.microsoft.com/office/drawing/2014/main" id="{D460474B-B739-C6FD-4C38-35958D9664B0}"/>
              </a:ext>
            </a:extLst>
          </p:cNvPr>
          <p:cNvSpPr/>
          <p:nvPr/>
        </p:nvSpPr>
        <p:spPr>
          <a:xfrm>
            <a:off x="2223869" y="1450238"/>
            <a:ext cx="418158" cy="399570"/>
          </a:xfrm>
          <a:custGeom>
            <a:avLst/>
            <a:gdLst>
              <a:gd name="connsiteX0" fmla="*/ 415294 w 418158"/>
              <a:gd name="connsiteY0" fmla="*/ 196931 h 399570"/>
              <a:gd name="connsiteX1" fmla="*/ 399692 w 418158"/>
              <a:gd name="connsiteY1" fmla="*/ 177523 h 399570"/>
              <a:gd name="connsiteX2" fmla="*/ 399692 w 418158"/>
              <a:gd name="connsiteY2" fmla="*/ 129385 h 399570"/>
              <a:gd name="connsiteX3" fmla="*/ 389607 w 418158"/>
              <a:gd name="connsiteY3" fmla="*/ 112451 h 399570"/>
              <a:gd name="connsiteX4" fmla="*/ 361828 w 418158"/>
              <a:gd name="connsiteY4" fmla="*/ 97990 h 399570"/>
              <a:gd name="connsiteX5" fmla="*/ 348318 w 418158"/>
              <a:gd name="connsiteY5" fmla="*/ 96277 h 399570"/>
              <a:gd name="connsiteX6" fmla="*/ 314450 w 418158"/>
              <a:gd name="connsiteY6" fmla="*/ 104459 h 399570"/>
              <a:gd name="connsiteX7" fmla="*/ 271639 w 418158"/>
              <a:gd name="connsiteY7" fmla="*/ 94946 h 399570"/>
              <a:gd name="connsiteX8" fmla="*/ 267833 w 418158"/>
              <a:gd name="connsiteY8" fmla="*/ 91140 h 399570"/>
              <a:gd name="connsiteX9" fmla="*/ 254514 w 418158"/>
              <a:gd name="connsiteY9" fmla="*/ 85622 h 399570"/>
              <a:gd name="connsiteX10" fmla="*/ 240434 w 418158"/>
              <a:gd name="connsiteY10" fmla="*/ 85622 h 399570"/>
              <a:gd name="connsiteX11" fmla="*/ 218933 w 418158"/>
              <a:gd name="connsiteY11" fmla="*/ 78963 h 399570"/>
              <a:gd name="connsiteX12" fmla="*/ 218933 w 418158"/>
              <a:gd name="connsiteY12" fmla="*/ 19027 h 399570"/>
              <a:gd name="connsiteX13" fmla="*/ 213416 w 418158"/>
              <a:gd name="connsiteY13" fmla="*/ 5708 h 399570"/>
              <a:gd name="connsiteX14" fmla="*/ 199906 w 418158"/>
              <a:gd name="connsiteY14" fmla="*/ 0 h 399570"/>
              <a:gd name="connsiteX15" fmla="*/ 123607 w 418158"/>
              <a:gd name="connsiteY15" fmla="*/ 0 h 399570"/>
              <a:gd name="connsiteX16" fmla="*/ 104770 w 418158"/>
              <a:gd name="connsiteY16" fmla="*/ 18647 h 399570"/>
              <a:gd name="connsiteX17" fmla="*/ 104770 w 418158"/>
              <a:gd name="connsiteY17" fmla="*/ 161541 h 399570"/>
              <a:gd name="connsiteX18" fmla="*/ 18958 w 418158"/>
              <a:gd name="connsiteY18" fmla="*/ 161541 h 399570"/>
              <a:gd name="connsiteX19" fmla="*/ 1834 w 418158"/>
              <a:gd name="connsiteY19" fmla="*/ 172386 h 399570"/>
              <a:gd name="connsiteX20" fmla="*/ 4497 w 418158"/>
              <a:gd name="connsiteY20" fmla="*/ 192745 h 399570"/>
              <a:gd name="connsiteX21" fmla="*/ 49401 w 418158"/>
              <a:gd name="connsiteY21" fmla="*/ 234224 h 399570"/>
              <a:gd name="connsiteX22" fmla="*/ 78703 w 418158"/>
              <a:gd name="connsiteY22" fmla="*/ 282934 h 399570"/>
              <a:gd name="connsiteX23" fmla="*/ 94876 w 418158"/>
              <a:gd name="connsiteY23" fmla="*/ 290545 h 399570"/>
              <a:gd name="connsiteX24" fmla="*/ 103439 w 418158"/>
              <a:gd name="connsiteY24" fmla="*/ 292448 h 399570"/>
              <a:gd name="connsiteX25" fmla="*/ 108195 w 418158"/>
              <a:gd name="connsiteY25" fmla="*/ 293018 h 399570"/>
              <a:gd name="connsiteX26" fmla="*/ 126081 w 418158"/>
              <a:gd name="connsiteY26" fmla="*/ 280460 h 399570"/>
              <a:gd name="connsiteX27" fmla="*/ 130838 w 418158"/>
              <a:gd name="connsiteY27" fmla="*/ 266380 h 399570"/>
              <a:gd name="connsiteX28" fmla="*/ 157095 w 418158"/>
              <a:gd name="connsiteY28" fmla="*/ 266380 h 399570"/>
              <a:gd name="connsiteX29" fmla="*/ 209039 w 418158"/>
              <a:gd name="connsiteY29" fmla="*/ 336591 h 399570"/>
              <a:gd name="connsiteX30" fmla="*/ 209039 w 418158"/>
              <a:gd name="connsiteY30" fmla="*/ 349910 h 399570"/>
              <a:gd name="connsiteX31" fmla="*/ 211703 w 418158"/>
              <a:gd name="connsiteY31" fmla="*/ 358852 h 399570"/>
              <a:gd name="connsiteX32" fmla="*/ 218933 w 418158"/>
              <a:gd name="connsiteY32" fmla="*/ 371791 h 399570"/>
              <a:gd name="connsiteX33" fmla="*/ 228828 w 418158"/>
              <a:gd name="connsiteY33" fmla="*/ 380924 h 399570"/>
              <a:gd name="connsiteX34" fmla="*/ 271068 w 418158"/>
              <a:gd name="connsiteY34" fmla="*/ 398239 h 399570"/>
              <a:gd name="connsiteX35" fmla="*/ 274112 w 418158"/>
              <a:gd name="connsiteY35" fmla="*/ 399190 h 399570"/>
              <a:gd name="connsiteX36" fmla="*/ 277537 w 418158"/>
              <a:gd name="connsiteY36" fmla="*/ 399571 h 399570"/>
              <a:gd name="connsiteX37" fmla="*/ 292569 w 418158"/>
              <a:gd name="connsiteY37" fmla="*/ 399571 h 399570"/>
              <a:gd name="connsiteX38" fmla="*/ 308171 w 418158"/>
              <a:gd name="connsiteY38" fmla="*/ 391579 h 399570"/>
              <a:gd name="connsiteX39" fmla="*/ 310644 w 418158"/>
              <a:gd name="connsiteY39" fmla="*/ 374264 h 399570"/>
              <a:gd name="connsiteX40" fmla="*/ 305507 w 418158"/>
              <a:gd name="connsiteY40" fmla="*/ 359233 h 399570"/>
              <a:gd name="connsiteX41" fmla="*/ 305507 w 418158"/>
              <a:gd name="connsiteY41" fmla="*/ 337542 h 399570"/>
              <a:gd name="connsiteX42" fmla="*/ 330623 w 418158"/>
              <a:gd name="connsiteY42" fmla="*/ 312807 h 399570"/>
              <a:gd name="connsiteX43" fmla="*/ 392461 w 418158"/>
              <a:gd name="connsiteY43" fmla="*/ 277226 h 399570"/>
              <a:gd name="connsiteX44" fmla="*/ 401404 w 418158"/>
              <a:gd name="connsiteY44" fmla="*/ 262575 h 399570"/>
              <a:gd name="connsiteX45" fmla="*/ 401785 w 418158"/>
              <a:gd name="connsiteY45" fmla="*/ 251159 h 399570"/>
              <a:gd name="connsiteX46" fmla="*/ 405400 w 418158"/>
              <a:gd name="connsiteY46" fmla="*/ 247353 h 399570"/>
              <a:gd name="connsiteX47" fmla="*/ 411108 w 418158"/>
              <a:gd name="connsiteY47" fmla="*/ 234034 h 399570"/>
              <a:gd name="connsiteX48" fmla="*/ 411108 w 418158"/>
              <a:gd name="connsiteY48" fmla="*/ 222998 h 399570"/>
              <a:gd name="connsiteX49" fmla="*/ 412440 w 418158"/>
              <a:gd name="connsiteY49" fmla="*/ 221666 h 399570"/>
              <a:gd name="connsiteX50" fmla="*/ 414723 w 418158"/>
              <a:gd name="connsiteY50" fmla="*/ 197121 h 399570"/>
              <a:gd name="connsiteX51" fmla="*/ 398360 w 418158"/>
              <a:gd name="connsiteY51" fmla="*/ 209299 h 399570"/>
              <a:gd name="connsiteX52" fmla="*/ 392652 w 418158"/>
              <a:gd name="connsiteY52" fmla="*/ 222808 h 399570"/>
              <a:gd name="connsiteX53" fmla="*/ 392652 w 418158"/>
              <a:gd name="connsiteY53" fmla="*/ 233844 h 399570"/>
              <a:gd name="connsiteX54" fmla="*/ 387704 w 418158"/>
              <a:gd name="connsiteY54" fmla="*/ 238410 h 399570"/>
              <a:gd name="connsiteX55" fmla="*/ 385802 w 418158"/>
              <a:gd name="connsiteY55" fmla="*/ 241264 h 399570"/>
              <a:gd name="connsiteX56" fmla="*/ 383138 w 418158"/>
              <a:gd name="connsiteY56" fmla="*/ 252871 h 399570"/>
              <a:gd name="connsiteX57" fmla="*/ 383138 w 418158"/>
              <a:gd name="connsiteY57" fmla="*/ 260672 h 399570"/>
              <a:gd name="connsiteX58" fmla="*/ 322251 w 418158"/>
              <a:gd name="connsiteY58" fmla="*/ 295682 h 399570"/>
              <a:gd name="connsiteX59" fmla="*/ 320729 w 418158"/>
              <a:gd name="connsiteY59" fmla="*/ 296824 h 399570"/>
              <a:gd name="connsiteX60" fmla="*/ 292569 w 418158"/>
              <a:gd name="connsiteY60" fmla="*/ 324033 h 399570"/>
              <a:gd name="connsiteX61" fmla="*/ 287051 w 418158"/>
              <a:gd name="connsiteY61" fmla="*/ 337352 h 399570"/>
              <a:gd name="connsiteX62" fmla="*/ 287051 w 418158"/>
              <a:gd name="connsiteY62" fmla="*/ 360184 h 399570"/>
              <a:gd name="connsiteX63" fmla="*/ 287051 w 418158"/>
              <a:gd name="connsiteY63" fmla="*/ 361516 h 399570"/>
              <a:gd name="connsiteX64" fmla="*/ 292949 w 418158"/>
              <a:gd name="connsiteY64" fmla="*/ 380734 h 399570"/>
              <a:gd name="connsiteX65" fmla="*/ 279440 w 418158"/>
              <a:gd name="connsiteY65" fmla="*/ 380734 h 399570"/>
              <a:gd name="connsiteX66" fmla="*/ 235868 w 418158"/>
              <a:gd name="connsiteY66" fmla="*/ 362277 h 399570"/>
              <a:gd name="connsiteX67" fmla="*/ 228447 w 418158"/>
              <a:gd name="connsiteY67" fmla="*/ 349719 h 399570"/>
              <a:gd name="connsiteX68" fmla="*/ 228447 w 418158"/>
              <a:gd name="connsiteY68" fmla="*/ 336020 h 399570"/>
              <a:gd name="connsiteX69" fmla="*/ 225022 w 418158"/>
              <a:gd name="connsiteY69" fmla="*/ 325174 h 399570"/>
              <a:gd name="connsiteX70" fmla="*/ 170604 w 418158"/>
              <a:gd name="connsiteY70" fmla="*/ 251920 h 399570"/>
              <a:gd name="connsiteX71" fmla="*/ 155002 w 418158"/>
              <a:gd name="connsiteY71" fmla="*/ 247353 h 399570"/>
              <a:gd name="connsiteX72" fmla="*/ 130838 w 418158"/>
              <a:gd name="connsiteY72" fmla="*/ 247353 h 399570"/>
              <a:gd name="connsiteX73" fmla="*/ 112762 w 418158"/>
              <a:gd name="connsiteY73" fmla="*/ 260672 h 399570"/>
              <a:gd name="connsiteX74" fmla="*/ 108005 w 418158"/>
              <a:gd name="connsiteY74" fmla="*/ 273611 h 399570"/>
              <a:gd name="connsiteX75" fmla="*/ 92403 w 418158"/>
              <a:gd name="connsiteY75" fmla="*/ 270186 h 399570"/>
              <a:gd name="connsiteX76" fmla="*/ 70141 w 418158"/>
              <a:gd name="connsiteY76" fmla="*/ 232702 h 399570"/>
              <a:gd name="connsiteX77" fmla="*/ 63862 w 418158"/>
              <a:gd name="connsiteY77" fmla="*/ 221857 h 399570"/>
              <a:gd name="connsiteX78" fmla="*/ 59296 w 418158"/>
              <a:gd name="connsiteY78" fmla="*/ 217861 h 399570"/>
              <a:gd name="connsiteX79" fmla="*/ 18768 w 418158"/>
              <a:gd name="connsiteY79" fmla="*/ 180568 h 399570"/>
              <a:gd name="connsiteX80" fmla="*/ 104770 w 418158"/>
              <a:gd name="connsiteY80" fmla="*/ 180568 h 399570"/>
              <a:gd name="connsiteX81" fmla="*/ 118280 w 418158"/>
              <a:gd name="connsiteY81" fmla="*/ 175050 h 399570"/>
              <a:gd name="connsiteX82" fmla="*/ 123798 w 418158"/>
              <a:gd name="connsiteY82" fmla="*/ 161731 h 399570"/>
              <a:gd name="connsiteX83" fmla="*/ 123607 w 418158"/>
              <a:gd name="connsiteY83" fmla="*/ 19217 h 399570"/>
              <a:gd name="connsiteX84" fmla="*/ 199906 w 418158"/>
              <a:gd name="connsiteY84" fmla="*/ 19217 h 399570"/>
              <a:gd name="connsiteX85" fmla="*/ 199906 w 418158"/>
              <a:gd name="connsiteY85" fmla="*/ 78963 h 399570"/>
              <a:gd name="connsiteX86" fmla="*/ 213416 w 418158"/>
              <a:gd name="connsiteY86" fmla="*/ 96848 h 399570"/>
              <a:gd name="connsiteX87" fmla="*/ 233775 w 418158"/>
              <a:gd name="connsiteY87" fmla="*/ 104079 h 399570"/>
              <a:gd name="connsiteX88" fmla="*/ 237580 w 418158"/>
              <a:gd name="connsiteY88" fmla="*/ 104840 h 399570"/>
              <a:gd name="connsiteX89" fmla="*/ 240244 w 418158"/>
              <a:gd name="connsiteY89" fmla="*/ 104840 h 399570"/>
              <a:gd name="connsiteX90" fmla="*/ 253943 w 418158"/>
              <a:gd name="connsiteY90" fmla="*/ 104840 h 399570"/>
              <a:gd name="connsiteX91" fmla="*/ 257939 w 418158"/>
              <a:gd name="connsiteY91" fmla="*/ 108835 h 399570"/>
              <a:gd name="connsiteX92" fmla="*/ 267833 w 418158"/>
              <a:gd name="connsiteY92" fmla="*/ 113782 h 399570"/>
              <a:gd name="connsiteX93" fmla="*/ 308551 w 418158"/>
              <a:gd name="connsiteY93" fmla="*/ 123296 h 399570"/>
              <a:gd name="connsiteX94" fmla="*/ 313689 w 418158"/>
              <a:gd name="connsiteY94" fmla="*/ 124057 h 399570"/>
              <a:gd name="connsiteX95" fmla="*/ 321490 w 418158"/>
              <a:gd name="connsiteY95" fmla="*/ 122915 h 399570"/>
              <a:gd name="connsiteX96" fmla="*/ 352694 w 418158"/>
              <a:gd name="connsiteY96" fmla="*/ 115495 h 399570"/>
              <a:gd name="connsiteX97" fmla="*/ 380474 w 418158"/>
              <a:gd name="connsiteY97" fmla="*/ 130146 h 399570"/>
              <a:gd name="connsiteX98" fmla="*/ 380474 w 418158"/>
              <a:gd name="connsiteY98" fmla="*/ 178475 h 399570"/>
              <a:gd name="connsiteX99" fmla="*/ 384089 w 418158"/>
              <a:gd name="connsiteY99" fmla="*/ 189511 h 399570"/>
              <a:gd name="connsiteX100" fmla="*/ 388656 w 418158"/>
              <a:gd name="connsiteY100" fmla="*/ 195409 h 399570"/>
              <a:gd name="connsiteX101" fmla="*/ 398930 w 418158"/>
              <a:gd name="connsiteY101" fmla="*/ 209299 h 399570"/>
              <a:gd name="connsiteX102" fmla="*/ 397979 w 418158"/>
              <a:gd name="connsiteY102" fmla="*/ 21006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18158" h="399570">
                <a:moveTo>
                  <a:pt x="415294" y="196931"/>
                </a:moveTo>
                <a:lnTo>
                  <a:pt x="399692" y="177523"/>
                </a:lnTo>
                <a:lnTo>
                  <a:pt x="399692" y="129385"/>
                </a:lnTo>
                <a:cubicBezTo>
                  <a:pt x="399692" y="122345"/>
                  <a:pt x="395886" y="115685"/>
                  <a:pt x="389607" y="112451"/>
                </a:cubicBezTo>
                <a:lnTo>
                  <a:pt x="361828" y="97990"/>
                </a:lnTo>
                <a:cubicBezTo>
                  <a:pt x="357642" y="95707"/>
                  <a:pt x="352885" y="95136"/>
                  <a:pt x="348318" y="96277"/>
                </a:cubicBezTo>
                <a:cubicBezTo>
                  <a:pt x="348318" y="96277"/>
                  <a:pt x="315021" y="104269"/>
                  <a:pt x="314450" y="104459"/>
                </a:cubicBezTo>
                <a:lnTo>
                  <a:pt x="271639" y="94946"/>
                </a:lnTo>
                <a:lnTo>
                  <a:pt x="267833" y="91140"/>
                </a:lnTo>
                <a:cubicBezTo>
                  <a:pt x="264218" y="87525"/>
                  <a:pt x="259461" y="85622"/>
                  <a:pt x="254514" y="85622"/>
                </a:cubicBezTo>
                <a:lnTo>
                  <a:pt x="240434" y="85622"/>
                </a:lnTo>
                <a:cubicBezTo>
                  <a:pt x="240434" y="85622"/>
                  <a:pt x="218933" y="78963"/>
                  <a:pt x="218933" y="78963"/>
                </a:cubicBezTo>
                <a:lnTo>
                  <a:pt x="218933" y="19027"/>
                </a:lnTo>
                <a:cubicBezTo>
                  <a:pt x="218933" y="14080"/>
                  <a:pt x="217031" y="9323"/>
                  <a:pt x="213416" y="5708"/>
                </a:cubicBezTo>
                <a:cubicBezTo>
                  <a:pt x="209800" y="2093"/>
                  <a:pt x="205044" y="0"/>
                  <a:pt x="199906" y="0"/>
                </a:cubicBezTo>
                <a:lnTo>
                  <a:pt x="123607" y="0"/>
                </a:lnTo>
                <a:cubicBezTo>
                  <a:pt x="113142" y="0"/>
                  <a:pt x="104770" y="8372"/>
                  <a:pt x="104770" y="18647"/>
                </a:cubicBezTo>
                <a:cubicBezTo>
                  <a:pt x="104770" y="51944"/>
                  <a:pt x="104770" y="128814"/>
                  <a:pt x="104770" y="161541"/>
                </a:cubicBezTo>
                <a:lnTo>
                  <a:pt x="18958" y="161541"/>
                </a:lnTo>
                <a:cubicBezTo>
                  <a:pt x="11537" y="161541"/>
                  <a:pt x="5068" y="165727"/>
                  <a:pt x="1834" y="172386"/>
                </a:cubicBezTo>
                <a:cubicBezTo>
                  <a:pt x="-1401" y="179236"/>
                  <a:pt x="-259" y="186847"/>
                  <a:pt x="4497" y="192745"/>
                </a:cubicBezTo>
                <a:cubicBezTo>
                  <a:pt x="17626" y="208538"/>
                  <a:pt x="49401" y="234224"/>
                  <a:pt x="49401" y="234224"/>
                </a:cubicBezTo>
                <a:cubicBezTo>
                  <a:pt x="50353" y="235747"/>
                  <a:pt x="74327" y="278367"/>
                  <a:pt x="78703" y="282934"/>
                </a:cubicBezTo>
                <a:cubicBezTo>
                  <a:pt x="84602" y="289023"/>
                  <a:pt x="88027" y="288832"/>
                  <a:pt x="94876" y="290545"/>
                </a:cubicBezTo>
                <a:lnTo>
                  <a:pt x="103439" y="292448"/>
                </a:lnTo>
                <a:cubicBezTo>
                  <a:pt x="104961" y="292828"/>
                  <a:pt x="106673" y="293018"/>
                  <a:pt x="108195" y="293018"/>
                </a:cubicBezTo>
                <a:cubicBezTo>
                  <a:pt x="116187" y="293018"/>
                  <a:pt x="123417" y="288262"/>
                  <a:pt x="126081" y="280460"/>
                </a:cubicBezTo>
                <a:cubicBezTo>
                  <a:pt x="127603" y="276465"/>
                  <a:pt x="129316" y="271518"/>
                  <a:pt x="130838" y="266380"/>
                </a:cubicBezTo>
                <a:cubicBezTo>
                  <a:pt x="140161" y="266380"/>
                  <a:pt x="151387" y="266380"/>
                  <a:pt x="157095" y="266380"/>
                </a:cubicBezTo>
                <a:cubicBezTo>
                  <a:pt x="160140" y="270566"/>
                  <a:pt x="209039" y="336591"/>
                  <a:pt x="209039" y="336591"/>
                </a:cubicBezTo>
                <a:lnTo>
                  <a:pt x="209039" y="349910"/>
                </a:lnTo>
                <a:cubicBezTo>
                  <a:pt x="209039" y="353334"/>
                  <a:pt x="210181" y="356569"/>
                  <a:pt x="211703" y="358852"/>
                </a:cubicBezTo>
                <a:lnTo>
                  <a:pt x="218933" y="371791"/>
                </a:lnTo>
                <a:cubicBezTo>
                  <a:pt x="221026" y="375977"/>
                  <a:pt x="224451" y="379211"/>
                  <a:pt x="228828" y="380924"/>
                </a:cubicBezTo>
                <a:lnTo>
                  <a:pt x="271068" y="398239"/>
                </a:lnTo>
                <a:cubicBezTo>
                  <a:pt x="271068" y="398239"/>
                  <a:pt x="272971" y="399000"/>
                  <a:pt x="274112" y="399190"/>
                </a:cubicBezTo>
                <a:cubicBezTo>
                  <a:pt x="275254" y="399380"/>
                  <a:pt x="277537" y="399571"/>
                  <a:pt x="277537" y="399571"/>
                </a:cubicBezTo>
                <a:lnTo>
                  <a:pt x="292569" y="399571"/>
                </a:lnTo>
                <a:cubicBezTo>
                  <a:pt x="298848" y="399571"/>
                  <a:pt x="304556" y="396526"/>
                  <a:pt x="308171" y="391579"/>
                </a:cubicBezTo>
                <a:cubicBezTo>
                  <a:pt x="311786" y="386632"/>
                  <a:pt x="312547" y="380163"/>
                  <a:pt x="310644" y="374264"/>
                </a:cubicBezTo>
                <a:lnTo>
                  <a:pt x="305507" y="359233"/>
                </a:lnTo>
                <a:lnTo>
                  <a:pt x="305507" y="337542"/>
                </a:lnTo>
                <a:cubicBezTo>
                  <a:pt x="305507" y="337542"/>
                  <a:pt x="330623" y="312807"/>
                  <a:pt x="330623" y="312807"/>
                </a:cubicBezTo>
                <a:lnTo>
                  <a:pt x="392461" y="277226"/>
                </a:lnTo>
                <a:cubicBezTo>
                  <a:pt x="397789" y="273991"/>
                  <a:pt x="401023" y="268664"/>
                  <a:pt x="401404" y="262575"/>
                </a:cubicBezTo>
                <a:lnTo>
                  <a:pt x="401785" y="251159"/>
                </a:lnTo>
                <a:lnTo>
                  <a:pt x="405400" y="247353"/>
                </a:lnTo>
                <a:cubicBezTo>
                  <a:pt x="409015" y="243738"/>
                  <a:pt x="410918" y="238981"/>
                  <a:pt x="411108" y="234034"/>
                </a:cubicBezTo>
                <a:lnTo>
                  <a:pt x="411108" y="222998"/>
                </a:lnTo>
                <a:cubicBezTo>
                  <a:pt x="411108" y="222998"/>
                  <a:pt x="412440" y="221666"/>
                  <a:pt x="412440" y="221666"/>
                </a:cubicBezTo>
                <a:cubicBezTo>
                  <a:pt x="419099" y="215197"/>
                  <a:pt x="420051" y="204923"/>
                  <a:pt x="414723" y="197121"/>
                </a:cubicBezTo>
                <a:close/>
                <a:moveTo>
                  <a:pt x="398360" y="209299"/>
                </a:moveTo>
                <a:cubicBezTo>
                  <a:pt x="394745" y="212914"/>
                  <a:pt x="392652" y="217671"/>
                  <a:pt x="392652" y="222808"/>
                </a:cubicBezTo>
                <a:lnTo>
                  <a:pt x="392652" y="233844"/>
                </a:lnTo>
                <a:cubicBezTo>
                  <a:pt x="392652" y="233844"/>
                  <a:pt x="387704" y="238410"/>
                  <a:pt x="387704" y="238410"/>
                </a:cubicBezTo>
                <a:cubicBezTo>
                  <a:pt x="387704" y="238410"/>
                  <a:pt x="385802" y="241264"/>
                  <a:pt x="385802" y="241264"/>
                </a:cubicBezTo>
                <a:cubicBezTo>
                  <a:pt x="383138" y="244689"/>
                  <a:pt x="383138" y="248875"/>
                  <a:pt x="383138" y="252871"/>
                </a:cubicBezTo>
                <a:cubicBezTo>
                  <a:pt x="383138" y="255535"/>
                  <a:pt x="383138" y="258199"/>
                  <a:pt x="383138" y="260672"/>
                </a:cubicBezTo>
                <a:lnTo>
                  <a:pt x="322251" y="295682"/>
                </a:lnTo>
                <a:cubicBezTo>
                  <a:pt x="322251" y="295682"/>
                  <a:pt x="321300" y="296253"/>
                  <a:pt x="320729" y="296824"/>
                </a:cubicBezTo>
                <a:lnTo>
                  <a:pt x="292569" y="324033"/>
                </a:lnTo>
                <a:cubicBezTo>
                  <a:pt x="288953" y="327648"/>
                  <a:pt x="287051" y="332405"/>
                  <a:pt x="287051" y="337352"/>
                </a:cubicBezTo>
                <a:lnTo>
                  <a:pt x="287051" y="360184"/>
                </a:lnTo>
                <a:cubicBezTo>
                  <a:pt x="287051" y="360184"/>
                  <a:pt x="287051" y="361136"/>
                  <a:pt x="287051" y="361516"/>
                </a:cubicBezTo>
                <a:lnTo>
                  <a:pt x="292949" y="380734"/>
                </a:lnTo>
                <a:lnTo>
                  <a:pt x="279440" y="380734"/>
                </a:lnTo>
                <a:lnTo>
                  <a:pt x="235868" y="362277"/>
                </a:lnTo>
                <a:lnTo>
                  <a:pt x="228447" y="349719"/>
                </a:lnTo>
                <a:lnTo>
                  <a:pt x="228447" y="336020"/>
                </a:lnTo>
                <a:cubicBezTo>
                  <a:pt x="228447" y="332024"/>
                  <a:pt x="227305" y="328219"/>
                  <a:pt x="225022" y="325174"/>
                </a:cubicBezTo>
                <a:cubicBezTo>
                  <a:pt x="225022" y="325174"/>
                  <a:pt x="172317" y="254203"/>
                  <a:pt x="170604" y="251920"/>
                </a:cubicBezTo>
                <a:cubicBezTo>
                  <a:pt x="168131" y="248495"/>
                  <a:pt x="166609" y="247353"/>
                  <a:pt x="155002" y="247353"/>
                </a:cubicBezTo>
                <a:cubicBezTo>
                  <a:pt x="146250" y="247353"/>
                  <a:pt x="142254" y="247353"/>
                  <a:pt x="130838" y="247353"/>
                </a:cubicBezTo>
                <a:cubicBezTo>
                  <a:pt x="122656" y="247353"/>
                  <a:pt x="115235" y="252681"/>
                  <a:pt x="112762" y="260672"/>
                </a:cubicBezTo>
                <a:cubicBezTo>
                  <a:pt x="111240" y="265429"/>
                  <a:pt x="109718" y="269805"/>
                  <a:pt x="108005" y="273611"/>
                </a:cubicBezTo>
                <a:cubicBezTo>
                  <a:pt x="108005" y="273611"/>
                  <a:pt x="92974" y="270757"/>
                  <a:pt x="92403" y="270186"/>
                </a:cubicBezTo>
                <a:cubicBezTo>
                  <a:pt x="91261" y="269234"/>
                  <a:pt x="75088" y="241645"/>
                  <a:pt x="70141" y="232702"/>
                </a:cubicBezTo>
                <a:cubicBezTo>
                  <a:pt x="66716" y="226804"/>
                  <a:pt x="64243" y="222428"/>
                  <a:pt x="63862" y="221857"/>
                </a:cubicBezTo>
                <a:cubicBezTo>
                  <a:pt x="63672" y="221476"/>
                  <a:pt x="62150" y="220144"/>
                  <a:pt x="59296" y="217861"/>
                </a:cubicBezTo>
                <a:cubicBezTo>
                  <a:pt x="51494" y="211582"/>
                  <a:pt x="30755" y="194838"/>
                  <a:pt x="18768" y="180568"/>
                </a:cubicBezTo>
                <a:lnTo>
                  <a:pt x="104770" y="180568"/>
                </a:lnTo>
                <a:cubicBezTo>
                  <a:pt x="109908" y="180568"/>
                  <a:pt x="114665" y="178475"/>
                  <a:pt x="118280" y="175050"/>
                </a:cubicBezTo>
                <a:cubicBezTo>
                  <a:pt x="121895" y="171625"/>
                  <a:pt x="123798" y="166678"/>
                  <a:pt x="123798" y="161731"/>
                </a:cubicBezTo>
                <a:cubicBezTo>
                  <a:pt x="123798" y="128814"/>
                  <a:pt x="123798" y="51944"/>
                  <a:pt x="123607" y="19217"/>
                </a:cubicBezTo>
                <a:lnTo>
                  <a:pt x="199906" y="19217"/>
                </a:lnTo>
                <a:cubicBezTo>
                  <a:pt x="199906" y="19217"/>
                  <a:pt x="199906" y="78963"/>
                  <a:pt x="199906" y="78963"/>
                </a:cubicBezTo>
                <a:cubicBezTo>
                  <a:pt x="199906" y="86764"/>
                  <a:pt x="205424" y="94184"/>
                  <a:pt x="213416" y="96848"/>
                </a:cubicBezTo>
                <a:cubicBezTo>
                  <a:pt x="216079" y="97800"/>
                  <a:pt x="229589" y="102556"/>
                  <a:pt x="233775" y="104079"/>
                </a:cubicBezTo>
                <a:cubicBezTo>
                  <a:pt x="235107" y="104459"/>
                  <a:pt x="235487" y="104649"/>
                  <a:pt x="237580" y="104840"/>
                </a:cubicBezTo>
                <a:cubicBezTo>
                  <a:pt x="238531" y="104840"/>
                  <a:pt x="239293" y="104840"/>
                  <a:pt x="240244" y="104840"/>
                </a:cubicBezTo>
                <a:lnTo>
                  <a:pt x="253943" y="104840"/>
                </a:lnTo>
                <a:cubicBezTo>
                  <a:pt x="253943" y="104840"/>
                  <a:pt x="256036" y="106742"/>
                  <a:pt x="257939" y="108835"/>
                </a:cubicBezTo>
                <a:cubicBezTo>
                  <a:pt x="260603" y="111499"/>
                  <a:pt x="264028" y="113021"/>
                  <a:pt x="267833" y="113782"/>
                </a:cubicBezTo>
                <a:lnTo>
                  <a:pt x="308551" y="123296"/>
                </a:lnTo>
                <a:cubicBezTo>
                  <a:pt x="310644" y="123867"/>
                  <a:pt x="312167" y="124057"/>
                  <a:pt x="313689" y="124057"/>
                </a:cubicBezTo>
                <a:cubicBezTo>
                  <a:pt x="316543" y="124057"/>
                  <a:pt x="319207" y="123296"/>
                  <a:pt x="321490" y="122915"/>
                </a:cubicBezTo>
                <a:lnTo>
                  <a:pt x="352694" y="115495"/>
                </a:lnTo>
                <a:lnTo>
                  <a:pt x="380474" y="130146"/>
                </a:lnTo>
                <a:lnTo>
                  <a:pt x="380474" y="178475"/>
                </a:lnTo>
                <a:cubicBezTo>
                  <a:pt x="380474" y="182471"/>
                  <a:pt x="381616" y="186276"/>
                  <a:pt x="384089" y="189511"/>
                </a:cubicBezTo>
                <a:cubicBezTo>
                  <a:pt x="385231" y="191033"/>
                  <a:pt x="386943" y="193126"/>
                  <a:pt x="388656" y="195409"/>
                </a:cubicBezTo>
                <a:lnTo>
                  <a:pt x="398930" y="209299"/>
                </a:lnTo>
                <a:cubicBezTo>
                  <a:pt x="398930" y="209299"/>
                  <a:pt x="397979" y="210060"/>
                  <a:pt x="397979" y="21006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5" descr="Utah icon.">
            <a:extLst>
              <a:ext uri="{FF2B5EF4-FFF2-40B4-BE49-F238E27FC236}">
                <a16:creationId xmlns:a16="http://schemas.microsoft.com/office/drawing/2014/main" id="{4408C6BE-6909-2CBF-E61F-783E07219463}"/>
              </a:ext>
            </a:extLst>
          </p:cNvPr>
          <p:cNvSpPr/>
          <p:nvPr/>
        </p:nvSpPr>
        <p:spPr>
          <a:xfrm>
            <a:off x="3467142" y="1421602"/>
            <a:ext cx="342489" cy="456842"/>
          </a:xfrm>
          <a:custGeom>
            <a:avLst/>
            <a:gdLst>
              <a:gd name="connsiteX0" fmla="*/ 323462 w 342489"/>
              <a:gd name="connsiteY0" fmla="*/ 456652 h 456842"/>
              <a:gd name="connsiteX1" fmla="*/ 19027 w 342489"/>
              <a:gd name="connsiteY1" fmla="*/ 456652 h 456842"/>
              <a:gd name="connsiteX2" fmla="*/ 5518 w 342489"/>
              <a:gd name="connsiteY2" fmla="*/ 451134 h 456842"/>
              <a:gd name="connsiteX3" fmla="*/ 0 w 342489"/>
              <a:gd name="connsiteY3" fmla="*/ 437625 h 456842"/>
              <a:gd name="connsiteX4" fmla="*/ 951 w 342489"/>
              <a:gd name="connsiteY4" fmla="*/ 19027 h 456842"/>
              <a:gd name="connsiteX5" fmla="*/ 19979 w 342489"/>
              <a:gd name="connsiteY5" fmla="*/ 0 h 456842"/>
              <a:gd name="connsiteX6" fmla="*/ 209299 w 342489"/>
              <a:gd name="connsiteY6" fmla="*/ 190 h 456842"/>
              <a:gd name="connsiteX7" fmla="*/ 209299 w 342489"/>
              <a:gd name="connsiteY7" fmla="*/ 190 h 456842"/>
              <a:gd name="connsiteX8" fmla="*/ 228326 w 342489"/>
              <a:gd name="connsiteY8" fmla="*/ 19217 h 456842"/>
              <a:gd name="connsiteX9" fmla="*/ 228326 w 342489"/>
              <a:gd name="connsiteY9" fmla="*/ 95326 h 456842"/>
              <a:gd name="connsiteX10" fmla="*/ 323462 w 342489"/>
              <a:gd name="connsiteY10" fmla="*/ 95326 h 456842"/>
              <a:gd name="connsiteX11" fmla="*/ 336971 w 342489"/>
              <a:gd name="connsiteY11" fmla="*/ 100844 h 456842"/>
              <a:gd name="connsiteX12" fmla="*/ 342489 w 342489"/>
              <a:gd name="connsiteY12" fmla="*/ 114353 h 456842"/>
              <a:gd name="connsiteX13" fmla="*/ 342489 w 342489"/>
              <a:gd name="connsiteY13" fmla="*/ 437815 h 456842"/>
              <a:gd name="connsiteX14" fmla="*/ 323462 w 342489"/>
              <a:gd name="connsiteY14" fmla="*/ 456842 h 456842"/>
              <a:gd name="connsiteX15" fmla="*/ 323462 w 342489"/>
              <a:gd name="connsiteY15" fmla="*/ 437625 h 456842"/>
              <a:gd name="connsiteX16" fmla="*/ 323462 w 342489"/>
              <a:gd name="connsiteY16" fmla="*/ 447138 h 456842"/>
              <a:gd name="connsiteX17" fmla="*/ 323462 w 342489"/>
              <a:gd name="connsiteY17" fmla="*/ 437625 h 456842"/>
              <a:gd name="connsiteX18" fmla="*/ 323462 w 342489"/>
              <a:gd name="connsiteY18" fmla="*/ 437625 h 456842"/>
              <a:gd name="connsiteX19" fmla="*/ 19788 w 342489"/>
              <a:gd name="connsiteY19" fmla="*/ 19027 h 456842"/>
              <a:gd name="connsiteX20" fmla="*/ 19027 w 342489"/>
              <a:gd name="connsiteY20" fmla="*/ 437625 h 456842"/>
              <a:gd name="connsiteX21" fmla="*/ 323462 w 342489"/>
              <a:gd name="connsiteY21" fmla="*/ 437625 h 456842"/>
              <a:gd name="connsiteX22" fmla="*/ 323462 w 342489"/>
              <a:gd name="connsiteY22" fmla="*/ 114163 h 456842"/>
              <a:gd name="connsiteX23" fmla="*/ 228516 w 342489"/>
              <a:gd name="connsiteY23" fmla="*/ 114163 h 456842"/>
              <a:gd name="connsiteX24" fmla="*/ 209489 w 342489"/>
              <a:gd name="connsiteY24" fmla="*/ 95326 h 456842"/>
              <a:gd name="connsiteX25" fmla="*/ 209489 w 342489"/>
              <a:gd name="connsiteY25" fmla="*/ 19217 h 456842"/>
              <a:gd name="connsiteX26" fmla="*/ 19979 w 342489"/>
              <a:gd name="connsiteY26" fmla="*/ 19027 h 45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42489" h="456842">
                <a:moveTo>
                  <a:pt x="323462" y="456652"/>
                </a:moveTo>
                <a:lnTo>
                  <a:pt x="19027" y="456652"/>
                </a:lnTo>
                <a:cubicBezTo>
                  <a:pt x="13890" y="456652"/>
                  <a:pt x="9133" y="454749"/>
                  <a:pt x="5518" y="451134"/>
                </a:cubicBezTo>
                <a:cubicBezTo>
                  <a:pt x="1903" y="447519"/>
                  <a:pt x="0" y="442762"/>
                  <a:pt x="0" y="437625"/>
                </a:cubicBezTo>
                <a:lnTo>
                  <a:pt x="951" y="19027"/>
                </a:lnTo>
                <a:cubicBezTo>
                  <a:pt x="951" y="8562"/>
                  <a:pt x="9514" y="0"/>
                  <a:pt x="19979" y="0"/>
                </a:cubicBezTo>
                <a:cubicBezTo>
                  <a:pt x="19979" y="0"/>
                  <a:pt x="166868" y="381"/>
                  <a:pt x="209299" y="190"/>
                </a:cubicBezTo>
                <a:lnTo>
                  <a:pt x="209299" y="190"/>
                </a:lnTo>
                <a:cubicBezTo>
                  <a:pt x="219764" y="190"/>
                  <a:pt x="228136" y="8752"/>
                  <a:pt x="228326" y="19217"/>
                </a:cubicBezTo>
                <a:lnTo>
                  <a:pt x="228326" y="95326"/>
                </a:lnTo>
                <a:cubicBezTo>
                  <a:pt x="228326" y="95326"/>
                  <a:pt x="323462" y="95326"/>
                  <a:pt x="323462" y="95326"/>
                </a:cubicBezTo>
                <a:cubicBezTo>
                  <a:pt x="329551" y="95326"/>
                  <a:pt x="333356" y="97229"/>
                  <a:pt x="336971" y="100844"/>
                </a:cubicBezTo>
                <a:cubicBezTo>
                  <a:pt x="340586" y="104459"/>
                  <a:pt x="342489" y="109216"/>
                  <a:pt x="342489" y="114353"/>
                </a:cubicBezTo>
                <a:lnTo>
                  <a:pt x="342489" y="437815"/>
                </a:lnTo>
                <a:cubicBezTo>
                  <a:pt x="342489" y="448280"/>
                  <a:pt x="333927" y="456842"/>
                  <a:pt x="323462" y="456842"/>
                </a:cubicBezTo>
                <a:close/>
                <a:moveTo>
                  <a:pt x="323462" y="437625"/>
                </a:moveTo>
                <a:lnTo>
                  <a:pt x="323462" y="447138"/>
                </a:lnTo>
                <a:lnTo>
                  <a:pt x="323462" y="437625"/>
                </a:lnTo>
                <a:lnTo>
                  <a:pt x="323462" y="437625"/>
                </a:lnTo>
                <a:close/>
                <a:moveTo>
                  <a:pt x="19788" y="19027"/>
                </a:moveTo>
                <a:lnTo>
                  <a:pt x="19027" y="437625"/>
                </a:lnTo>
                <a:lnTo>
                  <a:pt x="323462" y="437625"/>
                </a:lnTo>
                <a:cubicBezTo>
                  <a:pt x="323462" y="437625"/>
                  <a:pt x="323462" y="114163"/>
                  <a:pt x="323462" y="114163"/>
                </a:cubicBezTo>
                <a:lnTo>
                  <a:pt x="228516" y="114163"/>
                </a:lnTo>
                <a:cubicBezTo>
                  <a:pt x="218051" y="114163"/>
                  <a:pt x="209489" y="105791"/>
                  <a:pt x="209489" y="95326"/>
                </a:cubicBezTo>
                <a:lnTo>
                  <a:pt x="209489" y="19217"/>
                </a:lnTo>
                <a:cubicBezTo>
                  <a:pt x="166868" y="19217"/>
                  <a:pt x="19979" y="19027"/>
                  <a:pt x="19979" y="19027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50" descr="Vermont icon.">
            <a:extLst>
              <a:ext uri="{FF2B5EF4-FFF2-40B4-BE49-F238E27FC236}">
                <a16:creationId xmlns:a16="http://schemas.microsoft.com/office/drawing/2014/main" id="{04F0A3F4-ED39-6033-CD9D-9F03EB3A139B}"/>
              </a:ext>
            </a:extLst>
          </p:cNvPr>
          <p:cNvSpPr/>
          <p:nvPr/>
        </p:nvSpPr>
        <p:spPr>
          <a:xfrm>
            <a:off x="4735796" y="1421793"/>
            <a:ext cx="312256" cy="456461"/>
          </a:xfrm>
          <a:custGeom>
            <a:avLst/>
            <a:gdLst>
              <a:gd name="connsiteX0" fmla="*/ 312046 w 312256"/>
              <a:gd name="connsiteY0" fmla="*/ 10465 h 456461"/>
              <a:gd name="connsiteX1" fmla="*/ 297395 w 312256"/>
              <a:gd name="connsiteY1" fmla="*/ 0 h 456461"/>
              <a:gd name="connsiteX2" fmla="*/ 27019 w 312256"/>
              <a:gd name="connsiteY2" fmla="*/ 0 h 456461"/>
              <a:gd name="connsiteX3" fmla="*/ 14270 w 312256"/>
              <a:gd name="connsiteY3" fmla="*/ 6469 h 456461"/>
              <a:gd name="connsiteX4" fmla="*/ 14841 w 312256"/>
              <a:gd name="connsiteY4" fmla="*/ 25496 h 456461"/>
              <a:gd name="connsiteX5" fmla="*/ 16173 w 312256"/>
              <a:gd name="connsiteY5" fmla="*/ 27780 h 456461"/>
              <a:gd name="connsiteX6" fmla="*/ 13129 w 312256"/>
              <a:gd name="connsiteY6" fmla="*/ 50422 h 456461"/>
              <a:gd name="connsiteX7" fmla="*/ 19027 w 312256"/>
              <a:gd name="connsiteY7" fmla="*/ 59555 h 456461"/>
              <a:gd name="connsiteX8" fmla="*/ 19027 w 312256"/>
              <a:gd name="connsiteY8" fmla="*/ 69830 h 456461"/>
              <a:gd name="connsiteX9" fmla="*/ 11987 w 312256"/>
              <a:gd name="connsiteY9" fmla="*/ 74206 h 456461"/>
              <a:gd name="connsiteX10" fmla="*/ 0 w 312256"/>
              <a:gd name="connsiteY10" fmla="*/ 89237 h 456461"/>
              <a:gd name="connsiteX11" fmla="*/ 0 w 312256"/>
              <a:gd name="connsiteY11" fmla="*/ 92472 h 456461"/>
              <a:gd name="connsiteX12" fmla="*/ 8562 w 312256"/>
              <a:gd name="connsiteY12" fmla="*/ 105601 h 456461"/>
              <a:gd name="connsiteX13" fmla="*/ 25496 w 312256"/>
              <a:gd name="connsiteY13" fmla="*/ 117207 h 456461"/>
              <a:gd name="connsiteX14" fmla="*/ 22072 w 312256"/>
              <a:gd name="connsiteY14" fmla="*/ 124057 h 456461"/>
              <a:gd name="connsiteX15" fmla="*/ 22072 w 312256"/>
              <a:gd name="connsiteY15" fmla="*/ 142704 h 456461"/>
              <a:gd name="connsiteX16" fmla="*/ 24926 w 312256"/>
              <a:gd name="connsiteY16" fmla="*/ 147841 h 456461"/>
              <a:gd name="connsiteX17" fmla="*/ 19598 w 312256"/>
              <a:gd name="connsiteY17" fmla="*/ 150124 h 456461"/>
              <a:gd name="connsiteX18" fmla="*/ 9133 w 312256"/>
              <a:gd name="connsiteY18" fmla="*/ 167439 h 456461"/>
              <a:gd name="connsiteX19" fmla="*/ 9133 w 312256"/>
              <a:gd name="connsiteY19" fmla="*/ 186086 h 456461"/>
              <a:gd name="connsiteX20" fmla="*/ 9133 w 312256"/>
              <a:gd name="connsiteY20" fmla="*/ 212724 h 456461"/>
              <a:gd name="connsiteX21" fmla="*/ 9133 w 312256"/>
              <a:gd name="connsiteY21" fmla="*/ 226423 h 456461"/>
              <a:gd name="connsiteX22" fmla="*/ 10275 w 312256"/>
              <a:gd name="connsiteY22" fmla="*/ 232322 h 456461"/>
              <a:gd name="connsiteX23" fmla="*/ 17315 w 312256"/>
              <a:gd name="connsiteY23" fmla="*/ 254013 h 456461"/>
              <a:gd name="connsiteX24" fmla="*/ 7421 w 312256"/>
              <a:gd name="connsiteY24" fmla="*/ 263907 h 456461"/>
              <a:gd name="connsiteX25" fmla="*/ 3805 w 312256"/>
              <a:gd name="connsiteY25" fmla="*/ 285788 h 456461"/>
              <a:gd name="connsiteX26" fmla="*/ 7991 w 312256"/>
              <a:gd name="connsiteY26" fmla="*/ 293589 h 456461"/>
              <a:gd name="connsiteX27" fmla="*/ 17886 w 312256"/>
              <a:gd name="connsiteY27" fmla="*/ 300058 h 456461"/>
              <a:gd name="connsiteX28" fmla="*/ 22452 w 312256"/>
              <a:gd name="connsiteY28" fmla="*/ 300629 h 456461"/>
              <a:gd name="connsiteX29" fmla="*/ 28160 w 312256"/>
              <a:gd name="connsiteY29" fmla="*/ 299678 h 456461"/>
              <a:gd name="connsiteX30" fmla="*/ 28160 w 312256"/>
              <a:gd name="connsiteY30" fmla="*/ 341538 h 456461"/>
              <a:gd name="connsiteX31" fmla="*/ 19217 w 312256"/>
              <a:gd name="connsiteY31" fmla="*/ 423735 h 456461"/>
              <a:gd name="connsiteX32" fmla="*/ 20930 w 312256"/>
              <a:gd name="connsiteY32" fmla="*/ 433819 h 456461"/>
              <a:gd name="connsiteX33" fmla="*/ 26448 w 312256"/>
              <a:gd name="connsiteY33" fmla="*/ 445997 h 456461"/>
              <a:gd name="connsiteX34" fmla="*/ 43382 w 312256"/>
              <a:gd name="connsiteY34" fmla="*/ 456462 h 456461"/>
              <a:gd name="connsiteX35" fmla="*/ 143845 w 312256"/>
              <a:gd name="connsiteY35" fmla="*/ 456462 h 456461"/>
              <a:gd name="connsiteX36" fmla="*/ 160399 w 312256"/>
              <a:gd name="connsiteY36" fmla="*/ 446758 h 456461"/>
              <a:gd name="connsiteX37" fmla="*/ 160018 w 312256"/>
              <a:gd name="connsiteY37" fmla="*/ 427350 h 456461"/>
              <a:gd name="connsiteX38" fmla="*/ 154120 w 312256"/>
              <a:gd name="connsiteY38" fmla="*/ 417076 h 456461"/>
              <a:gd name="connsiteX39" fmla="*/ 164585 w 312256"/>
              <a:gd name="connsiteY39" fmla="*/ 397097 h 456461"/>
              <a:gd name="connsiteX40" fmla="*/ 170674 w 312256"/>
              <a:gd name="connsiteY40" fmla="*/ 362658 h 456461"/>
              <a:gd name="connsiteX41" fmla="*/ 170864 w 312256"/>
              <a:gd name="connsiteY41" fmla="*/ 359613 h 456461"/>
              <a:gd name="connsiteX42" fmla="*/ 170864 w 312256"/>
              <a:gd name="connsiteY42" fmla="*/ 337161 h 456461"/>
              <a:gd name="connsiteX43" fmla="*/ 172006 w 312256"/>
              <a:gd name="connsiteY43" fmla="*/ 335830 h 456461"/>
              <a:gd name="connsiteX44" fmla="*/ 176572 w 312256"/>
              <a:gd name="connsiteY44" fmla="*/ 323081 h 456461"/>
              <a:gd name="connsiteX45" fmla="*/ 172386 w 312256"/>
              <a:gd name="connsiteY45" fmla="*/ 311665 h 456461"/>
              <a:gd name="connsiteX46" fmla="*/ 179807 w 312256"/>
              <a:gd name="connsiteY46" fmla="*/ 289403 h 456461"/>
              <a:gd name="connsiteX47" fmla="*/ 197883 w 312256"/>
              <a:gd name="connsiteY47" fmla="*/ 251539 h 456461"/>
              <a:gd name="connsiteX48" fmla="*/ 199214 w 312256"/>
              <a:gd name="connsiteY48" fmla="*/ 240313 h 456461"/>
              <a:gd name="connsiteX49" fmla="*/ 199214 w 312256"/>
              <a:gd name="connsiteY49" fmla="*/ 234034 h 456461"/>
              <a:gd name="connsiteX50" fmla="*/ 207396 w 312256"/>
              <a:gd name="connsiteY50" fmla="*/ 229468 h 456461"/>
              <a:gd name="connsiteX51" fmla="*/ 214817 w 312256"/>
              <a:gd name="connsiteY51" fmla="*/ 216149 h 456461"/>
              <a:gd name="connsiteX52" fmla="*/ 213485 w 312256"/>
              <a:gd name="connsiteY52" fmla="*/ 207777 h 456461"/>
              <a:gd name="connsiteX53" fmla="*/ 224711 w 312256"/>
              <a:gd name="connsiteY53" fmla="*/ 188940 h 456461"/>
              <a:gd name="connsiteX54" fmla="*/ 224711 w 312256"/>
              <a:gd name="connsiteY54" fmla="*/ 171625 h 456461"/>
              <a:gd name="connsiteX55" fmla="*/ 219003 w 312256"/>
              <a:gd name="connsiteY55" fmla="*/ 161541 h 456461"/>
              <a:gd name="connsiteX56" fmla="*/ 224330 w 312256"/>
              <a:gd name="connsiteY56" fmla="*/ 151837 h 456461"/>
              <a:gd name="connsiteX57" fmla="*/ 234795 w 312256"/>
              <a:gd name="connsiteY57" fmla="*/ 151837 h 456461"/>
              <a:gd name="connsiteX58" fmla="*/ 244689 w 312256"/>
              <a:gd name="connsiteY58" fmla="*/ 148983 h 456461"/>
              <a:gd name="connsiteX59" fmla="*/ 279509 w 312256"/>
              <a:gd name="connsiteY59" fmla="*/ 122916 h 456461"/>
              <a:gd name="connsiteX60" fmla="*/ 284837 w 312256"/>
              <a:gd name="connsiteY60" fmla="*/ 110358 h 456461"/>
              <a:gd name="connsiteX61" fmla="*/ 284837 w 312256"/>
              <a:gd name="connsiteY61" fmla="*/ 97800 h 456461"/>
              <a:gd name="connsiteX62" fmla="*/ 287120 w 312256"/>
              <a:gd name="connsiteY62" fmla="*/ 96087 h 456461"/>
              <a:gd name="connsiteX63" fmla="*/ 292828 w 312256"/>
              <a:gd name="connsiteY63" fmla="*/ 82768 h 456461"/>
              <a:gd name="connsiteX64" fmla="*/ 285217 w 312256"/>
              <a:gd name="connsiteY64" fmla="*/ 68117 h 456461"/>
              <a:gd name="connsiteX65" fmla="*/ 277987 w 312256"/>
              <a:gd name="connsiteY65" fmla="*/ 62790 h 456461"/>
              <a:gd name="connsiteX66" fmla="*/ 283695 w 312256"/>
              <a:gd name="connsiteY66" fmla="*/ 52134 h 456461"/>
              <a:gd name="connsiteX67" fmla="*/ 285027 w 312256"/>
              <a:gd name="connsiteY67" fmla="*/ 50803 h 456461"/>
              <a:gd name="connsiteX68" fmla="*/ 287120 w 312256"/>
              <a:gd name="connsiteY68" fmla="*/ 49090 h 456461"/>
              <a:gd name="connsiteX69" fmla="*/ 292638 w 312256"/>
              <a:gd name="connsiteY69" fmla="*/ 35010 h 456461"/>
              <a:gd name="connsiteX70" fmla="*/ 290925 w 312256"/>
              <a:gd name="connsiteY70" fmla="*/ 31014 h 456461"/>
              <a:gd name="connsiteX71" fmla="*/ 302151 w 312256"/>
              <a:gd name="connsiteY71" fmla="*/ 27399 h 456461"/>
              <a:gd name="connsiteX72" fmla="*/ 309762 w 312256"/>
              <a:gd name="connsiteY72" fmla="*/ 20930 h 456461"/>
              <a:gd name="connsiteX73" fmla="*/ 312236 w 312256"/>
              <a:gd name="connsiteY73" fmla="*/ 12177 h 456461"/>
              <a:gd name="connsiteX74" fmla="*/ 311855 w 312256"/>
              <a:gd name="connsiteY74" fmla="*/ 9704 h 456461"/>
              <a:gd name="connsiteX75" fmla="*/ 272659 w 312256"/>
              <a:gd name="connsiteY75" fmla="*/ 37103 h 456461"/>
              <a:gd name="connsiteX76" fmla="*/ 270566 w 312256"/>
              <a:gd name="connsiteY76" fmla="*/ 39957 h 456461"/>
              <a:gd name="connsiteX77" fmla="*/ 261433 w 312256"/>
              <a:gd name="connsiteY77" fmla="*/ 54798 h 456461"/>
              <a:gd name="connsiteX78" fmla="*/ 266380 w 312256"/>
              <a:gd name="connsiteY78" fmla="*/ 78202 h 456461"/>
              <a:gd name="connsiteX79" fmla="*/ 273991 w 312256"/>
              <a:gd name="connsiteY79" fmla="*/ 83910 h 456461"/>
              <a:gd name="connsiteX80" fmla="*/ 272089 w 312256"/>
              <a:gd name="connsiteY80" fmla="*/ 85813 h 456461"/>
              <a:gd name="connsiteX81" fmla="*/ 266571 w 312256"/>
              <a:gd name="connsiteY81" fmla="*/ 98941 h 456461"/>
              <a:gd name="connsiteX82" fmla="*/ 266571 w 312256"/>
              <a:gd name="connsiteY82" fmla="*/ 109787 h 456461"/>
              <a:gd name="connsiteX83" fmla="*/ 235747 w 312256"/>
              <a:gd name="connsiteY83" fmla="*/ 133190 h 456461"/>
              <a:gd name="connsiteX84" fmla="*/ 224711 w 312256"/>
              <a:gd name="connsiteY84" fmla="*/ 133190 h 456461"/>
              <a:gd name="connsiteX85" fmla="*/ 207777 w 312256"/>
              <a:gd name="connsiteY85" fmla="*/ 143465 h 456461"/>
              <a:gd name="connsiteX86" fmla="*/ 202449 w 312256"/>
              <a:gd name="connsiteY86" fmla="*/ 153740 h 456461"/>
              <a:gd name="connsiteX87" fmla="*/ 203210 w 312256"/>
              <a:gd name="connsiteY87" fmla="*/ 170293 h 456461"/>
              <a:gd name="connsiteX88" fmla="*/ 208538 w 312256"/>
              <a:gd name="connsiteY88" fmla="*/ 180568 h 456461"/>
              <a:gd name="connsiteX89" fmla="*/ 202639 w 312256"/>
              <a:gd name="connsiteY89" fmla="*/ 192745 h 456461"/>
              <a:gd name="connsiteX90" fmla="*/ 199405 w 312256"/>
              <a:gd name="connsiteY90" fmla="*/ 195599 h 456461"/>
              <a:gd name="connsiteX91" fmla="*/ 194648 w 312256"/>
              <a:gd name="connsiteY91" fmla="*/ 207586 h 456461"/>
              <a:gd name="connsiteX92" fmla="*/ 195790 w 312256"/>
              <a:gd name="connsiteY92" fmla="*/ 214626 h 456461"/>
              <a:gd name="connsiteX93" fmla="*/ 191413 w 312256"/>
              <a:gd name="connsiteY93" fmla="*/ 217100 h 456461"/>
              <a:gd name="connsiteX94" fmla="*/ 180948 w 312256"/>
              <a:gd name="connsiteY94" fmla="*/ 234034 h 456461"/>
              <a:gd name="connsiteX95" fmla="*/ 180948 w 312256"/>
              <a:gd name="connsiteY95" fmla="*/ 244499 h 456461"/>
              <a:gd name="connsiteX96" fmla="*/ 163253 w 312256"/>
              <a:gd name="connsiteY96" fmla="*/ 281222 h 456461"/>
              <a:gd name="connsiteX97" fmla="*/ 155262 w 312256"/>
              <a:gd name="connsiteY97" fmla="*/ 304054 h 456461"/>
              <a:gd name="connsiteX98" fmla="*/ 158496 w 312256"/>
              <a:gd name="connsiteY98" fmla="*/ 323462 h 456461"/>
              <a:gd name="connsiteX99" fmla="*/ 156784 w 312256"/>
              <a:gd name="connsiteY99" fmla="*/ 325365 h 456461"/>
              <a:gd name="connsiteX100" fmla="*/ 152598 w 312256"/>
              <a:gd name="connsiteY100" fmla="*/ 336781 h 456461"/>
              <a:gd name="connsiteX101" fmla="*/ 152598 w 312256"/>
              <a:gd name="connsiteY101" fmla="*/ 361516 h 456461"/>
              <a:gd name="connsiteX102" fmla="*/ 148031 w 312256"/>
              <a:gd name="connsiteY102" fmla="*/ 388535 h 456461"/>
              <a:gd name="connsiteX103" fmla="*/ 147651 w 312256"/>
              <a:gd name="connsiteY103" fmla="*/ 389486 h 456461"/>
              <a:gd name="connsiteX104" fmla="*/ 138898 w 312256"/>
              <a:gd name="connsiteY104" fmla="*/ 407181 h 456461"/>
              <a:gd name="connsiteX105" fmla="*/ 138708 w 312256"/>
              <a:gd name="connsiteY105" fmla="*/ 428492 h 456461"/>
              <a:gd name="connsiteX106" fmla="*/ 144606 w 312256"/>
              <a:gd name="connsiteY106" fmla="*/ 437435 h 456461"/>
              <a:gd name="connsiteX107" fmla="*/ 44524 w 312256"/>
              <a:gd name="connsiteY107" fmla="*/ 437435 h 456461"/>
              <a:gd name="connsiteX108" fmla="*/ 38815 w 312256"/>
              <a:gd name="connsiteY108" fmla="*/ 426018 h 456461"/>
              <a:gd name="connsiteX109" fmla="*/ 47948 w 312256"/>
              <a:gd name="connsiteY109" fmla="*/ 343821 h 456461"/>
              <a:gd name="connsiteX110" fmla="*/ 47948 w 312256"/>
              <a:gd name="connsiteY110" fmla="*/ 299868 h 456461"/>
              <a:gd name="connsiteX111" fmla="*/ 38625 w 312256"/>
              <a:gd name="connsiteY111" fmla="*/ 283315 h 456461"/>
              <a:gd name="connsiteX112" fmla="*/ 23784 w 312256"/>
              <a:gd name="connsiteY112" fmla="*/ 281602 h 456461"/>
              <a:gd name="connsiteX113" fmla="*/ 21881 w 312256"/>
              <a:gd name="connsiteY113" fmla="*/ 277606 h 456461"/>
              <a:gd name="connsiteX114" fmla="*/ 31966 w 312256"/>
              <a:gd name="connsiteY114" fmla="*/ 267522 h 456461"/>
              <a:gd name="connsiteX115" fmla="*/ 36532 w 312256"/>
              <a:gd name="connsiteY115" fmla="*/ 248114 h 456461"/>
              <a:gd name="connsiteX116" fmla="*/ 29302 w 312256"/>
              <a:gd name="connsiteY116" fmla="*/ 226423 h 456461"/>
              <a:gd name="connsiteX117" fmla="*/ 29302 w 312256"/>
              <a:gd name="connsiteY117" fmla="*/ 218622 h 456461"/>
              <a:gd name="connsiteX118" fmla="*/ 24735 w 312256"/>
              <a:gd name="connsiteY118" fmla="*/ 198263 h 456461"/>
              <a:gd name="connsiteX119" fmla="*/ 24735 w 312256"/>
              <a:gd name="connsiteY119" fmla="*/ 197312 h 456461"/>
              <a:gd name="connsiteX120" fmla="*/ 29302 w 312256"/>
              <a:gd name="connsiteY120" fmla="*/ 185705 h 456461"/>
              <a:gd name="connsiteX121" fmla="*/ 29302 w 312256"/>
              <a:gd name="connsiteY121" fmla="*/ 167629 h 456461"/>
              <a:gd name="connsiteX122" fmla="*/ 34249 w 312256"/>
              <a:gd name="connsiteY122" fmla="*/ 165346 h 456461"/>
              <a:gd name="connsiteX123" fmla="*/ 45094 w 312256"/>
              <a:gd name="connsiteY123" fmla="*/ 150695 h 456461"/>
              <a:gd name="connsiteX124" fmla="*/ 45094 w 312256"/>
              <a:gd name="connsiteY124" fmla="*/ 145368 h 456461"/>
              <a:gd name="connsiteX125" fmla="*/ 44143 w 312256"/>
              <a:gd name="connsiteY125" fmla="*/ 141752 h 456461"/>
              <a:gd name="connsiteX126" fmla="*/ 39196 w 312256"/>
              <a:gd name="connsiteY126" fmla="*/ 134903 h 456461"/>
              <a:gd name="connsiteX127" fmla="*/ 43953 w 312256"/>
              <a:gd name="connsiteY127" fmla="*/ 125199 h 456461"/>
              <a:gd name="connsiteX128" fmla="*/ 37293 w 312256"/>
              <a:gd name="connsiteY128" fmla="*/ 101605 h 456461"/>
              <a:gd name="connsiteX129" fmla="*/ 21881 w 312256"/>
              <a:gd name="connsiteY129" fmla="*/ 91140 h 456461"/>
              <a:gd name="connsiteX130" fmla="*/ 28350 w 312256"/>
              <a:gd name="connsiteY130" fmla="*/ 86954 h 456461"/>
              <a:gd name="connsiteX131" fmla="*/ 39006 w 312256"/>
              <a:gd name="connsiteY131" fmla="*/ 70591 h 456461"/>
              <a:gd name="connsiteX132" fmla="*/ 39006 w 312256"/>
              <a:gd name="connsiteY132" fmla="*/ 59745 h 456461"/>
              <a:gd name="connsiteX133" fmla="*/ 36342 w 312256"/>
              <a:gd name="connsiteY133" fmla="*/ 49851 h 456461"/>
              <a:gd name="connsiteX134" fmla="*/ 31014 w 312256"/>
              <a:gd name="connsiteY134" fmla="*/ 41860 h 456461"/>
              <a:gd name="connsiteX135" fmla="*/ 37103 w 312256"/>
              <a:gd name="connsiteY135" fmla="*/ 31966 h 456461"/>
              <a:gd name="connsiteX136" fmla="*/ 34059 w 312256"/>
              <a:gd name="connsiteY136" fmla="*/ 19217 h 456461"/>
              <a:gd name="connsiteX137" fmla="*/ 277416 w 312256"/>
              <a:gd name="connsiteY137" fmla="*/ 19217 h 456461"/>
              <a:gd name="connsiteX138" fmla="*/ 272469 w 312256"/>
              <a:gd name="connsiteY138" fmla="*/ 28541 h 456461"/>
              <a:gd name="connsiteX139" fmla="*/ 273420 w 312256"/>
              <a:gd name="connsiteY139" fmla="*/ 37293 h 456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312256" h="456461">
                <a:moveTo>
                  <a:pt x="312046" y="10465"/>
                </a:moveTo>
                <a:cubicBezTo>
                  <a:pt x="310523" y="4757"/>
                  <a:pt x="305196" y="761"/>
                  <a:pt x="297395" y="0"/>
                </a:cubicBezTo>
                <a:lnTo>
                  <a:pt x="27019" y="0"/>
                </a:lnTo>
                <a:cubicBezTo>
                  <a:pt x="19408" y="0"/>
                  <a:pt x="15793" y="3996"/>
                  <a:pt x="14270" y="6469"/>
                </a:cubicBezTo>
                <a:cubicBezTo>
                  <a:pt x="11226" y="11036"/>
                  <a:pt x="9704" y="17315"/>
                  <a:pt x="14841" y="25496"/>
                </a:cubicBezTo>
                <a:lnTo>
                  <a:pt x="16173" y="27780"/>
                </a:lnTo>
                <a:cubicBezTo>
                  <a:pt x="10655" y="33488"/>
                  <a:pt x="8943" y="42240"/>
                  <a:pt x="13129" y="50422"/>
                </a:cubicBezTo>
                <a:lnTo>
                  <a:pt x="19027" y="59555"/>
                </a:lnTo>
                <a:lnTo>
                  <a:pt x="19027" y="69830"/>
                </a:lnTo>
                <a:lnTo>
                  <a:pt x="11987" y="74206"/>
                </a:lnTo>
                <a:cubicBezTo>
                  <a:pt x="3235" y="78963"/>
                  <a:pt x="571" y="82958"/>
                  <a:pt x="0" y="89237"/>
                </a:cubicBezTo>
                <a:lnTo>
                  <a:pt x="0" y="92472"/>
                </a:lnTo>
                <a:cubicBezTo>
                  <a:pt x="761" y="98180"/>
                  <a:pt x="3996" y="102747"/>
                  <a:pt x="8562" y="105601"/>
                </a:cubicBezTo>
                <a:lnTo>
                  <a:pt x="25496" y="117207"/>
                </a:lnTo>
                <a:lnTo>
                  <a:pt x="22072" y="124057"/>
                </a:lnTo>
                <a:cubicBezTo>
                  <a:pt x="19598" y="128814"/>
                  <a:pt x="16934" y="133761"/>
                  <a:pt x="22072" y="142704"/>
                </a:cubicBezTo>
                <a:lnTo>
                  <a:pt x="24926" y="147841"/>
                </a:lnTo>
                <a:lnTo>
                  <a:pt x="19598" y="150124"/>
                </a:lnTo>
                <a:cubicBezTo>
                  <a:pt x="13129" y="153359"/>
                  <a:pt x="8943" y="159638"/>
                  <a:pt x="9133" y="167439"/>
                </a:cubicBezTo>
                <a:cubicBezTo>
                  <a:pt x="9133" y="167439"/>
                  <a:pt x="9133" y="185895"/>
                  <a:pt x="9133" y="186086"/>
                </a:cubicBezTo>
                <a:cubicBezTo>
                  <a:pt x="1903" y="193506"/>
                  <a:pt x="1903" y="205493"/>
                  <a:pt x="9133" y="212724"/>
                </a:cubicBezTo>
                <a:cubicBezTo>
                  <a:pt x="9133" y="217671"/>
                  <a:pt x="9133" y="226423"/>
                  <a:pt x="9133" y="226423"/>
                </a:cubicBezTo>
                <a:cubicBezTo>
                  <a:pt x="9133" y="228326"/>
                  <a:pt x="9704" y="230419"/>
                  <a:pt x="10275" y="232322"/>
                </a:cubicBezTo>
                <a:lnTo>
                  <a:pt x="17315" y="254013"/>
                </a:lnTo>
                <a:lnTo>
                  <a:pt x="7421" y="263907"/>
                </a:lnTo>
                <a:cubicBezTo>
                  <a:pt x="1712" y="269615"/>
                  <a:pt x="190" y="278367"/>
                  <a:pt x="3805" y="285788"/>
                </a:cubicBezTo>
                <a:lnTo>
                  <a:pt x="7991" y="293589"/>
                </a:lnTo>
                <a:cubicBezTo>
                  <a:pt x="11226" y="297965"/>
                  <a:pt x="13129" y="298727"/>
                  <a:pt x="17886" y="300058"/>
                </a:cubicBezTo>
                <a:cubicBezTo>
                  <a:pt x="19408" y="300439"/>
                  <a:pt x="20930" y="300629"/>
                  <a:pt x="22452" y="300629"/>
                </a:cubicBezTo>
                <a:cubicBezTo>
                  <a:pt x="24355" y="300629"/>
                  <a:pt x="26257" y="300249"/>
                  <a:pt x="28160" y="299678"/>
                </a:cubicBezTo>
                <a:lnTo>
                  <a:pt x="28160" y="341538"/>
                </a:lnTo>
                <a:cubicBezTo>
                  <a:pt x="28160" y="341538"/>
                  <a:pt x="19217" y="423735"/>
                  <a:pt x="19217" y="423735"/>
                </a:cubicBezTo>
                <a:cubicBezTo>
                  <a:pt x="18837" y="427350"/>
                  <a:pt x="19217" y="430585"/>
                  <a:pt x="20930" y="433819"/>
                </a:cubicBezTo>
                <a:cubicBezTo>
                  <a:pt x="20930" y="433819"/>
                  <a:pt x="26638" y="445997"/>
                  <a:pt x="26448" y="445997"/>
                </a:cubicBezTo>
                <a:cubicBezTo>
                  <a:pt x="29682" y="452466"/>
                  <a:pt x="36152" y="456462"/>
                  <a:pt x="43382" y="456462"/>
                </a:cubicBezTo>
                <a:cubicBezTo>
                  <a:pt x="43382" y="456462"/>
                  <a:pt x="143845" y="456462"/>
                  <a:pt x="143845" y="456462"/>
                </a:cubicBezTo>
                <a:cubicBezTo>
                  <a:pt x="149554" y="456462"/>
                  <a:pt x="156974" y="452847"/>
                  <a:pt x="160399" y="446758"/>
                </a:cubicBezTo>
                <a:cubicBezTo>
                  <a:pt x="163824" y="440669"/>
                  <a:pt x="163634" y="433439"/>
                  <a:pt x="160018" y="427350"/>
                </a:cubicBezTo>
                <a:lnTo>
                  <a:pt x="154120" y="417076"/>
                </a:lnTo>
                <a:lnTo>
                  <a:pt x="164585" y="397097"/>
                </a:lnTo>
                <a:lnTo>
                  <a:pt x="170674" y="362658"/>
                </a:lnTo>
                <a:cubicBezTo>
                  <a:pt x="170674" y="361706"/>
                  <a:pt x="170674" y="360755"/>
                  <a:pt x="170864" y="359613"/>
                </a:cubicBezTo>
                <a:lnTo>
                  <a:pt x="170864" y="337161"/>
                </a:lnTo>
                <a:cubicBezTo>
                  <a:pt x="170864" y="337161"/>
                  <a:pt x="172006" y="335830"/>
                  <a:pt x="172006" y="335830"/>
                </a:cubicBezTo>
                <a:cubicBezTo>
                  <a:pt x="175050" y="332405"/>
                  <a:pt x="176572" y="327648"/>
                  <a:pt x="176572" y="323081"/>
                </a:cubicBezTo>
                <a:cubicBezTo>
                  <a:pt x="176572" y="318895"/>
                  <a:pt x="174860" y="314900"/>
                  <a:pt x="172386" y="311665"/>
                </a:cubicBezTo>
                <a:lnTo>
                  <a:pt x="179807" y="289403"/>
                </a:lnTo>
                <a:lnTo>
                  <a:pt x="197883" y="251539"/>
                </a:lnTo>
                <a:cubicBezTo>
                  <a:pt x="199024" y="249066"/>
                  <a:pt x="199214" y="246402"/>
                  <a:pt x="199214" y="240313"/>
                </a:cubicBezTo>
                <a:lnTo>
                  <a:pt x="199214" y="234034"/>
                </a:lnTo>
                <a:cubicBezTo>
                  <a:pt x="199214" y="234034"/>
                  <a:pt x="207396" y="229468"/>
                  <a:pt x="207396" y="229468"/>
                </a:cubicBezTo>
                <a:cubicBezTo>
                  <a:pt x="207396" y="229468"/>
                  <a:pt x="214056" y="226233"/>
                  <a:pt x="214817" y="216149"/>
                </a:cubicBezTo>
                <a:cubicBezTo>
                  <a:pt x="215007" y="213295"/>
                  <a:pt x="214626" y="210440"/>
                  <a:pt x="213485" y="207777"/>
                </a:cubicBezTo>
                <a:lnTo>
                  <a:pt x="224711" y="188940"/>
                </a:lnTo>
                <a:cubicBezTo>
                  <a:pt x="227375" y="183612"/>
                  <a:pt x="227375" y="177333"/>
                  <a:pt x="224711" y="171625"/>
                </a:cubicBezTo>
                <a:lnTo>
                  <a:pt x="219003" y="161541"/>
                </a:lnTo>
                <a:lnTo>
                  <a:pt x="224330" y="151837"/>
                </a:lnTo>
                <a:lnTo>
                  <a:pt x="234795" y="151837"/>
                </a:lnTo>
                <a:cubicBezTo>
                  <a:pt x="237840" y="151837"/>
                  <a:pt x="240884" y="151076"/>
                  <a:pt x="244689" y="148983"/>
                </a:cubicBezTo>
                <a:lnTo>
                  <a:pt x="279509" y="122916"/>
                </a:lnTo>
                <a:cubicBezTo>
                  <a:pt x="282934" y="119491"/>
                  <a:pt x="284646" y="114924"/>
                  <a:pt x="284837" y="110358"/>
                </a:cubicBezTo>
                <a:lnTo>
                  <a:pt x="284837" y="97800"/>
                </a:lnTo>
                <a:cubicBezTo>
                  <a:pt x="284837" y="97800"/>
                  <a:pt x="287120" y="96087"/>
                  <a:pt x="287120" y="96087"/>
                </a:cubicBezTo>
                <a:cubicBezTo>
                  <a:pt x="290545" y="92472"/>
                  <a:pt x="292828" y="87715"/>
                  <a:pt x="292828" y="82768"/>
                </a:cubicBezTo>
                <a:cubicBezTo>
                  <a:pt x="292828" y="77060"/>
                  <a:pt x="290355" y="71923"/>
                  <a:pt x="285217" y="68117"/>
                </a:cubicBezTo>
                <a:lnTo>
                  <a:pt x="277987" y="62790"/>
                </a:lnTo>
                <a:lnTo>
                  <a:pt x="283695" y="52134"/>
                </a:lnTo>
                <a:lnTo>
                  <a:pt x="285027" y="50803"/>
                </a:lnTo>
                <a:lnTo>
                  <a:pt x="287120" y="49090"/>
                </a:lnTo>
                <a:cubicBezTo>
                  <a:pt x="288832" y="47378"/>
                  <a:pt x="293779" y="42240"/>
                  <a:pt x="292638" y="35010"/>
                </a:cubicBezTo>
                <a:cubicBezTo>
                  <a:pt x="292448" y="33488"/>
                  <a:pt x="291686" y="32346"/>
                  <a:pt x="290925" y="31014"/>
                </a:cubicBezTo>
                <a:cubicBezTo>
                  <a:pt x="294350" y="29873"/>
                  <a:pt x="302151" y="27399"/>
                  <a:pt x="302151" y="27399"/>
                </a:cubicBezTo>
                <a:cubicBezTo>
                  <a:pt x="305196" y="26448"/>
                  <a:pt x="307860" y="24165"/>
                  <a:pt x="309762" y="20930"/>
                </a:cubicBezTo>
                <a:cubicBezTo>
                  <a:pt x="311284" y="18266"/>
                  <a:pt x="312426" y="15222"/>
                  <a:pt x="312236" y="12177"/>
                </a:cubicBezTo>
                <a:cubicBezTo>
                  <a:pt x="312236" y="11416"/>
                  <a:pt x="312046" y="10465"/>
                  <a:pt x="311855" y="9704"/>
                </a:cubicBezTo>
                <a:close/>
                <a:moveTo>
                  <a:pt x="272659" y="37103"/>
                </a:moveTo>
                <a:lnTo>
                  <a:pt x="270566" y="39957"/>
                </a:lnTo>
                <a:cubicBezTo>
                  <a:pt x="268473" y="42811"/>
                  <a:pt x="261433" y="54798"/>
                  <a:pt x="261433" y="54798"/>
                </a:cubicBezTo>
                <a:cubicBezTo>
                  <a:pt x="257438" y="62790"/>
                  <a:pt x="259531" y="72874"/>
                  <a:pt x="266380" y="78202"/>
                </a:cubicBezTo>
                <a:lnTo>
                  <a:pt x="273991" y="83910"/>
                </a:lnTo>
                <a:lnTo>
                  <a:pt x="272089" y="85813"/>
                </a:lnTo>
                <a:cubicBezTo>
                  <a:pt x="268664" y="89428"/>
                  <a:pt x="266571" y="93994"/>
                  <a:pt x="266571" y="98941"/>
                </a:cubicBezTo>
                <a:lnTo>
                  <a:pt x="266571" y="109787"/>
                </a:lnTo>
                <a:cubicBezTo>
                  <a:pt x="266571" y="109787"/>
                  <a:pt x="235747" y="133190"/>
                  <a:pt x="235747" y="133190"/>
                </a:cubicBezTo>
                <a:lnTo>
                  <a:pt x="224711" y="133190"/>
                </a:lnTo>
                <a:cubicBezTo>
                  <a:pt x="217671" y="133190"/>
                  <a:pt x="211011" y="137186"/>
                  <a:pt x="207777" y="143465"/>
                </a:cubicBezTo>
                <a:lnTo>
                  <a:pt x="202449" y="153740"/>
                </a:lnTo>
                <a:cubicBezTo>
                  <a:pt x="199976" y="159257"/>
                  <a:pt x="200546" y="165727"/>
                  <a:pt x="203210" y="170293"/>
                </a:cubicBezTo>
                <a:lnTo>
                  <a:pt x="208538" y="180568"/>
                </a:lnTo>
                <a:lnTo>
                  <a:pt x="202639" y="192745"/>
                </a:lnTo>
                <a:lnTo>
                  <a:pt x="199405" y="195599"/>
                </a:lnTo>
                <a:cubicBezTo>
                  <a:pt x="195980" y="198834"/>
                  <a:pt x="194838" y="203020"/>
                  <a:pt x="194648" y="207586"/>
                </a:cubicBezTo>
                <a:cubicBezTo>
                  <a:pt x="194648" y="210060"/>
                  <a:pt x="195028" y="212343"/>
                  <a:pt x="195790" y="214626"/>
                </a:cubicBezTo>
                <a:lnTo>
                  <a:pt x="191413" y="217100"/>
                </a:lnTo>
                <a:cubicBezTo>
                  <a:pt x="184944" y="220335"/>
                  <a:pt x="180948" y="226804"/>
                  <a:pt x="180948" y="234034"/>
                </a:cubicBezTo>
                <a:cubicBezTo>
                  <a:pt x="180948" y="234034"/>
                  <a:pt x="180948" y="243738"/>
                  <a:pt x="180948" y="244499"/>
                </a:cubicBezTo>
                <a:lnTo>
                  <a:pt x="163253" y="281222"/>
                </a:lnTo>
                <a:lnTo>
                  <a:pt x="155262" y="304054"/>
                </a:lnTo>
                <a:cubicBezTo>
                  <a:pt x="152788" y="310523"/>
                  <a:pt x="153930" y="317754"/>
                  <a:pt x="158496" y="323462"/>
                </a:cubicBezTo>
                <a:cubicBezTo>
                  <a:pt x="158496" y="323462"/>
                  <a:pt x="156974" y="325174"/>
                  <a:pt x="156784" y="325365"/>
                </a:cubicBezTo>
                <a:cubicBezTo>
                  <a:pt x="154310" y="328789"/>
                  <a:pt x="152598" y="332405"/>
                  <a:pt x="152598" y="336781"/>
                </a:cubicBezTo>
                <a:lnTo>
                  <a:pt x="152598" y="361516"/>
                </a:lnTo>
                <a:cubicBezTo>
                  <a:pt x="152598" y="361516"/>
                  <a:pt x="148031" y="388535"/>
                  <a:pt x="148031" y="388535"/>
                </a:cubicBezTo>
                <a:cubicBezTo>
                  <a:pt x="148031" y="388915"/>
                  <a:pt x="148031" y="389296"/>
                  <a:pt x="147651" y="389486"/>
                </a:cubicBezTo>
                <a:lnTo>
                  <a:pt x="138898" y="407181"/>
                </a:lnTo>
                <a:cubicBezTo>
                  <a:pt x="134522" y="413651"/>
                  <a:pt x="134332" y="422023"/>
                  <a:pt x="138708" y="428492"/>
                </a:cubicBezTo>
                <a:lnTo>
                  <a:pt x="144606" y="437435"/>
                </a:lnTo>
                <a:lnTo>
                  <a:pt x="44524" y="437435"/>
                </a:lnTo>
                <a:cubicBezTo>
                  <a:pt x="44524" y="437435"/>
                  <a:pt x="38815" y="426018"/>
                  <a:pt x="38815" y="426018"/>
                </a:cubicBezTo>
                <a:lnTo>
                  <a:pt x="47948" y="343821"/>
                </a:lnTo>
                <a:lnTo>
                  <a:pt x="47948" y="299868"/>
                </a:lnTo>
                <a:cubicBezTo>
                  <a:pt x="47948" y="293018"/>
                  <a:pt x="44524" y="286739"/>
                  <a:pt x="38625" y="283315"/>
                </a:cubicBezTo>
                <a:cubicBezTo>
                  <a:pt x="34059" y="280651"/>
                  <a:pt x="28731" y="280080"/>
                  <a:pt x="23784" y="281602"/>
                </a:cubicBezTo>
                <a:lnTo>
                  <a:pt x="21881" y="277606"/>
                </a:lnTo>
                <a:lnTo>
                  <a:pt x="31966" y="267522"/>
                </a:lnTo>
                <a:cubicBezTo>
                  <a:pt x="37103" y="262385"/>
                  <a:pt x="38815" y="254964"/>
                  <a:pt x="36532" y="248114"/>
                </a:cubicBezTo>
                <a:lnTo>
                  <a:pt x="29302" y="226423"/>
                </a:lnTo>
                <a:lnTo>
                  <a:pt x="29302" y="218622"/>
                </a:lnTo>
                <a:cubicBezTo>
                  <a:pt x="29492" y="208918"/>
                  <a:pt x="28350" y="202069"/>
                  <a:pt x="24735" y="198263"/>
                </a:cubicBezTo>
                <a:lnTo>
                  <a:pt x="24735" y="197312"/>
                </a:lnTo>
                <a:cubicBezTo>
                  <a:pt x="27399" y="193887"/>
                  <a:pt x="29302" y="190081"/>
                  <a:pt x="29302" y="185705"/>
                </a:cubicBezTo>
                <a:lnTo>
                  <a:pt x="29302" y="167629"/>
                </a:lnTo>
                <a:cubicBezTo>
                  <a:pt x="29302" y="167629"/>
                  <a:pt x="34249" y="165346"/>
                  <a:pt x="34249" y="165346"/>
                </a:cubicBezTo>
                <a:cubicBezTo>
                  <a:pt x="40147" y="162682"/>
                  <a:pt x="44143" y="156974"/>
                  <a:pt x="45094" y="150695"/>
                </a:cubicBezTo>
                <a:cubicBezTo>
                  <a:pt x="45285" y="148983"/>
                  <a:pt x="45285" y="147080"/>
                  <a:pt x="45094" y="145368"/>
                </a:cubicBezTo>
                <a:cubicBezTo>
                  <a:pt x="44904" y="144226"/>
                  <a:pt x="44524" y="142894"/>
                  <a:pt x="44143" y="141752"/>
                </a:cubicBezTo>
                <a:cubicBezTo>
                  <a:pt x="43382" y="139089"/>
                  <a:pt x="40908" y="136996"/>
                  <a:pt x="39196" y="134903"/>
                </a:cubicBezTo>
                <a:lnTo>
                  <a:pt x="43953" y="125199"/>
                </a:lnTo>
                <a:cubicBezTo>
                  <a:pt x="47758" y="116827"/>
                  <a:pt x="45094" y="106742"/>
                  <a:pt x="37293" y="101605"/>
                </a:cubicBezTo>
                <a:lnTo>
                  <a:pt x="21881" y="91140"/>
                </a:lnTo>
                <a:lnTo>
                  <a:pt x="28350" y="86954"/>
                </a:lnTo>
                <a:cubicBezTo>
                  <a:pt x="35200" y="83529"/>
                  <a:pt x="39006" y="77250"/>
                  <a:pt x="39006" y="70591"/>
                </a:cubicBezTo>
                <a:lnTo>
                  <a:pt x="39006" y="59745"/>
                </a:lnTo>
                <a:cubicBezTo>
                  <a:pt x="39006" y="56320"/>
                  <a:pt x="38245" y="52896"/>
                  <a:pt x="36342" y="49851"/>
                </a:cubicBezTo>
                <a:lnTo>
                  <a:pt x="31014" y="41860"/>
                </a:lnTo>
                <a:cubicBezTo>
                  <a:pt x="34059" y="39196"/>
                  <a:pt x="36342" y="35961"/>
                  <a:pt x="37103" y="31966"/>
                </a:cubicBezTo>
                <a:cubicBezTo>
                  <a:pt x="37864" y="27589"/>
                  <a:pt x="36342" y="22452"/>
                  <a:pt x="34059" y="19217"/>
                </a:cubicBezTo>
                <a:lnTo>
                  <a:pt x="277416" y="19217"/>
                </a:lnTo>
                <a:cubicBezTo>
                  <a:pt x="274943" y="21881"/>
                  <a:pt x="273040" y="24926"/>
                  <a:pt x="272469" y="28541"/>
                </a:cubicBezTo>
                <a:cubicBezTo>
                  <a:pt x="271898" y="31585"/>
                  <a:pt x="272469" y="34439"/>
                  <a:pt x="273420" y="3729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53" descr="Virginia icon.">
            <a:extLst>
              <a:ext uri="{FF2B5EF4-FFF2-40B4-BE49-F238E27FC236}">
                <a16:creationId xmlns:a16="http://schemas.microsoft.com/office/drawing/2014/main" id="{6757CFAE-EEF3-07ED-F8D5-3D97DCCBA154}"/>
              </a:ext>
            </a:extLst>
          </p:cNvPr>
          <p:cNvSpPr/>
          <p:nvPr/>
        </p:nvSpPr>
        <p:spPr>
          <a:xfrm>
            <a:off x="5855553" y="1577795"/>
            <a:ext cx="456725" cy="220657"/>
          </a:xfrm>
          <a:custGeom>
            <a:avLst/>
            <a:gdLst>
              <a:gd name="connsiteX0" fmla="*/ 450408 w 456725"/>
              <a:gd name="connsiteY0" fmla="*/ 119052 h 220657"/>
              <a:gd name="connsiteX1" fmla="*/ 455545 w 456725"/>
              <a:gd name="connsiteY1" fmla="*/ 101357 h 220657"/>
              <a:gd name="connsiteX2" fmla="*/ 435947 w 456725"/>
              <a:gd name="connsiteY2" fmla="*/ 93936 h 220657"/>
              <a:gd name="connsiteX3" fmla="*/ 421106 w 456725"/>
              <a:gd name="connsiteY3" fmla="*/ 96790 h 220657"/>
              <a:gd name="connsiteX4" fmla="*/ 382862 w 456725"/>
              <a:gd name="connsiteY4" fmla="*/ 96790 h 220657"/>
              <a:gd name="connsiteX5" fmla="*/ 367830 w 456725"/>
              <a:gd name="connsiteY5" fmla="*/ 89180 h 220657"/>
              <a:gd name="connsiteX6" fmla="*/ 364976 w 456725"/>
              <a:gd name="connsiteY6" fmla="*/ 85564 h 220657"/>
              <a:gd name="connsiteX7" fmla="*/ 362883 w 456725"/>
              <a:gd name="connsiteY7" fmla="*/ 83662 h 220657"/>
              <a:gd name="connsiteX8" fmla="*/ 343095 w 456725"/>
              <a:gd name="connsiteY8" fmla="*/ 81188 h 220657"/>
              <a:gd name="connsiteX9" fmla="*/ 360029 w 456725"/>
              <a:gd name="connsiteY9" fmla="*/ 62732 h 220657"/>
              <a:gd name="connsiteX10" fmla="*/ 360790 w 456725"/>
              <a:gd name="connsiteY10" fmla="*/ 54740 h 220657"/>
              <a:gd name="connsiteX11" fmla="*/ 357365 w 456725"/>
              <a:gd name="connsiteY11" fmla="*/ 47320 h 220657"/>
              <a:gd name="connsiteX12" fmla="*/ 352228 w 456725"/>
              <a:gd name="connsiteY12" fmla="*/ 42373 h 220657"/>
              <a:gd name="connsiteX13" fmla="*/ 341573 w 456725"/>
              <a:gd name="connsiteY13" fmla="*/ 34191 h 220657"/>
              <a:gd name="connsiteX14" fmla="*/ 332630 w 456725"/>
              <a:gd name="connsiteY14" fmla="*/ 30576 h 220657"/>
              <a:gd name="connsiteX15" fmla="*/ 328444 w 456725"/>
              <a:gd name="connsiteY15" fmla="*/ 19921 h 220657"/>
              <a:gd name="connsiteX16" fmla="*/ 324258 w 456725"/>
              <a:gd name="connsiteY16" fmla="*/ 16115 h 220657"/>
              <a:gd name="connsiteX17" fmla="*/ 313412 w 456725"/>
              <a:gd name="connsiteY17" fmla="*/ 12881 h 220657"/>
              <a:gd name="connsiteX18" fmla="*/ 302567 w 456725"/>
              <a:gd name="connsiteY18" fmla="*/ 17447 h 220657"/>
              <a:gd name="connsiteX19" fmla="*/ 288677 w 456725"/>
              <a:gd name="connsiteY19" fmla="*/ 2987 h 220657"/>
              <a:gd name="connsiteX20" fmla="*/ 274216 w 456725"/>
              <a:gd name="connsiteY20" fmla="*/ 1464 h 220657"/>
              <a:gd name="connsiteX21" fmla="*/ 266225 w 456725"/>
              <a:gd name="connsiteY21" fmla="*/ 16876 h 220657"/>
              <a:gd name="connsiteX22" fmla="*/ 266225 w 456725"/>
              <a:gd name="connsiteY22" fmla="*/ 20492 h 220657"/>
              <a:gd name="connsiteX23" fmla="*/ 253096 w 456725"/>
              <a:gd name="connsiteY23" fmla="*/ 39519 h 220657"/>
              <a:gd name="connsiteX24" fmla="*/ 238065 w 456725"/>
              <a:gd name="connsiteY24" fmla="*/ 43514 h 220657"/>
              <a:gd name="connsiteX25" fmla="*/ 232166 w 456725"/>
              <a:gd name="connsiteY25" fmla="*/ 51886 h 220657"/>
              <a:gd name="connsiteX26" fmla="*/ 228171 w 456725"/>
              <a:gd name="connsiteY26" fmla="*/ 62161 h 220657"/>
              <a:gd name="connsiteX27" fmla="*/ 224746 w 456725"/>
              <a:gd name="connsiteY27" fmla="*/ 60258 h 220657"/>
              <a:gd name="connsiteX28" fmla="*/ 207050 w 456725"/>
              <a:gd name="connsiteY28" fmla="*/ 57404 h 220657"/>
              <a:gd name="connsiteX29" fmla="*/ 199630 w 456725"/>
              <a:gd name="connsiteY29" fmla="*/ 68059 h 220657"/>
              <a:gd name="connsiteX30" fmla="*/ 199440 w 456725"/>
              <a:gd name="connsiteY30" fmla="*/ 83091 h 220657"/>
              <a:gd name="connsiteX31" fmla="*/ 168235 w 456725"/>
              <a:gd name="connsiteY31" fmla="*/ 130659 h 220657"/>
              <a:gd name="connsiteX32" fmla="*/ 150159 w 456725"/>
              <a:gd name="connsiteY32" fmla="*/ 133132 h 220657"/>
              <a:gd name="connsiteX33" fmla="*/ 147876 w 456725"/>
              <a:gd name="connsiteY33" fmla="*/ 134464 h 220657"/>
              <a:gd name="connsiteX34" fmla="*/ 135699 w 456725"/>
              <a:gd name="connsiteY34" fmla="*/ 134464 h 220657"/>
              <a:gd name="connsiteX35" fmla="*/ 123902 w 456725"/>
              <a:gd name="connsiteY35" fmla="*/ 140363 h 220657"/>
              <a:gd name="connsiteX36" fmla="*/ 122570 w 456725"/>
              <a:gd name="connsiteY36" fmla="*/ 139221 h 220657"/>
              <a:gd name="connsiteX37" fmla="*/ 118574 w 456725"/>
              <a:gd name="connsiteY37" fmla="*/ 131420 h 220657"/>
              <a:gd name="connsiteX38" fmla="*/ 115530 w 456725"/>
              <a:gd name="connsiteY38" fmla="*/ 128946 h 220657"/>
              <a:gd name="connsiteX39" fmla="*/ 112485 w 456725"/>
              <a:gd name="connsiteY39" fmla="*/ 127044 h 220657"/>
              <a:gd name="connsiteX40" fmla="*/ 102021 w 456725"/>
              <a:gd name="connsiteY40" fmla="*/ 125331 h 220657"/>
              <a:gd name="connsiteX41" fmla="*/ 98025 w 456725"/>
              <a:gd name="connsiteY41" fmla="*/ 126853 h 220657"/>
              <a:gd name="connsiteX42" fmla="*/ 95932 w 456725"/>
              <a:gd name="connsiteY42" fmla="*/ 128185 h 220657"/>
              <a:gd name="connsiteX43" fmla="*/ 94980 w 456725"/>
              <a:gd name="connsiteY43" fmla="*/ 128946 h 220657"/>
              <a:gd name="connsiteX44" fmla="*/ 90985 w 456725"/>
              <a:gd name="connsiteY44" fmla="*/ 133513 h 220657"/>
              <a:gd name="connsiteX45" fmla="*/ 88321 w 456725"/>
              <a:gd name="connsiteY45" fmla="*/ 136557 h 220657"/>
              <a:gd name="connsiteX46" fmla="*/ 72719 w 456725"/>
              <a:gd name="connsiteY46" fmla="*/ 144358 h 220657"/>
              <a:gd name="connsiteX47" fmla="*/ 67772 w 456725"/>
              <a:gd name="connsiteY47" fmla="*/ 147974 h 220657"/>
              <a:gd name="connsiteX48" fmla="*/ 54643 w 456725"/>
              <a:gd name="connsiteY48" fmla="*/ 161483 h 220657"/>
              <a:gd name="connsiteX49" fmla="*/ 47603 w 456725"/>
              <a:gd name="connsiteY49" fmla="*/ 172709 h 220657"/>
              <a:gd name="connsiteX50" fmla="*/ 16589 w 456725"/>
              <a:gd name="connsiteY50" fmla="*/ 182413 h 220657"/>
              <a:gd name="connsiteX51" fmla="*/ 35 w 456725"/>
              <a:gd name="connsiteY51" fmla="*/ 200298 h 220657"/>
              <a:gd name="connsiteX52" fmla="*/ 13544 w 456725"/>
              <a:gd name="connsiteY52" fmla="*/ 211144 h 220657"/>
              <a:gd name="connsiteX53" fmla="*/ 110202 w 456725"/>
              <a:gd name="connsiteY53" fmla="*/ 211144 h 220657"/>
              <a:gd name="connsiteX54" fmla="*/ 114008 w 456725"/>
              <a:gd name="connsiteY54" fmla="*/ 215139 h 220657"/>
              <a:gd name="connsiteX55" fmla="*/ 118003 w 456725"/>
              <a:gd name="connsiteY55" fmla="*/ 218564 h 220657"/>
              <a:gd name="connsiteX56" fmla="*/ 126756 w 456725"/>
              <a:gd name="connsiteY56" fmla="*/ 220657 h 220657"/>
              <a:gd name="connsiteX57" fmla="*/ 403030 w 456725"/>
              <a:gd name="connsiteY57" fmla="*/ 220657 h 220657"/>
              <a:gd name="connsiteX58" fmla="*/ 419964 w 456725"/>
              <a:gd name="connsiteY58" fmla="*/ 210192 h 220657"/>
              <a:gd name="connsiteX59" fmla="*/ 425482 w 456725"/>
              <a:gd name="connsiteY59" fmla="*/ 199157 h 220657"/>
              <a:gd name="connsiteX60" fmla="*/ 426243 w 456725"/>
              <a:gd name="connsiteY60" fmla="*/ 184886 h 220657"/>
              <a:gd name="connsiteX61" fmla="*/ 418823 w 456725"/>
              <a:gd name="connsiteY61" fmla="*/ 163195 h 220657"/>
              <a:gd name="connsiteX62" fmla="*/ 426624 w 456725"/>
              <a:gd name="connsiteY62" fmla="*/ 140363 h 220657"/>
              <a:gd name="connsiteX63" fmla="*/ 450027 w 456725"/>
              <a:gd name="connsiteY63" fmla="*/ 119243 h 220657"/>
              <a:gd name="connsiteX64" fmla="*/ 13925 w 456725"/>
              <a:gd name="connsiteY64" fmla="*/ 191926 h 220657"/>
              <a:gd name="connsiteX65" fmla="*/ 13925 w 456725"/>
              <a:gd name="connsiteY65" fmla="*/ 191926 h 220657"/>
              <a:gd name="connsiteX66" fmla="*/ 13925 w 456725"/>
              <a:gd name="connsiteY66" fmla="*/ 191926 h 220657"/>
              <a:gd name="connsiteX67" fmla="*/ 13925 w 456725"/>
              <a:gd name="connsiteY67" fmla="*/ 191926 h 220657"/>
              <a:gd name="connsiteX68" fmla="*/ 413495 w 456725"/>
              <a:gd name="connsiteY68" fmla="*/ 126663 h 220657"/>
              <a:gd name="connsiteX69" fmla="*/ 409119 w 456725"/>
              <a:gd name="connsiteY69" fmla="*/ 133893 h 220657"/>
              <a:gd name="connsiteX70" fmla="*/ 401318 w 456725"/>
              <a:gd name="connsiteY70" fmla="*/ 156726 h 220657"/>
              <a:gd name="connsiteX71" fmla="*/ 401318 w 456725"/>
              <a:gd name="connsiteY71" fmla="*/ 169094 h 220657"/>
              <a:gd name="connsiteX72" fmla="*/ 408738 w 456725"/>
              <a:gd name="connsiteY72" fmla="*/ 190785 h 220657"/>
              <a:gd name="connsiteX73" fmla="*/ 403411 w 456725"/>
              <a:gd name="connsiteY73" fmla="*/ 201440 h 220657"/>
              <a:gd name="connsiteX74" fmla="*/ 127707 w 456725"/>
              <a:gd name="connsiteY74" fmla="*/ 201440 h 220657"/>
              <a:gd name="connsiteX75" fmla="*/ 123711 w 456725"/>
              <a:gd name="connsiteY75" fmla="*/ 197444 h 220657"/>
              <a:gd name="connsiteX76" fmla="*/ 110202 w 456725"/>
              <a:gd name="connsiteY76" fmla="*/ 191926 h 220657"/>
              <a:gd name="connsiteX77" fmla="*/ 49315 w 456725"/>
              <a:gd name="connsiteY77" fmla="*/ 191926 h 220657"/>
              <a:gd name="connsiteX78" fmla="*/ 66440 w 456725"/>
              <a:gd name="connsiteY78" fmla="*/ 177656 h 220657"/>
              <a:gd name="connsiteX79" fmla="*/ 81661 w 456725"/>
              <a:gd name="connsiteY79" fmla="*/ 161673 h 220657"/>
              <a:gd name="connsiteX80" fmla="*/ 97264 w 456725"/>
              <a:gd name="connsiteY80" fmla="*/ 153872 h 220657"/>
              <a:gd name="connsiteX81" fmla="*/ 104494 w 456725"/>
              <a:gd name="connsiteY81" fmla="*/ 147593 h 220657"/>
              <a:gd name="connsiteX82" fmla="*/ 110392 w 456725"/>
              <a:gd name="connsiteY82" fmla="*/ 154062 h 220657"/>
              <a:gd name="connsiteX83" fmla="*/ 123902 w 456725"/>
              <a:gd name="connsiteY83" fmla="*/ 159580 h 220657"/>
              <a:gd name="connsiteX84" fmla="*/ 137221 w 456725"/>
              <a:gd name="connsiteY84" fmla="*/ 153682 h 220657"/>
              <a:gd name="connsiteX85" fmla="*/ 148827 w 456725"/>
              <a:gd name="connsiteY85" fmla="*/ 153682 h 220657"/>
              <a:gd name="connsiteX86" fmla="*/ 161385 w 456725"/>
              <a:gd name="connsiteY86" fmla="*/ 148354 h 220657"/>
              <a:gd name="connsiteX87" fmla="*/ 163098 w 456725"/>
              <a:gd name="connsiteY87" fmla="*/ 146832 h 220657"/>
              <a:gd name="connsiteX88" fmla="*/ 170138 w 456725"/>
              <a:gd name="connsiteY88" fmla="*/ 148164 h 220657"/>
              <a:gd name="connsiteX89" fmla="*/ 172040 w 456725"/>
              <a:gd name="connsiteY89" fmla="*/ 148164 h 220657"/>
              <a:gd name="connsiteX90" fmla="*/ 186121 w 456725"/>
              <a:gd name="connsiteY90" fmla="*/ 139602 h 220657"/>
              <a:gd name="connsiteX91" fmla="*/ 217706 w 456725"/>
              <a:gd name="connsiteY91" fmla="*/ 91463 h 220657"/>
              <a:gd name="connsiteX92" fmla="*/ 219038 w 456725"/>
              <a:gd name="connsiteY92" fmla="*/ 78524 h 220657"/>
              <a:gd name="connsiteX93" fmla="*/ 235401 w 456725"/>
              <a:gd name="connsiteY93" fmla="*/ 84423 h 220657"/>
              <a:gd name="connsiteX94" fmla="*/ 241870 w 456725"/>
              <a:gd name="connsiteY94" fmla="*/ 82710 h 220657"/>
              <a:gd name="connsiteX95" fmla="*/ 247769 w 456725"/>
              <a:gd name="connsiteY95" fmla="*/ 75099 h 220657"/>
              <a:gd name="connsiteX96" fmla="*/ 251003 w 456725"/>
              <a:gd name="connsiteY96" fmla="*/ 62161 h 220657"/>
              <a:gd name="connsiteX97" fmla="*/ 255379 w 456725"/>
              <a:gd name="connsiteY97" fmla="*/ 62732 h 220657"/>
              <a:gd name="connsiteX98" fmla="*/ 256902 w 456725"/>
              <a:gd name="connsiteY98" fmla="*/ 62732 h 220657"/>
              <a:gd name="connsiteX99" fmla="*/ 269269 w 456725"/>
              <a:gd name="connsiteY99" fmla="*/ 54931 h 220657"/>
              <a:gd name="connsiteX100" fmla="*/ 282398 w 456725"/>
              <a:gd name="connsiteY100" fmla="*/ 37045 h 220657"/>
              <a:gd name="connsiteX101" fmla="*/ 285633 w 456725"/>
              <a:gd name="connsiteY101" fmla="*/ 26961 h 220657"/>
              <a:gd name="connsiteX102" fmla="*/ 290960 w 456725"/>
              <a:gd name="connsiteY102" fmla="*/ 32479 h 220657"/>
              <a:gd name="connsiteX103" fmla="*/ 303138 w 456725"/>
              <a:gd name="connsiteY103" fmla="*/ 36855 h 220657"/>
              <a:gd name="connsiteX104" fmla="*/ 307133 w 456725"/>
              <a:gd name="connsiteY104" fmla="*/ 36474 h 220657"/>
              <a:gd name="connsiteX105" fmla="*/ 313412 w 456725"/>
              <a:gd name="connsiteY105" fmla="*/ 33430 h 220657"/>
              <a:gd name="connsiteX106" fmla="*/ 314744 w 456725"/>
              <a:gd name="connsiteY106" fmla="*/ 34762 h 220657"/>
              <a:gd name="connsiteX107" fmla="*/ 329776 w 456725"/>
              <a:gd name="connsiteY107" fmla="*/ 48842 h 220657"/>
              <a:gd name="connsiteX108" fmla="*/ 340431 w 456725"/>
              <a:gd name="connsiteY108" fmla="*/ 57214 h 220657"/>
              <a:gd name="connsiteX109" fmla="*/ 329395 w 456725"/>
              <a:gd name="connsiteY109" fmla="*/ 68440 h 220657"/>
              <a:gd name="connsiteX110" fmla="*/ 323877 w 456725"/>
              <a:gd name="connsiteY110" fmla="*/ 81949 h 220657"/>
              <a:gd name="connsiteX111" fmla="*/ 323877 w 456725"/>
              <a:gd name="connsiteY111" fmla="*/ 94127 h 220657"/>
              <a:gd name="connsiteX112" fmla="*/ 329205 w 456725"/>
              <a:gd name="connsiteY112" fmla="*/ 103831 h 220657"/>
              <a:gd name="connsiteX113" fmla="*/ 335294 w 456725"/>
              <a:gd name="connsiteY113" fmla="*/ 105543 h 220657"/>
              <a:gd name="connsiteX114" fmla="*/ 340241 w 456725"/>
              <a:gd name="connsiteY114" fmla="*/ 104401 h 220657"/>
              <a:gd name="connsiteX115" fmla="*/ 351086 w 456725"/>
              <a:gd name="connsiteY115" fmla="*/ 98883 h 220657"/>
              <a:gd name="connsiteX116" fmla="*/ 353940 w 456725"/>
              <a:gd name="connsiteY116" fmla="*/ 102308 h 220657"/>
              <a:gd name="connsiteX117" fmla="*/ 358887 w 456725"/>
              <a:gd name="connsiteY117" fmla="*/ 105923 h 220657"/>
              <a:gd name="connsiteX118" fmla="*/ 374490 w 456725"/>
              <a:gd name="connsiteY118" fmla="*/ 113915 h 220657"/>
              <a:gd name="connsiteX119" fmla="*/ 383052 w 456725"/>
              <a:gd name="connsiteY119" fmla="*/ 116198 h 220657"/>
              <a:gd name="connsiteX120" fmla="*/ 425292 w 456725"/>
              <a:gd name="connsiteY120" fmla="*/ 116198 h 220657"/>
              <a:gd name="connsiteX121" fmla="*/ 413495 w 456725"/>
              <a:gd name="connsiteY121" fmla="*/ 127044 h 22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456725" h="220657">
                <a:moveTo>
                  <a:pt x="450408" y="119052"/>
                </a:moveTo>
                <a:cubicBezTo>
                  <a:pt x="456306" y="114866"/>
                  <a:pt x="458209" y="107255"/>
                  <a:pt x="455545" y="101357"/>
                </a:cubicBezTo>
                <a:cubicBezTo>
                  <a:pt x="453262" y="96029"/>
                  <a:pt x="446602" y="91273"/>
                  <a:pt x="435947" y="93936"/>
                </a:cubicBezTo>
                <a:lnTo>
                  <a:pt x="421106" y="96790"/>
                </a:lnTo>
                <a:lnTo>
                  <a:pt x="382862" y="96790"/>
                </a:lnTo>
                <a:cubicBezTo>
                  <a:pt x="382862" y="96790"/>
                  <a:pt x="367830" y="89180"/>
                  <a:pt x="367830" y="89180"/>
                </a:cubicBezTo>
                <a:cubicBezTo>
                  <a:pt x="366879" y="88038"/>
                  <a:pt x="366118" y="86706"/>
                  <a:pt x="364976" y="85564"/>
                </a:cubicBezTo>
                <a:cubicBezTo>
                  <a:pt x="364405" y="84994"/>
                  <a:pt x="363644" y="84233"/>
                  <a:pt x="362883" y="83662"/>
                </a:cubicBezTo>
                <a:cubicBezTo>
                  <a:pt x="357365" y="79095"/>
                  <a:pt x="349754" y="78334"/>
                  <a:pt x="343095" y="81188"/>
                </a:cubicBezTo>
                <a:cubicBezTo>
                  <a:pt x="343095" y="81188"/>
                  <a:pt x="359268" y="64635"/>
                  <a:pt x="360029" y="62732"/>
                </a:cubicBezTo>
                <a:cubicBezTo>
                  <a:pt x="361171" y="60258"/>
                  <a:pt x="361171" y="57404"/>
                  <a:pt x="360790" y="54740"/>
                </a:cubicBezTo>
                <a:cubicBezTo>
                  <a:pt x="359648" y="50364"/>
                  <a:pt x="357936" y="48081"/>
                  <a:pt x="357365" y="47320"/>
                </a:cubicBezTo>
                <a:cubicBezTo>
                  <a:pt x="356033" y="45417"/>
                  <a:pt x="354321" y="43705"/>
                  <a:pt x="352228" y="42373"/>
                </a:cubicBezTo>
                <a:lnTo>
                  <a:pt x="341573" y="34191"/>
                </a:lnTo>
                <a:cubicBezTo>
                  <a:pt x="338909" y="31527"/>
                  <a:pt x="336055" y="30576"/>
                  <a:pt x="332630" y="30576"/>
                </a:cubicBezTo>
                <a:cubicBezTo>
                  <a:pt x="332249" y="27912"/>
                  <a:pt x="331488" y="24107"/>
                  <a:pt x="328444" y="19921"/>
                </a:cubicBezTo>
                <a:cubicBezTo>
                  <a:pt x="328444" y="19921"/>
                  <a:pt x="324448" y="16115"/>
                  <a:pt x="324258" y="16115"/>
                </a:cubicBezTo>
                <a:cubicBezTo>
                  <a:pt x="320452" y="12690"/>
                  <a:pt x="316266" y="12881"/>
                  <a:pt x="313412" y="12881"/>
                </a:cubicBezTo>
                <a:cubicBezTo>
                  <a:pt x="309607" y="12881"/>
                  <a:pt x="306182" y="14593"/>
                  <a:pt x="302567" y="17447"/>
                </a:cubicBezTo>
                <a:lnTo>
                  <a:pt x="288677" y="2987"/>
                </a:lnTo>
                <a:cubicBezTo>
                  <a:pt x="284111" y="-248"/>
                  <a:pt x="278783" y="-1009"/>
                  <a:pt x="274216" y="1464"/>
                </a:cubicBezTo>
                <a:cubicBezTo>
                  <a:pt x="271172" y="2987"/>
                  <a:pt x="266225" y="6982"/>
                  <a:pt x="266225" y="16876"/>
                </a:cubicBezTo>
                <a:lnTo>
                  <a:pt x="266225" y="20492"/>
                </a:lnTo>
                <a:cubicBezTo>
                  <a:pt x="266225" y="20492"/>
                  <a:pt x="253096" y="39519"/>
                  <a:pt x="253096" y="39519"/>
                </a:cubicBezTo>
                <a:cubicBezTo>
                  <a:pt x="243773" y="38948"/>
                  <a:pt x="240919" y="41041"/>
                  <a:pt x="238065" y="43514"/>
                </a:cubicBezTo>
                <a:cubicBezTo>
                  <a:pt x="235972" y="45417"/>
                  <a:pt x="234830" y="47510"/>
                  <a:pt x="232166" y="51886"/>
                </a:cubicBezTo>
                <a:lnTo>
                  <a:pt x="228171" y="62161"/>
                </a:lnTo>
                <a:lnTo>
                  <a:pt x="224746" y="60258"/>
                </a:lnTo>
                <a:cubicBezTo>
                  <a:pt x="218277" y="57024"/>
                  <a:pt x="212188" y="54931"/>
                  <a:pt x="207050" y="57404"/>
                </a:cubicBezTo>
                <a:cubicBezTo>
                  <a:pt x="203055" y="59497"/>
                  <a:pt x="199820" y="62922"/>
                  <a:pt x="199630" y="68059"/>
                </a:cubicBezTo>
                <a:cubicBezTo>
                  <a:pt x="199630" y="68059"/>
                  <a:pt x="199630" y="80237"/>
                  <a:pt x="199440" y="83091"/>
                </a:cubicBezTo>
                <a:lnTo>
                  <a:pt x="168235" y="130659"/>
                </a:lnTo>
                <a:cubicBezTo>
                  <a:pt x="160244" y="129137"/>
                  <a:pt x="155297" y="129327"/>
                  <a:pt x="150159" y="133132"/>
                </a:cubicBezTo>
                <a:lnTo>
                  <a:pt x="147876" y="134464"/>
                </a:lnTo>
                <a:cubicBezTo>
                  <a:pt x="141978" y="134464"/>
                  <a:pt x="135699" y="134464"/>
                  <a:pt x="135699" y="134464"/>
                </a:cubicBezTo>
                <a:cubicBezTo>
                  <a:pt x="130561" y="134464"/>
                  <a:pt x="127136" y="136748"/>
                  <a:pt x="123902" y="140363"/>
                </a:cubicBezTo>
                <a:lnTo>
                  <a:pt x="122570" y="139221"/>
                </a:lnTo>
                <a:cubicBezTo>
                  <a:pt x="121809" y="136367"/>
                  <a:pt x="120477" y="133703"/>
                  <a:pt x="118574" y="131420"/>
                </a:cubicBezTo>
                <a:cubicBezTo>
                  <a:pt x="118574" y="131420"/>
                  <a:pt x="116291" y="129517"/>
                  <a:pt x="115530" y="128946"/>
                </a:cubicBezTo>
                <a:cubicBezTo>
                  <a:pt x="114578" y="128185"/>
                  <a:pt x="113627" y="127424"/>
                  <a:pt x="112485" y="127044"/>
                </a:cubicBezTo>
                <a:cubicBezTo>
                  <a:pt x="109251" y="125521"/>
                  <a:pt x="105636" y="124570"/>
                  <a:pt x="102021" y="125331"/>
                </a:cubicBezTo>
                <a:cubicBezTo>
                  <a:pt x="100498" y="125712"/>
                  <a:pt x="99166" y="126092"/>
                  <a:pt x="98025" y="126853"/>
                </a:cubicBezTo>
                <a:cubicBezTo>
                  <a:pt x="97264" y="127234"/>
                  <a:pt x="96693" y="127614"/>
                  <a:pt x="95932" y="128185"/>
                </a:cubicBezTo>
                <a:cubicBezTo>
                  <a:pt x="95551" y="128376"/>
                  <a:pt x="95171" y="128756"/>
                  <a:pt x="94980" y="128946"/>
                </a:cubicBezTo>
                <a:cubicBezTo>
                  <a:pt x="93458" y="130278"/>
                  <a:pt x="92126" y="131991"/>
                  <a:pt x="90985" y="133513"/>
                </a:cubicBezTo>
                <a:cubicBezTo>
                  <a:pt x="90033" y="134464"/>
                  <a:pt x="89272" y="135606"/>
                  <a:pt x="88321" y="136557"/>
                </a:cubicBezTo>
                <a:lnTo>
                  <a:pt x="72719" y="144358"/>
                </a:lnTo>
                <a:cubicBezTo>
                  <a:pt x="70816" y="145310"/>
                  <a:pt x="69294" y="146451"/>
                  <a:pt x="67772" y="147974"/>
                </a:cubicBezTo>
                <a:lnTo>
                  <a:pt x="54643" y="161483"/>
                </a:lnTo>
                <a:cubicBezTo>
                  <a:pt x="51408" y="164527"/>
                  <a:pt x="49696" y="168142"/>
                  <a:pt x="47603" y="172709"/>
                </a:cubicBezTo>
                <a:cubicBezTo>
                  <a:pt x="40753" y="174231"/>
                  <a:pt x="16589" y="182413"/>
                  <a:pt x="16589" y="182413"/>
                </a:cubicBezTo>
                <a:cubicBezTo>
                  <a:pt x="-155" y="186979"/>
                  <a:pt x="-155" y="197254"/>
                  <a:pt x="35" y="200298"/>
                </a:cubicBezTo>
                <a:cubicBezTo>
                  <a:pt x="986" y="206577"/>
                  <a:pt x="6694" y="211144"/>
                  <a:pt x="13544" y="211144"/>
                </a:cubicBezTo>
                <a:cubicBezTo>
                  <a:pt x="13544" y="211144"/>
                  <a:pt x="110202" y="211144"/>
                  <a:pt x="110202" y="211144"/>
                </a:cubicBezTo>
                <a:cubicBezTo>
                  <a:pt x="111534" y="212476"/>
                  <a:pt x="112676" y="213808"/>
                  <a:pt x="114008" y="215139"/>
                </a:cubicBezTo>
                <a:cubicBezTo>
                  <a:pt x="115149" y="216281"/>
                  <a:pt x="116481" y="217803"/>
                  <a:pt x="118003" y="218564"/>
                </a:cubicBezTo>
                <a:cubicBezTo>
                  <a:pt x="120667" y="219896"/>
                  <a:pt x="123711" y="220657"/>
                  <a:pt x="126756" y="220657"/>
                </a:cubicBezTo>
                <a:lnTo>
                  <a:pt x="403030" y="220657"/>
                </a:lnTo>
                <a:cubicBezTo>
                  <a:pt x="410261" y="220657"/>
                  <a:pt x="416730" y="216662"/>
                  <a:pt x="419964" y="210192"/>
                </a:cubicBezTo>
                <a:lnTo>
                  <a:pt x="425482" y="199157"/>
                </a:lnTo>
                <a:cubicBezTo>
                  <a:pt x="427575" y="194780"/>
                  <a:pt x="427766" y="189643"/>
                  <a:pt x="426243" y="184886"/>
                </a:cubicBezTo>
                <a:lnTo>
                  <a:pt x="418823" y="163195"/>
                </a:lnTo>
                <a:lnTo>
                  <a:pt x="426624" y="140363"/>
                </a:lnTo>
                <a:lnTo>
                  <a:pt x="450027" y="119243"/>
                </a:lnTo>
                <a:close/>
                <a:moveTo>
                  <a:pt x="13925" y="191926"/>
                </a:moveTo>
                <a:cubicBezTo>
                  <a:pt x="13925" y="191926"/>
                  <a:pt x="13925" y="191926"/>
                  <a:pt x="13925" y="191926"/>
                </a:cubicBezTo>
                <a:lnTo>
                  <a:pt x="13925" y="191926"/>
                </a:lnTo>
                <a:lnTo>
                  <a:pt x="13925" y="191926"/>
                </a:lnTo>
                <a:close/>
                <a:moveTo>
                  <a:pt x="413495" y="126663"/>
                </a:moveTo>
                <a:cubicBezTo>
                  <a:pt x="411593" y="128756"/>
                  <a:pt x="409880" y="131230"/>
                  <a:pt x="409119" y="133893"/>
                </a:cubicBezTo>
                <a:lnTo>
                  <a:pt x="401318" y="156726"/>
                </a:lnTo>
                <a:cubicBezTo>
                  <a:pt x="399986" y="160722"/>
                  <a:pt x="399986" y="165098"/>
                  <a:pt x="401318" y="169094"/>
                </a:cubicBezTo>
                <a:lnTo>
                  <a:pt x="408738" y="190785"/>
                </a:lnTo>
                <a:lnTo>
                  <a:pt x="403411" y="201440"/>
                </a:lnTo>
                <a:lnTo>
                  <a:pt x="127707" y="201440"/>
                </a:lnTo>
                <a:lnTo>
                  <a:pt x="123711" y="197444"/>
                </a:lnTo>
                <a:cubicBezTo>
                  <a:pt x="120096" y="193829"/>
                  <a:pt x="115340" y="191926"/>
                  <a:pt x="110202" y="191926"/>
                </a:cubicBezTo>
                <a:lnTo>
                  <a:pt x="49315" y="191926"/>
                </a:lnTo>
                <a:cubicBezTo>
                  <a:pt x="49315" y="191926"/>
                  <a:pt x="63015" y="186979"/>
                  <a:pt x="66440" y="177656"/>
                </a:cubicBezTo>
                <a:lnTo>
                  <a:pt x="81661" y="161673"/>
                </a:lnTo>
                <a:lnTo>
                  <a:pt x="97264" y="153872"/>
                </a:lnTo>
                <a:cubicBezTo>
                  <a:pt x="100118" y="152350"/>
                  <a:pt x="104304" y="147783"/>
                  <a:pt x="104494" y="147593"/>
                </a:cubicBezTo>
                <a:lnTo>
                  <a:pt x="110392" y="154062"/>
                </a:lnTo>
                <a:cubicBezTo>
                  <a:pt x="114008" y="157677"/>
                  <a:pt x="118764" y="159580"/>
                  <a:pt x="123902" y="159580"/>
                </a:cubicBezTo>
                <a:cubicBezTo>
                  <a:pt x="128659" y="159580"/>
                  <a:pt x="133035" y="157677"/>
                  <a:pt x="137221" y="153682"/>
                </a:cubicBezTo>
                <a:cubicBezTo>
                  <a:pt x="137221" y="153682"/>
                  <a:pt x="148827" y="153682"/>
                  <a:pt x="148827" y="153682"/>
                </a:cubicBezTo>
                <a:cubicBezTo>
                  <a:pt x="148827" y="153682"/>
                  <a:pt x="154726" y="153682"/>
                  <a:pt x="161385" y="148354"/>
                </a:cubicBezTo>
                <a:lnTo>
                  <a:pt x="163098" y="146832"/>
                </a:lnTo>
                <a:cubicBezTo>
                  <a:pt x="165381" y="147783"/>
                  <a:pt x="167664" y="148164"/>
                  <a:pt x="170138" y="148164"/>
                </a:cubicBezTo>
                <a:cubicBezTo>
                  <a:pt x="170709" y="148164"/>
                  <a:pt x="171279" y="148164"/>
                  <a:pt x="172040" y="148164"/>
                </a:cubicBezTo>
                <a:cubicBezTo>
                  <a:pt x="177749" y="147593"/>
                  <a:pt x="182886" y="144549"/>
                  <a:pt x="186121" y="139602"/>
                </a:cubicBezTo>
                <a:lnTo>
                  <a:pt x="217706" y="91463"/>
                </a:lnTo>
                <a:cubicBezTo>
                  <a:pt x="218657" y="89750"/>
                  <a:pt x="219038" y="88038"/>
                  <a:pt x="219038" y="78524"/>
                </a:cubicBezTo>
                <a:cubicBezTo>
                  <a:pt x="219038" y="78524"/>
                  <a:pt x="230644" y="84613"/>
                  <a:pt x="235401" y="84423"/>
                </a:cubicBezTo>
                <a:cubicBezTo>
                  <a:pt x="237684" y="84423"/>
                  <a:pt x="239967" y="83852"/>
                  <a:pt x="241870" y="82710"/>
                </a:cubicBezTo>
                <a:cubicBezTo>
                  <a:pt x="244915" y="80808"/>
                  <a:pt x="246817" y="78524"/>
                  <a:pt x="247769" y="75099"/>
                </a:cubicBezTo>
                <a:cubicBezTo>
                  <a:pt x="248720" y="70723"/>
                  <a:pt x="249862" y="66537"/>
                  <a:pt x="251003" y="62161"/>
                </a:cubicBezTo>
                <a:cubicBezTo>
                  <a:pt x="251003" y="62161"/>
                  <a:pt x="253477" y="62732"/>
                  <a:pt x="255379" y="62732"/>
                </a:cubicBezTo>
                <a:cubicBezTo>
                  <a:pt x="255760" y="62732"/>
                  <a:pt x="256331" y="62732"/>
                  <a:pt x="256902" y="62732"/>
                </a:cubicBezTo>
                <a:cubicBezTo>
                  <a:pt x="261849" y="62351"/>
                  <a:pt x="266415" y="59307"/>
                  <a:pt x="269269" y="54931"/>
                </a:cubicBezTo>
                <a:lnTo>
                  <a:pt x="282398" y="37045"/>
                </a:lnTo>
                <a:cubicBezTo>
                  <a:pt x="284872" y="32669"/>
                  <a:pt x="285633" y="26961"/>
                  <a:pt x="285633" y="26961"/>
                </a:cubicBezTo>
                <a:lnTo>
                  <a:pt x="290960" y="32479"/>
                </a:lnTo>
                <a:cubicBezTo>
                  <a:pt x="294575" y="35333"/>
                  <a:pt x="298761" y="36855"/>
                  <a:pt x="303138" y="36855"/>
                </a:cubicBezTo>
                <a:cubicBezTo>
                  <a:pt x="304470" y="36855"/>
                  <a:pt x="305801" y="36855"/>
                  <a:pt x="307133" y="36474"/>
                </a:cubicBezTo>
                <a:cubicBezTo>
                  <a:pt x="309417" y="35904"/>
                  <a:pt x="311510" y="34762"/>
                  <a:pt x="313412" y="33430"/>
                </a:cubicBezTo>
                <a:lnTo>
                  <a:pt x="314744" y="34762"/>
                </a:lnTo>
                <a:cubicBezTo>
                  <a:pt x="316266" y="42182"/>
                  <a:pt x="321975" y="47700"/>
                  <a:pt x="329776" y="48842"/>
                </a:cubicBezTo>
                <a:lnTo>
                  <a:pt x="340431" y="57214"/>
                </a:lnTo>
                <a:lnTo>
                  <a:pt x="329395" y="68440"/>
                </a:lnTo>
                <a:cubicBezTo>
                  <a:pt x="325780" y="72055"/>
                  <a:pt x="323877" y="76812"/>
                  <a:pt x="323877" y="81949"/>
                </a:cubicBezTo>
                <a:lnTo>
                  <a:pt x="323877" y="94127"/>
                </a:lnTo>
                <a:cubicBezTo>
                  <a:pt x="323877" y="98122"/>
                  <a:pt x="325780" y="101738"/>
                  <a:pt x="329205" y="103831"/>
                </a:cubicBezTo>
                <a:cubicBezTo>
                  <a:pt x="331108" y="104972"/>
                  <a:pt x="333201" y="105543"/>
                  <a:pt x="335294" y="105543"/>
                </a:cubicBezTo>
                <a:cubicBezTo>
                  <a:pt x="337006" y="105543"/>
                  <a:pt x="338718" y="105162"/>
                  <a:pt x="340241" y="104401"/>
                </a:cubicBezTo>
                <a:cubicBezTo>
                  <a:pt x="340241" y="104401"/>
                  <a:pt x="351276" y="99074"/>
                  <a:pt x="351086" y="98883"/>
                </a:cubicBezTo>
                <a:lnTo>
                  <a:pt x="353940" y="102308"/>
                </a:lnTo>
                <a:cubicBezTo>
                  <a:pt x="355462" y="104021"/>
                  <a:pt x="357365" y="105162"/>
                  <a:pt x="358887" y="105923"/>
                </a:cubicBezTo>
                <a:lnTo>
                  <a:pt x="374490" y="113915"/>
                </a:lnTo>
                <a:cubicBezTo>
                  <a:pt x="376392" y="114866"/>
                  <a:pt x="379627" y="116008"/>
                  <a:pt x="383052" y="116198"/>
                </a:cubicBezTo>
                <a:lnTo>
                  <a:pt x="425292" y="116198"/>
                </a:lnTo>
                <a:lnTo>
                  <a:pt x="413495" y="12704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6" descr="Washington icon.">
            <a:extLst>
              <a:ext uri="{FF2B5EF4-FFF2-40B4-BE49-F238E27FC236}">
                <a16:creationId xmlns:a16="http://schemas.microsoft.com/office/drawing/2014/main" id="{71513338-74DB-4D69-B5D1-3C88163FFA7B}"/>
              </a:ext>
            </a:extLst>
          </p:cNvPr>
          <p:cNvSpPr/>
          <p:nvPr/>
        </p:nvSpPr>
        <p:spPr>
          <a:xfrm>
            <a:off x="7072154" y="1488255"/>
            <a:ext cx="456652" cy="323536"/>
          </a:xfrm>
          <a:custGeom>
            <a:avLst/>
            <a:gdLst>
              <a:gd name="connsiteX0" fmla="*/ 210821 w 456652"/>
              <a:gd name="connsiteY0" fmla="*/ 323081 h 323536"/>
              <a:gd name="connsiteX1" fmla="*/ 206825 w 456652"/>
              <a:gd name="connsiteY1" fmla="*/ 323462 h 323536"/>
              <a:gd name="connsiteX2" fmla="*/ 163063 w 456652"/>
              <a:gd name="connsiteY2" fmla="*/ 314519 h 323536"/>
              <a:gd name="connsiteX3" fmla="*/ 159638 w 456652"/>
              <a:gd name="connsiteY3" fmla="*/ 314519 h 323536"/>
              <a:gd name="connsiteX4" fmla="*/ 134142 w 456652"/>
              <a:gd name="connsiteY4" fmla="*/ 321749 h 323536"/>
              <a:gd name="connsiteX5" fmla="*/ 111880 w 456652"/>
              <a:gd name="connsiteY5" fmla="*/ 311665 h 323536"/>
              <a:gd name="connsiteX6" fmla="*/ 97039 w 456652"/>
              <a:gd name="connsiteY6" fmla="*/ 282934 h 323536"/>
              <a:gd name="connsiteX7" fmla="*/ 97039 w 456652"/>
              <a:gd name="connsiteY7" fmla="*/ 282934 h 323536"/>
              <a:gd name="connsiteX8" fmla="*/ 67356 w 456652"/>
              <a:gd name="connsiteY8" fmla="*/ 264858 h 323536"/>
              <a:gd name="connsiteX9" fmla="*/ 61648 w 456652"/>
              <a:gd name="connsiteY9" fmla="*/ 268283 h 323536"/>
              <a:gd name="connsiteX10" fmla="*/ 46426 w 456652"/>
              <a:gd name="connsiteY10" fmla="*/ 269044 h 323536"/>
              <a:gd name="connsiteX11" fmla="*/ 36342 w 456652"/>
              <a:gd name="connsiteY11" fmla="*/ 257818 h 323536"/>
              <a:gd name="connsiteX12" fmla="*/ 31205 w 456652"/>
              <a:gd name="connsiteY12" fmla="*/ 241455 h 323536"/>
              <a:gd name="connsiteX13" fmla="*/ 34249 w 456652"/>
              <a:gd name="connsiteY13" fmla="*/ 224140 h 323536"/>
              <a:gd name="connsiteX14" fmla="*/ 45855 w 456652"/>
              <a:gd name="connsiteY14" fmla="*/ 208918 h 323536"/>
              <a:gd name="connsiteX15" fmla="*/ 26067 w 456652"/>
              <a:gd name="connsiteY15" fmla="*/ 176001 h 323536"/>
              <a:gd name="connsiteX16" fmla="*/ 19598 w 456652"/>
              <a:gd name="connsiteY16" fmla="*/ 152598 h 323536"/>
              <a:gd name="connsiteX17" fmla="*/ 19598 w 456652"/>
              <a:gd name="connsiteY17" fmla="*/ 141943 h 323536"/>
              <a:gd name="connsiteX18" fmla="*/ 15412 w 456652"/>
              <a:gd name="connsiteY18" fmla="*/ 131287 h 323536"/>
              <a:gd name="connsiteX19" fmla="*/ 9704 w 456652"/>
              <a:gd name="connsiteY19" fmla="*/ 125199 h 323536"/>
              <a:gd name="connsiteX20" fmla="*/ 0 w 456652"/>
              <a:gd name="connsiteY20" fmla="*/ 101605 h 323536"/>
              <a:gd name="connsiteX21" fmla="*/ 0 w 456652"/>
              <a:gd name="connsiteY21" fmla="*/ 60316 h 323536"/>
              <a:gd name="connsiteX22" fmla="*/ 7040 w 456652"/>
              <a:gd name="connsiteY22" fmla="*/ 46617 h 323536"/>
              <a:gd name="connsiteX23" fmla="*/ 22452 w 456652"/>
              <a:gd name="connsiteY23" fmla="*/ 45855 h 323536"/>
              <a:gd name="connsiteX24" fmla="*/ 72303 w 456652"/>
              <a:gd name="connsiteY24" fmla="*/ 68308 h 323536"/>
              <a:gd name="connsiteX25" fmla="*/ 77441 w 456652"/>
              <a:gd name="connsiteY25" fmla="*/ 67356 h 323536"/>
              <a:gd name="connsiteX26" fmla="*/ 83149 w 456652"/>
              <a:gd name="connsiteY26" fmla="*/ 61267 h 323536"/>
              <a:gd name="connsiteX27" fmla="*/ 84100 w 456652"/>
              <a:gd name="connsiteY27" fmla="*/ 55750 h 323536"/>
              <a:gd name="connsiteX28" fmla="*/ 82958 w 456652"/>
              <a:gd name="connsiteY28" fmla="*/ 53276 h 323536"/>
              <a:gd name="connsiteX29" fmla="*/ 83720 w 456652"/>
              <a:gd name="connsiteY29" fmla="*/ 30443 h 323536"/>
              <a:gd name="connsiteX30" fmla="*/ 77250 w 456652"/>
              <a:gd name="connsiteY30" fmla="*/ 23403 h 323536"/>
              <a:gd name="connsiteX31" fmla="*/ 73255 w 456652"/>
              <a:gd name="connsiteY31" fmla="*/ 7991 h 323536"/>
              <a:gd name="connsiteX32" fmla="*/ 86954 w 456652"/>
              <a:gd name="connsiteY32" fmla="*/ 0 h 323536"/>
              <a:gd name="connsiteX33" fmla="*/ 428111 w 456652"/>
              <a:gd name="connsiteY33" fmla="*/ 0 h 323536"/>
              <a:gd name="connsiteX34" fmla="*/ 447138 w 456652"/>
              <a:gd name="connsiteY34" fmla="*/ 18837 h 323536"/>
              <a:gd name="connsiteX35" fmla="*/ 447138 w 456652"/>
              <a:gd name="connsiteY35" fmla="*/ 233463 h 323536"/>
              <a:gd name="connsiteX36" fmla="*/ 449041 w 456652"/>
              <a:gd name="connsiteY36" fmla="*/ 242406 h 323536"/>
              <a:gd name="connsiteX37" fmla="*/ 456652 w 456652"/>
              <a:gd name="connsiteY37" fmla="*/ 263717 h 323536"/>
              <a:gd name="connsiteX38" fmla="*/ 451134 w 456652"/>
              <a:gd name="connsiteY38" fmla="*/ 279129 h 323536"/>
              <a:gd name="connsiteX39" fmla="*/ 437435 w 456652"/>
              <a:gd name="connsiteY39" fmla="*/ 284837 h 323536"/>
              <a:gd name="connsiteX40" fmla="*/ 437435 w 456652"/>
              <a:gd name="connsiteY40" fmla="*/ 284837 h 323536"/>
              <a:gd name="connsiteX41" fmla="*/ 339445 w 456652"/>
              <a:gd name="connsiteY41" fmla="*/ 284837 h 323536"/>
              <a:gd name="connsiteX42" fmla="*/ 326316 w 456652"/>
              <a:gd name="connsiteY42" fmla="*/ 286930 h 323536"/>
              <a:gd name="connsiteX43" fmla="*/ 211011 w 456652"/>
              <a:gd name="connsiteY43" fmla="*/ 322510 h 323536"/>
              <a:gd name="connsiteX44" fmla="*/ 209870 w 456652"/>
              <a:gd name="connsiteY44" fmla="*/ 304625 h 323536"/>
              <a:gd name="connsiteX45" fmla="*/ 320418 w 456652"/>
              <a:gd name="connsiteY45" fmla="*/ 269425 h 323536"/>
              <a:gd name="connsiteX46" fmla="*/ 342679 w 456652"/>
              <a:gd name="connsiteY46" fmla="*/ 266761 h 323536"/>
              <a:gd name="connsiteX47" fmla="*/ 437435 w 456652"/>
              <a:gd name="connsiteY47" fmla="*/ 266761 h 323536"/>
              <a:gd name="connsiteX48" fmla="*/ 435151 w 456652"/>
              <a:gd name="connsiteY48" fmla="*/ 255915 h 323536"/>
              <a:gd name="connsiteX49" fmla="*/ 428302 w 456652"/>
              <a:gd name="connsiteY49" fmla="*/ 234415 h 323536"/>
              <a:gd name="connsiteX50" fmla="*/ 428872 w 456652"/>
              <a:gd name="connsiteY50" fmla="*/ 19408 h 323536"/>
              <a:gd name="connsiteX51" fmla="*/ 99322 w 456652"/>
              <a:gd name="connsiteY51" fmla="*/ 19408 h 323536"/>
              <a:gd name="connsiteX52" fmla="*/ 99132 w 456652"/>
              <a:gd name="connsiteY52" fmla="*/ 41860 h 323536"/>
              <a:gd name="connsiteX53" fmla="*/ 101415 w 456652"/>
              <a:gd name="connsiteY53" fmla="*/ 47758 h 323536"/>
              <a:gd name="connsiteX54" fmla="*/ 97229 w 456652"/>
              <a:gd name="connsiteY54" fmla="*/ 74586 h 323536"/>
              <a:gd name="connsiteX55" fmla="*/ 91521 w 456652"/>
              <a:gd name="connsiteY55" fmla="*/ 80485 h 323536"/>
              <a:gd name="connsiteX56" fmla="*/ 64692 w 456652"/>
              <a:gd name="connsiteY56" fmla="*/ 85622 h 323536"/>
              <a:gd name="connsiteX57" fmla="*/ 19217 w 456652"/>
              <a:gd name="connsiteY57" fmla="*/ 65073 h 323536"/>
              <a:gd name="connsiteX58" fmla="*/ 19217 w 456652"/>
              <a:gd name="connsiteY58" fmla="*/ 101605 h 323536"/>
              <a:gd name="connsiteX59" fmla="*/ 23403 w 456652"/>
              <a:gd name="connsiteY59" fmla="*/ 112260 h 323536"/>
              <a:gd name="connsiteX60" fmla="*/ 29112 w 456652"/>
              <a:gd name="connsiteY60" fmla="*/ 118349 h 323536"/>
              <a:gd name="connsiteX61" fmla="*/ 38625 w 456652"/>
              <a:gd name="connsiteY61" fmla="*/ 142133 h 323536"/>
              <a:gd name="connsiteX62" fmla="*/ 38625 w 456652"/>
              <a:gd name="connsiteY62" fmla="*/ 152788 h 323536"/>
              <a:gd name="connsiteX63" fmla="*/ 42431 w 456652"/>
              <a:gd name="connsiteY63" fmla="*/ 166488 h 323536"/>
              <a:gd name="connsiteX64" fmla="*/ 62219 w 456652"/>
              <a:gd name="connsiteY64" fmla="*/ 199405 h 323536"/>
              <a:gd name="connsiteX65" fmla="*/ 61077 w 456652"/>
              <a:gd name="connsiteY65" fmla="*/ 220715 h 323536"/>
              <a:gd name="connsiteX66" fmla="*/ 49471 w 456652"/>
              <a:gd name="connsiteY66" fmla="*/ 235937 h 323536"/>
              <a:gd name="connsiteX67" fmla="*/ 54608 w 456652"/>
              <a:gd name="connsiteY67" fmla="*/ 252300 h 323536"/>
              <a:gd name="connsiteX68" fmla="*/ 59745 w 456652"/>
              <a:gd name="connsiteY68" fmla="*/ 248685 h 323536"/>
              <a:gd name="connsiteX69" fmla="*/ 76679 w 456652"/>
              <a:gd name="connsiteY69" fmla="*/ 248495 h 323536"/>
              <a:gd name="connsiteX70" fmla="*/ 98561 w 456652"/>
              <a:gd name="connsiteY70" fmla="*/ 261433 h 323536"/>
              <a:gd name="connsiteX71" fmla="*/ 111689 w 456652"/>
              <a:gd name="connsiteY71" fmla="*/ 270947 h 323536"/>
              <a:gd name="connsiteX72" fmla="*/ 129004 w 456652"/>
              <a:gd name="connsiteY72" fmla="*/ 303293 h 323536"/>
              <a:gd name="connsiteX73" fmla="*/ 159638 w 456652"/>
              <a:gd name="connsiteY73" fmla="*/ 295872 h 323536"/>
              <a:gd name="connsiteX74" fmla="*/ 163634 w 456652"/>
              <a:gd name="connsiteY74" fmla="*/ 295872 h 323536"/>
              <a:gd name="connsiteX75" fmla="*/ 209870 w 456652"/>
              <a:gd name="connsiteY75" fmla="*/ 304815 h 323536"/>
              <a:gd name="connsiteX76" fmla="*/ 85242 w 456652"/>
              <a:gd name="connsiteY76" fmla="*/ 28541 h 323536"/>
              <a:gd name="connsiteX77" fmla="*/ 85242 w 456652"/>
              <a:gd name="connsiteY77" fmla="*/ 28541 h 323536"/>
              <a:gd name="connsiteX78" fmla="*/ 85242 w 456652"/>
              <a:gd name="connsiteY78" fmla="*/ 28541 h 32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56652" h="323536">
                <a:moveTo>
                  <a:pt x="210821" y="323081"/>
                </a:moveTo>
                <a:cubicBezTo>
                  <a:pt x="209489" y="323462"/>
                  <a:pt x="208157" y="323652"/>
                  <a:pt x="206825" y="323462"/>
                </a:cubicBezTo>
                <a:cubicBezTo>
                  <a:pt x="199405" y="322320"/>
                  <a:pt x="170483" y="316041"/>
                  <a:pt x="163063" y="314519"/>
                </a:cubicBezTo>
                <a:cubicBezTo>
                  <a:pt x="161921" y="314329"/>
                  <a:pt x="160780" y="314329"/>
                  <a:pt x="159638" y="314519"/>
                </a:cubicBezTo>
                <a:cubicBezTo>
                  <a:pt x="152788" y="316041"/>
                  <a:pt x="134142" y="321749"/>
                  <a:pt x="134142" y="321749"/>
                </a:cubicBezTo>
                <a:cubicBezTo>
                  <a:pt x="125199" y="324223"/>
                  <a:pt x="115875" y="320037"/>
                  <a:pt x="111880" y="311665"/>
                </a:cubicBezTo>
                <a:cubicBezTo>
                  <a:pt x="111880" y="311665"/>
                  <a:pt x="103698" y="295492"/>
                  <a:pt x="97039" y="282934"/>
                </a:cubicBezTo>
                <a:lnTo>
                  <a:pt x="97039" y="282934"/>
                </a:lnTo>
                <a:cubicBezTo>
                  <a:pt x="83149" y="274562"/>
                  <a:pt x="67356" y="264858"/>
                  <a:pt x="67356" y="264858"/>
                </a:cubicBezTo>
                <a:lnTo>
                  <a:pt x="61648" y="268283"/>
                </a:lnTo>
                <a:cubicBezTo>
                  <a:pt x="56891" y="270757"/>
                  <a:pt x="51373" y="271137"/>
                  <a:pt x="46426" y="269044"/>
                </a:cubicBezTo>
                <a:cubicBezTo>
                  <a:pt x="41669" y="267141"/>
                  <a:pt x="37864" y="262955"/>
                  <a:pt x="36342" y="257818"/>
                </a:cubicBezTo>
                <a:lnTo>
                  <a:pt x="31205" y="241455"/>
                </a:lnTo>
                <a:cubicBezTo>
                  <a:pt x="29302" y="235556"/>
                  <a:pt x="30443" y="229087"/>
                  <a:pt x="34249" y="224140"/>
                </a:cubicBezTo>
                <a:lnTo>
                  <a:pt x="45855" y="208918"/>
                </a:lnTo>
                <a:lnTo>
                  <a:pt x="26067" y="176001"/>
                </a:lnTo>
                <a:cubicBezTo>
                  <a:pt x="22452" y="170103"/>
                  <a:pt x="19598" y="159448"/>
                  <a:pt x="19598" y="152598"/>
                </a:cubicBezTo>
                <a:lnTo>
                  <a:pt x="19598" y="141943"/>
                </a:lnTo>
                <a:cubicBezTo>
                  <a:pt x="19598" y="138898"/>
                  <a:pt x="17505" y="133571"/>
                  <a:pt x="15412" y="131287"/>
                </a:cubicBezTo>
                <a:lnTo>
                  <a:pt x="9704" y="125199"/>
                </a:lnTo>
                <a:cubicBezTo>
                  <a:pt x="4186" y="119871"/>
                  <a:pt x="0" y="109216"/>
                  <a:pt x="0" y="101605"/>
                </a:cubicBezTo>
                <a:lnTo>
                  <a:pt x="0" y="60316"/>
                </a:lnTo>
                <a:cubicBezTo>
                  <a:pt x="0" y="54608"/>
                  <a:pt x="2474" y="49471"/>
                  <a:pt x="7040" y="46617"/>
                </a:cubicBezTo>
                <a:cubicBezTo>
                  <a:pt x="11416" y="43762"/>
                  <a:pt x="17124" y="43382"/>
                  <a:pt x="22452" y="45855"/>
                </a:cubicBezTo>
                <a:lnTo>
                  <a:pt x="72303" y="68308"/>
                </a:lnTo>
                <a:cubicBezTo>
                  <a:pt x="73635" y="68878"/>
                  <a:pt x="76489" y="68308"/>
                  <a:pt x="77441" y="67356"/>
                </a:cubicBezTo>
                <a:lnTo>
                  <a:pt x="83149" y="61267"/>
                </a:lnTo>
                <a:cubicBezTo>
                  <a:pt x="84100" y="60126"/>
                  <a:pt x="84671" y="57082"/>
                  <a:pt x="84100" y="55750"/>
                </a:cubicBezTo>
                <a:lnTo>
                  <a:pt x="82958" y="53276"/>
                </a:lnTo>
                <a:cubicBezTo>
                  <a:pt x="79724" y="46617"/>
                  <a:pt x="79153" y="37103"/>
                  <a:pt x="83720" y="30443"/>
                </a:cubicBezTo>
                <a:lnTo>
                  <a:pt x="77250" y="23403"/>
                </a:lnTo>
                <a:cubicBezTo>
                  <a:pt x="70591" y="16744"/>
                  <a:pt x="72113" y="10465"/>
                  <a:pt x="73255" y="7991"/>
                </a:cubicBezTo>
                <a:cubicBezTo>
                  <a:pt x="74206" y="5708"/>
                  <a:pt x="77631" y="0"/>
                  <a:pt x="86954" y="0"/>
                </a:cubicBezTo>
                <a:lnTo>
                  <a:pt x="428111" y="0"/>
                </a:lnTo>
                <a:cubicBezTo>
                  <a:pt x="438576" y="0"/>
                  <a:pt x="447138" y="8372"/>
                  <a:pt x="447138" y="18837"/>
                </a:cubicBezTo>
                <a:lnTo>
                  <a:pt x="447138" y="233463"/>
                </a:lnTo>
                <a:cubicBezTo>
                  <a:pt x="447138" y="237079"/>
                  <a:pt x="447709" y="239933"/>
                  <a:pt x="449041" y="242406"/>
                </a:cubicBezTo>
                <a:cubicBezTo>
                  <a:pt x="454559" y="249446"/>
                  <a:pt x="456462" y="257057"/>
                  <a:pt x="456652" y="263717"/>
                </a:cubicBezTo>
                <a:cubicBezTo>
                  <a:pt x="456652" y="270376"/>
                  <a:pt x="454749" y="275323"/>
                  <a:pt x="451134" y="279129"/>
                </a:cubicBezTo>
                <a:cubicBezTo>
                  <a:pt x="447519" y="282934"/>
                  <a:pt x="442572" y="284837"/>
                  <a:pt x="437435" y="284837"/>
                </a:cubicBezTo>
                <a:lnTo>
                  <a:pt x="437435" y="284837"/>
                </a:lnTo>
                <a:cubicBezTo>
                  <a:pt x="437435" y="284837"/>
                  <a:pt x="339445" y="284837"/>
                  <a:pt x="339445" y="284837"/>
                </a:cubicBezTo>
                <a:cubicBezTo>
                  <a:pt x="334878" y="284837"/>
                  <a:pt x="330502" y="285598"/>
                  <a:pt x="326316" y="286930"/>
                </a:cubicBezTo>
                <a:cubicBezTo>
                  <a:pt x="326316" y="286930"/>
                  <a:pt x="226043" y="317944"/>
                  <a:pt x="211011" y="322510"/>
                </a:cubicBezTo>
                <a:close/>
                <a:moveTo>
                  <a:pt x="209870" y="304625"/>
                </a:moveTo>
                <a:cubicBezTo>
                  <a:pt x="209870" y="304625"/>
                  <a:pt x="320418" y="269425"/>
                  <a:pt x="320418" y="269425"/>
                </a:cubicBezTo>
                <a:cubicBezTo>
                  <a:pt x="326506" y="267522"/>
                  <a:pt x="331644" y="266761"/>
                  <a:pt x="342679" y="266761"/>
                </a:cubicBezTo>
                <a:lnTo>
                  <a:pt x="437435" y="266761"/>
                </a:lnTo>
                <a:cubicBezTo>
                  <a:pt x="437435" y="261243"/>
                  <a:pt x="436864" y="257057"/>
                  <a:pt x="435151" y="255915"/>
                </a:cubicBezTo>
                <a:cubicBezTo>
                  <a:pt x="428682" y="249256"/>
                  <a:pt x="428111" y="242406"/>
                  <a:pt x="428302" y="234415"/>
                </a:cubicBezTo>
                <a:lnTo>
                  <a:pt x="428872" y="19408"/>
                </a:lnTo>
                <a:lnTo>
                  <a:pt x="99322" y="19408"/>
                </a:lnTo>
                <a:cubicBezTo>
                  <a:pt x="104459" y="26828"/>
                  <a:pt x="104649" y="36152"/>
                  <a:pt x="99132" y="41860"/>
                </a:cubicBezTo>
                <a:cubicBezTo>
                  <a:pt x="99893" y="43953"/>
                  <a:pt x="101415" y="47758"/>
                  <a:pt x="101415" y="47758"/>
                </a:cubicBezTo>
                <a:cubicBezTo>
                  <a:pt x="105411" y="56320"/>
                  <a:pt x="103698" y="67737"/>
                  <a:pt x="97229" y="74586"/>
                </a:cubicBezTo>
                <a:lnTo>
                  <a:pt x="91521" y="80485"/>
                </a:lnTo>
                <a:cubicBezTo>
                  <a:pt x="85242" y="87144"/>
                  <a:pt x="73064" y="89428"/>
                  <a:pt x="64692" y="85622"/>
                </a:cubicBezTo>
                <a:lnTo>
                  <a:pt x="19217" y="65073"/>
                </a:lnTo>
                <a:lnTo>
                  <a:pt x="19217" y="101605"/>
                </a:lnTo>
                <a:cubicBezTo>
                  <a:pt x="19217" y="104649"/>
                  <a:pt x="21310" y="109977"/>
                  <a:pt x="23403" y="112260"/>
                </a:cubicBezTo>
                <a:lnTo>
                  <a:pt x="29112" y="118349"/>
                </a:lnTo>
                <a:cubicBezTo>
                  <a:pt x="34249" y="123867"/>
                  <a:pt x="38625" y="134522"/>
                  <a:pt x="38625" y="142133"/>
                </a:cubicBezTo>
                <a:lnTo>
                  <a:pt x="38625" y="152788"/>
                </a:lnTo>
                <a:cubicBezTo>
                  <a:pt x="38625" y="156594"/>
                  <a:pt x="40528" y="163253"/>
                  <a:pt x="42431" y="166488"/>
                </a:cubicBezTo>
                <a:lnTo>
                  <a:pt x="62219" y="199405"/>
                </a:lnTo>
                <a:cubicBezTo>
                  <a:pt x="66215" y="206064"/>
                  <a:pt x="65834" y="214626"/>
                  <a:pt x="61077" y="220715"/>
                </a:cubicBezTo>
                <a:lnTo>
                  <a:pt x="49471" y="235937"/>
                </a:lnTo>
                <a:lnTo>
                  <a:pt x="54608" y="252300"/>
                </a:lnTo>
                <a:lnTo>
                  <a:pt x="59745" y="248685"/>
                </a:lnTo>
                <a:cubicBezTo>
                  <a:pt x="66405" y="244880"/>
                  <a:pt x="71162" y="245641"/>
                  <a:pt x="76679" y="248495"/>
                </a:cubicBezTo>
                <a:lnTo>
                  <a:pt x="98561" y="261433"/>
                </a:lnTo>
                <a:cubicBezTo>
                  <a:pt x="102556" y="263717"/>
                  <a:pt x="109026" y="268473"/>
                  <a:pt x="111689" y="270947"/>
                </a:cubicBezTo>
                <a:cubicBezTo>
                  <a:pt x="114734" y="273611"/>
                  <a:pt x="129004" y="303293"/>
                  <a:pt x="129004" y="303293"/>
                </a:cubicBezTo>
                <a:cubicBezTo>
                  <a:pt x="129004" y="303293"/>
                  <a:pt x="152027" y="297585"/>
                  <a:pt x="159638" y="295872"/>
                </a:cubicBezTo>
                <a:cubicBezTo>
                  <a:pt x="160970" y="295492"/>
                  <a:pt x="162302" y="295492"/>
                  <a:pt x="163634" y="295872"/>
                </a:cubicBezTo>
                <a:cubicBezTo>
                  <a:pt x="171435" y="297585"/>
                  <a:pt x="208538" y="304815"/>
                  <a:pt x="209870" y="304815"/>
                </a:cubicBezTo>
                <a:close/>
                <a:moveTo>
                  <a:pt x="85242" y="28541"/>
                </a:moveTo>
                <a:cubicBezTo>
                  <a:pt x="85242" y="28541"/>
                  <a:pt x="85242" y="28541"/>
                  <a:pt x="85242" y="28541"/>
                </a:cubicBezTo>
                <a:cubicBezTo>
                  <a:pt x="85242" y="28541"/>
                  <a:pt x="85242" y="28541"/>
                  <a:pt x="85242" y="28541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54" descr="West Virginia icon.">
            <a:extLst>
              <a:ext uri="{FF2B5EF4-FFF2-40B4-BE49-F238E27FC236}">
                <a16:creationId xmlns:a16="http://schemas.microsoft.com/office/drawing/2014/main" id="{68780D3F-A07B-2038-2180-D2A53F6A0956}"/>
              </a:ext>
            </a:extLst>
          </p:cNvPr>
          <p:cNvSpPr/>
          <p:nvPr/>
        </p:nvSpPr>
        <p:spPr>
          <a:xfrm>
            <a:off x="8343193" y="1443811"/>
            <a:ext cx="418859" cy="412425"/>
          </a:xfrm>
          <a:custGeom>
            <a:avLst/>
            <a:gdLst>
              <a:gd name="connsiteX0" fmla="*/ 415622 w 418859"/>
              <a:gd name="connsiteY0" fmla="*/ 179913 h 412425"/>
              <a:gd name="connsiteX1" fmla="*/ 401922 w 418859"/>
              <a:gd name="connsiteY1" fmla="*/ 157842 h 412425"/>
              <a:gd name="connsiteX2" fmla="*/ 401352 w 418859"/>
              <a:gd name="connsiteY2" fmla="*/ 155368 h 412425"/>
              <a:gd name="connsiteX3" fmla="*/ 391458 w 418859"/>
              <a:gd name="connsiteY3" fmla="*/ 142430 h 412425"/>
              <a:gd name="connsiteX4" fmla="*/ 381754 w 418859"/>
              <a:gd name="connsiteY4" fmla="*/ 138054 h 412425"/>
              <a:gd name="connsiteX5" fmla="*/ 365581 w 418859"/>
              <a:gd name="connsiteY5" fmla="*/ 138054 h 412425"/>
              <a:gd name="connsiteX6" fmla="*/ 340655 w 418859"/>
              <a:gd name="connsiteY6" fmla="*/ 150421 h 412425"/>
              <a:gd name="connsiteX7" fmla="*/ 332473 w 418859"/>
              <a:gd name="connsiteY7" fmla="*/ 143191 h 412425"/>
              <a:gd name="connsiteX8" fmla="*/ 319535 w 418859"/>
              <a:gd name="connsiteY8" fmla="*/ 139576 h 412425"/>
              <a:gd name="connsiteX9" fmla="*/ 308880 w 418859"/>
              <a:gd name="connsiteY9" fmla="*/ 146616 h 412425"/>
              <a:gd name="connsiteX10" fmla="*/ 305264 w 418859"/>
              <a:gd name="connsiteY10" fmla="*/ 154227 h 412425"/>
              <a:gd name="connsiteX11" fmla="*/ 283954 w 418859"/>
              <a:gd name="connsiteY11" fmla="*/ 161647 h 412425"/>
              <a:gd name="connsiteX12" fmla="*/ 276914 w 418859"/>
              <a:gd name="connsiteY12" fmla="*/ 166024 h 412425"/>
              <a:gd name="connsiteX13" fmla="*/ 267591 w 418859"/>
              <a:gd name="connsiteY13" fmla="*/ 175537 h 412425"/>
              <a:gd name="connsiteX14" fmla="*/ 267210 w 418859"/>
              <a:gd name="connsiteY14" fmla="*/ 144142 h 412425"/>
              <a:gd name="connsiteX15" fmla="*/ 261692 w 418859"/>
              <a:gd name="connsiteY15" fmla="*/ 131014 h 412425"/>
              <a:gd name="connsiteX16" fmla="*/ 248564 w 418859"/>
              <a:gd name="connsiteY16" fmla="*/ 125686 h 412425"/>
              <a:gd name="connsiteX17" fmla="*/ 196049 w 418859"/>
              <a:gd name="connsiteY17" fmla="*/ 126637 h 412425"/>
              <a:gd name="connsiteX18" fmla="*/ 196049 w 418859"/>
              <a:gd name="connsiteY18" fmla="*/ 17992 h 412425"/>
              <a:gd name="connsiteX19" fmla="*/ 185964 w 418859"/>
              <a:gd name="connsiteY19" fmla="*/ 297 h 412425"/>
              <a:gd name="connsiteX20" fmla="*/ 169220 w 418859"/>
              <a:gd name="connsiteY20" fmla="*/ 12284 h 412425"/>
              <a:gd name="connsiteX21" fmla="*/ 161419 w 418859"/>
              <a:gd name="connsiteY21" fmla="*/ 37971 h 412425"/>
              <a:gd name="connsiteX22" fmla="*/ 161419 w 418859"/>
              <a:gd name="connsiteY22" fmla="*/ 37971 h 412425"/>
              <a:gd name="connsiteX23" fmla="*/ 160277 w 418859"/>
              <a:gd name="connsiteY23" fmla="*/ 40254 h 412425"/>
              <a:gd name="connsiteX24" fmla="*/ 155711 w 418859"/>
              <a:gd name="connsiteY24" fmla="*/ 44821 h 412425"/>
              <a:gd name="connsiteX25" fmla="*/ 155711 w 418859"/>
              <a:gd name="connsiteY25" fmla="*/ 44821 h 412425"/>
              <a:gd name="connsiteX26" fmla="*/ 154569 w 418859"/>
              <a:gd name="connsiteY26" fmla="*/ 45772 h 412425"/>
              <a:gd name="connsiteX27" fmla="*/ 149432 w 418859"/>
              <a:gd name="connsiteY27" fmla="*/ 58710 h 412425"/>
              <a:gd name="connsiteX28" fmla="*/ 149432 w 418859"/>
              <a:gd name="connsiteY28" fmla="*/ 79831 h 412425"/>
              <a:gd name="connsiteX29" fmla="*/ 132878 w 418859"/>
              <a:gd name="connsiteY29" fmla="*/ 128350 h 412425"/>
              <a:gd name="connsiteX30" fmla="*/ 133830 w 418859"/>
              <a:gd name="connsiteY30" fmla="*/ 142811 h 412425"/>
              <a:gd name="connsiteX31" fmla="*/ 138396 w 418859"/>
              <a:gd name="connsiteY31" fmla="*/ 152134 h 412425"/>
              <a:gd name="connsiteX32" fmla="*/ 122604 w 418859"/>
              <a:gd name="connsiteY32" fmla="*/ 167926 h 412425"/>
              <a:gd name="connsiteX33" fmla="*/ 101484 w 418859"/>
              <a:gd name="connsiteY33" fmla="*/ 168307 h 412425"/>
              <a:gd name="connsiteX34" fmla="*/ 87023 w 418859"/>
              <a:gd name="connsiteY34" fmla="*/ 179723 h 412425"/>
              <a:gd name="connsiteX35" fmla="*/ 76368 w 418859"/>
              <a:gd name="connsiteY35" fmla="*/ 187524 h 412425"/>
              <a:gd name="connsiteX36" fmla="*/ 68757 w 418859"/>
              <a:gd name="connsiteY36" fmla="*/ 202175 h 412425"/>
              <a:gd name="connsiteX37" fmla="*/ 69137 w 418859"/>
              <a:gd name="connsiteY37" fmla="*/ 211499 h 412425"/>
              <a:gd name="connsiteX38" fmla="*/ 66283 w 418859"/>
              <a:gd name="connsiteY38" fmla="*/ 209215 h 412425"/>
              <a:gd name="connsiteX39" fmla="*/ 62288 w 418859"/>
              <a:gd name="connsiteY39" fmla="*/ 206932 h 412425"/>
              <a:gd name="connsiteX40" fmla="*/ 40597 w 418859"/>
              <a:gd name="connsiteY40" fmla="*/ 220822 h 412425"/>
              <a:gd name="connsiteX41" fmla="*/ 37172 w 418859"/>
              <a:gd name="connsiteY41" fmla="*/ 225008 h 412425"/>
              <a:gd name="connsiteX42" fmla="*/ 32795 w 418859"/>
              <a:gd name="connsiteY42" fmla="*/ 237376 h 412425"/>
              <a:gd name="connsiteX43" fmla="*/ 32795 w 418859"/>
              <a:gd name="connsiteY43" fmla="*/ 254310 h 412425"/>
              <a:gd name="connsiteX44" fmla="*/ 25755 w 418859"/>
              <a:gd name="connsiteY44" fmla="*/ 263443 h 412425"/>
              <a:gd name="connsiteX45" fmla="*/ 23282 w 418859"/>
              <a:gd name="connsiteY45" fmla="*/ 262682 h 412425"/>
              <a:gd name="connsiteX46" fmla="*/ 11866 w 418859"/>
              <a:gd name="connsiteY46" fmla="*/ 265536 h 412425"/>
              <a:gd name="connsiteX47" fmla="*/ 7680 w 418859"/>
              <a:gd name="connsiteY47" fmla="*/ 268390 h 412425"/>
              <a:gd name="connsiteX48" fmla="*/ 4255 w 418859"/>
              <a:gd name="connsiteY48" fmla="*/ 272195 h 412425"/>
              <a:gd name="connsiteX49" fmla="*/ 830 w 418859"/>
              <a:gd name="connsiteY49" fmla="*/ 281328 h 412425"/>
              <a:gd name="connsiteX50" fmla="*/ 2542 w 418859"/>
              <a:gd name="connsiteY50" fmla="*/ 291603 h 412425"/>
              <a:gd name="connsiteX51" fmla="*/ 3303 w 418859"/>
              <a:gd name="connsiteY51" fmla="*/ 292935 h 412425"/>
              <a:gd name="connsiteX52" fmla="*/ 4445 w 418859"/>
              <a:gd name="connsiteY52" fmla="*/ 294647 h 412425"/>
              <a:gd name="connsiteX53" fmla="*/ 3303 w 418859"/>
              <a:gd name="connsiteY53" fmla="*/ 316909 h 412425"/>
              <a:gd name="connsiteX54" fmla="*/ 32605 w 418859"/>
              <a:gd name="connsiteY54" fmla="*/ 362003 h 412425"/>
              <a:gd name="connsiteX55" fmla="*/ 32986 w 418859"/>
              <a:gd name="connsiteY55" fmla="*/ 364858 h 412425"/>
              <a:gd name="connsiteX56" fmla="*/ 42880 w 418859"/>
              <a:gd name="connsiteY56" fmla="*/ 378557 h 412425"/>
              <a:gd name="connsiteX57" fmla="*/ 46685 w 418859"/>
              <a:gd name="connsiteY57" fmla="*/ 380460 h 412425"/>
              <a:gd name="connsiteX58" fmla="*/ 50491 w 418859"/>
              <a:gd name="connsiteY58" fmla="*/ 382363 h 412425"/>
              <a:gd name="connsiteX59" fmla="*/ 51632 w 418859"/>
              <a:gd name="connsiteY59" fmla="*/ 386168 h 412425"/>
              <a:gd name="connsiteX60" fmla="*/ 57150 w 418859"/>
              <a:gd name="connsiteY60" fmla="*/ 396062 h 412425"/>
              <a:gd name="connsiteX61" fmla="*/ 60765 w 418859"/>
              <a:gd name="connsiteY61" fmla="*/ 400248 h 412425"/>
              <a:gd name="connsiteX62" fmla="*/ 67996 w 418859"/>
              <a:gd name="connsiteY62" fmla="*/ 404815 h 412425"/>
              <a:gd name="connsiteX63" fmla="*/ 87023 w 418859"/>
              <a:gd name="connsiteY63" fmla="*/ 411474 h 412425"/>
              <a:gd name="connsiteX64" fmla="*/ 93112 w 418859"/>
              <a:gd name="connsiteY64" fmla="*/ 412425 h 412425"/>
              <a:gd name="connsiteX65" fmla="*/ 105289 w 418859"/>
              <a:gd name="connsiteY65" fmla="*/ 407098 h 412425"/>
              <a:gd name="connsiteX66" fmla="*/ 116515 w 418859"/>
              <a:gd name="connsiteY66" fmla="*/ 411474 h 412425"/>
              <a:gd name="connsiteX67" fmla="*/ 124887 w 418859"/>
              <a:gd name="connsiteY67" fmla="*/ 409571 h 412425"/>
              <a:gd name="connsiteX68" fmla="*/ 152476 w 418859"/>
              <a:gd name="connsiteY68" fmla="*/ 395301 h 412425"/>
              <a:gd name="connsiteX69" fmla="*/ 166937 w 418859"/>
              <a:gd name="connsiteY69" fmla="*/ 395301 h 412425"/>
              <a:gd name="connsiteX70" fmla="*/ 173026 w 418859"/>
              <a:gd name="connsiteY70" fmla="*/ 394540 h 412425"/>
              <a:gd name="connsiteX71" fmla="*/ 194717 w 418859"/>
              <a:gd name="connsiteY71" fmla="*/ 387119 h 412425"/>
              <a:gd name="connsiteX72" fmla="*/ 204991 w 418859"/>
              <a:gd name="connsiteY72" fmla="*/ 378747 h 412425"/>
              <a:gd name="connsiteX73" fmla="*/ 208226 w 418859"/>
              <a:gd name="connsiteY73" fmla="*/ 372849 h 412425"/>
              <a:gd name="connsiteX74" fmla="*/ 210890 w 418859"/>
              <a:gd name="connsiteY74" fmla="*/ 367902 h 412425"/>
              <a:gd name="connsiteX75" fmla="*/ 209748 w 418859"/>
              <a:gd name="connsiteY75" fmla="*/ 351539 h 412425"/>
              <a:gd name="connsiteX76" fmla="*/ 208987 w 418859"/>
              <a:gd name="connsiteY76" fmla="*/ 350207 h 412425"/>
              <a:gd name="connsiteX77" fmla="*/ 227634 w 418859"/>
              <a:gd name="connsiteY77" fmla="*/ 331370 h 412425"/>
              <a:gd name="connsiteX78" fmla="*/ 231249 w 418859"/>
              <a:gd name="connsiteY78" fmla="*/ 326423 h 412425"/>
              <a:gd name="connsiteX79" fmla="*/ 247612 w 418859"/>
              <a:gd name="connsiteY79" fmla="*/ 293696 h 412425"/>
              <a:gd name="connsiteX80" fmla="*/ 249515 w 418859"/>
              <a:gd name="connsiteY80" fmla="*/ 286466 h 412425"/>
              <a:gd name="connsiteX81" fmla="*/ 249515 w 418859"/>
              <a:gd name="connsiteY81" fmla="*/ 283612 h 412425"/>
              <a:gd name="connsiteX82" fmla="*/ 263976 w 418859"/>
              <a:gd name="connsiteY82" fmla="*/ 291793 h 412425"/>
              <a:gd name="connsiteX83" fmla="*/ 272347 w 418859"/>
              <a:gd name="connsiteY83" fmla="*/ 293886 h 412425"/>
              <a:gd name="connsiteX84" fmla="*/ 277675 w 418859"/>
              <a:gd name="connsiteY84" fmla="*/ 293125 h 412425"/>
              <a:gd name="connsiteX85" fmla="*/ 288901 w 418859"/>
              <a:gd name="connsiteY85" fmla="*/ 283612 h 412425"/>
              <a:gd name="connsiteX86" fmla="*/ 306977 w 418859"/>
              <a:gd name="connsiteY86" fmla="*/ 246509 h 412425"/>
              <a:gd name="connsiteX87" fmla="*/ 309641 w 418859"/>
              <a:gd name="connsiteY87" fmla="*/ 247840 h 412425"/>
              <a:gd name="connsiteX88" fmla="*/ 319345 w 418859"/>
              <a:gd name="connsiteY88" fmla="*/ 250504 h 412425"/>
              <a:gd name="connsiteX89" fmla="*/ 332473 w 418859"/>
              <a:gd name="connsiteY89" fmla="*/ 244986 h 412425"/>
              <a:gd name="connsiteX90" fmla="*/ 347885 w 418859"/>
              <a:gd name="connsiteY90" fmla="*/ 229384 h 412425"/>
              <a:gd name="connsiteX91" fmla="*/ 352071 w 418859"/>
              <a:gd name="connsiteY91" fmla="*/ 225008 h 412425"/>
              <a:gd name="connsiteX92" fmla="*/ 357399 w 418859"/>
              <a:gd name="connsiteY92" fmla="*/ 212069 h 412425"/>
              <a:gd name="connsiteX93" fmla="*/ 356638 w 418859"/>
              <a:gd name="connsiteY93" fmla="*/ 201034 h 412425"/>
              <a:gd name="connsiteX94" fmla="*/ 361395 w 418859"/>
              <a:gd name="connsiteY94" fmla="*/ 193994 h 412425"/>
              <a:gd name="connsiteX95" fmla="*/ 388794 w 418859"/>
              <a:gd name="connsiteY95" fmla="*/ 210357 h 412425"/>
              <a:gd name="connsiteX96" fmla="*/ 398117 w 418859"/>
              <a:gd name="connsiteY96" fmla="*/ 212830 h 412425"/>
              <a:gd name="connsiteX97" fmla="*/ 403445 w 418859"/>
              <a:gd name="connsiteY97" fmla="*/ 212069 h 412425"/>
              <a:gd name="connsiteX98" fmla="*/ 413529 w 418859"/>
              <a:gd name="connsiteY98" fmla="*/ 204078 h 412425"/>
              <a:gd name="connsiteX99" fmla="*/ 416954 w 418859"/>
              <a:gd name="connsiteY99" fmla="*/ 198180 h 412425"/>
              <a:gd name="connsiteX100" fmla="*/ 416003 w 418859"/>
              <a:gd name="connsiteY100" fmla="*/ 179723 h 412425"/>
              <a:gd name="connsiteX101" fmla="*/ 397737 w 418859"/>
              <a:gd name="connsiteY101" fmla="*/ 193232 h 412425"/>
              <a:gd name="connsiteX102" fmla="*/ 370147 w 418859"/>
              <a:gd name="connsiteY102" fmla="*/ 177059 h 412425"/>
              <a:gd name="connsiteX103" fmla="*/ 355116 w 418859"/>
              <a:gd name="connsiteY103" fmla="*/ 175537 h 412425"/>
              <a:gd name="connsiteX104" fmla="*/ 345792 w 418859"/>
              <a:gd name="connsiteY104" fmla="*/ 182577 h 412425"/>
              <a:gd name="connsiteX105" fmla="*/ 339704 w 418859"/>
              <a:gd name="connsiteY105" fmla="*/ 191520 h 412425"/>
              <a:gd name="connsiteX106" fmla="*/ 337611 w 418859"/>
              <a:gd name="connsiteY106" fmla="*/ 200082 h 412425"/>
              <a:gd name="connsiteX107" fmla="*/ 337611 w 418859"/>
              <a:gd name="connsiteY107" fmla="*/ 211689 h 412425"/>
              <a:gd name="connsiteX108" fmla="*/ 318393 w 418859"/>
              <a:gd name="connsiteY108" fmla="*/ 231097 h 412425"/>
              <a:gd name="connsiteX109" fmla="*/ 314778 w 418859"/>
              <a:gd name="connsiteY109" fmla="*/ 229194 h 412425"/>
              <a:gd name="connsiteX110" fmla="*/ 300698 w 418859"/>
              <a:gd name="connsiteY110" fmla="*/ 228052 h 412425"/>
              <a:gd name="connsiteX111" fmla="*/ 289852 w 418859"/>
              <a:gd name="connsiteY111" fmla="*/ 237566 h 412425"/>
              <a:gd name="connsiteX112" fmla="*/ 271016 w 418859"/>
              <a:gd name="connsiteY112" fmla="*/ 274288 h 412425"/>
              <a:gd name="connsiteX113" fmla="*/ 263405 w 418859"/>
              <a:gd name="connsiteY113" fmla="*/ 270863 h 412425"/>
              <a:gd name="connsiteX114" fmla="*/ 259028 w 418859"/>
              <a:gd name="connsiteY114" fmla="*/ 266487 h 412425"/>
              <a:gd name="connsiteX115" fmla="*/ 240762 w 418859"/>
              <a:gd name="connsiteY115" fmla="*/ 263062 h 412425"/>
              <a:gd name="connsiteX116" fmla="*/ 230297 w 418859"/>
              <a:gd name="connsiteY116" fmla="*/ 279235 h 412425"/>
              <a:gd name="connsiteX117" fmla="*/ 230297 w 418859"/>
              <a:gd name="connsiteY117" fmla="*/ 285324 h 412425"/>
              <a:gd name="connsiteX118" fmla="*/ 213934 w 418859"/>
              <a:gd name="connsiteY118" fmla="*/ 317860 h 412425"/>
              <a:gd name="connsiteX119" fmla="*/ 194526 w 418859"/>
              <a:gd name="connsiteY119" fmla="*/ 337458 h 412425"/>
              <a:gd name="connsiteX120" fmla="*/ 189008 w 418859"/>
              <a:gd name="connsiteY120" fmla="*/ 350587 h 412425"/>
              <a:gd name="connsiteX121" fmla="*/ 192814 w 418859"/>
              <a:gd name="connsiteY121" fmla="*/ 361052 h 412425"/>
              <a:gd name="connsiteX122" fmla="*/ 191482 w 418859"/>
              <a:gd name="connsiteY122" fmla="*/ 363526 h 412425"/>
              <a:gd name="connsiteX123" fmla="*/ 188438 w 418859"/>
              <a:gd name="connsiteY123" fmla="*/ 369044 h 412425"/>
              <a:gd name="connsiteX124" fmla="*/ 166937 w 418859"/>
              <a:gd name="connsiteY124" fmla="*/ 376464 h 412425"/>
              <a:gd name="connsiteX125" fmla="*/ 152667 w 418859"/>
              <a:gd name="connsiteY125" fmla="*/ 376464 h 412425"/>
              <a:gd name="connsiteX126" fmla="*/ 143914 w 418859"/>
              <a:gd name="connsiteY126" fmla="*/ 378367 h 412425"/>
              <a:gd name="connsiteX127" fmla="*/ 117466 w 418859"/>
              <a:gd name="connsiteY127" fmla="*/ 392257 h 412425"/>
              <a:gd name="connsiteX128" fmla="*/ 114803 w 418859"/>
              <a:gd name="connsiteY128" fmla="*/ 390735 h 412425"/>
              <a:gd name="connsiteX129" fmla="*/ 93112 w 418859"/>
              <a:gd name="connsiteY129" fmla="*/ 393208 h 412425"/>
              <a:gd name="connsiteX130" fmla="*/ 75226 w 418859"/>
              <a:gd name="connsiteY130" fmla="*/ 387310 h 412425"/>
              <a:gd name="connsiteX131" fmla="*/ 69708 w 418859"/>
              <a:gd name="connsiteY131" fmla="*/ 380840 h 412425"/>
              <a:gd name="connsiteX132" fmla="*/ 69708 w 418859"/>
              <a:gd name="connsiteY132" fmla="*/ 380270 h 412425"/>
              <a:gd name="connsiteX133" fmla="*/ 59814 w 418859"/>
              <a:gd name="connsiteY133" fmla="*/ 365428 h 412425"/>
              <a:gd name="connsiteX134" fmla="*/ 54867 w 418859"/>
              <a:gd name="connsiteY134" fmla="*/ 363335 h 412425"/>
              <a:gd name="connsiteX135" fmla="*/ 52013 w 418859"/>
              <a:gd name="connsiteY135" fmla="*/ 362003 h 412425"/>
              <a:gd name="connsiteX136" fmla="*/ 52013 w 418859"/>
              <a:gd name="connsiteY136" fmla="*/ 360101 h 412425"/>
              <a:gd name="connsiteX137" fmla="*/ 48778 w 418859"/>
              <a:gd name="connsiteY137" fmla="*/ 351729 h 412425"/>
              <a:gd name="connsiteX138" fmla="*/ 18525 w 418859"/>
              <a:gd name="connsiteY138" fmla="*/ 306064 h 412425"/>
              <a:gd name="connsiteX139" fmla="*/ 21379 w 418859"/>
              <a:gd name="connsiteY139" fmla="*/ 286275 h 412425"/>
              <a:gd name="connsiteX140" fmla="*/ 21379 w 418859"/>
              <a:gd name="connsiteY140" fmla="*/ 285705 h 412425"/>
              <a:gd name="connsiteX141" fmla="*/ 27848 w 418859"/>
              <a:gd name="connsiteY141" fmla="*/ 287417 h 412425"/>
              <a:gd name="connsiteX142" fmla="*/ 34127 w 418859"/>
              <a:gd name="connsiteY142" fmla="*/ 285895 h 412425"/>
              <a:gd name="connsiteX143" fmla="*/ 43070 w 418859"/>
              <a:gd name="connsiteY143" fmla="*/ 268200 h 412425"/>
              <a:gd name="connsiteX144" fmla="*/ 51632 w 418859"/>
              <a:gd name="connsiteY144" fmla="*/ 251456 h 412425"/>
              <a:gd name="connsiteX145" fmla="*/ 51632 w 418859"/>
              <a:gd name="connsiteY145" fmla="*/ 236995 h 412425"/>
              <a:gd name="connsiteX146" fmla="*/ 59433 w 418859"/>
              <a:gd name="connsiteY146" fmla="*/ 227672 h 412425"/>
              <a:gd name="connsiteX147" fmla="*/ 69137 w 418859"/>
              <a:gd name="connsiteY147" fmla="*/ 230716 h 412425"/>
              <a:gd name="connsiteX148" fmla="*/ 76368 w 418859"/>
              <a:gd name="connsiteY148" fmla="*/ 229194 h 412425"/>
              <a:gd name="connsiteX149" fmla="*/ 87594 w 418859"/>
              <a:gd name="connsiteY149" fmla="*/ 212260 h 412425"/>
              <a:gd name="connsiteX150" fmla="*/ 87594 w 418859"/>
              <a:gd name="connsiteY150" fmla="*/ 202366 h 412425"/>
              <a:gd name="connsiteX151" fmla="*/ 111568 w 418859"/>
              <a:gd name="connsiteY151" fmla="*/ 182768 h 412425"/>
              <a:gd name="connsiteX152" fmla="*/ 122223 w 418859"/>
              <a:gd name="connsiteY152" fmla="*/ 186763 h 412425"/>
              <a:gd name="connsiteX153" fmla="*/ 122223 w 418859"/>
              <a:gd name="connsiteY153" fmla="*/ 186763 h 412425"/>
              <a:gd name="connsiteX154" fmla="*/ 135923 w 418859"/>
              <a:gd name="connsiteY154" fmla="*/ 180865 h 412425"/>
              <a:gd name="connsiteX155" fmla="*/ 152857 w 418859"/>
              <a:gd name="connsiteY155" fmla="*/ 163931 h 412425"/>
              <a:gd name="connsiteX156" fmla="*/ 152857 w 418859"/>
              <a:gd name="connsiteY156" fmla="*/ 163931 h 412425"/>
              <a:gd name="connsiteX157" fmla="*/ 155711 w 418859"/>
              <a:gd name="connsiteY157" fmla="*/ 143762 h 412425"/>
              <a:gd name="connsiteX158" fmla="*/ 150764 w 418859"/>
              <a:gd name="connsiteY158" fmla="*/ 134058 h 412425"/>
              <a:gd name="connsiteX159" fmla="*/ 167508 w 418859"/>
              <a:gd name="connsiteY159" fmla="*/ 85348 h 412425"/>
              <a:gd name="connsiteX160" fmla="*/ 168459 w 418859"/>
              <a:gd name="connsiteY160" fmla="*/ 79450 h 412425"/>
              <a:gd name="connsiteX161" fmla="*/ 168459 w 418859"/>
              <a:gd name="connsiteY161" fmla="*/ 58901 h 412425"/>
              <a:gd name="connsiteX162" fmla="*/ 174928 w 418859"/>
              <a:gd name="connsiteY162" fmla="*/ 51861 h 412425"/>
              <a:gd name="connsiteX163" fmla="*/ 177021 w 418859"/>
              <a:gd name="connsiteY163" fmla="*/ 48055 h 412425"/>
              <a:gd name="connsiteX164" fmla="*/ 177021 w 418859"/>
              <a:gd name="connsiteY164" fmla="*/ 126447 h 412425"/>
              <a:gd name="connsiteX165" fmla="*/ 182159 w 418859"/>
              <a:gd name="connsiteY165" fmla="*/ 139386 h 412425"/>
              <a:gd name="connsiteX166" fmla="*/ 195287 w 418859"/>
              <a:gd name="connsiteY166" fmla="*/ 144713 h 412425"/>
              <a:gd name="connsiteX167" fmla="*/ 248183 w 418859"/>
              <a:gd name="connsiteY167" fmla="*/ 143762 h 412425"/>
              <a:gd name="connsiteX168" fmla="*/ 248564 w 418859"/>
              <a:gd name="connsiteY168" fmla="*/ 179343 h 412425"/>
              <a:gd name="connsiteX169" fmla="*/ 258267 w 418859"/>
              <a:gd name="connsiteY169" fmla="*/ 196848 h 412425"/>
              <a:gd name="connsiteX170" fmla="*/ 264356 w 418859"/>
              <a:gd name="connsiteY170" fmla="*/ 198180 h 412425"/>
              <a:gd name="connsiteX171" fmla="*/ 275772 w 418859"/>
              <a:gd name="connsiteY171" fmla="*/ 193613 h 412425"/>
              <a:gd name="connsiteX172" fmla="*/ 289852 w 418859"/>
              <a:gd name="connsiteY172" fmla="*/ 179152 h 412425"/>
              <a:gd name="connsiteX173" fmla="*/ 311163 w 418859"/>
              <a:gd name="connsiteY173" fmla="*/ 171922 h 412425"/>
              <a:gd name="connsiteX174" fmla="*/ 321818 w 418859"/>
              <a:gd name="connsiteY174" fmla="*/ 162599 h 412425"/>
              <a:gd name="connsiteX175" fmla="*/ 323150 w 418859"/>
              <a:gd name="connsiteY175" fmla="*/ 159745 h 412425"/>
              <a:gd name="connsiteX176" fmla="*/ 327526 w 418859"/>
              <a:gd name="connsiteY176" fmla="*/ 163740 h 412425"/>
              <a:gd name="connsiteX177" fmla="*/ 340465 w 418859"/>
              <a:gd name="connsiteY177" fmla="*/ 168878 h 412425"/>
              <a:gd name="connsiteX178" fmla="*/ 348456 w 418859"/>
              <a:gd name="connsiteY178" fmla="*/ 167165 h 412425"/>
              <a:gd name="connsiteX179" fmla="*/ 374904 w 418859"/>
              <a:gd name="connsiteY179" fmla="*/ 154988 h 412425"/>
              <a:gd name="connsiteX180" fmla="*/ 382895 w 418859"/>
              <a:gd name="connsiteY180" fmla="*/ 158603 h 412425"/>
              <a:gd name="connsiteX181" fmla="*/ 382895 w 418859"/>
              <a:gd name="connsiteY181" fmla="*/ 159174 h 412425"/>
              <a:gd name="connsiteX182" fmla="*/ 386320 w 418859"/>
              <a:gd name="connsiteY182" fmla="*/ 169258 h 412425"/>
              <a:gd name="connsiteX183" fmla="*/ 400020 w 418859"/>
              <a:gd name="connsiteY183" fmla="*/ 188856 h 412425"/>
              <a:gd name="connsiteX184" fmla="*/ 397927 w 418859"/>
              <a:gd name="connsiteY184" fmla="*/ 192662 h 41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</a:cxnLst>
            <a:rect l="l" t="t" r="r" b="b"/>
            <a:pathLst>
              <a:path w="418859" h="412425">
                <a:moveTo>
                  <a:pt x="415622" y="179913"/>
                </a:moveTo>
                <a:lnTo>
                  <a:pt x="401922" y="157842"/>
                </a:lnTo>
                <a:lnTo>
                  <a:pt x="401352" y="155368"/>
                </a:lnTo>
                <a:cubicBezTo>
                  <a:pt x="400210" y="149851"/>
                  <a:pt x="396785" y="145094"/>
                  <a:pt x="391458" y="142430"/>
                </a:cubicBezTo>
                <a:lnTo>
                  <a:pt x="381754" y="138054"/>
                </a:lnTo>
                <a:cubicBezTo>
                  <a:pt x="376616" y="135770"/>
                  <a:pt x="370718" y="135580"/>
                  <a:pt x="365581" y="138054"/>
                </a:cubicBezTo>
                <a:lnTo>
                  <a:pt x="340655" y="150421"/>
                </a:lnTo>
                <a:lnTo>
                  <a:pt x="332473" y="143191"/>
                </a:lnTo>
                <a:cubicBezTo>
                  <a:pt x="328287" y="140337"/>
                  <a:pt x="323911" y="138815"/>
                  <a:pt x="319535" y="139576"/>
                </a:cubicBezTo>
                <a:cubicBezTo>
                  <a:pt x="315159" y="140337"/>
                  <a:pt x="311353" y="142240"/>
                  <a:pt x="308880" y="146616"/>
                </a:cubicBezTo>
                <a:lnTo>
                  <a:pt x="305264" y="154227"/>
                </a:lnTo>
                <a:lnTo>
                  <a:pt x="283954" y="161647"/>
                </a:lnTo>
                <a:cubicBezTo>
                  <a:pt x="281290" y="162599"/>
                  <a:pt x="279007" y="163931"/>
                  <a:pt x="276914" y="166024"/>
                </a:cubicBezTo>
                <a:lnTo>
                  <a:pt x="267591" y="175537"/>
                </a:lnTo>
                <a:cubicBezTo>
                  <a:pt x="267591" y="175537"/>
                  <a:pt x="267400" y="144142"/>
                  <a:pt x="267210" y="144142"/>
                </a:cubicBezTo>
                <a:cubicBezTo>
                  <a:pt x="267210" y="139195"/>
                  <a:pt x="265307" y="134629"/>
                  <a:pt x="261692" y="131014"/>
                </a:cubicBezTo>
                <a:cubicBezTo>
                  <a:pt x="258077" y="127589"/>
                  <a:pt x="253891" y="125306"/>
                  <a:pt x="248564" y="125686"/>
                </a:cubicBezTo>
                <a:lnTo>
                  <a:pt x="196049" y="126637"/>
                </a:lnTo>
                <a:lnTo>
                  <a:pt x="196049" y="17992"/>
                </a:lnTo>
                <a:cubicBezTo>
                  <a:pt x="196049" y="7908"/>
                  <a:pt x="192624" y="2009"/>
                  <a:pt x="185964" y="297"/>
                </a:cubicBezTo>
                <a:cubicBezTo>
                  <a:pt x="183491" y="-274"/>
                  <a:pt x="174738" y="-1415"/>
                  <a:pt x="169220" y="12284"/>
                </a:cubicBezTo>
                <a:lnTo>
                  <a:pt x="161419" y="37971"/>
                </a:lnTo>
                <a:lnTo>
                  <a:pt x="161419" y="37971"/>
                </a:lnTo>
                <a:cubicBezTo>
                  <a:pt x="161419" y="37971"/>
                  <a:pt x="160277" y="40254"/>
                  <a:pt x="160277" y="40254"/>
                </a:cubicBezTo>
                <a:lnTo>
                  <a:pt x="155711" y="44821"/>
                </a:lnTo>
                <a:lnTo>
                  <a:pt x="155711" y="44821"/>
                </a:lnTo>
                <a:cubicBezTo>
                  <a:pt x="155711" y="44821"/>
                  <a:pt x="154569" y="45772"/>
                  <a:pt x="154569" y="45772"/>
                </a:cubicBezTo>
                <a:cubicBezTo>
                  <a:pt x="151144" y="49197"/>
                  <a:pt x="149432" y="53954"/>
                  <a:pt x="149432" y="58710"/>
                </a:cubicBezTo>
                <a:lnTo>
                  <a:pt x="149432" y="79831"/>
                </a:lnTo>
                <a:lnTo>
                  <a:pt x="132878" y="128350"/>
                </a:lnTo>
                <a:cubicBezTo>
                  <a:pt x="131166" y="133107"/>
                  <a:pt x="131546" y="138244"/>
                  <a:pt x="133830" y="142811"/>
                </a:cubicBezTo>
                <a:lnTo>
                  <a:pt x="138396" y="152134"/>
                </a:lnTo>
                <a:lnTo>
                  <a:pt x="122604" y="167926"/>
                </a:lnTo>
                <a:cubicBezTo>
                  <a:pt x="116325" y="163931"/>
                  <a:pt x="108143" y="163550"/>
                  <a:pt x="101484" y="168307"/>
                </a:cubicBezTo>
                <a:lnTo>
                  <a:pt x="87023" y="179723"/>
                </a:lnTo>
                <a:lnTo>
                  <a:pt x="76368" y="187524"/>
                </a:lnTo>
                <a:cubicBezTo>
                  <a:pt x="71611" y="191140"/>
                  <a:pt x="68757" y="196467"/>
                  <a:pt x="68757" y="202175"/>
                </a:cubicBezTo>
                <a:lnTo>
                  <a:pt x="69137" y="211499"/>
                </a:lnTo>
                <a:cubicBezTo>
                  <a:pt x="69137" y="211499"/>
                  <a:pt x="66283" y="209215"/>
                  <a:pt x="66283" y="209215"/>
                </a:cubicBezTo>
                <a:cubicBezTo>
                  <a:pt x="64571" y="208074"/>
                  <a:pt x="63429" y="207313"/>
                  <a:pt x="62288" y="206932"/>
                </a:cubicBezTo>
                <a:cubicBezTo>
                  <a:pt x="54486" y="204268"/>
                  <a:pt x="49539" y="210167"/>
                  <a:pt x="40597" y="220822"/>
                </a:cubicBezTo>
                <a:lnTo>
                  <a:pt x="37172" y="225008"/>
                </a:lnTo>
                <a:cubicBezTo>
                  <a:pt x="34127" y="228623"/>
                  <a:pt x="32605" y="232999"/>
                  <a:pt x="32795" y="237376"/>
                </a:cubicBezTo>
                <a:cubicBezTo>
                  <a:pt x="32795" y="237376"/>
                  <a:pt x="32795" y="253168"/>
                  <a:pt x="32795" y="254310"/>
                </a:cubicBezTo>
                <a:cubicBezTo>
                  <a:pt x="29561" y="256593"/>
                  <a:pt x="26897" y="259637"/>
                  <a:pt x="25755" y="263443"/>
                </a:cubicBezTo>
                <a:cubicBezTo>
                  <a:pt x="24804" y="263252"/>
                  <a:pt x="24233" y="262682"/>
                  <a:pt x="23282" y="262682"/>
                </a:cubicBezTo>
                <a:cubicBezTo>
                  <a:pt x="19096" y="262301"/>
                  <a:pt x="15290" y="263633"/>
                  <a:pt x="11866" y="265536"/>
                </a:cubicBezTo>
                <a:cubicBezTo>
                  <a:pt x="10343" y="266487"/>
                  <a:pt x="9011" y="267438"/>
                  <a:pt x="7680" y="268390"/>
                </a:cubicBezTo>
                <a:cubicBezTo>
                  <a:pt x="6348" y="269531"/>
                  <a:pt x="5206" y="270673"/>
                  <a:pt x="4255" y="272195"/>
                </a:cubicBezTo>
                <a:cubicBezTo>
                  <a:pt x="2542" y="274859"/>
                  <a:pt x="1401" y="278094"/>
                  <a:pt x="830" y="281328"/>
                </a:cubicBezTo>
                <a:cubicBezTo>
                  <a:pt x="449" y="284753"/>
                  <a:pt x="830" y="288368"/>
                  <a:pt x="2542" y="291603"/>
                </a:cubicBezTo>
                <a:cubicBezTo>
                  <a:pt x="2542" y="291603"/>
                  <a:pt x="3303" y="292935"/>
                  <a:pt x="3303" y="292935"/>
                </a:cubicBezTo>
                <a:cubicBezTo>
                  <a:pt x="3303" y="292935"/>
                  <a:pt x="4445" y="294647"/>
                  <a:pt x="4445" y="294647"/>
                </a:cubicBezTo>
                <a:cubicBezTo>
                  <a:pt x="-1073" y="301307"/>
                  <a:pt x="-1453" y="310820"/>
                  <a:pt x="3303" y="316909"/>
                </a:cubicBezTo>
                <a:lnTo>
                  <a:pt x="32605" y="362003"/>
                </a:lnTo>
                <a:lnTo>
                  <a:pt x="32986" y="364858"/>
                </a:lnTo>
                <a:cubicBezTo>
                  <a:pt x="33937" y="370756"/>
                  <a:pt x="37362" y="375893"/>
                  <a:pt x="42880" y="378557"/>
                </a:cubicBezTo>
                <a:cubicBezTo>
                  <a:pt x="42880" y="378557"/>
                  <a:pt x="46685" y="380460"/>
                  <a:pt x="46685" y="380460"/>
                </a:cubicBezTo>
                <a:lnTo>
                  <a:pt x="50491" y="382363"/>
                </a:lnTo>
                <a:lnTo>
                  <a:pt x="51632" y="386168"/>
                </a:lnTo>
                <a:cubicBezTo>
                  <a:pt x="52584" y="390164"/>
                  <a:pt x="54106" y="393589"/>
                  <a:pt x="57150" y="396062"/>
                </a:cubicBezTo>
                <a:lnTo>
                  <a:pt x="60765" y="400248"/>
                </a:lnTo>
                <a:cubicBezTo>
                  <a:pt x="62858" y="402341"/>
                  <a:pt x="65332" y="403863"/>
                  <a:pt x="67996" y="404815"/>
                </a:cubicBezTo>
                <a:lnTo>
                  <a:pt x="87023" y="411474"/>
                </a:lnTo>
                <a:cubicBezTo>
                  <a:pt x="89116" y="412235"/>
                  <a:pt x="91019" y="412425"/>
                  <a:pt x="93112" y="412425"/>
                </a:cubicBezTo>
                <a:cubicBezTo>
                  <a:pt x="97678" y="412425"/>
                  <a:pt x="101864" y="410332"/>
                  <a:pt x="105289" y="407098"/>
                </a:cubicBezTo>
                <a:cubicBezTo>
                  <a:pt x="108524" y="409762"/>
                  <a:pt x="112329" y="411474"/>
                  <a:pt x="116515" y="411474"/>
                </a:cubicBezTo>
                <a:cubicBezTo>
                  <a:pt x="119369" y="411474"/>
                  <a:pt x="122223" y="410903"/>
                  <a:pt x="124887" y="409571"/>
                </a:cubicBezTo>
                <a:lnTo>
                  <a:pt x="152476" y="395301"/>
                </a:lnTo>
                <a:lnTo>
                  <a:pt x="166937" y="395301"/>
                </a:lnTo>
                <a:cubicBezTo>
                  <a:pt x="169030" y="395491"/>
                  <a:pt x="171123" y="395301"/>
                  <a:pt x="173026" y="394540"/>
                </a:cubicBezTo>
                <a:lnTo>
                  <a:pt x="194717" y="387119"/>
                </a:lnTo>
                <a:cubicBezTo>
                  <a:pt x="198903" y="385787"/>
                  <a:pt x="202518" y="382933"/>
                  <a:pt x="204991" y="378747"/>
                </a:cubicBezTo>
                <a:lnTo>
                  <a:pt x="208226" y="372849"/>
                </a:lnTo>
                <a:lnTo>
                  <a:pt x="210890" y="367902"/>
                </a:lnTo>
                <a:cubicBezTo>
                  <a:pt x="213173" y="362765"/>
                  <a:pt x="212602" y="356866"/>
                  <a:pt x="209748" y="351539"/>
                </a:cubicBezTo>
                <a:cubicBezTo>
                  <a:pt x="209558" y="351158"/>
                  <a:pt x="209177" y="350587"/>
                  <a:pt x="208987" y="350207"/>
                </a:cubicBezTo>
                <a:cubicBezTo>
                  <a:pt x="212412" y="346782"/>
                  <a:pt x="224780" y="334224"/>
                  <a:pt x="227634" y="331370"/>
                </a:cubicBezTo>
                <a:cubicBezTo>
                  <a:pt x="229156" y="330038"/>
                  <a:pt x="230297" y="328325"/>
                  <a:pt x="231249" y="326423"/>
                </a:cubicBezTo>
                <a:lnTo>
                  <a:pt x="247612" y="293696"/>
                </a:lnTo>
                <a:cubicBezTo>
                  <a:pt x="248754" y="291413"/>
                  <a:pt x="249325" y="288939"/>
                  <a:pt x="249515" y="286466"/>
                </a:cubicBezTo>
                <a:lnTo>
                  <a:pt x="249515" y="283612"/>
                </a:lnTo>
                <a:cubicBezTo>
                  <a:pt x="251798" y="285705"/>
                  <a:pt x="263976" y="291793"/>
                  <a:pt x="263976" y="291793"/>
                </a:cubicBezTo>
                <a:cubicBezTo>
                  <a:pt x="263976" y="291793"/>
                  <a:pt x="269493" y="293886"/>
                  <a:pt x="272347" y="293886"/>
                </a:cubicBezTo>
                <a:cubicBezTo>
                  <a:pt x="274060" y="293886"/>
                  <a:pt x="275963" y="293696"/>
                  <a:pt x="277675" y="293125"/>
                </a:cubicBezTo>
                <a:cubicBezTo>
                  <a:pt x="282432" y="291603"/>
                  <a:pt x="286618" y="288178"/>
                  <a:pt x="288901" y="283612"/>
                </a:cubicBezTo>
                <a:lnTo>
                  <a:pt x="306977" y="246509"/>
                </a:lnTo>
                <a:lnTo>
                  <a:pt x="309641" y="247840"/>
                </a:lnTo>
                <a:cubicBezTo>
                  <a:pt x="312685" y="249743"/>
                  <a:pt x="315920" y="250504"/>
                  <a:pt x="319345" y="250504"/>
                </a:cubicBezTo>
                <a:cubicBezTo>
                  <a:pt x="324101" y="250504"/>
                  <a:pt x="328858" y="248602"/>
                  <a:pt x="332473" y="244986"/>
                </a:cubicBezTo>
                <a:lnTo>
                  <a:pt x="347885" y="229384"/>
                </a:lnTo>
                <a:lnTo>
                  <a:pt x="352071" y="225008"/>
                </a:lnTo>
                <a:cubicBezTo>
                  <a:pt x="355496" y="221583"/>
                  <a:pt x="357399" y="216826"/>
                  <a:pt x="357399" y="212069"/>
                </a:cubicBezTo>
                <a:lnTo>
                  <a:pt x="356638" y="201034"/>
                </a:lnTo>
                <a:lnTo>
                  <a:pt x="361395" y="193994"/>
                </a:lnTo>
                <a:lnTo>
                  <a:pt x="388794" y="210357"/>
                </a:lnTo>
                <a:cubicBezTo>
                  <a:pt x="391648" y="212069"/>
                  <a:pt x="394882" y="212830"/>
                  <a:pt x="398117" y="212830"/>
                </a:cubicBezTo>
                <a:cubicBezTo>
                  <a:pt x="399829" y="212830"/>
                  <a:pt x="401732" y="212640"/>
                  <a:pt x="403445" y="212069"/>
                </a:cubicBezTo>
                <a:cubicBezTo>
                  <a:pt x="407631" y="210737"/>
                  <a:pt x="411056" y="207883"/>
                  <a:pt x="413529" y="204078"/>
                </a:cubicBezTo>
                <a:lnTo>
                  <a:pt x="416954" y="198180"/>
                </a:lnTo>
                <a:cubicBezTo>
                  <a:pt x="419808" y="192471"/>
                  <a:pt x="419427" y="185431"/>
                  <a:pt x="416003" y="179723"/>
                </a:cubicBezTo>
                <a:close/>
                <a:moveTo>
                  <a:pt x="397737" y="193232"/>
                </a:moveTo>
                <a:lnTo>
                  <a:pt x="370147" y="177059"/>
                </a:lnTo>
                <a:cubicBezTo>
                  <a:pt x="365581" y="174396"/>
                  <a:pt x="360063" y="173825"/>
                  <a:pt x="355116" y="175537"/>
                </a:cubicBezTo>
                <a:cubicBezTo>
                  <a:pt x="350930" y="176869"/>
                  <a:pt x="347885" y="179723"/>
                  <a:pt x="345792" y="182577"/>
                </a:cubicBezTo>
                <a:lnTo>
                  <a:pt x="339704" y="191520"/>
                </a:lnTo>
                <a:cubicBezTo>
                  <a:pt x="338372" y="194184"/>
                  <a:pt x="337611" y="197038"/>
                  <a:pt x="337611" y="200082"/>
                </a:cubicBezTo>
                <a:lnTo>
                  <a:pt x="337611" y="211689"/>
                </a:lnTo>
                <a:cubicBezTo>
                  <a:pt x="337611" y="211689"/>
                  <a:pt x="318393" y="231097"/>
                  <a:pt x="318393" y="231097"/>
                </a:cubicBezTo>
                <a:lnTo>
                  <a:pt x="314778" y="229194"/>
                </a:lnTo>
                <a:cubicBezTo>
                  <a:pt x="314778" y="229194"/>
                  <a:pt x="306596" y="225959"/>
                  <a:pt x="300698" y="228052"/>
                </a:cubicBezTo>
                <a:cubicBezTo>
                  <a:pt x="295941" y="229574"/>
                  <a:pt x="292136" y="232999"/>
                  <a:pt x="289852" y="237566"/>
                </a:cubicBezTo>
                <a:lnTo>
                  <a:pt x="271016" y="274288"/>
                </a:lnTo>
                <a:lnTo>
                  <a:pt x="263405" y="270863"/>
                </a:lnTo>
                <a:lnTo>
                  <a:pt x="259028" y="266487"/>
                </a:lnTo>
                <a:cubicBezTo>
                  <a:pt x="253891" y="261730"/>
                  <a:pt x="246851" y="260398"/>
                  <a:pt x="240762" y="263062"/>
                </a:cubicBezTo>
                <a:cubicBezTo>
                  <a:pt x="234293" y="265726"/>
                  <a:pt x="230488" y="272195"/>
                  <a:pt x="230297" y="279235"/>
                </a:cubicBezTo>
                <a:lnTo>
                  <a:pt x="230297" y="285324"/>
                </a:lnTo>
                <a:cubicBezTo>
                  <a:pt x="230297" y="285324"/>
                  <a:pt x="213934" y="317860"/>
                  <a:pt x="213934" y="317860"/>
                </a:cubicBezTo>
                <a:cubicBezTo>
                  <a:pt x="210509" y="321285"/>
                  <a:pt x="194526" y="337458"/>
                  <a:pt x="194526" y="337458"/>
                </a:cubicBezTo>
                <a:cubicBezTo>
                  <a:pt x="190911" y="340883"/>
                  <a:pt x="189008" y="345640"/>
                  <a:pt x="189008" y="350587"/>
                </a:cubicBezTo>
                <a:cubicBezTo>
                  <a:pt x="189008" y="354393"/>
                  <a:pt x="190531" y="357817"/>
                  <a:pt x="192814" y="361052"/>
                </a:cubicBezTo>
                <a:lnTo>
                  <a:pt x="191482" y="363526"/>
                </a:lnTo>
                <a:lnTo>
                  <a:pt x="188438" y="369044"/>
                </a:lnTo>
                <a:lnTo>
                  <a:pt x="166937" y="376464"/>
                </a:lnTo>
                <a:lnTo>
                  <a:pt x="152667" y="376464"/>
                </a:lnTo>
                <a:cubicBezTo>
                  <a:pt x="149622" y="376274"/>
                  <a:pt x="146197" y="377035"/>
                  <a:pt x="143914" y="378367"/>
                </a:cubicBezTo>
                <a:lnTo>
                  <a:pt x="117466" y="392257"/>
                </a:lnTo>
                <a:cubicBezTo>
                  <a:pt x="117466" y="392257"/>
                  <a:pt x="114803" y="390735"/>
                  <a:pt x="114803" y="390735"/>
                </a:cubicBezTo>
                <a:cubicBezTo>
                  <a:pt x="107762" y="387119"/>
                  <a:pt x="99010" y="387690"/>
                  <a:pt x="93112" y="393208"/>
                </a:cubicBezTo>
                <a:lnTo>
                  <a:pt x="75226" y="387310"/>
                </a:lnTo>
                <a:lnTo>
                  <a:pt x="69708" y="380840"/>
                </a:lnTo>
                <a:lnTo>
                  <a:pt x="69708" y="380270"/>
                </a:lnTo>
                <a:cubicBezTo>
                  <a:pt x="69137" y="374371"/>
                  <a:pt x="65903" y="369044"/>
                  <a:pt x="59814" y="365428"/>
                </a:cubicBezTo>
                <a:lnTo>
                  <a:pt x="54867" y="363335"/>
                </a:lnTo>
                <a:lnTo>
                  <a:pt x="52013" y="362003"/>
                </a:lnTo>
                <a:lnTo>
                  <a:pt x="52013" y="360101"/>
                </a:lnTo>
                <a:cubicBezTo>
                  <a:pt x="51442" y="357056"/>
                  <a:pt x="50491" y="354202"/>
                  <a:pt x="48778" y="351729"/>
                </a:cubicBezTo>
                <a:lnTo>
                  <a:pt x="18525" y="306064"/>
                </a:lnTo>
                <a:cubicBezTo>
                  <a:pt x="23092" y="300736"/>
                  <a:pt x="24423" y="293315"/>
                  <a:pt x="21379" y="286275"/>
                </a:cubicBezTo>
                <a:lnTo>
                  <a:pt x="21379" y="285705"/>
                </a:lnTo>
                <a:cubicBezTo>
                  <a:pt x="23282" y="286656"/>
                  <a:pt x="25565" y="287417"/>
                  <a:pt x="27848" y="287417"/>
                </a:cubicBezTo>
                <a:cubicBezTo>
                  <a:pt x="30132" y="287417"/>
                  <a:pt x="32225" y="286846"/>
                  <a:pt x="34127" y="285895"/>
                </a:cubicBezTo>
                <a:cubicBezTo>
                  <a:pt x="36791" y="284563"/>
                  <a:pt x="42690" y="279235"/>
                  <a:pt x="43070" y="268200"/>
                </a:cubicBezTo>
                <a:cubicBezTo>
                  <a:pt x="48207" y="264775"/>
                  <a:pt x="51632" y="257735"/>
                  <a:pt x="51632" y="251456"/>
                </a:cubicBezTo>
                <a:lnTo>
                  <a:pt x="51632" y="236995"/>
                </a:lnTo>
                <a:cubicBezTo>
                  <a:pt x="51632" y="236995"/>
                  <a:pt x="56009" y="231477"/>
                  <a:pt x="59433" y="227672"/>
                </a:cubicBezTo>
                <a:cubicBezTo>
                  <a:pt x="62478" y="229574"/>
                  <a:pt x="65712" y="230716"/>
                  <a:pt x="69137" y="230716"/>
                </a:cubicBezTo>
                <a:cubicBezTo>
                  <a:pt x="71611" y="230716"/>
                  <a:pt x="74084" y="230145"/>
                  <a:pt x="76368" y="229194"/>
                </a:cubicBezTo>
                <a:cubicBezTo>
                  <a:pt x="83217" y="226340"/>
                  <a:pt x="87784" y="219490"/>
                  <a:pt x="87594" y="212260"/>
                </a:cubicBezTo>
                <a:lnTo>
                  <a:pt x="87594" y="202366"/>
                </a:lnTo>
                <a:cubicBezTo>
                  <a:pt x="87594" y="202366"/>
                  <a:pt x="111568" y="182768"/>
                  <a:pt x="111568" y="182768"/>
                </a:cubicBezTo>
                <a:cubicBezTo>
                  <a:pt x="114612" y="185241"/>
                  <a:pt x="118227" y="186763"/>
                  <a:pt x="122223" y="186763"/>
                </a:cubicBezTo>
                <a:lnTo>
                  <a:pt x="122223" y="186763"/>
                </a:lnTo>
                <a:cubicBezTo>
                  <a:pt x="127170" y="186763"/>
                  <a:pt x="132117" y="184670"/>
                  <a:pt x="135923" y="180865"/>
                </a:cubicBezTo>
                <a:lnTo>
                  <a:pt x="152857" y="163931"/>
                </a:lnTo>
                <a:lnTo>
                  <a:pt x="152857" y="163931"/>
                </a:lnTo>
                <a:cubicBezTo>
                  <a:pt x="158375" y="158032"/>
                  <a:pt x="159326" y="148709"/>
                  <a:pt x="155711" y="143762"/>
                </a:cubicBezTo>
                <a:lnTo>
                  <a:pt x="150764" y="134058"/>
                </a:lnTo>
                <a:lnTo>
                  <a:pt x="167508" y="85348"/>
                </a:lnTo>
                <a:cubicBezTo>
                  <a:pt x="168079" y="83446"/>
                  <a:pt x="168459" y="81543"/>
                  <a:pt x="168459" y="79450"/>
                </a:cubicBezTo>
                <a:lnTo>
                  <a:pt x="168459" y="58901"/>
                </a:lnTo>
                <a:cubicBezTo>
                  <a:pt x="168459" y="58901"/>
                  <a:pt x="174928" y="51861"/>
                  <a:pt x="174928" y="51861"/>
                </a:cubicBezTo>
                <a:lnTo>
                  <a:pt x="177021" y="48055"/>
                </a:lnTo>
                <a:lnTo>
                  <a:pt x="177021" y="126447"/>
                </a:lnTo>
                <a:cubicBezTo>
                  <a:pt x="177021" y="131394"/>
                  <a:pt x="178544" y="135961"/>
                  <a:pt x="182159" y="139386"/>
                </a:cubicBezTo>
                <a:cubicBezTo>
                  <a:pt x="185584" y="142811"/>
                  <a:pt x="190150" y="145094"/>
                  <a:pt x="195287" y="144713"/>
                </a:cubicBezTo>
                <a:lnTo>
                  <a:pt x="248183" y="143762"/>
                </a:lnTo>
                <a:lnTo>
                  <a:pt x="248564" y="179343"/>
                </a:lnTo>
                <a:cubicBezTo>
                  <a:pt x="248564" y="187334"/>
                  <a:pt x="252369" y="193994"/>
                  <a:pt x="258267" y="196848"/>
                </a:cubicBezTo>
                <a:cubicBezTo>
                  <a:pt x="260170" y="197799"/>
                  <a:pt x="262263" y="198180"/>
                  <a:pt x="264356" y="198180"/>
                </a:cubicBezTo>
                <a:cubicBezTo>
                  <a:pt x="267971" y="198180"/>
                  <a:pt x="271967" y="196657"/>
                  <a:pt x="275772" y="193613"/>
                </a:cubicBezTo>
                <a:cubicBezTo>
                  <a:pt x="275772" y="193613"/>
                  <a:pt x="289852" y="179343"/>
                  <a:pt x="289852" y="179152"/>
                </a:cubicBezTo>
                <a:lnTo>
                  <a:pt x="311163" y="171922"/>
                </a:lnTo>
                <a:cubicBezTo>
                  <a:pt x="315920" y="170400"/>
                  <a:pt x="319535" y="166975"/>
                  <a:pt x="321818" y="162599"/>
                </a:cubicBezTo>
                <a:lnTo>
                  <a:pt x="323150" y="159745"/>
                </a:lnTo>
                <a:lnTo>
                  <a:pt x="327526" y="163740"/>
                </a:lnTo>
                <a:cubicBezTo>
                  <a:pt x="330951" y="167165"/>
                  <a:pt x="335708" y="168878"/>
                  <a:pt x="340465" y="168878"/>
                </a:cubicBezTo>
                <a:cubicBezTo>
                  <a:pt x="343129" y="168878"/>
                  <a:pt x="345983" y="168307"/>
                  <a:pt x="348456" y="167165"/>
                </a:cubicBezTo>
                <a:lnTo>
                  <a:pt x="374904" y="154988"/>
                </a:lnTo>
                <a:lnTo>
                  <a:pt x="382895" y="158603"/>
                </a:lnTo>
                <a:lnTo>
                  <a:pt x="382895" y="159174"/>
                </a:lnTo>
                <a:cubicBezTo>
                  <a:pt x="383086" y="162789"/>
                  <a:pt x="384227" y="166404"/>
                  <a:pt x="386320" y="169258"/>
                </a:cubicBezTo>
                <a:lnTo>
                  <a:pt x="400020" y="188856"/>
                </a:lnTo>
                <a:lnTo>
                  <a:pt x="397927" y="192662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55" descr="Wisconsin icon.">
            <a:extLst>
              <a:ext uri="{FF2B5EF4-FFF2-40B4-BE49-F238E27FC236}">
                <a16:creationId xmlns:a16="http://schemas.microsoft.com/office/drawing/2014/main" id="{81440CC6-29D1-B8C9-C4C7-97A34F79F36A}"/>
              </a:ext>
            </a:extLst>
          </p:cNvPr>
          <p:cNvSpPr/>
          <p:nvPr/>
        </p:nvSpPr>
        <p:spPr>
          <a:xfrm>
            <a:off x="9556817" y="1440725"/>
            <a:ext cx="409742" cy="418597"/>
          </a:xfrm>
          <a:custGeom>
            <a:avLst/>
            <a:gdLst>
              <a:gd name="connsiteX0" fmla="*/ 408581 w 409742"/>
              <a:gd name="connsiteY0" fmla="*/ 180187 h 418597"/>
              <a:gd name="connsiteX1" fmla="*/ 396403 w 409742"/>
              <a:gd name="connsiteY1" fmla="*/ 167820 h 418597"/>
              <a:gd name="connsiteX2" fmla="*/ 381943 w 409742"/>
              <a:gd name="connsiteY2" fmla="*/ 162873 h 418597"/>
              <a:gd name="connsiteX3" fmla="*/ 376044 w 409742"/>
              <a:gd name="connsiteY3" fmla="*/ 161921 h 418597"/>
              <a:gd name="connsiteX4" fmla="*/ 353783 w 409742"/>
              <a:gd name="connsiteY4" fmla="*/ 161921 h 418597"/>
              <a:gd name="connsiteX5" fmla="*/ 338371 w 409742"/>
              <a:gd name="connsiteY5" fmla="*/ 170293 h 418597"/>
              <a:gd name="connsiteX6" fmla="*/ 325242 w 409742"/>
              <a:gd name="connsiteY6" fmla="*/ 190462 h 418597"/>
              <a:gd name="connsiteX7" fmla="*/ 324290 w 409742"/>
              <a:gd name="connsiteY7" fmla="*/ 190462 h 418597"/>
              <a:gd name="connsiteX8" fmla="*/ 327145 w 409742"/>
              <a:gd name="connsiteY8" fmla="*/ 185705 h 418597"/>
              <a:gd name="connsiteX9" fmla="*/ 329238 w 409742"/>
              <a:gd name="connsiteY9" fmla="*/ 173718 h 418597"/>
              <a:gd name="connsiteX10" fmla="*/ 320485 w 409742"/>
              <a:gd name="connsiteY10" fmla="*/ 161160 h 418597"/>
              <a:gd name="connsiteX11" fmla="*/ 320485 w 409742"/>
              <a:gd name="connsiteY11" fmla="*/ 156213 h 418597"/>
              <a:gd name="connsiteX12" fmla="*/ 314967 w 409742"/>
              <a:gd name="connsiteY12" fmla="*/ 142894 h 418597"/>
              <a:gd name="connsiteX13" fmla="*/ 310971 w 409742"/>
              <a:gd name="connsiteY13" fmla="*/ 138708 h 418597"/>
              <a:gd name="connsiteX14" fmla="*/ 310971 w 409742"/>
              <a:gd name="connsiteY14" fmla="*/ 135664 h 418597"/>
              <a:gd name="connsiteX15" fmla="*/ 303170 w 409742"/>
              <a:gd name="connsiteY15" fmla="*/ 123296 h 418597"/>
              <a:gd name="connsiteX16" fmla="*/ 283572 w 409742"/>
              <a:gd name="connsiteY16" fmla="*/ 121774 h 418597"/>
              <a:gd name="connsiteX17" fmla="*/ 282050 w 409742"/>
              <a:gd name="connsiteY17" fmla="*/ 120252 h 418597"/>
              <a:gd name="connsiteX18" fmla="*/ 268541 w 409742"/>
              <a:gd name="connsiteY18" fmla="*/ 114353 h 418597"/>
              <a:gd name="connsiteX19" fmla="*/ 255793 w 409742"/>
              <a:gd name="connsiteY19" fmla="*/ 114353 h 418597"/>
              <a:gd name="connsiteX20" fmla="*/ 239429 w 409742"/>
              <a:gd name="connsiteY20" fmla="*/ 106172 h 418597"/>
              <a:gd name="connsiteX21" fmla="*/ 184251 w 409742"/>
              <a:gd name="connsiteY21" fmla="*/ 87335 h 418597"/>
              <a:gd name="connsiteX22" fmla="*/ 170551 w 409742"/>
              <a:gd name="connsiteY22" fmla="*/ 64502 h 418597"/>
              <a:gd name="connsiteX23" fmla="*/ 189007 w 409742"/>
              <a:gd name="connsiteY23" fmla="*/ 27589 h 418597"/>
              <a:gd name="connsiteX24" fmla="*/ 188246 w 409742"/>
              <a:gd name="connsiteY24" fmla="*/ 9133 h 418597"/>
              <a:gd name="connsiteX25" fmla="*/ 172073 w 409742"/>
              <a:gd name="connsiteY25" fmla="*/ 0 h 418597"/>
              <a:gd name="connsiteX26" fmla="*/ 142962 w 409742"/>
              <a:gd name="connsiteY26" fmla="*/ 0 h 418597"/>
              <a:gd name="connsiteX27" fmla="*/ 132306 w 409742"/>
              <a:gd name="connsiteY27" fmla="*/ 3235 h 418597"/>
              <a:gd name="connsiteX28" fmla="*/ 51251 w 409742"/>
              <a:gd name="connsiteY28" fmla="*/ 57272 h 418597"/>
              <a:gd name="connsiteX29" fmla="*/ 33365 w 409742"/>
              <a:gd name="connsiteY29" fmla="*/ 65263 h 418597"/>
              <a:gd name="connsiteX30" fmla="*/ 32414 w 409742"/>
              <a:gd name="connsiteY30" fmla="*/ 66024 h 418597"/>
              <a:gd name="connsiteX31" fmla="*/ 27467 w 409742"/>
              <a:gd name="connsiteY31" fmla="*/ 85242 h 418597"/>
              <a:gd name="connsiteX32" fmla="*/ 27467 w 409742"/>
              <a:gd name="connsiteY32" fmla="*/ 85242 h 418597"/>
              <a:gd name="connsiteX33" fmla="*/ 33555 w 409742"/>
              <a:gd name="connsiteY33" fmla="*/ 109026 h 418597"/>
              <a:gd name="connsiteX34" fmla="*/ 23661 w 409742"/>
              <a:gd name="connsiteY34" fmla="*/ 113973 h 418597"/>
              <a:gd name="connsiteX35" fmla="*/ 16241 w 409742"/>
              <a:gd name="connsiteY35" fmla="*/ 120632 h 418597"/>
              <a:gd name="connsiteX36" fmla="*/ 3112 w 409742"/>
              <a:gd name="connsiteY36" fmla="*/ 140611 h 418597"/>
              <a:gd name="connsiteX37" fmla="*/ 5966 w 409742"/>
              <a:gd name="connsiteY37" fmla="*/ 164966 h 418597"/>
              <a:gd name="connsiteX38" fmla="*/ 8059 w 409742"/>
              <a:gd name="connsiteY38" fmla="*/ 166868 h 418597"/>
              <a:gd name="connsiteX39" fmla="*/ 11864 w 409742"/>
              <a:gd name="connsiteY39" fmla="*/ 172386 h 418597"/>
              <a:gd name="connsiteX40" fmla="*/ 10913 w 409742"/>
              <a:gd name="connsiteY40" fmla="*/ 173718 h 418597"/>
              <a:gd name="connsiteX41" fmla="*/ 6917 w 409742"/>
              <a:gd name="connsiteY41" fmla="*/ 184564 h 418597"/>
              <a:gd name="connsiteX42" fmla="*/ 6917 w 409742"/>
              <a:gd name="connsiteY42" fmla="*/ 226043 h 418597"/>
              <a:gd name="connsiteX43" fmla="*/ 8630 w 409742"/>
              <a:gd name="connsiteY43" fmla="*/ 234415 h 418597"/>
              <a:gd name="connsiteX44" fmla="*/ 14528 w 409742"/>
              <a:gd name="connsiteY44" fmla="*/ 246402 h 418597"/>
              <a:gd name="connsiteX45" fmla="*/ 31653 w 409742"/>
              <a:gd name="connsiteY45" fmla="*/ 257057 h 418597"/>
              <a:gd name="connsiteX46" fmla="*/ 41737 w 409742"/>
              <a:gd name="connsiteY46" fmla="*/ 257057 h 418597"/>
              <a:gd name="connsiteX47" fmla="*/ 76557 w 409742"/>
              <a:gd name="connsiteY47" fmla="*/ 283124 h 418597"/>
              <a:gd name="connsiteX48" fmla="*/ 93871 w 409742"/>
              <a:gd name="connsiteY48" fmla="*/ 292257 h 418597"/>
              <a:gd name="connsiteX49" fmla="*/ 109854 w 409742"/>
              <a:gd name="connsiteY49" fmla="*/ 340015 h 418597"/>
              <a:gd name="connsiteX50" fmla="*/ 107381 w 409742"/>
              <a:gd name="connsiteY50" fmla="*/ 342489 h 418597"/>
              <a:gd name="connsiteX51" fmla="*/ 101863 w 409742"/>
              <a:gd name="connsiteY51" fmla="*/ 355998 h 418597"/>
              <a:gd name="connsiteX52" fmla="*/ 101863 w 409742"/>
              <a:gd name="connsiteY52" fmla="*/ 376548 h 418597"/>
              <a:gd name="connsiteX53" fmla="*/ 106620 w 409742"/>
              <a:gd name="connsiteY53" fmla="*/ 388535 h 418597"/>
              <a:gd name="connsiteX54" fmla="*/ 110996 w 409742"/>
              <a:gd name="connsiteY54" fmla="*/ 394053 h 418597"/>
              <a:gd name="connsiteX55" fmla="*/ 124315 w 409742"/>
              <a:gd name="connsiteY55" fmla="*/ 399571 h 418597"/>
              <a:gd name="connsiteX56" fmla="*/ 130594 w 409742"/>
              <a:gd name="connsiteY56" fmla="*/ 399571 h 418597"/>
              <a:gd name="connsiteX57" fmla="*/ 136302 w 409742"/>
              <a:gd name="connsiteY57" fmla="*/ 413080 h 418597"/>
              <a:gd name="connsiteX58" fmla="*/ 149621 w 409742"/>
              <a:gd name="connsiteY58" fmla="*/ 418598 h 418597"/>
              <a:gd name="connsiteX59" fmla="*/ 159896 w 409742"/>
              <a:gd name="connsiteY59" fmla="*/ 418598 h 418597"/>
              <a:gd name="connsiteX60" fmla="*/ 347694 w 409742"/>
              <a:gd name="connsiteY60" fmla="*/ 418598 h 418597"/>
              <a:gd name="connsiteX61" fmla="*/ 361964 w 409742"/>
              <a:gd name="connsiteY61" fmla="*/ 411938 h 418597"/>
              <a:gd name="connsiteX62" fmla="*/ 366340 w 409742"/>
              <a:gd name="connsiteY62" fmla="*/ 396907 h 418597"/>
              <a:gd name="connsiteX63" fmla="*/ 358730 w 409742"/>
              <a:gd name="connsiteY63" fmla="*/ 342679 h 418597"/>
              <a:gd name="connsiteX64" fmla="*/ 367672 w 409742"/>
              <a:gd name="connsiteY64" fmla="*/ 297014 h 418597"/>
              <a:gd name="connsiteX65" fmla="*/ 386509 w 409742"/>
              <a:gd name="connsiteY65" fmla="*/ 223189 h 418597"/>
              <a:gd name="connsiteX66" fmla="*/ 405917 w 409742"/>
              <a:gd name="connsiteY66" fmla="*/ 197121 h 418597"/>
              <a:gd name="connsiteX67" fmla="*/ 408961 w 409742"/>
              <a:gd name="connsiteY67" fmla="*/ 179997 h 418597"/>
              <a:gd name="connsiteX68" fmla="*/ 370907 w 409742"/>
              <a:gd name="connsiteY68" fmla="*/ 212153 h 418597"/>
              <a:gd name="connsiteX69" fmla="*/ 367672 w 409742"/>
              <a:gd name="connsiteY69" fmla="*/ 218812 h 418597"/>
              <a:gd name="connsiteX70" fmla="*/ 348835 w 409742"/>
              <a:gd name="connsiteY70" fmla="*/ 293589 h 418597"/>
              <a:gd name="connsiteX71" fmla="*/ 339893 w 409742"/>
              <a:gd name="connsiteY71" fmla="*/ 339254 h 418597"/>
              <a:gd name="connsiteX72" fmla="*/ 339893 w 409742"/>
              <a:gd name="connsiteY72" fmla="*/ 345533 h 418597"/>
              <a:gd name="connsiteX73" fmla="*/ 347504 w 409742"/>
              <a:gd name="connsiteY73" fmla="*/ 399761 h 418597"/>
              <a:gd name="connsiteX74" fmla="*/ 149431 w 409742"/>
              <a:gd name="connsiteY74" fmla="*/ 399761 h 418597"/>
              <a:gd name="connsiteX75" fmla="*/ 143532 w 409742"/>
              <a:gd name="connsiteY75" fmla="*/ 386252 h 418597"/>
              <a:gd name="connsiteX76" fmla="*/ 130213 w 409742"/>
              <a:gd name="connsiteY76" fmla="*/ 380924 h 418597"/>
              <a:gd name="connsiteX77" fmla="*/ 124886 w 409742"/>
              <a:gd name="connsiteY77" fmla="*/ 380924 h 418597"/>
              <a:gd name="connsiteX78" fmla="*/ 120890 w 409742"/>
              <a:gd name="connsiteY78" fmla="*/ 376738 h 418597"/>
              <a:gd name="connsiteX79" fmla="*/ 120890 w 409742"/>
              <a:gd name="connsiteY79" fmla="*/ 356189 h 418597"/>
              <a:gd name="connsiteX80" fmla="*/ 123364 w 409742"/>
              <a:gd name="connsiteY80" fmla="*/ 353525 h 418597"/>
              <a:gd name="connsiteX81" fmla="*/ 127930 w 409742"/>
              <a:gd name="connsiteY81" fmla="*/ 333927 h 418597"/>
              <a:gd name="connsiteX82" fmla="*/ 111757 w 409742"/>
              <a:gd name="connsiteY82" fmla="*/ 286359 h 418597"/>
              <a:gd name="connsiteX83" fmla="*/ 102434 w 409742"/>
              <a:gd name="connsiteY83" fmla="*/ 275513 h 418597"/>
              <a:gd name="connsiteX84" fmla="*/ 87973 w 409742"/>
              <a:gd name="connsiteY84" fmla="*/ 267903 h 418597"/>
              <a:gd name="connsiteX85" fmla="*/ 53153 w 409742"/>
              <a:gd name="connsiteY85" fmla="*/ 241835 h 418597"/>
              <a:gd name="connsiteX86" fmla="*/ 42118 w 409742"/>
              <a:gd name="connsiteY86" fmla="*/ 238030 h 418597"/>
              <a:gd name="connsiteX87" fmla="*/ 31653 w 409742"/>
              <a:gd name="connsiteY87" fmla="*/ 238030 h 418597"/>
              <a:gd name="connsiteX88" fmla="*/ 25754 w 409742"/>
              <a:gd name="connsiteY88" fmla="*/ 226233 h 418597"/>
              <a:gd name="connsiteX89" fmla="*/ 25754 w 409742"/>
              <a:gd name="connsiteY89" fmla="*/ 184754 h 418597"/>
              <a:gd name="connsiteX90" fmla="*/ 28989 w 409742"/>
              <a:gd name="connsiteY90" fmla="*/ 181329 h 418597"/>
              <a:gd name="connsiteX91" fmla="*/ 32033 w 409742"/>
              <a:gd name="connsiteY91" fmla="*/ 172767 h 418597"/>
              <a:gd name="connsiteX92" fmla="*/ 26325 w 409742"/>
              <a:gd name="connsiteY92" fmla="*/ 157735 h 418597"/>
              <a:gd name="connsiteX93" fmla="*/ 19095 w 409742"/>
              <a:gd name="connsiteY93" fmla="*/ 151266 h 418597"/>
              <a:gd name="connsiteX94" fmla="*/ 32223 w 409742"/>
              <a:gd name="connsiteY94" fmla="*/ 131287 h 418597"/>
              <a:gd name="connsiteX95" fmla="*/ 37551 w 409742"/>
              <a:gd name="connsiteY95" fmla="*/ 128624 h 418597"/>
              <a:gd name="connsiteX96" fmla="*/ 42498 w 409742"/>
              <a:gd name="connsiteY96" fmla="*/ 126150 h 418597"/>
              <a:gd name="connsiteX97" fmla="*/ 52202 w 409742"/>
              <a:gd name="connsiteY97" fmla="*/ 104649 h 418597"/>
              <a:gd name="connsiteX98" fmla="*/ 50109 w 409742"/>
              <a:gd name="connsiteY98" fmla="*/ 96468 h 418597"/>
              <a:gd name="connsiteX99" fmla="*/ 50109 w 409742"/>
              <a:gd name="connsiteY99" fmla="*/ 96468 h 418597"/>
              <a:gd name="connsiteX100" fmla="*/ 46113 w 409742"/>
              <a:gd name="connsiteY100" fmla="*/ 79724 h 418597"/>
              <a:gd name="connsiteX101" fmla="*/ 49348 w 409742"/>
              <a:gd name="connsiteY101" fmla="*/ 77060 h 418597"/>
              <a:gd name="connsiteX102" fmla="*/ 51251 w 409742"/>
              <a:gd name="connsiteY102" fmla="*/ 77250 h 418597"/>
              <a:gd name="connsiteX103" fmla="*/ 63428 w 409742"/>
              <a:gd name="connsiteY103" fmla="*/ 72494 h 418597"/>
              <a:gd name="connsiteX104" fmla="*/ 143152 w 409742"/>
              <a:gd name="connsiteY104" fmla="*/ 19217 h 418597"/>
              <a:gd name="connsiteX105" fmla="*/ 172263 w 409742"/>
              <a:gd name="connsiteY105" fmla="*/ 19217 h 418597"/>
              <a:gd name="connsiteX106" fmla="*/ 153807 w 409742"/>
              <a:gd name="connsiteY106" fmla="*/ 56130 h 418597"/>
              <a:gd name="connsiteX107" fmla="*/ 156851 w 409742"/>
              <a:gd name="connsiteY107" fmla="*/ 77441 h 418597"/>
              <a:gd name="connsiteX108" fmla="*/ 160657 w 409742"/>
              <a:gd name="connsiteY108" fmla="*/ 82388 h 418597"/>
              <a:gd name="connsiteX109" fmla="*/ 167887 w 409742"/>
              <a:gd name="connsiteY109" fmla="*/ 96087 h 418597"/>
              <a:gd name="connsiteX110" fmla="*/ 178733 w 409742"/>
              <a:gd name="connsiteY110" fmla="*/ 105601 h 418597"/>
              <a:gd name="connsiteX111" fmla="*/ 231438 w 409742"/>
              <a:gd name="connsiteY111" fmla="*/ 123486 h 418597"/>
              <a:gd name="connsiteX112" fmla="*/ 247801 w 409742"/>
              <a:gd name="connsiteY112" fmla="*/ 131478 h 418597"/>
              <a:gd name="connsiteX113" fmla="*/ 256363 w 409742"/>
              <a:gd name="connsiteY113" fmla="*/ 133380 h 418597"/>
              <a:gd name="connsiteX114" fmla="*/ 268731 w 409742"/>
              <a:gd name="connsiteY114" fmla="*/ 133571 h 418597"/>
              <a:gd name="connsiteX115" fmla="*/ 270634 w 409742"/>
              <a:gd name="connsiteY115" fmla="*/ 135473 h 418597"/>
              <a:gd name="connsiteX116" fmla="*/ 283953 w 409742"/>
              <a:gd name="connsiteY116" fmla="*/ 140991 h 418597"/>
              <a:gd name="connsiteX117" fmla="*/ 292325 w 409742"/>
              <a:gd name="connsiteY117" fmla="*/ 138898 h 418597"/>
              <a:gd name="connsiteX118" fmla="*/ 297843 w 409742"/>
              <a:gd name="connsiteY118" fmla="*/ 152408 h 418597"/>
              <a:gd name="connsiteX119" fmla="*/ 301648 w 409742"/>
              <a:gd name="connsiteY119" fmla="*/ 156213 h 418597"/>
              <a:gd name="connsiteX120" fmla="*/ 301648 w 409742"/>
              <a:gd name="connsiteY120" fmla="*/ 161541 h 418597"/>
              <a:gd name="connsiteX121" fmla="*/ 310020 w 409742"/>
              <a:gd name="connsiteY121" fmla="*/ 176762 h 418597"/>
              <a:gd name="connsiteX122" fmla="*/ 306976 w 409742"/>
              <a:gd name="connsiteY122" fmla="*/ 181900 h 418597"/>
              <a:gd name="connsiteX123" fmla="*/ 307547 w 409742"/>
              <a:gd name="connsiteY123" fmla="*/ 199976 h 418597"/>
              <a:gd name="connsiteX124" fmla="*/ 310971 w 409742"/>
              <a:gd name="connsiteY124" fmla="*/ 203400 h 418597"/>
              <a:gd name="connsiteX125" fmla="*/ 318582 w 409742"/>
              <a:gd name="connsiteY125" fmla="*/ 207967 h 418597"/>
              <a:gd name="connsiteX126" fmla="*/ 323910 w 409742"/>
              <a:gd name="connsiteY126" fmla="*/ 208918 h 418597"/>
              <a:gd name="connsiteX127" fmla="*/ 328667 w 409742"/>
              <a:gd name="connsiteY127" fmla="*/ 209109 h 418597"/>
              <a:gd name="connsiteX128" fmla="*/ 341986 w 409742"/>
              <a:gd name="connsiteY128" fmla="*/ 199024 h 418597"/>
              <a:gd name="connsiteX129" fmla="*/ 348645 w 409742"/>
              <a:gd name="connsiteY129" fmla="*/ 188940 h 418597"/>
              <a:gd name="connsiteX130" fmla="*/ 353973 w 409742"/>
              <a:gd name="connsiteY130" fmla="*/ 180568 h 418597"/>
              <a:gd name="connsiteX131" fmla="*/ 376235 w 409742"/>
              <a:gd name="connsiteY131" fmla="*/ 180568 h 418597"/>
              <a:gd name="connsiteX132" fmla="*/ 390886 w 409742"/>
              <a:gd name="connsiteY132" fmla="*/ 185515 h 418597"/>
              <a:gd name="connsiteX133" fmla="*/ 371288 w 409742"/>
              <a:gd name="connsiteY133" fmla="*/ 211772 h 41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409742" h="418597">
                <a:moveTo>
                  <a:pt x="408581" y="180187"/>
                </a:moveTo>
                <a:cubicBezTo>
                  <a:pt x="406678" y="174289"/>
                  <a:pt x="402112" y="169722"/>
                  <a:pt x="396403" y="167820"/>
                </a:cubicBezTo>
                <a:lnTo>
                  <a:pt x="381943" y="162873"/>
                </a:lnTo>
                <a:cubicBezTo>
                  <a:pt x="380040" y="162302"/>
                  <a:pt x="378328" y="161921"/>
                  <a:pt x="376044" y="161921"/>
                </a:cubicBezTo>
                <a:cubicBezTo>
                  <a:pt x="371858" y="161921"/>
                  <a:pt x="360632" y="161921"/>
                  <a:pt x="353783" y="161921"/>
                </a:cubicBezTo>
                <a:cubicBezTo>
                  <a:pt x="347504" y="161921"/>
                  <a:pt x="341795" y="164966"/>
                  <a:pt x="338371" y="170293"/>
                </a:cubicBezTo>
                <a:cubicBezTo>
                  <a:pt x="336658" y="172957"/>
                  <a:pt x="325242" y="190462"/>
                  <a:pt x="325242" y="190462"/>
                </a:cubicBezTo>
                <a:cubicBezTo>
                  <a:pt x="325242" y="190462"/>
                  <a:pt x="324100" y="190462"/>
                  <a:pt x="324290" y="190462"/>
                </a:cubicBezTo>
                <a:lnTo>
                  <a:pt x="327145" y="185705"/>
                </a:lnTo>
                <a:cubicBezTo>
                  <a:pt x="329047" y="181900"/>
                  <a:pt x="329808" y="177904"/>
                  <a:pt x="329238" y="173718"/>
                </a:cubicBezTo>
                <a:cubicBezTo>
                  <a:pt x="328476" y="168390"/>
                  <a:pt x="325052" y="164014"/>
                  <a:pt x="320485" y="161160"/>
                </a:cubicBezTo>
                <a:lnTo>
                  <a:pt x="320485" y="156213"/>
                </a:lnTo>
                <a:cubicBezTo>
                  <a:pt x="320485" y="151076"/>
                  <a:pt x="318392" y="146319"/>
                  <a:pt x="314967" y="142894"/>
                </a:cubicBezTo>
                <a:lnTo>
                  <a:pt x="310971" y="138708"/>
                </a:lnTo>
                <a:lnTo>
                  <a:pt x="310971" y="135664"/>
                </a:lnTo>
                <a:cubicBezTo>
                  <a:pt x="310591" y="130146"/>
                  <a:pt x="307927" y="126531"/>
                  <a:pt x="303170" y="123296"/>
                </a:cubicBezTo>
                <a:cubicBezTo>
                  <a:pt x="297462" y="119300"/>
                  <a:pt x="289851" y="118730"/>
                  <a:pt x="283572" y="121774"/>
                </a:cubicBezTo>
                <a:cubicBezTo>
                  <a:pt x="283572" y="121774"/>
                  <a:pt x="282050" y="120252"/>
                  <a:pt x="282050" y="120252"/>
                </a:cubicBezTo>
                <a:cubicBezTo>
                  <a:pt x="278245" y="116446"/>
                  <a:pt x="273107" y="114163"/>
                  <a:pt x="268541" y="114353"/>
                </a:cubicBezTo>
                <a:lnTo>
                  <a:pt x="255793" y="114353"/>
                </a:lnTo>
                <a:cubicBezTo>
                  <a:pt x="255793" y="114353"/>
                  <a:pt x="239429" y="106172"/>
                  <a:pt x="239429" y="106172"/>
                </a:cubicBezTo>
                <a:lnTo>
                  <a:pt x="184251" y="87335"/>
                </a:lnTo>
                <a:lnTo>
                  <a:pt x="170551" y="64502"/>
                </a:lnTo>
                <a:lnTo>
                  <a:pt x="189007" y="27589"/>
                </a:lnTo>
                <a:cubicBezTo>
                  <a:pt x="192052" y="21691"/>
                  <a:pt x="191671" y="14651"/>
                  <a:pt x="188246" y="9133"/>
                </a:cubicBezTo>
                <a:cubicBezTo>
                  <a:pt x="184821" y="3425"/>
                  <a:pt x="178733" y="0"/>
                  <a:pt x="172073" y="0"/>
                </a:cubicBezTo>
                <a:lnTo>
                  <a:pt x="142962" y="0"/>
                </a:lnTo>
                <a:cubicBezTo>
                  <a:pt x="139156" y="0"/>
                  <a:pt x="135351" y="1142"/>
                  <a:pt x="132306" y="3235"/>
                </a:cubicBezTo>
                <a:cubicBezTo>
                  <a:pt x="121651" y="10465"/>
                  <a:pt x="51821" y="56891"/>
                  <a:pt x="51251" y="57272"/>
                </a:cubicBezTo>
                <a:cubicBezTo>
                  <a:pt x="45542" y="56701"/>
                  <a:pt x="39263" y="59365"/>
                  <a:pt x="33365" y="65263"/>
                </a:cubicBezTo>
                <a:lnTo>
                  <a:pt x="32414" y="66024"/>
                </a:lnTo>
                <a:cubicBezTo>
                  <a:pt x="25754" y="71542"/>
                  <a:pt x="26515" y="80865"/>
                  <a:pt x="27467" y="85242"/>
                </a:cubicBezTo>
                <a:lnTo>
                  <a:pt x="27467" y="85242"/>
                </a:lnTo>
                <a:cubicBezTo>
                  <a:pt x="27467" y="85242"/>
                  <a:pt x="33555" y="109026"/>
                  <a:pt x="33555" y="109026"/>
                </a:cubicBezTo>
                <a:cubicBezTo>
                  <a:pt x="33555" y="109026"/>
                  <a:pt x="25944" y="112831"/>
                  <a:pt x="23661" y="113973"/>
                </a:cubicBezTo>
                <a:cubicBezTo>
                  <a:pt x="20617" y="115495"/>
                  <a:pt x="17953" y="117778"/>
                  <a:pt x="16241" y="120632"/>
                </a:cubicBezTo>
                <a:lnTo>
                  <a:pt x="3112" y="140611"/>
                </a:lnTo>
                <a:cubicBezTo>
                  <a:pt x="-1835" y="148222"/>
                  <a:pt x="-884" y="158306"/>
                  <a:pt x="5966" y="164966"/>
                </a:cubicBezTo>
                <a:lnTo>
                  <a:pt x="8059" y="166868"/>
                </a:lnTo>
                <a:lnTo>
                  <a:pt x="11864" y="172386"/>
                </a:lnTo>
                <a:lnTo>
                  <a:pt x="10913" y="173718"/>
                </a:lnTo>
                <a:cubicBezTo>
                  <a:pt x="8630" y="176953"/>
                  <a:pt x="6917" y="180758"/>
                  <a:pt x="6917" y="184564"/>
                </a:cubicBezTo>
                <a:lnTo>
                  <a:pt x="6917" y="226043"/>
                </a:lnTo>
                <a:cubicBezTo>
                  <a:pt x="6727" y="229087"/>
                  <a:pt x="7488" y="231941"/>
                  <a:pt x="8630" y="234415"/>
                </a:cubicBezTo>
                <a:lnTo>
                  <a:pt x="14528" y="246402"/>
                </a:lnTo>
                <a:cubicBezTo>
                  <a:pt x="17763" y="252871"/>
                  <a:pt x="24422" y="257057"/>
                  <a:pt x="31653" y="257057"/>
                </a:cubicBezTo>
                <a:lnTo>
                  <a:pt x="41737" y="257057"/>
                </a:lnTo>
                <a:cubicBezTo>
                  <a:pt x="41737" y="257057"/>
                  <a:pt x="76557" y="283124"/>
                  <a:pt x="76557" y="283124"/>
                </a:cubicBezTo>
                <a:lnTo>
                  <a:pt x="93871" y="292257"/>
                </a:lnTo>
                <a:lnTo>
                  <a:pt x="109854" y="340015"/>
                </a:lnTo>
                <a:lnTo>
                  <a:pt x="107381" y="342489"/>
                </a:lnTo>
                <a:cubicBezTo>
                  <a:pt x="103766" y="346104"/>
                  <a:pt x="101863" y="350861"/>
                  <a:pt x="101863" y="355998"/>
                </a:cubicBezTo>
                <a:lnTo>
                  <a:pt x="101863" y="376548"/>
                </a:lnTo>
                <a:cubicBezTo>
                  <a:pt x="101863" y="381114"/>
                  <a:pt x="103956" y="385300"/>
                  <a:pt x="106620" y="388535"/>
                </a:cubicBezTo>
                <a:lnTo>
                  <a:pt x="110996" y="394053"/>
                </a:lnTo>
                <a:cubicBezTo>
                  <a:pt x="114611" y="397668"/>
                  <a:pt x="119368" y="399571"/>
                  <a:pt x="124315" y="399571"/>
                </a:cubicBezTo>
                <a:cubicBezTo>
                  <a:pt x="124315" y="399571"/>
                  <a:pt x="130594" y="399571"/>
                  <a:pt x="130594" y="399571"/>
                </a:cubicBezTo>
                <a:cubicBezTo>
                  <a:pt x="130594" y="404518"/>
                  <a:pt x="132687" y="409465"/>
                  <a:pt x="136302" y="413080"/>
                </a:cubicBezTo>
                <a:cubicBezTo>
                  <a:pt x="139917" y="416695"/>
                  <a:pt x="144674" y="418598"/>
                  <a:pt x="149621" y="418598"/>
                </a:cubicBezTo>
                <a:lnTo>
                  <a:pt x="159896" y="418598"/>
                </a:lnTo>
                <a:cubicBezTo>
                  <a:pt x="159896" y="418598"/>
                  <a:pt x="347694" y="418598"/>
                  <a:pt x="347694" y="418598"/>
                </a:cubicBezTo>
                <a:cubicBezTo>
                  <a:pt x="353212" y="418598"/>
                  <a:pt x="358539" y="416124"/>
                  <a:pt x="361964" y="411938"/>
                </a:cubicBezTo>
                <a:cubicBezTo>
                  <a:pt x="365579" y="407752"/>
                  <a:pt x="367292" y="402234"/>
                  <a:pt x="366340" y="396907"/>
                </a:cubicBezTo>
                <a:lnTo>
                  <a:pt x="358730" y="342679"/>
                </a:lnTo>
                <a:lnTo>
                  <a:pt x="367672" y="297014"/>
                </a:lnTo>
                <a:lnTo>
                  <a:pt x="386509" y="223189"/>
                </a:lnTo>
                <a:lnTo>
                  <a:pt x="405917" y="197121"/>
                </a:lnTo>
                <a:cubicBezTo>
                  <a:pt x="409532" y="192174"/>
                  <a:pt x="410674" y="185705"/>
                  <a:pt x="408961" y="179997"/>
                </a:cubicBezTo>
                <a:close/>
                <a:moveTo>
                  <a:pt x="370907" y="212153"/>
                </a:moveTo>
                <a:cubicBezTo>
                  <a:pt x="369385" y="214056"/>
                  <a:pt x="368433" y="216339"/>
                  <a:pt x="367672" y="218812"/>
                </a:cubicBezTo>
                <a:lnTo>
                  <a:pt x="348835" y="293589"/>
                </a:lnTo>
                <a:lnTo>
                  <a:pt x="339893" y="339254"/>
                </a:lnTo>
                <a:cubicBezTo>
                  <a:pt x="339512" y="341347"/>
                  <a:pt x="339322" y="343440"/>
                  <a:pt x="339893" y="345533"/>
                </a:cubicBezTo>
                <a:lnTo>
                  <a:pt x="347504" y="399761"/>
                </a:lnTo>
                <a:lnTo>
                  <a:pt x="149431" y="399761"/>
                </a:lnTo>
                <a:cubicBezTo>
                  <a:pt x="149431" y="394623"/>
                  <a:pt x="147148" y="389676"/>
                  <a:pt x="143532" y="386252"/>
                </a:cubicBezTo>
                <a:cubicBezTo>
                  <a:pt x="139917" y="382636"/>
                  <a:pt x="135351" y="380924"/>
                  <a:pt x="130213" y="380924"/>
                </a:cubicBezTo>
                <a:cubicBezTo>
                  <a:pt x="130213" y="380924"/>
                  <a:pt x="124886" y="380924"/>
                  <a:pt x="124886" y="380924"/>
                </a:cubicBezTo>
                <a:lnTo>
                  <a:pt x="120890" y="376738"/>
                </a:lnTo>
                <a:lnTo>
                  <a:pt x="120890" y="356189"/>
                </a:lnTo>
                <a:cubicBezTo>
                  <a:pt x="120890" y="356189"/>
                  <a:pt x="123364" y="353525"/>
                  <a:pt x="123364" y="353525"/>
                </a:cubicBezTo>
                <a:cubicBezTo>
                  <a:pt x="128501" y="348387"/>
                  <a:pt x="130213" y="340967"/>
                  <a:pt x="127930" y="333927"/>
                </a:cubicBezTo>
                <a:lnTo>
                  <a:pt x="111757" y="286359"/>
                </a:lnTo>
                <a:cubicBezTo>
                  <a:pt x="110235" y="281602"/>
                  <a:pt x="106810" y="277797"/>
                  <a:pt x="102434" y="275513"/>
                </a:cubicBezTo>
                <a:lnTo>
                  <a:pt x="87973" y="267903"/>
                </a:lnTo>
                <a:lnTo>
                  <a:pt x="53153" y="241835"/>
                </a:lnTo>
                <a:cubicBezTo>
                  <a:pt x="49919" y="239362"/>
                  <a:pt x="45923" y="238030"/>
                  <a:pt x="42118" y="238030"/>
                </a:cubicBezTo>
                <a:lnTo>
                  <a:pt x="31653" y="238030"/>
                </a:lnTo>
                <a:cubicBezTo>
                  <a:pt x="31653" y="238030"/>
                  <a:pt x="25754" y="226233"/>
                  <a:pt x="25754" y="226233"/>
                </a:cubicBezTo>
                <a:lnTo>
                  <a:pt x="25754" y="184754"/>
                </a:lnTo>
                <a:cubicBezTo>
                  <a:pt x="25754" y="184754"/>
                  <a:pt x="28989" y="181329"/>
                  <a:pt x="28989" y="181329"/>
                </a:cubicBezTo>
                <a:cubicBezTo>
                  <a:pt x="30701" y="178665"/>
                  <a:pt x="31843" y="175811"/>
                  <a:pt x="32033" y="172767"/>
                </a:cubicBezTo>
                <a:cubicBezTo>
                  <a:pt x="32414" y="167249"/>
                  <a:pt x="30321" y="161921"/>
                  <a:pt x="26325" y="157735"/>
                </a:cubicBezTo>
                <a:lnTo>
                  <a:pt x="19095" y="151266"/>
                </a:lnTo>
                <a:lnTo>
                  <a:pt x="32223" y="131287"/>
                </a:lnTo>
                <a:cubicBezTo>
                  <a:pt x="33746" y="130526"/>
                  <a:pt x="35648" y="129575"/>
                  <a:pt x="37551" y="128624"/>
                </a:cubicBezTo>
                <a:lnTo>
                  <a:pt x="42498" y="126150"/>
                </a:lnTo>
                <a:cubicBezTo>
                  <a:pt x="50299" y="122154"/>
                  <a:pt x="54295" y="113212"/>
                  <a:pt x="52202" y="104649"/>
                </a:cubicBezTo>
                <a:lnTo>
                  <a:pt x="50109" y="96468"/>
                </a:lnTo>
                <a:lnTo>
                  <a:pt x="50109" y="96468"/>
                </a:lnTo>
                <a:cubicBezTo>
                  <a:pt x="48777" y="91140"/>
                  <a:pt x="46494" y="81627"/>
                  <a:pt x="46113" y="79724"/>
                </a:cubicBezTo>
                <a:cubicBezTo>
                  <a:pt x="46113" y="79724"/>
                  <a:pt x="48587" y="77631"/>
                  <a:pt x="49348" y="77060"/>
                </a:cubicBezTo>
                <a:cubicBezTo>
                  <a:pt x="49919" y="77060"/>
                  <a:pt x="50680" y="77250"/>
                  <a:pt x="51251" y="77250"/>
                </a:cubicBezTo>
                <a:cubicBezTo>
                  <a:pt x="54675" y="77250"/>
                  <a:pt x="58671" y="75728"/>
                  <a:pt x="63428" y="72494"/>
                </a:cubicBezTo>
                <a:cubicBezTo>
                  <a:pt x="63428" y="72494"/>
                  <a:pt x="132306" y="26638"/>
                  <a:pt x="143152" y="19217"/>
                </a:cubicBezTo>
                <a:lnTo>
                  <a:pt x="172263" y="19217"/>
                </a:lnTo>
                <a:cubicBezTo>
                  <a:pt x="172263" y="19217"/>
                  <a:pt x="153807" y="56130"/>
                  <a:pt x="153807" y="56130"/>
                </a:cubicBezTo>
                <a:cubicBezTo>
                  <a:pt x="150192" y="63360"/>
                  <a:pt x="151524" y="72303"/>
                  <a:pt x="156851" y="77441"/>
                </a:cubicBezTo>
                <a:lnTo>
                  <a:pt x="160657" y="82388"/>
                </a:lnTo>
                <a:lnTo>
                  <a:pt x="167887" y="96087"/>
                </a:lnTo>
                <a:cubicBezTo>
                  <a:pt x="170170" y="100654"/>
                  <a:pt x="173976" y="103888"/>
                  <a:pt x="178733" y="105601"/>
                </a:cubicBezTo>
                <a:lnTo>
                  <a:pt x="231438" y="123486"/>
                </a:lnTo>
                <a:lnTo>
                  <a:pt x="247801" y="131478"/>
                </a:lnTo>
                <a:cubicBezTo>
                  <a:pt x="250465" y="132810"/>
                  <a:pt x="253509" y="133380"/>
                  <a:pt x="256363" y="133380"/>
                </a:cubicBezTo>
                <a:cubicBezTo>
                  <a:pt x="256363" y="133380"/>
                  <a:pt x="268731" y="133380"/>
                  <a:pt x="268731" y="133571"/>
                </a:cubicBezTo>
                <a:lnTo>
                  <a:pt x="270634" y="135473"/>
                </a:lnTo>
                <a:cubicBezTo>
                  <a:pt x="274249" y="139089"/>
                  <a:pt x="279196" y="140991"/>
                  <a:pt x="283953" y="140991"/>
                </a:cubicBezTo>
                <a:cubicBezTo>
                  <a:pt x="286807" y="140991"/>
                  <a:pt x="289661" y="140230"/>
                  <a:pt x="292325" y="138898"/>
                </a:cubicBezTo>
                <a:cubicBezTo>
                  <a:pt x="292705" y="143655"/>
                  <a:pt x="294418" y="148983"/>
                  <a:pt x="297843" y="152408"/>
                </a:cubicBezTo>
                <a:lnTo>
                  <a:pt x="301648" y="156213"/>
                </a:lnTo>
                <a:lnTo>
                  <a:pt x="301648" y="161541"/>
                </a:lnTo>
                <a:cubicBezTo>
                  <a:pt x="301648" y="168010"/>
                  <a:pt x="305263" y="173338"/>
                  <a:pt x="310020" y="176762"/>
                </a:cubicBezTo>
                <a:lnTo>
                  <a:pt x="306976" y="181900"/>
                </a:lnTo>
                <a:cubicBezTo>
                  <a:pt x="302219" y="189891"/>
                  <a:pt x="304692" y="195790"/>
                  <a:pt x="307547" y="199976"/>
                </a:cubicBezTo>
                <a:lnTo>
                  <a:pt x="310971" y="203400"/>
                </a:lnTo>
                <a:cubicBezTo>
                  <a:pt x="313064" y="205493"/>
                  <a:pt x="315728" y="207016"/>
                  <a:pt x="318582" y="207967"/>
                </a:cubicBezTo>
                <a:cubicBezTo>
                  <a:pt x="320295" y="208538"/>
                  <a:pt x="322007" y="208728"/>
                  <a:pt x="323910" y="208918"/>
                </a:cubicBezTo>
                <a:cubicBezTo>
                  <a:pt x="325432" y="208918"/>
                  <a:pt x="327145" y="209299"/>
                  <a:pt x="328667" y="209109"/>
                </a:cubicBezTo>
                <a:cubicBezTo>
                  <a:pt x="336658" y="208347"/>
                  <a:pt x="339702" y="203020"/>
                  <a:pt x="341986" y="199024"/>
                </a:cubicBezTo>
                <a:cubicBezTo>
                  <a:pt x="344269" y="195409"/>
                  <a:pt x="346362" y="192555"/>
                  <a:pt x="348645" y="188940"/>
                </a:cubicBezTo>
                <a:cubicBezTo>
                  <a:pt x="350548" y="185895"/>
                  <a:pt x="352451" y="183041"/>
                  <a:pt x="353973" y="180568"/>
                </a:cubicBezTo>
                <a:cubicBezTo>
                  <a:pt x="360632" y="180568"/>
                  <a:pt x="371668" y="180568"/>
                  <a:pt x="376235" y="180568"/>
                </a:cubicBezTo>
                <a:lnTo>
                  <a:pt x="390886" y="185515"/>
                </a:lnTo>
                <a:lnTo>
                  <a:pt x="371288" y="211772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9" name="Graphic 56" descr="Wyoming icon.">
            <a:extLst>
              <a:ext uri="{FF2B5EF4-FFF2-40B4-BE49-F238E27FC236}">
                <a16:creationId xmlns:a16="http://schemas.microsoft.com/office/drawing/2014/main" id="{3AE7B4F9-1D84-0ADA-27D7-DDF46E7E9331}"/>
              </a:ext>
            </a:extLst>
          </p:cNvPr>
          <p:cNvSpPr/>
          <p:nvPr/>
        </p:nvSpPr>
        <p:spPr>
          <a:xfrm>
            <a:off x="10779165" y="1478779"/>
            <a:ext cx="456461" cy="342489"/>
          </a:xfrm>
          <a:custGeom>
            <a:avLst/>
            <a:gdLst>
              <a:gd name="connsiteX0" fmla="*/ 437625 w 456461"/>
              <a:gd name="connsiteY0" fmla="*/ 342489 h 342489"/>
              <a:gd name="connsiteX1" fmla="*/ 19027 w 456461"/>
              <a:gd name="connsiteY1" fmla="*/ 342489 h 342489"/>
              <a:gd name="connsiteX2" fmla="*/ 0 w 456461"/>
              <a:gd name="connsiteY2" fmla="*/ 323462 h 342489"/>
              <a:gd name="connsiteX3" fmla="*/ 0 w 456461"/>
              <a:gd name="connsiteY3" fmla="*/ 19027 h 342489"/>
              <a:gd name="connsiteX4" fmla="*/ 19027 w 456461"/>
              <a:gd name="connsiteY4" fmla="*/ 0 h 342489"/>
              <a:gd name="connsiteX5" fmla="*/ 437435 w 456461"/>
              <a:gd name="connsiteY5" fmla="*/ 0 h 342489"/>
              <a:gd name="connsiteX6" fmla="*/ 456462 w 456461"/>
              <a:gd name="connsiteY6" fmla="*/ 19027 h 342489"/>
              <a:gd name="connsiteX7" fmla="*/ 456462 w 456461"/>
              <a:gd name="connsiteY7" fmla="*/ 323462 h 342489"/>
              <a:gd name="connsiteX8" fmla="*/ 437625 w 456461"/>
              <a:gd name="connsiteY8" fmla="*/ 342489 h 342489"/>
              <a:gd name="connsiteX9" fmla="*/ 19027 w 456461"/>
              <a:gd name="connsiteY9" fmla="*/ 19027 h 342489"/>
              <a:gd name="connsiteX10" fmla="*/ 19027 w 456461"/>
              <a:gd name="connsiteY10" fmla="*/ 323462 h 342489"/>
              <a:gd name="connsiteX11" fmla="*/ 437625 w 456461"/>
              <a:gd name="connsiteY11" fmla="*/ 323462 h 342489"/>
              <a:gd name="connsiteX12" fmla="*/ 437625 w 456461"/>
              <a:gd name="connsiteY12" fmla="*/ 19027 h 342489"/>
              <a:gd name="connsiteX13" fmla="*/ 19027 w 456461"/>
              <a:gd name="connsiteY13" fmla="*/ 19027 h 34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6461" h="342489">
                <a:moveTo>
                  <a:pt x="437625" y="342489"/>
                </a:moveTo>
                <a:lnTo>
                  <a:pt x="19027" y="342489"/>
                </a:lnTo>
                <a:cubicBezTo>
                  <a:pt x="8562" y="342489"/>
                  <a:pt x="0" y="333927"/>
                  <a:pt x="0" y="323462"/>
                </a:cubicBezTo>
                <a:lnTo>
                  <a:pt x="0" y="19027"/>
                </a:lnTo>
                <a:cubicBezTo>
                  <a:pt x="0" y="8562"/>
                  <a:pt x="8562" y="0"/>
                  <a:pt x="19027" y="0"/>
                </a:cubicBezTo>
                <a:lnTo>
                  <a:pt x="437435" y="0"/>
                </a:lnTo>
                <a:cubicBezTo>
                  <a:pt x="447900" y="0"/>
                  <a:pt x="456462" y="8562"/>
                  <a:pt x="456462" y="19027"/>
                </a:cubicBezTo>
                <a:lnTo>
                  <a:pt x="456462" y="323462"/>
                </a:lnTo>
                <a:cubicBezTo>
                  <a:pt x="456462" y="333927"/>
                  <a:pt x="448090" y="342489"/>
                  <a:pt x="437625" y="342489"/>
                </a:cubicBezTo>
                <a:close/>
                <a:moveTo>
                  <a:pt x="19027" y="19027"/>
                </a:moveTo>
                <a:lnTo>
                  <a:pt x="19027" y="323462"/>
                </a:lnTo>
                <a:lnTo>
                  <a:pt x="437625" y="323462"/>
                </a:lnTo>
                <a:lnTo>
                  <a:pt x="437625" y="19027"/>
                </a:lnTo>
                <a:lnTo>
                  <a:pt x="19027" y="1902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21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Messaging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C88F9B-17A7-4B96-80F1-ABF709DCB7D2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Check circle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Close circle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Exclamation point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Question mark circle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Info circle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Star circle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Text-talk-chat bubble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Use my location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Flag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3" name="Graphic 39" descr="Check circle icon.">
            <a:extLst>
              <a:ext uri="{FF2B5EF4-FFF2-40B4-BE49-F238E27FC236}">
                <a16:creationId xmlns:a16="http://schemas.microsoft.com/office/drawing/2014/main" id="{FBC7D51E-F6CD-4C5F-B7CC-510583D3BB06}"/>
              </a:ext>
            </a:extLst>
          </p:cNvPr>
          <p:cNvSpPr>
            <a:spLocks noChangeAspect="1"/>
          </p:cNvSpPr>
          <p:nvPr/>
        </p:nvSpPr>
        <p:spPr>
          <a:xfrm>
            <a:off x="945791" y="1367826"/>
            <a:ext cx="458518" cy="458518"/>
          </a:xfrm>
          <a:custGeom>
            <a:avLst/>
            <a:gdLst>
              <a:gd name="connsiteX0" fmla="*/ 175765 w 458518"/>
              <a:gd name="connsiteY0" fmla="*/ 301858 h 458518"/>
              <a:gd name="connsiteX1" fmla="*/ 126092 w 458518"/>
              <a:gd name="connsiteY1" fmla="*/ 236901 h 458518"/>
              <a:gd name="connsiteX2" fmla="*/ 110809 w 458518"/>
              <a:gd name="connsiteY2" fmla="*/ 248364 h 458518"/>
              <a:gd name="connsiteX3" fmla="*/ 164302 w 458518"/>
              <a:gd name="connsiteY3" fmla="*/ 319052 h 458518"/>
              <a:gd name="connsiteX4" fmla="*/ 175765 w 458518"/>
              <a:gd name="connsiteY4" fmla="*/ 324784 h 458518"/>
              <a:gd name="connsiteX5" fmla="*/ 175765 w 458518"/>
              <a:gd name="connsiteY5" fmla="*/ 324784 h 458518"/>
              <a:gd name="connsiteX6" fmla="*/ 187228 w 458518"/>
              <a:gd name="connsiteY6" fmla="*/ 319052 h 458518"/>
              <a:gd name="connsiteX7" fmla="*/ 345799 w 458518"/>
              <a:gd name="connsiteY7" fmla="*/ 105077 h 458518"/>
              <a:gd name="connsiteX8" fmla="*/ 330515 w 458518"/>
              <a:gd name="connsiteY8" fmla="*/ 93614 h 458518"/>
              <a:gd name="connsiteX9" fmla="*/ 175765 w 458518"/>
              <a:gd name="connsiteY9" fmla="*/ 301858 h 458518"/>
              <a:gd name="connsiteX10" fmla="*/ 229259 w 458518"/>
              <a:gd name="connsiteY10" fmla="*/ 0 h 458518"/>
              <a:gd name="connsiteX11" fmla="*/ 0 w 458518"/>
              <a:gd name="connsiteY11" fmla="*/ 229259 h 458518"/>
              <a:gd name="connsiteX12" fmla="*/ 229259 w 458518"/>
              <a:gd name="connsiteY12" fmla="*/ 458518 h 458518"/>
              <a:gd name="connsiteX13" fmla="*/ 458518 w 458518"/>
              <a:gd name="connsiteY13" fmla="*/ 229259 h 458518"/>
              <a:gd name="connsiteX14" fmla="*/ 229259 w 458518"/>
              <a:gd name="connsiteY14" fmla="*/ 0 h 458518"/>
              <a:gd name="connsiteX15" fmla="*/ 229259 w 458518"/>
              <a:gd name="connsiteY15" fmla="*/ 439413 h 458518"/>
              <a:gd name="connsiteX16" fmla="*/ 19105 w 458518"/>
              <a:gd name="connsiteY16" fmla="*/ 229259 h 458518"/>
              <a:gd name="connsiteX17" fmla="*/ 229259 w 458518"/>
              <a:gd name="connsiteY17" fmla="*/ 19105 h 458518"/>
              <a:gd name="connsiteX18" fmla="*/ 439413 w 458518"/>
              <a:gd name="connsiteY18" fmla="*/ 229259 h 458518"/>
              <a:gd name="connsiteX19" fmla="*/ 229259 w 458518"/>
              <a:gd name="connsiteY19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518" h="458518">
                <a:moveTo>
                  <a:pt x="175765" y="301858"/>
                </a:moveTo>
                <a:lnTo>
                  <a:pt x="126092" y="236901"/>
                </a:lnTo>
                <a:lnTo>
                  <a:pt x="110809" y="248364"/>
                </a:lnTo>
                <a:lnTo>
                  <a:pt x="164302" y="319052"/>
                </a:lnTo>
                <a:cubicBezTo>
                  <a:pt x="166213" y="322873"/>
                  <a:pt x="171944" y="324784"/>
                  <a:pt x="175765" y="324784"/>
                </a:cubicBezTo>
                <a:lnTo>
                  <a:pt x="175765" y="324784"/>
                </a:lnTo>
                <a:cubicBezTo>
                  <a:pt x="179586" y="324784"/>
                  <a:pt x="185318" y="322873"/>
                  <a:pt x="187228" y="319052"/>
                </a:cubicBezTo>
                <a:lnTo>
                  <a:pt x="345799" y="105077"/>
                </a:lnTo>
                <a:lnTo>
                  <a:pt x="330515" y="93614"/>
                </a:lnTo>
                <a:lnTo>
                  <a:pt x="175765" y="301858"/>
                </a:lnTo>
                <a:close/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29259" y="439413"/>
                </a:moveTo>
                <a:cubicBezTo>
                  <a:pt x="112719" y="439413"/>
                  <a:pt x="19105" y="34579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345799"/>
                  <a:pt x="345799" y="439413"/>
                  <a:pt x="229259" y="43941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Graphic 42" descr="Close circle icon.">
            <a:extLst>
              <a:ext uri="{FF2B5EF4-FFF2-40B4-BE49-F238E27FC236}">
                <a16:creationId xmlns:a16="http://schemas.microsoft.com/office/drawing/2014/main" id="{1B70BD84-D489-429A-8E08-41C4155E371B}"/>
              </a:ext>
            </a:extLst>
          </p:cNvPr>
          <p:cNvSpPr>
            <a:spLocks noChangeAspect="1"/>
          </p:cNvSpPr>
          <p:nvPr/>
        </p:nvSpPr>
        <p:spPr>
          <a:xfrm>
            <a:off x="2173253" y="1367826"/>
            <a:ext cx="458518" cy="458518"/>
          </a:xfrm>
          <a:custGeom>
            <a:avLst/>
            <a:gdLst>
              <a:gd name="connsiteX0" fmla="*/ 303768 w 458518"/>
              <a:gd name="connsiteY0" fmla="*/ 141376 h 458518"/>
              <a:gd name="connsiteX1" fmla="*/ 229259 w 458518"/>
              <a:gd name="connsiteY1" fmla="*/ 215886 h 458518"/>
              <a:gd name="connsiteX2" fmla="*/ 154750 w 458518"/>
              <a:gd name="connsiteY2" fmla="*/ 141376 h 458518"/>
              <a:gd name="connsiteX3" fmla="*/ 141376 w 458518"/>
              <a:gd name="connsiteY3" fmla="*/ 154750 h 458518"/>
              <a:gd name="connsiteX4" fmla="*/ 215886 w 458518"/>
              <a:gd name="connsiteY4" fmla="*/ 229259 h 458518"/>
              <a:gd name="connsiteX5" fmla="*/ 141376 w 458518"/>
              <a:gd name="connsiteY5" fmla="*/ 303768 h 458518"/>
              <a:gd name="connsiteX6" fmla="*/ 154750 w 458518"/>
              <a:gd name="connsiteY6" fmla="*/ 317142 h 458518"/>
              <a:gd name="connsiteX7" fmla="*/ 229259 w 458518"/>
              <a:gd name="connsiteY7" fmla="*/ 242632 h 458518"/>
              <a:gd name="connsiteX8" fmla="*/ 303768 w 458518"/>
              <a:gd name="connsiteY8" fmla="*/ 317142 h 458518"/>
              <a:gd name="connsiteX9" fmla="*/ 317142 w 458518"/>
              <a:gd name="connsiteY9" fmla="*/ 303768 h 458518"/>
              <a:gd name="connsiteX10" fmla="*/ 242632 w 458518"/>
              <a:gd name="connsiteY10" fmla="*/ 229259 h 458518"/>
              <a:gd name="connsiteX11" fmla="*/ 317142 w 458518"/>
              <a:gd name="connsiteY11" fmla="*/ 154750 h 458518"/>
              <a:gd name="connsiteX12" fmla="*/ 303768 w 458518"/>
              <a:gd name="connsiteY12" fmla="*/ 141376 h 458518"/>
              <a:gd name="connsiteX13" fmla="*/ 229259 w 458518"/>
              <a:gd name="connsiteY13" fmla="*/ 0 h 458518"/>
              <a:gd name="connsiteX14" fmla="*/ 0 w 458518"/>
              <a:gd name="connsiteY14" fmla="*/ 229259 h 458518"/>
              <a:gd name="connsiteX15" fmla="*/ 229259 w 458518"/>
              <a:gd name="connsiteY15" fmla="*/ 458518 h 458518"/>
              <a:gd name="connsiteX16" fmla="*/ 458518 w 458518"/>
              <a:gd name="connsiteY16" fmla="*/ 229259 h 458518"/>
              <a:gd name="connsiteX17" fmla="*/ 229259 w 458518"/>
              <a:gd name="connsiteY17" fmla="*/ 0 h 458518"/>
              <a:gd name="connsiteX18" fmla="*/ 229259 w 458518"/>
              <a:gd name="connsiteY18" fmla="*/ 439413 h 458518"/>
              <a:gd name="connsiteX19" fmla="*/ 19105 w 458518"/>
              <a:gd name="connsiteY19" fmla="*/ 229259 h 458518"/>
              <a:gd name="connsiteX20" fmla="*/ 229259 w 458518"/>
              <a:gd name="connsiteY20" fmla="*/ 19105 h 458518"/>
              <a:gd name="connsiteX21" fmla="*/ 439413 w 458518"/>
              <a:gd name="connsiteY21" fmla="*/ 229259 h 458518"/>
              <a:gd name="connsiteX22" fmla="*/ 229259 w 458518"/>
              <a:gd name="connsiteY22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8518" h="458518">
                <a:moveTo>
                  <a:pt x="303768" y="141376"/>
                </a:moveTo>
                <a:lnTo>
                  <a:pt x="229259" y="215886"/>
                </a:lnTo>
                <a:lnTo>
                  <a:pt x="154750" y="141376"/>
                </a:lnTo>
                <a:lnTo>
                  <a:pt x="141376" y="154750"/>
                </a:lnTo>
                <a:lnTo>
                  <a:pt x="215886" y="229259"/>
                </a:lnTo>
                <a:lnTo>
                  <a:pt x="141376" y="303768"/>
                </a:lnTo>
                <a:lnTo>
                  <a:pt x="154750" y="317142"/>
                </a:lnTo>
                <a:lnTo>
                  <a:pt x="229259" y="242632"/>
                </a:lnTo>
                <a:lnTo>
                  <a:pt x="303768" y="317142"/>
                </a:lnTo>
                <a:lnTo>
                  <a:pt x="317142" y="303768"/>
                </a:lnTo>
                <a:lnTo>
                  <a:pt x="242632" y="229259"/>
                </a:lnTo>
                <a:lnTo>
                  <a:pt x="317142" y="154750"/>
                </a:lnTo>
                <a:lnTo>
                  <a:pt x="303768" y="141376"/>
                </a:lnTo>
                <a:close/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29259" y="439413"/>
                </a:moveTo>
                <a:cubicBezTo>
                  <a:pt x="112719" y="439413"/>
                  <a:pt x="19105" y="34579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345799"/>
                  <a:pt x="345799" y="439413"/>
                  <a:pt x="229259" y="43941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Graphic 46" descr="Exclamation point icon.">
            <a:extLst>
              <a:ext uri="{FF2B5EF4-FFF2-40B4-BE49-F238E27FC236}">
                <a16:creationId xmlns:a16="http://schemas.microsoft.com/office/drawing/2014/main" id="{4DE91F91-088C-4912-9DE5-817E3FAB5987}"/>
              </a:ext>
            </a:extLst>
          </p:cNvPr>
          <p:cNvSpPr>
            <a:spLocks noChangeAspect="1"/>
          </p:cNvSpPr>
          <p:nvPr/>
        </p:nvSpPr>
        <p:spPr>
          <a:xfrm>
            <a:off x="3387289" y="1402767"/>
            <a:ext cx="458517" cy="381501"/>
          </a:xfrm>
          <a:custGeom>
            <a:avLst/>
            <a:gdLst>
              <a:gd name="connsiteX0" fmla="*/ 220662 w 458517"/>
              <a:gd name="connsiteY0" fmla="*/ 133137 h 381501"/>
              <a:gd name="connsiteX1" fmla="*/ 239767 w 458517"/>
              <a:gd name="connsiteY1" fmla="*/ 133137 h 381501"/>
              <a:gd name="connsiteX2" fmla="*/ 239767 w 458517"/>
              <a:gd name="connsiteY2" fmla="*/ 266872 h 381501"/>
              <a:gd name="connsiteX3" fmla="*/ 220662 w 458517"/>
              <a:gd name="connsiteY3" fmla="*/ 266872 h 381501"/>
              <a:gd name="connsiteX4" fmla="*/ 220662 w 458517"/>
              <a:gd name="connsiteY4" fmla="*/ 133137 h 381501"/>
              <a:gd name="connsiteX5" fmla="*/ 440368 w 458517"/>
              <a:gd name="connsiteY5" fmla="*/ 381501 h 381501"/>
              <a:gd name="connsiteX6" fmla="*/ 20060 w 458517"/>
              <a:gd name="connsiteY6" fmla="*/ 381501 h 381501"/>
              <a:gd name="connsiteX7" fmla="*/ 2866 w 458517"/>
              <a:gd name="connsiteY7" fmla="*/ 371949 h 381501"/>
              <a:gd name="connsiteX8" fmla="*/ 2866 w 458517"/>
              <a:gd name="connsiteY8" fmla="*/ 352844 h 381501"/>
              <a:gd name="connsiteX9" fmla="*/ 213020 w 458517"/>
              <a:gd name="connsiteY9" fmla="*/ 8955 h 381501"/>
              <a:gd name="connsiteX10" fmla="*/ 239767 w 458517"/>
              <a:gd name="connsiteY10" fmla="*/ 3224 h 381501"/>
              <a:gd name="connsiteX11" fmla="*/ 245498 w 458517"/>
              <a:gd name="connsiteY11" fmla="*/ 8955 h 381501"/>
              <a:gd name="connsiteX12" fmla="*/ 455652 w 458517"/>
              <a:gd name="connsiteY12" fmla="*/ 352844 h 381501"/>
              <a:gd name="connsiteX13" fmla="*/ 455652 w 458517"/>
              <a:gd name="connsiteY13" fmla="*/ 371949 h 381501"/>
              <a:gd name="connsiteX14" fmla="*/ 440368 w 458517"/>
              <a:gd name="connsiteY14" fmla="*/ 381501 h 381501"/>
              <a:gd name="connsiteX15" fmla="*/ 230214 w 458517"/>
              <a:gd name="connsiteY15" fmla="*/ 18508 h 381501"/>
              <a:gd name="connsiteX16" fmla="*/ 20060 w 458517"/>
              <a:gd name="connsiteY16" fmla="*/ 362396 h 381501"/>
              <a:gd name="connsiteX17" fmla="*/ 440368 w 458517"/>
              <a:gd name="connsiteY17" fmla="*/ 362396 h 381501"/>
              <a:gd name="connsiteX18" fmla="*/ 440368 w 458517"/>
              <a:gd name="connsiteY18" fmla="*/ 362396 h 381501"/>
              <a:gd name="connsiteX19" fmla="*/ 230214 w 458517"/>
              <a:gd name="connsiteY19" fmla="*/ 18508 h 381501"/>
              <a:gd name="connsiteX20" fmla="*/ 220662 w 458517"/>
              <a:gd name="connsiteY20" fmla="*/ 285977 h 381501"/>
              <a:gd name="connsiteX21" fmla="*/ 239767 w 458517"/>
              <a:gd name="connsiteY21" fmla="*/ 285977 h 381501"/>
              <a:gd name="connsiteX22" fmla="*/ 239767 w 458517"/>
              <a:gd name="connsiteY22" fmla="*/ 305082 h 381501"/>
              <a:gd name="connsiteX23" fmla="*/ 220662 w 458517"/>
              <a:gd name="connsiteY23" fmla="*/ 305082 h 381501"/>
              <a:gd name="connsiteX24" fmla="*/ 220662 w 458517"/>
              <a:gd name="connsiteY24" fmla="*/ 285977 h 38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58517" h="381501">
                <a:moveTo>
                  <a:pt x="220662" y="133137"/>
                </a:moveTo>
                <a:lnTo>
                  <a:pt x="239767" y="133137"/>
                </a:lnTo>
                <a:lnTo>
                  <a:pt x="239767" y="266872"/>
                </a:lnTo>
                <a:lnTo>
                  <a:pt x="220662" y="266872"/>
                </a:lnTo>
                <a:lnTo>
                  <a:pt x="220662" y="133137"/>
                </a:lnTo>
                <a:close/>
                <a:moveTo>
                  <a:pt x="440368" y="381501"/>
                </a:moveTo>
                <a:lnTo>
                  <a:pt x="20060" y="381501"/>
                </a:lnTo>
                <a:cubicBezTo>
                  <a:pt x="12418" y="381501"/>
                  <a:pt x="6687" y="377680"/>
                  <a:pt x="2866" y="371949"/>
                </a:cubicBezTo>
                <a:cubicBezTo>
                  <a:pt x="-955" y="366217"/>
                  <a:pt x="-955" y="358575"/>
                  <a:pt x="2866" y="352844"/>
                </a:cubicBezTo>
                <a:lnTo>
                  <a:pt x="213020" y="8955"/>
                </a:lnTo>
                <a:cubicBezTo>
                  <a:pt x="218751" y="-597"/>
                  <a:pt x="230214" y="-2508"/>
                  <a:pt x="239767" y="3224"/>
                </a:cubicBezTo>
                <a:cubicBezTo>
                  <a:pt x="241677" y="5134"/>
                  <a:pt x="243588" y="7045"/>
                  <a:pt x="245498" y="8955"/>
                </a:cubicBezTo>
                <a:lnTo>
                  <a:pt x="455652" y="352844"/>
                </a:lnTo>
                <a:cubicBezTo>
                  <a:pt x="459473" y="358575"/>
                  <a:pt x="459473" y="366217"/>
                  <a:pt x="455652" y="371949"/>
                </a:cubicBezTo>
                <a:cubicBezTo>
                  <a:pt x="453742" y="377680"/>
                  <a:pt x="446100" y="381501"/>
                  <a:pt x="440368" y="381501"/>
                </a:cubicBezTo>
                <a:close/>
                <a:moveTo>
                  <a:pt x="230214" y="18508"/>
                </a:moveTo>
                <a:lnTo>
                  <a:pt x="20060" y="362396"/>
                </a:lnTo>
                <a:lnTo>
                  <a:pt x="440368" y="362396"/>
                </a:lnTo>
                <a:lnTo>
                  <a:pt x="440368" y="362396"/>
                </a:lnTo>
                <a:lnTo>
                  <a:pt x="230214" y="18508"/>
                </a:lnTo>
                <a:close/>
                <a:moveTo>
                  <a:pt x="220662" y="285977"/>
                </a:moveTo>
                <a:lnTo>
                  <a:pt x="239767" y="285977"/>
                </a:lnTo>
                <a:lnTo>
                  <a:pt x="239767" y="305082"/>
                </a:lnTo>
                <a:lnTo>
                  <a:pt x="220662" y="305082"/>
                </a:lnTo>
                <a:lnTo>
                  <a:pt x="220662" y="28597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" name="Graphic 47" descr="Question mark circle icon.">
            <a:extLst>
              <a:ext uri="{FF2B5EF4-FFF2-40B4-BE49-F238E27FC236}">
                <a16:creationId xmlns:a16="http://schemas.microsoft.com/office/drawing/2014/main" id="{C9BF0E26-0C09-4200-AB95-8966F33757D2}"/>
              </a:ext>
            </a:extLst>
          </p:cNvPr>
          <p:cNvSpPr>
            <a:spLocks noChangeAspect="1"/>
          </p:cNvSpPr>
          <p:nvPr/>
        </p:nvSpPr>
        <p:spPr>
          <a:xfrm>
            <a:off x="4609488" y="1367826"/>
            <a:ext cx="458518" cy="458518"/>
          </a:xfrm>
          <a:custGeom>
            <a:avLst/>
            <a:gdLst>
              <a:gd name="connsiteX0" fmla="*/ 229259 w 458518"/>
              <a:gd name="connsiteY0" fmla="*/ 458518 h 458518"/>
              <a:gd name="connsiteX1" fmla="*/ 0 w 458518"/>
              <a:gd name="connsiteY1" fmla="*/ 229259 h 458518"/>
              <a:gd name="connsiteX2" fmla="*/ 229259 w 458518"/>
              <a:gd name="connsiteY2" fmla="*/ 0 h 458518"/>
              <a:gd name="connsiteX3" fmla="*/ 458518 w 458518"/>
              <a:gd name="connsiteY3" fmla="*/ 229259 h 458518"/>
              <a:gd name="connsiteX4" fmla="*/ 229259 w 458518"/>
              <a:gd name="connsiteY4" fmla="*/ 458518 h 458518"/>
              <a:gd name="connsiteX5" fmla="*/ 229259 w 458518"/>
              <a:gd name="connsiteY5" fmla="*/ 19105 h 458518"/>
              <a:gd name="connsiteX6" fmla="*/ 19105 w 458518"/>
              <a:gd name="connsiteY6" fmla="*/ 229259 h 458518"/>
              <a:gd name="connsiteX7" fmla="*/ 229259 w 458518"/>
              <a:gd name="connsiteY7" fmla="*/ 439413 h 458518"/>
              <a:gd name="connsiteX8" fmla="*/ 439413 w 458518"/>
              <a:gd name="connsiteY8" fmla="*/ 229259 h 458518"/>
              <a:gd name="connsiteX9" fmla="*/ 229259 w 458518"/>
              <a:gd name="connsiteY9" fmla="*/ 19105 h 458518"/>
              <a:gd name="connsiteX10" fmla="*/ 238811 w 458518"/>
              <a:gd name="connsiteY10" fmla="*/ 305679 h 458518"/>
              <a:gd name="connsiteX11" fmla="*/ 219707 w 458518"/>
              <a:gd name="connsiteY11" fmla="*/ 305679 h 458518"/>
              <a:gd name="connsiteX12" fmla="*/ 219707 w 458518"/>
              <a:gd name="connsiteY12" fmla="*/ 277021 h 458518"/>
              <a:gd name="connsiteX13" fmla="*/ 257916 w 458518"/>
              <a:gd name="connsiteY13" fmla="*/ 213975 h 458518"/>
              <a:gd name="connsiteX14" fmla="*/ 278932 w 458518"/>
              <a:gd name="connsiteY14" fmla="*/ 194870 h 458518"/>
              <a:gd name="connsiteX15" fmla="*/ 286574 w 458518"/>
              <a:gd name="connsiteY15" fmla="*/ 166213 h 458518"/>
              <a:gd name="connsiteX16" fmla="*/ 282753 w 458518"/>
              <a:gd name="connsiteY16" fmla="*/ 150929 h 458518"/>
              <a:gd name="connsiteX17" fmla="*/ 257916 w 458518"/>
              <a:gd name="connsiteY17" fmla="*/ 128003 h 458518"/>
              <a:gd name="connsiteX18" fmla="*/ 202512 w 458518"/>
              <a:gd name="connsiteY18" fmla="*/ 128003 h 458518"/>
              <a:gd name="connsiteX19" fmla="*/ 171944 w 458518"/>
              <a:gd name="connsiteY19" fmla="*/ 191049 h 458518"/>
              <a:gd name="connsiteX20" fmla="*/ 152839 w 458518"/>
              <a:gd name="connsiteY20" fmla="*/ 191049 h 458518"/>
              <a:gd name="connsiteX21" fmla="*/ 191049 w 458518"/>
              <a:gd name="connsiteY21" fmla="*/ 110809 h 458518"/>
              <a:gd name="connsiteX22" fmla="*/ 263648 w 458518"/>
              <a:gd name="connsiteY22" fmla="*/ 108898 h 458518"/>
              <a:gd name="connsiteX23" fmla="*/ 298037 w 458518"/>
              <a:gd name="connsiteY23" fmla="*/ 141376 h 458518"/>
              <a:gd name="connsiteX24" fmla="*/ 305679 w 458518"/>
              <a:gd name="connsiteY24" fmla="*/ 162392 h 458518"/>
              <a:gd name="connsiteX25" fmla="*/ 294216 w 458518"/>
              <a:gd name="connsiteY25" fmla="*/ 206333 h 458518"/>
              <a:gd name="connsiteX26" fmla="*/ 271290 w 458518"/>
              <a:gd name="connsiteY26" fmla="*/ 229259 h 458518"/>
              <a:gd name="connsiteX27" fmla="*/ 238811 w 458518"/>
              <a:gd name="connsiteY27" fmla="*/ 277021 h 458518"/>
              <a:gd name="connsiteX28" fmla="*/ 238811 w 458518"/>
              <a:gd name="connsiteY28" fmla="*/ 305679 h 458518"/>
              <a:gd name="connsiteX29" fmla="*/ 219707 w 458518"/>
              <a:gd name="connsiteY29" fmla="*/ 324784 h 458518"/>
              <a:gd name="connsiteX30" fmla="*/ 238811 w 458518"/>
              <a:gd name="connsiteY30" fmla="*/ 324784 h 458518"/>
              <a:gd name="connsiteX31" fmla="*/ 238811 w 458518"/>
              <a:gd name="connsiteY31" fmla="*/ 343889 h 458518"/>
              <a:gd name="connsiteX32" fmla="*/ 219707 w 458518"/>
              <a:gd name="connsiteY32" fmla="*/ 343889 h 458518"/>
              <a:gd name="connsiteX33" fmla="*/ 219707 w 458518"/>
              <a:gd name="connsiteY33" fmla="*/ 32478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58518" h="458518">
                <a:moveTo>
                  <a:pt x="229259" y="458518"/>
                </a:moveTo>
                <a:cubicBezTo>
                  <a:pt x="103167" y="458518"/>
                  <a:pt x="0" y="355351"/>
                  <a:pt x="0" y="229259"/>
                </a:cubicBezTo>
                <a:cubicBezTo>
                  <a:pt x="0" y="103167"/>
                  <a:pt x="103167" y="0"/>
                  <a:pt x="229259" y="0"/>
                </a:cubicBezTo>
                <a:cubicBezTo>
                  <a:pt x="355351" y="0"/>
                  <a:pt x="458518" y="103167"/>
                  <a:pt x="458518" y="229259"/>
                </a:cubicBezTo>
                <a:cubicBezTo>
                  <a:pt x="458518" y="355351"/>
                  <a:pt x="355351" y="458518"/>
                  <a:pt x="229259" y="458518"/>
                </a:cubicBezTo>
                <a:close/>
                <a:moveTo>
                  <a:pt x="229259" y="19105"/>
                </a:moveTo>
                <a:cubicBezTo>
                  <a:pt x="112719" y="19105"/>
                  <a:pt x="19105" y="112719"/>
                  <a:pt x="19105" y="229259"/>
                </a:cubicBezTo>
                <a:cubicBezTo>
                  <a:pt x="19105" y="345799"/>
                  <a:pt x="112719" y="439413"/>
                  <a:pt x="229259" y="439413"/>
                </a:cubicBezTo>
                <a:cubicBezTo>
                  <a:pt x="345799" y="439413"/>
                  <a:pt x="439413" y="345799"/>
                  <a:pt x="439413" y="229259"/>
                </a:cubicBezTo>
                <a:cubicBezTo>
                  <a:pt x="439413" y="112719"/>
                  <a:pt x="345799" y="19105"/>
                  <a:pt x="229259" y="19105"/>
                </a:cubicBezTo>
                <a:close/>
                <a:moveTo>
                  <a:pt x="238811" y="305679"/>
                </a:moveTo>
                <a:lnTo>
                  <a:pt x="219707" y="305679"/>
                </a:lnTo>
                <a:lnTo>
                  <a:pt x="219707" y="277021"/>
                </a:lnTo>
                <a:cubicBezTo>
                  <a:pt x="219707" y="248364"/>
                  <a:pt x="238811" y="231170"/>
                  <a:pt x="257916" y="213975"/>
                </a:cubicBezTo>
                <a:cubicBezTo>
                  <a:pt x="265558" y="208244"/>
                  <a:pt x="271290" y="202512"/>
                  <a:pt x="278932" y="194870"/>
                </a:cubicBezTo>
                <a:cubicBezTo>
                  <a:pt x="286574" y="187228"/>
                  <a:pt x="288484" y="175765"/>
                  <a:pt x="286574" y="166213"/>
                </a:cubicBezTo>
                <a:cubicBezTo>
                  <a:pt x="286574" y="160481"/>
                  <a:pt x="284663" y="156660"/>
                  <a:pt x="282753" y="150929"/>
                </a:cubicBezTo>
                <a:cubicBezTo>
                  <a:pt x="277021" y="141376"/>
                  <a:pt x="269379" y="131824"/>
                  <a:pt x="257916" y="128003"/>
                </a:cubicBezTo>
                <a:cubicBezTo>
                  <a:pt x="240722" y="120361"/>
                  <a:pt x="219707" y="120361"/>
                  <a:pt x="202512" y="128003"/>
                </a:cubicBezTo>
                <a:cubicBezTo>
                  <a:pt x="181497" y="137555"/>
                  <a:pt x="171944" y="158571"/>
                  <a:pt x="171944" y="191049"/>
                </a:cubicBezTo>
                <a:lnTo>
                  <a:pt x="152839" y="191049"/>
                </a:lnTo>
                <a:cubicBezTo>
                  <a:pt x="152839" y="150929"/>
                  <a:pt x="166213" y="124182"/>
                  <a:pt x="191049" y="110809"/>
                </a:cubicBezTo>
                <a:cubicBezTo>
                  <a:pt x="213975" y="99346"/>
                  <a:pt x="240722" y="99346"/>
                  <a:pt x="263648" y="108898"/>
                </a:cubicBezTo>
                <a:cubicBezTo>
                  <a:pt x="278932" y="114630"/>
                  <a:pt x="290395" y="126092"/>
                  <a:pt x="298037" y="141376"/>
                </a:cubicBezTo>
                <a:cubicBezTo>
                  <a:pt x="301858" y="147108"/>
                  <a:pt x="303768" y="154750"/>
                  <a:pt x="305679" y="162392"/>
                </a:cubicBezTo>
                <a:cubicBezTo>
                  <a:pt x="309500" y="177676"/>
                  <a:pt x="303768" y="192960"/>
                  <a:pt x="294216" y="206333"/>
                </a:cubicBezTo>
                <a:cubicBezTo>
                  <a:pt x="286574" y="213975"/>
                  <a:pt x="278932" y="221617"/>
                  <a:pt x="271290" y="229259"/>
                </a:cubicBezTo>
                <a:cubicBezTo>
                  <a:pt x="254095" y="244543"/>
                  <a:pt x="238811" y="257916"/>
                  <a:pt x="238811" y="277021"/>
                </a:cubicBezTo>
                <a:lnTo>
                  <a:pt x="238811" y="305679"/>
                </a:lnTo>
                <a:close/>
                <a:moveTo>
                  <a:pt x="219707" y="324784"/>
                </a:moveTo>
                <a:lnTo>
                  <a:pt x="238811" y="324784"/>
                </a:lnTo>
                <a:lnTo>
                  <a:pt x="238811" y="343889"/>
                </a:lnTo>
                <a:lnTo>
                  <a:pt x="219707" y="343889"/>
                </a:lnTo>
                <a:lnTo>
                  <a:pt x="219707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Graphic 50" descr="Info circle icon.">
            <a:extLst>
              <a:ext uri="{FF2B5EF4-FFF2-40B4-BE49-F238E27FC236}">
                <a16:creationId xmlns:a16="http://schemas.microsoft.com/office/drawing/2014/main" id="{2B5346F1-8F5E-4822-8EBE-020038085A7B}"/>
              </a:ext>
            </a:extLst>
          </p:cNvPr>
          <p:cNvSpPr>
            <a:spLocks noChangeAspect="1"/>
          </p:cNvSpPr>
          <p:nvPr/>
        </p:nvSpPr>
        <p:spPr>
          <a:xfrm>
            <a:off x="5852133" y="1367826"/>
            <a:ext cx="458518" cy="458518"/>
          </a:xfrm>
          <a:custGeom>
            <a:avLst/>
            <a:gdLst>
              <a:gd name="connsiteX0" fmla="*/ 229259 w 458518"/>
              <a:gd name="connsiteY0" fmla="*/ 458518 h 458518"/>
              <a:gd name="connsiteX1" fmla="*/ 0 w 458518"/>
              <a:gd name="connsiteY1" fmla="*/ 229259 h 458518"/>
              <a:gd name="connsiteX2" fmla="*/ 229259 w 458518"/>
              <a:gd name="connsiteY2" fmla="*/ 0 h 458518"/>
              <a:gd name="connsiteX3" fmla="*/ 458518 w 458518"/>
              <a:gd name="connsiteY3" fmla="*/ 229259 h 458518"/>
              <a:gd name="connsiteX4" fmla="*/ 229259 w 458518"/>
              <a:gd name="connsiteY4" fmla="*/ 458518 h 458518"/>
              <a:gd name="connsiteX5" fmla="*/ 229259 w 458518"/>
              <a:gd name="connsiteY5" fmla="*/ 19105 h 458518"/>
              <a:gd name="connsiteX6" fmla="*/ 19105 w 458518"/>
              <a:gd name="connsiteY6" fmla="*/ 229259 h 458518"/>
              <a:gd name="connsiteX7" fmla="*/ 229259 w 458518"/>
              <a:gd name="connsiteY7" fmla="*/ 439413 h 458518"/>
              <a:gd name="connsiteX8" fmla="*/ 439413 w 458518"/>
              <a:gd name="connsiteY8" fmla="*/ 229259 h 458518"/>
              <a:gd name="connsiteX9" fmla="*/ 229259 w 458518"/>
              <a:gd name="connsiteY9" fmla="*/ 19105 h 458518"/>
              <a:gd name="connsiteX10" fmla="*/ 219707 w 458518"/>
              <a:gd name="connsiteY10" fmla="*/ 171944 h 458518"/>
              <a:gd name="connsiteX11" fmla="*/ 238811 w 458518"/>
              <a:gd name="connsiteY11" fmla="*/ 171944 h 458518"/>
              <a:gd name="connsiteX12" fmla="*/ 238811 w 458518"/>
              <a:gd name="connsiteY12" fmla="*/ 334336 h 458518"/>
              <a:gd name="connsiteX13" fmla="*/ 219707 w 458518"/>
              <a:gd name="connsiteY13" fmla="*/ 334336 h 458518"/>
              <a:gd name="connsiteX14" fmla="*/ 219707 w 458518"/>
              <a:gd name="connsiteY14" fmla="*/ 171944 h 458518"/>
              <a:gd name="connsiteX15" fmla="*/ 219707 w 458518"/>
              <a:gd name="connsiteY15" fmla="*/ 133734 h 458518"/>
              <a:gd name="connsiteX16" fmla="*/ 238811 w 458518"/>
              <a:gd name="connsiteY16" fmla="*/ 133734 h 458518"/>
              <a:gd name="connsiteX17" fmla="*/ 238811 w 458518"/>
              <a:gd name="connsiteY17" fmla="*/ 152839 h 458518"/>
              <a:gd name="connsiteX18" fmla="*/ 219707 w 458518"/>
              <a:gd name="connsiteY18" fmla="*/ 152839 h 458518"/>
              <a:gd name="connsiteX19" fmla="*/ 219707 w 458518"/>
              <a:gd name="connsiteY19" fmla="*/ 13373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518" h="458518">
                <a:moveTo>
                  <a:pt x="229259" y="458518"/>
                </a:moveTo>
                <a:cubicBezTo>
                  <a:pt x="103167" y="458518"/>
                  <a:pt x="0" y="355351"/>
                  <a:pt x="0" y="229259"/>
                </a:cubicBezTo>
                <a:cubicBezTo>
                  <a:pt x="0" y="103167"/>
                  <a:pt x="103167" y="0"/>
                  <a:pt x="229259" y="0"/>
                </a:cubicBezTo>
                <a:cubicBezTo>
                  <a:pt x="355351" y="0"/>
                  <a:pt x="458518" y="103167"/>
                  <a:pt x="458518" y="229259"/>
                </a:cubicBezTo>
                <a:cubicBezTo>
                  <a:pt x="458518" y="355351"/>
                  <a:pt x="355351" y="458518"/>
                  <a:pt x="229259" y="458518"/>
                </a:cubicBezTo>
                <a:close/>
                <a:moveTo>
                  <a:pt x="229259" y="19105"/>
                </a:moveTo>
                <a:cubicBezTo>
                  <a:pt x="112719" y="19105"/>
                  <a:pt x="19105" y="112719"/>
                  <a:pt x="19105" y="229259"/>
                </a:cubicBezTo>
                <a:cubicBezTo>
                  <a:pt x="19105" y="345799"/>
                  <a:pt x="112719" y="439413"/>
                  <a:pt x="229259" y="439413"/>
                </a:cubicBezTo>
                <a:cubicBezTo>
                  <a:pt x="345799" y="439413"/>
                  <a:pt x="439413" y="345799"/>
                  <a:pt x="439413" y="229259"/>
                </a:cubicBezTo>
                <a:cubicBezTo>
                  <a:pt x="439413" y="112719"/>
                  <a:pt x="345799" y="19105"/>
                  <a:pt x="229259" y="19105"/>
                </a:cubicBezTo>
                <a:close/>
                <a:moveTo>
                  <a:pt x="219707" y="171944"/>
                </a:moveTo>
                <a:lnTo>
                  <a:pt x="238811" y="171944"/>
                </a:lnTo>
                <a:lnTo>
                  <a:pt x="238811" y="334336"/>
                </a:lnTo>
                <a:lnTo>
                  <a:pt x="219707" y="334336"/>
                </a:lnTo>
                <a:lnTo>
                  <a:pt x="219707" y="171944"/>
                </a:lnTo>
                <a:close/>
                <a:moveTo>
                  <a:pt x="219707" y="133734"/>
                </a:moveTo>
                <a:lnTo>
                  <a:pt x="238811" y="133734"/>
                </a:lnTo>
                <a:lnTo>
                  <a:pt x="238811" y="152839"/>
                </a:lnTo>
                <a:lnTo>
                  <a:pt x="219707" y="152839"/>
                </a:lnTo>
                <a:lnTo>
                  <a:pt x="219707" y="13373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3" name="Graphic 51" descr="Star circle icon.">
            <a:extLst>
              <a:ext uri="{FF2B5EF4-FFF2-40B4-BE49-F238E27FC236}">
                <a16:creationId xmlns:a16="http://schemas.microsoft.com/office/drawing/2014/main" id="{7C4545FA-D89C-441B-8B7D-7F12B907EF52}"/>
              </a:ext>
            </a:extLst>
          </p:cNvPr>
          <p:cNvSpPr>
            <a:spLocks noChangeAspect="1"/>
          </p:cNvSpPr>
          <p:nvPr/>
        </p:nvSpPr>
        <p:spPr>
          <a:xfrm>
            <a:off x="7080281" y="1367826"/>
            <a:ext cx="458518" cy="458518"/>
          </a:xfrm>
          <a:custGeom>
            <a:avLst/>
            <a:gdLst>
              <a:gd name="connsiteX0" fmla="*/ 229259 w 458518"/>
              <a:gd name="connsiteY0" fmla="*/ 0 h 458518"/>
              <a:gd name="connsiteX1" fmla="*/ 0 w 458518"/>
              <a:gd name="connsiteY1" fmla="*/ 229259 h 458518"/>
              <a:gd name="connsiteX2" fmla="*/ 229259 w 458518"/>
              <a:gd name="connsiteY2" fmla="*/ 458518 h 458518"/>
              <a:gd name="connsiteX3" fmla="*/ 458518 w 458518"/>
              <a:gd name="connsiteY3" fmla="*/ 229259 h 458518"/>
              <a:gd name="connsiteX4" fmla="*/ 229259 w 458518"/>
              <a:gd name="connsiteY4" fmla="*/ 0 h 458518"/>
              <a:gd name="connsiteX5" fmla="*/ 229259 w 458518"/>
              <a:gd name="connsiteY5" fmla="*/ 439413 h 458518"/>
              <a:gd name="connsiteX6" fmla="*/ 19105 w 458518"/>
              <a:gd name="connsiteY6" fmla="*/ 229259 h 458518"/>
              <a:gd name="connsiteX7" fmla="*/ 229259 w 458518"/>
              <a:gd name="connsiteY7" fmla="*/ 19105 h 458518"/>
              <a:gd name="connsiteX8" fmla="*/ 439413 w 458518"/>
              <a:gd name="connsiteY8" fmla="*/ 229259 h 458518"/>
              <a:gd name="connsiteX9" fmla="*/ 229259 w 458518"/>
              <a:gd name="connsiteY9" fmla="*/ 439413 h 458518"/>
              <a:gd name="connsiteX10" fmla="*/ 374456 w 458518"/>
              <a:gd name="connsiteY10" fmla="*/ 175765 h 458518"/>
              <a:gd name="connsiteX11" fmla="*/ 277021 w 458518"/>
              <a:gd name="connsiteY11" fmla="*/ 175765 h 458518"/>
              <a:gd name="connsiteX12" fmla="*/ 236901 w 458518"/>
              <a:gd name="connsiteY12" fmla="*/ 80241 h 458518"/>
              <a:gd name="connsiteX13" fmla="*/ 225438 w 458518"/>
              <a:gd name="connsiteY13" fmla="*/ 76420 h 458518"/>
              <a:gd name="connsiteX14" fmla="*/ 219707 w 458518"/>
              <a:gd name="connsiteY14" fmla="*/ 82151 h 458518"/>
              <a:gd name="connsiteX15" fmla="*/ 179586 w 458518"/>
              <a:gd name="connsiteY15" fmla="*/ 177676 h 458518"/>
              <a:gd name="connsiteX16" fmla="*/ 84062 w 458518"/>
              <a:gd name="connsiteY16" fmla="*/ 177676 h 458518"/>
              <a:gd name="connsiteX17" fmla="*/ 74509 w 458518"/>
              <a:gd name="connsiteY17" fmla="*/ 187228 h 458518"/>
              <a:gd name="connsiteX18" fmla="*/ 78330 w 458518"/>
              <a:gd name="connsiteY18" fmla="*/ 194870 h 458518"/>
              <a:gd name="connsiteX19" fmla="*/ 158571 w 458518"/>
              <a:gd name="connsiteY19" fmla="*/ 257916 h 458518"/>
              <a:gd name="connsiteX20" fmla="*/ 126092 w 458518"/>
              <a:gd name="connsiteY20" fmla="*/ 353441 h 458518"/>
              <a:gd name="connsiteX21" fmla="*/ 133734 w 458518"/>
              <a:gd name="connsiteY21" fmla="*/ 364904 h 458518"/>
              <a:gd name="connsiteX22" fmla="*/ 141376 w 458518"/>
              <a:gd name="connsiteY22" fmla="*/ 362993 h 458518"/>
              <a:gd name="connsiteX23" fmla="*/ 229259 w 458518"/>
              <a:gd name="connsiteY23" fmla="*/ 305679 h 458518"/>
              <a:gd name="connsiteX24" fmla="*/ 317142 w 458518"/>
              <a:gd name="connsiteY24" fmla="*/ 361083 h 458518"/>
              <a:gd name="connsiteX25" fmla="*/ 330515 w 458518"/>
              <a:gd name="connsiteY25" fmla="*/ 357262 h 458518"/>
              <a:gd name="connsiteX26" fmla="*/ 332426 w 458518"/>
              <a:gd name="connsiteY26" fmla="*/ 349620 h 458518"/>
              <a:gd name="connsiteX27" fmla="*/ 299947 w 458518"/>
              <a:gd name="connsiteY27" fmla="*/ 254095 h 458518"/>
              <a:gd name="connsiteX28" fmla="*/ 380188 w 458518"/>
              <a:gd name="connsiteY28" fmla="*/ 191049 h 458518"/>
              <a:gd name="connsiteX29" fmla="*/ 380188 w 458518"/>
              <a:gd name="connsiteY29" fmla="*/ 177676 h 458518"/>
              <a:gd name="connsiteX30" fmla="*/ 374456 w 458518"/>
              <a:gd name="connsiteY30" fmla="*/ 175765 h 458518"/>
              <a:gd name="connsiteX31" fmla="*/ 277021 w 458518"/>
              <a:gd name="connsiteY31" fmla="*/ 250274 h 458518"/>
              <a:gd name="connsiteX32" fmla="*/ 305679 w 458518"/>
              <a:gd name="connsiteY32" fmla="*/ 332426 h 458518"/>
              <a:gd name="connsiteX33" fmla="*/ 229259 w 458518"/>
              <a:gd name="connsiteY33" fmla="*/ 284663 h 458518"/>
              <a:gd name="connsiteX34" fmla="*/ 152839 w 458518"/>
              <a:gd name="connsiteY34" fmla="*/ 332426 h 458518"/>
              <a:gd name="connsiteX35" fmla="*/ 179586 w 458518"/>
              <a:gd name="connsiteY35" fmla="*/ 250274 h 458518"/>
              <a:gd name="connsiteX36" fmla="*/ 110809 w 458518"/>
              <a:gd name="connsiteY36" fmla="*/ 196781 h 458518"/>
              <a:gd name="connsiteX37" fmla="*/ 192960 w 458518"/>
              <a:gd name="connsiteY37" fmla="*/ 196781 h 458518"/>
              <a:gd name="connsiteX38" fmla="*/ 229259 w 458518"/>
              <a:gd name="connsiteY38" fmla="*/ 108898 h 458518"/>
              <a:gd name="connsiteX39" fmla="*/ 265558 w 458518"/>
              <a:gd name="connsiteY39" fmla="*/ 194870 h 458518"/>
              <a:gd name="connsiteX40" fmla="*/ 347710 w 458518"/>
              <a:gd name="connsiteY40" fmla="*/ 194870 h 458518"/>
              <a:gd name="connsiteX41" fmla="*/ 277021 w 458518"/>
              <a:gd name="connsiteY41" fmla="*/ 25027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58518" h="458518"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29259" y="439413"/>
                </a:moveTo>
                <a:cubicBezTo>
                  <a:pt x="112719" y="439413"/>
                  <a:pt x="19105" y="34579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345799"/>
                  <a:pt x="345799" y="439413"/>
                  <a:pt x="229259" y="439413"/>
                </a:cubicBezTo>
                <a:close/>
                <a:moveTo>
                  <a:pt x="374456" y="175765"/>
                </a:moveTo>
                <a:lnTo>
                  <a:pt x="277021" y="175765"/>
                </a:lnTo>
                <a:lnTo>
                  <a:pt x="236901" y="80241"/>
                </a:lnTo>
                <a:cubicBezTo>
                  <a:pt x="236901" y="76420"/>
                  <a:pt x="231170" y="74509"/>
                  <a:pt x="225438" y="76420"/>
                </a:cubicBezTo>
                <a:cubicBezTo>
                  <a:pt x="223528" y="78330"/>
                  <a:pt x="221617" y="78330"/>
                  <a:pt x="219707" y="82151"/>
                </a:cubicBezTo>
                <a:lnTo>
                  <a:pt x="179586" y="177676"/>
                </a:lnTo>
                <a:lnTo>
                  <a:pt x="84062" y="177676"/>
                </a:lnTo>
                <a:cubicBezTo>
                  <a:pt x="78330" y="177676"/>
                  <a:pt x="74509" y="181497"/>
                  <a:pt x="74509" y="187228"/>
                </a:cubicBezTo>
                <a:cubicBezTo>
                  <a:pt x="74509" y="191049"/>
                  <a:pt x="76420" y="192960"/>
                  <a:pt x="78330" y="194870"/>
                </a:cubicBezTo>
                <a:lnTo>
                  <a:pt x="158571" y="257916"/>
                </a:lnTo>
                <a:lnTo>
                  <a:pt x="126092" y="353441"/>
                </a:lnTo>
                <a:cubicBezTo>
                  <a:pt x="126092" y="357262"/>
                  <a:pt x="128003" y="362993"/>
                  <a:pt x="133734" y="364904"/>
                </a:cubicBezTo>
                <a:cubicBezTo>
                  <a:pt x="135645" y="364904"/>
                  <a:pt x="139466" y="364904"/>
                  <a:pt x="141376" y="362993"/>
                </a:cubicBezTo>
                <a:lnTo>
                  <a:pt x="229259" y="305679"/>
                </a:lnTo>
                <a:lnTo>
                  <a:pt x="317142" y="361083"/>
                </a:lnTo>
                <a:cubicBezTo>
                  <a:pt x="320963" y="362993"/>
                  <a:pt x="326694" y="362993"/>
                  <a:pt x="330515" y="357262"/>
                </a:cubicBezTo>
                <a:cubicBezTo>
                  <a:pt x="332426" y="355351"/>
                  <a:pt x="332426" y="351530"/>
                  <a:pt x="332426" y="349620"/>
                </a:cubicBezTo>
                <a:lnTo>
                  <a:pt x="299947" y="254095"/>
                </a:lnTo>
                <a:lnTo>
                  <a:pt x="380188" y="191049"/>
                </a:lnTo>
                <a:cubicBezTo>
                  <a:pt x="384009" y="187228"/>
                  <a:pt x="384009" y="181497"/>
                  <a:pt x="380188" y="177676"/>
                </a:cubicBezTo>
                <a:cubicBezTo>
                  <a:pt x="378277" y="177676"/>
                  <a:pt x="376367" y="175765"/>
                  <a:pt x="374456" y="175765"/>
                </a:cubicBezTo>
                <a:close/>
                <a:moveTo>
                  <a:pt x="277021" y="250274"/>
                </a:moveTo>
                <a:lnTo>
                  <a:pt x="305679" y="332426"/>
                </a:lnTo>
                <a:lnTo>
                  <a:pt x="229259" y="284663"/>
                </a:lnTo>
                <a:lnTo>
                  <a:pt x="152839" y="332426"/>
                </a:lnTo>
                <a:lnTo>
                  <a:pt x="179586" y="250274"/>
                </a:lnTo>
                <a:lnTo>
                  <a:pt x="110809" y="196781"/>
                </a:lnTo>
                <a:lnTo>
                  <a:pt x="192960" y="196781"/>
                </a:lnTo>
                <a:lnTo>
                  <a:pt x="229259" y="108898"/>
                </a:lnTo>
                <a:lnTo>
                  <a:pt x="265558" y="194870"/>
                </a:lnTo>
                <a:lnTo>
                  <a:pt x="347710" y="194870"/>
                </a:lnTo>
                <a:lnTo>
                  <a:pt x="277021" y="2502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Graphic 55" descr="Text talk chat bubble icon.">
            <a:extLst>
              <a:ext uri="{FF2B5EF4-FFF2-40B4-BE49-F238E27FC236}">
                <a16:creationId xmlns:a16="http://schemas.microsoft.com/office/drawing/2014/main" id="{11C78F94-759C-49DC-A113-7B552D9B3D54}"/>
              </a:ext>
            </a:extLst>
          </p:cNvPr>
          <p:cNvSpPr>
            <a:spLocks noChangeAspect="1"/>
          </p:cNvSpPr>
          <p:nvPr/>
        </p:nvSpPr>
        <p:spPr>
          <a:xfrm>
            <a:off x="8391246" y="1305134"/>
            <a:ext cx="343888" cy="458518"/>
          </a:xfrm>
          <a:custGeom>
            <a:avLst/>
            <a:gdLst>
              <a:gd name="connsiteX0" fmla="*/ 95525 w 343888"/>
              <a:gd name="connsiteY0" fmla="*/ 38210 h 458518"/>
              <a:gd name="connsiteX1" fmla="*/ 171944 w 343888"/>
              <a:gd name="connsiteY1" fmla="*/ 38210 h 458518"/>
              <a:gd name="connsiteX2" fmla="*/ 171944 w 343888"/>
              <a:gd name="connsiteY2" fmla="*/ 57315 h 458518"/>
              <a:gd name="connsiteX3" fmla="*/ 95525 w 343888"/>
              <a:gd name="connsiteY3" fmla="*/ 57315 h 458518"/>
              <a:gd name="connsiteX4" fmla="*/ 95525 w 343888"/>
              <a:gd name="connsiteY4" fmla="*/ 38210 h 458518"/>
              <a:gd name="connsiteX5" fmla="*/ 133734 w 343888"/>
              <a:gd name="connsiteY5" fmla="*/ 372546 h 458518"/>
              <a:gd name="connsiteX6" fmla="*/ 105077 w 343888"/>
              <a:gd name="connsiteY6" fmla="*/ 401203 h 458518"/>
              <a:gd name="connsiteX7" fmla="*/ 133734 w 343888"/>
              <a:gd name="connsiteY7" fmla="*/ 429861 h 458518"/>
              <a:gd name="connsiteX8" fmla="*/ 162392 w 343888"/>
              <a:gd name="connsiteY8" fmla="*/ 401203 h 458518"/>
              <a:gd name="connsiteX9" fmla="*/ 133734 w 343888"/>
              <a:gd name="connsiteY9" fmla="*/ 372546 h 458518"/>
              <a:gd name="connsiteX10" fmla="*/ 133734 w 343888"/>
              <a:gd name="connsiteY10" fmla="*/ 410756 h 458518"/>
              <a:gd name="connsiteX11" fmla="*/ 124182 w 343888"/>
              <a:gd name="connsiteY11" fmla="*/ 401203 h 458518"/>
              <a:gd name="connsiteX12" fmla="*/ 133734 w 343888"/>
              <a:gd name="connsiteY12" fmla="*/ 391651 h 458518"/>
              <a:gd name="connsiteX13" fmla="*/ 143287 w 343888"/>
              <a:gd name="connsiteY13" fmla="*/ 401203 h 458518"/>
              <a:gd name="connsiteX14" fmla="*/ 133734 w 343888"/>
              <a:gd name="connsiteY14" fmla="*/ 410756 h 458518"/>
              <a:gd name="connsiteX15" fmla="*/ 191049 w 343888"/>
              <a:gd name="connsiteY15" fmla="*/ 38210 h 458518"/>
              <a:gd name="connsiteX16" fmla="*/ 210154 w 343888"/>
              <a:gd name="connsiteY16" fmla="*/ 38210 h 458518"/>
              <a:gd name="connsiteX17" fmla="*/ 210154 w 343888"/>
              <a:gd name="connsiteY17" fmla="*/ 57315 h 458518"/>
              <a:gd name="connsiteX18" fmla="*/ 191049 w 343888"/>
              <a:gd name="connsiteY18" fmla="*/ 57315 h 458518"/>
              <a:gd name="connsiteX19" fmla="*/ 191049 w 343888"/>
              <a:gd name="connsiteY19" fmla="*/ 38210 h 458518"/>
              <a:gd name="connsiteX20" fmla="*/ 328605 w 343888"/>
              <a:gd name="connsiteY20" fmla="*/ 76420 h 458518"/>
              <a:gd name="connsiteX21" fmla="*/ 267469 w 343888"/>
              <a:gd name="connsiteY21" fmla="*/ 76420 h 458518"/>
              <a:gd name="connsiteX22" fmla="*/ 267469 w 343888"/>
              <a:gd name="connsiteY22" fmla="*/ 19105 h 458518"/>
              <a:gd name="connsiteX23" fmla="*/ 248364 w 343888"/>
              <a:gd name="connsiteY23" fmla="*/ 0 h 458518"/>
              <a:gd name="connsiteX24" fmla="*/ 19105 w 343888"/>
              <a:gd name="connsiteY24" fmla="*/ 0 h 458518"/>
              <a:gd name="connsiteX25" fmla="*/ 0 w 343888"/>
              <a:gd name="connsiteY25" fmla="*/ 19105 h 458518"/>
              <a:gd name="connsiteX26" fmla="*/ 0 w 343888"/>
              <a:gd name="connsiteY26" fmla="*/ 439413 h 458518"/>
              <a:gd name="connsiteX27" fmla="*/ 19105 w 343888"/>
              <a:gd name="connsiteY27" fmla="*/ 458518 h 458518"/>
              <a:gd name="connsiteX28" fmla="*/ 248364 w 343888"/>
              <a:gd name="connsiteY28" fmla="*/ 458518 h 458518"/>
              <a:gd name="connsiteX29" fmla="*/ 267469 w 343888"/>
              <a:gd name="connsiteY29" fmla="*/ 439413 h 458518"/>
              <a:gd name="connsiteX30" fmla="*/ 267469 w 343888"/>
              <a:gd name="connsiteY30" fmla="*/ 267469 h 458518"/>
              <a:gd name="connsiteX31" fmla="*/ 324784 w 343888"/>
              <a:gd name="connsiteY31" fmla="*/ 267469 h 458518"/>
              <a:gd name="connsiteX32" fmla="*/ 343889 w 343888"/>
              <a:gd name="connsiteY32" fmla="*/ 248364 h 458518"/>
              <a:gd name="connsiteX33" fmla="*/ 343889 w 343888"/>
              <a:gd name="connsiteY33" fmla="*/ 91704 h 458518"/>
              <a:gd name="connsiteX34" fmla="*/ 328605 w 343888"/>
              <a:gd name="connsiteY34" fmla="*/ 76420 h 458518"/>
              <a:gd name="connsiteX35" fmla="*/ 328605 w 343888"/>
              <a:gd name="connsiteY35" fmla="*/ 76420 h 458518"/>
              <a:gd name="connsiteX36" fmla="*/ 248364 w 343888"/>
              <a:gd name="connsiteY36" fmla="*/ 439413 h 458518"/>
              <a:gd name="connsiteX37" fmla="*/ 19105 w 343888"/>
              <a:gd name="connsiteY37" fmla="*/ 439413 h 458518"/>
              <a:gd name="connsiteX38" fmla="*/ 19105 w 343888"/>
              <a:gd name="connsiteY38" fmla="*/ 19105 h 458518"/>
              <a:gd name="connsiteX39" fmla="*/ 248364 w 343888"/>
              <a:gd name="connsiteY39" fmla="*/ 19105 h 458518"/>
              <a:gd name="connsiteX40" fmla="*/ 248364 w 343888"/>
              <a:gd name="connsiteY40" fmla="*/ 76420 h 458518"/>
              <a:gd name="connsiteX41" fmla="*/ 114630 w 343888"/>
              <a:gd name="connsiteY41" fmla="*/ 76420 h 458518"/>
              <a:gd name="connsiteX42" fmla="*/ 95525 w 343888"/>
              <a:gd name="connsiteY42" fmla="*/ 95525 h 458518"/>
              <a:gd name="connsiteX43" fmla="*/ 95525 w 343888"/>
              <a:gd name="connsiteY43" fmla="*/ 248364 h 458518"/>
              <a:gd name="connsiteX44" fmla="*/ 114630 w 343888"/>
              <a:gd name="connsiteY44" fmla="*/ 267469 h 458518"/>
              <a:gd name="connsiteX45" fmla="*/ 162392 w 343888"/>
              <a:gd name="connsiteY45" fmla="*/ 267469 h 458518"/>
              <a:gd name="connsiteX46" fmla="*/ 162392 w 343888"/>
              <a:gd name="connsiteY46" fmla="*/ 292305 h 458518"/>
              <a:gd name="connsiteX47" fmla="*/ 173855 w 343888"/>
              <a:gd name="connsiteY47" fmla="*/ 309500 h 458518"/>
              <a:gd name="connsiteX48" fmla="*/ 181497 w 343888"/>
              <a:gd name="connsiteY48" fmla="*/ 311410 h 458518"/>
              <a:gd name="connsiteX49" fmla="*/ 194870 w 343888"/>
              <a:gd name="connsiteY49" fmla="*/ 305679 h 458518"/>
              <a:gd name="connsiteX50" fmla="*/ 233080 w 343888"/>
              <a:gd name="connsiteY50" fmla="*/ 267469 h 458518"/>
              <a:gd name="connsiteX51" fmla="*/ 248364 w 343888"/>
              <a:gd name="connsiteY51" fmla="*/ 267469 h 458518"/>
              <a:gd name="connsiteX52" fmla="*/ 248364 w 343888"/>
              <a:gd name="connsiteY52" fmla="*/ 439413 h 458518"/>
              <a:gd name="connsiteX53" fmla="*/ 324784 w 343888"/>
              <a:gd name="connsiteY53" fmla="*/ 248364 h 458518"/>
              <a:gd name="connsiteX54" fmla="*/ 233080 w 343888"/>
              <a:gd name="connsiteY54" fmla="*/ 248364 h 458518"/>
              <a:gd name="connsiteX55" fmla="*/ 219707 w 343888"/>
              <a:gd name="connsiteY55" fmla="*/ 254095 h 458518"/>
              <a:gd name="connsiteX56" fmla="*/ 181497 w 343888"/>
              <a:gd name="connsiteY56" fmla="*/ 292305 h 458518"/>
              <a:gd name="connsiteX57" fmla="*/ 181497 w 343888"/>
              <a:gd name="connsiteY57" fmla="*/ 267469 h 458518"/>
              <a:gd name="connsiteX58" fmla="*/ 162392 w 343888"/>
              <a:gd name="connsiteY58" fmla="*/ 248364 h 458518"/>
              <a:gd name="connsiteX59" fmla="*/ 114630 w 343888"/>
              <a:gd name="connsiteY59" fmla="*/ 248364 h 458518"/>
              <a:gd name="connsiteX60" fmla="*/ 114630 w 343888"/>
              <a:gd name="connsiteY60" fmla="*/ 95525 h 458518"/>
              <a:gd name="connsiteX61" fmla="*/ 324784 w 343888"/>
              <a:gd name="connsiteY61" fmla="*/ 95525 h 458518"/>
              <a:gd name="connsiteX62" fmla="*/ 324784 w 343888"/>
              <a:gd name="connsiteY62" fmla="*/ 248364 h 458518"/>
              <a:gd name="connsiteX63" fmla="*/ 152839 w 343888"/>
              <a:gd name="connsiteY63" fmla="*/ 133734 h 458518"/>
              <a:gd name="connsiteX64" fmla="*/ 286574 w 343888"/>
              <a:gd name="connsiteY64" fmla="*/ 133734 h 458518"/>
              <a:gd name="connsiteX65" fmla="*/ 286574 w 343888"/>
              <a:gd name="connsiteY65" fmla="*/ 152839 h 458518"/>
              <a:gd name="connsiteX66" fmla="*/ 152839 w 343888"/>
              <a:gd name="connsiteY66" fmla="*/ 152839 h 458518"/>
              <a:gd name="connsiteX67" fmla="*/ 152839 w 343888"/>
              <a:gd name="connsiteY67" fmla="*/ 133734 h 458518"/>
              <a:gd name="connsiteX68" fmla="*/ 152839 w 343888"/>
              <a:gd name="connsiteY68" fmla="*/ 171944 h 458518"/>
              <a:gd name="connsiteX69" fmla="*/ 257916 w 343888"/>
              <a:gd name="connsiteY69" fmla="*/ 171944 h 458518"/>
              <a:gd name="connsiteX70" fmla="*/ 257916 w 343888"/>
              <a:gd name="connsiteY70" fmla="*/ 191049 h 458518"/>
              <a:gd name="connsiteX71" fmla="*/ 152839 w 343888"/>
              <a:gd name="connsiteY71" fmla="*/ 191049 h 458518"/>
              <a:gd name="connsiteX72" fmla="*/ 152839 w 343888"/>
              <a:gd name="connsiteY72" fmla="*/ 17194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343888" h="458518">
                <a:moveTo>
                  <a:pt x="95525" y="38210"/>
                </a:moveTo>
                <a:lnTo>
                  <a:pt x="171944" y="38210"/>
                </a:lnTo>
                <a:lnTo>
                  <a:pt x="171944" y="57315"/>
                </a:lnTo>
                <a:lnTo>
                  <a:pt x="95525" y="57315"/>
                </a:lnTo>
                <a:lnTo>
                  <a:pt x="95525" y="38210"/>
                </a:lnTo>
                <a:close/>
                <a:moveTo>
                  <a:pt x="133734" y="372546"/>
                </a:moveTo>
                <a:cubicBezTo>
                  <a:pt x="118450" y="372546"/>
                  <a:pt x="105077" y="385919"/>
                  <a:pt x="105077" y="401203"/>
                </a:cubicBezTo>
                <a:cubicBezTo>
                  <a:pt x="105077" y="416487"/>
                  <a:pt x="118450" y="429861"/>
                  <a:pt x="133734" y="429861"/>
                </a:cubicBezTo>
                <a:cubicBezTo>
                  <a:pt x="149018" y="429861"/>
                  <a:pt x="162392" y="416487"/>
                  <a:pt x="162392" y="401203"/>
                </a:cubicBezTo>
                <a:cubicBezTo>
                  <a:pt x="162392" y="385919"/>
                  <a:pt x="149018" y="372546"/>
                  <a:pt x="133734" y="372546"/>
                </a:cubicBezTo>
                <a:close/>
                <a:moveTo>
                  <a:pt x="133734" y="410756"/>
                </a:moveTo>
                <a:cubicBezTo>
                  <a:pt x="128003" y="410756"/>
                  <a:pt x="124182" y="406935"/>
                  <a:pt x="124182" y="401203"/>
                </a:cubicBezTo>
                <a:cubicBezTo>
                  <a:pt x="124182" y="395472"/>
                  <a:pt x="128003" y="391651"/>
                  <a:pt x="133734" y="391651"/>
                </a:cubicBezTo>
                <a:cubicBezTo>
                  <a:pt x="139466" y="391651"/>
                  <a:pt x="143287" y="395472"/>
                  <a:pt x="143287" y="401203"/>
                </a:cubicBezTo>
                <a:cubicBezTo>
                  <a:pt x="143287" y="406935"/>
                  <a:pt x="139466" y="410756"/>
                  <a:pt x="133734" y="410756"/>
                </a:cubicBezTo>
                <a:close/>
                <a:moveTo>
                  <a:pt x="191049" y="38210"/>
                </a:moveTo>
                <a:lnTo>
                  <a:pt x="210154" y="38210"/>
                </a:lnTo>
                <a:lnTo>
                  <a:pt x="210154" y="57315"/>
                </a:lnTo>
                <a:lnTo>
                  <a:pt x="191049" y="57315"/>
                </a:lnTo>
                <a:lnTo>
                  <a:pt x="191049" y="38210"/>
                </a:lnTo>
                <a:close/>
                <a:moveTo>
                  <a:pt x="328605" y="76420"/>
                </a:moveTo>
                <a:lnTo>
                  <a:pt x="267469" y="76420"/>
                </a:lnTo>
                <a:lnTo>
                  <a:pt x="267469" y="19105"/>
                </a:lnTo>
                <a:cubicBezTo>
                  <a:pt x="267469" y="7642"/>
                  <a:pt x="259827" y="0"/>
                  <a:pt x="24836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267469"/>
                </a:lnTo>
                <a:lnTo>
                  <a:pt x="324784" y="267469"/>
                </a:lnTo>
                <a:cubicBezTo>
                  <a:pt x="336247" y="267469"/>
                  <a:pt x="343889" y="259827"/>
                  <a:pt x="343889" y="248364"/>
                </a:cubicBezTo>
                <a:lnTo>
                  <a:pt x="343889" y="91704"/>
                </a:lnTo>
                <a:cubicBezTo>
                  <a:pt x="343889" y="82151"/>
                  <a:pt x="338157" y="76420"/>
                  <a:pt x="328605" y="76420"/>
                </a:cubicBezTo>
                <a:lnTo>
                  <a:pt x="328605" y="76420"/>
                </a:lnTo>
                <a:close/>
                <a:moveTo>
                  <a:pt x="248364" y="439413"/>
                </a:moveTo>
                <a:lnTo>
                  <a:pt x="19105" y="439413"/>
                </a:lnTo>
                <a:lnTo>
                  <a:pt x="19105" y="19105"/>
                </a:lnTo>
                <a:lnTo>
                  <a:pt x="248364" y="19105"/>
                </a:lnTo>
                <a:lnTo>
                  <a:pt x="248364" y="76420"/>
                </a:lnTo>
                <a:lnTo>
                  <a:pt x="114630" y="76420"/>
                </a:lnTo>
                <a:cubicBezTo>
                  <a:pt x="103167" y="76420"/>
                  <a:pt x="95525" y="84062"/>
                  <a:pt x="95525" y="95525"/>
                </a:cubicBezTo>
                <a:lnTo>
                  <a:pt x="95525" y="248364"/>
                </a:lnTo>
                <a:cubicBezTo>
                  <a:pt x="95525" y="259827"/>
                  <a:pt x="103167" y="267469"/>
                  <a:pt x="114630" y="267469"/>
                </a:cubicBezTo>
                <a:lnTo>
                  <a:pt x="162392" y="267469"/>
                </a:lnTo>
                <a:lnTo>
                  <a:pt x="162392" y="292305"/>
                </a:lnTo>
                <a:cubicBezTo>
                  <a:pt x="162392" y="299947"/>
                  <a:pt x="166213" y="307589"/>
                  <a:pt x="173855" y="309500"/>
                </a:cubicBezTo>
                <a:cubicBezTo>
                  <a:pt x="175765" y="309500"/>
                  <a:pt x="177676" y="311410"/>
                  <a:pt x="181497" y="311410"/>
                </a:cubicBezTo>
                <a:cubicBezTo>
                  <a:pt x="187228" y="311410"/>
                  <a:pt x="191049" y="309500"/>
                  <a:pt x="194870" y="305679"/>
                </a:cubicBezTo>
                <a:lnTo>
                  <a:pt x="233080" y="267469"/>
                </a:lnTo>
                <a:lnTo>
                  <a:pt x="248364" y="267469"/>
                </a:lnTo>
                <a:lnTo>
                  <a:pt x="248364" y="439413"/>
                </a:lnTo>
                <a:close/>
                <a:moveTo>
                  <a:pt x="324784" y="248364"/>
                </a:moveTo>
                <a:lnTo>
                  <a:pt x="233080" y="248364"/>
                </a:lnTo>
                <a:cubicBezTo>
                  <a:pt x="227349" y="248364"/>
                  <a:pt x="223528" y="250274"/>
                  <a:pt x="219707" y="254095"/>
                </a:cubicBezTo>
                <a:lnTo>
                  <a:pt x="181497" y="292305"/>
                </a:lnTo>
                <a:lnTo>
                  <a:pt x="181497" y="267469"/>
                </a:lnTo>
                <a:cubicBezTo>
                  <a:pt x="181497" y="256006"/>
                  <a:pt x="173855" y="248364"/>
                  <a:pt x="162392" y="248364"/>
                </a:cubicBezTo>
                <a:lnTo>
                  <a:pt x="114630" y="248364"/>
                </a:lnTo>
                <a:lnTo>
                  <a:pt x="114630" y="95525"/>
                </a:lnTo>
                <a:lnTo>
                  <a:pt x="324784" y="95525"/>
                </a:lnTo>
                <a:lnTo>
                  <a:pt x="324784" y="248364"/>
                </a:lnTo>
                <a:close/>
                <a:moveTo>
                  <a:pt x="152839" y="133734"/>
                </a:moveTo>
                <a:lnTo>
                  <a:pt x="286574" y="133734"/>
                </a:lnTo>
                <a:lnTo>
                  <a:pt x="286574" y="152839"/>
                </a:lnTo>
                <a:lnTo>
                  <a:pt x="152839" y="152839"/>
                </a:lnTo>
                <a:lnTo>
                  <a:pt x="152839" y="133734"/>
                </a:lnTo>
                <a:close/>
                <a:moveTo>
                  <a:pt x="152839" y="171944"/>
                </a:moveTo>
                <a:lnTo>
                  <a:pt x="257916" y="171944"/>
                </a:lnTo>
                <a:lnTo>
                  <a:pt x="257916" y="191049"/>
                </a:lnTo>
                <a:lnTo>
                  <a:pt x="152839" y="191049"/>
                </a:lnTo>
                <a:lnTo>
                  <a:pt x="152839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7" name="Graphic 56" descr="Use my location icon.">
            <a:extLst>
              <a:ext uri="{FF2B5EF4-FFF2-40B4-BE49-F238E27FC236}">
                <a16:creationId xmlns:a16="http://schemas.microsoft.com/office/drawing/2014/main" id="{8E1F05ED-1F53-4B85-8D34-259FE7FCF5FE}"/>
              </a:ext>
            </a:extLst>
          </p:cNvPr>
          <p:cNvSpPr>
            <a:spLocks noChangeAspect="1"/>
          </p:cNvSpPr>
          <p:nvPr/>
        </p:nvSpPr>
        <p:spPr>
          <a:xfrm>
            <a:off x="9591949" y="1375418"/>
            <a:ext cx="344092" cy="439440"/>
          </a:xfrm>
          <a:custGeom>
            <a:avLst/>
            <a:gdLst>
              <a:gd name="connsiteX0" fmla="*/ 343889 w 344092"/>
              <a:gd name="connsiteY0" fmla="*/ 149046 h 439440"/>
              <a:gd name="connsiteX1" fmla="*/ 202512 w 344092"/>
              <a:gd name="connsiteY1" fmla="*/ 1938 h 439440"/>
              <a:gd name="connsiteX2" fmla="*/ 57315 w 344092"/>
              <a:gd name="connsiteY2" fmla="*/ 42058 h 439440"/>
              <a:gd name="connsiteX3" fmla="*/ 0 w 344092"/>
              <a:gd name="connsiteY3" fmla="*/ 164330 h 439440"/>
              <a:gd name="connsiteX4" fmla="*/ 22926 w 344092"/>
              <a:gd name="connsiteY4" fmla="*/ 240749 h 439440"/>
              <a:gd name="connsiteX5" fmla="*/ 154750 w 344092"/>
              <a:gd name="connsiteY5" fmla="*/ 431799 h 439440"/>
              <a:gd name="connsiteX6" fmla="*/ 170034 w 344092"/>
              <a:gd name="connsiteY6" fmla="*/ 439440 h 439440"/>
              <a:gd name="connsiteX7" fmla="*/ 170034 w 344092"/>
              <a:gd name="connsiteY7" fmla="*/ 439440 h 439440"/>
              <a:gd name="connsiteX8" fmla="*/ 185318 w 344092"/>
              <a:gd name="connsiteY8" fmla="*/ 431799 h 439440"/>
              <a:gd name="connsiteX9" fmla="*/ 307589 w 344092"/>
              <a:gd name="connsiteY9" fmla="*/ 250302 h 439440"/>
              <a:gd name="connsiteX10" fmla="*/ 343889 w 344092"/>
              <a:gd name="connsiteY10" fmla="*/ 149046 h 439440"/>
              <a:gd name="connsiteX11" fmla="*/ 171944 w 344092"/>
              <a:gd name="connsiteY11" fmla="*/ 420336 h 439440"/>
              <a:gd name="connsiteX12" fmla="*/ 40120 w 344092"/>
              <a:gd name="connsiteY12" fmla="*/ 231197 h 439440"/>
              <a:gd name="connsiteX13" fmla="*/ 19105 w 344092"/>
              <a:gd name="connsiteY13" fmla="*/ 164330 h 439440"/>
              <a:gd name="connsiteX14" fmla="*/ 70688 w 344092"/>
              <a:gd name="connsiteY14" fmla="*/ 57342 h 439440"/>
              <a:gd name="connsiteX15" fmla="*/ 198691 w 344092"/>
              <a:gd name="connsiteY15" fmla="*/ 21043 h 439440"/>
              <a:gd name="connsiteX16" fmla="*/ 324784 w 344092"/>
              <a:gd name="connsiteY16" fmla="*/ 150956 h 439440"/>
              <a:gd name="connsiteX17" fmla="*/ 294216 w 344092"/>
              <a:gd name="connsiteY17" fmla="*/ 238839 h 439440"/>
              <a:gd name="connsiteX18" fmla="*/ 171944 w 344092"/>
              <a:gd name="connsiteY18" fmla="*/ 420336 h 439440"/>
              <a:gd name="connsiteX19" fmla="*/ 171944 w 344092"/>
              <a:gd name="connsiteY19" fmla="*/ 152867 h 439440"/>
              <a:gd name="connsiteX20" fmla="*/ 219707 w 344092"/>
              <a:gd name="connsiteY20" fmla="*/ 105104 h 439440"/>
              <a:gd name="connsiteX21" fmla="*/ 171944 w 344092"/>
              <a:gd name="connsiteY21" fmla="*/ 57342 h 439440"/>
              <a:gd name="connsiteX22" fmla="*/ 124182 w 344092"/>
              <a:gd name="connsiteY22" fmla="*/ 105104 h 439440"/>
              <a:gd name="connsiteX23" fmla="*/ 171944 w 344092"/>
              <a:gd name="connsiteY23" fmla="*/ 152867 h 439440"/>
              <a:gd name="connsiteX24" fmla="*/ 171944 w 344092"/>
              <a:gd name="connsiteY24" fmla="*/ 76447 h 439440"/>
              <a:gd name="connsiteX25" fmla="*/ 200602 w 344092"/>
              <a:gd name="connsiteY25" fmla="*/ 105104 h 439440"/>
              <a:gd name="connsiteX26" fmla="*/ 171944 w 344092"/>
              <a:gd name="connsiteY26" fmla="*/ 133762 h 439440"/>
              <a:gd name="connsiteX27" fmla="*/ 143287 w 344092"/>
              <a:gd name="connsiteY27" fmla="*/ 105104 h 439440"/>
              <a:gd name="connsiteX28" fmla="*/ 171944 w 344092"/>
              <a:gd name="connsiteY28" fmla="*/ 76447 h 439440"/>
              <a:gd name="connsiteX29" fmla="*/ 200602 w 344092"/>
              <a:gd name="connsiteY29" fmla="*/ 162419 h 439440"/>
              <a:gd name="connsiteX30" fmla="*/ 143287 w 344092"/>
              <a:gd name="connsiteY30" fmla="*/ 162419 h 439440"/>
              <a:gd name="connsiteX31" fmla="*/ 76420 w 344092"/>
              <a:gd name="connsiteY31" fmla="*/ 229286 h 439440"/>
              <a:gd name="connsiteX32" fmla="*/ 76420 w 344092"/>
              <a:gd name="connsiteY32" fmla="*/ 238839 h 439440"/>
              <a:gd name="connsiteX33" fmla="*/ 95525 w 344092"/>
              <a:gd name="connsiteY33" fmla="*/ 257944 h 439440"/>
              <a:gd name="connsiteX34" fmla="*/ 248364 w 344092"/>
              <a:gd name="connsiteY34" fmla="*/ 257944 h 439440"/>
              <a:gd name="connsiteX35" fmla="*/ 267469 w 344092"/>
              <a:gd name="connsiteY35" fmla="*/ 238839 h 439440"/>
              <a:gd name="connsiteX36" fmla="*/ 267469 w 344092"/>
              <a:gd name="connsiteY36" fmla="*/ 229286 h 439440"/>
              <a:gd name="connsiteX37" fmla="*/ 200602 w 344092"/>
              <a:gd name="connsiteY37" fmla="*/ 162419 h 439440"/>
              <a:gd name="connsiteX38" fmla="*/ 248364 w 344092"/>
              <a:gd name="connsiteY38" fmla="*/ 238839 h 439440"/>
              <a:gd name="connsiteX39" fmla="*/ 95525 w 344092"/>
              <a:gd name="connsiteY39" fmla="*/ 238839 h 439440"/>
              <a:gd name="connsiteX40" fmla="*/ 95525 w 344092"/>
              <a:gd name="connsiteY40" fmla="*/ 229286 h 439440"/>
              <a:gd name="connsiteX41" fmla="*/ 143287 w 344092"/>
              <a:gd name="connsiteY41" fmla="*/ 181524 h 439440"/>
              <a:gd name="connsiteX42" fmla="*/ 200602 w 344092"/>
              <a:gd name="connsiteY42" fmla="*/ 181524 h 439440"/>
              <a:gd name="connsiteX43" fmla="*/ 248364 w 344092"/>
              <a:gd name="connsiteY43" fmla="*/ 229286 h 439440"/>
              <a:gd name="connsiteX44" fmla="*/ 248364 w 344092"/>
              <a:gd name="connsiteY44" fmla="*/ 238839 h 4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4092" h="439440">
                <a:moveTo>
                  <a:pt x="343889" y="149046"/>
                </a:moveTo>
                <a:cubicBezTo>
                  <a:pt x="336247" y="72626"/>
                  <a:pt x="277021" y="11490"/>
                  <a:pt x="202512" y="1938"/>
                </a:cubicBezTo>
                <a:cubicBezTo>
                  <a:pt x="149018" y="-5704"/>
                  <a:pt x="97435" y="9580"/>
                  <a:pt x="57315" y="42058"/>
                </a:cubicBezTo>
                <a:cubicBezTo>
                  <a:pt x="21015" y="72626"/>
                  <a:pt x="0" y="118478"/>
                  <a:pt x="0" y="164330"/>
                </a:cubicBezTo>
                <a:cubicBezTo>
                  <a:pt x="0" y="191077"/>
                  <a:pt x="7642" y="217823"/>
                  <a:pt x="22926" y="240749"/>
                </a:cubicBezTo>
                <a:lnTo>
                  <a:pt x="154750" y="431799"/>
                </a:lnTo>
                <a:cubicBezTo>
                  <a:pt x="158571" y="437530"/>
                  <a:pt x="164302" y="439440"/>
                  <a:pt x="170034" y="439440"/>
                </a:cubicBezTo>
                <a:lnTo>
                  <a:pt x="170034" y="439440"/>
                </a:lnTo>
                <a:cubicBezTo>
                  <a:pt x="175765" y="439440"/>
                  <a:pt x="181497" y="435620"/>
                  <a:pt x="185318" y="431799"/>
                </a:cubicBezTo>
                <a:lnTo>
                  <a:pt x="307589" y="250302"/>
                </a:lnTo>
                <a:cubicBezTo>
                  <a:pt x="334336" y="221644"/>
                  <a:pt x="345799" y="185345"/>
                  <a:pt x="343889" y="149046"/>
                </a:cubicBezTo>
                <a:close/>
                <a:moveTo>
                  <a:pt x="171944" y="420336"/>
                </a:moveTo>
                <a:lnTo>
                  <a:pt x="40120" y="231197"/>
                </a:lnTo>
                <a:cubicBezTo>
                  <a:pt x="26747" y="212092"/>
                  <a:pt x="19105" y="189166"/>
                  <a:pt x="19105" y="164330"/>
                </a:cubicBezTo>
                <a:cubicBezTo>
                  <a:pt x="19105" y="124209"/>
                  <a:pt x="38210" y="84089"/>
                  <a:pt x="70688" y="57342"/>
                </a:cubicBezTo>
                <a:cubicBezTo>
                  <a:pt x="106988" y="26774"/>
                  <a:pt x="152839" y="15311"/>
                  <a:pt x="198691" y="21043"/>
                </a:cubicBezTo>
                <a:cubicBezTo>
                  <a:pt x="265558" y="30595"/>
                  <a:pt x="317142" y="84089"/>
                  <a:pt x="324784" y="150956"/>
                </a:cubicBezTo>
                <a:cubicBezTo>
                  <a:pt x="326694" y="183435"/>
                  <a:pt x="315231" y="214002"/>
                  <a:pt x="294216" y="238839"/>
                </a:cubicBezTo>
                <a:lnTo>
                  <a:pt x="171944" y="420336"/>
                </a:lnTo>
                <a:moveTo>
                  <a:pt x="171944" y="152867"/>
                </a:moveTo>
                <a:cubicBezTo>
                  <a:pt x="198691" y="152867"/>
                  <a:pt x="219707" y="131851"/>
                  <a:pt x="219707" y="105104"/>
                </a:cubicBezTo>
                <a:cubicBezTo>
                  <a:pt x="219707" y="78358"/>
                  <a:pt x="198691" y="57342"/>
                  <a:pt x="171944" y="57342"/>
                </a:cubicBezTo>
                <a:cubicBezTo>
                  <a:pt x="145197" y="57342"/>
                  <a:pt x="124182" y="78358"/>
                  <a:pt x="124182" y="105104"/>
                </a:cubicBezTo>
                <a:cubicBezTo>
                  <a:pt x="124182" y="131851"/>
                  <a:pt x="145197" y="152867"/>
                  <a:pt x="171944" y="152867"/>
                </a:cubicBezTo>
                <a:close/>
                <a:moveTo>
                  <a:pt x="171944" y="76447"/>
                </a:moveTo>
                <a:cubicBezTo>
                  <a:pt x="187228" y="76447"/>
                  <a:pt x="200602" y="89821"/>
                  <a:pt x="200602" y="105104"/>
                </a:cubicBezTo>
                <a:cubicBezTo>
                  <a:pt x="200602" y="120388"/>
                  <a:pt x="187228" y="133762"/>
                  <a:pt x="171944" y="133762"/>
                </a:cubicBezTo>
                <a:cubicBezTo>
                  <a:pt x="156660" y="133762"/>
                  <a:pt x="143287" y="120388"/>
                  <a:pt x="143287" y="105104"/>
                </a:cubicBezTo>
                <a:cubicBezTo>
                  <a:pt x="143287" y="89821"/>
                  <a:pt x="156660" y="76447"/>
                  <a:pt x="171944" y="76447"/>
                </a:cubicBezTo>
                <a:close/>
                <a:moveTo>
                  <a:pt x="200602" y="162419"/>
                </a:moveTo>
                <a:lnTo>
                  <a:pt x="143287" y="162419"/>
                </a:lnTo>
                <a:cubicBezTo>
                  <a:pt x="106988" y="162419"/>
                  <a:pt x="76420" y="192987"/>
                  <a:pt x="76420" y="229286"/>
                </a:cubicBezTo>
                <a:lnTo>
                  <a:pt x="76420" y="238839"/>
                </a:lnTo>
                <a:cubicBezTo>
                  <a:pt x="76420" y="250302"/>
                  <a:pt x="84062" y="257944"/>
                  <a:pt x="95525" y="257944"/>
                </a:cubicBezTo>
                <a:lnTo>
                  <a:pt x="248364" y="257944"/>
                </a:lnTo>
                <a:cubicBezTo>
                  <a:pt x="259827" y="257944"/>
                  <a:pt x="267469" y="250302"/>
                  <a:pt x="267469" y="238839"/>
                </a:cubicBezTo>
                <a:lnTo>
                  <a:pt x="267469" y="229286"/>
                </a:lnTo>
                <a:cubicBezTo>
                  <a:pt x="267469" y="192987"/>
                  <a:pt x="236901" y="162419"/>
                  <a:pt x="200602" y="162419"/>
                </a:cubicBezTo>
                <a:close/>
                <a:moveTo>
                  <a:pt x="248364" y="238839"/>
                </a:moveTo>
                <a:lnTo>
                  <a:pt x="95525" y="238839"/>
                </a:lnTo>
                <a:lnTo>
                  <a:pt x="95525" y="229286"/>
                </a:lnTo>
                <a:cubicBezTo>
                  <a:pt x="95525" y="202540"/>
                  <a:pt x="116540" y="181524"/>
                  <a:pt x="143287" y="181524"/>
                </a:cubicBezTo>
                <a:lnTo>
                  <a:pt x="200602" y="181524"/>
                </a:lnTo>
                <a:cubicBezTo>
                  <a:pt x="227349" y="181524"/>
                  <a:pt x="248364" y="202540"/>
                  <a:pt x="248364" y="229286"/>
                </a:cubicBezTo>
                <a:lnTo>
                  <a:pt x="248364" y="238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Graphic 18" descr="Flag icon.">
            <a:extLst>
              <a:ext uri="{FF2B5EF4-FFF2-40B4-BE49-F238E27FC236}">
                <a16:creationId xmlns:a16="http://schemas.microsoft.com/office/drawing/2014/main" id="{D132BFB1-4291-4EF4-A0DB-1E61C52FC97A}"/>
              </a:ext>
            </a:extLst>
          </p:cNvPr>
          <p:cNvSpPr>
            <a:spLocks noChangeAspect="1"/>
          </p:cNvSpPr>
          <p:nvPr/>
        </p:nvSpPr>
        <p:spPr>
          <a:xfrm>
            <a:off x="10850057" y="1407206"/>
            <a:ext cx="341022" cy="417297"/>
          </a:xfrm>
          <a:custGeom>
            <a:avLst/>
            <a:gdLst>
              <a:gd name="connsiteX0" fmla="*/ 333444 w 341022"/>
              <a:gd name="connsiteY0" fmla="*/ 27016 h 417297"/>
              <a:gd name="connsiteX1" fmla="*/ 316393 w 341022"/>
              <a:gd name="connsiteY1" fmla="*/ 28911 h 417297"/>
              <a:gd name="connsiteX2" fmla="*/ 193246 w 341022"/>
              <a:gd name="connsiteY2" fmla="*/ 21332 h 417297"/>
              <a:gd name="connsiteX3" fmla="*/ 54943 w 341022"/>
              <a:gd name="connsiteY3" fmla="*/ 13754 h 417297"/>
              <a:gd name="connsiteX4" fmla="*/ 37891 w 341022"/>
              <a:gd name="connsiteY4" fmla="*/ 492 h 417297"/>
              <a:gd name="connsiteX5" fmla="*/ 18946 w 341022"/>
              <a:gd name="connsiteY5" fmla="*/ 492 h 417297"/>
              <a:gd name="connsiteX6" fmla="*/ 0 w 341022"/>
              <a:gd name="connsiteY6" fmla="*/ 19438 h 417297"/>
              <a:gd name="connsiteX7" fmla="*/ 0 w 341022"/>
              <a:gd name="connsiteY7" fmla="*/ 398352 h 417297"/>
              <a:gd name="connsiteX8" fmla="*/ 18946 w 341022"/>
              <a:gd name="connsiteY8" fmla="*/ 417298 h 417297"/>
              <a:gd name="connsiteX9" fmla="*/ 37891 w 341022"/>
              <a:gd name="connsiteY9" fmla="*/ 417298 h 417297"/>
              <a:gd name="connsiteX10" fmla="*/ 56837 w 341022"/>
              <a:gd name="connsiteY10" fmla="*/ 398352 h 417297"/>
              <a:gd name="connsiteX11" fmla="*/ 56837 w 341022"/>
              <a:gd name="connsiteY11" fmla="*/ 241103 h 417297"/>
              <a:gd name="connsiteX12" fmla="*/ 60626 w 341022"/>
              <a:gd name="connsiteY12" fmla="*/ 239208 h 417297"/>
              <a:gd name="connsiteX13" fmla="*/ 185668 w 341022"/>
              <a:gd name="connsiteY13" fmla="*/ 246786 h 417297"/>
              <a:gd name="connsiteX14" fmla="*/ 270924 w 341022"/>
              <a:gd name="connsiteY14" fmla="*/ 269521 h 417297"/>
              <a:gd name="connsiteX15" fmla="*/ 327761 w 341022"/>
              <a:gd name="connsiteY15" fmla="*/ 254365 h 417297"/>
              <a:gd name="connsiteX16" fmla="*/ 341023 w 341022"/>
              <a:gd name="connsiteY16" fmla="*/ 229735 h 417297"/>
              <a:gd name="connsiteX17" fmla="*/ 341023 w 341022"/>
              <a:gd name="connsiteY17" fmla="*/ 40278 h 417297"/>
              <a:gd name="connsiteX18" fmla="*/ 333444 w 341022"/>
              <a:gd name="connsiteY18" fmla="*/ 27016 h 417297"/>
              <a:gd name="connsiteX19" fmla="*/ 37891 w 341022"/>
              <a:gd name="connsiteY19" fmla="*/ 398352 h 417297"/>
              <a:gd name="connsiteX20" fmla="*/ 18946 w 341022"/>
              <a:gd name="connsiteY20" fmla="*/ 398352 h 417297"/>
              <a:gd name="connsiteX21" fmla="*/ 18946 w 341022"/>
              <a:gd name="connsiteY21" fmla="*/ 19438 h 417297"/>
              <a:gd name="connsiteX22" fmla="*/ 37891 w 341022"/>
              <a:gd name="connsiteY22" fmla="*/ 19438 h 417297"/>
              <a:gd name="connsiteX23" fmla="*/ 37891 w 341022"/>
              <a:gd name="connsiteY23" fmla="*/ 40278 h 417297"/>
              <a:gd name="connsiteX24" fmla="*/ 37891 w 341022"/>
              <a:gd name="connsiteY24" fmla="*/ 229735 h 417297"/>
              <a:gd name="connsiteX25" fmla="*/ 37891 w 341022"/>
              <a:gd name="connsiteY25" fmla="*/ 398352 h 417297"/>
              <a:gd name="connsiteX26" fmla="*/ 322077 w 341022"/>
              <a:gd name="connsiteY26" fmla="*/ 229735 h 417297"/>
              <a:gd name="connsiteX27" fmla="*/ 316393 w 341022"/>
              <a:gd name="connsiteY27" fmla="*/ 237314 h 417297"/>
              <a:gd name="connsiteX28" fmla="*/ 193246 w 341022"/>
              <a:gd name="connsiteY28" fmla="*/ 229735 h 417297"/>
              <a:gd name="connsiteX29" fmla="*/ 107991 w 341022"/>
              <a:gd name="connsiteY29" fmla="*/ 207000 h 417297"/>
              <a:gd name="connsiteX30" fmla="*/ 56837 w 341022"/>
              <a:gd name="connsiteY30" fmla="*/ 222157 h 417297"/>
              <a:gd name="connsiteX31" fmla="*/ 56837 w 341022"/>
              <a:gd name="connsiteY31" fmla="*/ 40278 h 417297"/>
              <a:gd name="connsiteX32" fmla="*/ 62521 w 341022"/>
              <a:gd name="connsiteY32" fmla="*/ 30805 h 417297"/>
              <a:gd name="connsiteX33" fmla="*/ 185668 w 341022"/>
              <a:gd name="connsiteY33" fmla="*/ 38384 h 417297"/>
              <a:gd name="connsiteX34" fmla="*/ 322077 w 341022"/>
              <a:gd name="connsiteY34" fmla="*/ 47856 h 417297"/>
              <a:gd name="connsiteX35" fmla="*/ 322077 w 341022"/>
              <a:gd name="connsiteY35" fmla="*/ 229735 h 417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1022" h="417297">
                <a:moveTo>
                  <a:pt x="333444" y="27016"/>
                </a:moveTo>
                <a:cubicBezTo>
                  <a:pt x="327761" y="25122"/>
                  <a:pt x="322077" y="25122"/>
                  <a:pt x="316393" y="28911"/>
                </a:cubicBezTo>
                <a:cubicBezTo>
                  <a:pt x="276607" y="55435"/>
                  <a:pt x="240611" y="38384"/>
                  <a:pt x="193246" y="21332"/>
                </a:cubicBezTo>
                <a:cubicBezTo>
                  <a:pt x="147777" y="4281"/>
                  <a:pt x="102307" y="-12770"/>
                  <a:pt x="54943" y="13754"/>
                </a:cubicBezTo>
                <a:cubicBezTo>
                  <a:pt x="53048" y="6176"/>
                  <a:pt x="47364" y="492"/>
                  <a:pt x="37891" y="492"/>
                </a:cubicBezTo>
                <a:lnTo>
                  <a:pt x="18946" y="492"/>
                </a:lnTo>
                <a:cubicBezTo>
                  <a:pt x="7578" y="492"/>
                  <a:pt x="0" y="8070"/>
                  <a:pt x="0" y="19438"/>
                </a:cubicBezTo>
                <a:lnTo>
                  <a:pt x="0" y="398352"/>
                </a:lnTo>
                <a:cubicBezTo>
                  <a:pt x="0" y="409719"/>
                  <a:pt x="7578" y="417298"/>
                  <a:pt x="18946" y="417298"/>
                </a:cubicBezTo>
                <a:lnTo>
                  <a:pt x="37891" y="417298"/>
                </a:lnTo>
                <a:cubicBezTo>
                  <a:pt x="49259" y="417298"/>
                  <a:pt x="56837" y="409719"/>
                  <a:pt x="56837" y="398352"/>
                </a:cubicBezTo>
                <a:lnTo>
                  <a:pt x="56837" y="241103"/>
                </a:lnTo>
                <a:cubicBezTo>
                  <a:pt x="58732" y="241103"/>
                  <a:pt x="58732" y="239208"/>
                  <a:pt x="60626" y="239208"/>
                </a:cubicBezTo>
                <a:cubicBezTo>
                  <a:pt x="102307" y="212684"/>
                  <a:pt x="142093" y="229735"/>
                  <a:pt x="185668" y="246786"/>
                </a:cubicBezTo>
                <a:cubicBezTo>
                  <a:pt x="212192" y="260048"/>
                  <a:pt x="240611" y="267627"/>
                  <a:pt x="270924" y="269521"/>
                </a:cubicBezTo>
                <a:cubicBezTo>
                  <a:pt x="291764" y="269521"/>
                  <a:pt x="310710" y="263838"/>
                  <a:pt x="327761" y="254365"/>
                </a:cubicBezTo>
                <a:cubicBezTo>
                  <a:pt x="335339" y="248681"/>
                  <a:pt x="341023" y="239208"/>
                  <a:pt x="341023" y="229735"/>
                </a:cubicBezTo>
                <a:lnTo>
                  <a:pt x="341023" y="40278"/>
                </a:lnTo>
                <a:cubicBezTo>
                  <a:pt x="341023" y="34594"/>
                  <a:pt x="339128" y="28911"/>
                  <a:pt x="333444" y="27016"/>
                </a:cubicBezTo>
                <a:close/>
                <a:moveTo>
                  <a:pt x="37891" y="398352"/>
                </a:moveTo>
                <a:lnTo>
                  <a:pt x="18946" y="398352"/>
                </a:lnTo>
                <a:lnTo>
                  <a:pt x="18946" y="19438"/>
                </a:lnTo>
                <a:lnTo>
                  <a:pt x="37891" y="19438"/>
                </a:lnTo>
                <a:lnTo>
                  <a:pt x="37891" y="40278"/>
                </a:lnTo>
                <a:lnTo>
                  <a:pt x="37891" y="229735"/>
                </a:lnTo>
                <a:lnTo>
                  <a:pt x="37891" y="398352"/>
                </a:lnTo>
                <a:close/>
                <a:moveTo>
                  <a:pt x="322077" y="229735"/>
                </a:moveTo>
                <a:cubicBezTo>
                  <a:pt x="320182" y="231630"/>
                  <a:pt x="318288" y="235419"/>
                  <a:pt x="316393" y="237314"/>
                </a:cubicBezTo>
                <a:cubicBezTo>
                  <a:pt x="276607" y="263838"/>
                  <a:pt x="236821" y="246786"/>
                  <a:pt x="193246" y="229735"/>
                </a:cubicBezTo>
                <a:cubicBezTo>
                  <a:pt x="166722" y="216473"/>
                  <a:pt x="138304" y="208895"/>
                  <a:pt x="107991" y="207000"/>
                </a:cubicBezTo>
                <a:cubicBezTo>
                  <a:pt x="89045" y="207000"/>
                  <a:pt x="71994" y="212684"/>
                  <a:pt x="56837" y="222157"/>
                </a:cubicBezTo>
                <a:lnTo>
                  <a:pt x="56837" y="40278"/>
                </a:lnTo>
                <a:cubicBezTo>
                  <a:pt x="56837" y="36489"/>
                  <a:pt x="58732" y="32700"/>
                  <a:pt x="62521" y="30805"/>
                </a:cubicBezTo>
                <a:cubicBezTo>
                  <a:pt x="102307" y="6176"/>
                  <a:pt x="142093" y="19438"/>
                  <a:pt x="185668" y="38384"/>
                </a:cubicBezTo>
                <a:cubicBezTo>
                  <a:pt x="229243" y="57329"/>
                  <a:pt x="274713" y="74380"/>
                  <a:pt x="322077" y="47856"/>
                </a:cubicBezTo>
                <a:lnTo>
                  <a:pt x="322077" y="22973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733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Nature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F9F6FC-6D3B-4573-86EE-5CB12DE0D4D7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Paw print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Day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Sunrise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Sunset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Night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Cloud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Rain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Snowflake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Flower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Plant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Leaf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Sprout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Tree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Tree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1" name="Graphic 70" descr="Bird icon.">
            <a:extLst>
              <a:ext uri="{FF2B5EF4-FFF2-40B4-BE49-F238E27FC236}">
                <a16:creationId xmlns:a16="http://schemas.microsoft.com/office/drawing/2014/main" id="{6F5B2809-EA0C-429A-8000-AA6814662B58}"/>
              </a:ext>
            </a:extLst>
          </p:cNvPr>
          <p:cNvSpPr>
            <a:spLocks noChangeAspect="1"/>
          </p:cNvSpPr>
          <p:nvPr/>
        </p:nvSpPr>
        <p:spPr>
          <a:xfrm>
            <a:off x="935575" y="1372873"/>
            <a:ext cx="457501" cy="458698"/>
          </a:xfrm>
          <a:custGeom>
            <a:avLst/>
            <a:gdLst>
              <a:gd name="connsiteX0" fmla="*/ 304663 w 457501"/>
              <a:gd name="connsiteY0" fmla="*/ 172125 h 458698"/>
              <a:gd name="connsiteX1" fmla="*/ 304663 w 457501"/>
              <a:gd name="connsiteY1" fmla="*/ 130094 h 458698"/>
              <a:gd name="connsiteX2" fmla="*/ 184302 w 457501"/>
              <a:gd name="connsiteY2" fmla="*/ 181 h 458698"/>
              <a:gd name="connsiteX3" fmla="*/ 94509 w 457501"/>
              <a:gd name="connsiteY3" fmla="*/ 34569 h 458698"/>
              <a:gd name="connsiteX4" fmla="*/ 58209 w 457501"/>
              <a:gd name="connsiteY4" fmla="*/ 110989 h 458698"/>
              <a:gd name="connsiteX5" fmla="*/ 8536 w 457501"/>
              <a:gd name="connsiteY5" fmla="*/ 145378 h 458698"/>
              <a:gd name="connsiteX6" fmla="*/ 4715 w 457501"/>
              <a:gd name="connsiteY6" fmla="*/ 174035 h 458698"/>
              <a:gd name="connsiteX7" fmla="*/ 10447 w 457501"/>
              <a:gd name="connsiteY7" fmla="*/ 179767 h 458698"/>
              <a:gd name="connsiteX8" fmla="*/ 62030 w 457501"/>
              <a:gd name="connsiteY8" fmla="*/ 216066 h 458698"/>
              <a:gd name="connsiteX9" fmla="*/ 209138 w 457501"/>
              <a:gd name="connsiteY9" fmla="*/ 376547 h 458698"/>
              <a:gd name="connsiteX10" fmla="*/ 209138 w 457501"/>
              <a:gd name="connsiteY10" fmla="*/ 458699 h 458698"/>
              <a:gd name="connsiteX11" fmla="*/ 228243 w 457501"/>
              <a:gd name="connsiteY11" fmla="*/ 458699 h 458698"/>
              <a:gd name="connsiteX12" fmla="*/ 228243 w 457501"/>
              <a:gd name="connsiteY12" fmla="*/ 380368 h 458698"/>
              <a:gd name="connsiteX13" fmla="*/ 243527 w 457501"/>
              <a:gd name="connsiteY13" fmla="*/ 382279 h 458698"/>
              <a:gd name="connsiteX14" fmla="*/ 256900 w 457501"/>
              <a:gd name="connsiteY14" fmla="*/ 382279 h 458698"/>
              <a:gd name="connsiteX15" fmla="*/ 266453 w 457501"/>
              <a:gd name="connsiteY15" fmla="*/ 382279 h 458698"/>
              <a:gd name="connsiteX16" fmla="*/ 266453 w 457501"/>
              <a:gd name="connsiteY16" fmla="*/ 458699 h 458698"/>
              <a:gd name="connsiteX17" fmla="*/ 285558 w 457501"/>
              <a:gd name="connsiteY17" fmla="*/ 458699 h 458698"/>
              <a:gd name="connsiteX18" fmla="*/ 285558 w 457501"/>
              <a:gd name="connsiteY18" fmla="*/ 380368 h 458698"/>
              <a:gd name="connsiteX19" fmla="*/ 457502 w 457501"/>
              <a:gd name="connsiteY19" fmla="*/ 193140 h 458698"/>
              <a:gd name="connsiteX20" fmla="*/ 440308 w 457501"/>
              <a:gd name="connsiteY20" fmla="*/ 174035 h 458698"/>
              <a:gd name="connsiteX21" fmla="*/ 438397 w 457501"/>
              <a:gd name="connsiteY21" fmla="*/ 174035 h 458698"/>
              <a:gd name="connsiteX22" fmla="*/ 304663 w 457501"/>
              <a:gd name="connsiteY22" fmla="*/ 174035 h 458698"/>
              <a:gd name="connsiteX23" fmla="*/ 56299 w 457501"/>
              <a:gd name="connsiteY23" fmla="*/ 189319 h 458698"/>
              <a:gd name="connsiteX24" fmla="*/ 19999 w 457501"/>
              <a:gd name="connsiteY24" fmla="*/ 164483 h 458698"/>
              <a:gd name="connsiteX25" fmla="*/ 19999 w 457501"/>
              <a:gd name="connsiteY25" fmla="*/ 160662 h 458698"/>
              <a:gd name="connsiteX26" fmla="*/ 56299 w 457501"/>
              <a:gd name="connsiteY26" fmla="*/ 135825 h 458698"/>
              <a:gd name="connsiteX27" fmla="*/ 56299 w 457501"/>
              <a:gd name="connsiteY27" fmla="*/ 189319 h 458698"/>
              <a:gd name="connsiteX28" fmla="*/ 377261 w 457501"/>
              <a:gd name="connsiteY28" fmla="*/ 317322 h 458698"/>
              <a:gd name="connsiteX29" fmla="*/ 245437 w 457501"/>
              <a:gd name="connsiteY29" fmla="*/ 363174 h 458698"/>
              <a:gd name="connsiteX30" fmla="*/ 75404 w 457501"/>
              <a:gd name="connsiteY30" fmla="*/ 175946 h 458698"/>
              <a:gd name="connsiteX31" fmla="*/ 75404 w 457501"/>
              <a:gd name="connsiteY31" fmla="*/ 124362 h 458698"/>
              <a:gd name="connsiteX32" fmla="*/ 180481 w 457501"/>
              <a:gd name="connsiteY32" fmla="*/ 19285 h 458698"/>
              <a:gd name="connsiteX33" fmla="*/ 180481 w 457501"/>
              <a:gd name="connsiteY33" fmla="*/ 19285 h 458698"/>
              <a:gd name="connsiteX34" fmla="*/ 184302 w 457501"/>
              <a:gd name="connsiteY34" fmla="*/ 19285 h 458698"/>
              <a:gd name="connsiteX35" fmla="*/ 285558 w 457501"/>
              <a:gd name="connsiteY35" fmla="*/ 130094 h 458698"/>
              <a:gd name="connsiteX36" fmla="*/ 285558 w 457501"/>
              <a:gd name="connsiteY36" fmla="*/ 172125 h 458698"/>
              <a:gd name="connsiteX37" fmla="*/ 304663 w 457501"/>
              <a:gd name="connsiteY37" fmla="*/ 191230 h 458698"/>
              <a:gd name="connsiteX38" fmla="*/ 438397 w 457501"/>
              <a:gd name="connsiteY38" fmla="*/ 191230 h 458698"/>
              <a:gd name="connsiteX39" fmla="*/ 377261 w 457501"/>
              <a:gd name="connsiteY39" fmla="*/ 317322 h 458698"/>
              <a:gd name="connsiteX40" fmla="*/ 142271 w 457501"/>
              <a:gd name="connsiteY40" fmla="*/ 76600 h 458698"/>
              <a:gd name="connsiteX41" fmla="*/ 113613 w 457501"/>
              <a:gd name="connsiteY41" fmla="*/ 105258 h 458698"/>
              <a:gd name="connsiteX42" fmla="*/ 142271 w 457501"/>
              <a:gd name="connsiteY42" fmla="*/ 133915 h 458698"/>
              <a:gd name="connsiteX43" fmla="*/ 170928 w 457501"/>
              <a:gd name="connsiteY43" fmla="*/ 105258 h 458698"/>
              <a:gd name="connsiteX44" fmla="*/ 170928 w 457501"/>
              <a:gd name="connsiteY44" fmla="*/ 105258 h 458698"/>
              <a:gd name="connsiteX45" fmla="*/ 142271 w 457501"/>
              <a:gd name="connsiteY45" fmla="*/ 76600 h 458698"/>
              <a:gd name="connsiteX46" fmla="*/ 142271 w 457501"/>
              <a:gd name="connsiteY46" fmla="*/ 114810 h 458698"/>
              <a:gd name="connsiteX47" fmla="*/ 132718 w 457501"/>
              <a:gd name="connsiteY47" fmla="*/ 105258 h 458698"/>
              <a:gd name="connsiteX48" fmla="*/ 142271 w 457501"/>
              <a:gd name="connsiteY48" fmla="*/ 95705 h 458698"/>
              <a:gd name="connsiteX49" fmla="*/ 151823 w 457501"/>
              <a:gd name="connsiteY49" fmla="*/ 105258 h 458698"/>
              <a:gd name="connsiteX50" fmla="*/ 142271 w 457501"/>
              <a:gd name="connsiteY50" fmla="*/ 114810 h 45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57501" h="458698">
                <a:moveTo>
                  <a:pt x="304663" y="172125"/>
                </a:moveTo>
                <a:lnTo>
                  <a:pt x="304663" y="130094"/>
                </a:lnTo>
                <a:cubicBezTo>
                  <a:pt x="304663" y="61316"/>
                  <a:pt x="253079" y="5912"/>
                  <a:pt x="184302" y="181"/>
                </a:cubicBezTo>
                <a:cubicBezTo>
                  <a:pt x="151823" y="-1730"/>
                  <a:pt x="119345" y="11643"/>
                  <a:pt x="94509" y="34569"/>
                </a:cubicBezTo>
                <a:cubicBezTo>
                  <a:pt x="73493" y="55585"/>
                  <a:pt x="60120" y="82332"/>
                  <a:pt x="58209" y="110989"/>
                </a:cubicBezTo>
                <a:lnTo>
                  <a:pt x="8536" y="145378"/>
                </a:lnTo>
                <a:cubicBezTo>
                  <a:pt x="-1016" y="153020"/>
                  <a:pt x="-2927" y="164483"/>
                  <a:pt x="4715" y="174035"/>
                </a:cubicBezTo>
                <a:cubicBezTo>
                  <a:pt x="6626" y="175946"/>
                  <a:pt x="8536" y="177856"/>
                  <a:pt x="10447" y="179767"/>
                </a:cubicBezTo>
                <a:lnTo>
                  <a:pt x="62030" y="216066"/>
                </a:lnTo>
                <a:cubicBezTo>
                  <a:pt x="75404" y="294396"/>
                  <a:pt x="132718" y="355532"/>
                  <a:pt x="209138" y="376547"/>
                </a:cubicBezTo>
                <a:lnTo>
                  <a:pt x="209138" y="458699"/>
                </a:lnTo>
                <a:lnTo>
                  <a:pt x="228243" y="458699"/>
                </a:lnTo>
                <a:lnTo>
                  <a:pt x="228243" y="380368"/>
                </a:lnTo>
                <a:cubicBezTo>
                  <a:pt x="233974" y="380368"/>
                  <a:pt x="237795" y="382279"/>
                  <a:pt x="243527" y="382279"/>
                </a:cubicBezTo>
                <a:lnTo>
                  <a:pt x="256900" y="382279"/>
                </a:lnTo>
                <a:lnTo>
                  <a:pt x="266453" y="382279"/>
                </a:lnTo>
                <a:lnTo>
                  <a:pt x="266453" y="458699"/>
                </a:lnTo>
                <a:lnTo>
                  <a:pt x="285558" y="458699"/>
                </a:lnTo>
                <a:lnTo>
                  <a:pt x="285558" y="380368"/>
                </a:lnTo>
                <a:cubicBezTo>
                  <a:pt x="381082" y="366995"/>
                  <a:pt x="451771" y="288665"/>
                  <a:pt x="457502" y="193140"/>
                </a:cubicBezTo>
                <a:cubicBezTo>
                  <a:pt x="457502" y="181677"/>
                  <a:pt x="449860" y="174035"/>
                  <a:pt x="440308" y="174035"/>
                </a:cubicBezTo>
                <a:cubicBezTo>
                  <a:pt x="440308" y="174035"/>
                  <a:pt x="440308" y="174035"/>
                  <a:pt x="438397" y="174035"/>
                </a:cubicBezTo>
                <a:lnTo>
                  <a:pt x="304663" y="174035"/>
                </a:lnTo>
                <a:moveTo>
                  <a:pt x="56299" y="189319"/>
                </a:moveTo>
                <a:lnTo>
                  <a:pt x="19999" y="164483"/>
                </a:lnTo>
                <a:lnTo>
                  <a:pt x="19999" y="160662"/>
                </a:lnTo>
                <a:lnTo>
                  <a:pt x="56299" y="135825"/>
                </a:lnTo>
                <a:lnTo>
                  <a:pt x="56299" y="189319"/>
                </a:lnTo>
                <a:close/>
                <a:moveTo>
                  <a:pt x="377261" y="317322"/>
                </a:moveTo>
                <a:cubicBezTo>
                  <a:pt x="340962" y="349801"/>
                  <a:pt x="293200" y="366995"/>
                  <a:pt x="245437" y="363174"/>
                </a:cubicBezTo>
                <a:cubicBezTo>
                  <a:pt x="148002" y="355532"/>
                  <a:pt x="73493" y="273381"/>
                  <a:pt x="75404" y="175946"/>
                </a:cubicBezTo>
                <a:lnTo>
                  <a:pt x="75404" y="124362"/>
                </a:lnTo>
                <a:cubicBezTo>
                  <a:pt x="75404" y="67048"/>
                  <a:pt x="123166" y="19285"/>
                  <a:pt x="180481" y="19285"/>
                </a:cubicBezTo>
                <a:cubicBezTo>
                  <a:pt x="180481" y="19285"/>
                  <a:pt x="180481" y="19285"/>
                  <a:pt x="180481" y="19285"/>
                </a:cubicBezTo>
                <a:lnTo>
                  <a:pt x="184302" y="19285"/>
                </a:lnTo>
                <a:cubicBezTo>
                  <a:pt x="241616" y="23106"/>
                  <a:pt x="287468" y="70869"/>
                  <a:pt x="285558" y="130094"/>
                </a:cubicBezTo>
                <a:lnTo>
                  <a:pt x="285558" y="172125"/>
                </a:lnTo>
                <a:cubicBezTo>
                  <a:pt x="285558" y="183588"/>
                  <a:pt x="293200" y="191230"/>
                  <a:pt x="304663" y="191230"/>
                </a:cubicBezTo>
                <a:lnTo>
                  <a:pt x="438397" y="191230"/>
                </a:lnTo>
                <a:cubicBezTo>
                  <a:pt x="436487" y="238992"/>
                  <a:pt x="413561" y="284844"/>
                  <a:pt x="377261" y="317322"/>
                </a:cubicBezTo>
                <a:close/>
                <a:moveTo>
                  <a:pt x="142271" y="76600"/>
                </a:moveTo>
                <a:cubicBezTo>
                  <a:pt x="126987" y="76600"/>
                  <a:pt x="113613" y="89974"/>
                  <a:pt x="113613" y="105258"/>
                </a:cubicBezTo>
                <a:cubicBezTo>
                  <a:pt x="113613" y="120542"/>
                  <a:pt x="126987" y="133915"/>
                  <a:pt x="142271" y="133915"/>
                </a:cubicBezTo>
                <a:cubicBezTo>
                  <a:pt x="157555" y="133915"/>
                  <a:pt x="170928" y="120542"/>
                  <a:pt x="170928" y="105258"/>
                </a:cubicBezTo>
                <a:cubicBezTo>
                  <a:pt x="170928" y="105258"/>
                  <a:pt x="170928" y="105258"/>
                  <a:pt x="170928" y="105258"/>
                </a:cubicBezTo>
                <a:cubicBezTo>
                  <a:pt x="170928" y="89974"/>
                  <a:pt x="157555" y="76600"/>
                  <a:pt x="142271" y="76600"/>
                </a:cubicBezTo>
                <a:close/>
                <a:moveTo>
                  <a:pt x="142271" y="114810"/>
                </a:moveTo>
                <a:cubicBezTo>
                  <a:pt x="136539" y="114810"/>
                  <a:pt x="132718" y="110989"/>
                  <a:pt x="132718" y="105258"/>
                </a:cubicBezTo>
                <a:cubicBezTo>
                  <a:pt x="132718" y="99526"/>
                  <a:pt x="136539" y="95705"/>
                  <a:pt x="142271" y="95705"/>
                </a:cubicBezTo>
                <a:cubicBezTo>
                  <a:pt x="148002" y="95705"/>
                  <a:pt x="151823" y="99526"/>
                  <a:pt x="151823" y="105258"/>
                </a:cubicBezTo>
                <a:cubicBezTo>
                  <a:pt x="151823" y="110989"/>
                  <a:pt x="148002" y="114810"/>
                  <a:pt x="142271" y="11481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80" descr="Dog icon.">
            <a:extLst>
              <a:ext uri="{FF2B5EF4-FFF2-40B4-BE49-F238E27FC236}">
                <a16:creationId xmlns:a16="http://schemas.microsoft.com/office/drawing/2014/main" id="{BE5D7657-BCB2-4FF2-8DEB-56D3063CC92B}"/>
              </a:ext>
            </a:extLst>
          </p:cNvPr>
          <p:cNvSpPr>
            <a:spLocks noChangeAspect="1"/>
          </p:cNvSpPr>
          <p:nvPr/>
        </p:nvSpPr>
        <p:spPr>
          <a:xfrm>
            <a:off x="2194708" y="1390248"/>
            <a:ext cx="420308" cy="441323"/>
          </a:xfrm>
          <a:custGeom>
            <a:avLst/>
            <a:gdLst>
              <a:gd name="connsiteX0" fmla="*/ 385919 w 420308"/>
              <a:gd name="connsiteY0" fmla="*/ 1910 h 441323"/>
              <a:gd name="connsiteX1" fmla="*/ 319052 w 420308"/>
              <a:gd name="connsiteY1" fmla="*/ 1910 h 441323"/>
              <a:gd name="connsiteX2" fmla="*/ 296126 w 420308"/>
              <a:gd name="connsiteY2" fmla="*/ 11463 h 441323"/>
              <a:gd name="connsiteX3" fmla="*/ 290395 w 420308"/>
              <a:gd name="connsiteY3" fmla="*/ 17194 h 441323"/>
              <a:gd name="connsiteX4" fmla="*/ 129913 w 420308"/>
              <a:gd name="connsiteY4" fmla="*/ 17194 h 441323"/>
              <a:gd name="connsiteX5" fmla="*/ 124182 w 420308"/>
              <a:gd name="connsiteY5" fmla="*/ 11463 h 441323"/>
              <a:gd name="connsiteX6" fmla="*/ 101256 w 420308"/>
              <a:gd name="connsiteY6" fmla="*/ 1910 h 441323"/>
              <a:gd name="connsiteX7" fmla="*/ 34389 w 420308"/>
              <a:gd name="connsiteY7" fmla="*/ 1910 h 441323"/>
              <a:gd name="connsiteX8" fmla="*/ 0 w 420308"/>
              <a:gd name="connsiteY8" fmla="*/ 34389 h 441323"/>
              <a:gd name="connsiteX9" fmla="*/ 0 w 420308"/>
              <a:gd name="connsiteY9" fmla="*/ 34389 h 441323"/>
              <a:gd name="connsiteX10" fmla="*/ 0 w 420308"/>
              <a:gd name="connsiteY10" fmla="*/ 200602 h 441323"/>
              <a:gd name="connsiteX11" fmla="*/ 9552 w 420308"/>
              <a:gd name="connsiteY11" fmla="*/ 210154 h 441323"/>
              <a:gd name="connsiteX12" fmla="*/ 9552 w 420308"/>
              <a:gd name="connsiteY12" fmla="*/ 210154 h 441323"/>
              <a:gd name="connsiteX13" fmla="*/ 17194 w 420308"/>
              <a:gd name="connsiteY13" fmla="*/ 208244 h 441323"/>
              <a:gd name="connsiteX14" fmla="*/ 19105 w 420308"/>
              <a:gd name="connsiteY14" fmla="*/ 206333 h 441323"/>
              <a:gd name="connsiteX15" fmla="*/ 22926 w 420308"/>
              <a:gd name="connsiteY15" fmla="*/ 294216 h 441323"/>
              <a:gd name="connsiteX16" fmla="*/ 210154 w 420308"/>
              <a:gd name="connsiteY16" fmla="*/ 441324 h 441323"/>
              <a:gd name="connsiteX17" fmla="*/ 212065 w 420308"/>
              <a:gd name="connsiteY17" fmla="*/ 441324 h 441323"/>
              <a:gd name="connsiteX18" fmla="*/ 401203 w 420308"/>
              <a:gd name="connsiteY18" fmla="*/ 267469 h 441323"/>
              <a:gd name="connsiteX19" fmla="*/ 401203 w 420308"/>
              <a:gd name="connsiteY19" fmla="*/ 206333 h 441323"/>
              <a:gd name="connsiteX20" fmla="*/ 403114 w 420308"/>
              <a:gd name="connsiteY20" fmla="*/ 208244 h 441323"/>
              <a:gd name="connsiteX21" fmla="*/ 410756 w 420308"/>
              <a:gd name="connsiteY21" fmla="*/ 210154 h 441323"/>
              <a:gd name="connsiteX22" fmla="*/ 420308 w 420308"/>
              <a:gd name="connsiteY22" fmla="*/ 200602 h 441323"/>
              <a:gd name="connsiteX23" fmla="*/ 420308 w 420308"/>
              <a:gd name="connsiteY23" fmla="*/ 200602 h 441323"/>
              <a:gd name="connsiteX24" fmla="*/ 420308 w 420308"/>
              <a:gd name="connsiteY24" fmla="*/ 36299 h 441323"/>
              <a:gd name="connsiteX25" fmla="*/ 385919 w 420308"/>
              <a:gd name="connsiteY25" fmla="*/ 1910 h 441323"/>
              <a:gd name="connsiteX26" fmla="*/ 34389 w 420308"/>
              <a:gd name="connsiteY26" fmla="*/ 21015 h 441323"/>
              <a:gd name="connsiteX27" fmla="*/ 101256 w 420308"/>
              <a:gd name="connsiteY27" fmla="*/ 21015 h 441323"/>
              <a:gd name="connsiteX28" fmla="*/ 110809 w 420308"/>
              <a:gd name="connsiteY28" fmla="*/ 24836 h 441323"/>
              <a:gd name="connsiteX29" fmla="*/ 114630 w 420308"/>
              <a:gd name="connsiteY29" fmla="*/ 36299 h 441323"/>
              <a:gd name="connsiteX30" fmla="*/ 114630 w 420308"/>
              <a:gd name="connsiteY30" fmla="*/ 84062 h 441323"/>
              <a:gd name="connsiteX31" fmla="*/ 19105 w 420308"/>
              <a:gd name="connsiteY31" fmla="*/ 179586 h 441323"/>
              <a:gd name="connsiteX32" fmla="*/ 19105 w 420308"/>
              <a:gd name="connsiteY32" fmla="*/ 36299 h 441323"/>
              <a:gd name="connsiteX33" fmla="*/ 34389 w 420308"/>
              <a:gd name="connsiteY33" fmla="*/ 21015 h 441323"/>
              <a:gd name="connsiteX34" fmla="*/ 34389 w 420308"/>
              <a:gd name="connsiteY34" fmla="*/ 21015 h 441323"/>
              <a:gd name="connsiteX35" fmla="*/ 382098 w 420308"/>
              <a:gd name="connsiteY35" fmla="*/ 267469 h 441323"/>
              <a:gd name="connsiteX36" fmla="*/ 219707 w 420308"/>
              <a:gd name="connsiteY36" fmla="*/ 422219 h 441323"/>
              <a:gd name="connsiteX37" fmla="*/ 219707 w 420308"/>
              <a:gd name="connsiteY37" fmla="*/ 351530 h 441323"/>
              <a:gd name="connsiteX38" fmla="*/ 265558 w 420308"/>
              <a:gd name="connsiteY38" fmla="*/ 305679 h 441323"/>
              <a:gd name="connsiteX39" fmla="*/ 265558 w 420308"/>
              <a:gd name="connsiteY39" fmla="*/ 290395 h 441323"/>
              <a:gd name="connsiteX40" fmla="*/ 256006 w 420308"/>
              <a:gd name="connsiteY40" fmla="*/ 288484 h 441323"/>
              <a:gd name="connsiteX41" fmla="*/ 164302 w 420308"/>
              <a:gd name="connsiteY41" fmla="*/ 288484 h 441323"/>
              <a:gd name="connsiteX42" fmla="*/ 152839 w 420308"/>
              <a:gd name="connsiteY42" fmla="*/ 298037 h 441323"/>
              <a:gd name="connsiteX43" fmla="*/ 154750 w 420308"/>
              <a:gd name="connsiteY43" fmla="*/ 305679 h 441323"/>
              <a:gd name="connsiteX44" fmla="*/ 200602 w 420308"/>
              <a:gd name="connsiteY44" fmla="*/ 351530 h 441323"/>
              <a:gd name="connsiteX45" fmla="*/ 200602 w 420308"/>
              <a:gd name="connsiteY45" fmla="*/ 422219 h 441323"/>
              <a:gd name="connsiteX46" fmla="*/ 42031 w 420308"/>
              <a:gd name="connsiteY46" fmla="*/ 290395 h 441323"/>
              <a:gd name="connsiteX47" fmla="*/ 38210 w 420308"/>
              <a:gd name="connsiteY47" fmla="*/ 194870 h 441323"/>
              <a:gd name="connsiteX48" fmla="*/ 38210 w 420308"/>
              <a:gd name="connsiteY48" fmla="*/ 187228 h 441323"/>
              <a:gd name="connsiteX49" fmla="*/ 131824 w 420308"/>
              <a:gd name="connsiteY49" fmla="*/ 93614 h 441323"/>
              <a:gd name="connsiteX50" fmla="*/ 133734 w 420308"/>
              <a:gd name="connsiteY50" fmla="*/ 85972 h 441323"/>
              <a:gd name="connsiteX51" fmla="*/ 133734 w 420308"/>
              <a:gd name="connsiteY51" fmla="*/ 38210 h 441323"/>
              <a:gd name="connsiteX52" fmla="*/ 212065 w 420308"/>
              <a:gd name="connsiteY52" fmla="*/ 21015 h 441323"/>
              <a:gd name="connsiteX53" fmla="*/ 286574 w 420308"/>
              <a:gd name="connsiteY53" fmla="*/ 36299 h 441323"/>
              <a:gd name="connsiteX54" fmla="*/ 286574 w 420308"/>
              <a:gd name="connsiteY54" fmla="*/ 85972 h 441323"/>
              <a:gd name="connsiteX55" fmla="*/ 288484 w 420308"/>
              <a:gd name="connsiteY55" fmla="*/ 93614 h 441323"/>
              <a:gd name="connsiteX56" fmla="*/ 382098 w 420308"/>
              <a:gd name="connsiteY56" fmla="*/ 187228 h 441323"/>
              <a:gd name="connsiteX57" fmla="*/ 382098 w 420308"/>
              <a:gd name="connsiteY57" fmla="*/ 267469 h 441323"/>
              <a:gd name="connsiteX58" fmla="*/ 401203 w 420308"/>
              <a:gd name="connsiteY58" fmla="*/ 175765 h 441323"/>
              <a:gd name="connsiteX59" fmla="*/ 399293 w 420308"/>
              <a:gd name="connsiteY59" fmla="*/ 175765 h 441323"/>
              <a:gd name="connsiteX60" fmla="*/ 305679 w 420308"/>
              <a:gd name="connsiteY60" fmla="*/ 82151 h 441323"/>
              <a:gd name="connsiteX61" fmla="*/ 305679 w 420308"/>
              <a:gd name="connsiteY61" fmla="*/ 36299 h 441323"/>
              <a:gd name="connsiteX62" fmla="*/ 309500 w 420308"/>
              <a:gd name="connsiteY62" fmla="*/ 26747 h 441323"/>
              <a:gd name="connsiteX63" fmla="*/ 319052 w 420308"/>
              <a:gd name="connsiteY63" fmla="*/ 21015 h 441323"/>
              <a:gd name="connsiteX64" fmla="*/ 385919 w 420308"/>
              <a:gd name="connsiteY64" fmla="*/ 21015 h 441323"/>
              <a:gd name="connsiteX65" fmla="*/ 401203 w 420308"/>
              <a:gd name="connsiteY65" fmla="*/ 34389 h 441323"/>
              <a:gd name="connsiteX66" fmla="*/ 401203 w 420308"/>
              <a:gd name="connsiteY66" fmla="*/ 34389 h 441323"/>
              <a:gd name="connsiteX67" fmla="*/ 401203 w 420308"/>
              <a:gd name="connsiteY67" fmla="*/ 175765 h 441323"/>
              <a:gd name="connsiteX68" fmla="*/ 152839 w 420308"/>
              <a:gd name="connsiteY68" fmla="*/ 173855 h 441323"/>
              <a:gd name="connsiteX69" fmla="*/ 171944 w 420308"/>
              <a:gd name="connsiteY69" fmla="*/ 192960 h 441323"/>
              <a:gd name="connsiteX70" fmla="*/ 152839 w 420308"/>
              <a:gd name="connsiteY70" fmla="*/ 212065 h 441323"/>
              <a:gd name="connsiteX71" fmla="*/ 133734 w 420308"/>
              <a:gd name="connsiteY71" fmla="*/ 192960 h 441323"/>
              <a:gd name="connsiteX72" fmla="*/ 152839 w 420308"/>
              <a:gd name="connsiteY72" fmla="*/ 173855 h 441323"/>
              <a:gd name="connsiteX73" fmla="*/ 267469 w 420308"/>
              <a:gd name="connsiteY73" fmla="*/ 173855 h 441323"/>
              <a:gd name="connsiteX74" fmla="*/ 286574 w 420308"/>
              <a:gd name="connsiteY74" fmla="*/ 192960 h 441323"/>
              <a:gd name="connsiteX75" fmla="*/ 267469 w 420308"/>
              <a:gd name="connsiteY75" fmla="*/ 212065 h 441323"/>
              <a:gd name="connsiteX76" fmla="*/ 248364 w 420308"/>
              <a:gd name="connsiteY76" fmla="*/ 192960 h 441323"/>
              <a:gd name="connsiteX77" fmla="*/ 267469 w 420308"/>
              <a:gd name="connsiteY77" fmla="*/ 173855 h 44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20308" h="441323">
                <a:moveTo>
                  <a:pt x="385919" y="1910"/>
                </a:moveTo>
                <a:lnTo>
                  <a:pt x="319052" y="1910"/>
                </a:lnTo>
                <a:cubicBezTo>
                  <a:pt x="309500" y="1910"/>
                  <a:pt x="301858" y="5731"/>
                  <a:pt x="296126" y="11463"/>
                </a:cubicBezTo>
                <a:cubicBezTo>
                  <a:pt x="294216" y="13373"/>
                  <a:pt x="292305" y="15284"/>
                  <a:pt x="290395" y="17194"/>
                </a:cubicBezTo>
                <a:cubicBezTo>
                  <a:pt x="238811" y="-5731"/>
                  <a:pt x="181497" y="-5731"/>
                  <a:pt x="129913" y="17194"/>
                </a:cubicBezTo>
                <a:cubicBezTo>
                  <a:pt x="128003" y="15284"/>
                  <a:pt x="126092" y="13373"/>
                  <a:pt x="124182" y="11463"/>
                </a:cubicBezTo>
                <a:cubicBezTo>
                  <a:pt x="118450" y="5731"/>
                  <a:pt x="108898" y="1910"/>
                  <a:pt x="101256" y="1910"/>
                </a:cubicBezTo>
                <a:lnTo>
                  <a:pt x="34389" y="1910"/>
                </a:lnTo>
                <a:cubicBezTo>
                  <a:pt x="15284" y="1910"/>
                  <a:pt x="0" y="17194"/>
                  <a:pt x="0" y="34389"/>
                </a:cubicBezTo>
                <a:cubicBezTo>
                  <a:pt x="0" y="34389"/>
                  <a:pt x="0" y="34389"/>
                  <a:pt x="0" y="34389"/>
                </a:cubicBezTo>
                <a:lnTo>
                  <a:pt x="0" y="200602"/>
                </a:lnTo>
                <a:cubicBezTo>
                  <a:pt x="0" y="206333"/>
                  <a:pt x="3821" y="210154"/>
                  <a:pt x="9552" y="210154"/>
                </a:cubicBezTo>
                <a:cubicBezTo>
                  <a:pt x="9552" y="210154"/>
                  <a:pt x="9552" y="210154"/>
                  <a:pt x="9552" y="210154"/>
                </a:cubicBezTo>
                <a:cubicBezTo>
                  <a:pt x="11463" y="210154"/>
                  <a:pt x="15284" y="208244"/>
                  <a:pt x="17194" y="208244"/>
                </a:cubicBezTo>
                <a:lnTo>
                  <a:pt x="19105" y="206333"/>
                </a:lnTo>
                <a:cubicBezTo>
                  <a:pt x="17194" y="234990"/>
                  <a:pt x="19105" y="265558"/>
                  <a:pt x="22926" y="294216"/>
                </a:cubicBezTo>
                <a:cubicBezTo>
                  <a:pt x="38210" y="378277"/>
                  <a:pt x="118450" y="441324"/>
                  <a:pt x="210154" y="441324"/>
                </a:cubicBezTo>
                <a:lnTo>
                  <a:pt x="212065" y="441324"/>
                </a:lnTo>
                <a:cubicBezTo>
                  <a:pt x="315231" y="439413"/>
                  <a:pt x="401203" y="362993"/>
                  <a:pt x="401203" y="267469"/>
                </a:cubicBezTo>
                <a:lnTo>
                  <a:pt x="401203" y="206333"/>
                </a:lnTo>
                <a:lnTo>
                  <a:pt x="403114" y="208244"/>
                </a:lnTo>
                <a:cubicBezTo>
                  <a:pt x="405024" y="210154"/>
                  <a:pt x="406935" y="210154"/>
                  <a:pt x="410756" y="210154"/>
                </a:cubicBezTo>
                <a:cubicBezTo>
                  <a:pt x="416487" y="210154"/>
                  <a:pt x="420308" y="206333"/>
                  <a:pt x="420308" y="200602"/>
                </a:cubicBezTo>
                <a:cubicBezTo>
                  <a:pt x="420308" y="200602"/>
                  <a:pt x="420308" y="200602"/>
                  <a:pt x="420308" y="200602"/>
                </a:cubicBezTo>
                <a:lnTo>
                  <a:pt x="420308" y="36299"/>
                </a:lnTo>
                <a:cubicBezTo>
                  <a:pt x="420308" y="17194"/>
                  <a:pt x="405024" y="1910"/>
                  <a:pt x="385919" y="1910"/>
                </a:cubicBezTo>
                <a:close/>
                <a:moveTo>
                  <a:pt x="34389" y="21015"/>
                </a:moveTo>
                <a:lnTo>
                  <a:pt x="101256" y="21015"/>
                </a:lnTo>
                <a:cubicBezTo>
                  <a:pt x="105077" y="21015"/>
                  <a:pt x="108898" y="22926"/>
                  <a:pt x="110809" y="24836"/>
                </a:cubicBezTo>
                <a:cubicBezTo>
                  <a:pt x="112719" y="28657"/>
                  <a:pt x="114630" y="32478"/>
                  <a:pt x="114630" y="36299"/>
                </a:cubicBezTo>
                <a:lnTo>
                  <a:pt x="114630" y="84062"/>
                </a:lnTo>
                <a:lnTo>
                  <a:pt x="19105" y="179586"/>
                </a:lnTo>
                <a:lnTo>
                  <a:pt x="19105" y="36299"/>
                </a:lnTo>
                <a:cubicBezTo>
                  <a:pt x="19105" y="28657"/>
                  <a:pt x="24836" y="21015"/>
                  <a:pt x="34389" y="21015"/>
                </a:cubicBezTo>
                <a:cubicBezTo>
                  <a:pt x="32478" y="21015"/>
                  <a:pt x="32478" y="21015"/>
                  <a:pt x="34389" y="21015"/>
                </a:cubicBezTo>
                <a:close/>
                <a:moveTo>
                  <a:pt x="382098" y="267469"/>
                </a:moveTo>
                <a:cubicBezTo>
                  <a:pt x="382098" y="349620"/>
                  <a:pt x="309500" y="418398"/>
                  <a:pt x="219707" y="422219"/>
                </a:cubicBezTo>
                <a:lnTo>
                  <a:pt x="219707" y="351530"/>
                </a:lnTo>
                <a:lnTo>
                  <a:pt x="265558" y="305679"/>
                </a:lnTo>
                <a:cubicBezTo>
                  <a:pt x="269379" y="301858"/>
                  <a:pt x="269379" y="294216"/>
                  <a:pt x="265558" y="290395"/>
                </a:cubicBezTo>
                <a:cubicBezTo>
                  <a:pt x="261737" y="288484"/>
                  <a:pt x="257916" y="288484"/>
                  <a:pt x="256006" y="288484"/>
                </a:cubicBezTo>
                <a:lnTo>
                  <a:pt x="164302" y="288484"/>
                </a:lnTo>
                <a:cubicBezTo>
                  <a:pt x="158571" y="288484"/>
                  <a:pt x="152839" y="292305"/>
                  <a:pt x="152839" y="298037"/>
                </a:cubicBezTo>
                <a:cubicBezTo>
                  <a:pt x="152839" y="301858"/>
                  <a:pt x="152839" y="303768"/>
                  <a:pt x="154750" y="305679"/>
                </a:cubicBezTo>
                <a:lnTo>
                  <a:pt x="200602" y="351530"/>
                </a:lnTo>
                <a:lnTo>
                  <a:pt x="200602" y="422219"/>
                </a:lnTo>
                <a:cubicBezTo>
                  <a:pt x="120361" y="418398"/>
                  <a:pt x="53494" y="362993"/>
                  <a:pt x="42031" y="290395"/>
                </a:cubicBezTo>
                <a:cubicBezTo>
                  <a:pt x="38210" y="259827"/>
                  <a:pt x="38210" y="227349"/>
                  <a:pt x="38210" y="194870"/>
                </a:cubicBezTo>
                <a:cubicBezTo>
                  <a:pt x="38210" y="191049"/>
                  <a:pt x="38210" y="189139"/>
                  <a:pt x="38210" y="187228"/>
                </a:cubicBezTo>
                <a:lnTo>
                  <a:pt x="131824" y="93614"/>
                </a:lnTo>
                <a:cubicBezTo>
                  <a:pt x="133734" y="91704"/>
                  <a:pt x="133734" y="87883"/>
                  <a:pt x="133734" y="85972"/>
                </a:cubicBezTo>
                <a:lnTo>
                  <a:pt x="133734" y="38210"/>
                </a:lnTo>
                <a:cubicBezTo>
                  <a:pt x="158571" y="26747"/>
                  <a:pt x="185318" y="21015"/>
                  <a:pt x="212065" y="21015"/>
                </a:cubicBezTo>
                <a:cubicBezTo>
                  <a:pt x="236901" y="21015"/>
                  <a:pt x="263648" y="26747"/>
                  <a:pt x="286574" y="36299"/>
                </a:cubicBezTo>
                <a:lnTo>
                  <a:pt x="286574" y="85972"/>
                </a:lnTo>
                <a:cubicBezTo>
                  <a:pt x="286574" y="87883"/>
                  <a:pt x="286574" y="91704"/>
                  <a:pt x="288484" y="93614"/>
                </a:cubicBezTo>
                <a:lnTo>
                  <a:pt x="382098" y="187228"/>
                </a:lnTo>
                <a:lnTo>
                  <a:pt x="382098" y="267469"/>
                </a:lnTo>
                <a:close/>
                <a:moveTo>
                  <a:pt x="401203" y="175765"/>
                </a:moveTo>
                <a:lnTo>
                  <a:pt x="399293" y="175765"/>
                </a:lnTo>
                <a:lnTo>
                  <a:pt x="305679" y="82151"/>
                </a:lnTo>
                <a:lnTo>
                  <a:pt x="305679" y="36299"/>
                </a:lnTo>
                <a:cubicBezTo>
                  <a:pt x="305679" y="32478"/>
                  <a:pt x="307589" y="28657"/>
                  <a:pt x="309500" y="26747"/>
                </a:cubicBezTo>
                <a:cubicBezTo>
                  <a:pt x="313321" y="22926"/>
                  <a:pt x="315231" y="21015"/>
                  <a:pt x="319052" y="21015"/>
                </a:cubicBezTo>
                <a:lnTo>
                  <a:pt x="385919" y="21015"/>
                </a:lnTo>
                <a:cubicBezTo>
                  <a:pt x="393561" y="21015"/>
                  <a:pt x="401203" y="26747"/>
                  <a:pt x="401203" y="34389"/>
                </a:cubicBezTo>
                <a:cubicBezTo>
                  <a:pt x="401203" y="34389"/>
                  <a:pt x="401203" y="34389"/>
                  <a:pt x="401203" y="34389"/>
                </a:cubicBezTo>
                <a:lnTo>
                  <a:pt x="401203" y="175765"/>
                </a:lnTo>
                <a:close/>
                <a:moveTo>
                  <a:pt x="152839" y="173855"/>
                </a:moveTo>
                <a:cubicBezTo>
                  <a:pt x="164302" y="173855"/>
                  <a:pt x="171944" y="181497"/>
                  <a:pt x="171944" y="192960"/>
                </a:cubicBezTo>
                <a:cubicBezTo>
                  <a:pt x="171944" y="204423"/>
                  <a:pt x="164302" y="212065"/>
                  <a:pt x="152839" y="212065"/>
                </a:cubicBezTo>
                <a:cubicBezTo>
                  <a:pt x="141376" y="212065"/>
                  <a:pt x="133734" y="204423"/>
                  <a:pt x="133734" y="192960"/>
                </a:cubicBezTo>
                <a:cubicBezTo>
                  <a:pt x="133734" y="181497"/>
                  <a:pt x="143287" y="173855"/>
                  <a:pt x="152839" y="173855"/>
                </a:cubicBezTo>
                <a:close/>
                <a:moveTo>
                  <a:pt x="267469" y="173855"/>
                </a:moveTo>
                <a:cubicBezTo>
                  <a:pt x="278932" y="173855"/>
                  <a:pt x="286574" y="181497"/>
                  <a:pt x="286574" y="192960"/>
                </a:cubicBezTo>
                <a:cubicBezTo>
                  <a:pt x="286574" y="204423"/>
                  <a:pt x="278932" y="212065"/>
                  <a:pt x="267469" y="212065"/>
                </a:cubicBezTo>
                <a:cubicBezTo>
                  <a:pt x="256006" y="212065"/>
                  <a:pt x="248364" y="204423"/>
                  <a:pt x="248364" y="192960"/>
                </a:cubicBezTo>
                <a:cubicBezTo>
                  <a:pt x="248364" y="181497"/>
                  <a:pt x="256006" y="173855"/>
                  <a:pt x="267469" y="17385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93" descr="Cat icon.">
            <a:extLst>
              <a:ext uri="{FF2B5EF4-FFF2-40B4-BE49-F238E27FC236}">
                <a16:creationId xmlns:a16="http://schemas.microsoft.com/office/drawing/2014/main" id="{12C2DF34-1CBD-45F5-AF3A-D9C94161CBBB}"/>
              </a:ext>
            </a:extLst>
          </p:cNvPr>
          <p:cNvSpPr>
            <a:spLocks noChangeAspect="1"/>
          </p:cNvSpPr>
          <p:nvPr/>
        </p:nvSpPr>
        <p:spPr>
          <a:xfrm>
            <a:off x="3418783" y="1378322"/>
            <a:ext cx="447055" cy="453249"/>
          </a:xfrm>
          <a:custGeom>
            <a:avLst/>
            <a:gdLst>
              <a:gd name="connsiteX0" fmla="*/ 147108 w 447055"/>
              <a:gd name="connsiteY0" fmla="*/ 166385 h 453249"/>
              <a:gd name="connsiteX1" fmla="*/ 166213 w 447055"/>
              <a:gd name="connsiteY1" fmla="*/ 185490 h 453249"/>
              <a:gd name="connsiteX2" fmla="*/ 147108 w 447055"/>
              <a:gd name="connsiteY2" fmla="*/ 204595 h 453249"/>
              <a:gd name="connsiteX3" fmla="*/ 128003 w 447055"/>
              <a:gd name="connsiteY3" fmla="*/ 185490 h 453249"/>
              <a:gd name="connsiteX4" fmla="*/ 147108 w 447055"/>
              <a:gd name="connsiteY4" fmla="*/ 166385 h 453249"/>
              <a:gd name="connsiteX5" fmla="*/ 299947 w 447055"/>
              <a:gd name="connsiteY5" fmla="*/ 166385 h 453249"/>
              <a:gd name="connsiteX6" fmla="*/ 319052 w 447055"/>
              <a:gd name="connsiteY6" fmla="*/ 185490 h 453249"/>
              <a:gd name="connsiteX7" fmla="*/ 299947 w 447055"/>
              <a:gd name="connsiteY7" fmla="*/ 204595 h 453249"/>
              <a:gd name="connsiteX8" fmla="*/ 280842 w 447055"/>
              <a:gd name="connsiteY8" fmla="*/ 185490 h 453249"/>
              <a:gd name="connsiteX9" fmla="*/ 299947 w 447055"/>
              <a:gd name="connsiteY9" fmla="*/ 166385 h 453249"/>
              <a:gd name="connsiteX10" fmla="*/ 259827 w 447055"/>
              <a:gd name="connsiteY10" fmla="*/ 242805 h 453249"/>
              <a:gd name="connsiteX11" fmla="*/ 187228 w 447055"/>
              <a:gd name="connsiteY11" fmla="*/ 242805 h 453249"/>
              <a:gd name="connsiteX12" fmla="*/ 177676 w 447055"/>
              <a:gd name="connsiteY12" fmla="*/ 252357 h 453249"/>
              <a:gd name="connsiteX13" fmla="*/ 179586 w 447055"/>
              <a:gd name="connsiteY13" fmla="*/ 258089 h 453249"/>
              <a:gd name="connsiteX14" fmla="*/ 215886 w 447055"/>
              <a:gd name="connsiteY14" fmla="*/ 300119 h 453249"/>
              <a:gd name="connsiteX15" fmla="*/ 229259 w 447055"/>
              <a:gd name="connsiteY15" fmla="*/ 302030 h 453249"/>
              <a:gd name="connsiteX16" fmla="*/ 231169 w 447055"/>
              <a:gd name="connsiteY16" fmla="*/ 300119 h 453249"/>
              <a:gd name="connsiteX17" fmla="*/ 267469 w 447055"/>
              <a:gd name="connsiteY17" fmla="*/ 258089 h 453249"/>
              <a:gd name="connsiteX18" fmla="*/ 267469 w 447055"/>
              <a:gd name="connsiteY18" fmla="*/ 244715 h 453249"/>
              <a:gd name="connsiteX19" fmla="*/ 259827 w 447055"/>
              <a:gd name="connsiteY19" fmla="*/ 242805 h 453249"/>
              <a:gd name="connsiteX20" fmla="*/ 439413 w 447055"/>
              <a:gd name="connsiteY20" fmla="*/ 338329 h 453249"/>
              <a:gd name="connsiteX21" fmla="*/ 447055 w 447055"/>
              <a:gd name="connsiteY21" fmla="*/ 319224 h 453249"/>
              <a:gd name="connsiteX22" fmla="*/ 426040 w 447055"/>
              <a:gd name="connsiteY22" fmla="*/ 311582 h 453249"/>
              <a:gd name="connsiteX23" fmla="*/ 424129 w 447055"/>
              <a:gd name="connsiteY23" fmla="*/ 131996 h 453249"/>
              <a:gd name="connsiteX24" fmla="*/ 397382 w 447055"/>
              <a:gd name="connsiteY24" fmla="*/ 15456 h 453249"/>
              <a:gd name="connsiteX25" fmla="*/ 385919 w 447055"/>
              <a:gd name="connsiteY25" fmla="*/ 2083 h 453249"/>
              <a:gd name="connsiteX26" fmla="*/ 366814 w 447055"/>
              <a:gd name="connsiteY26" fmla="*/ 3993 h 453249"/>
              <a:gd name="connsiteX27" fmla="*/ 315231 w 447055"/>
              <a:gd name="connsiteY27" fmla="*/ 42203 h 453249"/>
              <a:gd name="connsiteX28" fmla="*/ 315231 w 447055"/>
              <a:gd name="connsiteY28" fmla="*/ 42203 h 453249"/>
              <a:gd name="connsiteX29" fmla="*/ 221617 w 447055"/>
              <a:gd name="connsiteY29" fmla="*/ 25009 h 453249"/>
              <a:gd name="connsiteX30" fmla="*/ 128003 w 447055"/>
              <a:gd name="connsiteY30" fmla="*/ 42203 h 453249"/>
              <a:gd name="connsiteX31" fmla="*/ 76420 w 447055"/>
              <a:gd name="connsiteY31" fmla="*/ 3993 h 453249"/>
              <a:gd name="connsiteX32" fmla="*/ 61136 w 447055"/>
              <a:gd name="connsiteY32" fmla="*/ 2083 h 453249"/>
              <a:gd name="connsiteX33" fmla="*/ 49673 w 447055"/>
              <a:gd name="connsiteY33" fmla="*/ 15456 h 453249"/>
              <a:gd name="connsiteX34" fmla="*/ 22926 w 447055"/>
              <a:gd name="connsiteY34" fmla="*/ 130086 h 453249"/>
              <a:gd name="connsiteX35" fmla="*/ 3821 w 447055"/>
              <a:gd name="connsiteY35" fmla="*/ 223700 h 453249"/>
              <a:gd name="connsiteX36" fmla="*/ 21015 w 447055"/>
              <a:gd name="connsiteY36" fmla="*/ 311582 h 453249"/>
              <a:gd name="connsiteX37" fmla="*/ 0 w 447055"/>
              <a:gd name="connsiteY37" fmla="*/ 319224 h 453249"/>
              <a:gd name="connsiteX38" fmla="*/ 7642 w 447055"/>
              <a:gd name="connsiteY38" fmla="*/ 338329 h 453249"/>
              <a:gd name="connsiteX39" fmla="*/ 28657 w 447055"/>
              <a:gd name="connsiteY39" fmla="*/ 330687 h 453249"/>
              <a:gd name="connsiteX40" fmla="*/ 57315 w 447055"/>
              <a:gd name="connsiteY40" fmla="*/ 374629 h 453249"/>
              <a:gd name="connsiteX41" fmla="*/ 40120 w 447055"/>
              <a:gd name="connsiteY41" fmla="*/ 393734 h 453249"/>
              <a:gd name="connsiteX42" fmla="*/ 53494 w 447055"/>
              <a:gd name="connsiteY42" fmla="*/ 407107 h 453249"/>
              <a:gd name="connsiteX43" fmla="*/ 70688 w 447055"/>
              <a:gd name="connsiteY43" fmla="*/ 388002 h 453249"/>
              <a:gd name="connsiteX44" fmla="*/ 370635 w 447055"/>
              <a:gd name="connsiteY44" fmla="*/ 393734 h 453249"/>
              <a:gd name="connsiteX45" fmla="*/ 376367 w 447055"/>
              <a:gd name="connsiteY45" fmla="*/ 388002 h 453249"/>
              <a:gd name="connsiteX46" fmla="*/ 391651 w 447055"/>
              <a:gd name="connsiteY46" fmla="*/ 405197 h 453249"/>
              <a:gd name="connsiteX47" fmla="*/ 406935 w 447055"/>
              <a:gd name="connsiteY47" fmla="*/ 391823 h 453249"/>
              <a:gd name="connsiteX48" fmla="*/ 389740 w 447055"/>
              <a:gd name="connsiteY48" fmla="*/ 372718 h 453249"/>
              <a:gd name="connsiteX49" fmla="*/ 418398 w 447055"/>
              <a:gd name="connsiteY49" fmla="*/ 328777 h 453249"/>
              <a:gd name="connsiteX50" fmla="*/ 439413 w 447055"/>
              <a:gd name="connsiteY50" fmla="*/ 338329 h 453249"/>
              <a:gd name="connsiteX51" fmla="*/ 376367 w 447055"/>
              <a:gd name="connsiteY51" fmla="*/ 359345 h 453249"/>
              <a:gd name="connsiteX52" fmla="*/ 336247 w 447055"/>
              <a:gd name="connsiteY52" fmla="*/ 313493 h 453249"/>
              <a:gd name="connsiteX53" fmla="*/ 320963 w 447055"/>
              <a:gd name="connsiteY53" fmla="*/ 326866 h 453249"/>
              <a:gd name="connsiteX54" fmla="*/ 362993 w 447055"/>
              <a:gd name="connsiteY54" fmla="*/ 374629 h 453249"/>
              <a:gd name="connsiteX55" fmla="*/ 89793 w 447055"/>
              <a:gd name="connsiteY55" fmla="*/ 380360 h 453249"/>
              <a:gd name="connsiteX56" fmla="*/ 82151 w 447055"/>
              <a:gd name="connsiteY56" fmla="*/ 372718 h 453249"/>
              <a:gd name="connsiteX57" fmla="*/ 124182 w 447055"/>
              <a:gd name="connsiteY57" fmla="*/ 324956 h 453249"/>
              <a:gd name="connsiteX58" fmla="*/ 110809 w 447055"/>
              <a:gd name="connsiteY58" fmla="*/ 311582 h 453249"/>
              <a:gd name="connsiteX59" fmla="*/ 70688 w 447055"/>
              <a:gd name="connsiteY59" fmla="*/ 359345 h 453249"/>
              <a:gd name="connsiteX60" fmla="*/ 47762 w 447055"/>
              <a:gd name="connsiteY60" fmla="*/ 323045 h 453249"/>
              <a:gd name="connsiteX61" fmla="*/ 105077 w 447055"/>
              <a:gd name="connsiteY61" fmla="*/ 300119 h 453249"/>
              <a:gd name="connsiteX62" fmla="*/ 97435 w 447055"/>
              <a:gd name="connsiteY62" fmla="*/ 281015 h 453249"/>
              <a:gd name="connsiteX63" fmla="*/ 40120 w 447055"/>
              <a:gd name="connsiteY63" fmla="*/ 303940 h 453249"/>
              <a:gd name="connsiteX64" fmla="*/ 24836 w 447055"/>
              <a:gd name="connsiteY64" fmla="*/ 223700 h 453249"/>
              <a:gd name="connsiteX65" fmla="*/ 43941 w 447055"/>
              <a:gd name="connsiteY65" fmla="*/ 135817 h 453249"/>
              <a:gd name="connsiteX66" fmla="*/ 68778 w 447055"/>
              <a:gd name="connsiteY66" fmla="*/ 19277 h 453249"/>
              <a:gd name="connsiteX67" fmla="*/ 120361 w 447055"/>
              <a:gd name="connsiteY67" fmla="*/ 57487 h 453249"/>
              <a:gd name="connsiteX68" fmla="*/ 137555 w 447055"/>
              <a:gd name="connsiteY68" fmla="*/ 59398 h 453249"/>
              <a:gd name="connsiteX69" fmla="*/ 225438 w 447055"/>
              <a:gd name="connsiteY69" fmla="*/ 44114 h 453249"/>
              <a:gd name="connsiteX70" fmla="*/ 313321 w 447055"/>
              <a:gd name="connsiteY70" fmla="*/ 59398 h 453249"/>
              <a:gd name="connsiteX71" fmla="*/ 332426 w 447055"/>
              <a:gd name="connsiteY71" fmla="*/ 57487 h 453249"/>
              <a:gd name="connsiteX72" fmla="*/ 382098 w 447055"/>
              <a:gd name="connsiteY72" fmla="*/ 21188 h 453249"/>
              <a:gd name="connsiteX73" fmla="*/ 408845 w 447055"/>
              <a:gd name="connsiteY73" fmla="*/ 139638 h 453249"/>
              <a:gd name="connsiteX74" fmla="*/ 424129 w 447055"/>
              <a:gd name="connsiteY74" fmla="*/ 225610 h 453249"/>
              <a:gd name="connsiteX75" fmla="*/ 408845 w 447055"/>
              <a:gd name="connsiteY75" fmla="*/ 305851 h 453249"/>
              <a:gd name="connsiteX76" fmla="*/ 351530 w 447055"/>
              <a:gd name="connsiteY76" fmla="*/ 282925 h 453249"/>
              <a:gd name="connsiteX77" fmla="*/ 343889 w 447055"/>
              <a:gd name="connsiteY77" fmla="*/ 300119 h 453249"/>
              <a:gd name="connsiteX78" fmla="*/ 401203 w 447055"/>
              <a:gd name="connsiteY78" fmla="*/ 323045 h 453249"/>
              <a:gd name="connsiteX79" fmla="*/ 376367 w 447055"/>
              <a:gd name="connsiteY79" fmla="*/ 359345 h 45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47055" h="453249">
                <a:moveTo>
                  <a:pt x="147108" y="166385"/>
                </a:moveTo>
                <a:cubicBezTo>
                  <a:pt x="158571" y="166385"/>
                  <a:pt x="166213" y="174027"/>
                  <a:pt x="166213" y="185490"/>
                </a:cubicBezTo>
                <a:cubicBezTo>
                  <a:pt x="166213" y="196953"/>
                  <a:pt x="158571" y="204595"/>
                  <a:pt x="147108" y="204595"/>
                </a:cubicBezTo>
                <a:cubicBezTo>
                  <a:pt x="135645" y="204595"/>
                  <a:pt x="128003" y="196953"/>
                  <a:pt x="128003" y="185490"/>
                </a:cubicBezTo>
                <a:cubicBezTo>
                  <a:pt x="128003" y="174027"/>
                  <a:pt x="135645" y="166385"/>
                  <a:pt x="147108" y="166385"/>
                </a:cubicBezTo>
                <a:close/>
                <a:moveTo>
                  <a:pt x="299947" y="166385"/>
                </a:moveTo>
                <a:cubicBezTo>
                  <a:pt x="311410" y="166385"/>
                  <a:pt x="319052" y="174027"/>
                  <a:pt x="319052" y="185490"/>
                </a:cubicBezTo>
                <a:cubicBezTo>
                  <a:pt x="319052" y="196953"/>
                  <a:pt x="311410" y="204595"/>
                  <a:pt x="299947" y="204595"/>
                </a:cubicBezTo>
                <a:cubicBezTo>
                  <a:pt x="288484" y="204595"/>
                  <a:pt x="280842" y="196953"/>
                  <a:pt x="280842" y="185490"/>
                </a:cubicBezTo>
                <a:cubicBezTo>
                  <a:pt x="280842" y="174027"/>
                  <a:pt x="288484" y="166385"/>
                  <a:pt x="299947" y="166385"/>
                </a:cubicBezTo>
                <a:close/>
                <a:moveTo>
                  <a:pt x="259827" y="242805"/>
                </a:moveTo>
                <a:lnTo>
                  <a:pt x="187228" y="242805"/>
                </a:lnTo>
                <a:cubicBezTo>
                  <a:pt x="181497" y="242805"/>
                  <a:pt x="177676" y="246626"/>
                  <a:pt x="177676" y="252357"/>
                </a:cubicBezTo>
                <a:cubicBezTo>
                  <a:pt x="177676" y="254268"/>
                  <a:pt x="177676" y="256178"/>
                  <a:pt x="179586" y="258089"/>
                </a:cubicBezTo>
                <a:lnTo>
                  <a:pt x="215886" y="300119"/>
                </a:lnTo>
                <a:cubicBezTo>
                  <a:pt x="219707" y="303940"/>
                  <a:pt x="225438" y="303940"/>
                  <a:pt x="229259" y="302030"/>
                </a:cubicBezTo>
                <a:cubicBezTo>
                  <a:pt x="229259" y="302030"/>
                  <a:pt x="229259" y="302030"/>
                  <a:pt x="231169" y="300119"/>
                </a:cubicBezTo>
                <a:lnTo>
                  <a:pt x="267469" y="258089"/>
                </a:lnTo>
                <a:cubicBezTo>
                  <a:pt x="271290" y="254268"/>
                  <a:pt x="271290" y="248536"/>
                  <a:pt x="267469" y="244715"/>
                </a:cubicBezTo>
                <a:cubicBezTo>
                  <a:pt x="265558" y="242805"/>
                  <a:pt x="261737" y="242805"/>
                  <a:pt x="259827" y="242805"/>
                </a:cubicBezTo>
                <a:close/>
                <a:moveTo>
                  <a:pt x="439413" y="338329"/>
                </a:moveTo>
                <a:lnTo>
                  <a:pt x="447055" y="319224"/>
                </a:lnTo>
                <a:lnTo>
                  <a:pt x="426040" y="311582"/>
                </a:lnTo>
                <a:cubicBezTo>
                  <a:pt x="448966" y="254268"/>
                  <a:pt x="448966" y="189311"/>
                  <a:pt x="424129" y="131996"/>
                </a:cubicBezTo>
                <a:cubicBezTo>
                  <a:pt x="424129" y="128175"/>
                  <a:pt x="397382" y="15456"/>
                  <a:pt x="397382" y="15456"/>
                </a:cubicBezTo>
                <a:cubicBezTo>
                  <a:pt x="395472" y="9725"/>
                  <a:pt x="391651" y="3993"/>
                  <a:pt x="385919" y="2083"/>
                </a:cubicBezTo>
                <a:cubicBezTo>
                  <a:pt x="380188" y="-1738"/>
                  <a:pt x="372546" y="172"/>
                  <a:pt x="366814" y="3993"/>
                </a:cubicBezTo>
                <a:lnTo>
                  <a:pt x="315231" y="42203"/>
                </a:lnTo>
                <a:lnTo>
                  <a:pt x="315231" y="42203"/>
                </a:lnTo>
                <a:cubicBezTo>
                  <a:pt x="284663" y="30740"/>
                  <a:pt x="254095" y="25009"/>
                  <a:pt x="221617" y="25009"/>
                </a:cubicBezTo>
                <a:cubicBezTo>
                  <a:pt x="189139" y="25009"/>
                  <a:pt x="156660" y="30740"/>
                  <a:pt x="128003" y="42203"/>
                </a:cubicBezTo>
                <a:lnTo>
                  <a:pt x="76420" y="3993"/>
                </a:lnTo>
                <a:cubicBezTo>
                  <a:pt x="72599" y="172"/>
                  <a:pt x="66867" y="172"/>
                  <a:pt x="61136" y="2083"/>
                </a:cubicBezTo>
                <a:cubicBezTo>
                  <a:pt x="55404" y="3993"/>
                  <a:pt x="49673" y="9725"/>
                  <a:pt x="49673" y="15456"/>
                </a:cubicBezTo>
                <a:lnTo>
                  <a:pt x="22926" y="130086"/>
                </a:lnTo>
                <a:cubicBezTo>
                  <a:pt x="9552" y="160654"/>
                  <a:pt x="3821" y="191221"/>
                  <a:pt x="3821" y="223700"/>
                </a:cubicBezTo>
                <a:cubicBezTo>
                  <a:pt x="3821" y="254268"/>
                  <a:pt x="9552" y="282925"/>
                  <a:pt x="21015" y="311582"/>
                </a:cubicBezTo>
                <a:lnTo>
                  <a:pt x="0" y="319224"/>
                </a:lnTo>
                <a:lnTo>
                  <a:pt x="7642" y="338329"/>
                </a:lnTo>
                <a:lnTo>
                  <a:pt x="28657" y="330687"/>
                </a:lnTo>
                <a:cubicBezTo>
                  <a:pt x="36299" y="345971"/>
                  <a:pt x="45852" y="361255"/>
                  <a:pt x="57315" y="374629"/>
                </a:cubicBezTo>
                <a:lnTo>
                  <a:pt x="40120" y="393734"/>
                </a:lnTo>
                <a:lnTo>
                  <a:pt x="53494" y="407107"/>
                </a:lnTo>
                <a:lnTo>
                  <a:pt x="70688" y="388002"/>
                </a:lnTo>
                <a:cubicBezTo>
                  <a:pt x="152839" y="472064"/>
                  <a:pt x="286574" y="475885"/>
                  <a:pt x="370635" y="393734"/>
                </a:cubicBezTo>
                <a:cubicBezTo>
                  <a:pt x="372546" y="391823"/>
                  <a:pt x="374456" y="389913"/>
                  <a:pt x="376367" y="388002"/>
                </a:cubicBezTo>
                <a:lnTo>
                  <a:pt x="391651" y="405197"/>
                </a:lnTo>
                <a:lnTo>
                  <a:pt x="406935" y="391823"/>
                </a:lnTo>
                <a:lnTo>
                  <a:pt x="389740" y="372718"/>
                </a:lnTo>
                <a:cubicBezTo>
                  <a:pt x="401203" y="359345"/>
                  <a:pt x="410756" y="344061"/>
                  <a:pt x="418398" y="328777"/>
                </a:cubicBezTo>
                <a:lnTo>
                  <a:pt x="439413" y="338329"/>
                </a:lnTo>
                <a:close/>
                <a:moveTo>
                  <a:pt x="376367" y="359345"/>
                </a:moveTo>
                <a:lnTo>
                  <a:pt x="336247" y="313493"/>
                </a:lnTo>
                <a:lnTo>
                  <a:pt x="320963" y="326866"/>
                </a:lnTo>
                <a:lnTo>
                  <a:pt x="362993" y="374629"/>
                </a:lnTo>
                <a:cubicBezTo>
                  <a:pt x="290395" y="451048"/>
                  <a:pt x="168123" y="454869"/>
                  <a:pt x="89793" y="380360"/>
                </a:cubicBezTo>
                <a:cubicBezTo>
                  <a:pt x="87883" y="378450"/>
                  <a:pt x="84062" y="374629"/>
                  <a:pt x="82151" y="372718"/>
                </a:cubicBezTo>
                <a:lnTo>
                  <a:pt x="124182" y="324956"/>
                </a:lnTo>
                <a:lnTo>
                  <a:pt x="110809" y="311582"/>
                </a:lnTo>
                <a:lnTo>
                  <a:pt x="70688" y="359345"/>
                </a:lnTo>
                <a:cubicBezTo>
                  <a:pt x="61136" y="347882"/>
                  <a:pt x="53494" y="334508"/>
                  <a:pt x="47762" y="323045"/>
                </a:cubicBezTo>
                <a:lnTo>
                  <a:pt x="105077" y="300119"/>
                </a:lnTo>
                <a:lnTo>
                  <a:pt x="97435" y="281015"/>
                </a:lnTo>
                <a:lnTo>
                  <a:pt x="40120" y="303940"/>
                </a:lnTo>
                <a:cubicBezTo>
                  <a:pt x="30568" y="279104"/>
                  <a:pt x="24836" y="250447"/>
                  <a:pt x="24836" y="223700"/>
                </a:cubicBezTo>
                <a:cubicBezTo>
                  <a:pt x="24836" y="193132"/>
                  <a:pt x="32478" y="162564"/>
                  <a:pt x="43941" y="135817"/>
                </a:cubicBezTo>
                <a:lnTo>
                  <a:pt x="68778" y="19277"/>
                </a:lnTo>
                <a:lnTo>
                  <a:pt x="120361" y="57487"/>
                </a:lnTo>
                <a:cubicBezTo>
                  <a:pt x="126092" y="61308"/>
                  <a:pt x="131824" y="61308"/>
                  <a:pt x="137555" y="59398"/>
                </a:cubicBezTo>
                <a:cubicBezTo>
                  <a:pt x="166213" y="47935"/>
                  <a:pt x="194870" y="42203"/>
                  <a:pt x="225438" y="44114"/>
                </a:cubicBezTo>
                <a:cubicBezTo>
                  <a:pt x="256006" y="44114"/>
                  <a:pt x="284663" y="47935"/>
                  <a:pt x="313321" y="59398"/>
                </a:cubicBezTo>
                <a:cubicBezTo>
                  <a:pt x="319052" y="61308"/>
                  <a:pt x="326694" y="61308"/>
                  <a:pt x="332426" y="57487"/>
                </a:cubicBezTo>
                <a:lnTo>
                  <a:pt x="382098" y="21188"/>
                </a:lnTo>
                <a:cubicBezTo>
                  <a:pt x="408845" y="137728"/>
                  <a:pt x="408845" y="137728"/>
                  <a:pt x="408845" y="139638"/>
                </a:cubicBezTo>
                <a:cubicBezTo>
                  <a:pt x="420308" y="166385"/>
                  <a:pt x="426040" y="196953"/>
                  <a:pt x="424129" y="225610"/>
                </a:cubicBezTo>
                <a:cubicBezTo>
                  <a:pt x="424129" y="252357"/>
                  <a:pt x="418398" y="281015"/>
                  <a:pt x="408845" y="305851"/>
                </a:cubicBezTo>
                <a:lnTo>
                  <a:pt x="351530" y="282925"/>
                </a:lnTo>
                <a:lnTo>
                  <a:pt x="343889" y="300119"/>
                </a:lnTo>
                <a:lnTo>
                  <a:pt x="401203" y="323045"/>
                </a:lnTo>
                <a:cubicBezTo>
                  <a:pt x="393561" y="334508"/>
                  <a:pt x="385919" y="347882"/>
                  <a:pt x="376367" y="35934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84" descr="Paw print icon.">
            <a:extLst>
              <a:ext uri="{FF2B5EF4-FFF2-40B4-BE49-F238E27FC236}">
                <a16:creationId xmlns:a16="http://schemas.microsoft.com/office/drawing/2014/main" id="{F396FACC-0D78-4361-B2D1-3594CDF08977}"/>
              </a:ext>
            </a:extLst>
          </p:cNvPr>
          <p:cNvSpPr>
            <a:spLocks noChangeAspect="1"/>
          </p:cNvSpPr>
          <p:nvPr/>
        </p:nvSpPr>
        <p:spPr>
          <a:xfrm>
            <a:off x="4635789" y="1415536"/>
            <a:ext cx="450876" cy="422218"/>
          </a:xfrm>
          <a:custGeom>
            <a:avLst/>
            <a:gdLst>
              <a:gd name="connsiteX0" fmla="*/ 87883 w 450876"/>
              <a:gd name="connsiteY0" fmla="*/ 80241 h 422218"/>
              <a:gd name="connsiteX1" fmla="*/ 149018 w 450876"/>
              <a:gd name="connsiteY1" fmla="*/ 147108 h 422218"/>
              <a:gd name="connsiteX2" fmla="*/ 215886 w 450876"/>
              <a:gd name="connsiteY2" fmla="*/ 87883 h 422218"/>
              <a:gd name="connsiteX3" fmla="*/ 215886 w 450876"/>
              <a:gd name="connsiteY3" fmla="*/ 80241 h 422218"/>
              <a:gd name="connsiteX4" fmla="*/ 152839 w 450876"/>
              <a:gd name="connsiteY4" fmla="*/ 0 h 422218"/>
              <a:gd name="connsiteX5" fmla="*/ 87883 w 450876"/>
              <a:gd name="connsiteY5" fmla="*/ 80241 h 422218"/>
              <a:gd name="connsiteX6" fmla="*/ 196781 w 450876"/>
              <a:gd name="connsiteY6" fmla="*/ 80241 h 422218"/>
              <a:gd name="connsiteX7" fmla="*/ 154750 w 450876"/>
              <a:gd name="connsiteY7" fmla="*/ 128003 h 422218"/>
              <a:gd name="connsiteX8" fmla="*/ 106988 w 450876"/>
              <a:gd name="connsiteY8" fmla="*/ 85972 h 422218"/>
              <a:gd name="connsiteX9" fmla="*/ 106988 w 450876"/>
              <a:gd name="connsiteY9" fmla="*/ 80241 h 422218"/>
              <a:gd name="connsiteX10" fmla="*/ 150929 w 450876"/>
              <a:gd name="connsiteY10" fmla="*/ 19105 h 422218"/>
              <a:gd name="connsiteX11" fmla="*/ 196781 w 450876"/>
              <a:gd name="connsiteY11" fmla="*/ 80241 h 422218"/>
              <a:gd name="connsiteX12" fmla="*/ 53494 w 450876"/>
              <a:gd name="connsiteY12" fmla="*/ 231169 h 422218"/>
              <a:gd name="connsiteX13" fmla="*/ 106988 w 450876"/>
              <a:gd name="connsiteY13" fmla="*/ 177676 h 422218"/>
              <a:gd name="connsiteX14" fmla="*/ 53494 w 450876"/>
              <a:gd name="connsiteY14" fmla="*/ 110809 h 422218"/>
              <a:gd name="connsiteX15" fmla="*/ 0 w 450876"/>
              <a:gd name="connsiteY15" fmla="*/ 177676 h 422218"/>
              <a:gd name="connsiteX16" fmla="*/ 53494 w 450876"/>
              <a:gd name="connsiteY16" fmla="*/ 231169 h 422218"/>
              <a:gd name="connsiteX17" fmla="*/ 53494 w 450876"/>
              <a:gd name="connsiteY17" fmla="*/ 129913 h 422218"/>
              <a:gd name="connsiteX18" fmla="*/ 87883 w 450876"/>
              <a:gd name="connsiteY18" fmla="*/ 177676 h 422218"/>
              <a:gd name="connsiteX19" fmla="*/ 55404 w 450876"/>
              <a:gd name="connsiteY19" fmla="*/ 213975 h 422218"/>
              <a:gd name="connsiteX20" fmla="*/ 19105 w 450876"/>
              <a:gd name="connsiteY20" fmla="*/ 181497 h 422218"/>
              <a:gd name="connsiteX21" fmla="*/ 19105 w 450876"/>
              <a:gd name="connsiteY21" fmla="*/ 175765 h 422218"/>
              <a:gd name="connsiteX22" fmla="*/ 53494 w 450876"/>
              <a:gd name="connsiteY22" fmla="*/ 129913 h 422218"/>
              <a:gd name="connsiteX23" fmla="*/ 53494 w 450876"/>
              <a:gd name="connsiteY23" fmla="*/ 129913 h 422218"/>
              <a:gd name="connsiteX24" fmla="*/ 298037 w 450876"/>
              <a:gd name="connsiteY24" fmla="*/ 0 h 422218"/>
              <a:gd name="connsiteX25" fmla="*/ 234990 w 450876"/>
              <a:gd name="connsiteY25" fmla="*/ 80241 h 422218"/>
              <a:gd name="connsiteX26" fmla="*/ 294216 w 450876"/>
              <a:gd name="connsiteY26" fmla="*/ 147108 h 422218"/>
              <a:gd name="connsiteX27" fmla="*/ 361083 w 450876"/>
              <a:gd name="connsiteY27" fmla="*/ 87883 h 422218"/>
              <a:gd name="connsiteX28" fmla="*/ 361083 w 450876"/>
              <a:gd name="connsiteY28" fmla="*/ 80241 h 422218"/>
              <a:gd name="connsiteX29" fmla="*/ 298037 w 450876"/>
              <a:gd name="connsiteY29" fmla="*/ 0 h 422218"/>
              <a:gd name="connsiteX30" fmla="*/ 298037 w 450876"/>
              <a:gd name="connsiteY30" fmla="*/ 124182 h 422218"/>
              <a:gd name="connsiteX31" fmla="*/ 254095 w 450876"/>
              <a:gd name="connsiteY31" fmla="*/ 80241 h 422218"/>
              <a:gd name="connsiteX32" fmla="*/ 298037 w 450876"/>
              <a:gd name="connsiteY32" fmla="*/ 19105 h 422218"/>
              <a:gd name="connsiteX33" fmla="*/ 341978 w 450876"/>
              <a:gd name="connsiteY33" fmla="*/ 80241 h 422218"/>
              <a:gd name="connsiteX34" fmla="*/ 298037 w 450876"/>
              <a:gd name="connsiteY34" fmla="*/ 124182 h 422218"/>
              <a:gd name="connsiteX35" fmla="*/ 298037 w 450876"/>
              <a:gd name="connsiteY35" fmla="*/ 124182 h 422218"/>
              <a:gd name="connsiteX36" fmla="*/ 397382 w 450876"/>
              <a:gd name="connsiteY36" fmla="*/ 110809 h 422218"/>
              <a:gd name="connsiteX37" fmla="*/ 343889 w 450876"/>
              <a:gd name="connsiteY37" fmla="*/ 177676 h 422218"/>
              <a:gd name="connsiteX38" fmla="*/ 393561 w 450876"/>
              <a:gd name="connsiteY38" fmla="*/ 234990 h 422218"/>
              <a:gd name="connsiteX39" fmla="*/ 450876 w 450876"/>
              <a:gd name="connsiteY39" fmla="*/ 185318 h 422218"/>
              <a:gd name="connsiteX40" fmla="*/ 450876 w 450876"/>
              <a:gd name="connsiteY40" fmla="*/ 179586 h 422218"/>
              <a:gd name="connsiteX41" fmla="*/ 397382 w 450876"/>
              <a:gd name="connsiteY41" fmla="*/ 110809 h 422218"/>
              <a:gd name="connsiteX42" fmla="*/ 397382 w 450876"/>
              <a:gd name="connsiteY42" fmla="*/ 212065 h 422218"/>
              <a:gd name="connsiteX43" fmla="*/ 362993 w 450876"/>
              <a:gd name="connsiteY43" fmla="*/ 177676 h 422218"/>
              <a:gd name="connsiteX44" fmla="*/ 397382 w 450876"/>
              <a:gd name="connsiteY44" fmla="*/ 129913 h 422218"/>
              <a:gd name="connsiteX45" fmla="*/ 431771 w 450876"/>
              <a:gd name="connsiteY45" fmla="*/ 177676 h 422218"/>
              <a:gd name="connsiteX46" fmla="*/ 397382 w 450876"/>
              <a:gd name="connsiteY46" fmla="*/ 212065 h 422218"/>
              <a:gd name="connsiteX47" fmla="*/ 277021 w 450876"/>
              <a:gd name="connsiteY47" fmla="*/ 416487 h 422218"/>
              <a:gd name="connsiteX48" fmla="*/ 309500 w 450876"/>
              <a:gd name="connsiteY48" fmla="*/ 422219 h 422218"/>
              <a:gd name="connsiteX49" fmla="*/ 362993 w 450876"/>
              <a:gd name="connsiteY49" fmla="*/ 397382 h 422218"/>
              <a:gd name="connsiteX50" fmla="*/ 387830 w 450876"/>
              <a:gd name="connsiteY50" fmla="*/ 326694 h 422218"/>
              <a:gd name="connsiteX51" fmla="*/ 372546 w 450876"/>
              <a:gd name="connsiteY51" fmla="*/ 269379 h 422218"/>
              <a:gd name="connsiteX52" fmla="*/ 324784 w 450876"/>
              <a:gd name="connsiteY52" fmla="*/ 227349 h 422218"/>
              <a:gd name="connsiteX53" fmla="*/ 278932 w 450876"/>
              <a:gd name="connsiteY53" fmla="*/ 179586 h 422218"/>
              <a:gd name="connsiteX54" fmla="*/ 277021 w 450876"/>
              <a:gd name="connsiteY54" fmla="*/ 175765 h 422218"/>
              <a:gd name="connsiteX55" fmla="*/ 225438 w 450876"/>
              <a:gd name="connsiteY55" fmla="*/ 137555 h 422218"/>
              <a:gd name="connsiteX56" fmla="*/ 171944 w 450876"/>
              <a:gd name="connsiteY56" fmla="*/ 177676 h 422218"/>
              <a:gd name="connsiteX57" fmla="*/ 170034 w 450876"/>
              <a:gd name="connsiteY57" fmla="*/ 181497 h 422218"/>
              <a:gd name="connsiteX58" fmla="*/ 124182 w 450876"/>
              <a:gd name="connsiteY58" fmla="*/ 229259 h 422218"/>
              <a:gd name="connsiteX59" fmla="*/ 78330 w 450876"/>
              <a:gd name="connsiteY59" fmla="*/ 271290 h 422218"/>
              <a:gd name="connsiteX60" fmla="*/ 63046 w 450876"/>
              <a:gd name="connsiteY60" fmla="*/ 328605 h 422218"/>
              <a:gd name="connsiteX61" fmla="*/ 87883 w 450876"/>
              <a:gd name="connsiteY61" fmla="*/ 399293 h 422218"/>
              <a:gd name="connsiteX62" fmla="*/ 141376 w 450876"/>
              <a:gd name="connsiteY62" fmla="*/ 422219 h 422218"/>
              <a:gd name="connsiteX63" fmla="*/ 171944 w 450876"/>
              <a:gd name="connsiteY63" fmla="*/ 416487 h 422218"/>
              <a:gd name="connsiteX64" fmla="*/ 225438 w 450876"/>
              <a:gd name="connsiteY64" fmla="*/ 408845 h 422218"/>
              <a:gd name="connsiteX65" fmla="*/ 277021 w 450876"/>
              <a:gd name="connsiteY65" fmla="*/ 416487 h 422218"/>
              <a:gd name="connsiteX66" fmla="*/ 166213 w 450876"/>
              <a:gd name="connsiteY66" fmla="*/ 399293 h 422218"/>
              <a:gd name="connsiteX67" fmla="*/ 141376 w 450876"/>
              <a:gd name="connsiteY67" fmla="*/ 403114 h 422218"/>
              <a:gd name="connsiteX68" fmla="*/ 101256 w 450876"/>
              <a:gd name="connsiteY68" fmla="*/ 384009 h 422218"/>
              <a:gd name="connsiteX69" fmla="*/ 80241 w 450876"/>
              <a:gd name="connsiteY69" fmla="*/ 326694 h 422218"/>
              <a:gd name="connsiteX70" fmla="*/ 91704 w 450876"/>
              <a:gd name="connsiteY70" fmla="*/ 278932 h 422218"/>
              <a:gd name="connsiteX71" fmla="*/ 131824 w 450876"/>
              <a:gd name="connsiteY71" fmla="*/ 244543 h 422218"/>
              <a:gd name="connsiteX72" fmla="*/ 183407 w 450876"/>
              <a:gd name="connsiteY72" fmla="*/ 192960 h 422218"/>
              <a:gd name="connsiteX73" fmla="*/ 185318 w 450876"/>
              <a:gd name="connsiteY73" fmla="*/ 189139 h 422218"/>
              <a:gd name="connsiteX74" fmla="*/ 223528 w 450876"/>
              <a:gd name="connsiteY74" fmla="*/ 156660 h 422218"/>
              <a:gd name="connsiteX75" fmla="*/ 261737 w 450876"/>
              <a:gd name="connsiteY75" fmla="*/ 189139 h 422218"/>
              <a:gd name="connsiteX76" fmla="*/ 263648 w 450876"/>
              <a:gd name="connsiteY76" fmla="*/ 192960 h 422218"/>
              <a:gd name="connsiteX77" fmla="*/ 315231 w 450876"/>
              <a:gd name="connsiteY77" fmla="*/ 244543 h 422218"/>
              <a:gd name="connsiteX78" fmla="*/ 355351 w 450876"/>
              <a:gd name="connsiteY78" fmla="*/ 280842 h 422218"/>
              <a:gd name="connsiteX79" fmla="*/ 366814 w 450876"/>
              <a:gd name="connsiteY79" fmla="*/ 328605 h 422218"/>
              <a:gd name="connsiteX80" fmla="*/ 345799 w 450876"/>
              <a:gd name="connsiteY80" fmla="*/ 385919 h 422218"/>
              <a:gd name="connsiteX81" fmla="*/ 305679 w 450876"/>
              <a:gd name="connsiteY81" fmla="*/ 405024 h 422218"/>
              <a:gd name="connsiteX82" fmla="*/ 278932 w 450876"/>
              <a:gd name="connsiteY82" fmla="*/ 399293 h 422218"/>
              <a:gd name="connsiteX83" fmla="*/ 221617 w 450876"/>
              <a:gd name="connsiteY83" fmla="*/ 389740 h 422218"/>
              <a:gd name="connsiteX84" fmla="*/ 166213 w 450876"/>
              <a:gd name="connsiteY84" fmla="*/ 399293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50876" h="422218">
                <a:moveTo>
                  <a:pt x="87883" y="80241"/>
                </a:moveTo>
                <a:cubicBezTo>
                  <a:pt x="85972" y="114630"/>
                  <a:pt x="114630" y="145197"/>
                  <a:pt x="149018" y="147108"/>
                </a:cubicBezTo>
                <a:cubicBezTo>
                  <a:pt x="183407" y="149018"/>
                  <a:pt x="213975" y="122271"/>
                  <a:pt x="215886" y="87883"/>
                </a:cubicBezTo>
                <a:cubicBezTo>
                  <a:pt x="215886" y="85972"/>
                  <a:pt x="215886" y="84062"/>
                  <a:pt x="215886" y="80241"/>
                </a:cubicBezTo>
                <a:cubicBezTo>
                  <a:pt x="215886" y="43941"/>
                  <a:pt x="187228" y="0"/>
                  <a:pt x="152839" y="0"/>
                </a:cubicBezTo>
                <a:cubicBezTo>
                  <a:pt x="118450" y="0"/>
                  <a:pt x="87883" y="43941"/>
                  <a:pt x="87883" y="80241"/>
                </a:cubicBezTo>
                <a:close/>
                <a:moveTo>
                  <a:pt x="196781" y="80241"/>
                </a:moveTo>
                <a:cubicBezTo>
                  <a:pt x="198691" y="105077"/>
                  <a:pt x="179586" y="126092"/>
                  <a:pt x="154750" y="128003"/>
                </a:cubicBezTo>
                <a:cubicBezTo>
                  <a:pt x="129913" y="129913"/>
                  <a:pt x="108898" y="110809"/>
                  <a:pt x="106988" y="85972"/>
                </a:cubicBezTo>
                <a:cubicBezTo>
                  <a:pt x="106988" y="84062"/>
                  <a:pt x="106988" y="82151"/>
                  <a:pt x="106988" y="80241"/>
                </a:cubicBezTo>
                <a:cubicBezTo>
                  <a:pt x="106988" y="53494"/>
                  <a:pt x="129913" y="19105"/>
                  <a:pt x="150929" y="19105"/>
                </a:cubicBezTo>
                <a:cubicBezTo>
                  <a:pt x="171944" y="19105"/>
                  <a:pt x="196781" y="53494"/>
                  <a:pt x="196781" y="80241"/>
                </a:cubicBezTo>
                <a:close/>
                <a:moveTo>
                  <a:pt x="53494" y="231169"/>
                </a:moveTo>
                <a:cubicBezTo>
                  <a:pt x="82151" y="231169"/>
                  <a:pt x="106988" y="206333"/>
                  <a:pt x="106988" y="177676"/>
                </a:cubicBezTo>
                <a:cubicBezTo>
                  <a:pt x="106988" y="147108"/>
                  <a:pt x="84062" y="110809"/>
                  <a:pt x="53494" y="110809"/>
                </a:cubicBezTo>
                <a:cubicBezTo>
                  <a:pt x="22926" y="110809"/>
                  <a:pt x="0" y="147108"/>
                  <a:pt x="0" y="177676"/>
                </a:cubicBezTo>
                <a:cubicBezTo>
                  <a:pt x="0" y="206333"/>
                  <a:pt x="24836" y="231169"/>
                  <a:pt x="53494" y="231169"/>
                </a:cubicBezTo>
                <a:close/>
                <a:moveTo>
                  <a:pt x="53494" y="129913"/>
                </a:moveTo>
                <a:cubicBezTo>
                  <a:pt x="70688" y="129913"/>
                  <a:pt x="87883" y="156660"/>
                  <a:pt x="87883" y="177676"/>
                </a:cubicBezTo>
                <a:cubicBezTo>
                  <a:pt x="89793" y="196781"/>
                  <a:pt x="74509" y="213975"/>
                  <a:pt x="55404" y="213975"/>
                </a:cubicBezTo>
                <a:cubicBezTo>
                  <a:pt x="36299" y="215886"/>
                  <a:pt x="19105" y="200602"/>
                  <a:pt x="19105" y="181497"/>
                </a:cubicBezTo>
                <a:cubicBezTo>
                  <a:pt x="19105" y="179586"/>
                  <a:pt x="19105" y="177676"/>
                  <a:pt x="19105" y="175765"/>
                </a:cubicBezTo>
                <a:cubicBezTo>
                  <a:pt x="19105" y="156660"/>
                  <a:pt x="36299" y="129913"/>
                  <a:pt x="53494" y="129913"/>
                </a:cubicBezTo>
                <a:lnTo>
                  <a:pt x="53494" y="129913"/>
                </a:lnTo>
                <a:close/>
                <a:moveTo>
                  <a:pt x="298037" y="0"/>
                </a:moveTo>
                <a:cubicBezTo>
                  <a:pt x="263648" y="0"/>
                  <a:pt x="234990" y="43941"/>
                  <a:pt x="234990" y="80241"/>
                </a:cubicBezTo>
                <a:cubicBezTo>
                  <a:pt x="233080" y="114630"/>
                  <a:pt x="259827" y="145197"/>
                  <a:pt x="294216" y="147108"/>
                </a:cubicBezTo>
                <a:cubicBezTo>
                  <a:pt x="328605" y="149018"/>
                  <a:pt x="359172" y="122271"/>
                  <a:pt x="361083" y="87883"/>
                </a:cubicBezTo>
                <a:cubicBezTo>
                  <a:pt x="361083" y="85972"/>
                  <a:pt x="361083" y="84062"/>
                  <a:pt x="361083" y="80241"/>
                </a:cubicBezTo>
                <a:cubicBezTo>
                  <a:pt x="361083" y="43941"/>
                  <a:pt x="334336" y="0"/>
                  <a:pt x="298037" y="0"/>
                </a:cubicBezTo>
                <a:close/>
                <a:moveTo>
                  <a:pt x="298037" y="124182"/>
                </a:moveTo>
                <a:cubicBezTo>
                  <a:pt x="273200" y="124182"/>
                  <a:pt x="254095" y="105077"/>
                  <a:pt x="254095" y="80241"/>
                </a:cubicBezTo>
                <a:cubicBezTo>
                  <a:pt x="254095" y="53494"/>
                  <a:pt x="275111" y="19105"/>
                  <a:pt x="298037" y="19105"/>
                </a:cubicBezTo>
                <a:cubicBezTo>
                  <a:pt x="320963" y="19105"/>
                  <a:pt x="341978" y="53494"/>
                  <a:pt x="341978" y="80241"/>
                </a:cubicBezTo>
                <a:cubicBezTo>
                  <a:pt x="341978" y="105077"/>
                  <a:pt x="322873" y="124182"/>
                  <a:pt x="298037" y="124182"/>
                </a:cubicBezTo>
                <a:lnTo>
                  <a:pt x="298037" y="124182"/>
                </a:lnTo>
                <a:close/>
                <a:moveTo>
                  <a:pt x="397382" y="110809"/>
                </a:moveTo>
                <a:cubicBezTo>
                  <a:pt x="368725" y="110809"/>
                  <a:pt x="343889" y="147108"/>
                  <a:pt x="343889" y="177676"/>
                </a:cubicBezTo>
                <a:cubicBezTo>
                  <a:pt x="341978" y="206333"/>
                  <a:pt x="364904" y="233080"/>
                  <a:pt x="393561" y="234990"/>
                </a:cubicBezTo>
                <a:cubicBezTo>
                  <a:pt x="422219" y="236901"/>
                  <a:pt x="448966" y="213975"/>
                  <a:pt x="450876" y="185318"/>
                </a:cubicBezTo>
                <a:cubicBezTo>
                  <a:pt x="450876" y="183407"/>
                  <a:pt x="450876" y="181497"/>
                  <a:pt x="450876" y="179586"/>
                </a:cubicBezTo>
                <a:cubicBezTo>
                  <a:pt x="450876" y="147108"/>
                  <a:pt x="426040" y="110809"/>
                  <a:pt x="397382" y="110809"/>
                </a:cubicBezTo>
                <a:close/>
                <a:moveTo>
                  <a:pt x="397382" y="212065"/>
                </a:moveTo>
                <a:cubicBezTo>
                  <a:pt x="378277" y="212065"/>
                  <a:pt x="362993" y="196781"/>
                  <a:pt x="362993" y="177676"/>
                </a:cubicBezTo>
                <a:cubicBezTo>
                  <a:pt x="362993" y="156660"/>
                  <a:pt x="380188" y="129913"/>
                  <a:pt x="397382" y="129913"/>
                </a:cubicBezTo>
                <a:cubicBezTo>
                  <a:pt x="414577" y="129913"/>
                  <a:pt x="431771" y="156660"/>
                  <a:pt x="431771" y="177676"/>
                </a:cubicBezTo>
                <a:cubicBezTo>
                  <a:pt x="431771" y="196781"/>
                  <a:pt x="416487" y="212065"/>
                  <a:pt x="397382" y="212065"/>
                </a:cubicBezTo>
                <a:close/>
                <a:moveTo>
                  <a:pt x="277021" y="416487"/>
                </a:moveTo>
                <a:cubicBezTo>
                  <a:pt x="286574" y="420308"/>
                  <a:pt x="298037" y="422219"/>
                  <a:pt x="309500" y="422219"/>
                </a:cubicBezTo>
                <a:cubicBezTo>
                  <a:pt x="330515" y="422219"/>
                  <a:pt x="349620" y="412666"/>
                  <a:pt x="362993" y="397382"/>
                </a:cubicBezTo>
                <a:cubicBezTo>
                  <a:pt x="380188" y="378277"/>
                  <a:pt x="389740" y="353441"/>
                  <a:pt x="387830" y="326694"/>
                </a:cubicBezTo>
                <a:cubicBezTo>
                  <a:pt x="387830" y="307589"/>
                  <a:pt x="384009" y="286574"/>
                  <a:pt x="372546" y="269379"/>
                </a:cubicBezTo>
                <a:cubicBezTo>
                  <a:pt x="361083" y="252185"/>
                  <a:pt x="343889" y="236901"/>
                  <a:pt x="324784" y="227349"/>
                </a:cubicBezTo>
                <a:cubicBezTo>
                  <a:pt x="305679" y="215886"/>
                  <a:pt x="290395" y="198691"/>
                  <a:pt x="278932" y="179586"/>
                </a:cubicBezTo>
                <a:lnTo>
                  <a:pt x="277021" y="175765"/>
                </a:lnTo>
                <a:cubicBezTo>
                  <a:pt x="263648" y="156660"/>
                  <a:pt x="248364" y="137555"/>
                  <a:pt x="225438" y="137555"/>
                </a:cubicBezTo>
                <a:cubicBezTo>
                  <a:pt x="202512" y="137555"/>
                  <a:pt x="187228" y="156660"/>
                  <a:pt x="171944" y="177676"/>
                </a:cubicBezTo>
                <a:lnTo>
                  <a:pt x="170034" y="181497"/>
                </a:lnTo>
                <a:cubicBezTo>
                  <a:pt x="158571" y="200602"/>
                  <a:pt x="143287" y="215886"/>
                  <a:pt x="124182" y="229259"/>
                </a:cubicBezTo>
                <a:cubicBezTo>
                  <a:pt x="105077" y="238811"/>
                  <a:pt x="89793" y="254095"/>
                  <a:pt x="78330" y="271290"/>
                </a:cubicBezTo>
                <a:cubicBezTo>
                  <a:pt x="68778" y="288484"/>
                  <a:pt x="63046" y="309500"/>
                  <a:pt x="63046" y="328605"/>
                </a:cubicBezTo>
                <a:cubicBezTo>
                  <a:pt x="61136" y="353441"/>
                  <a:pt x="70688" y="380188"/>
                  <a:pt x="87883" y="399293"/>
                </a:cubicBezTo>
                <a:cubicBezTo>
                  <a:pt x="103167" y="412666"/>
                  <a:pt x="122271" y="422219"/>
                  <a:pt x="141376" y="422219"/>
                </a:cubicBezTo>
                <a:cubicBezTo>
                  <a:pt x="152839" y="422219"/>
                  <a:pt x="162392" y="420308"/>
                  <a:pt x="171944" y="416487"/>
                </a:cubicBezTo>
                <a:cubicBezTo>
                  <a:pt x="189139" y="410756"/>
                  <a:pt x="206333" y="406935"/>
                  <a:pt x="225438" y="408845"/>
                </a:cubicBezTo>
                <a:cubicBezTo>
                  <a:pt x="242632" y="406935"/>
                  <a:pt x="259827" y="410756"/>
                  <a:pt x="277021" y="416487"/>
                </a:cubicBezTo>
                <a:close/>
                <a:moveTo>
                  <a:pt x="166213" y="399293"/>
                </a:moveTo>
                <a:cubicBezTo>
                  <a:pt x="158571" y="401203"/>
                  <a:pt x="150929" y="403114"/>
                  <a:pt x="141376" y="403114"/>
                </a:cubicBezTo>
                <a:cubicBezTo>
                  <a:pt x="126092" y="403114"/>
                  <a:pt x="112719" y="395472"/>
                  <a:pt x="101256" y="384009"/>
                </a:cubicBezTo>
                <a:cubicBezTo>
                  <a:pt x="87883" y="368725"/>
                  <a:pt x="80241" y="347710"/>
                  <a:pt x="80241" y="326694"/>
                </a:cubicBezTo>
                <a:cubicBezTo>
                  <a:pt x="80241" y="309500"/>
                  <a:pt x="84062" y="294216"/>
                  <a:pt x="91704" y="278932"/>
                </a:cubicBezTo>
                <a:cubicBezTo>
                  <a:pt x="101256" y="263648"/>
                  <a:pt x="116540" y="252185"/>
                  <a:pt x="131824" y="244543"/>
                </a:cubicBezTo>
                <a:cubicBezTo>
                  <a:pt x="152839" y="231169"/>
                  <a:pt x="170034" y="213975"/>
                  <a:pt x="183407" y="192960"/>
                </a:cubicBezTo>
                <a:lnTo>
                  <a:pt x="185318" y="189139"/>
                </a:lnTo>
                <a:cubicBezTo>
                  <a:pt x="198691" y="171944"/>
                  <a:pt x="210154" y="156660"/>
                  <a:pt x="223528" y="156660"/>
                </a:cubicBezTo>
                <a:cubicBezTo>
                  <a:pt x="236901" y="156660"/>
                  <a:pt x="248364" y="171944"/>
                  <a:pt x="261737" y="189139"/>
                </a:cubicBezTo>
                <a:lnTo>
                  <a:pt x="263648" y="192960"/>
                </a:lnTo>
                <a:cubicBezTo>
                  <a:pt x="277021" y="213975"/>
                  <a:pt x="294216" y="231169"/>
                  <a:pt x="315231" y="244543"/>
                </a:cubicBezTo>
                <a:cubicBezTo>
                  <a:pt x="330515" y="252185"/>
                  <a:pt x="345799" y="265558"/>
                  <a:pt x="355351" y="280842"/>
                </a:cubicBezTo>
                <a:cubicBezTo>
                  <a:pt x="362993" y="296126"/>
                  <a:pt x="366814" y="311410"/>
                  <a:pt x="366814" y="328605"/>
                </a:cubicBezTo>
                <a:cubicBezTo>
                  <a:pt x="368725" y="349620"/>
                  <a:pt x="361083" y="370635"/>
                  <a:pt x="345799" y="385919"/>
                </a:cubicBezTo>
                <a:cubicBezTo>
                  <a:pt x="336247" y="397382"/>
                  <a:pt x="320963" y="403114"/>
                  <a:pt x="305679" y="405024"/>
                </a:cubicBezTo>
                <a:cubicBezTo>
                  <a:pt x="296126" y="405024"/>
                  <a:pt x="286574" y="403114"/>
                  <a:pt x="278932" y="399293"/>
                </a:cubicBezTo>
                <a:cubicBezTo>
                  <a:pt x="259827" y="393561"/>
                  <a:pt x="240722" y="389740"/>
                  <a:pt x="221617" y="389740"/>
                </a:cubicBezTo>
                <a:cubicBezTo>
                  <a:pt x="206333" y="387830"/>
                  <a:pt x="185318" y="391651"/>
                  <a:pt x="166213" y="39929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73" descr="Day icon.">
            <a:extLst>
              <a:ext uri="{FF2B5EF4-FFF2-40B4-BE49-F238E27FC236}">
                <a16:creationId xmlns:a16="http://schemas.microsoft.com/office/drawing/2014/main" id="{854EC1C2-B860-404D-823A-7D799C8DAED5}"/>
              </a:ext>
            </a:extLst>
          </p:cNvPr>
          <p:cNvSpPr>
            <a:spLocks noChangeAspect="1"/>
          </p:cNvSpPr>
          <p:nvPr/>
        </p:nvSpPr>
        <p:spPr>
          <a:xfrm>
            <a:off x="5871842" y="1378180"/>
            <a:ext cx="458518" cy="458518"/>
          </a:xfrm>
          <a:custGeom>
            <a:avLst/>
            <a:gdLst>
              <a:gd name="connsiteX0" fmla="*/ 229259 w 458518"/>
              <a:gd name="connsiteY0" fmla="*/ 378277 h 458518"/>
              <a:gd name="connsiteX1" fmla="*/ 80241 w 458518"/>
              <a:gd name="connsiteY1" fmla="*/ 229259 h 458518"/>
              <a:gd name="connsiteX2" fmla="*/ 229259 w 458518"/>
              <a:gd name="connsiteY2" fmla="*/ 80241 h 458518"/>
              <a:gd name="connsiteX3" fmla="*/ 378277 w 458518"/>
              <a:gd name="connsiteY3" fmla="*/ 229259 h 458518"/>
              <a:gd name="connsiteX4" fmla="*/ 229259 w 458518"/>
              <a:gd name="connsiteY4" fmla="*/ 378277 h 458518"/>
              <a:gd name="connsiteX5" fmla="*/ 229259 w 458518"/>
              <a:gd name="connsiteY5" fmla="*/ 99346 h 458518"/>
              <a:gd name="connsiteX6" fmla="*/ 99346 w 458518"/>
              <a:gd name="connsiteY6" fmla="*/ 229259 h 458518"/>
              <a:gd name="connsiteX7" fmla="*/ 229259 w 458518"/>
              <a:gd name="connsiteY7" fmla="*/ 359172 h 458518"/>
              <a:gd name="connsiteX8" fmla="*/ 359172 w 458518"/>
              <a:gd name="connsiteY8" fmla="*/ 229259 h 458518"/>
              <a:gd name="connsiteX9" fmla="*/ 229259 w 458518"/>
              <a:gd name="connsiteY9" fmla="*/ 99346 h 458518"/>
              <a:gd name="connsiteX10" fmla="*/ 0 w 458518"/>
              <a:gd name="connsiteY10" fmla="*/ 219707 h 458518"/>
              <a:gd name="connsiteX11" fmla="*/ 57315 w 458518"/>
              <a:gd name="connsiteY11" fmla="*/ 219707 h 458518"/>
              <a:gd name="connsiteX12" fmla="*/ 57315 w 458518"/>
              <a:gd name="connsiteY12" fmla="*/ 238811 h 458518"/>
              <a:gd name="connsiteX13" fmla="*/ 0 w 458518"/>
              <a:gd name="connsiteY13" fmla="*/ 238811 h 458518"/>
              <a:gd name="connsiteX14" fmla="*/ 0 w 458518"/>
              <a:gd name="connsiteY14" fmla="*/ 219707 h 458518"/>
              <a:gd name="connsiteX15" fmla="*/ 401203 w 458518"/>
              <a:gd name="connsiteY15" fmla="*/ 219707 h 458518"/>
              <a:gd name="connsiteX16" fmla="*/ 458518 w 458518"/>
              <a:gd name="connsiteY16" fmla="*/ 219707 h 458518"/>
              <a:gd name="connsiteX17" fmla="*/ 458518 w 458518"/>
              <a:gd name="connsiteY17" fmla="*/ 238811 h 458518"/>
              <a:gd name="connsiteX18" fmla="*/ 401203 w 458518"/>
              <a:gd name="connsiteY18" fmla="*/ 238811 h 458518"/>
              <a:gd name="connsiteX19" fmla="*/ 401203 w 458518"/>
              <a:gd name="connsiteY19" fmla="*/ 219707 h 458518"/>
              <a:gd name="connsiteX20" fmla="*/ 219707 w 458518"/>
              <a:gd name="connsiteY20" fmla="*/ 401203 h 458518"/>
              <a:gd name="connsiteX21" fmla="*/ 238811 w 458518"/>
              <a:gd name="connsiteY21" fmla="*/ 401203 h 458518"/>
              <a:gd name="connsiteX22" fmla="*/ 238811 w 458518"/>
              <a:gd name="connsiteY22" fmla="*/ 458518 h 458518"/>
              <a:gd name="connsiteX23" fmla="*/ 219707 w 458518"/>
              <a:gd name="connsiteY23" fmla="*/ 458518 h 458518"/>
              <a:gd name="connsiteX24" fmla="*/ 219707 w 458518"/>
              <a:gd name="connsiteY24" fmla="*/ 401203 h 458518"/>
              <a:gd name="connsiteX25" fmla="*/ 219707 w 458518"/>
              <a:gd name="connsiteY25" fmla="*/ 0 h 458518"/>
              <a:gd name="connsiteX26" fmla="*/ 238811 w 458518"/>
              <a:gd name="connsiteY26" fmla="*/ 0 h 458518"/>
              <a:gd name="connsiteX27" fmla="*/ 238811 w 458518"/>
              <a:gd name="connsiteY27" fmla="*/ 57315 h 458518"/>
              <a:gd name="connsiteX28" fmla="*/ 219707 w 458518"/>
              <a:gd name="connsiteY28" fmla="*/ 57315 h 458518"/>
              <a:gd name="connsiteX29" fmla="*/ 219707 w 458518"/>
              <a:gd name="connsiteY29" fmla="*/ 0 h 458518"/>
              <a:gd name="connsiteX30" fmla="*/ 343889 w 458518"/>
              <a:gd name="connsiteY30" fmla="*/ 101256 h 458518"/>
              <a:gd name="connsiteX31" fmla="*/ 384009 w 458518"/>
              <a:gd name="connsiteY31" fmla="*/ 61136 h 458518"/>
              <a:gd name="connsiteX32" fmla="*/ 397382 w 458518"/>
              <a:gd name="connsiteY32" fmla="*/ 74509 h 458518"/>
              <a:gd name="connsiteX33" fmla="*/ 357262 w 458518"/>
              <a:gd name="connsiteY33" fmla="*/ 114630 h 458518"/>
              <a:gd name="connsiteX34" fmla="*/ 343889 w 458518"/>
              <a:gd name="connsiteY34" fmla="*/ 101256 h 458518"/>
              <a:gd name="connsiteX35" fmla="*/ 343889 w 458518"/>
              <a:gd name="connsiteY35" fmla="*/ 357262 h 458518"/>
              <a:gd name="connsiteX36" fmla="*/ 357262 w 458518"/>
              <a:gd name="connsiteY36" fmla="*/ 343889 h 458518"/>
              <a:gd name="connsiteX37" fmla="*/ 397382 w 458518"/>
              <a:gd name="connsiteY37" fmla="*/ 384009 h 458518"/>
              <a:gd name="connsiteX38" fmla="*/ 384009 w 458518"/>
              <a:gd name="connsiteY38" fmla="*/ 397382 h 458518"/>
              <a:gd name="connsiteX39" fmla="*/ 343889 w 458518"/>
              <a:gd name="connsiteY39" fmla="*/ 357262 h 458518"/>
              <a:gd name="connsiteX40" fmla="*/ 59225 w 458518"/>
              <a:gd name="connsiteY40" fmla="*/ 384009 h 458518"/>
              <a:gd name="connsiteX41" fmla="*/ 101256 w 458518"/>
              <a:gd name="connsiteY41" fmla="*/ 343889 h 458518"/>
              <a:gd name="connsiteX42" fmla="*/ 114630 w 458518"/>
              <a:gd name="connsiteY42" fmla="*/ 357262 h 458518"/>
              <a:gd name="connsiteX43" fmla="*/ 74509 w 458518"/>
              <a:gd name="connsiteY43" fmla="*/ 397382 h 458518"/>
              <a:gd name="connsiteX44" fmla="*/ 59225 w 458518"/>
              <a:gd name="connsiteY44" fmla="*/ 384009 h 458518"/>
              <a:gd name="connsiteX45" fmla="*/ 61136 w 458518"/>
              <a:gd name="connsiteY45" fmla="*/ 74509 h 458518"/>
              <a:gd name="connsiteX46" fmla="*/ 74509 w 458518"/>
              <a:gd name="connsiteY46" fmla="*/ 61136 h 458518"/>
              <a:gd name="connsiteX47" fmla="*/ 114630 w 458518"/>
              <a:gd name="connsiteY47" fmla="*/ 101256 h 458518"/>
              <a:gd name="connsiteX48" fmla="*/ 101256 w 458518"/>
              <a:gd name="connsiteY48" fmla="*/ 114630 h 458518"/>
              <a:gd name="connsiteX49" fmla="*/ 61136 w 458518"/>
              <a:gd name="connsiteY49" fmla="*/ 7450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8518" h="458518">
                <a:moveTo>
                  <a:pt x="229259" y="378277"/>
                </a:moveTo>
                <a:cubicBezTo>
                  <a:pt x="147108" y="378277"/>
                  <a:pt x="80241" y="311410"/>
                  <a:pt x="80241" y="229259"/>
                </a:cubicBezTo>
                <a:cubicBezTo>
                  <a:pt x="80241" y="147108"/>
                  <a:pt x="147108" y="80241"/>
                  <a:pt x="229259" y="80241"/>
                </a:cubicBezTo>
                <a:cubicBezTo>
                  <a:pt x="311410" y="80241"/>
                  <a:pt x="378277" y="147108"/>
                  <a:pt x="378277" y="229259"/>
                </a:cubicBezTo>
                <a:cubicBezTo>
                  <a:pt x="376367" y="311410"/>
                  <a:pt x="311410" y="376367"/>
                  <a:pt x="229259" y="378277"/>
                </a:cubicBezTo>
                <a:close/>
                <a:moveTo>
                  <a:pt x="229259" y="99346"/>
                </a:moveTo>
                <a:cubicBezTo>
                  <a:pt x="158571" y="99346"/>
                  <a:pt x="99346" y="156660"/>
                  <a:pt x="99346" y="229259"/>
                </a:cubicBezTo>
                <a:cubicBezTo>
                  <a:pt x="99346" y="301858"/>
                  <a:pt x="156660" y="359172"/>
                  <a:pt x="229259" y="359172"/>
                </a:cubicBezTo>
                <a:cubicBezTo>
                  <a:pt x="301858" y="359172"/>
                  <a:pt x="359172" y="301858"/>
                  <a:pt x="359172" y="229259"/>
                </a:cubicBezTo>
                <a:cubicBezTo>
                  <a:pt x="357262" y="158571"/>
                  <a:pt x="299947" y="101256"/>
                  <a:pt x="229259" y="99346"/>
                </a:cubicBezTo>
                <a:close/>
                <a:moveTo>
                  <a:pt x="0" y="219707"/>
                </a:moveTo>
                <a:lnTo>
                  <a:pt x="57315" y="219707"/>
                </a:lnTo>
                <a:lnTo>
                  <a:pt x="57315" y="238811"/>
                </a:lnTo>
                <a:lnTo>
                  <a:pt x="0" y="238811"/>
                </a:lnTo>
                <a:lnTo>
                  <a:pt x="0" y="219707"/>
                </a:lnTo>
                <a:close/>
                <a:moveTo>
                  <a:pt x="401203" y="219707"/>
                </a:moveTo>
                <a:lnTo>
                  <a:pt x="458518" y="219707"/>
                </a:lnTo>
                <a:lnTo>
                  <a:pt x="458518" y="238811"/>
                </a:lnTo>
                <a:lnTo>
                  <a:pt x="401203" y="238811"/>
                </a:lnTo>
                <a:lnTo>
                  <a:pt x="401203" y="219707"/>
                </a:lnTo>
                <a:close/>
                <a:moveTo>
                  <a:pt x="219707" y="401203"/>
                </a:moveTo>
                <a:lnTo>
                  <a:pt x="238811" y="401203"/>
                </a:lnTo>
                <a:lnTo>
                  <a:pt x="238811" y="458518"/>
                </a:lnTo>
                <a:lnTo>
                  <a:pt x="219707" y="458518"/>
                </a:lnTo>
                <a:lnTo>
                  <a:pt x="219707" y="401203"/>
                </a:lnTo>
                <a:close/>
                <a:moveTo>
                  <a:pt x="219707" y="0"/>
                </a:moveTo>
                <a:lnTo>
                  <a:pt x="238811" y="0"/>
                </a:lnTo>
                <a:lnTo>
                  <a:pt x="238811" y="57315"/>
                </a:lnTo>
                <a:lnTo>
                  <a:pt x="219707" y="57315"/>
                </a:lnTo>
                <a:lnTo>
                  <a:pt x="219707" y="0"/>
                </a:lnTo>
                <a:close/>
                <a:moveTo>
                  <a:pt x="343889" y="101256"/>
                </a:moveTo>
                <a:lnTo>
                  <a:pt x="384009" y="61136"/>
                </a:lnTo>
                <a:lnTo>
                  <a:pt x="397382" y="74509"/>
                </a:lnTo>
                <a:lnTo>
                  <a:pt x="357262" y="114630"/>
                </a:lnTo>
                <a:lnTo>
                  <a:pt x="343889" y="101256"/>
                </a:lnTo>
                <a:close/>
                <a:moveTo>
                  <a:pt x="343889" y="357262"/>
                </a:moveTo>
                <a:lnTo>
                  <a:pt x="357262" y="343889"/>
                </a:lnTo>
                <a:lnTo>
                  <a:pt x="397382" y="384009"/>
                </a:lnTo>
                <a:lnTo>
                  <a:pt x="384009" y="397382"/>
                </a:lnTo>
                <a:lnTo>
                  <a:pt x="343889" y="357262"/>
                </a:lnTo>
                <a:close/>
                <a:moveTo>
                  <a:pt x="59225" y="384009"/>
                </a:moveTo>
                <a:lnTo>
                  <a:pt x="101256" y="343889"/>
                </a:lnTo>
                <a:lnTo>
                  <a:pt x="114630" y="357262"/>
                </a:lnTo>
                <a:lnTo>
                  <a:pt x="74509" y="397382"/>
                </a:lnTo>
                <a:lnTo>
                  <a:pt x="59225" y="384009"/>
                </a:lnTo>
                <a:close/>
                <a:moveTo>
                  <a:pt x="61136" y="74509"/>
                </a:moveTo>
                <a:lnTo>
                  <a:pt x="74509" y="61136"/>
                </a:lnTo>
                <a:lnTo>
                  <a:pt x="114630" y="101256"/>
                </a:lnTo>
                <a:lnTo>
                  <a:pt x="101256" y="114630"/>
                </a:lnTo>
                <a:lnTo>
                  <a:pt x="61136" y="7450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91" descr="Sunrise icon.">
            <a:extLst>
              <a:ext uri="{FF2B5EF4-FFF2-40B4-BE49-F238E27FC236}">
                <a16:creationId xmlns:a16="http://schemas.microsoft.com/office/drawing/2014/main" id="{9A6655F9-D6BE-46CF-A14B-CC8524947555}"/>
              </a:ext>
            </a:extLst>
          </p:cNvPr>
          <p:cNvSpPr>
            <a:spLocks noChangeAspect="1"/>
          </p:cNvSpPr>
          <p:nvPr/>
        </p:nvSpPr>
        <p:spPr>
          <a:xfrm>
            <a:off x="7118343" y="1456231"/>
            <a:ext cx="420308" cy="382098"/>
          </a:xfrm>
          <a:custGeom>
            <a:avLst/>
            <a:gdLst>
              <a:gd name="connsiteX0" fmla="*/ 103167 w 420308"/>
              <a:gd name="connsiteY0" fmla="*/ 294216 h 382098"/>
              <a:gd name="connsiteX1" fmla="*/ 118450 w 420308"/>
              <a:gd name="connsiteY1" fmla="*/ 282753 h 382098"/>
              <a:gd name="connsiteX2" fmla="*/ 93614 w 420308"/>
              <a:gd name="connsiteY2" fmla="*/ 210154 h 382098"/>
              <a:gd name="connsiteX3" fmla="*/ 210154 w 420308"/>
              <a:gd name="connsiteY3" fmla="*/ 93614 h 382098"/>
              <a:gd name="connsiteX4" fmla="*/ 326694 w 420308"/>
              <a:gd name="connsiteY4" fmla="*/ 210154 h 382098"/>
              <a:gd name="connsiteX5" fmla="*/ 301858 w 420308"/>
              <a:gd name="connsiteY5" fmla="*/ 282753 h 382098"/>
              <a:gd name="connsiteX6" fmla="*/ 317142 w 420308"/>
              <a:gd name="connsiteY6" fmla="*/ 294216 h 382098"/>
              <a:gd name="connsiteX7" fmla="*/ 294216 w 420308"/>
              <a:gd name="connsiteY7" fmla="*/ 103167 h 382098"/>
              <a:gd name="connsiteX8" fmla="*/ 103167 w 420308"/>
              <a:gd name="connsiteY8" fmla="*/ 126092 h 382098"/>
              <a:gd name="connsiteX9" fmla="*/ 103167 w 420308"/>
              <a:gd name="connsiteY9" fmla="*/ 294216 h 382098"/>
              <a:gd name="connsiteX10" fmla="*/ 103167 w 420308"/>
              <a:gd name="connsiteY10" fmla="*/ 294216 h 382098"/>
              <a:gd name="connsiteX11" fmla="*/ 200602 w 420308"/>
              <a:gd name="connsiteY11" fmla="*/ 0 h 382098"/>
              <a:gd name="connsiteX12" fmla="*/ 219707 w 420308"/>
              <a:gd name="connsiteY12" fmla="*/ 0 h 382098"/>
              <a:gd name="connsiteX13" fmla="*/ 219707 w 420308"/>
              <a:gd name="connsiteY13" fmla="*/ 51583 h 382098"/>
              <a:gd name="connsiteX14" fmla="*/ 200602 w 420308"/>
              <a:gd name="connsiteY14" fmla="*/ 51583 h 382098"/>
              <a:gd name="connsiteX15" fmla="*/ 200602 w 420308"/>
              <a:gd name="connsiteY15" fmla="*/ 0 h 382098"/>
              <a:gd name="connsiteX16" fmla="*/ 315231 w 420308"/>
              <a:gd name="connsiteY16" fmla="*/ 91704 h 382098"/>
              <a:gd name="connsiteX17" fmla="*/ 351530 w 420308"/>
              <a:gd name="connsiteY17" fmla="*/ 55404 h 382098"/>
              <a:gd name="connsiteX18" fmla="*/ 364904 w 420308"/>
              <a:gd name="connsiteY18" fmla="*/ 68778 h 382098"/>
              <a:gd name="connsiteX19" fmla="*/ 328605 w 420308"/>
              <a:gd name="connsiteY19" fmla="*/ 105077 h 382098"/>
              <a:gd name="connsiteX20" fmla="*/ 315231 w 420308"/>
              <a:gd name="connsiteY20" fmla="*/ 91704 h 382098"/>
              <a:gd name="connsiteX21" fmla="*/ 55404 w 420308"/>
              <a:gd name="connsiteY21" fmla="*/ 68778 h 382098"/>
              <a:gd name="connsiteX22" fmla="*/ 68778 w 420308"/>
              <a:gd name="connsiteY22" fmla="*/ 55404 h 382098"/>
              <a:gd name="connsiteX23" fmla="*/ 105077 w 420308"/>
              <a:gd name="connsiteY23" fmla="*/ 91704 h 382098"/>
              <a:gd name="connsiteX24" fmla="*/ 91704 w 420308"/>
              <a:gd name="connsiteY24" fmla="*/ 105077 h 382098"/>
              <a:gd name="connsiteX25" fmla="*/ 55404 w 420308"/>
              <a:gd name="connsiteY25" fmla="*/ 68778 h 382098"/>
              <a:gd name="connsiteX26" fmla="*/ 0 w 420308"/>
              <a:gd name="connsiteY26" fmla="*/ 362993 h 382098"/>
              <a:gd name="connsiteX27" fmla="*/ 420308 w 420308"/>
              <a:gd name="connsiteY27" fmla="*/ 362993 h 382098"/>
              <a:gd name="connsiteX28" fmla="*/ 420308 w 420308"/>
              <a:gd name="connsiteY28" fmla="*/ 382098 h 382098"/>
              <a:gd name="connsiteX29" fmla="*/ 0 w 420308"/>
              <a:gd name="connsiteY29" fmla="*/ 382098 h 382098"/>
              <a:gd name="connsiteX30" fmla="*/ 0 w 420308"/>
              <a:gd name="connsiteY30" fmla="*/ 362993 h 382098"/>
              <a:gd name="connsiteX31" fmla="*/ 219707 w 420308"/>
              <a:gd name="connsiteY31" fmla="*/ 343889 h 382098"/>
              <a:gd name="connsiteX32" fmla="*/ 219707 w 420308"/>
              <a:gd name="connsiteY32" fmla="*/ 261737 h 382098"/>
              <a:gd name="connsiteX33" fmla="*/ 248364 w 420308"/>
              <a:gd name="connsiteY33" fmla="*/ 290395 h 382098"/>
              <a:gd name="connsiteX34" fmla="*/ 261737 w 420308"/>
              <a:gd name="connsiteY34" fmla="*/ 277021 h 382098"/>
              <a:gd name="connsiteX35" fmla="*/ 217796 w 420308"/>
              <a:gd name="connsiteY35" fmla="*/ 233080 h 382098"/>
              <a:gd name="connsiteX36" fmla="*/ 200602 w 420308"/>
              <a:gd name="connsiteY36" fmla="*/ 233080 h 382098"/>
              <a:gd name="connsiteX37" fmla="*/ 200602 w 420308"/>
              <a:gd name="connsiteY37" fmla="*/ 233080 h 382098"/>
              <a:gd name="connsiteX38" fmla="*/ 158571 w 420308"/>
              <a:gd name="connsiteY38" fmla="*/ 277021 h 382098"/>
              <a:gd name="connsiteX39" fmla="*/ 171944 w 420308"/>
              <a:gd name="connsiteY39" fmla="*/ 290395 h 382098"/>
              <a:gd name="connsiteX40" fmla="*/ 200602 w 420308"/>
              <a:gd name="connsiteY40" fmla="*/ 261737 h 382098"/>
              <a:gd name="connsiteX41" fmla="*/ 200602 w 420308"/>
              <a:gd name="connsiteY41" fmla="*/ 343889 h 382098"/>
              <a:gd name="connsiteX42" fmla="*/ 219707 w 420308"/>
              <a:gd name="connsiteY42" fmla="*/ 343889 h 382098"/>
              <a:gd name="connsiteX43" fmla="*/ 0 w 420308"/>
              <a:gd name="connsiteY43" fmla="*/ 191049 h 382098"/>
              <a:gd name="connsiteX44" fmla="*/ 51583 w 420308"/>
              <a:gd name="connsiteY44" fmla="*/ 191049 h 382098"/>
              <a:gd name="connsiteX45" fmla="*/ 51583 w 420308"/>
              <a:gd name="connsiteY45" fmla="*/ 210154 h 382098"/>
              <a:gd name="connsiteX46" fmla="*/ 0 w 420308"/>
              <a:gd name="connsiteY46" fmla="*/ 210154 h 382098"/>
              <a:gd name="connsiteX47" fmla="*/ 0 w 420308"/>
              <a:gd name="connsiteY47" fmla="*/ 191049 h 382098"/>
              <a:gd name="connsiteX48" fmla="*/ 368725 w 420308"/>
              <a:gd name="connsiteY48" fmla="*/ 191049 h 382098"/>
              <a:gd name="connsiteX49" fmla="*/ 420308 w 420308"/>
              <a:gd name="connsiteY49" fmla="*/ 191049 h 382098"/>
              <a:gd name="connsiteX50" fmla="*/ 420308 w 420308"/>
              <a:gd name="connsiteY50" fmla="*/ 210154 h 382098"/>
              <a:gd name="connsiteX51" fmla="*/ 368725 w 420308"/>
              <a:gd name="connsiteY51" fmla="*/ 210154 h 382098"/>
              <a:gd name="connsiteX52" fmla="*/ 368725 w 420308"/>
              <a:gd name="connsiteY52" fmla="*/ 191049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20308" h="382098">
                <a:moveTo>
                  <a:pt x="103167" y="294216"/>
                </a:moveTo>
                <a:lnTo>
                  <a:pt x="118450" y="282753"/>
                </a:lnTo>
                <a:cubicBezTo>
                  <a:pt x="101256" y="261737"/>
                  <a:pt x="93614" y="236901"/>
                  <a:pt x="93614" y="210154"/>
                </a:cubicBezTo>
                <a:cubicBezTo>
                  <a:pt x="93614" y="145197"/>
                  <a:pt x="145197" y="93614"/>
                  <a:pt x="210154" y="93614"/>
                </a:cubicBezTo>
                <a:cubicBezTo>
                  <a:pt x="275111" y="93614"/>
                  <a:pt x="326694" y="145197"/>
                  <a:pt x="326694" y="210154"/>
                </a:cubicBezTo>
                <a:cubicBezTo>
                  <a:pt x="326694" y="236901"/>
                  <a:pt x="317142" y="261737"/>
                  <a:pt x="301858" y="282753"/>
                </a:cubicBezTo>
                <a:lnTo>
                  <a:pt x="317142" y="294216"/>
                </a:lnTo>
                <a:cubicBezTo>
                  <a:pt x="362993" y="234990"/>
                  <a:pt x="353441" y="149018"/>
                  <a:pt x="294216" y="103167"/>
                </a:cubicBezTo>
                <a:cubicBezTo>
                  <a:pt x="234990" y="57315"/>
                  <a:pt x="149018" y="66867"/>
                  <a:pt x="103167" y="126092"/>
                </a:cubicBezTo>
                <a:cubicBezTo>
                  <a:pt x="64957" y="175765"/>
                  <a:pt x="64957" y="244543"/>
                  <a:pt x="103167" y="294216"/>
                </a:cubicBezTo>
                <a:lnTo>
                  <a:pt x="103167" y="294216"/>
                </a:lnTo>
                <a:close/>
                <a:moveTo>
                  <a:pt x="200602" y="0"/>
                </a:moveTo>
                <a:lnTo>
                  <a:pt x="219707" y="0"/>
                </a:lnTo>
                <a:lnTo>
                  <a:pt x="219707" y="51583"/>
                </a:lnTo>
                <a:lnTo>
                  <a:pt x="200602" y="51583"/>
                </a:lnTo>
                <a:lnTo>
                  <a:pt x="200602" y="0"/>
                </a:lnTo>
                <a:close/>
                <a:moveTo>
                  <a:pt x="315231" y="91704"/>
                </a:moveTo>
                <a:lnTo>
                  <a:pt x="351530" y="55404"/>
                </a:lnTo>
                <a:lnTo>
                  <a:pt x="364904" y="68778"/>
                </a:lnTo>
                <a:lnTo>
                  <a:pt x="328605" y="105077"/>
                </a:lnTo>
                <a:lnTo>
                  <a:pt x="315231" y="91704"/>
                </a:lnTo>
                <a:close/>
                <a:moveTo>
                  <a:pt x="55404" y="68778"/>
                </a:moveTo>
                <a:lnTo>
                  <a:pt x="68778" y="55404"/>
                </a:lnTo>
                <a:lnTo>
                  <a:pt x="105077" y="91704"/>
                </a:lnTo>
                <a:lnTo>
                  <a:pt x="91704" y="105077"/>
                </a:lnTo>
                <a:lnTo>
                  <a:pt x="55404" y="68778"/>
                </a:lnTo>
                <a:close/>
                <a:moveTo>
                  <a:pt x="0" y="362993"/>
                </a:moveTo>
                <a:lnTo>
                  <a:pt x="420308" y="362993"/>
                </a:lnTo>
                <a:lnTo>
                  <a:pt x="420308" y="382098"/>
                </a:lnTo>
                <a:lnTo>
                  <a:pt x="0" y="382098"/>
                </a:lnTo>
                <a:lnTo>
                  <a:pt x="0" y="362993"/>
                </a:lnTo>
                <a:close/>
                <a:moveTo>
                  <a:pt x="219707" y="343889"/>
                </a:moveTo>
                <a:lnTo>
                  <a:pt x="219707" y="261737"/>
                </a:lnTo>
                <a:lnTo>
                  <a:pt x="248364" y="290395"/>
                </a:lnTo>
                <a:lnTo>
                  <a:pt x="261737" y="277021"/>
                </a:lnTo>
                <a:lnTo>
                  <a:pt x="217796" y="233080"/>
                </a:lnTo>
                <a:cubicBezTo>
                  <a:pt x="212065" y="227349"/>
                  <a:pt x="204423" y="227349"/>
                  <a:pt x="200602" y="233080"/>
                </a:cubicBezTo>
                <a:cubicBezTo>
                  <a:pt x="200602" y="233080"/>
                  <a:pt x="200602" y="233080"/>
                  <a:pt x="200602" y="233080"/>
                </a:cubicBezTo>
                <a:lnTo>
                  <a:pt x="158571" y="277021"/>
                </a:lnTo>
                <a:lnTo>
                  <a:pt x="171944" y="290395"/>
                </a:lnTo>
                <a:lnTo>
                  <a:pt x="200602" y="261737"/>
                </a:lnTo>
                <a:lnTo>
                  <a:pt x="200602" y="343889"/>
                </a:lnTo>
                <a:lnTo>
                  <a:pt x="219707" y="343889"/>
                </a:lnTo>
                <a:close/>
                <a:moveTo>
                  <a:pt x="0" y="191049"/>
                </a:moveTo>
                <a:lnTo>
                  <a:pt x="51583" y="191049"/>
                </a:lnTo>
                <a:lnTo>
                  <a:pt x="51583" y="210154"/>
                </a:lnTo>
                <a:lnTo>
                  <a:pt x="0" y="210154"/>
                </a:lnTo>
                <a:lnTo>
                  <a:pt x="0" y="191049"/>
                </a:lnTo>
                <a:close/>
                <a:moveTo>
                  <a:pt x="368725" y="191049"/>
                </a:moveTo>
                <a:lnTo>
                  <a:pt x="420308" y="191049"/>
                </a:lnTo>
                <a:lnTo>
                  <a:pt x="420308" y="210154"/>
                </a:lnTo>
                <a:lnTo>
                  <a:pt x="368725" y="210154"/>
                </a:lnTo>
                <a:lnTo>
                  <a:pt x="368725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92" descr="Sunset icon.">
            <a:extLst>
              <a:ext uri="{FF2B5EF4-FFF2-40B4-BE49-F238E27FC236}">
                <a16:creationId xmlns:a16="http://schemas.microsoft.com/office/drawing/2014/main" id="{1C01015F-E9B8-44D7-9397-DB5549FD0FDE}"/>
              </a:ext>
            </a:extLst>
          </p:cNvPr>
          <p:cNvSpPr>
            <a:spLocks noChangeAspect="1"/>
          </p:cNvSpPr>
          <p:nvPr/>
        </p:nvSpPr>
        <p:spPr>
          <a:xfrm>
            <a:off x="8342736" y="1457928"/>
            <a:ext cx="420308" cy="382098"/>
          </a:xfrm>
          <a:custGeom>
            <a:avLst/>
            <a:gdLst>
              <a:gd name="connsiteX0" fmla="*/ 103167 w 420308"/>
              <a:gd name="connsiteY0" fmla="*/ 294216 h 382098"/>
              <a:gd name="connsiteX1" fmla="*/ 118450 w 420308"/>
              <a:gd name="connsiteY1" fmla="*/ 282753 h 382098"/>
              <a:gd name="connsiteX2" fmla="*/ 93614 w 420308"/>
              <a:gd name="connsiteY2" fmla="*/ 210154 h 382098"/>
              <a:gd name="connsiteX3" fmla="*/ 210154 w 420308"/>
              <a:gd name="connsiteY3" fmla="*/ 93614 h 382098"/>
              <a:gd name="connsiteX4" fmla="*/ 326694 w 420308"/>
              <a:gd name="connsiteY4" fmla="*/ 210154 h 382098"/>
              <a:gd name="connsiteX5" fmla="*/ 301858 w 420308"/>
              <a:gd name="connsiteY5" fmla="*/ 282753 h 382098"/>
              <a:gd name="connsiteX6" fmla="*/ 317142 w 420308"/>
              <a:gd name="connsiteY6" fmla="*/ 294216 h 382098"/>
              <a:gd name="connsiteX7" fmla="*/ 294216 w 420308"/>
              <a:gd name="connsiteY7" fmla="*/ 103167 h 382098"/>
              <a:gd name="connsiteX8" fmla="*/ 103167 w 420308"/>
              <a:gd name="connsiteY8" fmla="*/ 126092 h 382098"/>
              <a:gd name="connsiteX9" fmla="*/ 103167 w 420308"/>
              <a:gd name="connsiteY9" fmla="*/ 294216 h 382098"/>
              <a:gd name="connsiteX10" fmla="*/ 103167 w 420308"/>
              <a:gd name="connsiteY10" fmla="*/ 294216 h 382098"/>
              <a:gd name="connsiteX11" fmla="*/ 200602 w 420308"/>
              <a:gd name="connsiteY11" fmla="*/ 0 h 382098"/>
              <a:gd name="connsiteX12" fmla="*/ 219707 w 420308"/>
              <a:gd name="connsiteY12" fmla="*/ 0 h 382098"/>
              <a:gd name="connsiteX13" fmla="*/ 219707 w 420308"/>
              <a:gd name="connsiteY13" fmla="*/ 51583 h 382098"/>
              <a:gd name="connsiteX14" fmla="*/ 200602 w 420308"/>
              <a:gd name="connsiteY14" fmla="*/ 51583 h 382098"/>
              <a:gd name="connsiteX15" fmla="*/ 200602 w 420308"/>
              <a:gd name="connsiteY15" fmla="*/ 0 h 382098"/>
              <a:gd name="connsiteX16" fmla="*/ 315231 w 420308"/>
              <a:gd name="connsiteY16" fmla="*/ 91704 h 382098"/>
              <a:gd name="connsiteX17" fmla="*/ 351530 w 420308"/>
              <a:gd name="connsiteY17" fmla="*/ 55404 h 382098"/>
              <a:gd name="connsiteX18" fmla="*/ 364904 w 420308"/>
              <a:gd name="connsiteY18" fmla="*/ 68778 h 382098"/>
              <a:gd name="connsiteX19" fmla="*/ 328605 w 420308"/>
              <a:gd name="connsiteY19" fmla="*/ 105077 h 382098"/>
              <a:gd name="connsiteX20" fmla="*/ 315231 w 420308"/>
              <a:gd name="connsiteY20" fmla="*/ 91704 h 382098"/>
              <a:gd name="connsiteX21" fmla="*/ 55404 w 420308"/>
              <a:gd name="connsiteY21" fmla="*/ 68778 h 382098"/>
              <a:gd name="connsiteX22" fmla="*/ 68778 w 420308"/>
              <a:gd name="connsiteY22" fmla="*/ 55404 h 382098"/>
              <a:gd name="connsiteX23" fmla="*/ 105077 w 420308"/>
              <a:gd name="connsiteY23" fmla="*/ 91704 h 382098"/>
              <a:gd name="connsiteX24" fmla="*/ 91704 w 420308"/>
              <a:gd name="connsiteY24" fmla="*/ 105077 h 382098"/>
              <a:gd name="connsiteX25" fmla="*/ 55404 w 420308"/>
              <a:gd name="connsiteY25" fmla="*/ 68778 h 382098"/>
              <a:gd name="connsiteX26" fmla="*/ 0 w 420308"/>
              <a:gd name="connsiteY26" fmla="*/ 362993 h 382098"/>
              <a:gd name="connsiteX27" fmla="*/ 420308 w 420308"/>
              <a:gd name="connsiteY27" fmla="*/ 362993 h 382098"/>
              <a:gd name="connsiteX28" fmla="*/ 420308 w 420308"/>
              <a:gd name="connsiteY28" fmla="*/ 382098 h 382098"/>
              <a:gd name="connsiteX29" fmla="*/ 0 w 420308"/>
              <a:gd name="connsiteY29" fmla="*/ 382098 h 382098"/>
              <a:gd name="connsiteX30" fmla="*/ 0 w 420308"/>
              <a:gd name="connsiteY30" fmla="*/ 362993 h 382098"/>
              <a:gd name="connsiteX31" fmla="*/ 200602 w 420308"/>
              <a:gd name="connsiteY31" fmla="*/ 238811 h 382098"/>
              <a:gd name="connsiteX32" fmla="*/ 200602 w 420308"/>
              <a:gd name="connsiteY32" fmla="*/ 311410 h 382098"/>
              <a:gd name="connsiteX33" fmla="*/ 171944 w 420308"/>
              <a:gd name="connsiteY33" fmla="*/ 282753 h 382098"/>
              <a:gd name="connsiteX34" fmla="*/ 158571 w 420308"/>
              <a:gd name="connsiteY34" fmla="*/ 296126 h 382098"/>
              <a:gd name="connsiteX35" fmla="*/ 202512 w 420308"/>
              <a:gd name="connsiteY35" fmla="*/ 340068 h 382098"/>
              <a:gd name="connsiteX36" fmla="*/ 219707 w 420308"/>
              <a:gd name="connsiteY36" fmla="*/ 340068 h 382098"/>
              <a:gd name="connsiteX37" fmla="*/ 263648 w 420308"/>
              <a:gd name="connsiteY37" fmla="*/ 296126 h 382098"/>
              <a:gd name="connsiteX38" fmla="*/ 248364 w 420308"/>
              <a:gd name="connsiteY38" fmla="*/ 282753 h 382098"/>
              <a:gd name="connsiteX39" fmla="*/ 219707 w 420308"/>
              <a:gd name="connsiteY39" fmla="*/ 311410 h 382098"/>
              <a:gd name="connsiteX40" fmla="*/ 219707 w 420308"/>
              <a:gd name="connsiteY40" fmla="*/ 238811 h 382098"/>
              <a:gd name="connsiteX41" fmla="*/ 200602 w 420308"/>
              <a:gd name="connsiteY41" fmla="*/ 238811 h 382098"/>
              <a:gd name="connsiteX42" fmla="*/ 0 w 420308"/>
              <a:gd name="connsiteY42" fmla="*/ 191049 h 382098"/>
              <a:gd name="connsiteX43" fmla="*/ 51583 w 420308"/>
              <a:gd name="connsiteY43" fmla="*/ 191049 h 382098"/>
              <a:gd name="connsiteX44" fmla="*/ 51583 w 420308"/>
              <a:gd name="connsiteY44" fmla="*/ 210154 h 382098"/>
              <a:gd name="connsiteX45" fmla="*/ 0 w 420308"/>
              <a:gd name="connsiteY45" fmla="*/ 210154 h 382098"/>
              <a:gd name="connsiteX46" fmla="*/ 0 w 420308"/>
              <a:gd name="connsiteY46" fmla="*/ 191049 h 382098"/>
              <a:gd name="connsiteX47" fmla="*/ 368725 w 420308"/>
              <a:gd name="connsiteY47" fmla="*/ 191049 h 382098"/>
              <a:gd name="connsiteX48" fmla="*/ 420308 w 420308"/>
              <a:gd name="connsiteY48" fmla="*/ 191049 h 382098"/>
              <a:gd name="connsiteX49" fmla="*/ 420308 w 420308"/>
              <a:gd name="connsiteY49" fmla="*/ 210154 h 382098"/>
              <a:gd name="connsiteX50" fmla="*/ 368725 w 420308"/>
              <a:gd name="connsiteY50" fmla="*/ 210154 h 382098"/>
              <a:gd name="connsiteX51" fmla="*/ 368725 w 420308"/>
              <a:gd name="connsiteY51" fmla="*/ 191049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20308" h="382098">
                <a:moveTo>
                  <a:pt x="103167" y="294216"/>
                </a:moveTo>
                <a:lnTo>
                  <a:pt x="118450" y="282753"/>
                </a:lnTo>
                <a:cubicBezTo>
                  <a:pt x="101256" y="261737"/>
                  <a:pt x="93614" y="236901"/>
                  <a:pt x="93614" y="210154"/>
                </a:cubicBezTo>
                <a:cubicBezTo>
                  <a:pt x="93614" y="145197"/>
                  <a:pt x="145197" y="93614"/>
                  <a:pt x="210154" y="93614"/>
                </a:cubicBezTo>
                <a:cubicBezTo>
                  <a:pt x="275111" y="93614"/>
                  <a:pt x="326694" y="145197"/>
                  <a:pt x="326694" y="210154"/>
                </a:cubicBezTo>
                <a:cubicBezTo>
                  <a:pt x="326694" y="236901"/>
                  <a:pt x="317142" y="261737"/>
                  <a:pt x="301858" y="282753"/>
                </a:cubicBezTo>
                <a:lnTo>
                  <a:pt x="317142" y="294216"/>
                </a:lnTo>
                <a:cubicBezTo>
                  <a:pt x="362993" y="234990"/>
                  <a:pt x="353441" y="149018"/>
                  <a:pt x="294216" y="103167"/>
                </a:cubicBezTo>
                <a:cubicBezTo>
                  <a:pt x="234990" y="57315"/>
                  <a:pt x="149018" y="66867"/>
                  <a:pt x="103167" y="126092"/>
                </a:cubicBezTo>
                <a:cubicBezTo>
                  <a:pt x="64957" y="175765"/>
                  <a:pt x="64957" y="244543"/>
                  <a:pt x="103167" y="294216"/>
                </a:cubicBezTo>
                <a:lnTo>
                  <a:pt x="103167" y="294216"/>
                </a:lnTo>
                <a:close/>
                <a:moveTo>
                  <a:pt x="200602" y="0"/>
                </a:moveTo>
                <a:lnTo>
                  <a:pt x="219707" y="0"/>
                </a:lnTo>
                <a:lnTo>
                  <a:pt x="219707" y="51583"/>
                </a:lnTo>
                <a:lnTo>
                  <a:pt x="200602" y="51583"/>
                </a:lnTo>
                <a:lnTo>
                  <a:pt x="200602" y="0"/>
                </a:lnTo>
                <a:close/>
                <a:moveTo>
                  <a:pt x="315231" y="91704"/>
                </a:moveTo>
                <a:lnTo>
                  <a:pt x="351530" y="55404"/>
                </a:lnTo>
                <a:lnTo>
                  <a:pt x="364904" y="68778"/>
                </a:lnTo>
                <a:lnTo>
                  <a:pt x="328605" y="105077"/>
                </a:lnTo>
                <a:lnTo>
                  <a:pt x="315231" y="91704"/>
                </a:lnTo>
                <a:close/>
                <a:moveTo>
                  <a:pt x="55404" y="68778"/>
                </a:moveTo>
                <a:lnTo>
                  <a:pt x="68778" y="55404"/>
                </a:lnTo>
                <a:lnTo>
                  <a:pt x="105077" y="91704"/>
                </a:lnTo>
                <a:lnTo>
                  <a:pt x="91704" y="105077"/>
                </a:lnTo>
                <a:lnTo>
                  <a:pt x="55404" y="68778"/>
                </a:lnTo>
                <a:close/>
                <a:moveTo>
                  <a:pt x="0" y="362993"/>
                </a:moveTo>
                <a:lnTo>
                  <a:pt x="420308" y="362993"/>
                </a:lnTo>
                <a:lnTo>
                  <a:pt x="420308" y="382098"/>
                </a:lnTo>
                <a:lnTo>
                  <a:pt x="0" y="382098"/>
                </a:lnTo>
                <a:lnTo>
                  <a:pt x="0" y="362993"/>
                </a:lnTo>
                <a:close/>
                <a:moveTo>
                  <a:pt x="200602" y="238811"/>
                </a:moveTo>
                <a:lnTo>
                  <a:pt x="200602" y="311410"/>
                </a:lnTo>
                <a:lnTo>
                  <a:pt x="171944" y="282753"/>
                </a:lnTo>
                <a:lnTo>
                  <a:pt x="158571" y="296126"/>
                </a:lnTo>
                <a:lnTo>
                  <a:pt x="202512" y="340068"/>
                </a:lnTo>
                <a:cubicBezTo>
                  <a:pt x="208244" y="345799"/>
                  <a:pt x="215886" y="345799"/>
                  <a:pt x="219707" y="340068"/>
                </a:cubicBezTo>
                <a:lnTo>
                  <a:pt x="263648" y="296126"/>
                </a:lnTo>
                <a:lnTo>
                  <a:pt x="248364" y="282753"/>
                </a:lnTo>
                <a:lnTo>
                  <a:pt x="219707" y="311410"/>
                </a:lnTo>
                <a:lnTo>
                  <a:pt x="219707" y="238811"/>
                </a:lnTo>
                <a:lnTo>
                  <a:pt x="200602" y="238811"/>
                </a:lnTo>
                <a:close/>
                <a:moveTo>
                  <a:pt x="0" y="191049"/>
                </a:moveTo>
                <a:lnTo>
                  <a:pt x="51583" y="191049"/>
                </a:lnTo>
                <a:lnTo>
                  <a:pt x="51583" y="210154"/>
                </a:lnTo>
                <a:lnTo>
                  <a:pt x="0" y="210154"/>
                </a:lnTo>
                <a:lnTo>
                  <a:pt x="0" y="191049"/>
                </a:lnTo>
                <a:close/>
                <a:moveTo>
                  <a:pt x="368725" y="191049"/>
                </a:moveTo>
                <a:lnTo>
                  <a:pt x="420308" y="191049"/>
                </a:lnTo>
                <a:lnTo>
                  <a:pt x="420308" y="210154"/>
                </a:lnTo>
                <a:lnTo>
                  <a:pt x="368725" y="210154"/>
                </a:lnTo>
                <a:lnTo>
                  <a:pt x="368725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69" descr="Night icon.">
            <a:extLst>
              <a:ext uri="{FF2B5EF4-FFF2-40B4-BE49-F238E27FC236}">
                <a16:creationId xmlns:a16="http://schemas.microsoft.com/office/drawing/2014/main" id="{1AEB0D4B-9307-4D40-82CD-BADCB3C265F1}"/>
              </a:ext>
            </a:extLst>
          </p:cNvPr>
          <p:cNvSpPr>
            <a:spLocks noChangeAspect="1"/>
          </p:cNvSpPr>
          <p:nvPr/>
        </p:nvSpPr>
        <p:spPr>
          <a:xfrm>
            <a:off x="9559424" y="1384183"/>
            <a:ext cx="431715" cy="445144"/>
          </a:xfrm>
          <a:custGeom>
            <a:avLst/>
            <a:gdLst>
              <a:gd name="connsiteX0" fmla="*/ 428550 w 431715"/>
              <a:gd name="connsiteY0" fmla="*/ 309500 h 445144"/>
              <a:gd name="connsiteX1" fmla="*/ 407535 w 431715"/>
              <a:gd name="connsiteY1" fmla="*/ 303768 h 445144"/>
              <a:gd name="connsiteX2" fmla="*/ 310100 w 431715"/>
              <a:gd name="connsiteY2" fmla="*/ 311410 h 445144"/>
              <a:gd name="connsiteX3" fmla="*/ 157260 w 431715"/>
              <a:gd name="connsiteY3" fmla="*/ 87883 h 445144"/>
              <a:gd name="connsiteX4" fmla="*/ 178276 w 431715"/>
              <a:gd name="connsiteY4" fmla="*/ 28657 h 445144"/>
              <a:gd name="connsiteX5" fmla="*/ 170634 w 431715"/>
              <a:gd name="connsiteY5" fmla="*/ 1910 h 445144"/>
              <a:gd name="connsiteX6" fmla="*/ 155350 w 431715"/>
              <a:gd name="connsiteY6" fmla="*/ 0 h 445144"/>
              <a:gd name="connsiteX7" fmla="*/ 12063 w 431715"/>
              <a:gd name="connsiteY7" fmla="*/ 290395 h 445144"/>
              <a:gd name="connsiteX8" fmla="*/ 212664 w 431715"/>
              <a:gd name="connsiteY8" fmla="*/ 445145 h 445144"/>
              <a:gd name="connsiteX9" fmla="*/ 229859 w 431715"/>
              <a:gd name="connsiteY9" fmla="*/ 445145 h 445144"/>
              <a:gd name="connsiteX10" fmla="*/ 430460 w 431715"/>
              <a:gd name="connsiteY10" fmla="*/ 328605 h 445144"/>
              <a:gd name="connsiteX11" fmla="*/ 428550 w 431715"/>
              <a:gd name="connsiteY11" fmla="*/ 309500 h 445144"/>
              <a:gd name="connsiteX12" fmla="*/ 214575 w 431715"/>
              <a:gd name="connsiteY12" fmla="*/ 427950 h 445144"/>
              <a:gd name="connsiteX13" fmla="*/ 19705 w 431715"/>
              <a:gd name="connsiteY13" fmla="*/ 202512 h 445144"/>
              <a:gd name="connsiteX14" fmla="*/ 161081 w 431715"/>
              <a:gd name="connsiteY14" fmla="*/ 19105 h 445144"/>
              <a:gd name="connsiteX15" fmla="*/ 241322 w 431715"/>
              <a:gd name="connsiteY15" fmla="*/ 305679 h 445144"/>
              <a:gd name="connsiteX16" fmla="*/ 413266 w 431715"/>
              <a:gd name="connsiteY16" fmla="*/ 320963 h 445144"/>
              <a:gd name="connsiteX17" fmla="*/ 214575 w 431715"/>
              <a:gd name="connsiteY17" fmla="*/ 427950 h 44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1715" h="445144">
                <a:moveTo>
                  <a:pt x="428550" y="309500"/>
                </a:moveTo>
                <a:cubicBezTo>
                  <a:pt x="422819" y="303768"/>
                  <a:pt x="415177" y="299947"/>
                  <a:pt x="407535" y="303768"/>
                </a:cubicBezTo>
                <a:cubicBezTo>
                  <a:pt x="376967" y="315231"/>
                  <a:pt x="342578" y="317142"/>
                  <a:pt x="310100" y="311410"/>
                </a:cubicBezTo>
                <a:cubicBezTo>
                  <a:pt x="206933" y="292305"/>
                  <a:pt x="138155" y="192960"/>
                  <a:pt x="157260" y="87883"/>
                </a:cubicBezTo>
                <a:cubicBezTo>
                  <a:pt x="161081" y="66867"/>
                  <a:pt x="168723" y="47762"/>
                  <a:pt x="178276" y="28657"/>
                </a:cubicBezTo>
                <a:cubicBezTo>
                  <a:pt x="184007" y="19105"/>
                  <a:pt x="180186" y="7642"/>
                  <a:pt x="170634" y="1910"/>
                </a:cubicBezTo>
                <a:cubicBezTo>
                  <a:pt x="166813" y="0"/>
                  <a:pt x="161081" y="0"/>
                  <a:pt x="155350" y="0"/>
                </a:cubicBezTo>
                <a:cubicBezTo>
                  <a:pt x="34989" y="40120"/>
                  <a:pt x="-28058" y="171944"/>
                  <a:pt x="12063" y="290395"/>
                </a:cubicBezTo>
                <a:cubicBezTo>
                  <a:pt x="42631" y="376367"/>
                  <a:pt x="120961" y="437503"/>
                  <a:pt x="212664" y="445145"/>
                </a:cubicBezTo>
                <a:lnTo>
                  <a:pt x="229859" y="445145"/>
                </a:lnTo>
                <a:cubicBezTo>
                  <a:pt x="312010" y="445145"/>
                  <a:pt x="388430" y="401203"/>
                  <a:pt x="430460" y="328605"/>
                </a:cubicBezTo>
                <a:cubicBezTo>
                  <a:pt x="432371" y="322873"/>
                  <a:pt x="432371" y="315231"/>
                  <a:pt x="428550" y="309500"/>
                </a:cubicBezTo>
                <a:close/>
                <a:moveTo>
                  <a:pt x="214575" y="427950"/>
                </a:moveTo>
                <a:cubicBezTo>
                  <a:pt x="98035" y="420308"/>
                  <a:pt x="10152" y="319052"/>
                  <a:pt x="19705" y="202512"/>
                </a:cubicBezTo>
                <a:cubicBezTo>
                  <a:pt x="25436" y="118450"/>
                  <a:pt x="80841" y="45852"/>
                  <a:pt x="161081" y="19105"/>
                </a:cubicBezTo>
                <a:cubicBezTo>
                  <a:pt x="103766" y="120361"/>
                  <a:pt x="140066" y="248364"/>
                  <a:pt x="241322" y="305679"/>
                </a:cubicBezTo>
                <a:cubicBezTo>
                  <a:pt x="292905" y="334336"/>
                  <a:pt x="355951" y="340068"/>
                  <a:pt x="413266" y="320963"/>
                </a:cubicBezTo>
                <a:cubicBezTo>
                  <a:pt x="373146" y="391651"/>
                  <a:pt x="294816" y="433682"/>
                  <a:pt x="214575" y="42795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72" descr="Cloud icon.">
            <a:extLst>
              <a:ext uri="{FF2B5EF4-FFF2-40B4-BE49-F238E27FC236}">
                <a16:creationId xmlns:a16="http://schemas.microsoft.com/office/drawing/2014/main" id="{508EE9E7-FA3F-4A57-A5DA-EBAFB84DF345}"/>
              </a:ext>
            </a:extLst>
          </p:cNvPr>
          <p:cNvSpPr>
            <a:spLocks noChangeAspect="1"/>
          </p:cNvSpPr>
          <p:nvPr/>
        </p:nvSpPr>
        <p:spPr>
          <a:xfrm>
            <a:off x="10774523" y="1417389"/>
            <a:ext cx="458518" cy="422218"/>
          </a:xfrm>
          <a:custGeom>
            <a:avLst/>
            <a:gdLst>
              <a:gd name="connsiteX0" fmla="*/ 422219 w 458518"/>
              <a:gd name="connsiteY0" fmla="*/ 311410 h 422218"/>
              <a:gd name="connsiteX1" fmla="*/ 416487 w 458518"/>
              <a:gd name="connsiteY1" fmla="*/ 277021 h 422218"/>
              <a:gd name="connsiteX2" fmla="*/ 416487 w 458518"/>
              <a:gd name="connsiteY2" fmla="*/ 277021 h 422218"/>
              <a:gd name="connsiteX3" fmla="*/ 353441 w 458518"/>
              <a:gd name="connsiteY3" fmla="*/ 152839 h 422218"/>
              <a:gd name="connsiteX4" fmla="*/ 208244 w 458518"/>
              <a:gd name="connsiteY4" fmla="*/ 0 h 422218"/>
              <a:gd name="connsiteX5" fmla="*/ 63046 w 458518"/>
              <a:gd name="connsiteY5" fmla="*/ 156660 h 422218"/>
              <a:gd name="connsiteX6" fmla="*/ 0 w 458518"/>
              <a:gd name="connsiteY6" fmla="*/ 248364 h 422218"/>
              <a:gd name="connsiteX7" fmla="*/ 95525 w 458518"/>
              <a:gd name="connsiteY7" fmla="*/ 345799 h 422218"/>
              <a:gd name="connsiteX8" fmla="*/ 173855 w 458518"/>
              <a:gd name="connsiteY8" fmla="*/ 345799 h 422218"/>
              <a:gd name="connsiteX9" fmla="*/ 171944 w 458518"/>
              <a:gd name="connsiteY9" fmla="*/ 357262 h 422218"/>
              <a:gd name="connsiteX10" fmla="*/ 234990 w 458518"/>
              <a:gd name="connsiteY10" fmla="*/ 422219 h 422218"/>
              <a:gd name="connsiteX11" fmla="*/ 406935 w 458518"/>
              <a:gd name="connsiteY11" fmla="*/ 422219 h 422218"/>
              <a:gd name="connsiteX12" fmla="*/ 458518 w 458518"/>
              <a:gd name="connsiteY12" fmla="*/ 366814 h 422218"/>
              <a:gd name="connsiteX13" fmla="*/ 458518 w 458518"/>
              <a:gd name="connsiteY13" fmla="*/ 364904 h 422218"/>
              <a:gd name="connsiteX14" fmla="*/ 422219 w 458518"/>
              <a:gd name="connsiteY14" fmla="*/ 311410 h 422218"/>
              <a:gd name="connsiteX15" fmla="*/ 181497 w 458518"/>
              <a:gd name="connsiteY15" fmla="*/ 322873 h 422218"/>
              <a:gd name="connsiteX16" fmla="*/ 179586 w 458518"/>
              <a:gd name="connsiteY16" fmla="*/ 326694 h 422218"/>
              <a:gd name="connsiteX17" fmla="*/ 95525 w 458518"/>
              <a:gd name="connsiteY17" fmla="*/ 326694 h 422218"/>
              <a:gd name="connsiteX18" fmla="*/ 19105 w 458518"/>
              <a:gd name="connsiteY18" fmla="*/ 248364 h 422218"/>
              <a:gd name="connsiteX19" fmla="*/ 74509 w 458518"/>
              <a:gd name="connsiteY19" fmla="*/ 173855 h 422218"/>
              <a:gd name="connsiteX20" fmla="*/ 80241 w 458518"/>
              <a:gd name="connsiteY20" fmla="*/ 171944 h 422218"/>
              <a:gd name="connsiteX21" fmla="*/ 80241 w 458518"/>
              <a:gd name="connsiteY21" fmla="*/ 162392 h 422218"/>
              <a:gd name="connsiteX22" fmla="*/ 206333 w 458518"/>
              <a:gd name="connsiteY22" fmla="*/ 21015 h 422218"/>
              <a:gd name="connsiteX23" fmla="*/ 332426 w 458518"/>
              <a:gd name="connsiteY23" fmla="*/ 160481 h 422218"/>
              <a:gd name="connsiteX24" fmla="*/ 332426 w 458518"/>
              <a:gd name="connsiteY24" fmla="*/ 168123 h 422218"/>
              <a:gd name="connsiteX25" fmla="*/ 340068 w 458518"/>
              <a:gd name="connsiteY25" fmla="*/ 170034 h 422218"/>
              <a:gd name="connsiteX26" fmla="*/ 399293 w 458518"/>
              <a:gd name="connsiteY26" fmla="*/ 246453 h 422218"/>
              <a:gd name="connsiteX27" fmla="*/ 399293 w 458518"/>
              <a:gd name="connsiteY27" fmla="*/ 250274 h 422218"/>
              <a:gd name="connsiteX28" fmla="*/ 322873 w 458518"/>
              <a:gd name="connsiteY28" fmla="*/ 212065 h 422218"/>
              <a:gd name="connsiteX29" fmla="*/ 227349 w 458518"/>
              <a:gd name="connsiteY29" fmla="*/ 294216 h 422218"/>
              <a:gd name="connsiteX30" fmla="*/ 181497 w 458518"/>
              <a:gd name="connsiteY30" fmla="*/ 322873 h 422218"/>
              <a:gd name="connsiteX31" fmla="*/ 406935 w 458518"/>
              <a:gd name="connsiteY31" fmla="*/ 403114 h 422218"/>
              <a:gd name="connsiteX32" fmla="*/ 234990 w 458518"/>
              <a:gd name="connsiteY32" fmla="*/ 403114 h 422218"/>
              <a:gd name="connsiteX33" fmla="*/ 191049 w 458518"/>
              <a:gd name="connsiteY33" fmla="*/ 359172 h 422218"/>
              <a:gd name="connsiteX34" fmla="*/ 191049 w 458518"/>
              <a:gd name="connsiteY34" fmla="*/ 357262 h 422218"/>
              <a:gd name="connsiteX35" fmla="*/ 198691 w 458518"/>
              <a:gd name="connsiteY35" fmla="*/ 332426 h 422218"/>
              <a:gd name="connsiteX36" fmla="*/ 234990 w 458518"/>
              <a:gd name="connsiteY36" fmla="*/ 311410 h 422218"/>
              <a:gd name="connsiteX37" fmla="*/ 234990 w 458518"/>
              <a:gd name="connsiteY37" fmla="*/ 311410 h 422218"/>
              <a:gd name="connsiteX38" fmla="*/ 246453 w 458518"/>
              <a:gd name="connsiteY38" fmla="*/ 311410 h 422218"/>
              <a:gd name="connsiteX39" fmla="*/ 246453 w 458518"/>
              <a:gd name="connsiteY39" fmla="*/ 301858 h 422218"/>
              <a:gd name="connsiteX40" fmla="*/ 326694 w 458518"/>
              <a:gd name="connsiteY40" fmla="*/ 229259 h 422218"/>
              <a:gd name="connsiteX41" fmla="*/ 405024 w 458518"/>
              <a:gd name="connsiteY41" fmla="*/ 309500 h 422218"/>
              <a:gd name="connsiteX42" fmla="*/ 405024 w 458518"/>
              <a:gd name="connsiteY42" fmla="*/ 315231 h 422218"/>
              <a:gd name="connsiteX43" fmla="*/ 401203 w 458518"/>
              <a:gd name="connsiteY43" fmla="*/ 326694 h 422218"/>
              <a:gd name="connsiteX44" fmla="*/ 408845 w 458518"/>
              <a:gd name="connsiteY44" fmla="*/ 328605 h 422218"/>
              <a:gd name="connsiteX45" fmla="*/ 439413 w 458518"/>
              <a:gd name="connsiteY45" fmla="*/ 364904 h 422218"/>
              <a:gd name="connsiteX46" fmla="*/ 408845 w 458518"/>
              <a:gd name="connsiteY46" fmla="*/ 403114 h 422218"/>
              <a:gd name="connsiteX47" fmla="*/ 406935 w 458518"/>
              <a:gd name="connsiteY47" fmla="*/ 403114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8518" h="422218">
                <a:moveTo>
                  <a:pt x="422219" y="311410"/>
                </a:moveTo>
                <a:cubicBezTo>
                  <a:pt x="422219" y="299947"/>
                  <a:pt x="420308" y="288484"/>
                  <a:pt x="416487" y="277021"/>
                </a:cubicBezTo>
                <a:lnTo>
                  <a:pt x="416487" y="277021"/>
                </a:lnTo>
                <a:cubicBezTo>
                  <a:pt x="433682" y="225438"/>
                  <a:pt x="405024" y="170034"/>
                  <a:pt x="353441" y="152839"/>
                </a:cubicBezTo>
                <a:cubicBezTo>
                  <a:pt x="349620" y="68778"/>
                  <a:pt x="284663" y="0"/>
                  <a:pt x="208244" y="0"/>
                </a:cubicBezTo>
                <a:cubicBezTo>
                  <a:pt x="131824" y="0"/>
                  <a:pt x="66867" y="70688"/>
                  <a:pt x="63046" y="156660"/>
                </a:cubicBezTo>
                <a:cubicBezTo>
                  <a:pt x="24836" y="171944"/>
                  <a:pt x="0" y="208244"/>
                  <a:pt x="0" y="248364"/>
                </a:cubicBezTo>
                <a:cubicBezTo>
                  <a:pt x="0" y="301858"/>
                  <a:pt x="42031" y="345799"/>
                  <a:pt x="95525" y="345799"/>
                </a:cubicBezTo>
                <a:lnTo>
                  <a:pt x="173855" y="345799"/>
                </a:lnTo>
                <a:cubicBezTo>
                  <a:pt x="173855" y="349620"/>
                  <a:pt x="171944" y="353441"/>
                  <a:pt x="171944" y="357262"/>
                </a:cubicBezTo>
                <a:cubicBezTo>
                  <a:pt x="171944" y="391651"/>
                  <a:pt x="198691" y="420308"/>
                  <a:pt x="234990" y="422219"/>
                </a:cubicBezTo>
                <a:lnTo>
                  <a:pt x="406935" y="422219"/>
                </a:lnTo>
                <a:cubicBezTo>
                  <a:pt x="435592" y="422219"/>
                  <a:pt x="458518" y="397382"/>
                  <a:pt x="458518" y="366814"/>
                </a:cubicBezTo>
                <a:lnTo>
                  <a:pt x="458518" y="364904"/>
                </a:lnTo>
                <a:cubicBezTo>
                  <a:pt x="458518" y="341978"/>
                  <a:pt x="443234" y="319052"/>
                  <a:pt x="422219" y="311410"/>
                </a:cubicBezTo>
                <a:close/>
                <a:moveTo>
                  <a:pt x="181497" y="322873"/>
                </a:moveTo>
                <a:lnTo>
                  <a:pt x="179586" y="326694"/>
                </a:lnTo>
                <a:lnTo>
                  <a:pt x="95525" y="326694"/>
                </a:lnTo>
                <a:cubicBezTo>
                  <a:pt x="53494" y="326694"/>
                  <a:pt x="19105" y="290395"/>
                  <a:pt x="19105" y="248364"/>
                </a:cubicBezTo>
                <a:cubicBezTo>
                  <a:pt x="19105" y="213975"/>
                  <a:pt x="42031" y="183407"/>
                  <a:pt x="74509" y="173855"/>
                </a:cubicBezTo>
                <a:lnTo>
                  <a:pt x="80241" y="171944"/>
                </a:lnTo>
                <a:lnTo>
                  <a:pt x="80241" y="162392"/>
                </a:lnTo>
                <a:cubicBezTo>
                  <a:pt x="80241" y="84062"/>
                  <a:pt x="137555" y="21015"/>
                  <a:pt x="206333" y="21015"/>
                </a:cubicBezTo>
                <a:cubicBezTo>
                  <a:pt x="275111" y="21015"/>
                  <a:pt x="332426" y="84062"/>
                  <a:pt x="332426" y="160481"/>
                </a:cubicBezTo>
                <a:lnTo>
                  <a:pt x="332426" y="168123"/>
                </a:lnTo>
                <a:lnTo>
                  <a:pt x="340068" y="170034"/>
                </a:lnTo>
                <a:cubicBezTo>
                  <a:pt x="374456" y="177676"/>
                  <a:pt x="399293" y="210154"/>
                  <a:pt x="399293" y="246453"/>
                </a:cubicBezTo>
                <a:cubicBezTo>
                  <a:pt x="399293" y="248364"/>
                  <a:pt x="399293" y="248364"/>
                  <a:pt x="399293" y="250274"/>
                </a:cubicBezTo>
                <a:cubicBezTo>
                  <a:pt x="382098" y="225438"/>
                  <a:pt x="353441" y="212065"/>
                  <a:pt x="322873" y="212065"/>
                </a:cubicBezTo>
                <a:cubicBezTo>
                  <a:pt x="275111" y="212065"/>
                  <a:pt x="234990" y="246453"/>
                  <a:pt x="227349" y="294216"/>
                </a:cubicBezTo>
                <a:cubicBezTo>
                  <a:pt x="210154" y="296126"/>
                  <a:pt x="192960" y="305679"/>
                  <a:pt x="181497" y="322873"/>
                </a:cubicBezTo>
                <a:close/>
                <a:moveTo>
                  <a:pt x="406935" y="403114"/>
                </a:moveTo>
                <a:lnTo>
                  <a:pt x="234990" y="403114"/>
                </a:lnTo>
                <a:cubicBezTo>
                  <a:pt x="210154" y="403114"/>
                  <a:pt x="191049" y="384009"/>
                  <a:pt x="191049" y="359172"/>
                </a:cubicBezTo>
                <a:cubicBezTo>
                  <a:pt x="191049" y="359172"/>
                  <a:pt x="191049" y="359172"/>
                  <a:pt x="191049" y="357262"/>
                </a:cubicBezTo>
                <a:cubicBezTo>
                  <a:pt x="191049" y="347710"/>
                  <a:pt x="192960" y="340068"/>
                  <a:pt x="198691" y="332426"/>
                </a:cubicBezTo>
                <a:cubicBezTo>
                  <a:pt x="206333" y="319052"/>
                  <a:pt x="219707" y="311410"/>
                  <a:pt x="234990" y="311410"/>
                </a:cubicBezTo>
                <a:lnTo>
                  <a:pt x="234990" y="311410"/>
                </a:lnTo>
                <a:lnTo>
                  <a:pt x="246453" y="311410"/>
                </a:lnTo>
                <a:lnTo>
                  <a:pt x="246453" y="301858"/>
                </a:lnTo>
                <a:cubicBezTo>
                  <a:pt x="250274" y="261737"/>
                  <a:pt x="284663" y="229259"/>
                  <a:pt x="326694" y="229259"/>
                </a:cubicBezTo>
                <a:cubicBezTo>
                  <a:pt x="370635" y="231169"/>
                  <a:pt x="405024" y="267469"/>
                  <a:pt x="405024" y="309500"/>
                </a:cubicBezTo>
                <a:cubicBezTo>
                  <a:pt x="405024" y="311410"/>
                  <a:pt x="405024" y="313321"/>
                  <a:pt x="405024" y="315231"/>
                </a:cubicBezTo>
                <a:lnTo>
                  <a:pt x="401203" y="326694"/>
                </a:lnTo>
                <a:lnTo>
                  <a:pt x="408845" y="328605"/>
                </a:lnTo>
                <a:cubicBezTo>
                  <a:pt x="426040" y="332426"/>
                  <a:pt x="439413" y="347710"/>
                  <a:pt x="439413" y="364904"/>
                </a:cubicBezTo>
                <a:cubicBezTo>
                  <a:pt x="441324" y="384009"/>
                  <a:pt x="427950" y="401203"/>
                  <a:pt x="408845" y="403114"/>
                </a:cubicBezTo>
                <a:cubicBezTo>
                  <a:pt x="408845" y="403114"/>
                  <a:pt x="408845" y="403114"/>
                  <a:pt x="406935" y="40311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7" descr="Rain icon.">
            <a:extLst>
              <a:ext uri="{FF2B5EF4-FFF2-40B4-BE49-F238E27FC236}">
                <a16:creationId xmlns:a16="http://schemas.microsoft.com/office/drawing/2014/main" id="{E2CD23DC-1955-415D-8329-B2DFDF03101C}"/>
              </a:ext>
            </a:extLst>
          </p:cNvPr>
          <p:cNvSpPr>
            <a:spLocks noChangeAspect="1"/>
          </p:cNvSpPr>
          <p:nvPr/>
        </p:nvSpPr>
        <p:spPr>
          <a:xfrm>
            <a:off x="972559" y="2370115"/>
            <a:ext cx="420064" cy="412711"/>
          </a:xfrm>
          <a:custGeom>
            <a:avLst/>
            <a:gdLst>
              <a:gd name="connsiteX0" fmla="*/ 334336 w 420064"/>
              <a:gd name="connsiteY0" fmla="*/ 311455 h 412711"/>
              <a:gd name="connsiteX1" fmla="*/ 85972 w 420064"/>
              <a:gd name="connsiteY1" fmla="*/ 311455 h 412711"/>
              <a:gd name="connsiteX2" fmla="*/ 0 w 420064"/>
              <a:gd name="connsiteY2" fmla="*/ 229304 h 412711"/>
              <a:gd name="connsiteX3" fmla="*/ 57315 w 420064"/>
              <a:gd name="connsiteY3" fmla="*/ 150974 h 412711"/>
              <a:gd name="connsiteX4" fmla="*/ 57315 w 420064"/>
              <a:gd name="connsiteY4" fmla="*/ 150974 h 412711"/>
              <a:gd name="connsiteX5" fmla="*/ 213975 w 420064"/>
              <a:gd name="connsiteY5" fmla="*/ 45 h 412711"/>
              <a:gd name="connsiteX6" fmla="*/ 370635 w 420064"/>
              <a:gd name="connsiteY6" fmla="*/ 135690 h 412711"/>
              <a:gd name="connsiteX7" fmla="*/ 418398 w 420064"/>
              <a:gd name="connsiteY7" fmla="*/ 235035 h 412711"/>
              <a:gd name="connsiteX8" fmla="*/ 334336 w 420064"/>
              <a:gd name="connsiteY8" fmla="*/ 311455 h 412711"/>
              <a:gd name="connsiteX9" fmla="*/ 213975 w 420064"/>
              <a:gd name="connsiteY9" fmla="*/ 19150 h 412711"/>
              <a:gd name="connsiteX10" fmla="*/ 76420 w 420064"/>
              <a:gd name="connsiteY10" fmla="*/ 150974 h 412711"/>
              <a:gd name="connsiteX11" fmla="*/ 76420 w 420064"/>
              <a:gd name="connsiteY11" fmla="*/ 154795 h 412711"/>
              <a:gd name="connsiteX12" fmla="*/ 76420 w 420064"/>
              <a:gd name="connsiteY12" fmla="*/ 166258 h 412711"/>
              <a:gd name="connsiteX13" fmla="*/ 68778 w 420064"/>
              <a:gd name="connsiteY13" fmla="*/ 168168 h 412711"/>
              <a:gd name="connsiteX14" fmla="*/ 19105 w 420064"/>
              <a:gd name="connsiteY14" fmla="*/ 229304 h 412711"/>
              <a:gd name="connsiteX15" fmla="*/ 85972 w 420064"/>
              <a:gd name="connsiteY15" fmla="*/ 292350 h 412711"/>
              <a:gd name="connsiteX16" fmla="*/ 334336 w 420064"/>
              <a:gd name="connsiteY16" fmla="*/ 292350 h 412711"/>
              <a:gd name="connsiteX17" fmla="*/ 399293 w 420064"/>
              <a:gd name="connsiteY17" fmla="*/ 233125 h 412711"/>
              <a:gd name="connsiteX18" fmla="*/ 359172 w 420064"/>
              <a:gd name="connsiteY18" fmla="*/ 150974 h 412711"/>
              <a:gd name="connsiteX19" fmla="*/ 353441 w 420064"/>
              <a:gd name="connsiteY19" fmla="*/ 149063 h 412711"/>
              <a:gd name="connsiteX20" fmla="*/ 353441 w 420064"/>
              <a:gd name="connsiteY20" fmla="*/ 143332 h 412711"/>
              <a:gd name="connsiteX21" fmla="*/ 213975 w 420064"/>
              <a:gd name="connsiteY21" fmla="*/ 19150 h 412711"/>
              <a:gd name="connsiteX22" fmla="*/ 55404 w 420064"/>
              <a:gd name="connsiteY22" fmla="*/ 405069 h 412711"/>
              <a:gd name="connsiteX23" fmla="*/ 87883 w 420064"/>
              <a:gd name="connsiteY23" fmla="*/ 334381 h 412711"/>
              <a:gd name="connsiteX24" fmla="*/ 105077 w 420064"/>
              <a:gd name="connsiteY24" fmla="*/ 342023 h 412711"/>
              <a:gd name="connsiteX25" fmla="*/ 72599 w 420064"/>
              <a:gd name="connsiteY25" fmla="*/ 412711 h 412711"/>
              <a:gd name="connsiteX26" fmla="*/ 55404 w 420064"/>
              <a:gd name="connsiteY26" fmla="*/ 405069 h 412711"/>
              <a:gd name="connsiteX27" fmla="*/ 141376 w 420064"/>
              <a:gd name="connsiteY27" fmla="*/ 405069 h 412711"/>
              <a:gd name="connsiteX28" fmla="*/ 173855 w 420064"/>
              <a:gd name="connsiteY28" fmla="*/ 334381 h 412711"/>
              <a:gd name="connsiteX29" fmla="*/ 191049 w 420064"/>
              <a:gd name="connsiteY29" fmla="*/ 342023 h 412711"/>
              <a:gd name="connsiteX30" fmla="*/ 158571 w 420064"/>
              <a:gd name="connsiteY30" fmla="*/ 412711 h 412711"/>
              <a:gd name="connsiteX31" fmla="*/ 141376 w 420064"/>
              <a:gd name="connsiteY31" fmla="*/ 405069 h 412711"/>
              <a:gd name="connsiteX32" fmla="*/ 227349 w 420064"/>
              <a:gd name="connsiteY32" fmla="*/ 405069 h 412711"/>
              <a:gd name="connsiteX33" fmla="*/ 259827 w 420064"/>
              <a:gd name="connsiteY33" fmla="*/ 334381 h 412711"/>
              <a:gd name="connsiteX34" fmla="*/ 277021 w 420064"/>
              <a:gd name="connsiteY34" fmla="*/ 342023 h 412711"/>
              <a:gd name="connsiteX35" fmla="*/ 244543 w 420064"/>
              <a:gd name="connsiteY35" fmla="*/ 412711 h 412711"/>
              <a:gd name="connsiteX36" fmla="*/ 227349 w 420064"/>
              <a:gd name="connsiteY36" fmla="*/ 405069 h 412711"/>
              <a:gd name="connsiteX37" fmla="*/ 313321 w 420064"/>
              <a:gd name="connsiteY37" fmla="*/ 405069 h 412711"/>
              <a:gd name="connsiteX38" fmla="*/ 345799 w 420064"/>
              <a:gd name="connsiteY38" fmla="*/ 334381 h 412711"/>
              <a:gd name="connsiteX39" fmla="*/ 362993 w 420064"/>
              <a:gd name="connsiteY39" fmla="*/ 342023 h 412711"/>
              <a:gd name="connsiteX40" fmla="*/ 330515 w 420064"/>
              <a:gd name="connsiteY40" fmla="*/ 412711 h 412711"/>
              <a:gd name="connsiteX41" fmla="*/ 313321 w 420064"/>
              <a:gd name="connsiteY41" fmla="*/ 405069 h 412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20064" h="412711">
                <a:moveTo>
                  <a:pt x="334336" y="311455"/>
                </a:moveTo>
                <a:lnTo>
                  <a:pt x="85972" y="311455"/>
                </a:lnTo>
                <a:cubicBezTo>
                  <a:pt x="40120" y="311455"/>
                  <a:pt x="1910" y="275156"/>
                  <a:pt x="0" y="229304"/>
                </a:cubicBezTo>
                <a:cubicBezTo>
                  <a:pt x="0" y="193005"/>
                  <a:pt x="22926" y="162437"/>
                  <a:pt x="57315" y="150974"/>
                </a:cubicBezTo>
                <a:lnTo>
                  <a:pt x="57315" y="150974"/>
                </a:lnTo>
                <a:cubicBezTo>
                  <a:pt x="59225" y="65002"/>
                  <a:pt x="129913" y="-1866"/>
                  <a:pt x="213975" y="45"/>
                </a:cubicBezTo>
                <a:cubicBezTo>
                  <a:pt x="294216" y="-1866"/>
                  <a:pt x="361083" y="57360"/>
                  <a:pt x="370635" y="135690"/>
                </a:cubicBezTo>
                <a:cubicBezTo>
                  <a:pt x="406935" y="154795"/>
                  <a:pt x="426040" y="194915"/>
                  <a:pt x="418398" y="235035"/>
                </a:cubicBezTo>
                <a:cubicBezTo>
                  <a:pt x="412666" y="278977"/>
                  <a:pt x="376367" y="309545"/>
                  <a:pt x="334336" y="311455"/>
                </a:cubicBezTo>
                <a:close/>
                <a:moveTo>
                  <a:pt x="213975" y="19150"/>
                </a:moveTo>
                <a:cubicBezTo>
                  <a:pt x="139466" y="17239"/>
                  <a:pt x="78330" y="76465"/>
                  <a:pt x="76420" y="150974"/>
                </a:cubicBezTo>
                <a:cubicBezTo>
                  <a:pt x="76420" y="152884"/>
                  <a:pt x="76420" y="152884"/>
                  <a:pt x="76420" y="154795"/>
                </a:cubicBezTo>
                <a:lnTo>
                  <a:pt x="76420" y="166258"/>
                </a:lnTo>
                <a:lnTo>
                  <a:pt x="68778" y="168168"/>
                </a:lnTo>
                <a:cubicBezTo>
                  <a:pt x="40120" y="173900"/>
                  <a:pt x="19105" y="198736"/>
                  <a:pt x="19105" y="229304"/>
                </a:cubicBezTo>
                <a:cubicBezTo>
                  <a:pt x="21015" y="265603"/>
                  <a:pt x="49673" y="294261"/>
                  <a:pt x="85972" y="292350"/>
                </a:cubicBezTo>
                <a:lnTo>
                  <a:pt x="334336" y="292350"/>
                </a:lnTo>
                <a:cubicBezTo>
                  <a:pt x="368725" y="292350"/>
                  <a:pt x="395472" y="265603"/>
                  <a:pt x="399293" y="233125"/>
                </a:cubicBezTo>
                <a:cubicBezTo>
                  <a:pt x="408845" y="198736"/>
                  <a:pt x="389740" y="164347"/>
                  <a:pt x="359172" y="150974"/>
                </a:cubicBezTo>
                <a:lnTo>
                  <a:pt x="353441" y="149063"/>
                </a:lnTo>
                <a:lnTo>
                  <a:pt x="353441" y="143332"/>
                </a:lnTo>
                <a:cubicBezTo>
                  <a:pt x="347710" y="72644"/>
                  <a:pt x="286574" y="17239"/>
                  <a:pt x="213975" y="19150"/>
                </a:cubicBezTo>
                <a:close/>
                <a:moveTo>
                  <a:pt x="55404" y="405069"/>
                </a:moveTo>
                <a:lnTo>
                  <a:pt x="87883" y="334381"/>
                </a:lnTo>
                <a:lnTo>
                  <a:pt x="105077" y="342023"/>
                </a:lnTo>
                <a:lnTo>
                  <a:pt x="72599" y="412711"/>
                </a:lnTo>
                <a:lnTo>
                  <a:pt x="55404" y="405069"/>
                </a:lnTo>
                <a:close/>
                <a:moveTo>
                  <a:pt x="141376" y="405069"/>
                </a:moveTo>
                <a:lnTo>
                  <a:pt x="173855" y="334381"/>
                </a:lnTo>
                <a:lnTo>
                  <a:pt x="191049" y="342023"/>
                </a:lnTo>
                <a:lnTo>
                  <a:pt x="158571" y="412711"/>
                </a:lnTo>
                <a:lnTo>
                  <a:pt x="141376" y="405069"/>
                </a:lnTo>
                <a:close/>
                <a:moveTo>
                  <a:pt x="227349" y="405069"/>
                </a:moveTo>
                <a:lnTo>
                  <a:pt x="259827" y="334381"/>
                </a:lnTo>
                <a:lnTo>
                  <a:pt x="277021" y="342023"/>
                </a:lnTo>
                <a:lnTo>
                  <a:pt x="244543" y="412711"/>
                </a:lnTo>
                <a:lnTo>
                  <a:pt x="227349" y="405069"/>
                </a:lnTo>
                <a:close/>
                <a:moveTo>
                  <a:pt x="313321" y="405069"/>
                </a:moveTo>
                <a:lnTo>
                  <a:pt x="345799" y="334381"/>
                </a:lnTo>
                <a:lnTo>
                  <a:pt x="362993" y="342023"/>
                </a:lnTo>
                <a:lnTo>
                  <a:pt x="330515" y="412711"/>
                </a:lnTo>
                <a:lnTo>
                  <a:pt x="313321" y="40506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89" descr="Snowflake icon.">
            <a:extLst>
              <a:ext uri="{FF2B5EF4-FFF2-40B4-BE49-F238E27FC236}">
                <a16:creationId xmlns:a16="http://schemas.microsoft.com/office/drawing/2014/main" id="{8B22536B-8013-4A50-9A70-7FABB9A21B43}"/>
              </a:ext>
            </a:extLst>
          </p:cNvPr>
          <p:cNvSpPr>
            <a:spLocks noChangeAspect="1"/>
          </p:cNvSpPr>
          <p:nvPr/>
        </p:nvSpPr>
        <p:spPr>
          <a:xfrm>
            <a:off x="2202616" y="2323065"/>
            <a:ext cx="408845" cy="458518"/>
          </a:xfrm>
          <a:custGeom>
            <a:avLst/>
            <a:gdLst>
              <a:gd name="connsiteX0" fmla="*/ 393561 w 408845"/>
              <a:gd name="connsiteY0" fmla="*/ 277021 h 458518"/>
              <a:gd name="connsiteX1" fmla="*/ 387830 w 408845"/>
              <a:gd name="connsiteY1" fmla="*/ 257916 h 458518"/>
              <a:gd name="connsiteX2" fmla="*/ 313321 w 408845"/>
              <a:gd name="connsiteY2" fmla="*/ 277021 h 458518"/>
              <a:gd name="connsiteX3" fmla="*/ 309500 w 408845"/>
              <a:gd name="connsiteY3" fmla="*/ 278932 h 458518"/>
              <a:gd name="connsiteX4" fmla="*/ 223528 w 408845"/>
              <a:gd name="connsiteY4" fmla="*/ 229259 h 458518"/>
              <a:gd name="connsiteX5" fmla="*/ 311410 w 408845"/>
              <a:gd name="connsiteY5" fmla="*/ 179586 h 458518"/>
              <a:gd name="connsiteX6" fmla="*/ 315231 w 408845"/>
              <a:gd name="connsiteY6" fmla="*/ 181497 h 458518"/>
              <a:gd name="connsiteX7" fmla="*/ 389740 w 408845"/>
              <a:gd name="connsiteY7" fmla="*/ 200602 h 458518"/>
              <a:gd name="connsiteX8" fmla="*/ 395472 w 408845"/>
              <a:gd name="connsiteY8" fmla="*/ 181497 h 458518"/>
              <a:gd name="connsiteX9" fmla="*/ 334336 w 408845"/>
              <a:gd name="connsiteY9" fmla="*/ 164302 h 458518"/>
              <a:gd name="connsiteX10" fmla="*/ 408845 w 408845"/>
              <a:gd name="connsiteY10" fmla="*/ 122271 h 458518"/>
              <a:gd name="connsiteX11" fmla="*/ 399293 w 408845"/>
              <a:gd name="connsiteY11" fmla="*/ 105077 h 458518"/>
              <a:gd name="connsiteX12" fmla="*/ 324784 w 408845"/>
              <a:gd name="connsiteY12" fmla="*/ 149018 h 458518"/>
              <a:gd name="connsiteX13" fmla="*/ 341978 w 408845"/>
              <a:gd name="connsiteY13" fmla="*/ 87883 h 458518"/>
              <a:gd name="connsiteX14" fmla="*/ 322873 w 408845"/>
              <a:gd name="connsiteY14" fmla="*/ 82151 h 458518"/>
              <a:gd name="connsiteX15" fmla="*/ 303768 w 408845"/>
              <a:gd name="connsiteY15" fmla="*/ 156660 h 458518"/>
              <a:gd name="connsiteX16" fmla="*/ 303768 w 408845"/>
              <a:gd name="connsiteY16" fmla="*/ 160481 h 458518"/>
              <a:gd name="connsiteX17" fmla="*/ 215886 w 408845"/>
              <a:gd name="connsiteY17" fmla="*/ 210154 h 458518"/>
              <a:gd name="connsiteX18" fmla="*/ 215886 w 408845"/>
              <a:gd name="connsiteY18" fmla="*/ 110809 h 458518"/>
              <a:gd name="connsiteX19" fmla="*/ 219707 w 408845"/>
              <a:gd name="connsiteY19" fmla="*/ 108898 h 458518"/>
              <a:gd name="connsiteX20" fmla="*/ 273200 w 408845"/>
              <a:gd name="connsiteY20" fmla="*/ 55404 h 458518"/>
              <a:gd name="connsiteX21" fmla="*/ 259827 w 408845"/>
              <a:gd name="connsiteY21" fmla="*/ 42031 h 458518"/>
              <a:gd name="connsiteX22" fmla="*/ 215886 w 408845"/>
              <a:gd name="connsiteY22" fmla="*/ 85972 h 458518"/>
              <a:gd name="connsiteX23" fmla="*/ 215886 w 408845"/>
              <a:gd name="connsiteY23" fmla="*/ 0 h 458518"/>
              <a:gd name="connsiteX24" fmla="*/ 196781 w 408845"/>
              <a:gd name="connsiteY24" fmla="*/ 0 h 458518"/>
              <a:gd name="connsiteX25" fmla="*/ 196781 w 408845"/>
              <a:gd name="connsiteY25" fmla="*/ 85972 h 458518"/>
              <a:gd name="connsiteX26" fmla="*/ 150929 w 408845"/>
              <a:gd name="connsiteY26" fmla="*/ 42031 h 458518"/>
              <a:gd name="connsiteX27" fmla="*/ 137555 w 408845"/>
              <a:gd name="connsiteY27" fmla="*/ 55404 h 458518"/>
              <a:gd name="connsiteX28" fmla="*/ 191049 w 408845"/>
              <a:gd name="connsiteY28" fmla="*/ 108898 h 458518"/>
              <a:gd name="connsiteX29" fmla="*/ 194870 w 408845"/>
              <a:gd name="connsiteY29" fmla="*/ 110809 h 458518"/>
              <a:gd name="connsiteX30" fmla="*/ 194870 w 408845"/>
              <a:gd name="connsiteY30" fmla="*/ 212065 h 458518"/>
              <a:gd name="connsiteX31" fmla="*/ 106988 w 408845"/>
              <a:gd name="connsiteY31" fmla="*/ 162392 h 458518"/>
              <a:gd name="connsiteX32" fmla="*/ 106988 w 408845"/>
              <a:gd name="connsiteY32" fmla="*/ 158571 h 458518"/>
              <a:gd name="connsiteX33" fmla="*/ 87883 w 408845"/>
              <a:gd name="connsiteY33" fmla="*/ 84062 h 458518"/>
              <a:gd name="connsiteX34" fmla="*/ 68778 w 408845"/>
              <a:gd name="connsiteY34" fmla="*/ 89793 h 458518"/>
              <a:gd name="connsiteX35" fmla="*/ 85972 w 408845"/>
              <a:gd name="connsiteY35" fmla="*/ 150929 h 458518"/>
              <a:gd name="connsiteX36" fmla="*/ 11463 w 408845"/>
              <a:gd name="connsiteY36" fmla="*/ 106988 h 458518"/>
              <a:gd name="connsiteX37" fmla="*/ 1910 w 408845"/>
              <a:gd name="connsiteY37" fmla="*/ 122271 h 458518"/>
              <a:gd name="connsiteX38" fmla="*/ 76420 w 408845"/>
              <a:gd name="connsiteY38" fmla="*/ 164302 h 458518"/>
              <a:gd name="connsiteX39" fmla="*/ 15284 w 408845"/>
              <a:gd name="connsiteY39" fmla="*/ 181497 h 458518"/>
              <a:gd name="connsiteX40" fmla="*/ 21015 w 408845"/>
              <a:gd name="connsiteY40" fmla="*/ 200602 h 458518"/>
              <a:gd name="connsiteX41" fmla="*/ 95525 w 408845"/>
              <a:gd name="connsiteY41" fmla="*/ 181497 h 458518"/>
              <a:gd name="connsiteX42" fmla="*/ 99346 w 408845"/>
              <a:gd name="connsiteY42" fmla="*/ 179586 h 458518"/>
              <a:gd name="connsiteX43" fmla="*/ 185318 w 408845"/>
              <a:gd name="connsiteY43" fmla="*/ 229259 h 458518"/>
              <a:gd name="connsiteX44" fmla="*/ 97435 w 408845"/>
              <a:gd name="connsiteY44" fmla="*/ 278932 h 458518"/>
              <a:gd name="connsiteX45" fmla="*/ 93614 w 408845"/>
              <a:gd name="connsiteY45" fmla="*/ 277021 h 458518"/>
              <a:gd name="connsiteX46" fmla="*/ 19105 w 408845"/>
              <a:gd name="connsiteY46" fmla="*/ 257916 h 458518"/>
              <a:gd name="connsiteX47" fmla="*/ 13373 w 408845"/>
              <a:gd name="connsiteY47" fmla="*/ 277021 h 458518"/>
              <a:gd name="connsiteX48" fmla="*/ 74509 w 408845"/>
              <a:gd name="connsiteY48" fmla="*/ 294216 h 458518"/>
              <a:gd name="connsiteX49" fmla="*/ 0 w 408845"/>
              <a:gd name="connsiteY49" fmla="*/ 336247 h 458518"/>
              <a:gd name="connsiteX50" fmla="*/ 9552 w 408845"/>
              <a:gd name="connsiteY50" fmla="*/ 353441 h 458518"/>
              <a:gd name="connsiteX51" fmla="*/ 84062 w 408845"/>
              <a:gd name="connsiteY51" fmla="*/ 311410 h 458518"/>
              <a:gd name="connsiteX52" fmla="*/ 66867 w 408845"/>
              <a:gd name="connsiteY52" fmla="*/ 370635 h 458518"/>
              <a:gd name="connsiteX53" fmla="*/ 85972 w 408845"/>
              <a:gd name="connsiteY53" fmla="*/ 376367 h 458518"/>
              <a:gd name="connsiteX54" fmla="*/ 105077 w 408845"/>
              <a:gd name="connsiteY54" fmla="*/ 301858 h 458518"/>
              <a:gd name="connsiteX55" fmla="*/ 105077 w 408845"/>
              <a:gd name="connsiteY55" fmla="*/ 298037 h 458518"/>
              <a:gd name="connsiteX56" fmla="*/ 192960 w 408845"/>
              <a:gd name="connsiteY56" fmla="*/ 248364 h 458518"/>
              <a:gd name="connsiteX57" fmla="*/ 192960 w 408845"/>
              <a:gd name="connsiteY57" fmla="*/ 349620 h 458518"/>
              <a:gd name="connsiteX58" fmla="*/ 189139 w 408845"/>
              <a:gd name="connsiteY58" fmla="*/ 351530 h 458518"/>
              <a:gd name="connsiteX59" fmla="*/ 135645 w 408845"/>
              <a:gd name="connsiteY59" fmla="*/ 405024 h 458518"/>
              <a:gd name="connsiteX60" fmla="*/ 149018 w 408845"/>
              <a:gd name="connsiteY60" fmla="*/ 418398 h 458518"/>
              <a:gd name="connsiteX61" fmla="*/ 192960 w 408845"/>
              <a:gd name="connsiteY61" fmla="*/ 374456 h 458518"/>
              <a:gd name="connsiteX62" fmla="*/ 192960 w 408845"/>
              <a:gd name="connsiteY62" fmla="*/ 458518 h 458518"/>
              <a:gd name="connsiteX63" fmla="*/ 212065 w 408845"/>
              <a:gd name="connsiteY63" fmla="*/ 458518 h 458518"/>
              <a:gd name="connsiteX64" fmla="*/ 212065 w 408845"/>
              <a:gd name="connsiteY64" fmla="*/ 372546 h 458518"/>
              <a:gd name="connsiteX65" fmla="*/ 256006 w 408845"/>
              <a:gd name="connsiteY65" fmla="*/ 416487 h 458518"/>
              <a:gd name="connsiteX66" fmla="*/ 269379 w 408845"/>
              <a:gd name="connsiteY66" fmla="*/ 403114 h 458518"/>
              <a:gd name="connsiteX67" fmla="*/ 215886 w 408845"/>
              <a:gd name="connsiteY67" fmla="*/ 349620 h 458518"/>
              <a:gd name="connsiteX68" fmla="*/ 212065 w 408845"/>
              <a:gd name="connsiteY68" fmla="*/ 347710 h 458518"/>
              <a:gd name="connsiteX69" fmla="*/ 212065 w 408845"/>
              <a:gd name="connsiteY69" fmla="*/ 246453 h 458518"/>
              <a:gd name="connsiteX70" fmla="*/ 299947 w 408845"/>
              <a:gd name="connsiteY70" fmla="*/ 296126 h 458518"/>
              <a:gd name="connsiteX71" fmla="*/ 299947 w 408845"/>
              <a:gd name="connsiteY71" fmla="*/ 299947 h 458518"/>
              <a:gd name="connsiteX72" fmla="*/ 319052 w 408845"/>
              <a:gd name="connsiteY72" fmla="*/ 374456 h 458518"/>
              <a:gd name="connsiteX73" fmla="*/ 338157 w 408845"/>
              <a:gd name="connsiteY73" fmla="*/ 368725 h 458518"/>
              <a:gd name="connsiteX74" fmla="*/ 320963 w 408845"/>
              <a:gd name="connsiteY74" fmla="*/ 307589 h 458518"/>
              <a:gd name="connsiteX75" fmla="*/ 395472 w 408845"/>
              <a:gd name="connsiteY75" fmla="*/ 349620 h 458518"/>
              <a:gd name="connsiteX76" fmla="*/ 405024 w 408845"/>
              <a:gd name="connsiteY76" fmla="*/ 332426 h 458518"/>
              <a:gd name="connsiteX77" fmla="*/ 330515 w 408845"/>
              <a:gd name="connsiteY77" fmla="*/ 290395 h 458518"/>
              <a:gd name="connsiteX78" fmla="*/ 393561 w 408845"/>
              <a:gd name="connsiteY78" fmla="*/ 27702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08845" h="458518">
                <a:moveTo>
                  <a:pt x="393561" y="277021"/>
                </a:moveTo>
                <a:lnTo>
                  <a:pt x="387830" y="257916"/>
                </a:lnTo>
                <a:lnTo>
                  <a:pt x="313321" y="277021"/>
                </a:lnTo>
                <a:lnTo>
                  <a:pt x="309500" y="278932"/>
                </a:lnTo>
                <a:lnTo>
                  <a:pt x="223528" y="229259"/>
                </a:lnTo>
                <a:lnTo>
                  <a:pt x="311410" y="179586"/>
                </a:lnTo>
                <a:lnTo>
                  <a:pt x="315231" y="181497"/>
                </a:lnTo>
                <a:lnTo>
                  <a:pt x="389740" y="200602"/>
                </a:lnTo>
                <a:lnTo>
                  <a:pt x="395472" y="181497"/>
                </a:lnTo>
                <a:lnTo>
                  <a:pt x="334336" y="164302"/>
                </a:lnTo>
                <a:lnTo>
                  <a:pt x="408845" y="122271"/>
                </a:lnTo>
                <a:lnTo>
                  <a:pt x="399293" y="105077"/>
                </a:lnTo>
                <a:lnTo>
                  <a:pt x="324784" y="149018"/>
                </a:lnTo>
                <a:lnTo>
                  <a:pt x="341978" y="87883"/>
                </a:lnTo>
                <a:lnTo>
                  <a:pt x="322873" y="82151"/>
                </a:lnTo>
                <a:lnTo>
                  <a:pt x="303768" y="156660"/>
                </a:lnTo>
                <a:cubicBezTo>
                  <a:pt x="303768" y="158571"/>
                  <a:pt x="303768" y="160481"/>
                  <a:pt x="303768" y="160481"/>
                </a:cubicBezTo>
                <a:lnTo>
                  <a:pt x="215886" y="210154"/>
                </a:lnTo>
                <a:lnTo>
                  <a:pt x="215886" y="110809"/>
                </a:lnTo>
                <a:cubicBezTo>
                  <a:pt x="217796" y="110809"/>
                  <a:pt x="217796" y="108898"/>
                  <a:pt x="219707" y="108898"/>
                </a:cubicBezTo>
                <a:lnTo>
                  <a:pt x="273200" y="55404"/>
                </a:lnTo>
                <a:lnTo>
                  <a:pt x="259827" y="42031"/>
                </a:lnTo>
                <a:lnTo>
                  <a:pt x="215886" y="85972"/>
                </a:lnTo>
                <a:lnTo>
                  <a:pt x="215886" y="0"/>
                </a:lnTo>
                <a:lnTo>
                  <a:pt x="196781" y="0"/>
                </a:lnTo>
                <a:lnTo>
                  <a:pt x="196781" y="85972"/>
                </a:lnTo>
                <a:lnTo>
                  <a:pt x="150929" y="42031"/>
                </a:lnTo>
                <a:lnTo>
                  <a:pt x="137555" y="55404"/>
                </a:lnTo>
                <a:lnTo>
                  <a:pt x="191049" y="108898"/>
                </a:lnTo>
                <a:cubicBezTo>
                  <a:pt x="192960" y="110809"/>
                  <a:pt x="192960" y="110809"/>
                  <a:pt x="194870" y="110809"/>
                </a:cubicBezTo>
                <a:lnTo>
                  <a:pt x="194870" y="212065"/>
                </a:lnTo>
                <a:lnTo>
                  <a:pt x="106988" y="162392"/>
                </a:lnTo>
                <a:cubicBezTo>
                  <a:pt x="106988" y="160481"/>
                  <a:pt x="106988" y="158571"/>
                  <a:pt x="106988" y="158571"/>
                </a:cubicBezTo>
                <a:lnTo>
                  <a:pt x="87883" y="84062"/>
                </a:lnTo>
                <a:lnTo>
                  <a:pt x="68778" y="89793"/>
                </a:lnTo>
                <a:lnTo>
                  <a:pt x="85972" y="150929"/>
                </a:lnTo>
                <a:lnTo>
                  <a:pt x="11463" y="106988"/>
                </a:lnTo>
                <a:lnTo>
                  <a:pt x="1910" y="122271"/>
                </a:lnTo>
                <a:lnTo>
                  <a:pt x="76420" y="164302"/>
                </a:lnTo>
                <a:lnTo>
                  <a:pt x="15284" y="181497"/>
                </a:lnTo>
                <a:lnTo>
                  <a:pt x="21015" y="200602"/>
                </a:lnTo>
                <a:lnTo>
                  <a:pt x="95525" y="181497"/>
                </a:lnTo>
                <a:cubicBezTo>
                  <a:pt x="97435" y="181497"/>
                  <a:pt x="99346" y="179586"/>
                  <a:pt x="99346" y="179586"/>
                </a:cubicBezTo>
                <a:lnTo>
                  <a:pt x="185318" y="229259"/>
                </a:lnTo>
                <a:lnTo>
                  <a:pt x="97435" y="278932"/>
                </a:lnTo>
                <a:lnTo>
                  <a:pt x="93614" y="277021"/>
                </a:lnTo>
                <a:lnTo>
                  <a:pt x="19105" y="257916"/>
                </a:lnTo>
                <a:lnTo>
                  <a:pt x="13373" y="277021"/>
                </a:lnTo>
                <a:lnTo>
                  <a:pt x="74509" y="294216"/>
                </a:lnTo>
                <a:lnTo>
                  <a:pt x="0" y="336247"/>
                </a:lnTo>
                <a:lnTo>
                  <a:pt x="9552" y="353441"/>
                </a:lnTo>
                <a:lnTo>
                  <a:pt x="84062" y="311410"/>
                </a:lnTo>
                <a:lnTo>
                  <a:pt x="66867" y="370635"/>
                </a:lnTo>
                <a:lnTo>
                  <a:pt x="85972" y="376367"/>
                </a:lnTo>
                <a:lnTo>
                  <a:pt x="105077" y="301858"/>
                </a:lnTo>
                <a:cubicBezTo>
                  <a:pt x="105077" y="299947"/>
                  <a:pt x="105077" y="298037"/>
                  <a:pt x="105077" y="298037"/>
                </a:cubicBezTo>
                <a:lnTo>
                  <a:pt x="192960" y="248364"/>
                </a:lnTo>
                <a:lnTo>
                  <a:pt x="192960" y="349620"/>
                </a:lnTo>
                <a:cubicBezTo>
                  <a:pt x="191049" y="349620"/>
                  <a:pt x="191049" y="351530"/>
                  <a:pt x="189139" y="351530"/>
                </a:cubicBezTo>
                <a:lnTo>
                  <a:pt x="135645" y="405024"/>
                </a:lnTo>
                <a:lnTo>
                  <a:pt x="149018" y="418398"/>
                </a:lnTo>
                <a:lnTo>
                  <a:pt x="192960" y="374456"/>
                </a:lnTo>
                <a:lnTo>
                  <a:pt x="192960" y="458518"/>
                </a:lnTo>
                <a:lnTo>
                  <a:pt x="212065" y="458518"/>
                </a:lnTo>
                <a:lnTo>
                  <a:pt x="212065" y="372546"/>
                </a:lnTo>
                <a:lnTo>
                  <a:pt x="256006" y="416487"/>
                </a:lnTo>
                <a:lnTo>
                  <a:pt x="269379" y="403114"/>
                </a:lnTo>
                <a:lnTo>
                  <a:pt x="215886" y="349620"/>
                </a:lnTo>
                <a:cubicBezTo>
                  <a:pt x="213975" y="347710"/>
                  <a:pt x="213975" y="347710"/>
                  <a:pt x="212065" y="347710"/>
                </a:cubicBezTo>
                <a:lnTo>
                  <a:pt x="212065" y="246453"/>
                </a:lnTo>
                <a:lnTo>
                  <a:pt x="299947" y="296126"/>
                </a:lnTo>
                <a:cubicBezTo>
                  <a:pt x="299947" y="298037"/>
                  <a:pt x="299947" y="299947"/>
                  <a:pt x="299947" y="299947"/>
                </a:cubicBezTo>
                <a:lnTo>
                  <a:pt x="319052" y="374456"/>
                </a:lnTo>
                <a:lnTo>
                  <a:pt x="338157" y="368725"/>
                </a:lnTo>
                <a:lnTo>
                  <a:pt x="320963" y="307589"/>
                </a:lnTo>
                <a:lnTo>
                  <a:pt x="395472" y="349620"/>
                </a:lnTo>
                <a:lnTo>
                  <a:pt x="405024" y="332426"/>
                </a:lnTo>
                <a:lnTo>
                  <a:pt x="330515" y="290395"/>
                </a:lnTo>
                <a:lnTo>
                  <a:pt x="393561" y="27702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23" descr="Flower icon.">
            <a:extLst>
              <a:ext uri="{FF2B5EF4-FFF2-40B4-BE49-F238E27FC236}">
                <a16:creationId xmlns:a16="http://schemas.microsoft.com/office/drawing/2014/main" id="{73B369F8-3D77-4283-AEB3-C4746615BB10}"/>
              </a:ext>
            </a:extLst>
          </p:cNvPr>
          <p:cNvSpPr>
            <a:spLocks noChangeAspect="1"/>
          </p:cNvSpPr>
          <p:nvPr/>
        </p:nvSpPr>
        <p:spPr>
          <a:xfrm>
            <a:off x="3499841" y="2322464"/>
            <a:ext cx="277793" cy="459345"/>
          </a:xfrm>
          <a:custGeom>
            <a:avLst/>
            <a:gdLst>
              <a:gd name="connsiteX0" fmla="*/ 184855 w 273509"/>
              <a:gd name="connsiteY0" fmla="*/ 146685 h 452261"/>
              <a:gd name="connsiteX1" fmla="*/ 135812 w 273509"/>
              <a:gd name="connsiteY1" fmla="*/ 99528 h 452261"/>
              <a:gd name="connsiteX2" fmla="*/ 88655 w 273509"/>
              <a:gd name="connsiteY2" fmla="*/ 146685 h 452261"/>
              <a:gd name="connsiteX3" fmla="*/ 137698 w 273509"/>
              <a:gd name="connsiteY3" fmla="*/ 193842 h 452261"/>
              <a:gd name="connsiteX4" fmla="*/ 137698 w 273509"/>
              <a:gd name="connsiteY4" fmla="*/ 193842 h 452261"/>
              <a:gd name="connsiteX5" fmla="*/ 184855 w 273509"/>
              <a:gd name="connsiteY5" fmla="*/ 146685 h 452261"/>
              <a:gd name="connsiteX6" fmla="*/ 107518 w 273509"/>
              <a:gd name="connsiteY6" fmla="*/ 146685 h 452261"/>
              <a:gd name="connsiteX7" fmla="*/ 137698 w 273509"/>
              <a:gd name="connsiteY7" fmla="*/ 118391 h 452261"/>
              <a:gd name="connsiteX8" fmla="*/ 165992 w 273509"/>
              <a:gd name="connsiteY8" fmla="*/ 148571 h 452261"/>
              <a:gd name="connsiteX9" fmla="*/ 137698 w 273509"/>
              <a:gd name="connsiteY9" fmla="*/ 176866 h 452261"/>
              <a:gd name="connsiteX10" fmla="*/ 107518 w 273509"/>
              <a:gd name="connsiteY10" fmla="*/ 146685 h 452261"/>
              <a:gd name="connsiteX11" fmla="*/ 107518 w 273509"/>
              <a:gd name="connsiteY11" fmla="*/ 146685 h 452261"/>
              <a:gd name="connsiteX12" fmla="*/ 245216 w 273509"/>
              <a:gd name="connsiteY12" fmla="*/ 297587 h 452261"/>
              <a:gd name="connsiteX13" fmla="*/ 165992 w 273509"/>
              <a:gd name="connsiteY13" fmla="*/ 325881 h 452261"/>
              <a:gd name="connsiteX14" fmla="*/ 147129 w 273509"/>
              <a:gd name="connsiteY14" fmla="*/ 352289 h 452261"/>
              <a:gd name="connsiteX15" fmla="*/ 147129 w 273509"/>
              <a:gd name="connsiteY15" fmla="*/ 257975 h 452261"/>
              <a:gd name="connsiteX16" fmla="*/ 196173 w 273509"/>
              <a:gd name="connsiteY16" fmla="*/ 271179 h 452261"/>
              <a:gd name="connsiteX17" fmla="*/ 248988 w 273509"/>
              <a:gd name="connsiteY17" fmla="*/ 222136 h 452261"/>
              <a:gd name="connsiteX18" fmla="*/ 241443 w 273509"/>
              <a:gd name="connsiteY18" fmla="*/ 174979 h 452261"/>
              <a:gd name="connsiteX19" fmla="*/ 273510 w 273509"/>
              <a:gd name="connsiteY19" fmla="*/ 118391 h 452261"/>
              <a:gd name="connsiteX20" fmla="*/ 247102 w 273509"/>
              <a:gd name="connsiteY20" fmla="*/ 71234 h 452261"/>
              <a:gd name="connsiteX21" fmla="*/ 216922 w 273509"/>
              <a:gd name="connsiteY21" fmla="*/ 56144 h 452261"/>
              <a:gd name="connsiteX22" fmla="*/ 199945 w 273509"/>
              <a:gd name="connsiteY22" fmla="*/ 56144 h 452261"/>
              <a:gd name="connsiteX23" fmla="*/ 199945 w 273509"/>
              <a:gd name="connsiteY23" fmla="*/ 52371 h 452261"/>
              <a:gd name="connsiteX24" fmla="*/ 182969 w 273509"/>
              <a:gd name="connsiteY24" fmla="*/ 20305 h 452261"/>
              <a:gd name="connsiteX25" fmla="*/ 92427 w 273509"/>
              <a:gd name="connsiteY25" fmla="*/ 16532 h 452261"/>
              <a:gd name="connsiteX26" fmla="*/ 90541 w 273509"/>
              <a:gd name="connsiteY26" fmla="*/ 18418 h 452261"/>
              <a:gd name="connsiteX27" fmla="*/ 77337 w 273509"/>
              <a:gd name="connsiteY27" fmla="*/ 41054 h 452261"/>
              <a:gd name="connsiteX28" fmla="*/ 73565 w 273509"/>
              <a:gd name="connsiteY28" fmla="*/ 56144 h 452261"/>
              <a:gd name="connsiteX29" fmla="*/ 69792 w 273509"/>
              <a:gd name="connsiteY29" fmla="*/ 56144 h 452261"/>
              <a:gd name="connsiteX30" fmla="*/ 52816 w 273509"/>
              <a:gd name="connsiteY30" fmla="*/ 58030 h 452261"/>
              <a:gd name="connsiteX31" fmla="*/ 26408 w 273509"/>
              <a:gd name="connsiteY31" fmla="*/ 71234 h 452261"/>
              <a:gd name="connsiteX32" fmla="*/ 0 w 273509"/>
              <a:gd name="connsiteY32" fmla="*/ 118391 h 452261"/>
              <a:gd name="connsiteX33" fmla="*/ 32067 w 273509"/>
              <a:gd name="connsiteY33" fmla="*/ 174979 h 452261"/>
              <a:gd name="connsiteX34" fmla="*/ 24522 w 273509"/>
              <a:gd name="connsiteY34" fmla="*/ 222136 h 452261"/>
              <a:gd name="connsiteX35" fmla="*/ 77337 w 273509"/>
              <a:gd name="connsiteY35" fmla="*/ 273066 h 452261"/>
              <a:gd name="connsiteX36" fmla="*/ 128267 w 273509"/>
              <a:gd name="connsiteY36" fmla="*/ 259862 h 452261"/>
              <a:gd name="connsiteX37" fmla="*/ 128267 w 273509"/>
              <a:gd name="connsiteY37" fmla="*/ 352289 h 452261"/>
              <a:gd name="connsiteX38" fmla="*/ 111290 w 273509"/>
              <a:gd name="connsiteY38" fmla="*/ 325881 h 452261"/>
              <a:gd name="connsiteX39" fmla="*/ 32067 w 273509"/>
              <a:gd name="connsiteY39" fmla="*/ 297587 h 452261"/>
              <a:gd name="connsiteX40" fmla="*/ 32067 w 273509"/>
              <a:gd name="connsiteY40" fmla="*/ 297587 h 452261"/>
              <a:gd name="connsiteX41" fmla="*/ 11318 w 273509"/>
              <a:gd name="connsiteY41" fmla="*/ 318336 h 452261"/>
              <a:gd name="connsiteX42" fmla="*/ 39612 w 273509"/>
              <a:gd name="connsiteY42" fmla="*/ 395673 h 452261"/>
              <a:gd name="connsiteX43" fmla="*/ 113177 w 273509"/>
              <a:gd name="connsiteY43" fmla="*/ 423968 h 452261"/>
              <a:gd name="connsiteX44" fmla="*/ 122608 w 273509"/>
              <a:gd name="connsiteY44" fmla="*/ 423968 h 452261"/>
              <a:gd name="connsiteX45" fmla="*/ 130153 w 273509"/>
              <a:gd name="connsiteY45" fmla="*/ 423968 h 452261"/>
              <a:gd name="connsiteX46" fmla="*/ 130153 w 273509"/>
              <a:gd name="connsiteY46" fmla="*/ 452262 h 452261"/>
              <a:gd name="connsiteX47" fmla="*/ 149016 w 273509"/>
              <a:gd name="connsiteY47" fmla="*/ 452262 h 452261"/>
              <a:gd name="connsiteX48" fmla="*/ 149016 w 273509"/>
              <a:gd name="connsiteY48" fmla="*/ 423968 h 452261"/>
              <a:gd name="connsiteX49" fmla="*/ 156561 w 273509"/>
              <a:gd name="connsiteY49" fmla="*/ 423968 h 452261"/>
              <a:gd name="connsiteX50" fmla="*/ 165992 w 273509"/>
              <a:gd name="connsiteY50" fmla="*/ 423968 h 452261"/>
              <a:gd name="connsiteX51" fmla="*/ 239557 w 273509"/>
              <a:gd name="connsiteY51" fmla="*/ 395673 h 452261"/>
              <a:gd name="connsiteX52" fmla="*/ 267851 w 273509"/>
              <a:gd name="connsiteY52" fmla="*/ 316450 h 452261"/>
              <a:gd name="connsiteX53" fmla="*/ 245216 w 273509"/>
              <a:gd name="connsiteY53" fmla="*/ 297587 h 452261"/>
              <a:gd name="connsiteX54" fmla="*/ 52816 w 273509"/>
              <a:gd name="connsiteY54" fmla="*/ 382469 h 452261"/>
              <a:gd name="connsiteX55" fmla="*/ 30180 w 273509"/>
              <a:gd name="connsiteY55" fmla="*/ 318336 h 452261"/>
              <a:gd name="connsiteX56" fmla="*/ 33953 w 273509"/>
              <a:gd name="connsiteY56" fmla="*/ 316450 h 452261"/>
              <a:gd name="connsiteX57" fmla="*/ 98086 w 273509"/>
              <a:gd name="connsiteY57" fmla="*/ 339085 h 452261"/>
              <a:gd name="connsiteX58" fmla="*/ 120722 w 273509"/>
              <a:gd name="connsiteY58" fmla="*/ 405105 h 452261"/>
              <a:gd name="connsiteX59" fmla="*/ 52816 w 273509"/>
              <a:gd name="connsiteY59" fmla="*/ 382469 h 452261"/>
              <a:gd name="connsiteX60" fmla="*/ 79224 w 273509"/>
              <a:gd name="connsiteY60" fmla="*/ 252317 h 452261"/>
              <a:gd name="connsiteX61" fmla="*/ 41498 w 273509"/>
              <a:gd name="connsiteY61" fmla="*/ 216477 h 452261"/>
              <a:gd name="connsiteX62" fmla="*/ 49043 w 273509"/>
              <a:gd name="connsiteY62" fmla="*/ 180638 h 452261"/>
              <a:gd name="connsiteX63" fmla="*/ 52816 w 273509"/>
              <a:gd name="connsiteY63" fmla="*/ 169320 h 452261"/>
              <a:gd name="connsiteX64" fmla="*/ 45271 w 273509"/>
              <a:gd name="connsiteY64" fmla="*/ 159889 h 452261"/>
              <a:gd name="connsiteX65" fmla="*/ 18863 w 273509"/>
              <a:gd name="connsiteY65" fmla="*/ 118391 h 452261"/>
              <a:gd name="connsiteX66" fmla="*/ 35839 w 273509"/>
              <a:gd name="connsiteY66" fmla="*/ 84438 h 452261"/>
              <a:gd name="connsiteX67" fmla="*/ 86769 w 273509"/>
              <a:gd name="connsiteY67" fmla="*/ 75007 h 452261"/>
              <a:gd name="connsiteX68" fmla="*/ 92427 w 273509"/>
              <a:gd name="connsiteY68" fmla="*/ 65575 h 452261"/>
              <a:gd name="connsiteX69" fmla="*/ 96200 w 273509"/>
              <a:gd name="connsiteY69" fmla="*/ 48599 h 452261"/>
              <a:gd name="connsiteX70" fmla="*/ 105631 w 273509"/>
              <a:gd name="connsiteY70" fmla="*/ 31622 h 452261"/>
              <a:gd name="connsiteX71" fmla="*/ 169765 w 273509"/>
              <a:gd name="connsiteY71" fmla="*/ 31622 h 452261"/>
              <a:gd name="connsiteX72" fmla="*/ 169765 w 273509"/>
              <a:gd name="connsiteY72" fmla="*/ 31622 h 452261"/>
              <a:gd name="connsiteX73" fmla="*/ 181082 w 273509"/>
              <a:gd name="connsiteY73" fmla="*/ 56144 h 452261"/>
              <a:gd name="connsiteX74" fmla="*/ 181082 w 273509"/>
              <a:gd name="connsiteY74" fmla="*/ 58030 h 452261"/>
              <a:gd name="connsiteX75" fmla="*/ 186741 w 273509"/>
              <a:gd name="connsiteY75" fmla="*/ 73120 h 452261"/>
              <a:gd name="connsiteX76" fmla="*/ 201831 w 273509"/>
              <a:gd name="connsiteY76" fmla="*/ 73120 h 452261"/>
              <a:gd name="connsiteX77" fmla="*/ 213149 w 273509"/>
              <a:gd name="connsiteY77" fmla="*/ 73120 h 452261"/>
              <a:gd name="connsiteX78" fmla="*/ 233898 w 273509"/>
              <a:gd name="connsiteY78" fmla="*/ 84438 h 452261"/>
              <a:gd name="connsiteX79" fmla="*/ 252761 w 273509"/>
              <a:gd name="connsiteY79" fmla="*/ 118391 h 452261"/>
              <a:gd name="connsiteX80" fmla="*/ 230126 w 273509"/>
              <a:gd name="connsiteY80" fmla="*/ 158003 h 452261"/>
              <a:gd name="connsiteX81" fmla="*/ 220694 w 273509"/>
              <a:gd name="connsiteY81" fmla="*/ 169320 h 452261"/>
              <a:gd name="connsiteX82" fmla="*/ 222580 w 273509"/>
              <a:gd name="connsiteY82" fmla="*/ 184411 h 452261"/>
              <a:gd name="connsiteX83" fmla="*/ 228239 w 273509"/>
              <a:gd name="connsiteY83" fmla="*/ 218364 h 452261"/>
              <a:gd name="connsiteX84" fmla="*/ 190514 w 273509"/>
              <a:gd name="connsiteY84" fmla="*/ 254203 h 452261"/>
              <a:gd name="connsiteX85" fmla="*/ 149016 w 273509"/>
              <a:gd name="connsiteY85" fmla="*/ 239113 h 452261"/>
              <a:gd name="connsiteX86" fmla="*/ 133926 w 273509"/>
              <a:gd name="connsiteY86" fmla="*/ 231568 h 452261"/>
              <a:gd name="connsiteX87" fmla="*/ 133926 w 273509"/>
              <a:gd name="connsiteY87" fmla="*/ 231568 h 452261"/>
              <a:gd name="connsiteX88" fmla="*/ 118835 w 273509"/>
              <a:gd name="connsiteY88" fmla="*/ 239113 h 452261"/>
              <a:gd name="connsiteX89" fmla="*/ 79224 w 273509"/>
              <a:gd name="connsiteY89" fmla="*/ 252317 h 452261"/>
              <a:gd name="connsiteX90" fmla="*/ 247102 w 273509"/>
              <a:gd name="connsiteY90" fmla="*/ 318336 h 452261"/>
              <a:gd name="connsiteX91" fmla="*/ 224467 w 273509"/>
              <a:gd name="connsiteY91" fmla="*/ 382469 h 452261"/>
              <a:gd name="connsiteX92" fmla="*/ 156561 w 273509"/>
              <a:gd name="connsiteY92" fmla="*/ 405105 h 452261"/>
              <a:gd name="connsiteX93" fmla="*/ 179196 w 273509"/>
              <a:gd name="connsiteY93" fmla="*/ 339085 h 452261"/>
              <a:gd name="connsiteX94" fmla="*/ 243329 w 273509"/>
              <a:gd name="connsiteY94" fmla="*/ 316450 h 452261"/>
              <a:gd name="connsiteX95" fmla="*/ 247102 w 273509"/>
              <a:gd name="connsiteY95" fmla="*/ 318336 h 452261"/>
              <a:gd name="connsiteX96" fmla="*/ 247102 w 273509"/>
              <a:gd name="connsiteY96" fmla="*/ 318336 h 45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73509" h="452261">
                <a:moveTo>
                  <a:pt x="184855" y="146685"/>
                </a:moveTo>
                <a:cubicBezTo>
                  <a:pt x="184855" y="120277"/>
                  <a:pt x="164106" y="99528"/>
                  <a:pt x="135812" y="99528"/>
                </a:cubicBezTo>
                <a:cubicBezTo>
                  <a:pt x="107518" y="99528"/>
                  <a:pt x="88655" y="120277"/>
                  <a:pt x="88655" y="146685"/>
                </a:cubicBezTo>
                <a:cubicBezTo>
                  <a:pt x="88655" y="173093"/>
                  <a:pt x="109404" y="193842"/>
                  <a:pt x="137698" y="193842"/>
                </a:cubicBezTo>
                <a:lnTo>
                  <a:pt x="137698" y="193842"/>
                </a:lnTo>
                <a:cubicBezTo>
                  <a:pt x="164106" y="195728"/>
                  <a:pt x="184855" y="173093"/>
                  <a:pt x="184855" y="146685"/>
                </a:cubicBezTo>
                <a:close/>
                <a:moveTo>
                  <a:pt x="107518" y="146685"/>
                </a:moveTo>
                <a:cubicBezTo>
                  <a:pt x="107518" y="129709"/>
                  <a:pt x="120722" y="118391"/>
                  <a:pt x="137698" y="118391"/>
                </a:cubicBezTo>
                <a:cubicBezTo>
                  <a:pt x="154675" y="118391"/>
                  <a:pt x="165992" y="131595"/>
                  <a:pt x="165992" y="148571"/>
                </a:cubicBezTo>
                <a:cubicBezTo>
                  <a:pt x="165992" y="163662"/>
                  <a:pt x="152788" y="176866"/>
                  <a:pt x="137698" y="176866"/>
                </a:cubicBezTo>
                <a:cubicBezTo>
                  <a:pt x="120722" y="176866"/>
                  <a:pt x="107518" y="163662"/>
                  <a:pt x="107518" y="146685"/>
                </a:cubicBezTo>
                <a:cubicBezTo>
                  <a:pt x="107518" y="148571"/>
                  <a:pt x="107518" y="146685"/>
                  <a:pt x="107518" y="146685"/>
                </a:cubicBezTo>
                <a:close/>
                <a:moveTo>
                  <a:pt x="245216" y="297587"/>
                </a:moveTo>
                <a:cubicBezTo>
                  <a:pt x="215035" y="295701"/>
                  <a:pt x="186741" y="305132"/>
                  <a:pt x="165992" y="325881"/>
                </a:cubicBezTo>
                <a:cubicBezTo>
                  <a:pt x="158447" y="333426"/>
                  <a:pt x="150902" y="342858"/>
                  <a:pt x="147129" y="352289"/>
                </a:cubicBezTo>
                <a:lnTo>
                  <a:pt x="147129" y="257975"/>
                </a:lnTo>
                <a:cubicBezTo>
                  <a:pt x="160333" y="269293"/>
                  <a:pt x="179196" y="273066"/>
                  <a:pt x="196173" y="271179"/>
                </a:cubicBezTo>
                <a:cubicBezTo>
                  <a:pt x="222580" y="267407"/>
                  <a:pt x="243329" y="246658"/>
                  <a:pt x="248988" y="222136"/>
                </a:cubicBezTo>
                <a:cubicBezTo>
                  <a:pt x="252761" y="205160"/>
                  <a:pt x="248988" y="190069"/>
                  <a:pt x="241443" y="174979"/>
                </a:cubicBezTo>
                <a:cubicBezTo>
                  <a:pt x="262192" y="163662"/>
                  <a:pt x="273510" y="141026"/>
                  <a:pt x="273510" y="118391"/>
                </a:cubicBezTo>
                <a:cubicBezTo>
                  <a:pt x="273510" y="99528"/>
                  <a:pt x="264079" y="82552"/>
                  <a:pt x="247102" y="71234"/>
                </a:cubicBezTo>
                <a:cubicBezTo>
                  <a:pt x="237671" y="63689"/>
                  <a:pt x="228239" y="59916"/>
                  <a:pt x="216922" y="56144"/>
                </a:cubicBezTo>
                <a:cubicBezTo>
                  <a:pt x="211263" y="54258"/>
                  <a:pt x="205604" y="54258"/>
                  <a:pt x="199945" y="56144"/>
                </a:cubicBezTo>
                <a:cubicBezTo>
                  <a:pt x="199945" y="54258"/>
                  <a:pt x="199945" y="54258"/>
                  <a:pt x="199945" y="52371"/>
                </a:cubicBezTo>
                <a:cubicBezTo>
                  <a:pt x="198059" y="41054"/>
                  <a:pt x="192400" y="29736"/>
                  <a:pt x="182969" y="20305"/>
                </a:cubicBezTo>
                <a:cubicBezTo>
                  <a:pt x="160333" y="-6103"/>
                  <a:pt x="118835" y="-6103"/>
                  <a:pt x="92427" y="16532"/>
                </a:cubicBezTo>
                <a:cubicBezTo>
                  <a:pt x="92427" y="16532"/>
                  <a:pt x="92427" y="16532"/>
                  <a:pt x="90541" y="18418"/>
                </a:cubicBezTo>
                <a:cubicBezTo>
                  <a:pt x="84882" y="25964"/>
                  <a:pt x="81110" y="33509"/>
                  <a:pt x="77337" y="41054"/>
                </a:cubicBezTo>
                <a:cubicBezTo>
                  <a:pt x="75451" y="46713"/>
                  <a:pt x="75451" y="50485"/>
                  <a:pt x="73565" y="56144"/>
                </a:cubicBezTo>
                <a:lnTo>
                  <a:pt x="69792" y="56144"/>
                </a:lnTo>
                <a:cubicBezTo>
                  <a:pt x="64133" y="56144"/>
                  <a:pt x="58475" y="56144"/>
                  <a:pt x="52816" y="58030"/>
                </a:cubicBezTo>
                <a:cubicBezTo>
                  <a:pt x="39612" y="59916"/>
                  <a:pt x="26408" y="71234"/>
                  <a:pt x="26408" y="71234"/>
                </a:cubicBezTo>
                <a:cubicBezTo>
                  <a:pt x="11318" y="82552"/>
                  <a:pt x="1886" y="99528"/>
                  <a:pt x="0" y="118391"/>
                </a:cubicBezTo>
                <a:cubicBezTo>
                  <a:pt x="0" y="141026"/>
                  <a:pt x="11318" y="163662"/>
                  <a:pt x="32067" y="174979"/>
                </a:cubicBezTo>
                <a:cubicBezTo>
                  <a:pt x="22635" y="188183"/>
                  <a:pt x="20749" y="205160"/>
                  <a:pt x="24522" y="222136"/>
                </a:cubicBezTo>
                <a:cubicBezTo>
                  <a:pt x="30180" y="248544"/>
                  <a:pt x="50929" y="267407"/>
                  <a:pt x="77337" y="273066"/>
                </a:cubicBezTo>
                <a:cubicBezTo>
                  <a:pt x="96200" y="276838"/>
                  <a:pt x="115063" y="271179"/>
                  <a:pt x="128267" y="259862"/>
                </a:cubicBezTo>
                <a:lnTo>
                  <a:pt x="128267" y="352289"/>
                </a:lnTo>
                <a:cubicBezTo>
                  <a:pt x="124494" y="342858"/>
                  <a:pt x="116949" y="333426"/>
                  <a:pt x="111290" y="325881"/>
                </a:cubicBezTo>
                <a:cubicBezTo>
                  <a:pt x="90541" y="305132"/>
                  <a:pt x="62247" y="295701"/>
                  <a:pt x="32067" y="297587"/>
                </a:cubicBezTo>
                <a:lnTo>
                  <a:pt x="32067" y="297587"/>
                </a:lnTo>
                <a:cubicBezTo>
                  <a:pt x="20749" y="299473"/>
                  <a:pt x="13204" y="307018"/>
                  <a:pt x="11318" y="318336"/>
                </a:cubicBezTo>
                <a:cubicBezTo>
                  <a:pt x="9431" y="346630"/>
                  <a:pt x="18863" y="374924"/>
                  <a:pt x="39612" y="395673"/>
                </a:cubicBezTo>
                <a:cubicBezTo>
                  <a:pt x="58475" y="414536"/>
                  <a:pt x="84882" y="423968"/>
                  <a:pt x="113177" y="423968"/>
                </a:cubicBezTo>
                <a:lnTo>
                  <a:pt x="122608" y="423968"/>
                </a:lnTo>
                <a:lnTo>
                  <a:pt x="130153" y="423968"/>
                </a:lnTo>
                <a:lnTo>
                  <a:pt x="130153" y="452262"/>
                </a:lnTo>
                <a:lnTo>
                  <a:pt x="149016" y="452262"/>
                </a:lnTo>
                <a:lnTo>
                  <a:pt x="149016" y="423968"/>
                </a:lnTo>
                <a:lnTo>
                  <a:pt x="156561" y="423968"/>
                </a:lnTo>
                <a:lnTo>
                  <a:pt x="165992" y="423968"/>
                </a:lnTo>
                <a:cubicBezTo>
                  <a:pt x="192400" y="423968"/>
                  <a:pt x="218808" y="414536"/>
                  <a:pt x="239557" y="395673"/>
                </a:cubicBezTo>
                <a:cubicBezTo>
                  <a:pt x="260306" y="374924"/>
                  <a:pt x="269737" y="346630"/>
                  <a:pt x="267851" y="316450"/>
                </a:cubicBezTo>
                <a:cubicBezTo>
                  <a:pt x="264079" y="305132"/>
                  <a:pt x="254647" y="297587"/>
                  <a:pt x="245216" y="297587"/>
                </a:cubicBezTo>
                <a:close/>
                <a:moveTo>
                  <a:pt x="52816" y="382469"/>
                </a:moveTo>
                <a:cubicBezTo>
                  <a:pt x="35839" y="365493"/>
                  <a:pt x="28294" y="340971"/>
                  <a:pt x="30180" y="318336"/>
                </a:cubicBezTo>
                <a:cubicBezTo>
                  <a:pt x="30180" y="316450"/>
                  <a:pt x="32067" y="316450"/>
                  <a:pt x="33953" y="316450"/>
                </a:cubicBezTo>
                <a:cubicBezTo>
                  <a:pt x="58475" y="314564"/>
                  <a:pt x="81110" y="322109"/>
                  <a:pt x="98086" y="339085"/>
                </a:cubicBezTo>
                <a:cubicBezTo>
                  <a:pt x="115063" y="357948"/>
                  <a:pt x="122608" y="380583"/>
                  <a:pt x="120722" y="405105"/>
                </a:cubicBezTo>
                <a:cubicBezTo>
                  <a:pt x="94314" y="406991"/>
                  <a:pt x="69792" y="399446"/>
                  <a:pt x="52816" y="382469"/>
                </a:cubicBezTo>
                <a:close/>
                <a:moveTo>
                  <a:pt x="79224" y="252317"/>
                </a:moveTo>
                <a:cubicBezTo>
                  <a:pt x="60361" y="248544"/>
                  <a:pt x="45271" y="235340"/>
                  <a:pt x="41498" y="216477"/>
                </a:cubicBezTo>
                <a:cubicBezTo>
                  <a:pt x="37726" y="203273"/>
                  <a:pt x="41498" y="190069"/>
                  <a:pt x="49043" y="180638"/>
                </a:cubicBezTo>
                <a:cubicBezTo>
                  <a:pt x="52816" y="178752"/>
                  <a:pt x="52816" y="173093"/>
                  <a:pt x="52816" y="169320"/>
                </a:cubicBezTo>
                <a:cubicBezTo>
                  <a:pt x="50929" y="165548"/>
                  <a:pt x="49043" y="161775"/>
                  <a:pt x="45271" y="159889"/>
                </a:cubicBezTo>
                <a:cubicBezTo>
                  <a:pt x="28294" y="152344"/>
                  <a:pt x="18863" y="135367"/>
                  <a:pt x="18863" y="118391"/>
                </a:cubicBezTo>
                <a:cubicBezTo>
                  <a:pt x="18863" y="105187"/>
                  <a:pt x="26408" y="93869"/>
                  <a:pt x="35839" y="84438"/>
                </a:cubicBezTo>
                <a:cubicBezTo>
                  <a:pt x="60361" y="61803"/>
                  <a:pt x="81110" y="76893"/>
                  <a:pt x="86769" y="75007"/>
                </a:cubicBezTo>
                <a:cubicBezTo>
                  <a:pt x="90541" y="73120"/>
                  <a:pt x="92427" y="69348"/>
                  <a:pt x="92427" y="65575"/>
                </a:cubicBezTo>
                <a:cubicBezTo>
                  <a:pt x="92427" y="59916"/>
                  <a:pt x="94314" y="54258"/>
                  <a:pt x="96200" y="48599"/>
                </a:cubicBezTo>
                <a:cubicBezTo>
                  <a:pt x="98086" y="42940"/>
                  <a:pt x="99973" y="37281"/>
                  <a:pt x="105631" y="31622"/>
                </a:cubicBezTo>
                <a:cubicBezTo>
                  <a:pt x="122608" y="14646"/>
                  <a:pt x="152788" y="14646"/>
                  <a:pt x="169765" y="31622"/>
                </a:cubicBezTo>
                <a:lnTo>
                  <a:pt x="169765" y="31622"/>
                </a:lnTo>
                <a:cubicBezTo>
                  <a:pt x="175424" y="39167"/>
                  <a:pt x="179196" y="48599"/>
                  <a:pt x="181082" y="56144"/>
                </a:cubicBezTo>
                <a:lnTo>
                  <a:pt x="181082" y="58030"/>
                </a:lnTo>
                <a:cubicBezTo>
                  <a:pt x="181082" y="63689"/>
                  <a:pt x="182969" y="69348"/>
                  <a:pt x="186741" y="73120"/>
                </a:cubicBezTo>
                <a:cubicBezTo>
                  <a:pt x="192400" y="75007"/>
                  <a:pt x="198059" y="75007"/>
                  <a:pt x="201831" y="73120"/>
                </a:cubicBezTo>
                <a:cubicBezTo>
                  <a:pt x="205604" y="73120"/>
                  <a:pt x="209377" y="73120"/>
                  <a:pt x="213149" y="73120"/>
                </a:cubicBezTo>
                <a:cubicBezTo>
                  <a:pt x="220694" y="75007"/>
                  <a:pt x="228239" y="78779"/>
                  <a:pt x="233898" y="84438"/>
                </a:cubicBezTo>
                <a:cubicBezTo>
                  <a:pt x="245216" y="91983"/>
                  <a:pt x="250875" y="105187"/>
                  <a:pt x="252761" y="118391"/>
                </a:cubicBezTo>
                <a:cubicBezTo>
                  <a:pt x="252761" y="135367"/>
                  <a:pt x="245216" y="150458"/>
                  <a:pt x="230126" y="158003"/>
                </a:cubicBezTo>
                <a:cubicBezTo>
                  <a:pt x="226353" y="159889"/>
                  <a:pt x="222580" y="165548"/>
                  <a:pt x="220694" y="169320"/>
                </a:cubicBezTo>
                <a:cubicBezTo>
                  <a:pt x="218808" y="174979"/>
                  <a:pt x="220694" y="178752"/>
                  <a:pt x="222580" y="184411"/>
                </a:cubicBezTo>
                <a:cubicBezTo>
                  <a:pt x="228239" y="193842"/>
                  <a:pt x="230126" y="207046"/>
                  <a:pt x="228239" y="218364"/>
                </a:cubicBezTo>
                <a:cubicBezTo>
                  <a:pt x="224467" y="237226"/>
                  <a:pt x="209377" y="250430"/>
                  <a:pt x="190514" y="254203"/>
                </a:cubicBezTo>
                <a:cubicBezTo>
                  <a:pt x="175424" y="256089"/>
                  <a:pt x="158447" y="250430"/>
                  <a:pt x="149016" y="239113"/>
                </a:cubicBezTo>
                <a:cubicBezTo>
                  <a:pt x="145243" y="235340"/>
                  <a:pt x="139584" y="231568"/>
                  <a:pt x="133926" y="231568"/>
                </a:cubicBezTo>
                <a:lnTo>
                  <a:pt x="133926" y="231568"/>
                </a:lnTo>
                <a:cubicBezTo>
                  <a:pt x="128267" y="231568"/>
                  <a:pt x="122608" y="233454"/>
                  <a:pt x="118835" y="239113"/>
                </a:cubicBezTo>
                <a:cubicBezTo>
                  <a:pt x="111290" y="250430"/>
                  <a:pt x="96200" y="256089"/>
                  <a:pt x="79224" y="252317"/>
                </a:cubicBezTo>
                <a:close/>
                <a:moveTo>
                  <a:pt x="247102" y="318336"/>
                </a:moveTo>
                <a:cubicBezTo>
                  <a:pt x="248988" y="342858"/>
                  <a:pt x="241443" y="365493"/>
                  <a:pt x="224467" y="382469"/>
                </a:cubicBezTo>
                <a:cubicBezTo>
                  <a:pt x="205604" y="399446"/>
                  <a:pt x="181082" y="406991"/>
                  <a:pt x="156561" y="405105"/>
                </a:cubicBezTo>
                <a:cubicBezTo>
                  <a:pt x="154675" y="380583"/>
                  <a:pt x="162220" y="356062"/>
                  <a:pt x="179196" y="339085"/>
                </a:cubicBezTo>
                <a:cubicBezTo>
                  <a:pt x="196173" y="322109"/>
                  <a:pt x="220694" y="314564"/>
                  <a:pt x="243329" y="316450"/>
                </a:cubicBezTo>
                <a:cubicBezTo>
                  <a:pt x="245216" y="316450"/>
                  <a:pt x="245216" y="318336"/>
                  <a:pt x="247102" y="318336"/>
                </a:cubicBezTo>
                <a:lnTo>
                  <a:pt x="247102" y="318336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Graphic 86" descr="Plant icon.">
            <a:extLst>
              <a:ext uri="{FF2B5EF4-FFF2-40B4-BE49-F238E27FC236}">
                <a16:creationId xmlns:a16="http://schemas.microsoft.com/office/drawing/2014/main" id="{EA887200-7BF5-4482-80E5-6E2F61FBB020}"/>
              </a:ext>
            </a:extLst>
          </p:cNvPr>
          <p:cNvSpPr>
            <a:spLocks noChangeAspect="1"/>
          </p:cNvSpPr>
          <p:nvPr/>
        </p:nvSpPr>
        <p:spPr>
          <a:xfrm>
            <a:off x="4738837" y="2323053"/>
            <a:ext cx="244781" cy="458756"/>
          </a:xfrm>
          <a:custGeom>
            <a:avLst/>
            <a:gdLst>
              <a:gd name="connsiteX0" fmla="*/ 141376 w 244781"/>
              <a:gd name="connsiteY0" fmla="*/ 130152 h 458756"/>
              <a:gd name="connsiteX1" fmla="*/ 215886 w 244781"/>
              <a:gd name="connsiteY1" fmla="*/ 101495 h 458756"/>
              <a:gd name="connsiteX2" fmla="*/ 244543 w 244781"/>
              <a:gd name="connsiteY2" fmla="*/ 21254 h 458756"/>
              <a:gd name="connsiteX3" fmla="*/ 244543 w 244781"/>
              <a:gd name="connsiteY3" fmla="*/ 21254 h 458756"/>
              <a:gd name="connsiteX4" fmla="*/ 223528 w 244781"/>
              <a:gd name="connsiteY4" fmla="*/ 239 h 458756"/>
              <a:gd name="connsiteX5" fmla="*/ 143287 w 244781"/>
              <a:gd name="connsiteY5" fmla="*/ 28896 h 458756"/>
              <a:gd name="connsiteX6" fmla="*/ 114630 w 244781"/>
              <a:gd name="connsiteY6" fmla="*/ 101495 h 458756"/>
              <a:gd name="connsiteX7" fmla="*/ 114630 w 244781"/>
              <a:gd name="connsiteY7" fmla="*/ 101495 h 458756"/>
              <a:gd name="connsiteX8" fmla="*/ 114630 w 244781"/>
              <a:gd name="connsiteY8" fmla="*/ 116779 h 458756"/>
              <a:gd name="connsiteX9" fmla="*/ 105077 w 244781"/>
              <a:gd name="connsiteY9" fmla="*/ 107226 h 458756"/>
              <a:gd name="connsiteX10" fmla="*/ 24836 w 244781"/>
              <a:gd name="connsiteY10" fmla="*/ 78569 h 458756"/>
              <a:gd name="connsiteX11" fmla="*/ 24836 w 244781"/>
              <a:gd name="connsiteY11" fmla="*/ 78569 h 458756"/>
              <a:gd name="connsiteX12" fmla="*/ 3821 w 244781"/>
              <a:gd name="connsiteY12" fmla="*/ 99584 h 458756"/>
              <a:gd name="connsiteX13" fmla="*/ 32478 w 244781"/>
              <a:gd name="connsiteY13" fmla="*/ 177915 h 458756"/>
              <a:gd name="connsiteX14" fmla="*/ 106988 w 244781"/>
              <a:gd name="connsiteY14" fmla="*/ 206572 h 458756"/>
              <a:gd name="connsiteX15" fmla="*/ 114630 w 244781"/>
              <a:gd name="connsiteY15" fmla="*/ 206572 h 458756"/>
              <a:gd name="connsiteX16" fmla="*/ 114630 w 244781"/>
              <a:gd name="connsiteY16" fmla="*/ 258155 h 458756"/>
              <a:gd name="connsiteX17" fmla="*/ 19105 w 244781"/>
              <a:gd name="connsiteY17" fmla="*/ 258155 h 458756"/>
              <a:gd name="connsiteX18" fmla="*/ 0 w 244781"/>
              <a:gd name="connsiteY18" fmla="*/ 277260 h 458756"/>
              <a:gd name="connsiteX19" fmla="*/ 0 w 244781"/>
              <a:gd name="connsiteY19" fmla="*/ 305917 h 458756"/>
              <a:gd name="connsiteX20" fmla="*/ 17194 w 244781"/>
              <a:gd name="connsiteY20" fmla="*/ 325022 h 458756"/>
              <a:gd name="connsiteX21" fmla="*/ 28657 w 244781"/>
              <a:gd name="connsiteY21" fmla="*/ 441562 h 458756"/>
              <a:gd name="connsiteX22" fmla="*/ 47762 w 244781"/>
              <a:gd name="connsiteY22" fmla="*/ 458757 h 458756"/>
              <a:gd name="connsiteX23" fmla="*/ 192960 w 244781"/>
              <a:gd name="connsiteY23" fmla="*/ 458757 h 458756"/>
              <a:gd name="connsiteX24" fmla="*/ 212065 w 244781"/>
              <a:gd name="connsiteY24" fmla="*/ 441562 h 458756"/>
              <a:gd name="connsiteX25" fmla="*/ 219707 w 244781"/>
              <a:gd name="connsiteY25" fmla="*/ 325022 h 458756"/>
              <a:gd name="connsiteX26" fmla="*/ 219707 w 244781"/>
              <a:gd name="connsiteY26" fmla="*/ 325022 h 458756"/>
              <a:gd name="connsiteX27" fmla="*/ 238811 w 244781"/>
              <a:gd name="connsiteY27" fmla="*/ 305917 h 458756"/>
              <a:gd name="connsiteX28" fmla="*/ 238811 w 244781"/>
              <a:gd name="connsiteY28" fmla="*/ 277260 h 458756"/>
              <a:gd name="connsiteX29" fmla="*/ 219707 w 244781"/>
              <a:gd name="connsiteY29" fmla="*/ 258155 h 458756"/>
              <a:gd name="connsiteX30" fmla="*/ 133734 w 244781"/>
              <a:gd name="connsiteY30" fmla="*/ 258155 h 458756"/>
              <a:gd name="connsiteX31" fmla="*/ 133734 w 244781"/>
              <a:gd name="connsiteY31" fmla="*/ 130152 h 458756"/>
              <a:gd name="connsiteX32" fmla="*/ 141376 w 244781"/>
              <a:gd name="connsiteY32" fmla="*/ 130152 h 458756"/>
              <a:gd name="connsiteX33" fmla="*/ 156660 w 244781"/>
              <a:gd name="connsiteY33" fmla="*/ 42270 h 458756"/>
              <a:gd name="connsiteX34" fmla="*/ 221617 w 244781"/>
              <a:gd name="connsiteY34" fmla="*/ 19344 h 458756"/>
              <a:gd name="connsiteX35" fmla="*/ 223528 w 244781"/>
              <a:gd name="connsiteY35" fmla="*/ 21254 h 458756"/>
              <a:gd name="connsiteX36" fmla="*/ 200602 w 244781"/>
              <a:gd name="connsiteY36" fmla="*/ 88121 h 458756"/>
              <a:gd name="connsiteX37" fmla="*/ 131824 w 244781"/>
              <a:gd name="connsiteY37" fmla="*/ 111047 h 458756"/>
              <a:gd name="connsiteX38" fmla="*/ 156660 w 244781"/>
              <a:gd name="connsiteY38" fmla="*/ 42270 h 458756"/>
              <a:gd name="connsiteX39" fmla="*/ 45852 w 244781"/>
              <a:gd name="connsiteY39" fmla="*/ 164541 h 458756"/>
              <a:gd name="connsiteX40" fmla="*/ 22926 w 244781"/>
              <a:gd name="connsiteY40" fmla="*/ 99584 h 458756"/>
              <a:gd name="connsiteX41" fmla="*/ 26747 w 244781"/>
              <a:gd name="connsiteY41" fmla="*/ 95763 h 458756"/>
              <a:gd name="connsiteX42" fmla="*/ 91704 w 244781"/>
              <a:gd name="connsiteY42" fmla="*/ 118689 h 458756"/>
              <a:gd name="connsiteX43" fmla="*/ 114630 w 244781"/>
              <a:gd name="connsiteY43" fmla="*/ 187467 h 458756"/>
              <a:gd name="connsiteX44" fmla="*/ 45852 w 244781"/>
              <a:gd name="connsiteY44" fmla="*/ 164541 h 458756"/>
              <a:gd name="connsiteX45" fmla="*/ 191049 w 244781"/>
              <a:gd name="connsiteY45" fmla="*/ 439652 h 458756"/>
              <a:gd name="connsiteX46" fmla="*/ 47762 w 244781"/>
              <a:gd name="connsiteY46" fmla="*/ 439652 h 458756"/>
              <a:gd name="connsiteX47" fmla="*/ 38210 w 244781"/>
              <a:gd name="connsiteY47" fmla="*/ 325022 h 458756"/>
              <a:gd name="connsiteX48" fmla="*/ 200602 w 244781"/>
              <a:gd name="connsiteY48" fmla="*/ 325022 h 458756"/>
              <a:gd name="connsiteX49" fmla="*/ 191049 w 244781"/>
              <a:gd name="connsiteY49" fmla="*/ 439652 h 458756"/>
              <a:gd name="connsiteX50" fmla="*/ 219707 w 244781"/>
              <a:gd name="connsiteY50" fmla="*/ 277260 h 458756"/>
              <a:gd name="connsiteX51" fmla="*/ 219707 w 244781"/>
              <a:gd name="connsiteY51" fmla="*/ 305917 h 458756"/>
              <a:gd name="connsiteX52" fmla="*/ 19105 w 244781"/>
              <a:gd name="connsiteY52" fmla="*/ 305917 h 458756"/>
              <a:gd name="connsiteX53" fmla="*/ 19105 w 244781"/>
              <a:gd name="connsiteY53" fmla="*/ 277260 h 458756"/>
              <a:gd name="connsiteX54" fmla="*/ 219707 w 244781"/>
              <a:gd name="connsiteY54" fmla="*/ 277260 h 458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44781" h="458756">
                <a:moveTo>
                  <a:pt x="141376" y="130152"/>
                </a:moveTo>
                <a:cubicBezTo>
                  <a:pt x="168123" y="130152"/>
                  <a:pt x="194870" y="120600"/>
                  <a:pt x="215886" y="101495"/>
                </a:cubicBezTo>
                <a:cubicBezTo>
                  <a:pt x="236901" y="80479"/>
                  <a:pt x="246453" y="51822"/>
                  <a:pt x="244543" y="21254"/>
                </a:cubicBezTo>
                <a:lnTo>
                  <a:pt x="244543" y="21254"/>
                </a:lnTo>
                <a:cubicBezTo>
                  <a:pt x="244543" y="9791"/>
                  <a:pt x="234990" y="239"/>
                  <a:pt x="223528" y="239"/>
                </a:cubicBezTo>
                <a:cubicBezTo>
                  <a:pt x="192960" y="-1672"/>
                  <a:pt x="164302" y="7881"/>
                  <a:pt x="143287" y="28896"/>
                </a:cubicBezTo>
                <a:cubicBezTo>
                  <a:pt x="124182" y="48001"/>
                  <a:pt x="114630" y="74748"/>
                  <a:pt x="114630" y="101495"/>
                </a:cubicBezTo>
                <a:lnTo>
                  <a:pt x="114630" y="101495"/>
                </a:lnTo>
                <a:lnTo>
                  <a:pt x="114630" y="116779"/>
                </a:lnTo>
                <a:cubicBezTo>
                  <a:pt x="112719" y="114868"/>
                  <a:pt x="108898" y="109137"/>
                  <a:pt x="105077" y="107226"/>
                </a:cubicBezTo>
                <a:cubicBezTo>
                  <a:pt x="84062" y="86211"/>
                  <a:pt x="55404" y="74748"/>
                  <a:pt x="24836" y="78569"/>
                </a:cubicBezTo>
                <a:lnTo>
                  <a:pt x="24836" y="78569"/>
                </a:lnTo>
                <a:cubicBezTo>
                  <a:pt x="13373" y="78569"/>
                  <a:pt x="5731" y="88121"/>
                  <a:pt x="3821" y="99584"/>
                </a:cubicBezTo>
                <a:cubicBezTo>
                  <a:pt x="1910" y="128242"/>
                  <a:pt x="11463" y="156899"/>
                  <a:pt x="32478" y="177915"/>
                </a:cubicBezTo>
                <a:cubicBezTo>
                  <a:pt x="51583" y="197019"/>
                  <a:pt x="78330" y="206572"/>
                  <a:pt x="106988" y="206572"/>
                </a:cubicBezTo>
                <a:lnTo>
                  <a:pt x="114630" y="206572"/>
                </a:lnTo>
                <a:lnTo>
                  <a:pt x="114630" y="258155"/>
                </a:lnTo>
                <a:lnTo>
                  <a:pt x="19105" y="258155"/>
                </a:lnTo>
                <a:cubicBezTo>
                  <a:pt x="7642" y="258155"/>
                  <a:pt x="0" y="265797"/>
                  <a:pt x="0" y="277260"/>
                </a:cubicBezTo>
                <a:lnTo>
                  <a:pt x="0" y="305917"/>
                </a:lnTo>
                <a:cubicBezTo>
                  <a:pt x="0" y="315470"/>
                  <a:pt x="7642" y="325022"/>
                  <a:pt x="17194" y="325022"/>
                </a:cubicBezTo>
                <a:lnTo>
                  <a:pt x="28657" y="441562"/>
                </a:lnTo>
                <a:cubicBezTo>
                  <a:pt x="28657" y="451115"/>
                  <a:pt x="38210" y="458757"/>
                  <a:pt x="47762" y="458757"/>
                </a:cubicBezTo>
                <a:lnTo>
                  <a:pt x="192960" y="458757"/>
                </a:lnTo>
                <a:cubicBezTo>
                  <a:pt x="202512" y="458757"/>
                  <a:pt x="212065" y="451115"/>
                  <a:pt x="212065" y="441562"/>
                </a:cubicBezTo>
                <a:lnTo>
                  <a:pt x="219707" y="325022"/>
                </a:lnTo>
                <a:lnTo>
                  <a:pt x="219707" y="325022"/>
                </a:lnTo>
                <a:cubicBezTo>
                  <a:pt x="231170" y="325022"/>
                  <a:pt x="238811" y="317380"/>
                  <a:pt x="238811" y="305917"/>
                </a:cubicBezTo>
                <a:lnTo>
                  <a:pt x="238811" y="277260"/>
                </a:lnTo>
                <a:cubicBezTo>
                  <a:pt x="238811" y="265797"/>
                  <a:pt x="231170" y="258155"/>
                  <a:pt x="219707" y="258155"/>
                </a:cubicBezTo>
                <a:lnTo>
                  <a:pt x="133734" y="258155"/>
                </a:lnTo>
                <a:lnTo>
                  <a:pt x="133734" y="130152"/>
                </a:lnTo>
                <a:lnTo>
                  <a:pt x="141376" y="130152"/>
                </a:lnTo>
                <a:close/>
                <a:moveTo>
                  <a:pt x="156660" y="42270"/>
                </a:moveTo>
                <a:cubicBezTo>
                  <a:pt x="173855" y="25075"/>
                  <a:pt x="198691" y="17433"/>
                  <a:pt x="221617" y="19344"/>
                </a:cubicBezTo>
                <a:cubicBezTo>
                  <a:pt x="223528" y="19344"/>
                  <a:pt x="223528" y="21254"/>
                  <a:pt x="223528" y="21254"/>
                </a:cubicBezTo>
                <a:cubicBezTo>
                  <a:pt x="225438" y="46091"/>
                  <a:pt x="217796" y="69017"/>
                  <a:pt x="200602" y="88121"/>
                </a:cubicBezTo>
                <a:cubicBezTo>
                  <a:pt x="181497" y="105316"/>
                  <a:pt x="156660" y="112958"/>
                  <a:pt x="131824" y="111047"/>
                </a:cubicBezTo>
                <a:cubicBezTo>
                  <a:pt x="131824" y="86211"/>
                  <a:pt x="139466" y="61375"/>
                  <a:pt x="156660" y="42270"/>
                </a:cubicBezTo>
                <a:close/>
                <a:moveTo>
                  <a:pt x="45852" y="164541"/>
                </a:moveTo>
                <a:cubicBezTo>
                  <a:pt x="28657" y="147347"/>
                  <a:pt x="21015" y="124421"/>
                  <a:pt x="22926" y="99584"/>
                </a:cubicBezTo>
                <a:cubicBezTo>
                  <a:pt x="22926" y="97674"/>
                  <a:pt x="24836" y="97674"/>
                  <a:pt x="26747" y="95763"/>
                </a:cubicBezTo>
                <a:cubicBezTo>
                  <a:pt x="51583" y="93853"/>
                  <a:pt x="74509" y="101495"/>
                  <a:pt x="91704" y="118689"/>
                </a:cubicBezTo>
                <a:cubicBezTo>
                  <a:pt x="108898" y="137794"/>
                  <a:pt x="116540" y="162631"/>
                  <a:pt x="114630" y="187467"/>
                </a:cubicBezTo>
                <a:cubicBezTo>
                  <a:pt x="89793" y="191288"/>
                  <a:pt x="64957" y="181736"/>
                  <a:pt x="45852" y="164541"/>
                </a:cubicBezTo>
                <a:close/>
                <a:moveTo>
                  <a:pt x="191049" y="439652"/>
                </a:moveTo>
                <a:lnTo>
                  <a:pt x="47762" y="439652"/>
                </a:lnTo>
                <a:lnTo>
                  <a:pt x="38210" y="325022"/>
                </a:lnTo>
                <a:lnTo>
                  <a:pt x="200602" y="325022"/>
                </a:lnTo>
                <a:lnTo>
                  <a:pt x="191049" y="439652"/>
                </a:lnTo>
                <a:close/>
                <a:moveTo>
                  <a:pt x="219707" y="277260"/>
                </a:moveTo>
                <a:lnTo>
                  <a:pt x="219707" y="305917"/>
                </a:lnTo>
                <a:lnTo>
                  <a:pt x="19105" y="305917"/>
                </a:lnTo>
                <a:lnTo>
                  <a:pt x="19105" y="277260"/>
                </a:lnTo>
                <a:lnTo>
                  <a:pt x="219707" y="27726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83" descr="Leaf icon.">
            <a:extLst>
              <a:ext uri="{FF2B5EF4-FFF2-40B4-BE49-F238E27FC236}">
                <a16:creationId xmlns:a16="http://schemas.microsoft.com/office/drawing/2014/main" id="{0EC75342-2E5E-4174-8D69-C8D0FF316491}"/>
              </a:ext>
            </a:extLst>
          </p:cNvPr>
          <p:cNvSpPr>
            <a:spLocks noChangeAspect="1"/>
          </p:cNvSpPr>
          <p:nvPr/>
        </p:nvSpPr>
        <p:spPr>
          <a:xfrm>
            <a:off x="5959718" y="2324411"/>
            <a:ext cx="282767" cy="457398"/>
          </a:xfrm>
          <a:custGeom>
            <a:avLst/>
            <a:gdLst>
              <a:gd name="connsiteX0" fmla="*/ 281414 w 282767"/>
              <a:gd name="connsiteY0" fmla="*/ 209035 h 457398"/>
              <a:gd name="connsiteX1" fmla="*/ 235562 w 282767"/>
              <a:gd name="connsiteY1" fmla="*/ 79122 h 457398"/>
              <a:gd name="connsiteX2" fmla="*/ 153411 w 282767"/>
              <a:gd name="connsiteY2" fmla="*/ 2702 h 457398"/>
              <a:gd name="connsiteX3" fmla="*/ 140037 w 282767"/>
              <a:gd name="connsiteY3" fmla="*/ 791 h 457398"/>
              <a:gd name="connsiteX4" fmla="*/ 140037 w 282767"/>
              <a:gd name="connsiteY4" fmla="*/ 791 h 457398"/>
              <a:gd name="connsiteX5" fmla="*/ 126664 w 282767"/>
              <a:gd name="connsiteY5" fmla="*/ 4612 h 457398"/>
              <a:gd name="connsiteX6" fmla="*/ 44513 w 282767"/>
              <a:gd name="connsiteY6" fmla="*/ 81032 h 457398"/>
              <a:gd name="connsiteX7" fmla="*/ 571 w 282767"/>
              <a:gd name="connsiteY7" fmla="*/ 210945 h 457398"/>
              <a:gd name="connsiteX8" fmla="*/ 21587 w 282767"/>
              <a:gd name="connsiteY8" fmla="*/ 319843 h 457398"/>
              <a:gd name="connsiteX9" fmla="*/ 105648 w 282767"/>
              <a:gd name="connsiteY9" fmla="*/ 377158 h 457398"/>
              <a:gd name="connsiteX10" fmla="*/ 132395 w 282767"/>
              <a:gd name="connsiteY10" fmla="*/ 380979 h 457398"/>
              <a:gd name="connsiteX11" fmla="*/ 132395 w 282767"/>
              <a:gd name="connsiteY11" fmla="*/ 457399 h 457398"/>
              <a:gd name="connsiteX12" fmla="*/ 151500 w 282767"/>
              <a:gd name="connsiteY12" fmla="*/ 457399 h 457398"/>
              <a:gd name="connsiteX13" fmla="*/ 151500 w 282767"/>
              <a:gd name="connsiteY13" fmla="*/ 379069 h 457398"/>
              <a:gd name="connsiteX14" fmla="*/ 264219 w 282767"/>
              <a:gd name="connsiteY14" fmla="*/ 317933 h 457398"/>
              <a:gd name="connsiteX15" fmla="*/ 281414 w 282767"/>
              <a:gd name="connsiteY15" fmla="*/ 209035 h 457398"/>
              <a:gd name="connsiteX16" fmla="*/ 140037 w 282767"/>
              <a:gd name="connsiteY16" fmla="*/ 8433 h 457398"/>
              <a:gd name="connsiteX17" fmla="*/ 140037 w 282767"/>
              <a:gd name="connsiteY17" fmla="*/ 8433 h 457398"/>
              <a:gd name="connsiteX18" fmla="*/ 107559 w 282767"/>
              <a:gd name="connsiteY18" fmla="*/ 356143 h 457398"/>
              <a:gd name="connsiteX19" fmla="*/ 33050 w 282767"/>
              <a:gd name="connsiteY19" fmla="*/ 306470 h 457398"/>
              <a:gd name="connsiteX20" fmla="*/ 17766 w 282767"/>
              <a:gd name="connsiteY20" fmla="*/ 210945 h 457398"/>
              <a:gd name="connsiteX21" fmla="*/ 57886 w 282767"/>
              <a:gd name="connsiteY21" fmla="*/ 90584 h 457398"/>
              <a:gd name="connsiteX22" fmla="*/ 128574 w 282767"/>
              <a:gd name="connsiteY22" fmla="*/ 23717 h 457398"/>
              <a:gd name="connsiteX23" fmla="*/ 128574 w 282767"/>
              <a:gd name="connsiteY23" fmla="*/ 358053 h 457398"/>
              <a:gd name="connsiteX24" fmla="*/ 107559 w 282767"/>
              <a:gd name="connsiteY24" fmla="*/ 356143 h 457398"/>
              <a:gd name="connsiteX25" fmla="*/ 245114 w 282767"/>
              <a:gd name="connsiteY25" fmla="*/ 306470 h 457398"/>
              <a:gd name="connsiteX26" fmla="*/ 170605 w 282767"/>
              <a:gd name="connsiteY26" fmla="*/ 356143 h 457398"/>
              <a:gd name="connsiteX27" fmla="*/ 147679 w 282767"/>
              <a:gd name="connsiteY27" fmla="*/ 359964 h 457398"/>
              <a:gd name="connsiteX28" fmla="*/ 147679 w 282767"/>
              <a:gd name="connsiteY28" fmla="*/ 23717 h 457398"/>
              <a:gd name="connsiteX29" fmla="*/ 218367 w 282767"/>
              <a:gd name="connsiteY29" fmla="*/ 90584 h 457398"/>
              <a:gd name="connsiteX30" fmla="*/ 262309 w 282767"/>
              <a:gd name="connsiteY30" fmla="*/ 210945 h 457398"/>
              <a:gd name="connsiteX31" fmla="*/ 262309 w 282767"/>
              <a:gd name="connsiteY31" fmla="*/ 216677 h 457398"/>
              <a:gd name="connsiteX32" fmla="*/ 245114 w 282767"/>
              <a:gd name="connsiteY32" fmla="*/ 306470 h 45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82767" h="457398">
                <a:moveTo>
                  <a:pt x="281414" y="209035"/>
                </a:moveTo>
                <a:cubicBezTo>
                  <a:pt x="277593" y="163183"/>
                  <a:pt x="262309" y="119242"/>
                  <a:pt x="235562" y="79122"/>
                </a:cubicBezTo>
                <a:cubicBezTo>
                  <a:pt x="214546" y="46643"/>
                  <a:pt x="185889" y="21807"/>
                  <a:pt x="153411" y="2702"/>
                </a:cubicBezTo>
                <a:cubicBezTo>
                  <a:pt x="149590" y="791"/>
                  <a:pt x="143858" y="-1119"/>
                  <a:pt x="140037" y="791"/>
                </a:cubicBezTo>
                <a:lnTo>
                  <a:pt x="140037" y="791"/>
                </a:lnTo>
                <a:cubicBezTo>
                  <a:pt x="136216" y="791"/>
                  <a:pt x="130485" y="2702"/>
                  <a:pt x="126664" y="4612"/>
                </a:cubicBezTo>
                <a:cubicBezTo>
                  <a:pt x="94185" y="23717"/>
                  <a:pt x="65528" y="48554"/>
                  <a:pt x="44513" y="81032"/>
                </a:cubicBezTo>
                <a:cubicBezTo>
                  <a:pt x="19676" y="119242"/>
                  <a:pt x="4392" y="165094"/>
                  <a:pt x="571" y="210945"/>
                </a:cubicBezTo>
                <a:cubicBezTo>
                  <a:pt x="-1339" y="247245"/>
                  <a:pt x="571" y="287365"/>
                  <a:pt x="21587" y="319843"/>
                </a:cubicBezTo>
                <a:cubicBezTo>
                  <a:pt x="42602" y="348501"/>
                  <a:pt x="71260" y="369516"/>
                  <a:pt x="105648" y="377158"/>
                </a:cubicBezTo>
                <a:cubicBezTo>
                  <a:pt x="115201" y="379069"/>
                  <a:pt x="122843" y="380979"/>
                  <a:pt x="132395" y="380979"/>
                </a:cubicBezTo>
                <a:lnTo>
                  <a:pt x="132395" y="457399"/>
                </a:lnTo>
                <a:lnTo>
                  <a:pt x="151500" y="457399"/>
                </a:lnTo>
                <a:lnTo>
                  <a:pt x="151500" y="379069"/>
                </a:lnTo>
                <a:cubicBezTo>
                  <a:pt x="195441" y="377158"/>
                  <a:pt x="237472" y="354232"/>
                  <a:pt x="264219" y="317933"/>
                </a:cubicBezTo>
                <a:cubicBezTo>
                  <a:pt x="281414" y="283544"/>
                  <a:pt x="285235" y="247245"/>
                  <a:pt x="281414" y="209035"/>
                </a:cubicBezTo>
                <a:close/>
                <a:moveTo>
                  <a:pt x="140037" y="8433"/>
                </a:moveTo>
                <a:lnTo>
                  <a:pt x="140037" y="8433"/>
                </a:lnTo>
                <a:close/>
                <a:moveTo>
                  <a:pt x="107559" y="356143"/>
                </a:moveTo>
                <a:cubicBezTo>
                  <a:pt x="76991" y="348501"/>
                  <a:pt x="52155" y="331306"/>
                  <a:pt x="33050" y="306470"/>
                </a:cubicBezTo>
                <a:cubicBezTo>
                  <a:pt x="15855" y="277813"/>
                  <a:pt x="15855" y="245334"/>
                  <a:pt x="17766" y="210945"/>
                </a:cubicBezTo>
                <a:cubicBezTo>
                  <a:pt x="21587" y="168915"/>
                  <a:pt x="34960" y="126884"/>
                  <a:pt x="57886" y="90584"/>
                </a:cubicBezTo>
                <a:cubicBezTo>
                  <a:pt x="76991" y="63838"/>
                  <a:pt x="99917" y="40912"/>
                  <a:pt x="128574" y="23717"/>
                </a:cubicBezTo>
                <a:lnTo>
                  <a:pt x="128574" y="358053"/>
                </a:lnTo>
                <a:cubicBezTo>
                  <a:pt x="122843" y="358053"/>
                  <a:pt x="115201" y="356143"/>
                  <a:pt x="107559" y="356143"/>
                </a:cubicBezTo>
                <a:close/>
                <a:moveTo>
                  <a:pt x="245114" y="306470"/>
                </a:moveTo>
                <a:cubicBezTo>
                  <a:pt x="227920" y="331306"/>
                  <a:pt x="201173" y="348501"/>
                  <a:pt x="170605" y="356143"/>
                </a:cubicBezTo>
                <a:cubicBezTo>
                  <a:pt x="162963" y="358053"/>
                  <a:pt x="155321" y="359964"/>
                  <a:pt x="147679" y="359964"/>
                </a:cubicBezTo>
                <a:lnTo>
                  <a:pt x="147679" y="23717"/>
                </a:lnTo>
                <a:cubicBezTo>
                  <a:pt x="176337" y="40912"/>
                  <a:pt x="201173" y="63838"/>
                  <a:pt x="218367" y="90584"/>
                </a:cubicBezTo>
                <a:cubicBezTo>
                  <a:pt x="241293" y="126884"/>
                  <a:pt x="258488" y="168915"/>
                  <a:pt x="262309" y="210945"/>
                </a:cubicBezTo>
                <a:lnTo>
                  <a:pt x="262309" y="216677"/>
                </a:lnTo>
                <a:cubicBezTo>
                  <a:pt x="264219" y="249155"/>
                  <a:pt x="262309" y="277813"/>
                  <a:pt x="245114" y="30647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Graphic 90" descr="Sprout icon.">
            <a:extLst>
              <a:ext uri="{FF2B5EF4-FFF2-40B4-BE49-F238E27FC236}">
                <a16:creationId xmlns:a16="http://schemas.microsoft.com/office/drawing/2014/main" id="{F609E1EF-7017-4ADB-AD15-44224C6D1080}"/>
              </a:ext>
            </a:extLst>
          </p:cNvPr>
          <p:cNvSpPr>
            <a:spLocks noChangeAspect="1"/>
          </p:cNvSpPr>
          <p:nvPr/>
        </p:nvSpPr>
        <p:spPr>
          <a:xfrm>
            <a:off x="7174058" y="2322649"/>
            <a:ext cx="308879" cy="459160"/>
          </a:xfrm>
          <a:custGeom>
            <a:avLst/>
            <a:gdLst>
              <a:gd name="connsiteX0" fmla="*/ 308231 w 308879"/>
              <a:gd name="connsiteY0" fmla="*/ 145840 h 459160"/>
              <a:gd name="connsiteX1" fmla="*/ 283395 w 308879"/>
              <a:gd name="connsiteY1" fmla="*/ 121003 h 459160"/>
              <a:gd name="connsiteX2" fmla="*/ 182139 w 308879"/>
              <a:gd name="connsiteY2" fmla="*/ 157302 h 459160"/>
              <a:gd name="connsiteX3" fmla="*/ 164944 w 308879"/>
              <a:gd name="connsiteY3" fmla="*/ 180228 h 459160"/>
              <a:gd name="connsiteX4" fmla="*/ 164944 w 308879"/>
              <a:gd name="connsiteY4" fmla="*/ 143929 h 459160"/>
              <a:gd name="connsiteX5" fmla="*/ 128645 w 308879"/>
              <a:gd name="connsiteY5" fmla="*/ 36942 h 459160"/>
              <a:gd name="connsiteX6" fmla="*/ 25479 w 308879"/>
              <a:gd name="connsiteY6" fmla="*/ 642 h 459160"/>
              <a:gd name="connsiteX7" fmla="*/ 25479 w 308879"/>
              <a:gd name="connsiteY7" fmla="*/ 642 h 459160"/>
              <a:gd name="connsiteX8" fmla="*/ 642 w 308879"/>
              <a:gd name="connsiteY8" fmla="*/ 25479 h 459160"/>
              <a:gd name="connsiteX9" fmla="*/ 36942 w 308879"/>
              <a:gd name="connsiteY9" fmla="*/ 128645 h 459160"/>
              <a:gd name="connsiteX10" fmla="*/ 132466 w 308879"/>
              <a:gd name="connsiteY10" fmla="*/ 164944 h 459160"/>
              <a:gd name="connsiteX11" fmla="*/ 143929 w 308879"/>
              <a:gd name="connsiteY11" fmla="*/ 164944 h 459160"/>
              <a:gd name="connsiteX12" fmla="*/ 145840 w 308879"/>
              <a:gd name="connsiteY12" fmla="*/ 164944 h 459160"/>
              <a:gd name="connsiteX13" fmla="*/ 145840 w 308879"/>
              <a:gd name="connsiteY13" fmla="*/ 281484 h 459160"/>
              <a:gd name="connsiteX14" fmla="*/ 128645 w 308879"/>
              <a:gd name="connsiteY14" fmla="*/ 258559 h 459160"/>
              <a:gd name="connsiteX15" fmla="*/ 25479 w 308879"/>
              <a:gd name="connsiteY15" fmla="*/ 222259 h 459160"/>
              <a:gd name="connsiteX16" fmla="*/ 25479 w 308879"/>
              <a:gd name="connsiteY16" fmla="*/ 222259 h 459160"/>
              <a:gd name="connsiteX17" fmla="*/ 2553 w 308879"/>
              <a:gd name="connsiteY17" fmla="*/ 247096 h 459160"/>
              <a:gd name="connsiteX18" fmla="*/ 38852 w 308879"/>
              <a:gd name="connsiteY18" fmla="*/ 350262 h 459160"/>
              <a:gd name="connsiteX19" fmla="*/ 134377 w 308879"/>
              <a:gd name="connsiteY19" fmla="*/ 386562 h 459160"/>
              <a:gd name="connsiteX20" fmla="*/ 145840 w 308879"/>
              <a:gd name="connsiteY20" fmla="*/ 386562 h 459160"/>
              <a:gd name="connsiteX21" fmla="*/ 147750 w 308879"/>
              <a:gd name="connsiteY21" fmla="*/ 386562 h 459160"/>
              <a:gd name="connsiteX22" fmla="*/ 147750 w 308879"/>
              <a:gd name="connsiteY22" fmla="*/ 459160 h 459160"/>
              <a:gd name="connsiteX23" fmla="*/ 166855 w 308879"/>
              <a:gd name="connsiteY23" fmla="*/ 459160 h 459160"/>
              <a:gd name="connsiteX24" fmla="*/ 166855 w 308879"/>
              <a:gd name="connsiteY24" fmla="*/ 283395 h 459160"/>
              <a:gd name="connsiteX25" fmla="*/ 168765 w 308879"/>
              <a:gd name="connsiteY25" fmla="*/ 283395 h 459160"/>
              <a:gd name="connsiteX26" fmla="*/ 180228 w 308879"/>
              <a:gd name="connsiteY26" fmla="*/ 283395 h 459160"/>
              <a:gd name="connsiteX27" fmla="*/ 275753 w 308879"/>
              <a:gd name="connsiteY27" fmla="*/ 247096 h 459160"/>
              <a:gd name="connsiteX28" fmla="*/ 308231 w 308879"/>
              <a:gd name="connsiteY28" fmla="*/ 145840 h 459160"/>
              <a:gd name="connsiteX29" fmla="*/ 145840 w 308879"/>
              <a:gd name="connsiteY29" fmla="*/ 363636 h 459160"/>
              <a:gd name="connsiteX30" fmla="*/ 145840 w 308879"/>
              <a:gd name="connsiteY30" fmla="*/ 365546 h 459160"/>
              <a:gd name="connsiteX31" fmla="*/ 143929 w 308879"/>
              <a:gd name="connsiteY31" fmla="*/ 365546 h 459160"/>
              <a:gd name="connsiteX32" fmla="*/ 52225 w 308879"/>
              <a:gd name="connsiteY32" fmla="*/ 334978 h 459160"/>
              <a:gd name="connsiteX33" fmla="*/ 21658 w 308879"/>
              <a:gd name="connsiteY33" fmla="*/ 247096 h 459160"/>
              <a:gd name="connsiteX34" fmla="*/ 27389 w 308879"/>
              <a:gd name="connsiteY34" fmla="*/ 241364 h 459160"/>
              <a:gd name="connsiteX35" fmla="*/ 115272 w 308879"/>
              <a:gd name="connsiteY35" fmla="*/ 271932 h 459160"/>
              <a:gd name="connsiteX36" fmla="*/ 145840 w 308879"/>
              <a:gd name="connsiteY36" fmla="*/ 363636 h 459160"/>
              <a:gd name="connsiteX37" fmla="*/ 143929 w 308879"/>
              <a:gd name="connsiteY37" fmla="*/ 143929 h 459160"/>
              <a:gd name="connsiteX38" fmla="*/ 52225 w 308879"/>
              <a:gd name="connsiteY38" fmla="*/ 113361 h 459160"/>
              <a:gd name="connsiteX39" fmla="*/ 19747 w 308879"/>
              <a:gd name="connsiteY39" fmla="*/ 27389 h 459160"/>
              <a:gd name="connsiteX40" fmla="*/ 27389 w 308879"/>
              <a:gd name="connsiteY40" fmla="*/ 19747 h 459160"/>
              <a:gd name="connsiteX41" fmla="*/ 115272 w 308879"/>
              <a:gd name="connsiteY41" fmla="*/ 50315 h 459160"/>
              <a:gd name="connsiteX42" fmla="*/ 145840 w 308879"/>
              <a:gd name="connsiteY42" fmla="*/ 142019 h 459160"/>
              <a:gd name="connsiteX43" fmla="*/ 145840 w 308879"/>
              <a:gd name="connsiteY43" fmla="*/ 143929 h 459160"/>
              <a:gd name="connsiteX44" fmla="*/ 143929 w 308879"/>
              <a:gd name="connsiteY44" fmla="*/ 143929 h 459160"/>
              <a:gd name="connsiteX45" fmla="*/ 258559 w 308879"/>
              <a:gd name="connsiteY45" fmla="*/ 233722 h 459160"/>
              <a:gd name="connsiteX46" fmla="*/ 166855 w 308879"/>
              <a:gd name="connsiteY46" fmla="*/ 264290 h 459160"/>
              <a:gd name="connsiteX47" fmla="*/ 164944 w 308879"/>
              <a:gd name="connsiteY47" fmla="*/ 264290 h 459160"/>
              <a:gd name="connsiteX48" fmla="*/ 164944 w 308879"/>
              <a:gd name="connsiteY48" fmla="*/ 262380 h 459160"/>
              <a:gd name="connsiteX49" fmla="*/ 195512 w 308879"/>
              <a:gd name="connsiteY49" fmla="*/ 170676 h 459160"/>
              <a:gd name="connsiteX50" fmla="*/ 283395 w 308879"/>
              <a:gd name="connsiteY50" fmla="*/ 140108 h 459160"/>
              <a:gd name="connsiteX51" fmla="*/ 289126 w 308879"/>
              <a:gd name="connsiteY51" fmla="*/ 145840 h 459160"/>
              <a:gd name="connsiteX52" fmla="*/ 258559 w 308879"/>
              <a:gd name="connsiteY52" fmla="*/ 233722 h 45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08879" h="459160">
                <a:moveTo>
                  <a:pt x="308231" y="145840"/>
                </a:moveTo>
                <a:cubicBezTo>
                  <a:pt x="306321" y="132466"/>
                  <a:pt x="296768" y="122914"/>
                  <a:pt x="283395" y="121003"/>
                </a:cubicBezTo>
                <a:cubicBezTo>
                  <a:pt x="245185" y="117182"/>
                  <a:pt x="208886" y="130556"/>
                  <a:pt x="182139" y="157302"/>
                </a:cubicBezTo>
                <a:cubicBezTo>
                  <a:pt x="174497" y="164944"/>
                  <a:pt x="168765" y="172586"/>
                  <a:pt x="164944" y="180228"/>
                </a:cubicBezTo>
                <a:lnTo>
                  <a:pt x="164944" y="143929"/>
                </a:lnTo>
                <a:cubicBezTo>
                  <a:pt x="168765" y="105719"/>
                  <a:pt x="155392" y="65599"/>
                  <a:pt x="128645" y="36942"/>
                </a:cubicBezTo>
                <a:cubicBezTo>
                  <a:pt x="101898" y="10195"/>
                  <a:pt x="63688" y="-3179"/>
                  <a:pt x="25479" y="642"/>
                </a:cubicBezTo>
                <a:lnTo>
                  <a:pt x="25479" y="642"/>
                </a:lnTo>
                <a:cubicBezTo>
                  <a:pt x="12105" y="2553"/>
                  <a:pt x="2553" y="12105"/>
                  <a:pt x="642" y="25479"/>
                </a:cubicBezTo>
                <a:cubicBezTo>
                  <a:pt x="-3179" y="63688"/>
                  <a:pt x="10195" y="99988"/>
                  <a:pt x="36942" y="128645"/>
                </a:cubicBezTo>
                <a:cubicBezTo>
                  <a:pt x="61778" y="153482"/>
                  <a:pt x="96167" y="166855"/>
                  <a:pt x="132466" y="164944"/>
                </a:cubicBezTo>
                <a:cubicBezTo>
                  <a:pt x="136287" y="164944"/>
                  <a:pt x="140108" y="164944"/>
                  <a:pt x="143929" y="164944"/>
                </a:cubicBezTo>
                <a:lnTo>
                  <a:pt x="145840" y="164944"/>
                </a:lnTo>
                <a:lnTo>
                  <a:pt x="145840" y="281484"/>
                </a:lnTo>
                <a:cubicBezTo>
                  <a:pt x="140108" y="273842"/>
                  <a:pt x="134377" y="266201"/>
                  <a:pt x="128645" y="258559"/>
                </a:cubicBezTo>
                <a:cubicBezTo>
                  <a:pt x="101898" y="231812"/>
                  <a:pt x="63688" y="218438"/>
                  <a:pt x="25479" y="222259"/>
                </a:cubicBezTo>
                <a:lnTo>
                  <a:pt x="25479" y="222259"/>
                </a:lnTo>
                <a:cubicBezTo>
                  <a:pt x="14016" y="222259"/>
                  <a:pt x="2553" y="233722"/>
                  <a:pt x="2553" y="247096"/>
                </a:cubicBezTo>
                <a:cubicBezTo>
                  <a:pt x="-1268" y="285305"/>
                  <a:pt x="12105" y="321605"/>
                  <a:pt x="38852" y="350262"/>
                </a:cubicBezTo>
                <a:cubicBezTo>
                  <a:pt x="63688" y="375099"/>
                  <a:pt x="98077" y="388472"/>
                  <a:pt x="134377" y="386562"/>
                </a:cubicBezTo>
                <a:lnTo>
                  <a:pt x="145840" y="386562"/>
                </a:lnTo>
                <a:lnTo>
                  <a:pt x="147750" y="386562"/>
                </a:lnTo>
                <a:lnTo>
                  <a:pt x="147750" y="459160"/>
                </a:lnTo>
                <a:lnTo>
                  <a:pt x="166855" y="459160"/>
                </a:lnTo>
                <a:lnTo>
                  <a:pt x="166855" y="283395"/>
                </a:lnTo>
                <a:lnTo>
                  <a:pt x="168765" y="283395"/>
                </a:lnTo>
                <a:lnTo>
                  <a:pt x="180228" y="283395"/>
                </a:lnTo>
                <a:cubicBezTo>
                  <a:pt x="216528" y="285305"/>
                  <a:pt x="250917" y="271932"/>
                  <a:pt x="275753" y="247096"/>
                </a:cubicBezTo>
                <a:cubicBezTo>
                  <a:pt x="298679" y="220349"/>
                  <a:pt x="312052" y="182139"/>
                  <a:pt x="308231" y="145840"/>
                </a:cubicBezTo>
                <a:close/>
                <a:moveTo>
                  <a:pt x="145840" y="363636"/>
                </a:moveTo>
                <a:lnTo>
                  <a:pt x="145840" y="365546"/>
                </a:lnTo>
                <a:lnTo>
                  <a:pt x="143929" y="365546"/>
                </a:lnTo>
                <a:cubicBezTo>
                  <a:pt x="109540" y="369367"/>
                  <a:pt x="77062" y="357904"/>
                  <a:pt x="52225" y="334978"/>
                </a:cubicBezTo>
                <a:cubicBezTo>
                  <a:pt x="29300" y="312052"/>
                  <a:pt x="17837" y="279574"/>
                  <a:pt x="21658" y="247096"/>
                </a:cubicBezTo>
                <a:cubicBezTo>
                  <a:pt x="21658" y="243275"/>
                  <a:pt x="25479" y="241364"/>
                  <a:pt x="27389" y="241364"/>
                </a:cubicBezTo>
                <a:cubicBezTo>
                  <a:pt x="59867" y="237543"/>
                  <a:pt x="92346" y="249006"/>
                  <a:pt x="115272" y="271932"/>
                </a:cubicBezTo>
                <a:cubicBezTo>
                  <a:pt x="138198" y="296768"/>
                  <a:pt x="149661" y="329247"/>
                  <a:pt x="145840" y="363636"/>
                </a:cubicBezTo>
                <a:close/>
                <a:moveTo>
                  <a:pt x="143929" y="143929"/>
                </a:moveTo>
                <a:cubicBezTo>
                  <a:pt x="109540" y="147750"/>
                  <a:pt x="75151" y="136287"/>
                  <a:pt x="52225" y="113361"/>
                </a:cubicBezTo>
                <a:cubicBezTo>
                  <a:pt x="29300" y="90435"/>
                  <a:pt x="17837" y="57957"/>
                  <a:pt x="19747" y="27389"/>
                </a:cubicBezTo>
                <a:cubicBezTo>
                  <a:pt x="21658" y="23568"/>
                  <a:pt x="23568" y="19747"/>
                  <a:pt x="27389" y="19747"/>
                </a:cubicBezTo>
                <a:cubicBezTo>
                  <a:pt x="59867" y="17837"/>
                  <a:pt x="90435" y="29300"/>
                  <a:pt x="115272" y="50315"/>
                </a:cubicBezTo>
                <a:cubicBezTo>
                  <a:pt x="138198" y="75151"/>
                  <a:pt x="149661" y="107630"/>
                  <a:pt x="145840" y="142019"/>
                </a:cubicBezTo>
                <a:lnTo>
                  <a:pt x="145840" y="143929"/>
                </a:lnTo>
                <a:lnTo>
                  <a:pt x="143929" y="143929"/>
                </a:lnTo>
                <a:close/>
                <a:moveTo>
                  <a:pt x="258559" y="233722"/>
                </a:moveTo>
                <a:cubicBezTo>
                  <a:pt x="233722" y="256648"/>
                  <a:pt x="201244" y="268111"/>
                  <a:pt x="166855" y="264290"/>
                </a:cubicBezTo>
                <a:lnTo>
                  <a:pt x="164944" y="264290"/>
                </a:lnTo>
                <a:lnTo>
                  <a:pt x="164944" y="262380"/>
                </a:lnTo>
                <a:cubicBezTo>
                  <a:pt x="161123" y="229901"/>
                  <a:pt x="172586" y="195512"/>
                  <a:pt x="195512" y="170676"/>
                </a:cubicBezTo>
                <a:cubicBezTo>
                  <a:pt x="218438" y="147750"/>
                  <a:pt x="250917" y="136287"/>
                  <a:pt x="283395" y="140108"/>
                </a:cubicBezTo>
                <a:cubicBezTo>
                  <a:pt x="287216" y="140108"/>
                  <a:pt x="289126" y="143929"/>
                  <a:pt x="289126" y="145840"/>
                </a:cubicBezTo>
                <a:cubicBezTo>
                  <a:pt x="292947" y="178318"/>
                  <a:pt x="281484" y="210796"/>
                  <a:pt x="258559" y="23372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25" descr="Tree 1 icon.">
            <a:extLst>
              <a:ext uri="{FF2B5EF4-FFF2-40B4-BE49-F238E27FC236}">
                <a16:creationId xmlns:a16="http://schemas.microsoft.com/office/drawing/2014/main" id="{ECEC3A12-388E-4866-803F-A8850EBFDA14}"/>
              </a:ext>
            </a:extLst>
          </p:cNvPr>
          <p:cNvSpPr>
            <a:spLocks noChangeAspect="1"/>
          </p:cNvSpPr>
          <p:nvPr/>
        </p:nvSpPr>
        <p:spPr>
          <a:xfrm>
            <a:off x="8384651" y="2324819"/>
            <a:ext cx="336478" cy="456990"/>
          </a:xfrm>
          <a:custGeom>
            <a:avLst/>
            <a:gdLst>
              <a:gd name="connsiteX0" fmla="*/ 283415 w 312707"/>
              <a:gd name="connsiteY0" fmla="*/ 155551 h 424706"/>
              <a:gd name="connsiteX1" fmla="*/ 276424 w 312707"/>
              <a:gd name="connsiteY1" fmla="*/ 150308 h 424706"/>
              <a:gd name="connsiteX2" fmla="*/ 283415 w 312707"/>
              <a:gd name="connsiteY2" fmla="*/ 155551 h 424706"/>
              <a:gd name="connsiteX3" fmla="*/ 283415 w 312707"/>
              <a:gd name="connsiteY3" fmla="*/ 155551 h 424706"/>
              <a:gd name="connsiteX4" fmla="*/ 269433 w 312707"/>
              <a:gd name="connsiteY4" fmla="*/ 69911 h 424706"/>
              <a:gd name="connsiteX5" fmla="*/ 253703 w 312707"/>
              <a:gd name="connsiteY5" fmla="*/ 61172 h 424706"/>
              <a:gd name="connsiteX6" fmla="*/ 215253 w 312707"/>
              <a:gd name="connsiteY6" fmla="*/ 61172 h 424706"/>
              <a:gd name="connsiteX7" fmla="*/ 154081 w 312707"/>
              <a:gd name="connsiteY7" fmla="*/ 0 h 424706"/>
              <a:gd name="connsiteX8" fmla="*/ 94657 w 312707"/>
              <a:gd name="connsiteY8" fmla="*/ 61172 h 424706"/>
              <a:gd name="connsiteX9" fmla="*/ 56206 w 312707"/>
              <a:gd name="connsiteY9" fmla="*/ 61172 h 424706"/>
              <a:gd name="connsiteX10" fmla="*/ 19503 w 312707"/>
              <a:gd name="connsiteY10" fmla="*/ 99622 h 424706"/>
              <a:gd name="connsiteX11" fmla="*/ 28242 w 312707"/>
              <a:gd name="connsiteY11" fmla="*/ 152055 h 424706"/>
              <a:gd name="connsiteX12" fmla="*/ 9017 w 312707"/>
              <a:gd name="connsiteY12" fmla="*/ 239443 h 424706"/>
              <a:gd name="connsiteX13" fmla="*/ 35233 w 312707"/>
              <a:gd name="connsiteY13" fmla="*/ 260417 h 424706"/>
              <a:gd name="connsiteX14" fmla="*/ 78927 w 312707"/>
              <a:gd name="connsiteY14" fmla="*/ 262164 h 424706"/>
              <a:gd name="connsiteX15" fmla="*/ 143594 w 312707"/>
              <a:gd name="connsiteY15" fmla="*/ 302363 h 424706"/>
              <a:gd name="connsiteX16" fmla="*/ 143594 w 312707"/>
              <a:gd name="connsiteY16" fmla="*/ 424706 h 424706"/>
              <a:gd name="connsiteX17" fmla="*/ 161072 w 312707"/>
              <a:gd name="connsiteY17" fmla="*/ 424706 h 424706"/>
              <a:gd name="connsiteX18" fmla="*/ 161072 w 312707"/>
              <a:gd name="connsiteY18" fmla="*/ 302363 h 424706"/>
              <a:gd name="connsiteX19" fmla="*/ 232730 w 312707"/>
              <a:gd name="connsiteY19" fmla="*/ 263912 h 424706"/>
              <a:gd name="connsiteX20" fmla="*/ 274677 w 312707"/>
              <a:gd name="connsiteY20" fmla="*/ 262164 h 424706"/>
              <a:gd name="connsiteX21" fmla="*/ 311380 w 312707"/>
              <a:gd name="connsiteY21" fmla="*/ 220218 h 424706"/>
              <a:gd name="connsiteX22" fmla="*/ 283415 w 312707"/>
              <a:gd name="connsiteY22" fmla="*/ 155551 h 424706"/>
              <a:gd name="connsiteX23" fmla="*/ 293902 w 312707"/>
              <a:gd name="connsiteY23" fmla="*/ 216723 h 424706"/>
              <a:gd name="connsiteX24" fmla="*/ 267686 w 312707"/>
              <a:gd name="connsiteY24" fmla="*/ 246435 h 424706"/>
              <a:gd name="connsiteX25" fmla="*/ 237974 w 312707"/>
              <a:gd name="connsiteY25" fmla="*/ 248182 h 424706"/>
              <a:gd name="connsiteX26" fmla="*/ 217000 w 312707"/>
              <a:gd name="connsiteY26" fmla="*/ 255173 h 424706"/>
              <a:gd name="connsiteX27" fmla="*/ 161072 w 312707"/>
              <a:gd name="connsiteY27" fmla="*/ 284885 h 424706"/>
              <a:gd name="connsiteX28" fmla="*/ 161072 w 312707"/>
              <a:gd name="connsiteY28" fmla="*/ 251678 h 424706"/>
              <a:gd name="connsiteX29" fmla="*/ 220496 w 312707"/>
              <a:gd name="connsiteY29" fmla="*/ 195749 h 424706"/>
              <a:gd name="connsiteX30" fmla="*/ 208262 w 312707"/>
              <a:gd name="connsiteY30" fmla="*/ 183515 h 424706"/>
              <a:gd name="connsiteX31" fmla="*/ 162820 w 312707"/>
              <a:gd name="connsiteY31" fmla="*/ 228957 h 424706"/>
              <a:gd name="connsiteX32" fmla="*/ 162820 w 312707"/>
              <a:gd name="connsiteY32" fmla="*/ 118848 h 424706"/>
              <a:gd name="connsiteX33" fmla="*/ 145342 w 312707"/>
              <a:gd name="connsiteY33" fmla="*/ 118848 h 424706"/>
              <a:gd name="connsiteX34" fmla="*/ 145342 w 312707"/>
              <a:gd name="connsiteY34" fmla="*/ 185263 h 424706"/>
              <a:gd name="connsiteX35" fmla="*/ 115630 w 312707"/>
              <a:gd name="connsiteY35" fmla="*/ 155551 h 424706"/>
              <a:gd name="connsiteX36" fmla="*/ 103396 w 312707"/>
              <a:gd name="connsiteY36" fmla="*/ 167785 h 424706"/>
              <a:gd name="connsiteX37" fmla="*/ 143594 w 312707"/>
              <a:gd name="connsiteY37" fmla="*/ 209732 h 424706"/>
              <a:gd name="connsiteX38" fmla="*/ 143594 w 312707"/>
              <a:gd name="connsiteY38" fmla="*/ 284885 h 424706"/>
              <a:gd name="connsiteX39" fmla="*/ 94657 w 312707"/>
              <a:gd name="connsiteY39" fmla="*/ 256921 h 424706"/>
              <a:gd name="connsiteX40" fmla="*/ 84171 w 312707"/>
              <a:gd name="connsiteY40" fmla="*/ 246435 h 424706"/>
              <a:gd name="connsiteX41" fmla="*/ 71936 w 312707"/>
              <a:gd name="connsiteY41" fmla="*/ 248182 h 424706"/>
              <a:gd name="connsiteX42" fmla="*/ 17756 w 312707"/>
              <a:gd name="connsiteY42" fmla="*/ 221966 h 424706"/>
              <a:gd name="connsiteX43" fmla="*/ 36981 w 312707"/>
              <a:gd name="connsiteY43" fmla="*/ 171281 h 424706"/>
              <a:gd name="connsiteX44" fmla="*/ 43972 w 312707"/>
              <a:gd name="connsiteY44" fmla="*/ 157299 h 424706"/>
              <a:gd name="connsiteX45" fmla="*/ 40476 w 312707"/>
              <a:gd name="connsiteY45" fmla="*/ 145064 h 424706"/>
              <a:gd name="connsiteX46" fmla="*/ 35233 w 312707"/>
              <a:gd name="connsiteY46" fmla="*/ 106614 h 424706"/>
              <a:gd name="connsiteX47" fmla="*/ 61450 w 312707"/>
              <a:gd name="connsiteY47" fmla="*/ 78649 h 424706"/>
              <a:gd name="connsiteX48" fmla="*/ 92909 w 312707"/>
              <a:gd name="connsiteY48" fmla="*/ 80397 h 424706"/>
              <a:gd name="connsiteX49" fmla="*/ 108639 w 312707"/>
              <a:gd name="connsiteY49" fmla="*/ 78649 h 424706"/>
              <a:gd name="connsiteX50" fmla="*/ 112135 w 312707"/>
              <a:gd name="connsiteY50" fmla="*/ 69911 h 424706"/>
              <a:gd name="connsiteX51" fmla="*/ 112135 w 312707"/>
              <a:gd name="connsiteY51" fmla="*/ 66415 h 424706"/>
              <a:gd name="connsiteX52" fmla="*/ 155829 w 312707"/>
              <a:gd name="connsiteY52" fmla="*/ 22721 h 424706"/>
              <a:gd name="connsiteX53" fmla="*/ 199523 w 312707"/>
              <a:gd name="connsiteY53" fmla="*/ 66415 h 424706"/>
              <a:gd name="connsiteX54" fmla="*/ 199523 w 312707"/>
              <a:gd name="connsiteY54" fmla="*/ 68163 h 424706"/>
              <a:gd name="connsiteX55" fmla="*/ 203018 w 312707"/>
              <a:gd name="connsiteY55" fmla="*/ 78649 h 424706"/>
              <a:gd name="connsiteX56" fmla="*/ 218748 w 312707"/>
              <a:gd name="connsiteY56" fmla="*/ 80397 h 424706"/>
              <a:gd name="connsiteX57" fmla="*/ 250208 w 312707"/>
              <a:gd name="connsiteY57" fmla="*/ 78649 h 424706"/>
              <a:gd name="connsiteX58" fmla="*/ 276424 w 312707"/>
              <a:gd name="connsiteY58" fmla="*/ 106614 h 424706"/>
              <a:gd name="connsiteX59" fmla="*/ 269433 w 312707"/>
              <a:gd name="connsiteY59" fmla="*/ 145064 h 424706"/>
              <a:gd name="connsiteX60" fmla="*/ 269433 w 312707"/>
              <a:gd name="connsiteY60" fmla="*/ 145064 h 424706"/>
              <a:gd name="connsiteX61" fmla="*/ 265938 w 312707"/>
              <a:gd name="connsiteY61" fmla="*/ 159046 h 424706"/>
              <a:gd name="connsiteX62" fmla="*/ 274677 w 312707"/>
              <a:gd name="connsiteY62" fmla="*/ 169533 h 424706"/>
              <a:gd name="connsiteX63" fmla="*/ 293902 w 312707"/>
              <a:gd name="connsiteY63" fmla="*/ 216723 h 42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12707" h="424706">
                <a:moveTo>
                  <a:pt x="283415" y="155551"/>
                </a:moveTo>
                <a:lnTo>
                  <a:pt x="276424" y="150308"/>
                </a:lnTo>
                <a:lnTo>
                  <a:pt x="283415" y="155551"/>
                </a:lnTo>
                <a:lnTo>
                  <a:pt x="283415" y="155551"/>
                </a:lnTo>
                <a:cubicBezTo>
                  <a:pt x="302641" y="127587"/>
                  <a:pt x="297398" y="90884"/>
                  <a:pt x="269433" y="69911"/>
                </a:cubicBezTo>
                <a:cubicBezTo>
                  <a:pt x="264190" y="66415"/>
                  <a:pt x="258947" y="64667"/>
                  <a:pt x="253703" y="61172"/>
                </a:cubicBezTo>
                <a:cubicBezTo>
                  <a:pt x="241469" y="57676"/>
                  <a:pt x="227487" y="57676"/>
                  <a:pt x="215253" y="61172"/>
                </a:cubicBezTo>
                <a:cubicBezTo>
                  <a:pt x="215253" y="27964"/>
                  <a:pt x="187288" y="0"/>
                  <a:pt x="154081" y="0"/>
                </a:cubicBezTo>
                <a:cubicBezTo>
                  <a:pt x="120874" y="0"/>
                  <a:pt x="94657" y="27964"/>
                  <a:pt x="94657" y="61172"/>
                </a:cubicBezTo>
                <a:cubicBezTo>
                  <a:pt x="82423" y="57676"/>
                  <a:pt x="68441" y="57676"/>
                  <a:pt x="56206" y="61172"/>
                </a:cubicBezTo>
                <a:cubicBezTo>
                  <a:pt x="38729" y="68163"/>
                  <a:pt x="24747" y="82145"/>
                  <a:pt x="19503" y="99622"/>
                </a:cubicBezTo>
                <a:cubicBezTo>
                  <a:pt x="14260" y="117100"/>
                  <a:pt x="17756" y="136325"/>
                  <a:pt x="28242" y="152055"/>
                </a:cubicBezTo>
                <a:cubicBezTo>
                  <a:pt x="278" y="169533"/>
                  <a:pt x="-8461" y="209732"/>
                  <a:pt x="9017" y="239443"/>
                </a:cubicBezTo>
                <a:cubicBezTo>
                  <a:pt x="16008" y="249930"/>
                  <a:pt x="22999" y="255173"/>
                  <a:pt x="35233" y="260417"/>
                </a:cubicBezTo>
                <a:cubicBezTo>
                  <a:pt x="47467" y="267408"/>
                  <a:pt x="64945" y="267408"/>
                  <a:pt x="78927" y="262164"/>
                </a:cubicBezTo>
                <a:cubicBezTo>
                  <a:pt x="92909" y="284885"/>
                  <a:pt x="117378" y="300615"/>
                  <a:pt x="143594" y="302363"/>
                </a:cubicBezTo>
                <a:lnTo>
                  <a:pt x="143594" y="424706"/>
                </a:lnTo>
                <a:lnTo>
                  <a:pt x="161072" y="424706"/>
                </a:lnTo>
                <a:lnTo>
                  <a:pt x="161072" y="302363"/>
                </a:lnTo>
                <a:cubicBezTo>
                  <a:pt x="189036" y="302363"/>
                  <a:pt x="217000" y="288381"/>
                  <a:pt x="232730" y="263912"/>
                </a:cubicBezTo>
                <a:cubicBezTo>
                  <a:pt x="246712" y="269155"/>
                  <a:pt x="262442" y="267408"/>
                  <a:pt x="274677" y="262164"/>
                </a:cubicBezTo>
                <a:cubicBezTo>
                  <a:pt x="292154" y="255173"/>
                  <a:pt x="306136" y="239443"/>
                  <a:pt x="311380" y="220218"/>
                </a:cubicBezTo>
                <a:cubicBezTo>
                  <a:pt x="316623" y="195749"/>
                  <a:pt x="306136" y="167785"/>
                  <a:pt x="283415" y="155551"/>
                </a:cubicBezTo>
                <a:close/>
                <a:moveTo>
                  <a:pt x="293902" y="216723"/>
                </a:moveTo>
                <a:cubicBezTo>
                  <a:pt x="290406" y="230705"/>
                  <a:pt x="281668" y="241191"/>
                  <a:pt x="267686" y="246435"/>
                </a:cubicBezTo>
                <a:cubicBezTo>
                  <a:pt x="257199" y="249930"/>
                  <a:pt x="246712" y="251678"/>
                  <a:pt x="237974" y="248182"/>
                </a:cubicBezTo>
                <a:cubicBezTo>
                  <a:pt x="229235" y="246435"/>
                  <a:pt x="222244" y="248182"/>
                  <a:pt x="217000" y="255173"/>
                </a:cubicBezTo>
                <a:cubicBezTo>
                  <a:pt x="204766" y="274399"/>
                  <a:pt x="183793" y="284885"/>
                  <a:pt x="161072" y="284885"/>
                </a:cubicBezTo>
                <a:lnTo>
                  <a:pt x="161072" y="251678"/>
                </a:lnTo>
                <a:lnTo>
                  <a:pt x="220496" y="195749"/>
                </a:lnTo>
                <a:lnTo>
                  <a:pt x="208262" y="183515"/>
                </a:lnTo>
                <a:lnTo>
                  <a:pt x="162820" y="228957"/>
                </a:lnTo>
                <a:lnTo>
                  <a:pt x="162820" y="118848"/>
                </a:lnTo>
                <a:lnTo>
                  <a:pt x="145342" y="118848"/>
                </a:lnTo>
                <a:lnTo>
                  <a:pt x="145342" y="185263"/>
                </a:lnTo>
                <a:lnTo>
                  <a:pt x="115630" y="155551"/>
                </a:lnTo>
                <a:lnTo>
                  <a:pt x="103396" y="167785"/>
                </a:lnTo>
                <a:lnTo>
                  <a:pt x="143594" y="209732"/>
                </a:lnTo>
                <a:lnTo>
                  <a:pt x="143594" y="284885"/>
                </a:lnTo>
                <a:cubicBezTo>
                  <a:pt x="124369" y="283138"/>
                  <a:pt x="105144" y="272651"/>
                  <a:pt x="94657" y="256921"/>
                </a:cubicBezTo>
                <a:cubicBezTo>
                  <a:pt x="91162" y="251678"/>
                  <a:pt x="94657" y="248182"/>
                  <a:pt x="84171" y="246435"/>
                </a:cubicBezTo>
                <a:cubicBezTo>
                  <a:pt x="77179" y="244687"/>
                  <a:pt x="75432" y="246435"/>
                  <a:pt x="71936" y="248182"/>
                </a:cubicBezTo>
                <a:cubicBezTo>
                  <a:pt x="49215" y="258669"/>
                  <a:pt x="28242" y="242939"/>
                  <a:pt x="17756" y="221966"/>
                </a:cubicBezTo>
                <a:cubicBezTo>
                  <a:pt x="7269" y="200993"/>
                  <a:pt x="16008" y="181767"/>
                  <a:pt x="36981" y="171281"/>
                </a:cubicBezTo>
                <a:cubicBezTo>
                  <a:pt x="40476" y="166037"/>
                  <a:pt x="43972" y="162542"/>
                  <a:pt x="43972" y="157299"/>
                </a:cubicBezTo>
                <a:cubicBezTo>
                  <a:pt x="43972" y="152055"/>
                  <a:pt x="43972" y="148560"/>
                  <a:pt x="40476" y="145064"/>
                </a:cubicBezTo>
                <a:cubicBezTo>
                  <a:pt x="33485" y="134578"/>
                  <a:pt x="31738" y="120596"/>
                  <a:pt x="35233" y="106614"/>
                </a:cubicBezTo>
                <a:cubicBezTo>
                  <a:pt x="38729" y="94379"/>
                  <a:pt x="49215" y="83893"/>
                  <a:pt x="61450" y="78649"/>
                </a:cubicBezTo>
                <a:cubicBezTo>
                  <a:pt x="71936" y="75154"/>
                  <a:pt x="82423" y="76902"/>
                  <a:pt x="92909" y="80397"/>
                </a:cubicBezTo>
                <a:cubicBezTo>
                  <a:pt x="98153" y="82145"/>
                  <a:pt x="103396" y="82145"/>
                  <a:pt x="108639" y="78649"/>
                </a:cubicBezTo>
                <a:cubicBezTo>
                  <a:pt x="112135" y="76902"/>
                  <a:pt x="112135" y="73406"/>
                  <a:pt x="112135" y="69911"/>
                </a:cubicBezTo>
                <a:lnTo>
                  <a:pt x="112135" y="66415"/>
                </a:lnTo>
                <a:cubicBezTo>
                  <a:pt x="112135" y="41946"/>
                  <a:pt x="131360" y="22721"/>
                  <a:pt x="155829" y="22721"/>
                </a:cubicBezTo>
                <a:cubicBezTo>
                  <a:pt x="180297" y="22721"/>
                  <a:pt x="199523" y="41946"/>
                  <a:pt x="199523" y="66415"/>
                </a:cubicBezTo>
                <a:lnTo>
                  <a:pt x="199523" y="68163"/>
                </a:lnTo>
                <a:cubicBezTo>
                  <a:pt x="199523" y="71658"/>
                  <a:pt x="199523" y="75154"/>
                  <a:pt x="203018" y="78649"/>
                </a:cubicBezTo>
                <a:cubicBezTo>
                  <a:pt x="208262" y="82145"/>
                  <a:pt x="213505" y="82145"/>
                  <a:pt x="218748" y="80397"/>
                </a:cubicBezTo>
                <a:cubicBezTo>
                  <a:pt x="229235" y="75154"/>
                  <a:pt x="239721" y="75154"/>
                  <a:pt x="250208" y="78649"/>
                </a:cubicBezTo>
                <a:cubicBezTo>
                  <a:pt x="262442" y="83893"/>
                  <a:pt x="272929" y="94379"/>
                  <a:pt x="276424" y="106614"/>
                </a:cubicBezTo>
                <a:cubicBezTo>
                  <a:pt x="279920" y="120596"/>
                  <a:pt x="278172" y="134578"/>
                  <a:pt x="269433" y="145064"/>
                </a:cubicBezTo>
                <a:lnTo>
                  <a:pt x="269433" y="145064"/>
                </a:lnTo>
                <a:cubicBezTo>
                  <a:pt x="265938" y="148560"/>
                  <a:pt x="265938" y="153803"/>
                  <a:pt x="265938" y="159046"/>
                </a:cubicBezTo>
                <a:cubicBezTo>
                  <a:pt x="267686" y="162542"/>
                  <a:pt x="271181" y="167785"/>
                  <a:pt x="274677" y="169533"/>
                </a:cubicBezTo>
                <a:cubicBezTo>
                  <a:pt x="290406" y="180020"/>
                  <a:pt x="299145" y="199245"/>
                  <a:pt x="293902" y="216723"/>
                </a:cubicBezTo>
                <a:close/>
              </a:path>
            </a:pathLst>
          </a:custGeom>
          <a:solidFill>
            <a:srgbClr val="0B315E"/>
          </a:solidFill>
          <a:ln w="174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94" descr="Tree 2 icon.">
            <a:extLst>
              <a:ext uri="{FF2B5EF4-FFF2-40B4-BE49-F238E27FC236}">
                <a16:creationId xmlns:a16="http://schemas.microsoft.com/office/drawing/2014/main" id="{8561AD2E-0CB1-4579-9D90-4D5B21310A0B}"/>
              </a:ext>
            </a:extLst>
          </p:cNvPr>
          <p:cNvSpPr>
            <a:spLocks noChangeAspect="1"/>
          </p:cNvSpPr>
          <p:nvPr/>
        </p:nvSpPr>
        <p:spPr>
          <a:xfrm>
            <a:off x="9569781" y="2360634"/>
            <a:ext cx="441024" cy="421175"/>
          </a:xfrm>
          <a:custGeom>
            <a:avLst/>
            <a:gdLst>
              <a:gd name="connsiteX0" fmla="*/ 409732 w 441024"/>
              <a:gd name="connsiteY0" fmla="*/ 174723 h 421175"/>
              <a:gd name="connsiteX1" fmla="*/ 298924 w 441024"/>
              <a:gd name="connsiteY1" fmla="*/ 90661 h 421175"/>
              <a:gd name="connsiteX2" fmla="*/ 277908 w 441024"/>
              <a:gd name="connsiteY2" fmla="*/ 96392 h 421175"/>
              <a:gd name="connsiteX3" fmla="*/ 94501 w 441024"/>
              <a:gd name="connsiteY3" fmla="*/ 8510 h 421175"/>
              <a:gd name="connsiteX4" fmla="*/ 8529 w 441024"/>
              <a:gd name="connsiteY4" fmla="*/ 191917 h 421175"/>
              <a:gd name="connsiteX5" fmla="*/ 125069 w 441024"/>
              <a:gd name="connsiteY5" fmla="*/ 285531 h 421175"/>
              <a:gd name="connsiteX6" fmla="*/ 125069 w 441024"/>
              <a:gd name="connsiteY6" fmla="*/ 421176 h 421175"/>
              <a:gd name="connsiteX7" fmla="*/ 144174 w 441024"/>
              <a:gd name="connsiteY7" fmla="*/ 421176 h 421175"/>
              <a:gd name="connsiteX8" fmla="*/ 144174 w 441024"/>
              <a:gd name="connsiteY8" fmla="*/ 287442 h 421175"/>
              <a:gd name="connsiteX9" fmla="*/ 144174 w 441024"/>
              <a:gd name="connsiteY9" fmla="*/ 287442 h 421175"/>
              <a:gd name="connsiteX10" fmla="*/ 199578 w 441024"/>
              <a:gd name="connsiteY10" fmla="*/ 275979 h 421175"/>
              <a:gd name="connsiteX11" fmla="*/ 233967 w 441024"/>
              <a:gd name="connsiteY11" fmla="*/ 287442 h 421175"/>
              <a:gd name="connsiteX12" fmla="*/ 297013 w 441024"/>
              <a:gd name="connsiteY12" fmla="*/ 287442 h 421175"/>
              <a:gd name="connsiteX13" fmla="*/ 297013 w 441024"/>
              <a:gd name="connsiteY13" fmla="*/ 421176 h 421175"/>
              <a:gd name="connsiteX14" fmla="*/ 316118 w 441024"/>
              <a:gd name="connsiteY14" fmla="*/ 421176 h 421175"/>
              <a:gd name="connsiteX15" fmla="*/ 316118 w 441024"/>
              <a:gd name="connsiteY15" fmla="*/ 287442 h 421175"/>
              <a:gd name="connsiteX16" fmla="*/ 384896 w 441024"/>
              <a:gd name="connsiteY16" fmla="*/ 287442 h 421175"/>
              <a:gd name="connsiteX17" fmla="*/ 440300 w 441024"/>
              <a:gd name="connsiteY17" fmla="*/ 237769 h 421175"/>
              <a:gd name="connsiteX18" fmla="*/ 409732 w 441024"/>
              <a:gd name="connsiteY18" fmla="*/ 174723 h 421175"/>
              <a:gd name="connsiteX19" fmla="*/ 144174 w 441024"/>
              <a:gd name="connsiteY19" fmla="*/ 268337 h 421175"/>
              <a:gd name="connsiteX20" fmla="*/ 144174 w 441024"/>
              <a:gd name="connsiteY20" fmla="*/ 251142 h 421175"/>
              <a:gd name="connsiteX21" fmla="*/ 203399 w 441024"/>
              <a:gd name="connsiteY21" fmla="*/ 193827 h 421175"/>
              <a:gd name="connsiteX22" fmla="*/ 190026 w 441024"/>
              <a:gd name="connsiteY22" fmla="*/ 180454 h 421175"/>
              <a:gd name="connsiteX23" fmla="*/ 144174 w 441024"/>
              <a:gd name="connsiteY23" fmla="*/ 224395 h 421175"/>
              <a:gd name="connsiteX24" fmla="*/ 144174 w 441024"/>
              <a:gd name="connsiteY24" fmla="*/ 115497 h 421175"/>
              <a:gd name="connsiteX25" fmla="*/ 125069 w 441024"/>
              <a:gd name="connsiteY25" fmla="*/ 115497 h 421175"/>
              <a:gd name="connsiteX26" fmla="*/ 125069 w 441024"/>
              <a:gd name="connsiteY26" fmla="*/ 180454 h 421175"/>
              <a:gd name="connsiteX27" fmla="*/ 98322 w 441024"/>
              <a:gd name="connsiteY27" fmla="*/ 153707 h 421175"/>
              <a:gd name="connsiteX28" fmla="*/ 84949 w 441024"/>
              <a:gd name="connsiteY28" fmla="*/ 167081 h 421175"/>
              <a:gd name="connsiteX29" fmla="*/ 125069 w 441024"/>
              <a:gd name="connsiteY29" fmla="*/ 207201 h 421175"/>
              <a:gd name="connsiteX30" fmla="*/ 125069 w 441024"/>
              <a:gd name="connsiteY30" fmla="*/ 266426 h 421175"/>
              <a:gd name="connsiteX31" fmla="*/ 23813 w 441024"/>
              <a:gd name="connsiteY31" fmla="*/ 125050 h 421175"/>
              <a:gd name="connsiteX32" fmla="*/ 165189 w 441024"/>
              <a:gd name="connsiteY32" fmla="*/ 23794 h 421175"/>
              <a:gd name="connsiteX33" fmla="*/ 266445 w 441024"/>
              <a:gd name="connsiteY33" fmla="*/ 165170 h 421175"/>
              <a:gd name="connsiteX34" fmla="*/ 144174 w 441024"/>
              <a:gd name="connsiteY34" fmla="*/ 268337 h 421175"/>
              <a:gd name="connsiteX35" fmla="*/ 233967 w 441024"/>
              <a:gd name="connsiteY35" fmla="*/ 268337 h 421175"/>
              <a:gd name="connsiteX36" fmla="*/ 220594 w 441024"/>
              <a:gd name="connsiteY36" fmla="*/ 266426 h 421175"/>
              <a:gd name="connsiteX37" fmla="*/ 272177 w 441024"/>
              <a:gd name="connsiteY37" fmla="*/ 211022 h 421175"/>
              <a:gd name="connsiteX38" fmla="*/ 297013 w 441024"/>
              <a:gd name="connsiteY38" fmla="*/ 235858 h 421175"/>
              <a:gd name="connsiteX39" fmla="*/ 297013 w 441024"/>
              <a:gd name="connsiteY39" fmla="*/ 268337 h 421175"/>
              <a:gd name="connsiteX40" fmla="*/ 233967 w 441024"/>
              <a:gd name="connsiteY40" fmla="*/ 268337 h 421175"/>
              <a:gd name="connsiteX41" fmla="*/ 421195 w 441024"/>
              <a:gd name="connsiteY41" fmla="*/ 233948 h 421175"/>
              <a:gd name="connsiteX42" fmla="*/ 384896 w 441024"/>
              <a:gd name="connsiteY42" fmla="*/ 268337 h 421175"/>
              <a:gd name="connsiteX43" fmla="*/ 316118 w 441024"/>
              <a:gd name="connsiteY43" fmla="*/ 268337 h 421175"/>
              <a:gd name="connsiteX44" fmla="*/ 316118 w 441024"/>
              <a:gd name="connsiteY44" fmla="*/ 251142 h 421175"/>
              <a:gd name="connsiteX45" fmla="*/ 352417 w 441024"/>
              <a:gd name="connsiteY45" fmla="*/ 216753 h 421175"/>
              <a:gd name="connsiteX46" fmla="*/ 339044 w 441024"/>
              <a:gd name="connsiteY46" fmla="*/ 203380 h 421175"/>
              <a:gd name="connsiteX47" fmla="*/ 316118 w 441024"/>
              <a:gd name="connsiteY47" fmla="*/ 226306 h 421175"/>
              <a:gd name="connsiteX48" fmla="*/ 316118 w 441024"/>
              <a:gd name="connsiteY48" fmla="*/ 172812 h 421175"/>
              <a:gd name="connsiteX49" fmla="*/ 297013 w 441024"/>
              <a:gd name="connsiteY49" fmla="*/ 172812 h 421175"/>
              <a:gd name="connsiteX50" fmla="*/ 297013 w 441024"/>
              <a:gd name="connsiteY50" fmla="*/ 209111 h 421175"/>
              <a:gd name="connsiteX51" fmla="*/ 279819 w 441024"/>
              <a:gd name="connsiteY51" fmla="*/ 191917 h 421175"/>
              <a:gd name="connsiteX52" fmla="*/ 287461 w 441024"/>
              <a:gd name="connsiteY52" fmla="*/ 144155 h 421175"/>
              <a:gd name="connsiteX53" fmla="*/ 283640 w 441024"/>
              <a:gd name="connsiteY53" fmla="*/ 113587 h 421175"/>
              <a:gd name="connsiteX54" fmla="*/ 312297 w 441024"/>
              <a:gd name="connsiteY54" fmla="*/ 107855 h 421175"/>
              <a:gd name="connsiteX55" fmla="*/ 392538 w 441024"/>
              <a:gd name="connsiteY55" fmla="*/ 180454 h 421175"/>
              <a:gd name="connsiteX56" fmla="*/ 392538 w 441024"/>
              <a:gd name="connsiteY56" fmla="*/ 186185 h 421175"/>
              <a:gd name="connsiteX57" fmla="*/ 398269 w 441024"/>
              <a:gd name="connsiteY57" fmla="*/ 188096 h 421175"/>
              <a:gd name="connsiteX58" fmla="*/ 421195 w 441024"/>
              <a:gd name="connsiteY58" fmla="*/ 233948 h 421175"/>
              <a:gd name="connsiteX59" fmla="*/ 421195 w 441024"/>
              <a:gd name="connsiteY59" fmla="*/ 233948 h 42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41024" h="421175">
                <a:moveTo>
                  <a:pt x="409732" y="174723"/>
                </a:moveTo>
                <a:cubicBezTo>
                  <a:pt x="402090" y="121229"/>
                  <a:pt x="352417" y="83019"/>
                  <a:pt x="298924" y="90661"/>
                </a:cubicBezTo>
                <a:cubicBezTo>
                  <a:pt x="291282" y="92571"/>
                  <a:pt x="283640" y="92571"/>
                  <a:pt x="277908" y="96392"/>
                </a:cubicBezTo>
                <a:cubicBezTo>
                  <a:pt x="251161" y="19973"/>
                  <a:pt x="169010" y="-18237"/>
                  <a:pt x="94501" y="8510"/>
                </a:cubicBezTo>
                <a:cubicBezTo>
                  <a:pt x="19992" y="35257"/>
                  <a:pt x="-18218" y="117408"/>
                  <a:pt x="8529" y="191917"/>
                </a:cubicBezTo>
                <a:cubicBezTo>
                  <a:pt x="27634" y="241590"/>
                  <a:pt x="71575" y="277889"/>
                  <a:pt x="125069" y="285531"/>
                </a:cubicBezTo>
                <a:lnTo>
                  <a:pt x="125069" y="421176"/>
                </a:lnTo>
                <a:lnTo>
                  <a:pt x="144174" y="421176"/>
                </a:lnTo>
                <a:lnTo>
                  <a:pt x="144174" y="287442"/>
                </a:lnTo>
                <a:lnTo>
                  <a:pt x="144174" y="287442"/>
                </a:lnTo>
                <a:cubicBezTo>
                  <a:pt x="163279" y="287442"/>
                  <a:pt x="182384" y="283621"/>
                  <a:pt x="199578" y="275979"/>
                </a:cubicBezTo>
                <a:cubicBezTo>
                  <a:pt x="209131" y="283621"/>
                  <a:pt x="220594" y="287442"/>
                  <a:pt x="233967" y="287442"/>
                </a:cubicBezTo>
                <a:lnTo>
                  <a:pt x="297013" y="287442"/>
                </a:lnTo>
                <a:lnTo>
                  <a:pt x="297013" y="421176"/>
                </a:lnTo>
                <a:lnTo>
                  <a:pt x="316118" y="421176"/>
                </a:lnTo>
                <a:lnTo>
                  <a:pt x="316118" y="287442"/>
                </a:lnTo>
                <a:lnTo>
                  <a:pt x="384896" y="287442"/>
                </a:lnTo>
                <a:cubicBezTo>
                  <a:pt x="413553" y="287442"/>
                  <a:pt x="436479" y="266426"/>
                  <a:pt x="440300" y="237769"/>
                </a:cubicBezTo>
                <a:cubicBezTo>
                  <a:pt x="444121" y="212932"/>
                  <a:pt x="432658" y="186185"/>
                  <a:pt x="409732" y="174723"/>
                </a:cubicBezTo>
                <a:close/>
                <a:moveTo>
                  <a:pt x="144174" y="268337"/>
                </a:moveTo>
                <a:lnTo>
                  <a:pt x="144174" y="251142"/>
                </a:lnTo>
                <a:lnTo>
                  <a:pt x="203399" y="193827"/>
                </a:lnTo>
                <a:lnTo>
                  <a:pt x="190026" y="180454"/>
                </a:lnTo>
                <a:lnTo>
                  <a:pt x="144174" y="224395"/>
                </a:lnTo>
                <a:lnTo>
                  <a:pt x="144174" y="115497"/>
                </a:lnTo>
                <a:lnTo>
                  <a:pt x="125069" y="115497"/>
                </a:lnTo>
                <a:lnTo>
                  <a:pt x="125069" y="180454"/>
                </a:lnTo>
                <a:lnTo>
                  <a:pt x="98322" y="153707"/>
                </a:lnTo>
                <a:lnTo>
                  <a:pt x="84949" y="167081"/>
                </a:lnTo>
                <a:lnTo>
                  <a:pt x="125069" y="207201"/>
                </a:lnTo>
                <a:lnTo>
                  <a:pt x="125069" y="266426"/>
                </a:lnTo>
                <a:cubicBezTo>
                  <a:pt x="58202" y="254963"/>
                  <a:pt x="12350" y="191917"/>
                  <a:pt x="23813" y="125050"/>
                </a:cubicBezTo>
                <a:cubicBezTo>
                  <a:pt x="35276" y="58183"/>
                  <a:pt x="98322" y="12331"/>
                  <a:pt x="165189" y="23794"/>
                </a:cubicBezTo>
                <a:cubicBezTo>
                  <a:pt x="232056" y="35257"/>
                  <a:pt x="277908" y="98303"/>
                  <a:pt x="266445" y="165170"/>
                </a:cubicBezTo>
                <a:cubicBezTo>
                  <a:pt x="256893" y="226306"/>
                  <a:pt x="205310" y="268337"/>
                  <a:pt x="144174" y="268337"/>
                </a:cubicBezTo>
                <a:close/>
                <a:moveTo>
                  <a:pt x="233967" y="268337"/>
                </a:moveTo>
                <a:cubicBezTo>
                  <a:pt x="228235" y="268337"/>
                  <a:pt x="224414" y="268337"/>
                  <a:pt x="220594" y="266426"/>
                </a:cubicBezTo>
                <a:cubicBezTo>
                  <a:pt x="241609" y="253053"/>
                  <a:pt x="260714" y="233948"/>
                  <a:pt x="272177" y="211022"/>
                </a:cubicBezTo>
                <a:lnTo>
                  <a:pt x="297013" y="235858"/>
                </a:lnTo>
                <a:lnTo>
                  <a:pt x="297013" y="268337"/>
                </a:lnTo>
                <a:lnTo>
                  <a:pt x="233967" y="268337"/>
                </a:lnTo>
                <a:close/>
                <a:moveTo>
                  <a:pt x="421195" y="233948"/>
                </a:moveTo>
                <a:cubicBezTo>
                  <a:pt x="419285" y="253053"/>
                  <a:pt x="404001" y="266426"/>
                  <a:pt x="384896" y="268337"/>
                </a:cubicBezTo>
                <a:lnTo>
                  <a:pt x="316118" y="268337"/>
                </a:lnTo>
                <a:lnTo>
                  <a:pt x="316118" y="251142"/>
                </a:lnTo>
                <a:lnTo>
                  <a:pt x="352417" y="216753"/>
                </a:lnTo>
                <a:lnTo>
                  <a:pt x="339044" y="203380"/>
                </a:lnTo>
                <a:lnTo>
                  <a:pt x="316118" y="226306"/>
                </a:lnTo>
                <a:lnTo>
                  <a:pt x="316118" y="172812"/>
                </a:lnTo>
                <a:lnTo>
                  <a:pt x="297013" y="172812"/>
                </a:lnTo>
                <a:lnTo>
                  <a:pt x="297013" y="209111"/>
                </a:lnTo>
                <a:lnTo>
                  <a:pt x="279819" y="191917"/>
                </a:lnTo>
                <a:cubicBezTo>
                  <a:pt x="285550" y="176633"/>
                  <a:pt x="287461" y="161349"/>
                  <a:pt x="287461" y="144155"/>
                </a:cubicBezTo>
                <a:cubicBezTo>
                  <a:pt x="287461" y="134602"/>
                  <a:pt x="285550" y="123139"/>
                  <a:pt x="283640" y="113587"/>
                </a:cubicBezTo>
                <a:cubicBezTo>
                  <a:pt x="293192" y="109766"/>
                  <a:pt x="302745" y="107855"/>
                  <a:pt x="312297" y="107855"/>
                </a:cubicBezTo>
                <a:cubicBezTo>
                  <a:pt x="354328" y="107855"/>
                  <a:pt x="388717" y="138423"/>
                  <a:pt x="392538" y="180454"/>
                </a:cubicBezTo>
                <a:lnTo>
                  <a:pt x="392538" y="186185"/>
                </a:lnTo>
                <a:lnTo>
                  <a:pt x="398269" y="188096"/>
                </a:lnTo>
                <a:cubicBezTo>
                  <a:pt x="415464" y="197648"/>
                  <a:pt x="425016" y="216753"/>
                  <a:pt x="421195" y="233948"/>
                </a:cubicBezTo>
                <a:lnTo>
                  <a:pt x="421195" y="23394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98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4301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People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(1 of 2)</a:t>
            </a:r>
            <a:endParaRPr lang="en-US" dirty="0"/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4143E437-630A-4724-95A1-2079EC254C90}"/>
              </a:ext>
            </a:extLst>
          </p:cNvPr>
          <p:cNvGraphicFramePr>
            <a:graphicFrameLocks noGrp="1"/>
          </p:cNvGraphicFramePr>
          <p:nvPr/>
        </p:nvGraphicFramePr>
        <p:xfrm>
          <a:off x="557783" y="1173119"/>
          <a:ext cx="11061126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014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Patient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Patient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Patient or member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Couple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Couple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Couple 3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Family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Family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Family 3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Group of people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Child pigtails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Child short hair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Pregnant person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Pregnant person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Baby in diapers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Family and baby with stroller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Making bed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Massage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in wheelchair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with cane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with walker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in bed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Rehab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Walker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Jogger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Runner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Yoga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on a bike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Hiker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Caregiver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Front-store colleague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Front-store colleague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with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headset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Nurse with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headset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Nurse/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doctor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Nurse/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doctor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Nurse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practitioner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Nurse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practitioner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Pharmacist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Pharmacy technician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Pharmacy technician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Board of directors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Businessperson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Businessperson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301" name="Graphic 144" descr="Patient 1 icon.">
            <a:extLst>
              <a:ext uri="{FF2B5EF4-FFF2-40B4-BE49-F238E27FC236}">
                <a16:creationId xmlns:a16="http://schemas.microsoft.com/office/drawing/2014/main" id="{14218C98-2CC4-4B30-B4E2-C750BB938FA7}"/>
              </a:ext>
            </a:extLst>
          </p:cNvPr>
          <p:cNvSpPr>
            <a:spLocks noChangeAspect="1"/>
          </p:cNvSpPr>
          <p:nvPr/>
        </p:nvSpPr>
        <p:spPr>
          <a:xfrm>
            <a:off x="957846" y="1402109"/>
            <a:ext cx="420308" cy="426271"/>
          </a:xfrm>
          <a:custGeom>
            <a:avLst/>
            <a:gdLst>
              <a:gd name="connsiteX0" fmla="*/ 0 w 420308"/>
              <a:gd name="connsiteY0" fmla="*/ 378509 h 426271"/>
              <a:gd name="connsiteX1" fmla="*/ 0 w 420308"/>
              <a:gd name="connsiteY1" fmla="*/ 407166 h 426271"/>
              <a:gd name="connsiteX2" fmla="*/ 19105 w 420308"/>
              <a:gd name="connsiteY2" fmla="*/ 426271 h 426271"/>
              <a:gd name="connsiteX3" fmla="*/ 401203 w 420308"/>
              <a:gd name="connsiteY3" fmla="*/ 426271 h 426271"/>
              <a:gd name="connsiteX4" fmla="*/ 420308 w 420308"/>
              <a:gd name="connsiteY4" fmla="*/ 407166 h 426271"/>
              <a:gd name="connsiteX5" fmla="*/ 420308 w 420308"/>
              <a:gd name="connsiteY5" fmla="*/ 378509 h 426271"/>
              <a:gd name="connsiteX6" fmla="*/ 315231 w 420308"/>
              <a:gd name="connsiteY6" fmla="*/ 240953 h 426271"/>
              <a:gd name="connsiteX7" fmla="*/ 315231 w 420308"/>
              <a:gd name="connsiteY7" fmla="*/ 111040 h 426271"/>
              <a:gd name="connsiteX8" fmla="*/ 315231 w 420308"/>
              <a:gd name="connsiteY8" fmla="*/ 111040 h 426271"/>
              <a:gd name="connsiteX9" fmla="*/ 215886 w 420308"/>
              <a:gd name="connsiteY9" fmla="*/ 231 h 426271"/>
              <a:gd name="connsiteX10" fmla="*/ 105077 w 420308"/>
              <a:gd name="connsiteY10" fmla="*/ 99577 h 426271"/>
              <a:gd name="connsiteX11" fmla="*/ 105077 w 420308"/>
              <a:gd name="connsiteY11" fmla="*/ 112950 h 426271"/>
              <a:gd name="connsiteX12" fmla="*/ 105077 w 420308"/>
              <a:gd name="connsiteY12" fmla="*/ 112950 h 426271"/>
              <a:gd name="connsiteX13" fmla="*/ 105077 w 420308"/>
              <a:gd name="connsiteY13" fmla="*/ 128234 h 426271"/>
              <a:gd name="connsiteX14" fmla="*/ 105077 w 420308"/>
              <a:gd name="connsiteY14" fmla="*/ 128234 h 426271"/>
              <a:gd name="connsiteX15" fmla="*/ 105077 w 420308"/>
              <a:gd name="connsiteY15" fmla="*/ 242864 h 426271"/>
              <a:gd name="connsiteX16" fmla="*/ 0 w 420308"/>
              <a:gd name="connsiteY16" fmla="*/ 378509 h 426271"/>
              <a:gd name="connsiteX17" fmla="*/ 248364 w 420308"/>
              <a:gd name="connsiteY17" fmla="*/ 34620 h 426271"/>
              <a:gd name="connsiteX18" fmla="*/ 296126 w 420308"/>
              <a:gd name="connsiteY18" fmla="*/ 105308 h 426271"/>
              <a:gd name="connsiteX19" fmla="*/ 248364 w 420308"/>
              <a:gd name="connsiteY19" fmla="*/ 53725 h 426271"/>
              <a:gd name="connsiteX20" fmla="*/ 248364 w 420308"/>
              <a:gd name="connsiteY20" fmla="*/ 34620 h 426271"/>
              <a:gd name="connsiteX21" fmla="*/ 210154 w 420308"/>
              <a:gd name="connsiteY21" fmla="*/ 25068 h 426271"/>
              <a:gd name="connsiteX22" fmla="*/ 229259 w 420308"/>
              <a:gd name="connsiteY22" fmla="*/ 26978 h 426271"/>
              <a:gd name="connsiteX23" fmla="*/ 229259 w 420308"/>
              <a:gd name="connsiteY23" fmla="*/ 30799 h 426271"/>
              <a:gd name="connsiteX24" fmla="*/ 175765 w 420308"/>
              <a:gd name="connsiteY24" fmla="*/ 80472 h 426271"/>
              <a:gd name="connsiteX25" fmla="*/ 152839 w 420308"/>
              <a:gd name="connsiteY25" fmla="*/ 80472 h 426271"/>
              <a:gd name="connsiteX26" fmla="*/ 128003 w 420308"/>
              <a:gd name="connsiteY26" fmla="*/ 86204 h 426271"/>
              <a:gd name="connsiteX27" fmla="*/ 210154 w 420308"/>
              <a:gd name="connsiteY27" fmla="*/ 25068 h 426271"/>
              <a:gd name="connsiteX28" fmla="*/ 152839 w 420308"/>
              <a:gd name="connsiteY28" fmla="*/ 97666 h 426271"/>
              <a:gd name="connsiteX29" fmla="*/ 175765 w 420308"/>
              <a:gd name="connsiteY29" fmla="*/ 97666 h 426271"/>
              <a:gd name="connsiteX30" fmla="*/ 231170 w 420308"/>
              <a:gd name="connsiteY30" fmla="*/ 70920 h 426271"/>
              <a:gd name="connsiteX31" fmla="*/ 294216 w 420308"/>
              <a:gd name="connsiteY31" fmla="*/ 124413 h 426271"/>
              <a:gd name="connsiteX32" fmla="*/ 198691 w 420308"/>
              <a:gd name="connsiteY32" fmla="*/ 198923 h 426271"/>
              <a:gd name="connsiteX33" fmla="*/ 124182 w 420308"/>
              <a:gd name="connsiteY33" fmla="*/ 120592 h 426271"/>
              <a:gd name="connsiteX34" fmla="*/ 152839 w 420308"/>
              <a:gd name="connsiteY34" fmla="*/ 97666 h 426271"/>
              <a:gd name="connsiteX35" fmla="*/ 210154 w 420308"/>
              <a:gd name="connsiteY35" fmla="*/ 218027 h 426271"/>
              <a:gd name="connsiteX36" fmla="*/ 296126 w 420308"/>
              <a:gd name="connsiteY36" fmla="*/ 172176 h 426271"/>
              <a:gd name="connsiteX37" fmla="*/ 296126 w 420308"/>
              <a:gd name="connsiteY37" fmla="*/ 237132 h 426271"/>
              <a:gd name="connsiteX38" fmla="*/ 277021 w 420308"/>
              <a:gd name="connsiteY38" fmla="*/ 235222 h 426271"/>
              <a:gd name="connsiteX39" fmla="*/ 143287 w 420308"/>
              <a:gd name="connsiteY39" fmla="*/ 235222 h 426271"/>
              <a:gd name="connsiteX40" fmla="*/ 124182 w 420308"/>
              <a:gd name="connsiteY40" fmla="*/ 237132 h 426271"/>
              <a:gd name="connsiteX41" fmla="*/ 124182 w 420308"/>
              <a:gd name="connsiteY41" fmla="*/ 172176 h 426271"/>
              <a:gd name="connsiteX42" fmla="*/ 210154 w 420308"/>
              <a:gd name="connsiteY42" fmla="*/ 218027 h 426271"/>
              <a:gd name="connsiteX43" fmla="*/ 248364 w 420308"/>
              <a:gd name="connsiteY43" fmla="*/ 256237 h 426271"/>
              <a:gd name="connsiteX44" fmla="*/ 210154 w 420308"/>
              <a:gd name="connsiteY44" fmla="*/ 294447 h 426271"/>
              <a:gd name="connsiteX45" fmla="*/ 171944 w 420308"/>
              <a:gd name="connsiteY45" fmla="*/ 256237 h 426271"/>
              <a:gd name="connsiteX46" fmla="*/ 248364 w 420308"/>
              <a:gd name="connsiteY46" fmla="*/ 256237 h 426271"/>
              <a:gd name="connsiteX47" fmla="*/ 143287 w 420308"/>
              <a:gd name="connsiteY47" fmla="*/ 254327 h 426271"/>
              <a:gd name="connsiteX48" fmla="*/ 152839 w 420308"/>
              <a:gd name="connsiteY48" fmla="*/ 254327 h 426271"/>
              <a:gd name="connsiteX49" fmla="*/ 198691 w 420308"/>
              <a:gd name="connsiteY49" fmla="*/ 311642 h 426271"/>
              <a:gd name="connsiteX50" fmla="*/ 210154 w 420308"/>
              <a:gd name="connsiteY50" fmla="*/ 311642 h 426271"/>
              <a:gd name="connsiteX51" fmla="*/ 267469 w 420308"/>
              <a:gd name="connsiteY51" fmla="*/ 265790 h 426271"/>
              <a:gd name="connsiteX52" fmla="*/ 267469 w 420308"/>
              <a:gd name="connsiteY52" fmla="*/ 254327 h 426271"/>
              <a:gd name="connsiteX53" fmla="*/ 277021 w 420308"/>
              <a:gd name="connsiteY53" fmla="*/ 254327 h 426271"/>
              <a:gd name="connsiteX54" fmla="*/ 401203 w 420308"/>
              <a:gd name="connsiteY54" fmla="*/ 376598 h 426271"/>
              <a:gd name="connsiteX55" fmla="*/ 401203 w 420308"/>
              <a:gd name="connsiteY55" fmla="*/ 378509 h 426271"/>
              <a:gd name="connsiteX56" fmla="*/ 401203 w 420308"/>
              <a:gd name="connsiteY56" fmla="*/ 407166 h 426271"/>
              <a:gd name="connsiteX57" fmla="*/ 343889 w 420308"/>
              <a:gd name="connsiteY57" fmla="*/ 407166 h 426271"/>
              <a:gd name="connsiteX58" fmla="*/ 343889 w 420308"/>
              <a:gd name="connsiteY58" fmla="*/ 349851 h 426271"/>
              <a:gd name="connsiteX59" fmla="*/ 324784 w 420308"/>
              <a:gd name="connsiteY59" fmla="*/ 349851 h 426271"/>
              <a:gd name="connsiteX60" fmla="*/ 324784 w 420308"/>
              <a:gd name="connsiteY60" fmla="*/ 407166 h 426271"/>
              <a:gd name="connsiteX61" fmla="*/ 95525 w 420308"/>
              <a:gd name="connsiteY61" fmla="*/ 407166 h 426271"/>
              <a:gd name="connsiteX62" fmla="*/ 95525 w 420308"/>
              <a:gd name="connsiteY62" fmla="*/ 349851 h 426271"/>
              <a:gd name="connsiteX63" fmla="*/ 76420 w 420308"/>
              <a:gd name="connsiteY63" fmla="*/ 349851 h 426271"/>
              <a:gd name="connsiteX64" fmla="*/ 76420 w 420308"/>
              <a:gd name="connsiteY64" fmla="*/ 407166 h 426271"/>
              <a:gd name="connsiteX65" fmla="*/ 19105 w 420308"/>
              <a:gd name="connsiteY65" fmla="*/ 407166 h 426271"/>
              <a:gd name="connsiteX66" fmla="*/ 19105 w 420308"/>
              <a:gd name="connsiteY66" fmla="*/ 378509 h 426271"/>
              <a:gd name="connsiteX67" fmla="*/ 143287 w 420308"/>
              <a:gd name="connsiteY67" fmla="*/ 254327 h 42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20308" h="426271">
                <a:moveTo>
                  <a:pt x="0" y="378509"/>
                </a:moveTo>
                <a:lnTo>
                  <a:pt x="0" y="407166"/>
                </a:lnTo>
                <a:cubicBezTo>
                  <a:pt x="0" y="418629"/>
                  <a:pt x="7642" y="426271"/>
                  <a:pt x="19105" y="426271"/>
                </a:cubicBezTo>
                <a:lnTo>
                  <a:pt x="401203" y="426271"/>
                </a:lnTo>
                <a:cubicBezTo>
                  <a:pt x="412666" y="426271"/>
                  <a:pt x="420308" y="418629"/>
                  <a:pt x="420308" y="407166"/>
                </a:cubicBezTo>
                <a:lnTo>
                  <a:pt x="420308" y="378509"/>
                </a:lnTo>
                <a:cubicBezTo>
                  <a:pt x="420308" y="313552"/>
                  <a:pt x="378277" y="258148"/>
                  <a:pt x="315231" y="240953"/>
                </a:cubicBezTo>
                <a:lnTo>
                  <a:pt x="315231" y="111040"/>
                </a:lnTo>
                <a:lnTo>
                  <a:pt x="315231" y="111040"/>
                </a:lnTo>
                <a:cubicBezTo>
                  <a:pt x="319052" y="53725"/>
                  <a:pt x="275111" y="4052"/>
                  <a:pt x="215886" y="231"/>
                </a:cubicBezTo>
                <a:cubicBezTo>
                  <a:pt x="156660" y="-3590"/>
                  <a:pt x="108898" y="40352"/>
                  <a:pt x="105077" y="99577"/>
                </a:cubicBezTo>
                <a:cubicBezTo>
                  <a:pt x="105077" y="103398"/>
                  <a:pt x="105077" y="107219"/>
                  <a:pt x="105077" y="112950"/>
                </a:cubicBezTo>
                <a:lnTo>
                  <a:pt x="105077" y="112950"/>
                </a:lnTo>
                <a:lnTo>
                  <a:pt x="105077" y="128234"/>
                </a:lnTo>
                <a:lnTo>
                  <a:pt x="105077" y="128234"/>
                </a:lnTo>
                <a:lnTo>
                  <a:pt x="105077" y="242864"/>
                </a:lnTo>
                <a:cubicBezTo>
                  <a:pt x="43941" y="258148"/>
                  <a:pt x="0" y="315463"/>
                  <a:pt x="0" y="378509"/>
                </a:cubicBezTo>
                <a:close/>
                <a:moveTo>
                  <a:pt x="248364" y="34620"/>
                </a:moveTo>
                <a:cubicBezTo>
                  <a:pt x="275111" y="47994"/>
                  <a:pt x="294216" y="74741"/>
                  <a:pt x="296126" y="105308"/>
                </a:cubicBezTo>
                <a:cubicBezTo>
                  <a:pt x="269379" y="103398"/>
                  <a:pt x="248364" y="80472"/>
                  <a:pt x="248364" y="53725"/>
                </a:cubicBezTo>
                <a:lnTo>
                  <a:pt x="248364" y="34620"/>
                </a:lnTo>
                <a:close/>
                <a:moveTo>
                  <a:pt x="210154" y="25068"/>
                </a:moveTo>
                <a:cubicBezTo>
                  <a:pt x="215886" y="25068"/>
                  <a:pt x="223528" y="25068"/>
                  <a:pt x="229259" y="26978"/>
                </a:cubicBezTo>
                <a:lnTo>
                  <a:pt x="229259" y="30799"/>
                </a:lnTo>
                <a:cubicBezTo>
                  <a:pt x="227349" y="57546"/>
                  <a:pt x="204423" y="78562"/>
                  <a:pt x="175765" y="80472"/>
                </a:cubicBezTo>
                <a:lnTo>
                  <a:pt x="152839" y="80472"/>
                </a:lnTo>
                <a:cubicBezTo>
                  <a:pt x="143287" y="78562"/>
                  <a:pt x="135645" y="82383"/>
                  <a:pt x="128003" y="86204"/>
                </a:cubicBezTo>
                <a:cubicBezTo>
                  <a:pt x="139466" y="49904"/>
                  <a:pt x="171944" y="25068"/>
                  <a:pt x="210154" y="25068"/>
                </a:cubicBezTo>
                <a:close/>
                <a:moveTo>
                  <a:pt x="152839" y="97666"/>
                </a:moveTo>
                <a:lnTo>
                  <a:pt x="175765" y="97666"/>
                </a:lnTo>
                <a:cubicBezTo>
                  <a:pt x="196781" y="97666"/>
                  <a:pt x="217796" y="88114"/>
                  <a:pt x="231170" y="70920"/>
                </a:cubicBezTo>
                <a:cubicBezTo>
                  <a:pt x="238811" y="99577"/>
                  <a:pt x="263648" y="120592"/>
                  <a:pt x="294216" y="124413"/>
                </a:cubicBezTo>
                <a:cubicBezTo>
                  <a:pt x="288484" y="172176"/>
                  <a:pt x="244543" y="204654"/>
                  <a:pt x="198691" y="198923"/>
                </a:cubicBezTo>
                <a:cubicBezTo>
                  <a:pt x="158571" y="193191"/>
                  <a:pt x="128003" y="160713"/>
                  <a:pt x="124182" y="120592"/>
                </a:cubicBezTo>
                <a:cubicBezTo>
                  <a:pt x="128003" y="107219"/>
                  <a:pt x="139466" y="97666"/>
                  <a:pt x="152839" y="97666"/>
                </a:cubicBezTo>
                <a:close/>
                <a:moveTo>
                  <a:pt x="210154" y="218027"/>
                </a:moveTo>
                <a:cubicBezTo>
                  <a:pt x="244543" y="218027"/>
                  <a:pt x="277021" y="200833"/>
                  <a:pt x="296126" y="172176"/>
                </a:cubicBezTo>
                <a:lnTo>
                  <a:pt x="296126" y="237132"/>
                </a:lnTo>
                <a:cubicBezTo>
                  <a:pt x="290395" y="237132"/>
                  <a:pt x="282753" y="235222"/>
                  <a:pt x="277021" y="235222"/>
                </a:cubicBezTo>
                <a:lnTo>
                  <a:pt x="143287" y="235222"/>
                </a:lnTo>
                <a:cubicBezTo>
                  <a:pt x="137555" y="235222"/>
                  <a:pt x="129913" y="235222"/>
                  <a:pt x="124182" y="237132"/>
                </a:cubicBezTo>
                <a:lnTo>
                  <a:pt x="124182" y="172176"/>
                </a:lnTo>
                <a:cubicBezTo>
                  <a:pt x="143287" y="200833"/>
                  <a:pt x="175765" y="218027"/>
                  <a:pt x="210154" y="218027"/>
                </a:cubicBezTo>
                <a:close/>
                <a:moveTo>
                  <a:pt x="248364" y="256237"/>
                </a:moveTo>
                <a:cubicBezTo>
                  <a:pt x="248364" y="282984"/>
                  <a:pt x="236901" y="294447"/>
                  <a:pt x="210154" y="294447"/>
                </a:cubicBezTo>
                <a:cubicBezTo>
                  <a:pt x="183407" y="294447"/>
                  <a:pt x="171944" y="282984"/>
                  <a:pt x="171944" y="256237"/>
                </a:cubicBezTo>
                <a:lnTo>
                  <a:pt x="248364" y="256237"/>
                </a:lnTo>
                <a:close/>
                <a:moveTo>
                  <a:pt x="143287" y="254327"/>
                </a:moveTo>
                <a:lnTo>
                  <a:pt x="152839" y="254327"/>
                </a:lnTo>
                <a:cubicBezTo>
                  <a:pt x="149018" y="282984"/>
                  <a:pt x="170034" y="307821"/>
                  <a:pt x="198691" y="311642"/>
                </a:cubicBezTo>
                <a:cubicBezTo>
                  <a:pt x="202512" y="311642"/>
                  <a:pt x="206333" y="311642"/>
                  <a:pt x="210154" y="311642"/>
                </a:cubicBezTo>
                <a:cubicBezTo>
                  <a:pt x="238811" y="315463"/>
                  <a:pt x="263648" y="294447"/>
                  <a:pt x="267469" y="265790"/>
                </a:cubicBezTo>
                <a:cubicBezTo>
                  <a:pt x="267469" y="261969"/>
                  <a:pt x="267469" y="258148"/>
                  <a:pt x="267469" y="254327"/>
                </a:cubicBezTo>
                <a:lnTo>
                  <a:pt x="277021" y="254327"/>
                </a:lnTo>
                <a:cubicBezTo>
                  <a:pt x="343889" y="254327"/>
                  <a:pt x="399293" y="307821"/>
                  <a:pt x="401203" y="376598"/>
                </a:cubicBezTo>
                <a:lnTo>
                  <a:pt x="401203" y="378509"/>
                </a:lnTo>
                <a:lnTo>
                  <a:pt x="401203" y="407166"/>
                </a:lnTo>
                <a:lnTo>
                  <a:pt x="343889" y="407166"/>
                </a:lnTo>
                <a:lnTo>
                  <a:pt x="343889" y="349851"/>
                </a:lnTo>
                <a:lnTo>
                  <a:pt x="324784" y="349851"/>
                </a:lnTo>
                <a:lnTo>
                  <a:pt x="324784" y="407166"/>
                </a:lnTo>
                <a:lnTo>
                  <a:pt x="95525" y="407166"/>
                </a:lnTo>
                <a:lnTo>
                  <a:pt x="95525" y="349851"/>
                </a:lnTo>
                <a:lnTo>
                  <a:pt x="76420" y="349851"/>
                </a:lnTo>
                <a:lnTo>
                  <a:pt x="76420" y="407166"/>
                </a:lnTo>
                <a:lnTo>
                  <a:pt x="19105" y="407166"/>
                </a:lnTo>
                <a:lnTo>
                  <a:pt x="19105" y="378509"/>
                </a:lnTo>
                <a:cubicBezTo>
                  <a:pt x="19105" y="309731"/>
                  <a:pt x="74509" y="254327"/>
                  <a:pt x="143287" y="25432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2" name="Graphic 145" descr="Patient 2 icon.">
            <a:extLst>
              <a:ext uri="{FF2B5EF4-FFF2-40B4-BE49-F238E27FC236}">
                <a16:creationId xmlns:a16="http://schemas.microsoft.com/office/drawing/2014/main" id="{CEDFECB1-1A78-401F-9DCB-CAAF5BF427C4}"/>
              </a:ext>
            </a:extLst>
          </p:cNvPr>
          <p:cNvSpPr>
            <a:spLocks noChangeAspect="1"/>
          </p:cNvSpPr>
          <p:nvPr/>
        </p:nvSpPr>
        <p:spPr>
          <a:xfrm>
            <a:off x="2193242" y="1408072"/>
            <a:ext cx="420308" cy="420308"/>
          </a:xfrm>
          <a:custGeom>
            <a:avLst/>
            <a:gdLst>
              <a:gd name="connsiteX0" fmla="*/ 0 w 420308"/>
              <a:gd name="connsiteY0" fmla="*/ 401203 h 420308"/>
              <a:gd name="connsiteX1" fmla="*/ 19105 w 420308"/>
              <a:gd name="connsiteY1" fmla="*/ 420308 h 420308"/>
              <a:gd name="connsiteX2" fmla="*/ 401203 w 420308"/>
              <a:gd name="connsiteY2" fmla="*/ 420308 h 420308"/>
              <a:gd name="connsiteX3" fmla="*/ 420308 w 420308"/>
              <a:gd name="connsiteY3" fmla="*/ 401203 h 420308"/>
              <a:gd name="connsiteX4" fmla="*/ 420308 w 420308"/>
              <a:gd name="connsiteY4" fmla="*/ 372546 h 420308"/>
              <a:gd name="connsiteX5" fmla="*/ 280842 w 420308"/>
              <a:gd name="connsiteY5" fmla="*/ 229259 h 420308"/>
              <a:gd name="connsiteX6" fmla="*/ 277021 w 420308"/>
              <a:gd name="connsiteY6" fmla="*/ 229259 h 420308"/>
              <a:gd name="connsiteX7" fmla="*/ 143287 w 420308"/>
              <a:gd name="connsiteY7" fmla="*/ 229259 h 420308"/>
              <a:gd name="connsiteX8" fmla="*/ 0 w 420308"/>
              <a:gd name="connsiteY8" fmla="*/ 372546 h 420308"/>
              <a:gd name="connsiteX9" fmla="*/ 0 w 420308"/>
              <a:gd name="connsiteY9" fmla="*/ 401203 h 420308"/>
              <a:gd name="connsiteX10" fmla="*/ 248364 w 420308"/>
              <a:gd name="connsiteY10" fmla="*/ 248364 h 420308"/>
              <a:gd name="connsiteX11" fmla="*/ 210154 w 420308"/>
              <a:gd name="connsiteY11" fmla="*/ 286574 h 420308"/>
              <a:gd name="connsiteX12" fmla="*/ 171944 w 420308"/>
              <a:gd name="connsiteY12" fmla="*/ 248364 h 420308"/>
              <a:gd name="connsiteX13" fmla="*/ 248364 w 420308"/>
              <a:gd name="connsiteY13" fmla="*/ 248364 h 420308"/>
              <a:gd name="connsiteX14" fmla="*/ 19105 w 420308"/>
              <a:gd name="connsiteY14" fmla="*/ 372546 h 420308"/>
              <a:gd name="connsiteX15" fmla="*/ 143287 w 420308"/>
              <a:gd name="connsiteY15" fmla="*/ 248364 h 420308"/>
              <a:gd name="connsiteX16" fmla="*/ 152839 w 420308"/>
              <a:gd name="connsiteY16" fmla="*/ 248364 h 420308"/>
              <a:gd name="connsiteX17" fmla="*/ 198691 w 420308"/>
              <a:gd name="connsiteY17" fmla="*/ 305679 h 420308"/>
              <a:gd name="connsiteX18" fmla="*/ 210154 w 420308"/>
              <a:gd name="connsiteY18" fmla="*/ 305679 h 420308"/>
              <a:gd name="connsiteX19" fmla="*/ 267469 w 420308"/>
              <a:gd name="connsiteY19" fmla="*/ 259827 h 420308"/>
              <a:gd name="connsiteX20" fmla="*/ 267469 w 420308"/>
              <a:gd name="connsiteY20" fmla="*/ 248364 h 420308"/>
              <a:gd name="connsiteX21" fmla="*/ 277021 w 420308"/>
              <a:gd name="connsiteY21" fmla="*/ 248364 h 420308"/>
              <a:gd name="connsiteX22" fmla="*/ 401203 w 420308"/>
              <a:gd name="connsiteY22" fmla="*/ 370635 h 420308"/>
              <a:gd name="connsiteX23" fmla="*/ 401203 w 420308"/>
              <a:gd name="connsiteY23" fmla="*/ 372546 h 420308"/>
              <a:gd name="connsiteX24" fmla="*/ 401203 w 420308"/>
              <a:gd name="connsiteY24" fmla="*/ 401203 h 420308"/>
              <a:gd name="connsiteX25" fmla="*/ 343889 w 420308"/>
              <a:gd name="connsiteY25" fmla="*/ 401203 h 420308"/>
              <a:gd name="connsiteX26" fmla="*/ 343889 w 420308"/>
              <a:gd name="connsiteY26" fmla="*/ 343889 h 420308"/>
              <a:gd name="connsiteX27" fmla="*/ 324784 w 420308"/>
              <a:gd name="connsiteY27" fmla="*/ 343889 h 420308"/>
              <a:gd name="connsiteX28" fmla="*/ 324784 w 420308"/>
              <a:gd name="connsiteY28" fmla="*/ 401203 h 420308"/>
              <a:gd name="connsiteX29" fmla="*/ 95525 w 420308"/>
              <a:gd name="connsiteY29" fmla="*/ 401203 h 420308"/>
              <a:gd name="connsiteX30" fmla="*/ 95525 w 420308"/>
              <a:gd name="connsiteY30" fmla="*/ 343889 h 420308"/>
              <a:gd name="connsiteX31" fmla="*/ 76420 w 420308"/>
              <a:gd name="connsiteY31" fmla="*/ 343889 h 420308"/>
              <a:gd name="connsiteX32" fmla="*/ 76420 w 420308"/>
              <a:gd name="connsiteY32" fmla="*/ 401203 h 420308"/>
              <a:gd name="connsiteX33" fmla="*/ 19105 w 420308"/>
              <a:gd name="connsiteY33" fmla="*/ 401203 h 420308"/>
              <a:gd name="connsiteX34" fmla="*/ 19105 w 420308"/>
              <a:gd name="connsiteY34" fmla="*/ 372546 h 420308"/>
              <a:gd name="connsiteX35" fmla="*/ 105077 w 420308"/>
              <a:gd name="connsiteY35" fmla="*/ 105077 h 420308"/>
              <a:gd name="connsiteX36" fmla="*/ 210154 w 420308"/>
              <a:gd name="connsiteY36" fmla="*/ 210154 h 420308"/>
              <a:gd name="connsiteX37" fmla="*/ 315231 w 420308"/>
              <a:gd name="connsiteY37" fmla="*/ 105077 h 420308"/>
              <a:gd name="connsiteX38" fmla="*/ 210154 w 420308"/>
              <a:gd name="connsiteY38" fmla="*/ 0 h 420308"/>
              <a:gd name="connsiteX39" fmla="*/ 105077 w 420308"/>
              <a:gd name="connsiteY39" fmla="*/ 105077 h 420308"/>
              <a:gd name="connsiteX40" fmla="*/ 296126 w 420308"/>
              <a:gd name="connsiteY40" fmla="*/ 105077 h 420308"/>
              <a:gd name="connsiteX41" fmla="*/ 210154 w 420308"/>
              <a:gd name="connsiteY41" fmla="*/ 191049 h 420308"/>
              <a:gd name="connsiteX42" fmla="*/ 124182 w 420308"/>
              <a:gd name="connsiteY42" fmla="*/ 105077 h 420308"/>
              <a:gd name="connsiteX43" fmla="*/ 210154 w 420308"/>
              <a:gd name="connsiteY43" fmla="*/ 19105 h 420308"/>
              <a:gd name="connsiteX44" fmla="*/ 210154 w 420308"/>
              <a:gd name="connsiteY44" fmla="*/ 19105 h 420308"/>
              <a:gd name="connsiteX45" fmla="*/ 296126 w 420308"/>
              <a:gd name="connsiteY45" fmla="*/ 105077 h 420308"/>
              <a:gd name="connsiteX46" fmla="*/ 296126 w 420308"/>
              <a:gd name="connsiteY46" fmla="*/ 105077 h 420308"/>
              <a:gd name="connsiteX47" fmla="*/ 296126 w 420308"/>
              <a:gd name="connsiteY47" fmla="*/ 105077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0308" h="420308">
                <a:moveTo>
                  <a:pt x="0" y="401203"/>
                </a:move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9172" y="231170"/>
                  <a:pt x="280842" y="229259"/>
                </a:cubicBezTo>
                <a:cubicBezTo>
                  <a:pt x="278932" y="229259"/>
                  <a:pt x="278932" y="229259"/>
                  <a:pt x="277021" y="229259"/>
                </a:cubicBez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lose/>
                <a:moveTo>
                  <a:pt x="248364" y="248364"/>
                </a:moveTo>
                <a:cubicBezTo>
                  <a:pt x="248364" y="275111"/>
                  <a:pt x="236901" y="286574"/>
                  <a:pt x="210154" y="286574"/>
                </a:cubicBezTo>
                <a:cubicBezTo>
                  <a:pt x="183407" y="286574"/>
                  <a:pt x="171944" y="275111"/>
                  <a:pt x="171944" y="248364"/>
                </a:cubicBezTo>
                <a:lnTo>
                  <a:pt x="248364" y="248364"/>
                </a:lnTo>
                <a:close/>
                <a:moveTo>
                  <a:pt x="19105" y="372546"/>
                </a:moveTo>
                <a:cubicBezTo>
                  <a:pt x="19105" y="303768"/>
                  <a:pt x="74509" y="248364"/>
                  <a:pt x="143287" y="248364"/>
                </a:cubicBezTo>
                <a:lnTo>
                  <a:pt x="152839" y="248364"/>
                </a:lnTo>
                <a:cubicBezTo>
                  <a:pt x="149018" y="277021"/>
                  <a:pt x="170034" y="301858"/>
                  <a:pt x="198691" y="305679"/>
                </a:cubicBezTo>
                <a:cubicBezTo>
                  <a:pt x="202512" y="305679"/>
                  <a:pt x="206333" y="305679"/>
                  <a:pt x="210154" y="305679"/>
                </a:cubicBezTo>
                <a:cubicBezTo>
                  <a:pt x="238811" y="309500"/>
                  <a:pt x="263648" y="288484"/>
                  <a:pt x="267469" y="259827"/>
                </a:cubicBezTo>
                <a:cubicBezTo>
                  <a:pt x="267469" y="256006"/>
                  <a:pt x="267469" y="252185"/>
                  <a:pt x="267469" y="248364"/>
                </a:cubicBezTo>
                <a:lnTo>
                  <a:pt x="277021" y="248364"/>
                </a:lnTo>
                <a:cubicBezTo>
                  <a:pt x="343889" y="248364"/>
                  <a:pt x="399293" y="301858"/>
                  <a:pt x="401203" y="370635"/>
                </a:cubicBezTo>
                <a:lnTo>
                  <a:pt x="401203" y="372546"/>
                </a:lnTo>
                <a:lnTo>
                  <a:pt x="401203" y="401203"/>
                </a:ln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lose/>
                <a:moveTo>
                  <a:pt x="105077" y="105077"/>
                </a:moveTo>
                <a:cubicBezTo>
                  <a:pt x="105077" y="164302"/>
                  <a:pt x="152839" y="210154"/>
                  <a:pt x="210154" y="210154"/>
                </a:cubicBezTo>
                <a:cubicBezTo>
                  <a:pt x="267469" y="210154"/>
                  <a:pt x="315231" y="162392"/>
                  <a:pt x="315231" y="105077"/>
                </a:cubicBezTo>
                <a:cubicBezTo>
                  <a:pt x="315231" y="47762"/>
                  <a:pt x="26746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lose/>
                <a:moveTo>
                  <a:pt x="296126" y="105077"/>
                </a:moveTo>
                <a:cubicBezTo>
                  <a:pt x="296126" y="152839"/>
                  <a:pt x="257916" y="191049"/>
                  <a:pt x="210154" y="191049"/>
                </a:cubicBezTo>
                <a:cubicBezTo>
                  <a:pt x="162392" y="191049"/>
                  <a:pt x="124182" y="152839"/>
                  <a:pt x="124182" y="105077"/>
                </a:cubicBezTo>
                <a:cubicBezTo>
                  <a:pt x="124182" y="57315"/>
                  <a:pt x="162392" y="19105"/>
                  <a:pt x="210154" y="19105"/>
                </a:cubicBezTo>
                <a:lnTo>
                  <a:pt x="210154" y="19105"/>
                </a:lnTo>
                <a:cubicBezTo>
                  <a:pt x="257916" y="19105"/>
                  <a:pt x="296126" y="57315"/>
                  <a:pt x="296126" y="105077"/>
                </a:cubicBezTo>
                <a:lnTo>
                  <a:pt x="296126" y="105077"/>
                </a:lnTo>
                <a:lnTo>
                  <a:pt x="296126" y="10507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3" name="Graphic 146" descr="Patient or member icon.">
            <a:extLst>
              <a:ext uri="{FF2B5EF4-FFF2-40B4-BE49-F238E27FC236}">
                <a16:creationId xmlns:a16="http://schemas.microsoft.com/office/drawing/2014/main" id="{64F80C97-2D72-4DB1-B7EC-5CB97BD5CA12}"/>
              </a:ext>
            </a:extLst>
          </p:cNvPr>
          <p:cNvSpPr>
            <a:spLocks noChangeAspect="1"/>
          </p:cNvSpPr>
          <p:nvPr/>
        </p:nvSpPr>
        <p:spPr>
          <a:xfrm>
            <a:off x="3407319" y="1408072"/>
            <a:ext cx="420308" cy="420308"/>
          </a:xfrm>
          <a:custGeom>
            <a:avLst/>
            <a:gdLst>
              <a:gd name="connsiteX0" fmla="*/ 105077 w 420308"/>
              <a:gd name="connsiteY0" fmla="*/ 105077 h 420308"/>
              <a:gd name="connsiteX1" fmla="*/ 210154 w 420308"/>
              <a:gd name="connsiteY1" fmla="*/ 210154 h 420308"/>
              <a:gd name="connsiteX2" fmla="*/ 315231 w 420308"/>
              <a:gd name="connsiteY2" fmla="*/ 105077 h 420308"/>
              <a:gd name="connsiteX3" fmla="*/ 210154 w 420308"/>
              <a:gd name="connsiteY3" fmla="*/ 0 h 420308"/>
              <a:gd name="connsiteX4" fmla="*/ 105077 w 420308"/>
              <a:gd name="connsiteY4" fmla="*/ 105077 h 420308"/>
              <a:gd name="connsiteX5" fmla="*/ 296126 w 420308"/>
              <a:gd name="connsiteY5" fmla="*/ 105077 h 420308"/>
              <a:gd name="connsiteX6" fmla="*/ 210154 w 420308"/>
              <a:gd name="connsiteY6" fmla="*/ 191049 h 420308"/>
              <a:gd name="connsiteX7" fmla="*/ 124182 w 420308"/>
              <a:gd name="connsiteY7" fmla="*/ 105077 h 420308"/>
              <a:gd name="connsiteX8" fmla="*/ 210154 w 420308"/>
              <a:gd name="connsiteY8" fmla="*/ 19105 h 420308"/>
              <a:gd name="connsiteX9" fmla="*/ 296126 w 420308"/>
              <a:gd name="connsiteY9" fmla="*/ 105077 h 420308"/>
              <a:gd name="connsiteX10" fmla="*/ 0 w 420308"/>
              <a:gd name="connsiteY10" fmla="*/ 401203 h 420308"/>
              <a:gd name="connsiteX11" fmla="*/ 19105 w 420308"/>
              <a:gd name="connsiteY11" fmla="*/ 420308 h 420308"/>
              <a:gd name="connsiteX12" fmla="*/ 401203 w 420308"/>
              <a:gd name="connsiteY12" fmla="*/ 420308 h 420308"/>
              <a:gd name="connsiteX13" fmla="*/ 420308 w 420308"/>
              <a:gd name="connsiteY13" fmla="*/ 401203 h 420308"/>
              <a:gd name="connsiteX14" fmla="*/ 420308 w 420308"/>
              <a:gd name="connsiteY14" fmla="*/ 372546 h 420308"/>
              <a:gd name="connsiteX15" fmla="*/ 277021 w 420308"/>
              <a:gd name="connsiteY15" fmla="*/ 229259 h 420308"/>
              <a:gd name="connsiteX16" fmla="*/ 143287 w 420308"/>
              <a:gd name="connsiteY16" fmla="*/ 229259 h 420308"/>
              <a:gd name="connsiteX17" fmla="*/ 0 w 420308"/>
              <a:gd name="connsiteY17" fmla="*/ 372546 h 420308"/>
              <a:gd name="connsiteX18" fmla="*/ 0 w 420308"/>
              <a:gd name="connsiteY18" fmla="*/ 401203 h 420308"/>
              <a:gd name="connsiteX19" fmla="*/ 19105 w 420308"/>
              <a:gd name="connsiteY19" fmla="*/ 372546 h 420308"/>
              <a:gd name="connsiteX20" fmla="*/ 143287 w 420308"/>
              <a:gd name="connsiteY20" fmla="*/ 248364 h 420308"/>
              <a:gd name="connsiteX21" fmla="*/ 277021 w 420308"/>
              <a:gd name="connsiteY21" fmla="*/ 248364 h 420308"/>
              <a:gd name="connsiteX22" fmla="*/ 401203 w 420308"/>
              <a:gd name="connsiteY22" fmla="*/ 372546 h 420308"/>
              <a:gd name="connsiteX23" fmla="*/ 401203 w 420308"/>
              <a:gd name="connsiteY23" fmla="*/ 401203 h 420308"/>
              <a:gd name="connsiteX24" fmla="*/ 343889 w 420308"/>
              <a:gd name="connsiteY24" fmla="*/ 401203 h 420308"/>
              <a:gd name="connsiteX25" fmla="*/ 343889 w 420308"/>
              <a:gd name="connsiteY25" fmla="*/ 343889 h 420308"/>
              <a:gd name="connsiteX26" fmla="*/ 324784 w 420308"/>
              <a:gd name="connsiteY26" fmla="*/ 343889 h 420308"/>
              <a:gd name="connsiteX27" fmla="*/ 324784 w 420308"/>
              <a:gd name="connsiteY27" fmla="*/ 401203 h 420308"/>
              <a:gd name="connsiteX28" fmla="*/ 95525 w 420308"/>
              <a:gd name="connsiteY28" fmla="*/ 401203 h 420308"/>
              <a:gd name="connsiteX29" fmla="*/ 95525 w 420308"/>
              <a:gd name="connsiteY29" fmla="*/ 343889 h 420308"/>
              <a:gd name="connsiteX30" fmla="*/ 76420 w 420308"/>
              <a:gd name="connsiteY30" fmla="*/ 343889 h 420308"/>
              <a:gd name="connsiteX31" fmla="*/ 76420 w 420308"/>
              <a:gd name="connsiteY31" fmla="*/ 401203 h 420308"/>
              <a:gd name="connsiteX32" fmla="*/ 19105 w 420308"/>
              <a:gd name="connsiteY32" fmla="*/ 401203 h 420308"/>
              <a:gd name="connsiteX33" fmla="*/ 19105 w 420308"/>
              <a:gd name="connsiteY33" fmla="*/ 372546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0308" h="420308">
                <a:moveTo>
                  <a:pt x="105077" y="105077"/>
                </a:moveTo>
                <a:cubicBezTo>
                  <a:pt x="105077" y="162392"/>
                  <a:pt x="152839" y="210154"/>
                  <a:pt x="210154" y="210154"/>
                </a:cubicBezTo>
                <a:cubicBezTo>
                  <a:pt x="267469" y="210154"/>
                  <a:pt x="315231" y="162392"/>
                  <a:pt x="315231" y="105077"/>
                </a:cubicBezTo>
                <a:cubicBezTo>
                  <a:pt x="315231" y="47762"/>
                  <a:pt x="26746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lose/>
                <a:moveTo>
                  <a:pt x="296126" y="105077"/>
                </a:moveTo>
                <a:cubicBezTo>
                  <a:pt x="296126" y="152839"/>
                  <a:pt x="257916" y="191049"/>
                  <a:pt x="210154" y="191049"/>
                </a:cubicBezTo>
                <a:cubicBezTo>
                  <a:pt x="162392" y="191049"/>
                  <a:pt x="124182" y="152839"/>
                  <a:pt x="124182" y="105077"/>
                </a:cubicBezTo>
                <a:cubicBezTo>
                  <a:pt x="124182" y="57315"/>
                  <a:pt x="162392" y="19105"/>
                  <a:pt x="210154" y="19105"/>
                </a:cubicBezTo>
                <a:cubicBezTo>
                  <a:pt x="257916" y="19105"/>
                  <a:pt x="296126" y="57315"/>
                  <a:pt x="296126" y="105077"/>
                </a:cubicBezTo>
                <a:close/>
                <a:moveTo>
                  <a:pt x="0" y="401203"/>
                </a:move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5351" y="229259"/>
                  <a:pt x="277021" y="229259"/>
                </a:cubicBez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lose/>
                <a:moveTo>
                  <a:pt x="19105" y="372546"/>
                </a:moveTo>
                <a:cubicBezTo>
                  <a:pt x="19105" y="303768"/>
                  <a:pt x="74509" y="248364"/>
                  <a:pt x="143287" y="248364"/>
                </a:cubicBezTo>
                <a:lnTo>
                  <a:pt x="277021" y="248364"/>
                </a:lnTo>
                <a:cubicBezTo>
                  <a:pt x="345799" y="248364"/>
                  <a:pt x="401203" y="303768"/>
                  <a:pt x="401203" y="372546"/>
                </a:cubicBezTo>
                <a:lnTo>
                  <a:pt x="401203" y="401203"/>
                </a:ln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0" name="Graphic 120" descr="Couple 1 icon.">
            <a:extLst>
              <a:ext uri="{FF2B5EF4-FFF2-40B4-BE49-F238E27FC236}">
                <a16:creationId xmlns:a16="http://schemas.microsoft.com/office/drawing/2014/main" id="{CB5D7BEB-F084-4E7A-A19D-EE1C7E319C51}"/>
              </a:ext>
            </a:extLst>
          </p:cNvPr>
          <p:cNvSpPr>
            <a:spLocks noChangeAspect="1"/>
          </p:cNvSpPr>
          <p:nvPr/>
        </p:nvSpPr>
        <p:spPr>
          <a:xfrm>
            <a:off x="4620161" y="1482506"/>
            <a:ext cx="458518" cy="345874"/>
          </a:xfrm>
          <a:custGeom>
            <a:avLst/>
            <a:gdLst>
              <a:gd name="connsiteX0" fmla="*/ 458518 w 458518"/>
              <a:gd name="connsiteY0" fmla="*/ 271366 h 345874"/>
              <a:gd name="connsiteX1" fmla="*/ 456608 w 458518"/>
              <a:gd name="connsiteY1" fmla="*/ 256082 h 345874"/>
              <a:gd name="connsiteX2" fmla="*/ 448966 w 458518"/>
              <a:gd name="connsiteY2" fmla="*/ 229335 h 345874"/>
              <a:gd name="connsiteX3" fmla="*/ 433682 w 458518"/>
              <a:gd name="connsiteY3" fmla="*/ 206409 h 345874"/>
              <a:gd name="connsiteX4" fmla="*/ 412666 w 458518"/>
              <a:gd name="connsiteY4" fmla="*/ 189215 h 345874"/>
              <a:gd name="connsiteX5" fmla="*/ 397382 w 458518"/>
              <a:gd name="connsiteY5" fmla="*/ 181573 h 345874"/>
              <a:gd name="connsiteX6" fmla="*/ 397382 w 458518"/>
              <a:gd name="connsiteY6" fmla="*/ 84138 h 345874"/>
              <a:gd name="connsiteX7" fmla="*/ 397382 w 458518"/>
              <a:gd name="connsiteY7" fmla="*/ 84138 h 345874"/>
              <a:gd name="connsiteX8" fmla="*/ 320963 w 458518"/>
              <a:gd name="connsiteY8" fmla="*/ 76 h 345874"/>
              <a:gd name="connsiteX9" fmla="*/ 236901 w 458518"/>
              <a:gd name="connsiteY9" fmla="*/ 76496 h 345874"/>
              <a:gd name="connsiteX10" fmla="*/ 236901 w 458518"/>
              <a:gd name="connsiteY10" fmla="*/ 84138 h 345874"/>
              <a:gd name="connsiteX11" fmla="*/ 236901 w 458518"/>
              <a:gd name="connsiteY11" fmla="*/ 84138 h 345874"/>
              <a:gd name="connsiteX12" fmla="*/ 236901 w 458518"/>
              <a:gd name="connsiteY12" fmla="*/ 183483 h 345874"/>
              <a:gd name="connsiteX13" fmla="*/ 233080 w 458518"/>
              <a:gd name="connsiteY13" fmla="*/ 185394 h 345874"/>
              <a:gd name="connsiteX14" fmla="*/ 229259 w 458518"/>
              <a:gd name="connsiteY14" fmla="*/ 185394 h 345874"/>
              <a:gd name="connsiteX15" fmla="*/ 213975 w 458518"/>
              <a:gd name="connsiteY15" fmla="*/ 179662 h 345874"/>
              <a:gd name="connsiteX16" fmla="*/ 185318 w 458518"/>
              <a:gd name="connsiteY16" fmla="*/ 175841 h 345874"/>
              <a:gd name="connsiteX17" fmla="*/ 101256 w 458518"/>
              <a:gd name="connsiteY17" fmla="*/ 175841 h 345874"/>
              <a:gd name="connsiteX18" fmla="*/ 85972 w 458518"/>
              <a:gd name="connsiteY18" fmla="*/ 177752 h 345874"/>
              <a:gd name="connsiteX19" fmla="*/ 59225 w 458518"/>
              <a:gd name="connsiteY19" fmla="*/ 185394 h 345874"/>
              <a:gd name="connsiteX20" fmla="*/ 36299 w 458518"/>
              <a:gd name="connsiteY20" fmla="*/ 200678 h 345874"/>
              <a:gd name="connsiteX21" fmla="*/ 17194 w 458518"/>
              <a:gd name="connsiteY21" fmla="*/ 221693 h 345874"/>
              <a:gd name="connsiteX22" fmla="*/ 5731 w 458518"/>
              <a:gd name="connsiteY22" fmla="*/ 246529 h 345874"/>
              <a:gd name="connsiteX23" fmla="*/ 0 w 458518"/>
              <a:gd name="connsiteY23" fmla="*/ 279008 h 345874"/>
              <a:gd name="connsiteX24" fmla="*/ 0 w 458518"/>
              <a:gd name="connsiteY24" fmla="*/ 330591 h 345874"/>
              <a:gd name="connsiteX25" fmla="*/ 15284 w 458518"/>
              <a:gd name="connsiteY25" fmla="*/ 345875 h 345874"/>
              <a:gd name="connsiteX26" fmla="*/ 439413 w 458518"/>
              <a:gd name="connsiteY26" fmla="*/ 345875 h 345874"/>
              <a:gd name="connsiteX27" fmla="*/ 458518 w 458518"/>
              <a:gd name="connsiteY27" fmla="*/ 326770 h 345874"/>
              <a:gd name="connsiteX28" fmla="*/ 458518 w 458518"/>
              <a:gd name="connsiteY28" fmla="*/ 271366 h 345874"/>
              <a:gd name="connsiteX29" fmla="*/ 326694 w 458518"/>
              <a:gd name="connsiteY29" fmla="*/ 66943 h 345874"/>
              <a:gd name="connsiteX30" fmla="*/ 326694 w 458518"/>
              <a:gd name="connsiteY30" fmla="*/ 66943 h 345874"/>
              <a:gd name="connsiteX31" fmla="*/ 340068 w 458518"/>
              <a:gd name="connsiteY31" fmla="*/ 84138 h 345874"/>
              <a:gd name="connsiteX32" fmla="*/ 345799 w 458518"/>
              <a:gd name="connsiteY32" fmla="*/ 89869 h 345874"/>
              <a:gd name="connsiteX33" fmla="*/ 374456 w 458518"/>
              <a:gd name="connsiteY33" fmla="*/ 101332 h 345874"/>
              <a:gd name="connsiteX34" fmla="*/ 298037 w 458518"/>
              <a:gd name="connsiteY34" fmla="*/ 143363 h 345874"/>
              <a:gd name="connsiteX35" fmla="*/ 256006 w 458518"/>
              <a:gd name="connsiteY35" fmla="*/ 99421 h 345874"/>
              <a:gd name="connsiteX36" fmla="*/ 275111 w 458518"/>
              <a:gd name="connsiteY36" fmla="*/ 82227 h 345874"/>
              <a:gd name="connsiteX37" fmla="*/ 286574 w 458518"/>
              <a:gd name="connsiteY37" fmla="*/ 82227 h 345874"/>
              <a:gd name="connsiteX38" fmla="*/ 326694 w 458518"/>
              <a:gd name="connsiteY38" fmla="*/ 66943 h 345874"/>
              <a:gd name="connsiteX39" fmla="*/ 376367 w 458518"/>
              <a:gd name="connsiteY39" fmla="*/ 82227 h 345874"/>
              <a:gd name="connsiteX40" fmla="*/ 357262 w 458518"/>
              <a:gd name="connsiteY40" fmla="*/ 74585 h 345874"/>
              <a:gd name="connsiteX41" fmla="*/ 353441 w 458518"/>
              <a:gd name="connsiteY41" fmla="*/ 70764 h 345874"/>
              <a:gd name="connsiteX42" fmla="*/ 343889 w 458518"/>
              <a:gd name="connsiteY42" fmla="*/ 45928 h 345874"/>
              <a:gd name="connsiteX43" fmla="*/ 343889 w 458518"/>
              <a:gd name="connsiteY43" fmla="*/ 28733 h 345874"/>
              <a:gd name="connsiteX44" fmla="*/ 376367 w 458518"/>
              <a:gd name="connsiteY44" fmla="*/ 82227 h 345874"/>
              <a:gd name="connsiteX45" fmla="*/ 315231 w 458518"/>
              <a:gd name="connsiteY45" fmla="*/ 21091 h 345874"/>
              <a:gd name="connsiteX46" fmla="*/ 322873 w 458518"/>
              <a:gd name="connsiteY46" fmla="*/ 21091 h 345874"/>
              <a:gd name="connsiteX47" fmla="*/ 322873 w 458518"/>
              <a:gd name="connsiteY47" fmla="*/ 26823 h 345874"/>
              <a:gd name="connsiteX48" fmla="*/ 313321 w 458518"/>
              <a:gd name="connsiteY48" fmla="*/ 51659 h 345874"/>
              <a:gd name="connsiteX49" fmla="*/ 286574 w 458518"/>
              <a:gd name="connsiteY49" fmla="*/ 63122 h 345874"/>
              <a:gd name="connsiteX50" fmla="*/ 275111 w 458518"/>
              <a:gd name="connsiteY50" fmla="*/ 63122 h 345874"/>
              <a:gd name="connsiteX51" fmla="*/ 256006 w 458518"/>
              <a:gd name="connsiteY51" fmla="*/ 68854 h 345874"/>
              <a:gd name="connsiteX52" fmla="*/ 315231 w 458518"/>
              <a:gd name="connsiteY52" fmla="*/ 21091 h 345874"/>
              <a:gd name="connsiteX53" fmla="*/ 254095 w 458518"/>
              <a:gd name="connsiteY53" fmla="*/ 135721 h 345874"/>
              <a:gd name="connsiteX54" fmla="*/ 366814 w 458518"/>
              <a:gd name="connsiteY54" fmla="*/ 147184 h 345874"/>
              <a:gd name="connsiteX55" fmla="*/ 378277 w 458518"/>
              <a:gd name="connsiteY55" fmla="*/ 135721 h 345874"/>
              <a:gd name="connsiteX56" fmla="*/ 378277 w 458518"/>
              <a:gd name="connsiteY56" fmla="*/ 175841 h 345874"/>
              <a:gd name="connsiteX57" fmla="*/ 359172 w 458518"/>
              <a:gd name="connsiteY57" fmla="*/ 173931 h 345874"/>
              <a:gd name="connsiteX58" fmla="*/ 275111 w 458518"/>
              <a:gd name="connsiteY58" fmla="*/ 173931 h 345874"/>
              <a:gd name="connsiteX59" fmla="*/ 259827 w 458518"/>
              <a:gd name="connsiteY59" fmla="*/ 175841 h 345874"/>
              <a:gd name="connsiteX60" fmla="*/ 254095 w 458518"/>
              <a:gd name="connsiteY60" fmla="*/ 177752 h 345874"/>
              <a:gd name="connsiteX61" fmla="*/ 254095 w 458518"/>
              <a:gd name="connsiteY61" fmla="*/ 135721 h 345874"/>
              <a:gd name="connsiteX62" fmla="*/ 229259 w 458518"/>
              <a:gd name="connsiteY62" fmla="*/ 326770 h 345874"/>
              <a:gd name="connsiteX63" fmla="*/ 229259 w 458518"/>
              <a:gd name="connsiteY63" fmla="*/ 288560 h 345874"/>
              <a:gd name="connsiteX64" fmla="*/ 210154 w 458518"/>
              <a:gd name="connsiteY64" fmla="*/ 288560 h 345874"/>
              <a:gd name="connsiteX65" fmla="*/ 210154 w 458518"/>
              <a:gd name="connsiteY65" fmla="*/ 326770 h 345874"/>
              <a:gd name="connsiteX66" fmla="*/ 76420 w 458518"/>
              <a:gd name="connsiteY66" fmla="*/ 326770 h 345874"/>
              <a:gd name="connsiteX67" fmla="*/ 76420 w 458518"/>
              <a:gd name="connsiteY67" fmla="*/ 288560 h 345874"/>
              <a:gd name="connsiteX68" fmla="*/ 57315 w 458518"/>
              <a:gd name="connsiteY68" fmla="*/ 288560 h 345874"/>
              <a:gd name="connsiteX69" fmla="*/ 57315 w 458518"/>
              <a:gd name="connsiteY69" fmla="*/ 326770 h 345874"/>
              <a:gd name="connsiteX70" fmla="*/ 19105 w 458518"/>
              <a:gd name="connsiteY70" fmla="*/ 326770 h 345874"/>
              <a:gd name="connsiteX71" fmla="*/ 19105 w 458518"/>
              <a:gd name="connsiteY71" fmla="*/ 279008 h 345874"/>
              <a:gd name="connsiteX72" fmla="*/ 22926 w 458518"/>
              <a:gd name="connsiteY72" fmla="*/ 248440 h 345874"/>
              <a:gd name="connsiteX73" fmla="*/ 32478 w 458518"/>
              <a:gd name="connsiteY73" fmla="*/ 229335 h 345874"/>
              <a:gd name="connsiteX74" fmla="*/ 47762 w 458518"/>
              <a:gd name="connsiteY74" fmla="*/ 212140 h 345874"/>
              <a:gd name="connsiteX75" fmla="*/ 66867 w 458518"/>
              <a:gd name="connsiteY75" fmla="*/ 200678 h 345874"/>
              <a:gd name="connsiteX76" fmla="*/ 89793 w 458518"/>
              <a:gd name="connsiteY76" fmla="*/ 194946 h 345874"/>
              <a:gd name="connsiteX77" fmla="*/ 103167 w 458518"/>
              <a:gd name="connsiteY77" fmla="*/ 194946 h 345874"/>
              <a:gd name="connsiteX78" fmla="*/ 187228 w 458518"/>
              <a:gd name="connsiteY78" fmla="*/ 194946 h 345874"/>
              <a:gd name="connsiteX79" fmla="*/ 210154 w 458518"/>
              <a:gd name="connsiteY79" fmla="*/ 198767 h 345874"/>
              <a:gd name="connsiteX80" fmla="*/ 248364 w 458518"/>
              <a:gd name="connsiteY80" fmla="*/ 221693 h 345874"/>
              <a:gd name="connsiteX81" fmla="*/ 259827 w 458518"/>
              <a:gd name="connsiteY81" fmla="*/ 238887 h 345874"/>
              <a:gd name="connsiteX82" fmla="*/ 267469 w 458518"/>
              <a:gd name="connsiteY82" fmla="*/ 259903 h 345874"/>
              <a:gd name="connsiteX83" fmla="*/ 269379 w 458518"/>
              <a:gd name="connsiteY83" fmla="*/ 271366 h 345874"/>
              <a:gd name="connsiteX84" fmla="*/ 269379 w 458518"/>
              <a:gd name="connsiteY84" fmla="*/ 271366 h 345874"/>
              <a:gd name="connsiteX85" fmla="*/ 269379 w 458518"/>
              <a:gd name="connsiteY85" fmla="*/ 326770 h 345874"/>
              <a:gd name="connsiteX86" fmla="*/ 229259 w 458518"/>
              <a:gd name="connsiteY86" fmla="*/ 326770 h 345874"/>
              <a:gd name="connsiteX87" fmla="*/ 401203 w 458518"/>
              <a:gd name="connsiteY87" fmla="*/ 326770 h 345874"/>
              <a:gd name="connsiteX88" fmla="*/ 401203 w 458518"/>
              <a:gd name="connsiteY88" fmla="*/ 288560 h 345874"/>
              <a:gd name="connsiteX89" fmla="*/ 382098 w 458518"/>
              <a:gd name="connsiteY89" fmla="*/ 288560 h 345874"/>
              <a:gd name="connsiteX90" fmla="*/ 382098 w 458518"/>
              <a:gd name="connsiteY90" fmla="*/ 326770 h 345874"/>
              <a:gd name="connsiteX91" fmla="*/ 286574 w 458518"/>
              <a:gd name="connsiteY91" fmla="*/ 326770 h 345874"/>
              <a:gd name="connsiteX92" fmla="*/ 286574 w 458518"/>
              <a:gd name="connsiteY92" fmla="*/ 271366 h 345874"/>
              <a:gd name="connsiteX93" fmla="*/ 284663 w 458518"/>
              <a:gd name="connsiteY93" fmla="*/ 256082 h 345874"/>
              <a:gd name="connsiteX94" fmla="*/ 277021 w 458518"/>
              <a:gd name="connsiteY94" fmla="*/ 229335 h 345874"/>
              <a:gd name="connsiteX95" fmla="*/ 261737 w 458518"/>
              <a:gd name="connsiteY95" fmla="*/ 206409 h 345874"/>
              <a:gd name="connsiteX96" fmla="*/ 250274 w 458518"/>
              <a:gd name="connsiteY96" fmla="*/ 196857 h 345874"/>
              <a:gd name="connsiteX97" fmla="*/ 261737 w 458518"/>
              <a:gd name="connsiteY97" fmla="*/ 194946 h 345874"/>
              <a:gd name="connsiteX98" fmla="*/ 275111 w 458518"/>
              <a:gd name="connsiteY98" fmla="*/ 193036 h 345874"/>
              <a:gd name="connsiteX99" fmla="*/ 359172 w 458518"/>
              <a:gd name="connsiteY99" fmla="*/ 193036 h 345874"/>
              <a:gd name="connsiteX100" fmla="*/ 382098 w 458518"/>
              <a:gd name="connsiteY100" fmla="*/ 196857 h 345874"/>
              <a:gd name="connsiteX101" fmla="*/ 403114 w 458518"/>
              <a:gd name="connsiteY101" fmla="*/ 206409 h 345874"/>
              <a:gd name="connsiteX102" fmla="*/ 420308 w 458518"/>
              <a:gd name="connsiteY102" fmla="*/ 221693 h 345874"/>
              <a:gd name="connsiteX103" fmla="*/ 431771 w 458518"/>
              <a:gd name="connsiteY103" fmla="*/ 238887 h 345874"/>
              <a:gd name="connsiteX104" fmla="*/ 439413 w 458518"/>
              <a:gd name="connsiteY104" fmla="*/ 259903 h 345874"/>
              <a:gd name="connsiteX105" fmla="*/ 439413 w 458518"/>
              <a:gd name="connsiteY105" fmla="*/ 271366 h 345874"/>
              <a:gd name="connsiteX106" fmla="*/ 439413 w 458518"/>
              <a:gd name="connsiteY106" fmla="*/ 326770 h 345874"/>
              <a:gd name="connsiteX107" fmla="*/ 401203 w 458518"/>
              <a:gd name="connsiteY107" fmla="*/ 326770 h 345874"/>
              <a:gd name="connsiteX108" fmla="*/ 139466 w 458518"/>
              <a:gd name="connsiteY108" fmla="*/ 164378 h 345874"/>
              <a:gd name="connsiteX109" fmla="*/ 219707 w 458518"/>
              <a:gd name="connsiteY109" fmla="*/ 84138 h 345874"/>
              <a:gd name="connsiteX110" fmla="*/ 139466 w 458518"/>
              <a:gd name="connsiteY110" fmla="*/ 1986 h 345874"/>
              <a:gd name="connsiteX111" fmla="*/ 59225 w 458518"/>
              <a:gd name="connsiteY111" fmla="*/ 84138 h 345874"/>
              <a:gd name="connsiteX112" fmla="*/ 59225 w 458518"/>
              <a:gd name="connsiteY112" fmla="*/ 84138 h 345874"/>
              <a:gd name="connsiteX113" fmla="*/ 139466 w 458518"/>
              <a:gd name="connsiteY113" fmla="*/ 164378 h 345874"/>
              <a:gd name="connsiteX114" fmla="*/ 139466 w 458518"/>
              <a:gd name="connsiteY114" fmla="*/ 164378 h 345874"/>
              <a:gd name="connsiteX115" fmla="*/ 139466 w 458518"/>
              <a:gd name="connsiteY115" fmla="*/ 21091 h 345874"/>
              <a:gd name="connsiteX116" fmla="*/ 200602 w 458518"/>
              <a:gd name="connsiteY116" fmla="*/ 82227 h 345874"/>
              <a:gd name="connsiteX117" fmla="*/ 139466 w 458518"/>
              <a:gd name="connsiteY117" fmla="*/ 143363 h 345874"/>
              <a:gd name="connsiteX118" fmla="*/ 78330 w 458518"/>
              <a:gd name="connsiteY118" fmla="*/ 82227 h 345874"/>
              <a:gd name="connsiteX119" fmla="*/ 139466 w 458518"/>
              <a:gd name="connsiteY119" fmla="*/ 21091 h 345874"/>
              <a:gd name="connsiteX120" fmla="*/ 139466 w 458518"/>
              <a:gd name="connsiteY120" fmla="*/ 21091 h 34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458518" h="345874">
                <a:moveTo>
                  <a:pt x="458518" y="271366"/>
                </a:moveTo>
                <a:cubicBezTo>
                  <a:pt x="458518" y="265634"/>
                  <a:pt x="458518" y="261813"/>
                  <a:pt x="456608" y="256082"/>
                </a:cubicBezTo>
                <a:cubicBezTo>
                  <a:pt x="454697" y="246529"/>
                  <a:pt x="452787" y="236977"/>
                  <a:pt x="448966" y="229335"/>
                </a:cubicBezTo>
                <a:cubicBezTo>
                  <a:pt x="445145" y="221693"/>
                  <a:pt x="439413" y="214051"/>
                  <a:pt x="433682" y="206409"/>
                </a:cubicBezTo>
                <a:cubicBezTo>
                  <a:pt x="427950" y="198767"/>
                  <a:pt x="420308" y="193036"/>
                  <a:pt x="412666" y="189215"/>
                </a:cubicBezTo>
                <a:cubicBezTo>
                  <a:pt x="406935" y="185394"/>
                  <a:pt x="403114" y="183483"/>
                  <a:pt x="397382" y="181573"/>
                </a:cubicBezTo>
                <a:lnTo>
                  <a:pt x="397382" y="84138"/>
                </a:lnTo>
                <a:lnTo>
                  <a:pt x="397382" y="84138"/>
                </a:lnTo>
                <a:cubicBezTo>
                  <a:pt x="399293" y="40196"/>
                  <a:pt x="364904" y="1986"/>
                  <a:pt x="320963" y="76"/>
                </a:cubicBezTo>
                <a:cubicBezTo>
                  <a:pt x="277021" y="-1835"/>
                  <a:pt x="238811" y="32554"/>
                  <a:pt x="236901" y="76496"/>
                </a:cubicBezTo>
                <a:cubicBezTo>
                  <a:pt x="236901" y="78406"/>
                  <a:pt x="236901" y="82227"/>
                  <a:pt x="236901" y="84138"/>
                </a:cubicBezTo>
                <a:lnTo>
                  <a:pt x="236901" y="84138"/>
                </a:lnTo>
                <a:lnTo>
                  <a:pt x="236901" y="183483"/>
                </a:lnTo>
                <a:lnTo>
                  <a:pt x="233080" y="185394"/>
                </a:lnTo>
                <a:lnTo>
                  <a:pt x="229259" y="185394"/>
                </a:lnTo>
                <a:cubicBezTo>
                  <a:pt x="223528" y="183483"/>
                  <a:pt x="219707" y="181573"/>
                  <a:pt x="213975" y="179662"/>
                </a:cubicBezTo>
                <a:cubicBezTo>
                  <a:pt x="204423" y="177752"/>
                  <a:pt x="194870" y="175841"/>
                  <a:pt x="185318" y="175841"/>
                </a:cubicBezTo>
                <a:lnTo>
                  <a:pt x="101256" y="175841"/>
                </a:lnTo>
                <a:cubicBezTo>
                  <a:pt x="95525" y="175841"/>
                  <a:pt x="91704" y="175841"/>
                  <a:pt x="85972" y="177752"/>
                </a:cubicBezTo>
                <a:cubicBezTo>
                  <a:pt x="76420" y="179662"/>
                  <a:pt x="66867" y="181573"/>
                  <a:pt x="59225" y="185394"/>
                </a:cubicBezTo>
                <a:cubicBezTo>
                  <a:pt x="51583" y="189215"/>
                  <a:pt x="42031" y="194946"/>
                  <a:pt x="36299" y="200678"/>
                </a:cubicBezTo>
                <a:cubicBezTo>
                  <a:pt x="28657" y="206409"/>
                  <a:pt x="22926" y="214051"/>
                  <a:pt x="17194" y="221693"/>
                </a:cubicBezTo>
                <a:cubicBezTo>
                  <a:pt x="11463" y="229335"/>
                  <a:pt x="7642" y="236977"/>
                  <a:pt x="5731" y="246529"/>
                </a:cubicBezTo>
                <a:cubicBezTo>
                  <a:pt x="1910" y="254171"/>
                  <a:pt x="0" y="267545"/>
                  <a:pt x="0" y="279008"/>
                </a:cubicBezTo>
                <a:lnTo>
                  <a:pt x="0" y="330591"/>
                </a:lnTo>
                <a:cubicBezTo>
                  <a:pt x="0" y="338233"/>
                  <a:pt x="7642" y="345875"/>
                  <a:pt x="15284" y="345875"/>
                </a:cubicBezTo>
                <a:lnTo>
                  <a:pt x="439413" y="345875"/>
                </a:lnTo>
                <a:cubicBezTo>
                  <a:pt x="450876" y="345875"/>
                  <a:pt x="458518" y="338233"/>
                  <a:pt x="458518" y="326770"/>
                </a:cubicBezTo>
                <a:cubicBezTo>
                  <a:pt x="458518" y="309576"/>
                  <a:pt x="458518" y="277097"/>
                  <a:pt x="458518" y="271366"/>
                </a:cubicBezTo>
                <a:close/>
                <a:moveTo>
                  <a:pt x="326694" y="66943"/>
                </a:moveTo>
                <a:lnTo>
                  <a:pt x="326694" y="66943"/>
                </a:lnTo>
                <a:cubicBezTo>
                  <a:pt x="330515" y="72675"/>
                  <a:pt x="334336" y="78406"/>
                  <a:pt x="340068" y="84138"/>
                </a:cubicBezTo>
                <a:cubicBezTo>
                  <a:pt x="341978" y="86048"/>
                  <a:pt x="343889" y="87959"/>
                  <a:pt x="345799" y="89869"/>
                </a:cubicBezTo>
                <a:cubicBezTo>
                  <a:pt x="353441" y="95600"/>
                  <a:pt x="364904" y="101332"/>
                  <a:pt x="374456" y="101332"/>
                </a:cubicBezTo>
                <a:cubicBezTo>
                  <a:pt x="364904" y="133810"/>
                  <a:pt x="330515" y="152915"/>
                  <a:pt x="298037" y="143363"/>
                </a:cubicBezTo>
                <a:cubicBezTo>
                  <a:pt x="277021" y="137631"/>
                  <a:pt x="261737" y="120437"/>
                  <a:pt x="256006" y="99421"/>
                </a:cubicBezTo>
                <a:cubicBezTo>
                  <a:pt x="256006" y="89869"/>
                  <a:pt x="265558" y="82227"/>
                  <a:pt x="275111" y="82227"/>
                </a:cubicBezTo>
                <a:lnTo>
                  <a:pt x="286574" y="82227"/>
                </a:lnTo>
                <a:cubicBezTo>
                  <a:pt x="301858" y="82227"/>
                  <a:pt x="315231" y="76496"/>
                  <a:pt x="326694" y="66943"/>
                </a:cubicBezTo>
                <a:close/>
                <a:moveTo>
                  <a:pt x="376367" y="82227"/>
                </a:moveTo>
                <a:cubicBezTo>
                  <a:pt x="368725" y="82227"/>
                  <a:pt x="362993" y="78406"/>
                  <a:pt x="357262" y="74585"/>
                </a:cubicBezTo>
                <a:lnTo>
                  <a:pt x="353441" y="70764"/>
                </a:lnTo>
                <a:cubicBezTo>
                  <a:pt x="345799" y="63122"/>
                  <a:pt x="341978" y="55480"/>
                  <a:pt x="343889" y="45928"/>
                </a:cubicBezTo>
                <a:lnTo>
                  <a:pt x="343889" y="28733"/>
                </a:lnTo>
                <a:cubicBezTo>
                  <a:pt x="362993" y="38286"/>
                  <a:pt x="376367" y="59301"/>
                  <a:pt x="376367" y="82227"/>
                </a:cubicBezTo>
                <a:close/>
                <a:moveTo>
                  <a:pt x="315231" y="21091"/>
                </a:moveTo>
                <a:cubicBezTo>
                  <a:pt x="317142" y="21091"/>
                  <a:pt x="320963" y="21091"/>
                  <a:pt x="322873" y="21091"/>
                </a:cubicBezTo>
                <a:lnTo>
                  <a:pt x="322873" y="26823"/>
                </a:lnTo>
                <a:cubicBezTo>
                  <a:pt x="322873" y="36375"/>
                  <a:pt x="319052" y="45928"/>
                  <a:pt x="313321" y="51659"/>
                </a:cubicBezTo>
                <a:cubicBezTo>
                  <a:pt x="305679" y="59301"/>
                  <a:pt x="296126" y="63122"/>
                  <a:pt x="286574" y="63122"/>
                </a:cubicBezTo>
                <a:lnTo>
                  <a:pt x="275111" y="63122"/>
                </a:lnTo>
                <a:cubicBezTo>
                  <a:pt x="267469" y="63122"/>
                  <a:pt x="261737" y="65033"/>
                  <a:pt x="256006" y="68854"/>
                </a:cubicBezTo>
                <a:cubicBezTo>
                  <a:pt x="261737" y="40196"/>
                  <a:pt x="286574" y="21091"/>
                  <a:pt x="315231" y="21091"/>
                </a:cubicBezTo>
                <a:close/>
                <a:moveTo>
                  <a:pt x="254095" y="135721"/>
                </a:moveTo>
                <a:cubicBezTo>
                  <a:pt x="280842" y="170110"/>
                  <a:pt x="332426" y="175841"/>
                  <a:pt x="366814" y="147184"/>
                </a:cubicBezTo>
                <a:cubicBezTo>
                  <a:pt x="370635" y="143363"/>
                  <a:pt x="374456" y="139542"/>
                  <a:pt x="378277" y="135721"/>
                </a:cubicBezTo>
                <a:lnTo>
                  <a:pt x="378277" y="175841"/>
                </a:lnTo>
                <a:cubicBezTo>
                  <a:pt x="372546" y="173931"/>
                  <a:pt x="364904" y="173931"/>
                  <a:pt x="359172" y="173931"/>
                </a:cubicBezTo>
                <a:lnTo>
                  <a:pt x="275111" y="173931"/>
                </a:lnTo>
                <a:cubicBezTo>
                  <a:pt x="269379" y="173931"/>
                  <a:pt x="265558" y="173931"/>
                  <a:pt x="259827" y="175841"/>
                </a:cubicBezTo>
                <a:lnTo>
                  <a:pt x="254095" y="177752"/>
                </a:lnTo>
                <a:lnTo>
                  <a:pt x="254095" y="135721"/>
                </a:lnTo>
                <a:close/>
                <a:moveTo>
                  <a:pt x="229259" y="326770"/>
                </a:moveTo>
                <a:lnTo>
                  <a:pt x="229259" y="288560"/>
                </a:lnTo>
                <a:lnTo>
                  <a:pt x="210154" y="288560"/>
                </a:lnTo>
                <a:lnTo>
                  <a:pt x="210154" y="326770"/>
                </a:lnTo>
                <a:lnTo>
                  <a:pt x="76420" y="326770"/>
                </a:lnTo>
                <a:lnTo>
                  <a:pt x="76420" y="288560"/>
                </a:lnTo>
                <a:lnTo>
                  <a:pt x="57315" y="288560"/>
                </a:lnTo>
                <a:lnTo>
                  <a:pt x="57315" y="326770"/>
                </a:lnTo>
                <a:lnTo>
                  <a:pt x="19105" y="326770"/>
                </a:lnTo>
                <a:lnTo>
                  <a:pt x="19105" y="279008"/>
                </a:lnTo>
                <a:cubicBezTo>
                  <a:pt x="19105" y="269455"/>
                  <a:pt x="21015" y="257992"/>
                  <a:pt x="22926" y="248440"/>
                </a:cubicBezTo>
                <a:cubicBezTo>
                  <a:pt x="24836" y="240798"/>
                  <a:pt x="28657" y="235066"/>
                  <a:pt x="32478" y="229335"/>
                </a:cubicBezTo>
                <a:cubicBezTo>
                  <a:pt x="36299" y="223603"/>
                  <a:pt x="42031" y="217872"/>
                  <a:pt x="47762" y="212140"/>
                </a:cubicBezTo>
                <a:cubicBezTo>
                  <a:pt x="53494" y="208320"/>
                  <a:pt x="59225" y="202588"/>
                  <a:pt x="66867" y="200678"/>
                </a:cubicBezTo>
                <a:cubicBezTo>
                  <a:pt x="74509" y="196857"/>
                  <a:pt x="82151" y="194946"/>
                  <a:pt x="89793" y="194946"/>
                </a:cubicBezTo>
                <a:cubicBezTo>
                  <a:pt x="93614" y="194946"/>
                  <a:pt x="97435" y="194946"/>
                  <a:pt x="103167" y="194946"/>
                </a:cubicBezTo>
                <a:lnTo>
                  <a:pt x="187228" y="194946"/>
                </a:lnTo>
                <a:cubicBezTo>
                  <a:pt x="194870" y="194946"/>
                  <a:pt x="202512" y="196857"/>
                  <a:pt x="210154" y="198767"/>
                </a:cubicBezTo>
                <a:cubicBezTo>
                  <a:pt x="225438" y="202588"/>
                  <a:pt x="238811" y="210230"/>
                  <a:pt x="248364" y="221693"/>
                </a:cubicBezTo>
                <a:cubicBezTo>
                  <a:pt x="254095" y="227424"/>
                  <a:pt x="257916" y="233156"/>
                  <a:pt x="259827" y="238887"/>
                </a:cubicBezTo>
                <a:cubicBezTo>
                  <a:pt x="263648" y="244619"/>
                  <a:pt x="265558" y="252261"/>
                  <a:pt x="267469" y="259903"/>
                </a:cubicBezTo>
                <a:cubicBezTo>
                  <a:pt x="267469" y="263724"/>
                  <a:pt x="269379" y="267545"/>
                  <a:pt x="269379" y="271366"/>
                </a:cubicBezTo>
                <a:lnTo>
                  <a:pt x="269379" y="271366"/>
                </a:lnTo>
                <a:cubicBezTo>
                  <a:pt x="269379" y="277097"/>
                  <a:pt x="269379" y="309576"/>
                  <a:pt x="269379" y="326770"/>
                </a:cubicBezTo>
                <a:lnTo>
                  <a:pt x="229259" y="326770"/>
                </a:lnTo>
                <a:close/>
                <a:moveTo>
                  <a:pt x="401203" y="326770"/>
                </a:moveTo>
                <a:lnTo>
                  <a:pt x="401203" y="288560"/>
                </a:lnTo>
                <a:lnTo>
                  <a:pt x="382098" y="288560"/>
                </a:lnTo>
                <a:lnTo>
                  <a:pt x="382098" y="326770"/>
                </a:lnTo>
                <a:lnTo>
                  <a:pt x="286574" y="326770"/>
                </a:lnTo>
                <a:cubicBezTo>
                  <a:pt x="286574" y="309576"/>
                  <a:pt x="286574" y="277097"/>
                  <a:pt x="286574" y="271366"/>
                </a:cubicBezTo>
                <a:cubicBezTo>
                  <a:pt x="286574" y="265634"/>
                  <a:pt x="286574" y="261813"/>
                  <a:pt x="284663" y="256082"/>
                </a:cubicBezTo>
                <a:cubicBezTo>
                  <a:pt x="282753" y="246529"/>
                  <a:pt x="280842" y="236977"/>
                  <a:pt x="277021" y="229335"/>
                </a:cubicBezTo>
                <a:cubicBezTo>
                  <a:pt x="273200" y="221693"/>
                  <a:pt x="267469" y="214051"/>
                  <a:pt x="261737" y="206409"/>
                </a:cubicBezTo>
                <a:cubicBezTo>
                  <a:pt x="257916" y="202588"/>
                  <a:pt x="254095" y="198767"/>
                  <a:pt x="250274" y="196857"/>
                </a:cubicBezTo>
                <a:cubicBezTo>
                  <a:pt x="254095" y="194946"/>
                  <a:pt x="257916" y="194946"/>
                  <a:pt x="261737" y="194946"/>
                </a:cubicBezTo>
                <a:cubicBezTo>
                  <a:pt x="265558" y="194946"/>
                  <a:pt x="269379" y="193036"/>
                  <a:pt x="275111" y="193036"/>
                </a:cubicBezTo>
                <a:lnTo>
                  <a:pt x="359172" y="193036"/>
                </a:lnTo>
                <a:cubicBezTo>
                  <a:pt x="366814" y="193036"/>
                  <a:pt x="374456" y="194946"/>
                  <a:pt x="382098" y="196857"/>
                </a:cubicBezTo>
                <a:cubicBezTo>
                  <a:pt x="389740" y="198767"/>
                  <a:pt x="397382" y="202588"/>
                  <a:pt x="403114" y="206409"/>
                </a:cubicBezTo>
                <a:cubicBezTo>
                  <a:pt x="408845" y="210230"/>
                  <a:pt x="414577" y="215961"/>
                  <a:pt x="420308" y="221693"/>
                </a:cubicBezTo>
                <a:cubicBezTo>
                  <a:pt x="426040" y="227424"/>
                  <a:pt x="429861" y="233156"/>
                  <a:pt x="431771" y="238887"/>
                </a:cubicBezTo>
                <a:cubicBezTo>
                  <a:pt x="435592" y="246529"/>
                  <a:pt x="437503" y="252261"/>
                  <a:pt x="439413" y="259903"/>
                </a:cubicBezTo>
                <a:cubicBezTo>
                  <a:pt x="439413" y="263724"/>
                  <a:pt x="439413" y="267545"/>
                  <a:pt x="439413" y="271366"/>
                </a:cubicBezTo>
                <a:cubicBezTo>
                  <a:pt x="439413" y="277097"/>
                  <a:pt x="439413" y="309576"/>
                  <a:pt x="439413" y="326770"/>
                </a:cubicBezTo>
                <a:lnTo>
                  <a:pt x="401203" y="326770"/>
                </a:lnTo>
                <a:close/>
                <a:moveTo>
                  <a:pt x="139466" y="164378"/>
                </a:moveTo>
                <a:cubicBezTo>
                  <a:pt x="183407" y="164378"/>
                  <a:pt x="219707" y="128079"/>
                  <a:pt x="219707" y="84138"/>
                </a:cubicBezTo>
                <a:cubicBezTo>
                  <a:pt x="219707" y="38286"/>
                  <a:pt x="183407" y="1986"/>
                  <a:pt x="139466" y="1986"/>
                </a:cubicBezTo>
                <a:cubicBezTo>
                  <a:pt x="95525" y="1986"/>
                  <a:pt x="59225" y="38286"/>
                  <a:pt x="59225" y="84138"/>
                </a:cubicBezTo>
                <a:lnTo>
                  <a:pt x="59225" y="84138"/>
                </a:lnTo>
                <a:cubicBezTo>
                  <a:pt x="57315" y="128079"/>
                  <a:pt x="93614" y="164378"/>
                  <a:pt x="139466" y="164378"/>
                </a:cubicBezTo>
                <a:lnTo>
                  <a:pt x="139466" y="164378"/>
                </a:lnTo>
                <a:close/>
                <a:moveTo>
                  <a:pt x="139466" y="21091"/>
                </a:moveTo>
                <a:cubicBezTo>
                  <a:pt x="173855" y="21091"/>
                  <a:pt x="200602" y="47838"/>
                  <a:pt x="200602" y="82227"/>
                </a:cubicBezTo>
                <a:cubicBezTo>
                  <a:pt x="200602" y="116616"/>
                  <a:pt x="173855" y="143363"/>
                  <a:pt x="139466" y="143363"/>
                </a:cubicBezTo>
                <a:cubicBezTo>
                  <a:pt x="105077" y="143363"/>
                  <a:pt x="78330" y="116616"/>
                  <a:pt x="78330" y="82227"/>
                </a:cubicBezTo>
                <a:cubicBezTo>
                  <a:pt x="76420" y="49749"/>
                  <a:pt x="105077" y="21091"/>
                  <a:pt x="139466" y="21091"/>
                </a:cubicBezTo>
                <a:lnTo>
                  <a:pt x="139466" y="2109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121" descr="Female couple icon.">
            <a:extLst>
              <a:ext uri="{FF2B5EF4-FFF2-40B4-BE49-F238E27FC236}">
                <a16:creationId xmlns:a16="http://schemas.microsoft.com/office/drawing/2014/main" id="{5884E2ED-55C5-4224-8AB2-C39A9802E095}"/>
              </a:ext>
            </a:extLst>
          </p:cNvPr>
          <p:cNvSpPr>
            <a:spLocks noChangeAspect="1"/>
          </p:cNvSpPr>
          <p:nvPr/>
        </p:nvSpPr>
        <p:spPr>
          <a:xfrm>
            <a:off x="5852968" y="1484492"/>
            <a:ext cx="458518" cy="343888"/>
          </a:xfrm>
          <a:custGeom>
            <a:avLst/>
            <a:gdLst>
              <a:gd name="connsiteX0" fmla="*/ 458518 w 458518"/>
              <a:gd name="connsiteY0" fmla="*/ 269379 h 343888"/>
              <a:gd name="connsiteX1" fmla="*/ 456608 w 458518"/>
              <a:gd name="connsiteY1" fmla="*/ 254095 h 343888"/>
              <a:gd name="connsiteX2" fmla="*/ 448966 w 458518"/>
              <a:gd name="connsiteY2" fmla="*/ 227349 h 343888"/>
              <a:gd name="connsiteX3" fmla="*/ 433682 w 458518"/>
              <a:gd name="connsiteY3" fmla="*/ 204423 h 343888"/>
              <a:gd name="connsiteX4" fmla="*/ 412666 w 458518"/>
              <a:gd name="connsiteY4" fmla="*/ 187228 h 343888"/>
              <a:gd name="connsiteX5" fmla="*/ 401203 w 458518"/>
              <a:gd name="connsiteY5" fmla="*/ 181497 h 343888"/>
              <a:gd name="connsiteX6" fmla="*/ 401203 w 458518"/>
              <a:gd name="connsiteY6" fmla="*/ 80241 h 343888"/>
              <a:gd name="connsiteX7" fmla="*/ 401203 w 458518"/>
              <a:gd name="connsiteY7" fmla="*/ 80241 h 343888"/>
              <a:gd name="connsiteX8" fmla="*/ 320963 w 458518"/>
              <a:gd name="connsiteY8" fmla="*/ 0 h 343888"/>
              <a:gd name="connsiteX9" fmla="*/ 240722 w 458518"/>
              <a:gd name="connsiteY9" fmla="*/ 80241 h 343888"/>
              <a:gd name="connsiteX10" fmla="*/ 240722 w 458518"/>
              <a:gd name="connsiteY10" fmla="*/ 80241 h 343888"/>
              <a:gd name="connsiteX11" fmla="*/ 240722 w 458518"/>
              <a:gd name="connsiteY11" fmla="*/ 80241 h 343888"/>
              <a:gd name="connsiteX12" fmla="*/ 240722 w 458518"/>
              <a:gd name="connsiteY12" fmla="*/ 177676 h 343888"/>
              <a:gd name="connsiteX13" fmla="*/ 233080 w 458518"/>
              <a:gd name="connsiteY13" fmla="*/ 179586 h 343888"/>
              <a:gd name="connsiteX14" fmla="*/ 231170 w 458518"/>
              <a:gd name="connsiteY14" fmla="*/ 179586 h 343888"/>
              <a:gd name="connsiteX15" fmla="*/ 221617 w 458518"/>
              <a:gd name="connsiteY15" fmla="*/ 175765 h 343888"/>
              <a:gd name="connsiteX16" fmla="*/ 221617 w 458518"/>
              <a:gd name="connsiteY16" fmla="*/ 80241 h 343888"/>
              <a:gd name="connsiteX17" fmla="*/ 221617 w 458518"/>
              <a:gd name="connsiteY17" fmla="*/ 80241 h 343888"/>
              <a:gd name="connsiteX18" fmla="*/ 139466 w 458518"/>
              <a:gd name="connsiteY18" fmla="*/ 0 h 343888"/>
              <a:gd name="connsiteX19" fmla="*/ 57315 w 458518"/>
              <a:gd name="connsiteY19" fmla="*/ 80241 h 343888"/>
              <a:gd name="connsiteX20" fmla="*/ 57315 w 458518"/>
              <a:gd name="connsiteY20" fmla="*/ 80241 h 343888"/>
              <a:gd name="connsiteX21" fmla="*/ 57315 w 458518"/>
              <a:gd name="connsiteY21" fmla="*/ 181497 h 343888"/>
              <a:gd name="connsiteX22" fmla="*/ 34389 w 458518"/>
              <a:gd name="connsiteY22" fmla="*/ 194870 h 343888"/>
              <a:gd name="connsiteX23" fmla="*/ 15284 w 458518"/>
              <a:gd name="connsiteY23" fmla="*/ 215886 h 343888"/>
              <a:gd name="connsiteX24" fmla="*/ 3821 w 458518"/>
              <a:gd name="connsiteY24" fmla="*/ 240722 h 343888"/>
              <a:gd name="connsiteX25" fmla="*/ 0 w 458518"/>
              <a:gd name="connsiteY25" fmla="*/ 277021 h 343888"/>
              <a:gd name="connsiteX26" fmla="*/ 0 w 458518"/>
              <a:gd name="connsiteY26" fmla="*/ 328605 h 343888"/>
              <a:gd name="connsiteX27" fmla="*/ 15284 w 458518"/>
              <a:gd name="connsiteY27" fmla="*/ 343889 h 343888"/>
              <a:gd name="connsiteX28" fmla="*/ 439413 w 458518"/>
              <a:gd name="connsiteY28" fmla="*/ 343889 h 343888"/>
              <a:gd name="connsiteX29" fmla="*/ 458518 w 458518"/>
              <a:gd name="connsiteY29" fmla="*/ 324784 h 343888"/>
              <a:gd name="connsiteX30" fmla="*/ 458518 w 458518"/>
              <a:gd name="connsiteY30" fmla="*/ 269379 h 343888"/>
              <a:gd name="connsiteX31" fmla="*/ 332426 w 458518"/>
              <a:gd name="connsiteY31" fmla="*/ 63046 h 343888"/>
              <a:gd name="connsiteX32" fmla="*/ 332426 w 458518"/>
              <a:gd name="connsiteY32" fmla="*/ 63046 h 343888"/>
              <a:gd name="connsiteX33" fmla="*/ 343889 w 458518"/>
              <a:gd name="connsiteY33" fmla="*/ 82151 h 343888"/>
              <a:gd name="connsiteX34" fmla="*/ 349620 w 458518"/>
              <a:gd name="connsiteY34" fmla="*/ 87883 h 343888"/>
              <a:gd name="connsiteX35" fmla="*/ 378277 w 458518"/>
              <a:gd name="connsiteY35" fmla="*/ 99346 h 343888"/>
              <a:gd name="connsiteX36" fmla="*/ 301858 w 458518"/>
              <a:gd name="connsiteY36" fmla="*/ 141376 h 343888"/>
              <a:gd name="connsiteX37" fmla="*/ 259827 w 458518"/>
              <a:gd name="connsiteY37" fmla="*/ 97435 h 343888"/>
              <a:gd name="connsiteX38" fmla="*/ 267469 w 458518"/>
              <a:gd name="connsiteY38" fmla="*/ 85972 h 343888"/>
              <a:gd name="connsiteX39" fmla="*/ 280842 w 458518"/>
              <a:gd name="connsiteY39" fmla="*/ 80241 h 343888"/>
              <a:gd name="connsiteX40" fmla="*/ 292305 w 458518"/>
              <a:gd name="connsiteY40" fmla="*/ 80241 h 343888"/>
              <a:gd name="connsiteX41" fmla="*/ 332426 w 458518"/>
              <a:gd name="connsiteY41" fmla="*/ 63046 h 343888"/>
              <a:gd name="connsiteX42" fmla="*/ 382098 w 458518"/>
              <a:gd name="connsiteY42" fmla="*/ 80241 h 343888"/>
              <a:gd name="connsiteX43" fmla="*/ 362993 w 458518"/>
              <a:gd name="connsiteY43" fmla="*/ 72599 h 343888"/>
              <a:gd name="connsiteX44" fmla="*/ 359172 w 458518"/>
              <a:gd name="connsiteY44" fmla="*/ 68778 h 343888"/>
              <a:gd name="connsiteX45" fmla="*/ 349620 w 458518"/>
              <a:gd name="connsiteY45" fmla="*/ 42031 h 343888"/>
              <a:gd name="connsiteX46" fmla="*/ 349620 w 458518"/>
              <a:gd name="connsiteY46" fmla="*/ 24836 h 343888"/>
              <a:gd name="connsiteX47" fmla="*/ 382098 w 458518"/>
              <a:gd name="connsiteY47" fmla="*/ 80241 h 343888"/>
              <a:gd name="connsiteX48" fmla="*/ 320963 w 458518"/>
              <a:gd name="connsiteY48" fmla="*/ 19105 h 343888"/>
              <a:gd name="connsiteX49" fmla="*/ 328605 w 458518"/>
              <a:gd name="connsiteY49" fmla="*/ 19105 h 343888"/>
              <a:gd name="connsiteX50" fmla="*/ 328605 w 458518"/>
              <a:gd name="connsiteY50" fmla="*/ 24836 h 343888"/>
              <a:gd name="connsiteX51" fmla="*/ 319052 w 458518"/>
              <a:gd name="connsiteY51" fmla="*/ 49673 h 343888"/>
              <a:gd name="connsiteX52" fmla="*/ 292305 w 458518"/>
              <a:gd name="connsiteY52" fmla="*/ 59225 h 343888"/>
              <a:gd name="connsiteX53" fmla="*/ 280842 w 458518"/>
              <a:gd name="connsiteY53" fmla="*/ 59225 h 343888"/>
              <a:gd name="connsiteX54" fmla="*/ 261737 w 458518"/>
              <a:gd name="connsiteY54" fmla="*/ 64957 h 343888"/>
              <a:gd name="connsiteX55" fmla="*/ 320963 w 458518"/>
              <a:gd name="connsiteY55" fmla="*/ 19105 h 343888"/>
              <a:gd name="connsiteX56" fmla="*/ 257916 w 458518"/>
              <a:gd name="connsiteY56" fmla="*/ 131824 h 343888"/>
              <a:gd name="connsiteX57" fmla="*/ 370635 w 458518"/>
              <a:gd name="connsiteY57" fmla="*/ 145197 h 343888"/>
              <a:gd name="connsiteX58" fmla="*/ 382098 w 458518"/>
              <a:gd name="connsiteY58" fmla="*/ 133734 h 343888"/>
              <a:gd name="connsiteX59" fmla="*/ 382098 w 458518"/>
              <a:gd name="connsiteY59" fmla="*/ 175765 h 343888"/>
              <a:gd name="connsiteX60" fmla="*/ 357262 w 458518"/>
              <a:gd name="connsiteY60" fmla="*/ 171944 h 343888"/>
              <a:gd name="connsiteX61" fmla="*/ 273200 w 458518"/>
              <a:gd name="connsiteY61" fmla="*/ 171944 h 343888"/>
              <a:gd name="connsiteX62" fmla="*/ 257916 w 458518"/>
              <a:gd name="connsiteY62" fmla="*/ 173855 h 343888"/>
              <a:gd name="connsiteX63" fmla="*/ 257916 w 458518"/>
              <a:gd name="connsiteY63" fmla="*/ 173855 h 343888"/>
              <a:gd name="connsiteX64" fmla="*/ 257916 w 458518"/>
              <a:gd name="connsiteY64" fmla="*/ 131824 h 343888"/>
              <a:gd name="connsiteX65" fmla="*/ 200602 w 458518"/>
              <a:gd name="connsiteY65" fmla="*/ 173855 h 343888"/>
              <a:gd name="connsiteX66" fmla="*/ 185318 w 458518"/>
              <a:gd name="connsiteY66" fmla="*/ 171944 h 343888"/>
              <a:gd name="connsiteX67" fmla="*/ 101256 w 458518"/>
              <a:gd name="connsiteY67" fmla="*/ 171944 h 343888"/>
              <a:gd name="connsiteX68" fmla="*/ 85972 w 458518"/>
              <a:gd name="connsiteY68" fmla="*/ 173855 h 343888"/>
              <a:gd name="connsiteX69" fmla="*/ 76420 w 458518"/>
              <a:gd name="connsiteY69" fmla="*/ 175765 h 343888"/>
              <a:gd name="connsiteX70" fmla="*/ 76420 w 458518"/>
              <a:gd name="connsiteY70" fmla="*/ 131824 h 343888"/>
              <a:gd name="connsiteX71" fmla="*/ 189139 w 458518"/>
              <a:gd name="connsiteY71" fmla="*/ 143287 h 343888"/>
              <a:gd name="connsiteX72" fmla="*/ 200602 w 458518"/>
              <a:gd name="connsiteY72" fmla="*/ 131824 h 343888"/>
              <a:gd name="connsiteX73" fmla="*/ 200602 w 458518"/>
              <a:gd name="connsiteY73" fmla="*/ 173855 h 343888"/>
              <a:gd name="connsiteX74" fmla="*/ 149018 w 458518"/>
              <a:gd name="connsiteY74" fmla="*/ 63046 h 343888"/>
              <a:gd name="connsiteX75" fmla="*/ 149018 w 458518"/>
              <a:gd name="connsiteY75" fmla="*/ 63046 h 343888"/>
              <a:gd name="connsiteX76" fmla="*/ 162392 w 458518"/>
              <a:gd name="connsiteY76" fmla="*/ 82151 h 343888"/>
              <a:gd name="connsiteX77" fmla="*/ 168123 w 458518"/>
              <a:gd name="connsiteY77" fmla="*/ 87883 h 343888"/>
              <a:gd name="connsiteX78" fmla="*/ 196781 w 458518"/>
              <a:gd name="connsiteY78" fmla="*/ 99346 h 343888"/>
              <a:gd name="connsiteX79" fmla="*/ 120361 w 458518"/>
              <a:gd name="connsiteY79" fmla="*/ 141376 h 343888"/>
              <a:gd name="connsiteX80" fmla="*/ 80241 w 458518"/>
              <a:gd name="connsiteY80" fmla="*/ 97435 h 343888"/>
              <a:gd name="connsiteX81" fmla="*/ 85972 w 458518"/>
              <a:gd name="connsiteY81" fmla="*/ 85972 h 343888"/>
              <a:gd name="connsiteX82" fmla="*/ 99346 w 458518"/>
              <a:gd name="connsiteY82" fmla="*/ 80241 h 343888"/>
              <a:gd name="connsiteX83" fmla="*/ 110809 w 458518"/>
              <a:gd name="connsiteY83" fmla="*/ 80241 h 343888"/>
              <a:gd name="connsiteX84" fmla="*/ 149018 w 458518"/>
              <a:gd name="connsiteY84" fmla="*/ 63046 h 343888"/>
              <a:gd name="connsiteX85" fmla="*/ 200602 w 458518"/>
              <a:gd name="connsiteY85" fmla="*/ 80241 h 343888"/>
              <a:gd name="connsiteX86" fmla="*/ 179586 w 458518"/>
              <a:gd name="connsiteY86" fmla="*/ 72599 h 343888"/>
              <a:gd name="connsiteX87" fmla="*/ 175765 w 458518"/>
              <a:gd name="connsiteY87" fmla="*/ 68778 h 343888"/>
              <a:gd name="connsiteX88" fmla="*/ 166213 w 458518"/>
              <a:gd name="connsiteY88" fmla="*/ 42031 h 343888"/>
              <a:gd name="connsiteX89" fmla="*/ 166213 w 458518"/>
              <a:gd name="connsiteY89" fmla="*/ 24836 h 343888"/>
              <a:gd name="connsiteX90" fmla="*/ 200602 w 458518"/>
              <a:gd name="connsiteY90" fmla="*/ 80241 h 343888"/>
              <a:gd name="connsiteX91" fmla="*/ 139466 w 458518"/>
              <a:gd name="connsiteY91" fmla="*/ 19105 h 343888"/>
              <a:gd name="connsiteX92" fmla="*/ 147108 w 458518"/>
              <a:gd name="connsiteY92" fmla="*/ 19105 h 343888"/>
              <a:gd name="connsiteX93" fmla="*/ 147108 w 458518"/>
              <a:gd name="connsiteY93" fmla="*/ 24836 h 343888"/>
              <a:gd name="connsiteX94" fmla="*/ 135645 w 458518"/>
              <a:gd name="connsiteY94" fmla="*/ 49673 h 343888"/>
              <a:gd name="connsiteX95" fmla="*/ 110809 w 458518"/>
              <a:gd name="connsiteY95" fmla="*/ 59225 h 343888"/>
              <a:gd name="connsiteX96" fmla="*/ 97435 w 458518"/>
              <a:gd name="connsiteY96" fmla="*/ 59225 h 343888"/>
              <a:gd name="connsiteX97" fmla="*/ 78330 w 458518"/>
              <a:gd name="connsiteY97" fmla="*/ 64957 h 343888"/>
              <a:gd name="connsiteX98" fmla="*/ 139466 w 458518"/>
              <a:gd name="connsiteY98" fmla="*/ 19105 h 343888"/>
              <a:gd name="connsiteX99" fmla="*/ 229259 w 458518"/>
              <a:gd name="connsiteY99" fmla="*/ 324784 h 343888"/>
              <a:gd name="connsiteX100" fmla="*/ 229259 w 458518"/>
              <a:gd name="connsiteY100" fmla="*/ 286574 h 343888"/>
              <a:gd name="connsiteX101" fmla="*/ 210154 w 458518"/>
              <a:gd name="connsiteY101" fmla="*/ 286574 h 343888"/>
              <a:gd name="connsiteX102" fmla="*/ 210154 w 458518"/>
              <a:gd name="connsiteY102" fmla="*/ 324784 h 343888"/>
              <a:gd name="connsiteX103" fmla="*/ 76420 w 458518"/>
              <a:gd name="connsiteY103" fmla="*/ 324784 h 343888"/>
              <a:gd name="connsiteX104" fmla="*/ 76420 w 458518"/>
              <a:gd name="connsiteY104" fmla="*/ 286574 h 343888"/>
              <a:gd name="connsiteX105" fmla="*/ 57315 w 458518"/>
              <a:gd name="connsiteY105" fmla="*/ 286574 h 343888"/>
              <a:gd name="connsiteX106" fmla="*/ 57315 w 458518"/>
              <a:gd name="connsiteY106" fmla="*/ 324784 h 343888"/>
              <a:gd name="connsiteX107" fmla="*/ 19105 w 458518"/>
              <a:gd name="connsiteY107" fmla="*/ 324784 h 343888"/>
              <a:gd name="connsiteX108" fmla="*/ 19105 w 458518"/>
              <a:gd name="connsiteY108" fmla="*/ 277021 h 343888"/>
              <a:gd name="connsiteX109" fmla="*/ 22926 w 458518"/>
              <a:gd name="connsiteY109" fmla="*/ 246453 h 343888"/>
              <a:gd name="connsiteX110" fmla="*/ 32478 w 458518"/>
              <a:gd name="connsiteY110" fmla="*/ 227349 h 343888"/>
              <a:gd name="connsiteX111" fmla="*/ 47762 w 458518"/>
              <a:gd name="connsiteY111" fmla="*/ 210154 h 343888"/>
              <a:gd name="connsiteX112" fmla="*/ 66867 w 458518"/>
              <a:gd name="connsiteY112" fmla="*/ 198691 h 343888"/>
              <a:gd name="connsiteX113" fmla="*/ 89793 w 458518"/>
              <a:gd name="connsiteY113" fmla="*/ 192960 h 343888"/>
              <a:gd name="connsiteX114" fmla="*/ 103167 w 458518"/>
              <a:gd name="connsiteY114" fmla="*/ 192960 h 343888"/>
              <a:gd name="connsiteX115" fmla="*/ 187228 w 458518"/>
              <a:gd name="connsiteY115" fmla="*/ 192960 h 343888"/>
              <a:gd name="connsiteX116" fmla="*/ 210154 w 458518"/>
              <a:gd name="connsiteY116" fmla="*/ 196781 h 343888"/>
              <a:gd name="connsiteX117" fmla="*/ 248364 w 458518"/>
              <a:gd name="connsiteY117" fmla="*/ 219707 h 343888"/>
              <a:gd name="connsiteX118" fmla="*/ 259827 w 458518"/>
              <a:gd name="connsiteY118" fmla="*/ 236901 h 343888"/>
              <a:gd name="connsiteX119" fmla="*/ 267469 w 458518"/>
              <a:gd name="connsiteY119" fmla="*/ 257916 h 343888"/>
              <a:gd name="connsiteX120" fmla="*/ 269379 w 458518"/>
              <a:gd name="connsiteY120" fmla="*/ 269379 h 343888"/>
              <a:gd name="connsiteX121" fmla="*/ 269379 w 458518"/>
              <a:gd name="connsiteY121" fmla="*/ 269379 h 343888"/>
              <a:gd name="connsiteX122" fmla="*/ 269379 w 458518"/>
              <a:gd name="connsiteY122" fmla="*/ 324784 h 343888"/>
              <a:gd name="connsiteX123" fmla="*/ 229259 w 458518"/>
              <a:gd name="connsiteY123" fmla="*/ 324784 h 343888"/>
              <a:gd name="connsiteX124" fmla="*/ 401203 w 458518"/>
              <a:gd name="connsiteY124" fmla="*/ 324784 h 343888"/>
              <a:gd name="connsiteX125" fmla="*/ 401203 w 458518"/>
              <a:gd name="connsiteY125" fmla="*/ 286574 h 343888"/>
              <a:gd name="connsiteX126" fmla="*/ 382098 w 458518"/>
              <a:gd name="connsiteY126" fmla="*/ 286574 h 343888"/>
              <a:gd name="connsiteX127" fmla="*/ 382098 w 458518"/>
              <a:gd name="connsiteY127" fmla="*/ 324784 h 343888"/>
              <a:gd name="connsiteX128" fmla="*/ 286574 w 458518"/>
              <a:gd name="connsiteY128" fmla="*/ 324784 h 343888"/>
              <a:gd name="connsiteX129" fmla="*/ 286574 w 458518"/>
              <a:gd name="connsiteY129" fmla="*/ 269379 h 343888"/>
              <a:gd name="connsiteX130" fmla="*/ 284663 w 458518"/>
              <a:gd name="connsiteY130" fmla="*/ 254095 h 343888"/>
              <a:gd name="connsiteX131" fmla="*/ 277021 w 458518"/>
              <a:gd name="connsiteY131" fmla="*/ 227349 h 343888"/>
              <a:gd name="connsiteX132" fmla="*/ 261737 w 458518"/>
              <a:gd name="connsiteY132" fmla="*/ 204423 h 343888"/>
              <a:gd name="connsiteX133" fmla="*/ 250274 w 458518"/>
              <a:gd name="connsiteY133" fmla="*/ 194870 h 343888"/>
              <a:gd name="connsiteX134" fmla="*/ 256006 w 458518"/>
              <a:gd name="connsiteY134" fmla="*/ 192960 h 343888"/>
              <a:gd name="connsiteX135" fmla="*/ 362993 w 458518"/>
              <a:gd name="connsiteY135" fmla="*/ 191049 h 343888"/>
              <a:gd name="connsiteX136" fmla="*/ 382098 w 458518"/>
              <a:gd name="connsiteY136" fmla="*/ 194870 h 343888"/>
              <a:gd name="connsiteX137" fmla="*/ 420308 w 458518"/>
              <a:gd name="connsiteY137" fmla="*/ 217796 h 343888"/>
              <a:gd name="connsiteX138" fmla="*/ 431771 w 458518"/>
              <a:gd name="connsiteY138" fmla="*/ 234990 h 343888"/>
              <a:gd name="connsiteX139" fmla="*/ 439413 w 458518"/>
              <a:gd name="connsiteY139" fmla="*/ 256006 h 343888"/>
              <a:gd name="connsiteX140" fmla="*/ 439413 w 458518"/>
              <a:gd name="connsiteY140" fmla="*/ 267469 h 343888"/>
              <a:gd name="connsiteX141" fmla="*/ 439413 w 458518"/>
              <a:gd name="connsiteY141" fmla="*/ 322873 h 343888"/>
              <a:gd name="connsiteX142" fmla="*/ 401203 w 458518"/>
              <a:gd name="connsiteY142" fmla="*/ 32478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458518" h="343888">
                <a:moveTo>
                  <a:pt x="458518" y="269379"/>
                </a:moveTo>
                <a:cubicBezTo>
                  <a:pt x="458518" y="263648"/>
                  <a:pt x="458518" y="259827"/>
                  <a:pt x="456608" y="254095"/>
                </a:cubicBezTo>
                <a:cubicBezTo>
                  <a:pt x="454697" y="244543"/>
                  <a:pt x="452787" y="234990"/>
                  <a:pt x="448966" y="227349"/>
                </a:cubicBezTo>
                <a:cubicBezTo>
                  <a:pt x="445145" y="219707"/>
                  <a:pt x="439413" y="212065"/>
                  <a:pt x="433682" y="204423"/>
                </a:cubicBezTo>
                <a:cubicBezTo>
                  <a:pt x="427950" y="196781"/>
                  <a:pt x="420308" y="191049"/>
                  <a:pt x="412666" y="187228"/>
                </a:cubicBezTo>
                <a:cubicBezTo>
                  <a:pt x="408845" y="185318"/>
                  <a:pt x="405024" y="183407"/>
                  <a:pt x="401203" y="181497"/>
                </a:cubicBezTo>
                <a:lnTo>
                  <a:pt x="401203" y="80241"/>
                </a:lnTo>
                <a:lnTo>
                  <a:pt x="401203" y="80241"/>
                </a:lnTo>
                <a:cubicBezTo>
                  <a:pt x="401203" y="36299"/>
                  <a:pt x="364904" y="0"/>
                  <a:pt x="320963" y="0"/>
                </a:cubicBezTo>
                <a:cubicBezTo>
                  <a:pt x="277021" y="0"/>
                  <a:pt x="240722" y="36299"/>
                  <a:pt x="240722" y="80241"/>
                </a:cubicBezTo>
                <a:cubicBezTo>
                  <a:pt x="240722" y="80241"/>
                  <a:pt x="240722" y="80241"/>
                  <a:pt x="240722" y="80241"/>
                </a:cubicBezTo>
                <a:lnTo>
                  <a:pt x="240722" y="80241"/>
                </a:lnTo>
                <a:lnTo>
                  <a:pt x="240722" y="177676"/>
                </a:lnTo>
                <a:lnTo>
                  <a:pt x="233080" y="179586"/>
                </a:lnTo>
                <a:lnTo>
                  <a:pt x="231170" y="179586"/>
                </a:lnTo>
                <a:cubicBezTo>
                  <a:pt x="227349" y="177676"/>
                  <a:pt x="225438" y="175765"/>
                  <a:pt x="221617" y="175765"/>
                </a:cubicBezTo>
                <a:lnTo>
                  <a:pt x="221617" y="80241"/>
                </a:lnTo>
                <a:lnTo>
                  <a:pt x="221617" y="80241"/>
                </a:lnTo>
                <a:cubicBezTo>
                  <a:pt x="219707" y="36299"/>
                  <a:pt x="183407" y="0"/>
                  <a:pt x="139466" y="0"/>
                </a:cubicBezTo>
                <a:cubicBezTo>
                  <a:pt x="95525" y="0"/>
                  <a:pt x="57315" y="36299"/>
                  <a:pt x="57315" y="80241"/>
                </a:cubicBezTo>
                <a:lnTo>
                  <a:pt x="57315" y="80241"/>
                </a:lnTo>
                <a:lnTo>
                  <a:pt x="57315" y="181497"/>
                </a:lnTo>
                <a:cubicBezTo>
                  <a:pt x="49673" y="185318"/>
                  <a:pt x="42031" y="189139"/>
                  <a:pt x="34389" y="194870"/>
                </a:cubicBezTo>
                <a:cubicBezTo>
                  <a:pt x="26747" y="200602"/>
                  <a:pt x="21015" y="208244"/>
                  <a:pt x="15284" y="215886"/>
                </a:cubicBezTo>
                <a:cubicBezTo>
                  <a:pt x="9552" y="223528"/>
                  <a:pt x="5731" y="231170"/>
                  <a:pt x="3821" y="240722"/>
                </a:cubicBezTo>
                <a:cubicBezTo>
                  <a:pt x="0" y="252185"/>
                  <a:pt x="0" y="265558"/>
                  <a:pt x="0" y="277021"/>
                </a:cubicBezTo>
                <a:lnTo>
                  <a:pt x="0" y="328605"/>
                </a:lnTo>
                <a:cubicBezTo>
                  <a:pt x="0" y="336247"/>
                  <a:pt x="7642" y="343889"/>
                  <a:pt x="15284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cubicBezTo>
                  <a:pt x="458518" y="307589"/>
                  <a:pt x="458518" y="275111"/>
                  <a:pt x="458518" y="269379"/>
                </a:cubicBezTo>
                <a:close/>
                <a:moveTo>
                  <a:pt x="332426" y="63046"/>
                </a:moveTo>
                <a:lnTo>
                  <a:pt x="332426" y="63046"/>
                </a:lnTo>
                <a:cubicBezTo>
                  <a:pt x="334336" y="70688"/>
                  <a:pt x="338157" y="76420"/>
                  <a:pt x="343889" y="82151"/>
                </a:cubicBezTo>
                <a:cubicBezTo>
                  <a:pt x="345799" y="84062"/>
                  <a:pt x="347710" y="85972"/>
                  <a:pt x="349620" y="87883"/>
                </a:cubicBezTo>
                <a:cubicBezTo>
                  <a:pt x="357262" y="93614"/>
                  <a:pt x="368725" y="99346"/>
                  <a:pt x="378277" y="99346"/>
                </a:cubicBezTo>
                <a:cubicBezTo>
                  <a:pt x="368725" y="131824"/>
                  <a:pt x="334336" y="150929"/>
                  <a:pt x="301858" y="141376"/>
                </a:cubicBezTo>
                <a:cubicBezTo>
                  <a:pt x="280842" y="135645"/>
                  <a:pt x="265558" y="118450"/>
                  <a:pt x="259827" y="97435"/>
                </a:cubicBezTo>
                <a:cubicBezTo>
                  <a:pt x="259827" y="91704"/>
                  <a:pt x="263648" y="87883"/>
                  <a:pt x="267469" y="85972"/>
                </a:cubicBezTo>
                <a:cubicBezTo>
                  <a:pt x="271290" y="82151"/>
                  <a:pt x="275111" y="80241"/>
                  <a:pt x="280842" y="80241"/>
                </a:cubicBezTo>
                <a:lnTo>
                  <a:pt x="292305" y="80241"/>
                </a:lnTo>
                <a:cubicBezTo>
                  <a:pt x="307589" y="80241"/>
                  <a:pt x="320963" y="74509"/>
                  <a:pt x="332426" y="63046"/>
                </a:cubicBezTo>
                <a:close/>
                <a:moveTo>
                  <a:pt x="382098" y="80241"/>
                </a:moveTo>
                <a:cubicBezTo>
                  <a:pt x="374456" y="80241"/>
                  <a:pt x="368725" y="76420"/>
                  <a:pt x="362993" y="72599"/>
                </a:cubicBezTo>
                <a:cubicBezTo>
                  <a:pt x="361083" y="72599"/>
                  <a:pt x="361083" y="70688"/>
                  <a:pt x="359172" y="68778"/>
                </a:cubicBezTo>
                <a:cubicBezTo>
                  <a:pt x="351530" y="61136"/>
                  <a:pt x="347710" y="51583"/>
                  <a:pt x="349620" y="42031"/>
                </a:cubicBezTo>
                <a:lnTo>
                  <a:pt x="349620" y="24836"/>
                </a:lnTo>
                <a:cubicBezTo>
                  <a:pt x="368725" y="36299"/>
                  <a:pt x="382098" y="57315"/>
                  <a:pt x="382098" y="80241"/>
                </a:cubicBezTo>
                <a:close/>
                <a:moveTo>
                  <a:pt x="320963" y="19105"/>
                </a:moveTo>
                <a:cubicBezTo>
                  <a:pt x="322873" y="19105"/>
                  <a:pt x="326694" y="19105"/>
                  <a:pt x="328605" y="19105"/>
                </a:cubicBezTo>
                <a:lnTo>
                  <a:pt x="328605" y="24836"/>
                </a:lnTo>
                <a:cubicBezTo>
                  <a:pt x="328605" y="34389"/>
                  <a:pt x="324784" y="43941"/>
                  <a:pt x="319052" y="49673"/>
                </a:cubicBezTo>
                <a:cubicBezTo>
                  <a:pt x="311410" y="55404"/>
                  <a:pt x="301858" y="59225"/>
                  <a:pt x="292305" y="59225"/>
                </a:cubicBezTo>
                <a:lnTo>
                  <a:pt x="280842" y="59225"/>
                </a:lnTo>
                <a:cubicBezTo>
                  <a:pt x="273200" y="59225"/>
                  <a:pt x="267469" y="61136"/>
                  <a:pt x="261737" y="64957"/>
                </a:cubicBezTo>
                <a:cubicBezTo>
                  <a:pt x="267469" y="38210"/>
                  <a:pt x="292305" y="19105"/>
                  <a:pt x="320963" y="19105"/>
                </a:cubicBezTo>
                <a:close/>
                <a:moveTo>
                  <a:pt x="257916" y="131824"/>
                </a:moveTo>
                <a:cubicBezTo>
                  <a:pt x="284663" y="166213"/>
                  <a:pt x="334336" y="171944"/>
                  <a:pt x="370635" y="145197"/>
                </a:cubicBezTo>
                <a:cubicBezTo>
                  <a:pt x="374456" y="141376"/>
                  <a:pt x="378277" y="137555"/>
                  <a:pt x="382098" y="133734"/>
                </a:cubicBezTo>
                <a:lnTo>
                  <a:pt x="382098" y="175765"/>
                </a:lnTo>
                <a:cubicBezTo>
                  <a:pt x="374456" y="173855"/>
                  <a:pt x="364904" y="171944"/>
                  <a:pt x="357262" y="171944"/>
                </a:cubicBezTo>
                <a:lnTo>
                  <a:pt x="273200" y="171944"/>
                </a:lnTo>
                <a:cubicBezTo>
                  <a:pt x="267469" y="171944"/>
                  <a:pt x="263648" y="171944"/>
                  <a:pt x="257916" y="173855"/>
                </a:cubicBezTo>
                <a:lnTo>
                  <a:pt x="257916" y="173855"/>
                </a:lnTo>
                <a:lnTo>
                  <a:pt x="257916" y="131824"/>
                </a:lnTo>
                <a:close/>
                <a:moveTo>
                  <a:pt x="200602" y="173855"/>
                </a:moveTo>
                <a:cubicBezTo>
                  <a:pt x="194870" y="171944"/>
                  <a:pt x="191049" y="171944"/>
                  <a:pt x="185318" y="171944"/>
                </a:cubicBezTo>
                <a:lnTo>
                  <a:pt x="101256" y="171944"/>
                </a:lnTo>
                <a:cubicBezTo>
                  <a:pt x="95525" y="171944"/>
                  <a:pt x="91704" y="171944"/>
                  <a:pt x="85972" y="173855"/>
                </a:cubicBezTo>
                <a:cubicBezTo>
                  <a:pt x="82151" y="173855"/>
                  <a:pt x="80241" y="175765"/>
                  <a:pt x="76420" y="175765"/>
                </a:cubicBezTo>
                <a:lnTo>
                  <a:pt x="76420" y="131824"/>
                </a:lnTo>
                <a:cubicBezTo>
                  <a:pt x="105077" y="166213"/>
                  <a:pt x="154750" y="171944"/>
                  <a:pt x="189139" y="143287"/>
                </a:cubicBezTo>
                <a:cubicBezTo>
                  <a:pt x="192960" y="139466"/>
                  <a:pt x="196781" y="135645"/>
                  <a:pt x="200602" y="131824"/>
                </a:cubicBezTo>
                <a:lnTo>
                  <a:pt x="200602" y="173855"/>
                </a:lnTo>
                <a:close/>
                <a:moveTo>
                  <a:pt x="149018" y="63046"/>
                </a:moveTo>
                <a:lnTo>
                  <a:pt x="149018" y="63046"/>
                </a:lnTo>
                <a:cubicBezTo>
                  <a:pt x="152839" y="70688"/>
                  <a:pt x="158571" y="76420"/>
                  <a:pt x="162392" y="82151"/>
                </a:cubicBezTo>
                <a:cubicBezTo>
                  <a:pt x="164302" y="84062"/>
                  <a:pt x="166213" y="85972"/>
                  <a:pt x="168123" y="87883"/>
                </a:cubicBezTo>
                <a:cubicBezTo>
                  <a:pt x="175765" y="93614"/>
                  <a:pt x="187228" y="99346"/>
                  <a:pt x="196781" y="99346"/>
                </a:cubicBezTo>
                <a:cubicBezTo>
                  <a:pt x="187228" y="131824"/>
                  <a:pt x="152839" y="150929"/>
                  <a:pt x="120361" y="141376"/>
                </a:cubicBezTo>
                <a:cubicBezTo>
                  <a:pt x="101256" y="133734"/>
                  <a:pt x="85972" y="118450"/>
                  <a:pt x="80241" y="97435"/>
                </a:cubicBezTo>
                <a:cubicBezTo>
                  <a:pt x="80241" y="93614"/>
                  <a:pt x="82151" y="87883"/>
                  <a:pt x="85972" y="85972"/>
                </a:cubicBezTo>
                <a:cubicBezTo>
                  <a:pt x="89793" y="82151"/>
                  <a:pt x="93614" y="80241"/>
                  <a:pt x="99346" y="80241"/>
                </a:cubicBezTo>
                <a:lnTo>
                  <a:pt x="110809" y="80241"/>
                </a:lnTo>
                <a:cubicBezTo>
                  <a:pt x="124182" y="80241"/>
                  <a:pt x="139466" y="74509"/>
                  <a:pt x="149018" y="63046"/>
                </a:cubicBezTo>
                <a:close/>
                <a:moveTo>
                  <a:pt x="200602" y="80241"/>
                </a:moveTo>
                <a:cubicBezTo>
                  <a:pt x="192960" y="80241"/>
                  <a:pt x="185318" y="76420"/>
                  <a:pt x="179586" y="72599"/>
                </a:cubicBezTo>
                <a:cubicBezTo>
                  <a:pt x="177676" y="72599"/>
                  <a:pt x="177676" y="70688"/>
                  <a:pt x="175765" y="68778"/>
                </a:cubicBezTo>
                <a:cubicBezTo>
                  <a:pt x="170034" y="61136"/>
                  <a:pt x="166213" y="53494"/>
                  <a:pt x="166213" y="42031"/>
                </a:cubicBezTo>
                <a:lnTo>
                  <a:pt x="166213" y="24836"/>
                </a:lnTo>
                <a:cubicBezTo>
                  <a:pt x="187228" y="36299"/>
                  <a:pt x="200602" y="57315"/>
                  <a:pt x="200602" y="80241"/>
                </a:cubicBezTo>
                <a:close/>
                <a:moveTo>
                  <a:pt x="139466" y="19105"/>
                </a:moveTo>
                <a:cubicBezTo>
                  <a:pt x="141376" y="19105"/>
                  <a:pt x="145197" y="19105"/>
                  <a:pt x="147108" y="19105"/>
                </a:cubicBezTo>
                <a:lnTo>
                  <a:pt x="147108" y="24836"/>
                </a:lnTo>
                <a:cubicBezTo>
                  <a:pt x="147108" y="34389"/>
                  <a:pt x="143287" y="43941"/>
                  <a:pt x="135645" y="49673"/>
                </a:cubicBezTo>
                <a:cubicBezTo>
                  <a:pt x="129913" y="55404"/>
                  <a:pt x="120361" y="59225"/>
                  <a:pt x="110809" y="59225"/>
                </a:cubicBezTo>
                <a:lnTo>
                  <a:pt x="97435" y="59225"/>
                </a:lnTo>
                <a:cubicBezTo>
                  <a:pt x="89793" y="59225"/>
                  <a:pt x="84062" y="61136"/>
                  <a:pt x="78330" y="64957"/>
                </a:cubicBezTo>
                <a:cubicBezTo>
                  <a:pt x="85972" y="38210"/>
                  <a:pt x="110809" y="19105"/>
                  <a:pt x="139466" y="19105"/>
                </a:cubicBezTo>
                <a:close/>
                <a:moveTo>
                  <a:pt x="229259" y="324784"/>
                </a:moveTo>
                <a:lnTo>
                  <a:pt x="229259" y="286574"/>
                </a:lnTo>
                <a:lnTo>
                  <a:pt x="210154" y="286574"/>
                </a:lnTo>
                <a:lnTo>
                  <a:pt x="210154" y="324784"/>
                </a:lnTo>
                <a:lnTo>
                  <a:pt x="76420" y="324784"/>
                </a:lnTo>
                <a:lnTo>
                  <a:pt x="76420" y="286574"/>
                </a:lnTo>
                <a:lnTo>
                  <a:pt x="57315" y="286574"/>
                </a:lnTo>
                <a:lnTo>
                  <a:pt x="57315" y="324784"/>
                </a:lnTo>
                <a:lnTo>
                  <a:pt x="19105" y="324784"/>
                </a:lnTo>
                <a:lnTo>
                  <a:pt x="19105" y="277021"/>
                </a:lnTo>
                <a:cubicBezTo>
                  <a:pt x="19105" y="267469"/>
                  <a:pt x="21015" y="256006"/>
                  <a:pt x="22926" y="246453"/>
                </a:cubicBezTo>
                <a:cubicBezTo>
                  <a:pt x="24836" y="238811"/>
                  <a:pt x="28657" y="233080"/>
                  <a:pt x="32478" y="227349"/>
                </a:cubicBezTo>
                <a:cubicBezTo>
                  <a:pt x="36299" y="221617"/>
                  <a:pt x="42031" y="215886"/>
                  <a:pt x="47762" y="210154"/>
                </a:cubicBezTo>
                <a:cubicBezTo>
                  <a:pt x="53494" y="206333"/>
                  <a:pt x="59225" y="200602"/>
                  <a:pt x="66867" y="198691"/>
                </a:cubicBezTo>
                <a:cubicBezTo>
                  <a:pt x="74509" y="194870"/>
                  <a:pt x="82151" y="192960"/>
                  <a:pt x="89793" y="192960"/>
                </a:cubicBezTo>
                <a:cubicBezTo>
                  <a:pt x="93614" y="192960"/>
                  <a:pt x="97435" y="192960"/>
                  <a:pt x="103167" y="192960"/>
                </a:cubicBezTo>
                <a:lnTo>
                  <a:pt x="187228" y="192960"/>
                </a:lnTo>
                <a:cubicBezTo>
                  <a:pt x="194870" y="192960"/>
                  <a:pt x="202512" y="194870"/>
                  <a:pt x="210154" y="196781"/>
                </a:cubicBezTo>
                <a:cubicBezTo>
                  <a:pt x="225438" y="200602"/>
                  <a:pt x="238811" y="208244"/>
                  <a:pt x="248364" y="219707"/>
                </a:cubicBezTo>
                <a:cubicBezTo>
                  <a:pt x="254095" y="225438"/>
                  <a:pt x="257916" y="231170"/>
                  <a:pt x="259827" y="236901"/>
                </a:cubicBezTo>
                <a:cubicBezTo>
                  <a:pt x="263648" y="242632"/>
                  <a:pt x="265558" y="250274"/>
                  <a:pt x="267469" y="257916"/>
                </a:cubicBezTo>
                <a:cubicBezTo>
                  <a:pt x="267469" y="261737"/>
                  <a:pt x="269379" y="265558"/>
                  <a:pt x="269379" y="269379"/>
                </a:cubicBezTo>
                <a:lnTo>
                  <a:pt x="269379" y="269379"/>
                </a:lnTo>
                <a:cubicBezTo>
                  <a:pt x="269379" y="275111"/>
                  <a:pt x="269379" y="307589"/>
                  <a:pt x="269379" y="324784"/>
                </a:cubicBezTo>
                <a:lnTo>
                  <a:pt x="229259" y="324784"/>
                </a:lnTo>
                <a:close/>
                <a:moveTo>
                  <a:pt x="401203" y="324784"/>
                </a:moveTo>
                <a:lnTo>
                  <a:pt x="401203" y="286574"/>
                </a:lnTo>
                <a:lnTo>
                  <a:pt x="382098" y="286574"/>
                </a:lnTo>
                <a:lnTo>
                  <a:pt x="382098" y="324784"/>
                </a:lnTo>
                <a:lnTo>
                  <a:pt x="286574" y="324784"/>
                </a:lnTo>
                <a:cubicBezTo>
                  <a:pt x="286574" y="307589"/>
                  <a:pt x="286574" y="275111"/>
                  <a:pt x="286574" y="269379"/>
                </a:cubicBezTo>
                <a:cubicBezTo>
                  <a:pt x="286574" y="263648"/>
                  <a:pt x="286574" y="259827"/>
                  <a:pt x="284663" y="254095"/>
                </a:cubicBezTo>
                <a:cubicBezTo>
                  <a:pt x="282753" y="244543"/>
                  <a:pt x="280842" y="234990"/>
                  <a:pt x="277021" y="227349"/>
                </a:cubicBezTo>
                <a:cubicBezTo>
                  <a:pt x="273200" y="219707"/>
                  <a:pt x="267469" y="212065"/>
                  <a:pt x="261737" y="204423"/>
                </a:cubicBezTo>
                <a:cubicBezTo>
                  <a:pt x="257916" y="200602"/>
                  <a:pt x="254095" y="196781"/>
                  <a:pt x="250274" y="194870"/>
                </a:cubicBezTo>
                <a:cubicBezTo>
                  <a:pt x="250274" y="194870"/>
                  <a:pt x="254095" y="192960"/>
                  <a:pt x="256006" y="192960"/>
                </a:cubicBezTo>
                <a:cubicBezTo>
                  <a:pt x="290395" y="189139"/>
                  <a:pt x="326694" y="189139"/>
                  <a:pt x="362993" y="191049"/>
                </a:cubicBezTo>
                <a:cubicBezTo>
                  <a:pt x="368725" y="191049"/>
                  <a:pt x="376367" y="192960"/>
                  <a:pt x="382098" y="194870"/>
                </a:cubicBezTo>
                <a:cubicBezTo>
                  <a:pt x="397382" y="198691"/>
                  <a:pt x="410756" y="206333"/>
                  <a:pt x="420308" y="217796"/>
                </a:cubicBezTo>
                <a:cubicBezTo>
                  <a:pt x="426040" y="223528"/>
                  <a:pt x="429861" y="229259"/>
                  <a:pt x="431771" y="234990"/>
                </a:cubicBezTo>
                <a:cubicBezTo>
                  <a:pt x="435592" y="240722"/>
                  <a:pt x="437503" y="248364"/>
                  <a:pt x="439413" y="256006"/>
                </a:cubicBezTo>
                <a:cubicBezTo>
                  <a:pt x="439413" y="259827"/>
                  <a:pt x="439413" y="263648"/>
                  <a:pt x="439413" y="267469"/>
                </a:cubicBezTo>
                <a:cubicBezTo>
                  <a:pt x="439413" y="273200"/>
                  <a:pt x="439413" y="305679"/>
                  <a:pt x="439413" y="322873"/>
                </a:cubicBezTo>
                <a:lnTo>
                  <a:pt x="401203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24" descr="Male couple icon.">
            <a:extLst>
              <a:ext uri="{FF2B5EF4-FFF2-40B4-BE49-F238E27FC236}">
                <a16:creationId xmlns:a16="http://schemas.microsoft.com/office/drawing/2014/main" id="{551FD2CA-1BF1-401B-B96B-4F468FAF8C07}"/>
              </a:ext>
            </a:extLst>
          </p:cNvPr>
          <p:cNvSpPr>
            <a:spLocks noChangeAspect="1"/>
          </p:cNvSpPr>
          <p:nvPr/>
        </p:nvSpPr>
        <p:spPr>
          <a:xfrm>
            <a:off x="7078024" y="1484492"/>
            <a:ext cx="458518" cy="343888"/>
          </a:xfrm>
          <a:custGeom>
            <a:avLst/>
            <a:gdLst>
              <a:gd name="connsiteX0" fmla="*/ 315231 w 458518"/>
              <a:gd name="connsiteY0" fmla="*/ 162392 h 343888"/>
              <a:gd name="connsiteX1" fmla="*/ 395472 w 458518"/>
              <a:gd name="connsiteY1" fmla="*/ 82151 h 343888"/>
              <a:gd name="connsiteX2" fmla="*/ 315231 w 458518"/>
              <a:gd name="connsiteY2" fmla="*/ 1910 h 343888"/>
              <a:gd name="connsiteX3" fmla="*/ 234990 w 458518"/>
              <a:gd name="connsiteY3" fmla="*/ 82151 h 343888"/>
              <a:gd name="connsiteX4" fmla="*/ 234990 w 458518"/>
              <a:gd name="connsiteY4" fmla="*/ 82151 h 343888"/>
              <a:gd name="connsiteX5" fmla="*/ 315231 w 458518"/>
              <a:gd name="connsiteY5" fmla="*/ 162392 h 343888"/>
              <a:gd name="connsiteX6" fmla="*/ 315231 w 458518"/>
              <a:gd name="connsiteY6" fmla="*/ 162392 h 343888"/>
              <a:gd name="connsiteX7" fmla="*/ 315231 w 458518"/>
              <a:gd name="connsiteY7" fmla="*/ 19105 h 343888"/>
              <a:gd name="connsiteX8" fmla="*/ 376367 w 458518"/>
              <a:gd name="connsiteY8" fmla="*/ 80241 h 343888"/>
              <a:gd name="connsiteX9" fmla="*/ 315231 w 458518"/>
              <a:gd name="connsiteY9" fmla="*/ 141376 h 343888"/>
              <a:gd name="connsiteX10" fmla="*/ 254095 w 458518"/>
              <a:gd name="connsiteY10" fmla="*/ 80241 h 343888"/>
              <a:gd name="connsiteX11" fmla="*/ 254095 w 458518"/>
              <a:gd name="connsiteY11" fmla="*/ 80241 h 343888"/>
              <a:gd name="connsiteX12" fmla="*/ 315231 w 458518"/>
              <a:gd name="connsiteY12" fmla="*/ 19105 h 343888"/>
              <a:gd name="connsiteX13" fmla="*/ 315231 w 458518"/>
              <a:gd name="connsiteY13" fmla="*/ 19105 h 343888"/>
              <a:gd name="connsiteX14" fmla="*/ 315231 w 458518"/>
              <a:gd name="connsiteY14" fmla="*/ 19105 h 343888"/>
              <a:gd name="connsiteX15" fmla="*/ 458518 w 458518"/>
              <a:gd name="connsiteY15" fmla="*/ 269379 h 343888"/>
              <a:gd name="connsiteX16" fmla="*/ 456608 w 458518"/>
              <a:gd name="connsiteY16" fmla="*/ 254095 h 343888"/>
              <a:gd name="connsiteX17" fmla="*/ 448966 w 458518"/>
              <a:gd name="connsiteY17" fmla="*/ 227349 h 343888"/>
              <a:gd name="connsiteX18" fmla="*/ 433682 w 458518"/>
              <a:gd name="connsiteY18" fmla="*/ 204423 h 343888"/>
              <a:gd name="connsiteX19" fmla="*/ 412666 w 458518"/>
              <a:gd name="connsiteY19" fmla="*/ 187228 h 343888"/>
              <a:gd name="connsiteX20" fmla="*/ 385919 w 458518"/>
              <a:gd name="connsiteY20" fmla="*/ 175765 h 343888"/>
              <a:gd name="connsiteX21" fmla="*/ 357262 w 458518"/>
              <a:gd name="connsiteY21" fmla="*/ 171944 h 343888"/>
              <a:gd name="connsiteX22" fmla="*/ 273200 w 458518"/>
              <a:gd name="connsiteY22" fmla="*/ 171944 h 343888"/>
              <a:gd name="connsiteX23" fmla="*/ 257916 w 458518"/>
              <a:gd name="connsiteY23" fmla="*/ 171944 h 343888"/>
              <a:gd name="connsiteX24" fmla="*/ 231170 w 458518"/>
              <a:gd name="connsiteY24" fmla="*/ 179586 h 343888"/>
              <a:gd name="connsiteX25" fmla="*/ 229259 w 458518"/>
              <a:gd name="connsiteY25" fmla="*/ 179586 h 343888"/>
              <a:gd name="connsiteX26" fmla="*/ 213975 w 458518"/>
              <a:gd name="connsiteY26" fmla="*/ 173855 h 343888"/>
              <a:gd name="connsiteX27" fmla="*/ 185318 w 458518"/>
              <a:gd name="connsiteY27" fmla="*/ 171944 h 343888"/>
              <a:gd name="connsiteX28" fmla="*/ 101256 w 458518"/>
              <a:gd name="connsiteY28" fmla="*/ 171944 h 343888"/>
              <a:gd name="connsiteX29" fmla="*/ 85972 w 458518"/>
              <a:gd name="connsiteY29" fmla="*/ 171944 h 343888"/>
              <a:gd name="connsiteX30" fmla="*/ 59225 w 458518"/>
              <a:gd name="connsiteY30" fmla="*/ 179586 h 343888"/>
              <a:gd name="connsiteX31" fmla="*/ 36299 w 458518"/>
              <a:gd name="connsiteY31" fmla="*/ 194870 h 343888"/>
              <a:gd name="connsiteX32" fmla="*/ 17194 w 458518"/>
              <a:gd name="connsiteY32" fmla="*/ 215886 h 343888"/>
              <a:gd name="connsiteX33" fmla="*/ 5731 w 458518"/>
              <a:gd name="connsiteY33" fmla="*/ 240722 h 343888"/>
              <a:gd name="connsiteX34" fmla="*/ 0 w 458518"/>
              <a:gd name="connsiteY34" fmla="*/ 277021 h 343888"/>
              <a:gd name="connsiteX35" fmla="*/ 0 w 458518"/>
              <a:gd name="connsiteY35" fmla="*/ 328605 h 343888"/>
              <a:gd name="connsiteX36" fmla="*/ 15284 w 458518"/>
              <a:gd name="connsiteY36" fmla="*/ 343889 h 343888"/>
              <a:gd name="connsiteX37" fmla="*/ 15284 w 458518"/>
              <a:gd name="connsiteY37" fmla="*/ 343889 h 343888"/>
              <a:gd name="connsiteX38" fmla="*/ 439413 w 458518"/>
              <a:gd name="connsiteY38" fmla="*/ 343889 h 343888"/>
              <a:gd name="connsiteX39" fmla="*/ 458518 w 458518"/>
              <a:gd name="connsiteY39" fmla="*/ 324784 h 343888"/>
              <a:gd name="connsiteX40" fmla="*/ 458518 w 458518"/>
              <a:gd name="connsiteY40" fmla="*/ 269379 h 343888"/>
              <a:gd name="connsiteX41" fmla="*/ 229259 w 458518"/>
              <a:gd name="connsiteY41" fmla="*/ 324784 h 343888"/>
              <a:gd name="connsiteX42" fmla="*/ 229259 w 458518"/>
              <a:gd name="connsiteY42" fmla="*/ 286574 h 343888"/>
              <a:gd name="connsiteX43" fmla="*/ 210154 w 458518"/>
              <a:gd name="connsiteY43" fmla="*/ 286574 h 343888"/>
              <a:gd name="connsiteX44" fmla="*/ 210154 w 458518"/>
              <a:gd name="connsiteY44" fmla="*/ 324784 h 343888"/>
              <a:gd name="connsiteX45" fmla="*/ 76420 w 458518"/>
              <a:gd name="connsiteY45" fmla="*/ 324784 h 343888"/>
              <a:gd name="connsiteX46" fmla="*/ 76420 w 458518"/>
              <a:gd name="connsiteY46" fmla="*/ 286574 h 343888"/>
              <a:gd name="connsiteX47" fmla="*/ 57315 w 458518"/>
              <a:gd name="connsiteY47" fmla="*/ 286574 h 343888"/>
              <a:gd name="connsiteX48" fmla="*/ 57315 w 458518"/>
              <a:gd name="connsiteY48" fmla="*/ 324784 h 343888"/>
              <a:gd name="connsiteX49" fmla="*/ 19105 w 458518"/>
              <a:gd name="connsiteY49" fmla="*/ 324784 h 343888"/>
              <a:gd name="connsiteX50" fmla="*/ 19105 w 458518"/>
              <a:gd name="connsiteY50" fmla="*/ 277021 h 343888"/>
              <a:gd name="connsiteX51" fmla="*/ 22926 w 458518"/>
              <a:gd name="connsiteY51" fmla="*/ 246453 h 343888"/>
              <a:gd name="connsiteX52" fmla="*/ 32478 w 458518"/>
              <a:gd name="connsiteY52" fmla="*/ 227349 h 343888"/>
              <a:gd name="connsiteX53" fmla="*/ 47762 w 458518"/>
              <a:gd name="connsiteY53" fmla="*/ 210154 h 343888"/>
              <a:gd name="connsiteX54" fmla="*/ 66867 w 458518"/>
              <a:gd name="connsiteY54" fmla="*/ 198691 h 343888"/>
              <a:gd name="connsiteX55" fmla="*/ 89793 w 458518"/>
              <a:gd name="connsiteY55" fmla="*/ 191049 h 343888"/>
              <a:gd name="connsiteX56" fmla="*/ 103167 w 458518"/>
              <a:gd name="connsiteY56" fmla="*/ 191049 h 343888"/>
              <a:gd name="connsiteX57" fmla="*/ 187228 w 458518"/>
              <a:gd name="connsiteY57" fmla="*/ 191049 h 343888"/>
              <a:gd name="connsiteX58" fmla="*/ 210154 w 458518"/>
              <a:gd name="connsiteY58" fmla="*/ 194870 h 343888"/>
              <a:gd name="connsiteX59" fmla="*/ 231170 w 458518"/>
              <a:gd name="connsiteY59" fmla="*/ 204423 h 343888"/>
              <a:gd name="connsiteX60" fmla="*/ 248364 w 458518"/>
              <a:gd name="connsiteY60" fmla="*/ 217796 h 343888"/>
              <a:gd name="connsiteX61" fmla="*/ 259827 w 458518"/>
              <a:gd name="connsiteY61" fmla="*/ 234990 h 343888"/>
              <a:gd name="connsiteX62" fmla="*/ 267469 w 458518"/>
              <a:gd name="connsiteY62" fmla="*/ 256006 h 343888"/>
              <a:gd name="connsiteX63" fmla="*/ 269379 w 458518"/>
              <a:gd name="connsiteY63" fmla="*/ 267469 h 343888"/>
              <a:gd name="connsiteX64" fmla="*/ 269379 w 458518"/>
              <a:gd name="connsiteY64" fmla="*/ 267469 h 343888"/>
              <a:gd name="connsiteX65" fmla="*/ 269379 w 458518"/>
              <a:gd name="connsiteY65" fmla="*/ 322873 h 343888"/>
              <a:gd name="connsiteX66" fmla="*/ 229259 w 458518"/>
              <a:gd name="connsiteY66" fmla="*/ 324784 h 343888"/>
              <a:gd name="connsiteX67" fmla="*/ 401203 w 458518"/>
              <a:gd name="connsiteY67" fmla="*/ 324784 h 343888"/>
              <a:gd name="connsiteX68" fmla="*/ 401203 w 458518"/>
              <a:gd name="connsiteY68" fmla="*/ 286574 h 343888"/>
              <a:gd name="connsiteX69" fmla="*/ 382098 w 458518"/>
              <a:gd name="connsiteY69" fmla="*/ 286574 h 343888"/>
              <a:gd name="connsiteX70" fmla="*/ 382098 w 458518"/>
              <a:gd name="connsiteY70" fmla="*/ 324784 h 343888"/>
              <a:gd name="connsiteX71" fmla="*/ 286574 w 458518"/>
              <a:gd name="connsiteY71" fmla="*/ 324784 h 343888"/>
              <a:gd name="connsiteX72" fmla="*/ 286574 w 458518"/>
              <a:gd name="connsiteY72" fmla="*/ 269379 h 343888"/>
              <a:gd name="connsiteX73" fmla="*/ 284663 w 458518"/>
              <a:gd name="connsiteY73" fmla="*/ 254095 h 343888"/>
              <a:gd name="connsiteX74" fmla="*/ 277021 w 458518"/>
              <a:gd name="connsiteY74" fmla="*/ 227349 h 343888"/>
              <a:gd name="connsiteX75" fmla="*/ 261737 w 458518"/>
              <a:gd name="connsiteY75" fmla="*/ 204423 h 343888"/>
              <a:gd name="connsiteX76" fmla="*/ 250274 w 458518"/>
              <a:gd name="connsiteY76" fmla="*/ 192960 h 343888"/>
              <a:gd name="connsiteX77" fmla="*/ 261737 w 458518"/>
              <a:gd name="connsiteY77" fmla="*/ 191049 h 343888"/>
              <a:gd name="connsiteX78" fmla="*/ 273200 w 458518"/>
              <a:gd name="connsiteY78" fmla="*/ 191049 h 343888"/>
              <a:gd name="connsiteX79" fmla="*/ 357262 w 458518"/>
              <a:gd name="connsiteY79" fmla="*/ 191049 h 343888"/>
              <a:gd name="connsiteX80" fmla="*/ 401203 w 458518"/>
              <a:gd name="connsiteY80" fmla="*/ 202512 h 343888"/>
              <a:gd name="connsiteX81" fmla="*/ 418398 w 458518"/>
              <a:gd name="connsiteY81" fmla="*/ 215886 h 343888"/>
              <a:gd name="connsiteX82" fmla="*/ 429861 w 458518"/>
              <a:gd name="connsiteY82" fmla="*/ 233080 h 343888"/>
              <a:gd name="connsiteX83" fmla="*/ 437503 w 458518"/>
              <a:gd name="connsiteY83" fmla="*/ 254095 h 343888"/>
              <a:gd name="connsiteX84" fmla="*/ 437503 w 458518"/>
              <a:gd name="connsiteY84" fmla="*/ 265558 h 343888"/>
              <a:gd name="connsiteX85" fmla="*/ 437503 w 458518"/>
              <a:gd name="connsiteY85" fmla="*/ 320963 h 343888"/>
              <a:gd name="connsiteX86" fmla="*/ 401203 w 458518"/>
              <a:gd name="connsiteY86" fmla="*/ 324784 h 343888"/>
              <a:gd name="connsiteX87" fmla="*/ 139466 w 458518"/>
              <a:gd name="connsiteY87" fmla="*/ 162392 h 343888"/>
              <a:gd name="connsiteX88" fmla="*/ 219707 w 458518"/>
              <a:gd name="connsiteY88" fmla="*/ 82151 h 343888"/>
              <a:gd name="connsiteX89" fmla="*/ 139466 w 458518"/>
              <a:gd name="connsiteY89" fmla="*/ 0 h 343888"/>
              <a:gd name="connsiteX90" fmla="*/ 59225 w 458518"/>
              <a:gd name="connsiteY90" fmla="*/ 80241 h 343888"/>
              <a:gd name="connsiteX91" fmla="*/ 59225 w 458518"/>
              <a:gd name="connsiteY91" fmla="*/ 80241 h 343888"/>
              <a:gd name="connsiteX92" fmla="*/ 139466 w 458518"/>
              <a:gd name="connsiteY92" fmla="*/ 162392 h 343888"/>
              <a:gd name="connsiteX93" fmla="*/ 139466 w 458518"/>
              <a:gd name="connsiteY93" fmla="*/ 162392 h 343888"/>
              <a:gd name="connsiteX94" fmla="*/ 139466 w 458518"/>
              <a:gd name="connsiteY94" fmla="*/ 19105 h 343888"/>
              <a:gd name="connsiteX95" fmla="*/ 200602 w 458518"/>
              <a:gd name="connsiteY95" fmla="*/ 80241 h 343888"/>
              <a:gd name="connsiteX96" fmla="*/ 139466 w 458518"/>
              <a:gd name="connsiteY96" fmla="*/ 141376 h 343888"/>
              <a:gd name="connsiteX97" fmla="*/ 78330 w 458518"/>
              <a:gd name="connsiteY97" fmla="*/ 80241 h 343888"/>
              <a:gd name="connsiteX98" fmla="*/ 139466 w 458518"/>
              <a:gd name="connsiteY98" fmla="*/ 19105 h 343888"/>
              <a:gd name="connsiteX99" fmla="*/ 139466 w 458518"/>
              <a:gd name="connsiteY99" fmla="*/ 1910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8518" h="343888">
                <a:moveTo>
                  <a:pt x="315231" y="162392"/>
                </a:moveTo>
                <a:cubicBezTo>
                  <a:pt x="359172" y="162392"/>
                  <a:pt x="395472" y="126092"/>
                  <a:pt x="395472" y="82151"/>
                </a:cubicBezTo>
                <a:cubicBezTo>
                  <a:pt x="395472" y="38210"/>
                  <a:pt x="359172" y="1910"/>
                  <a:pt x="315231" y="1910"/>
                </a:cubicBezTo>
                <a:cubicBezTo>
                  <a:pt x="271290" y="1910"/>
                  <a:pt x="234990" y="38210"/>
                  <a:pt x="234990" y="82151"/>
                </a:cubicBezTo>
                <a:cubicBezTo>
                  <a:pt x="234990" y="82151"/>
                  <a:pt x="234990" y="82151"/>
                  <a:pt x="234990" y="82151"/>
                </a:cubicBezTo>
                <a:cubicBezTo>
                  <a:pt x="234990" y="126092"/>
                  <a:pt x="271290" y="162392"/>
                  <a:pt x="315231" y="162392"/>
                </a:cubicBezTo>
                <a:cubicBezTo>
                  <a:pt x="315231" y="162392"/>
                  <a:pt x="315231" y="162392"/>
                  <a:pt x="315231" y="162392"/>
                </a:cubicBezTo>
                <a:close/>
                <a:moveTo>
                  <a:pt x="315231" y="19105"/>
                </a:moveTo>
                <a:cubicBezTo>
                  <a:pt x="349620" y="19105"/>
                  <a:pt x="376367" y="45852"/>
                  <a:pt x="376367" y="80241"/>
                </a:cubicBezTo>
                <a:cubicBezTo>
                  <a:pt x="376367" y="114630"/>
                  <a:pt x="349620" y="141376"/>
                  <a:pt x="315231" y="141376"/>
                </a:cubicBezTo>
                <a:cubicBezTo>
                  <a:pt x="280842" y="141376"/>
                  <a:pt x="254095" y="114630"/>
                  <a:pt x="254095" y="80241"/>
                </a:cubicBezTo>
                <a:cubicBezTo>
                  <a:pt x="254095" y="80241"/>
                  <a:pt x="254095" y="80241"/>
                  <a:pt x="254095" y="80241"/>
                </a:cubicBezTo>
                <a:cubicBezTo>
                  <a:pt x="254095" y="47762"/>
                  <a:pt x="280842" y="19105"/>
                  <a:pt x="315231" y="19105"/>
                </a:cubicBezTo>
                <a:cubicBezTo>
                  <a:pt x="315231" y="19105"/>
                  <a:pt x="315231" y="19105"/>
                  <a:pt x="315231" y="19105"/>
                </a:cubicBezTo>
                <a:lnTo>
                  <a:pt x="315231" y="19105"/>
                </a:lnTo>
                <a:close/>
                <a:moveTo>
                  <a:pt x="458518" y="269379"/>
                </a:moveTo>
                <a:cubicBezTo>
                  <a:pt x="458518" y="263648"/>
                  <a:pt x="458518" y="259827"/>
                  <a:pt x="456608" y="254095"/>
                </a:cubicBezTo>
                <a:cubicBezTo>
                  <a:pt x="454697" y="244543"/>
                  <a:pt x="452787" y="234990"/>
                  <a:pt x="448966" y="227349"/>
                </a:cubicBezTo>
                <a:cubicBezTo>
                  <a:pt x="445145" y="219707"/>
                  <a:pt x="439413" y="212065"/>
                  <a:pt x="433682" y="204423"/>
                </a:cubicBezTo>
                <a:cubicBezTo>
                  <a:pt x="427950" y="196781"/>
                  <a:pt x="420308" y="191049"/>
                  <a:pt x="412666" y="187228"/>
                </a:cubicBezTo>
                <a:cubicBezTo>
                  <a:pt x="405024" y="181497"/>
                  <a:pt x="395472" y="177676"/>
                  <a:pt x="385919" y="175765"/>
                </a:cubicBezTo>
                <a:cubicBezTo>
                  <a:pt x="376367" y="173855"/>
                  <a:pt x="366814" y="171944"/>
                  <a:pt x="357262" y="171944"/>
                </a:cubicBezTo>
                <a:lnTo>
                  <a:pt x="273200" y="171944"/>
                </a:lnTo>
                <a:cubicBezTo>
                  <a:pt x="267469" y="171944"/>
                  <a:pt x="263648" y="171944"/>
                  <a:pt x="257916" y="171944"/>
                </a:cubicBezTo>
                <a:cubicBezTo>
                  <a:pt x="248364" y="173855"/>
                  <a:pt x="238811" y="175765"/>
                  <a:pt x="231170" y="179586"/>
                </a:cubicBezTo>
                <a:lnTo>
                  <a:pt x="229259" y="179586"/>
                </a:lnTo>
                <a:cubicBezTo>
                  <a:pt x="223528" y="177676"/>
                  <a:pt x="219707" y="175765"/>
                  <a:pt x="213975" y="173855"/>
                </a:cubicBezTo>
                <a:cubicBezTo>
                  <a:pt x="204423" y="171944"/>
                  <a:pt x="194870" y="171944"/>
                  <a:pt x="185318" y="171944"/>
                </a:cubicBezTo>
                <a:lnTo>
                  <a:pt x="101256" y="171944"/>
                </a:lnTo>
                <a:cubicBezTo>
                  <a:pt x="95525" y="171944"/>
                  <a:pt x="91704" y="171944"/>
                  <a:pt x="85972" y="171944"/>
                </a:cubicBezTo>
                <a:cubicBezTo>
                  <a:pt x="76420" y="173855"/>
                  <a:pt x="66867" y="175765"/>
                  <a:pt x="59225" y="179586"/>
                </a:cubicBezTo>
                <a:cubicBezTo>
                  <a:pt x="51583" y="183407"/>
                  <a:pt x="42031" y="189139"/>
                  <a:pt x="36299" y="194870"/>
                </a:cubicBezTo>
                <a:cubicBezTo>
                  <a:pt x="28657" y="200602"/>
                  <a:pt x="22926" y="208244"/>
                  <a:pt x="17194" y="215886"/>
                </a:cubicBezTo>
                <a:cubicBezTo>
                  <a:pt x="11463" y="223528"/>
                  <a:pt x="7642" y="231170"/>
                  <a:pt x="5731" y="240722"/>
                </a:cubicBezTo>
                <a:cubicBezTo>
                  <a:pt x="1910" y="252185"/>
                  <a:pt x="0" y="263648"/>
                  <a:pt x="0" y="277021"/>
                </a:cubicBezTo>
                <a:lnTo>
                  <a:pt x="0" y="328605"/>
                </a:lnTo>
                <a:cubicBezTo>
                  <a:pt x="0" y="336247"/>
                  <a:pt x="7642" y="343889"/>
                  <a:pt x="15284" y="343889"/>
                </a:cubicBezTo>
                <a:cubicBezTo>
                  <a:pt x="15284" y="343889"/>
                  <a:pt x="15284" y="343889"/>
                  <a:pt x="15284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cubicBezTo>
                  <a:pt x="458518" y="307589"/>
                  <a:pt x="458518" y="273200"/>
                  <a:pt x="458518" y="269379"/>
                </a:cubicBezTo>
                <a:close/>
                <a:moveTo>
                  <a:pt x="229259" y="324784"/>
                </a:moveTo>
                <a:lnTo>
                  <a:pt x="229259" y="286574"/>
                </a:lnTo>
                <a:lnTo>
                  <a:pt x="210154" y="286574"/>
                </a:lnTo>
                <a:lnTo>
                  <a:pt x="210154" y="324784"/>
                </a:lnTo>
                <a:lnTo>
                  <a:pt x="76420" y="324784"/>
                </a:lnTo>
                <a:lnTo>
                  <a:pt x="76420" y="286574"/>
                </a:lnTo>
                <a:lnTo>
                  <a:pt x="57315" y="286574"/>
                </a:lnTo>
                <a:lnTo>
                  <a:pt x="57315" y="324784"/>
                </a:lnTo>
                <a:lnTo>
                  <a:pt x="19105" y="324784"/>
                </a:lnTo>
                <a:lnTo>
                  <a:pt x="19105" y="277021"/>
                </a:lnTo>
                <a:cubicBezTo>
                  <a:pt x="19105" y="267469"/>
                  <a:pt x="21015" y="256006"/>
                  <a:pt x="22926" y="246453"/>
                </a:cubicBezTo>
                <a:cubicBezTo>
                  <a:pt x="24836" y="238811"/>
                  <a:pt x="28657" y="233080"/>
                  <a:pt x="32478" y="227349"/>
                </a:cubicBezTo>
                <a:cubicBezTo>
                  <a:pt x="36299" y="221617"/>
                  <a:pt x="42031" y="215886"/>
                  <a:pt x="47762" y="210154"/>
                </a:cubicBezTo>
                <a:cubicBezTo>
                  <a:pt x="53494" y="204423"/>
                  <a:pt x="59225" y="200602"/>
                  <a:pt x="66867" y="198691"/>
                </a:cubicBezTo>
                <a:cubicBezTo>
                  <a:pt x="74509" y="194870"/>
                  <a:pt x="82151" y="192960"/>
                  <a:pt x="89793" y="191049"/>
                </a:cubicBezTo>
                <a:cubicBezTo>
                  <a:pt x="93614" y="191049"/>
                  <a:pt x="97435" y="191049"/>
                  <a:pt x="103167" y="191049"/>
                </a:cubicBezTo>
                <a:lnTo>
                  <a:pt x="187228" y="191049"/>
                </a:lnTo>
                <a:cubicBezTo>
                  <a:pt x="194870" y="191049"/>
                  <a:pt x="202512" y="192960"/>
                  <a:pt x="210154" y="194870"/>
                </a:cubicBezTo>
                <a:cubicBezTo>
                  <a:pt x="217796" y="196781"/>
                  <a:pt x="225438" y="200602"/>
                  <a:pt x="231170" y="204423"/>
                </a:cubicBezTo>
                <a:cubicBezTo>
                  <a:pt x="236901" y="208244"/>
                  <a:pt x="242632" y="213975"/>
                  <a:pt x="248364" y="217796"/>
                </a:cubicBezTo>
                <a:cubicBezTo>
                  <a:pt x="254095" y="223528"/>
                  <a:pt x="257916" y="229259"/>
                  <a:pt x="259827" y="234990"/>
                </a:cubicBezTo>
                <a:cubicBezTo>
                  <a:pt x="263648" y="240722"/>
                  <a:pt x="265558" y="248364"/>
                  <a:pt x="267469" y="256006"/>
                </a:cubicBezTo>
                <a:cubicBezTo>
                  <a:pt x="267469" y="259827"/>
                  <a:pt x="269379" y="263648"/>
                  <a:pt x="269379" y="267469"/>
                </a:cubicBezTo>
                <a:lnTo>
                  <a:pt x="269379" y="267469"/>
                </a:lnTo>
                <a:cubicBezTo>
                  <a:pt x="269379" y="273200"/>
                  <a:pt x="269379" y="305679"/>
                  <a:pt x="269379" y="322873"/>
                </a:cubicBezTo>
                <a:lnTo>
                  <a:pt x="229259" y="324784"/>
                </a:lnTo>
                <a:close/>
                <a:moveTo>
                  <a:pt x="401203" y="324784"/>
                </a:moveTo>
                <a:lnTo>
                  <a:pt x="401203" y="286574"/>
                </a:lnTo>
                <a:lnTo>
                  <a:pt x="382098" y="286574"/>
                </a:lnTo>
                <a:lnTo>
                  <a:pt x="382098" y="324784"/>
                </a:lnTo>
                <a:lnTo>
                  <a:pt x="286574" y="324784"/>
                </a:lnTo>
                <a:cubicBezTo>
                  <a:pt x="286574" y="307589"/>
                  <a:pt x="286574" y="275111"/>
                  <a:pt x="286574" y="269379"/>
                </a:cubicBezTo>
                <a:cubicBezTo>
                  <a:pt x="286574" y="263648"/>
                  <a:pt x="286574" y="259827"/>
                  <a:pt x="284663" y="254095"/>
                </a:cubicBezTo>
                <a:cubicBezTo>
                  <a:pt x="282753" y="244543"/>
                  <a:pt x="280842" y="234990"/>
                  <a:pt x="277021" y="227349"/>
                </a:cubicBezTo>
                <a:cubicBezTo>
                  <a:pt x="273200" y="219707"/>
                  <a:pt x="267469" y="212065"/>
                  <a:pt x="261737" y="204423"/>
                </a:cubicBezTo>
                <a:cubicBezTo>
                  <a:pt x="257916" y="200602"/>
                  <a:pt x="254095" y="196781"/>
                  <a:pt x="250274" y="192960"/>
                </a:cubicBezTo>
                <a:cubicBezTo>
                  <a:pt x="254095" y="191049"/>
                  <a:pt x="257916" y="191049"/>
                  <a:pt x="261737" y="191049"/>
                </a:cubicBezTo>
                <a:cubicBezTo>
                  <a:pt x="265558" y="191049"/>
                  <a:pt x="269379" y="191049"/>
                  <a:pt x="273200" y="191049"/>
                </a:cubicBezTo>
                <a:lnTo>
                  <a:pt x="357262" y="191049"/>
                </a:lnTo>
                <a:cubicBezTo>
                  <a:pt x="372546" y="191049"/>
                  <a:pt x="387830" y="194870"/>
                  <a:pt x="401203" y="202512"/>
                </a:cubicBezTo>
                <a:cubicBezTo>
                  <a:pt x="406935" y="206333"/>
                  <a:pt x="412666" y="212065"/>
                  <a:pt x="418398" y="215886"/>
                </a:cubicBezTo>
                <a:cubicBezTo>
                  <a:pt x="424129" y="221617"/>
                  <a:pt x="427950" y="227349"/>
                  <a:pt x="429861" y="233080"/>
                </a:cubicBezTo>
                <a:cubicBezTo>
                  <a:pt x="433682" y="240722"/>
                  <a:pt x="435592" y="246453"/>
                  <a:pt x="437503" y="254095"/>
                </a:cubicBezTo>
                <a:cubicBezTo>
                  <a:pt x="437503" y="257916"/>
                  <a:pt x="437503" y="261737"/>
                  <a:pt x="437503" y="265558"/>
                </a:cubicBezTo>
                <a:cubicBezTo>
                  <a:pt x="437503" y="271290"/>
                  <a:pt x="437503" y="303768"/>
                  <a:pt x="437503" y="320963"/>
                </a:cubicBezTo>
                <a:lnTo>
                  <a:pt x="401203" y="324784"/>
                </a:lnTo>
                <a:close/>
                <a:moveTo>
                  <a:pt x="139466" y="162392"/>
                </a:moveTo>
                <a:cubicBezTo>
                  <a:pt x="183407" y="162392"/>
                  <a:pt x="219707" y="126092"/>
                  <a:pt x="219707" y="82151"/>
                </a:cubicBezTo>
                <a:cubicBezTo>
                  <a:pt x="219707" y="36299"/>
                  <a:pt x="183407" y="0"/>
                  <a:pt x="139466" y="0"/>
                </a:cubicBezTo>
                <a:cubicBezTo>
                  <a:pt x="95525" y="0"/>
                  <a:pt x="59225" y="36299"/>
                  <a:pt x="59225" y="80241"/>
                </a:cubicBezTo>
                <a:cubicBezTo>
                  <a:pt x="59225" y="80241"/>
                  <a:pt x="59225" y="80241"/>
                  <a:pt x="59225" y="80241"/>
                </a:cubicBezTo>
                <a:cubicBezTo>
                  <a:pt x="57315" y="126092"/>
                  <a:pt x="93614" y="162392"/>
                  <a:pt x="139466" y="162392"/>
                </a:cubicBezTo>
                <a:cubicBezTo>
                  <a:pt x="139466" y="162392"/>
                  <a:pt x="139466" y="162392"/>
                  <a:pt x="139466" y="162392"/>
                </a:cubicBezTo>
                <a:close/>
                <a:moveTo>
                  <a:pt x="139466" y="19105"/>
                </a:moveTo>
                <a:cubicBezTo>
                  <a:pt x="173855" y="19105"/>
                  <a:pt x="200602" y="45852"/>
                  <a:pt x="200602" y="80241"/>
                </a:cubicBezTo>
                <a:cubicBezTo>
                  <a:pt x="200602" y="114630"/>
                  <a:pt x="173855" y="141376"/>
                  <a:pt x="139466" y="141376"/>
                </a:cubicBezTo>
                <a:cubicBezTo>
                  <a:pt x="105077" y="141376"/>
                  <a:pt x="78330" y="114630"/>
                  <a:pt x="78330" y="80241"/>
                </a:cubicBezTo>
                <a:cubicBezTo>
                  <a:pt x="76420" y="47762"/>
                  <a:pt x="105077" y="19105"/>
                  <a:pt x="139466" y="19105"/>
                </a:cubicBezTo>
                <a:cubicBezTo>
                  <a:pt x="139466" y="19105"/>
                  <a:pt x="139466" y="19105"/>
                  <a:pt x="139466" y="191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125" descr="Family 1 icon.">
            <a:extLst>
              <a:ext uri="{FF2B5EF4-FFF2-40B4-BE49-F238E27FC236}">
                <a16:creationId xmlns:a16="http://schemas.microsoft.com/office/drawing/2014/main" id="{352BE3C8-8C52-4A90-BA04-DEF8459D5255}"/>
              </a:ext>
            </a:extLst>
          </p:cNvPr>
          <p:cNvSpPr>
            <a:spLocks noChangeAspect="1"/>
          </p:cNvSpPr>
          <p:nvPr/>
        </p:nvSpPr>
        <p:spPr>
          <a:xfrm>
            <a:off x="8322641" y="1455835"/>
            <a:ext cx="420308" cy="372545"/>
          </a:xfrm>
          <a:custGeom>
            <a:avLst/>
            <a:gdLst>
              <a:gd name="connsiteX0" fmla="*/ 420308 w 420308"/>
              <a:gd name="connsiteY0" fmla="*/ 250274 h 372545"/>
              <a:gd name="connsiteX1" fmla="*/ 362993 w 420308"/>
              <a:gd name="connsiteY1" fmla="*/ 168123 h 372545"/>
              <a:gd name="connsiteX2" fmla="*/ 362993 w 420308"/>
              <a:gd name="connsiteY2" fmla="*/ 76420 h 372545"/>
              <a:gd name="connsiteX3" fmla="*/ 288484 w 420308"/>
              <a:gd name="connsiteY3" fmla="*/ 0 h 372545"/>
              <a:gd name="connsiteX4" fmla="*/ 288484 w 420308"/>
              <a:gd name="connsiteY4" fmla="*/ 0 h 372545"/>
              <a:gd name="connsiteX5" fmla="*/ 212065 w 420308"/>
              <a:gd name="connsiteY5" fmla="*/ 70688 h 372545"/>
              <a:gd name="connsiteX6" fmla="*/ 212065 w 420308"/>
              <a:gd name="connsiteY6" fmla="*/ 70688 h 372545"/>
              <a:gd name="connsiteX7" fmla="*/ 212065 w 420308"/>
              <a:gd name="connsiteY7" fmla="*/ 72599 h 372545"/>
              <a:gd name="connsiteX8" fmla="*/ 212065 w 420308"/>
              <a:gd name="connsiteY8" fmla="*/ 76420 h 372545"/>
              <a:gd name="connsiteX9" fmla="*/ 212065 w 420308"/>
              <a:gd name="connsiteY9" fmla="*/ 78330 h 372545"/>
              <a:gd name="connsiteX10" fmla="*/ 210154 w 420308"/>
              <a:gd name="connsiteY10" fmla="*/ 95525 h 372545"/>
              <a:gd name="connsiteX11" fmla="*/ 210154 w 420308"/>
              <a:gd name="connsiteY11" fmla="*/ 95525 h 372545"/>
              <a:gd name="connsiteX12" fmla="*/ 204423 w 420308"/>
              <a:gd name="connsiteY12" fmla="*/ 95525 h 372545"/>
              <a:gd name="connsiteX13" fmla="*/ 204423 w 420308"/>
              <a:gd name="connsiteY13" fmla="*/ 95525 h 372545"/>
              <a:gd name="connsiteX14" fmla="*/ 206333 w 420308"/>
              <a:gd name="connsiteY14" fmla="*/ 76420 h 372545"/>
              <a:gd name="connsiteX15" fmla="*/ 131824 w 420308"/>
              <a:gd name="connsiteY15" fmla="*/ 0 h 372545"/>
              <a:gd name="connsiteX16" fmla="*/ 131824 w 420308"/>
              <a:gd name="connsiteY16" fmla="*/ 0 h 372545"/>
              <a:gd name="connsiteX17" fmla="*/ 57315 w 420308"/>
              <a:gd name="connsiteY17" fmla="*/ 74509 h 372545"/>
              <a:gd name="connsiteX18" fmla="*/ 78330 w 420308"/>
              <a:gd name="connsiteY18" fmla="*/ 128003 h 372545"/>
              <a:gd name="connsiteX19" fmla="*/ 131824 w 420308"/>
              <a:gd name="connsiteY19" fmla="*/ 150929 h 372545"/>
              <a:gd name="connsiteX20" fmla="*/ 131824 w 420308"/>
              <a:gd name="connsiteY20" fmla="*/ 150929 h 372545"/>
              <a:gd name="connsiteX21" fmla="*/ 145197 w 420308"/>
              <a:gd name="connsiteY21" fmla="*/ 149018 h 372545"/>
              <a:gd name="connsiteX22" fmla="*/ 145197 w 420308"/>
              <a:gd name="connsiteY22" fmla="*/ 150929 h 372545"/>
              <a:gd name="connsiteX23" fmla="*/ 145197 w 420308"/>
              <a:gd name="connsiteY23" fmla="*/ 160481 h 372545"/>
              <a:gd name="connsiteX24" fmla="*/ 145197 w 420308"/>
              <a:gd name="connsiteY24" fmla="*/ 160481 h 372545"/>
              <a:gd name="connsiteX25" fmla="*/ 87883 w 420308"/>
              <a:gd name="connsiteY25" fmla="*/ 160481 h 372545"/>
              <a:gd name="connsiteX26" fmla="*/ 26747 w 420308"/>
              <a:gd name="connsiteY26" fmla="*/ 185318 h 372545"/>
              <a:gd name="connsiteX27" fmla="*/ 1910 w 420308"/>
              <a:gd name="connsiteY27" fmla="*/ 244543 h 372545"/>
              <a:gd name="connsiteX28" fmla="*/ 0 w 420308"/>
              <a:gd name="connsiteY28" fmla="*/ 315231 h 372545"/>
              <a:gd name="connsiteX29" fmla="*/ 19105 w 420308"/>
              <a:gd name="connsiteY29" fmla="*/ 334336 h 372545"/>
              <a:gd name="connsiteX30" fmla="*/ 105077 w 420308"/>
              <a:gd name="connsiteY30" fmla="*/ 334336 h 372545"/>
              <a:gd name="connsiteX31" fmla="*/ 105077 w 420308"/>
              <a:gd name="connsiteY31" fmla="*/ 353441 h 372545"/>
              <a:gd name="connsiteX32" fmla="*/ 110809 w 420308"/>
              <a:gd name="connsiteY32" fmla="*/ 366814 h 372545"/>
              <a:gd name="connsiteX33" fmla="*/ 124182 w 420308"/>
              <a:gd name="connsiteY33" fmla="*/ 372546 h 372545"/>
              <a:gd name="connsiteX34" fmla="*/ 296126 w 420308"/>
              <a:gd name="connsiteY34" fmla="*/ 372546 h 372545"/>
              <a:gd name="connsiteX35" fmla="*/ 315231 w 420308"/>
              <a:gd name="connsiteY35" fmla="*/ 353441 h 372545"/>
              <a:gd name="connsiteX36" fmla="*/ 315231 w 420308"/>
              <a:gd name="connsiteY36" fmla="*/ 334336 h 372545"/>
              <a:gd name="connsiteX37" fmla="*/ 401203 w 420308"/>
              <a:gd name="connsiteY37" fmla="*/ 334336 h 372545"/>
              <a:gd name="connsiteX38" fmla="*/ 414577 w 420308"/>
              <a:gd name="connsiteY38" fmla="*/ 328605 h 372545"/>
              <a:gd name="connsiteX39" fmla="*/ 420308 w 420308"/>
              <a:gd name="connsiteY39" fmla="*/ 315231 h 372545"/>
              <a:gd name="connsiteX40" fmla="*/ 420308 w 420308"/>
              <a:gd name="connsiteY40" fmla="*/ 250274 h 372545"/>
              <a:gd name="connsiteX41" fmla="*/ 343889 w 420308"/>
              <a:gd name="connsiteY41" fmla="*/ 164302 h 372545"/>
              <a:gd name="connsiteX42" fmla="*/ 334336 w 420308"/>
              <a:gd name="connsiteY42" fmla="*/ 162392 h 372545"/>
              <a:gd name="connsiteX43" fmla="*/ 277021 w 420308"/>
              <a:gd name="connsiteY43" fmla="*/ 162392 h 372545"/>
              <a:gd name="connsiteX44" fmla="*/ 275111 w 420308"/>
              <a:gd name="connsiteY44" fmla="*/ 152839 h 372545"/>
              <a:gd name="connsiteX45" fmla="*/ 277021 w 420308"/>
              <a:gd name="connsiteY45" fmla="*/ 152839 h 372545"/>
              <a:gd name="connsiteX46" fmla="*/ 286574 w 420308"/>
              <a:gd name="connsiteY46" fmla="*/ 152839 h 372545"/>
              <a:gd name="connsiteX47" fmla="*/ 286574 w 420308"/>
              <a:gd name="connsiteY47" fmla="*/ 152839 h 372545"/>
              <a:gd name="connsiteX48" fmla="*/ 340068 w 420308"/>
              <a:gd name="connsiteY48" fmla="*/ 131824 h 372545"/>
              <a:gd name="connsiteX49" fmla="*/ 343889 w 420308"/>
              <a:gd name="connsiteY49" fmla="*/ 128003 h 372545"/>
              <a:gd name="connsiteX50" fmla="*/ 343889 w 420308"/>
              <a:gd name="connsiteY50" fmla="*/ 164302 h 372545"/>
              <a:gd name="connsiteX51" fmla="*/ 298037 w 420308"/>
              <a:gd name="connsiteY51" fmla="*/ 61136 h 372545"/>
              <a:gd name="connsiteX52" fmla="*/ 298037 w 420308"/>
              <a:gd name="connsiteY52" fmla="*/ 61136 h 372545"/>
              <a:gd name="connsiteX53" fmla="*/ 309500 w 420308"/>
              <a:gd name="connsiteY53" fmla="*/ 78330 h 372545"/>
              <a:gd name="connsiteX54" fmla="*/ 315231 w 420308"/>
              <a:gd name="connsiteY54" fmla="*/ 84062 h 372545"/>
              <a:gd name="connsiteX55" fmla="*/ 341978 w 420308"/>
              <a:gd name="connsiteY55" fmla="*/ 95525 h 372545"/>
              <a:gd name="connsiteX56" fmla="*/ 328605 w 420308"/>
              <a:gd name="connsiteY56" fmla="*/ 118450 h 372545"/>
              <a:gd name="connsiteX57" fmla="*/ 288484 w 420308"/>
              <a:gd name="connsiteY57" fmla="*/ 135645 h 372545"/>
              <a:gd name="connsiteX58" fmla="*/ 288484 w 420308"/>
              <a:gd name="connsiteY58" fmla="*/ 135645 h 372545"/>
              <a:gd name="connsiteX59" fmla="*/ 269379 w 420308"/>
              <a:gd name="connsiteY59" fmla="*/ 131824 h 372545"/>
              <a:gd name="connsiteX60" fmla="*/ 236901 w 420308"/>
              <a:gd name="connsiteY60" fmla="*/ 101256 h 372545"/>
              <a:gd name="connsiteX61" fmla="*/ 233080 w 420308"/>
              <a:gd name="connsiteY61" fmla="*/ 91704 h 372545"/>
              <a:gd name="connsiteX62" fmla="*/ 236901 w 420308"/>
              <a:gd name="connsiteY62" fmla="*/ 80241 h 372545"/>
              <a:gd name="connsiteX63" fmla="*/ 248364 w 420308"/>
              <a:gd name="connsiteY63" fmla="*/ 76420 h 372545"/>
              <a:gd name="connsiteX64" fmla="*/ 259827 w 420308"/>
              <a:gd name="connsiteY64" fmla="*/ 76420 h 372545"/>
              <a:gd name="connsiteX65" fmla="*/ 298037 w 420308"/>
              <a:gd name="connsiteY65" fmla="*/ 61136 h 372545"/>
              <a:gd name="connsiteX66" fmla="*/ 343889 w 420308"/>
              <a:gd name="connsiteY66" fmla="*/ 74509 h 372545"/>
              <a:gd name="connsiteX67" fmla="*/ 326694 w 420308"/>
              <a:gd name="connsiteY67" fmla="*/ 66867 h 372545"/>
              <a:gd name="connsiteX68" fmla="*/ 322873 w 420308"/>
              <a:gd name="connsiteY68" fmla="*/ 63046 h 372545"/>
              <a:gd name="connsiteX69" fmla="*/ 313321 w 420308"/>
              <a:gd name="connsiteY69" fmla="*/ 38210 h 372545"/>
              <a:gd name="connsiteX70" fmla="*/ 313321 w 420308"/>
              <a:gd name="connsiteY70" fmla="*/ 26747 h 372545"/>
              <a:gd name="connsiteX71" fmla="*/ 343889 w 420308"/>
              <a:gd name="connsiteY71" fmla="*/ 74509 h 372545"/>
              <a:gd name="connsiteX72" fmla="*/ 286574 w 420308"/>
              <a:gd name="connsiteY72" fmla="*/ 19105 h 372545"/>
              <a:gd name="connsiteX73" fmla="*/ 286574 w 420308"/>
              <a:gd name="connsiteY73" fmla="*/ 19105 h 372545"/>
              <a:gd name="connsiteX74" fmla="*/ 294216 w 420308"/>
              <a:gd name="connsiteY74" fmla="*/ 19105 h 372545"/>
              <a:gd name="connsiteX75" fmla="*/ 294216 w 420308"/>
              <a:gd name="connsiteY75" fmla="*/ 22926 h 372545"/>
              <a:gd name="connsiteX76" fmla="*/ 294216 w 420308"/>
              <a:gd name="connsiteY76" fmla="*/ 22926 h 372545"/>
              <a:gd name="connsiteX77" fmla="*/ 284663 w 420308"/>
              <a:gd name="connsiteY77" fmla="*/ 47762 h 372545"/>
              <a:gd name="connsiteX78" fmla="*/ 261737 w 420308"/>
              <a:gd name="connsiteY78" fmla="*/ 57315 h 372545"/>
              <a:gd name="connsiteX79" fmla="*/ 250274 w 420308"/>
              <a:gd name="connsiteY79" fmla="*/ 57315 h 372545"/>
              <a:gd name="connsiteX80" fmla="*/ 234990 w 420308"/>
              <a:gd name="connsiteY80" fmla="*/ 61136 h 372545"/>
              <a:gd name="connsiteX81" fmla="*/ 286574 w 420308"/>
              <a:gd name="connsiteY81" fmla="*/ 19105 h 372545"/>
              <a:gd name="connsiteX82" fmla="*/ 210154 w 420308"/>
              <a:gd name="connsiteY82" fmla="*/ 114630 h 372545"/>
              <a:gd name="connsiteX83" fmla="*/ 210154 w 420308"/>
              <a:gd name="connsiteY83" fmla="*/ 114630 h 372545"/>
              <a:gd name="connsiteX84" fmla="*/ 257916 w 420308"/>
              <a:gd name="connsiteY84" fmla="*/ 162392 h 372545"/>
              <a:gd name="connsiteX85" fmla="*/ 257916 w 420308"/>
              <a:gd name="connsiteY85" fmla="*/ 162392 h 372545"/>
              <a:gd name="connsiteX86" fmla="*/ 244543 w 420308"/>
              <a:gd name="connsiteY86" fmla="*/ 196781 h 372545"/>
              <a:gd name="connsiteX87" fmla="*/ 210154 w 420308"/>
              <a:gd name="connsiteY87" fmla="*/ 210154 h 372545"/>
              <a:gd name="connsiteX88" fmla="*/ 210154 w 420308"/>
              <a:gd name="connsiteY88" fmla="*/ 210154 h 372545"/>
              <a:gd name="connsiteX89" fmla="*/ 162392 w 420308"/>
              <a:gd name="connsiteY89" fmla="*/ 162392 h 372545"/>
              <a:gd name="connsiteX90" fmla="*/ 175765 w 420308"/>
              <a:gd name="connsiteY90" fmla="*/ 128003 h 372545"/>
              <a:gd name="connsiteX91" fmla="*/ 210154 w 420308"/>
              <a:gd name="connsiteY91" fmla="*/ 114630 h 372545"/>
              <a:gd name="connsiteX92" fmla="*/ 210154 w 420308"/>
              <a:gd name="connsiteY92" fmla="*/ 114630 h 372545"/>
              <a:gd name="connsiteX93" fmla="*/ 131824 w 420308"/>
              <a:gd name="connsiteY93" fmla="*/ 133734 h 372545"/>
              <a:gd name="connsiteX94" fmla="*/ 131824 w 420308"/>
              <a:gd name="connsiteY94" fmla="*/ 133734 h 372545"/>
              <a:gd name="connsiteX95" fmla="*/ 91704 w 420308"/>
              <a:gd name="connsiteY95" fmla="*/ 116540 h 372545"/>
              <a:gd name="connsiteX96" fmla="*/ 76420 w 420308"/>
              <a:gd name="connsiteY96" fmla="*/ 74509 h 372545"/>
              <a:gd name="connsiteX97" fmla="*/ 133734 w 420308"/>
              <a:gd name="connsiteY97" fmla="*/ 17194 h 372545"/>
              <a:gd name="connsiteX98" fmla="*/ 133734 w 420308"/>
              <a:gd name="connsiteY98" fmla="*/ 17194 h 372545"/>
              <a:gd name="connsiteX99" fmla="*/ 189139 w 420308"/>
              <a:gd name="connsiteY99" fmla="*/ 74509 h 372545"/>
              <a:gd name="connsiteX100" fmla="*/ 183407 w 420308"/>
              <a:gd name="connsiteY100" fmla="*/ 101256 h 372545"/>
              <a:gd name="connsiteX101" fmla="*/ 164302 w 420308"/>
              <a:gd name="connsiteY101" fmla="*/ 114630 h 372545"/>
              <a:gd name="connsiteX102" fmla="*/ 152839 w 420308"/>
              <a:gd name="connsiteY102" fmla="*/ 129913 h 372545"/>
              <a:gd name="connsiteX103" fmla="*/ 131824 w 420308"/>
              <a:gd name="connsiteY103" fmla="*/ 133734 h 372545"/>
              <a:gd name="connsiteX104" fmla="*/ 131824 w 420308"/>
              <a:gd name="connsiteY104" fmla="*/ 133734 h 372545"/>
              <a:gd name="connsiteX105" fmla="*/ 105077 w 420308"/>
              <a:gd name="connsiteY105" fmla="*/ 294216 h 372545"/>
              <a:gd name="connsiteX106" fmla="*/ 105077 w 420308"/>
              <a:gd name="connsiteY106" fmla="*/ 315231 h 372545"/>
              <a:gd name="connsiteX107" fmla="*/ 76420 w 420308"/>
              <a:gd name="connsiteY107" fmla="*/ 315231 h 372545"/>
              <a:gd name="connsiteX108" fmla="*/ 76420 w 420308"/>
              <a:gd name="connsiteY108" fmla="*/ 257916 h 372545"/>
              <a:gd name="connsiteX109" fmla="*/ 57315 w 420308"/>
              <a:gd name="connsiteY109" fmla="*/ 257916 h 372545"/>
              <a:gd name="connsiteX110" fmla="*/ 57315 w 420308"/>
              <a:gd name="connsiteY110" fmla="*/ 315231 h 372545"/>
              <a:gd name="connsiteX111" fmla="*/ 19105 w 420308"/>
              <a:gd name="connsiteY111" fmla="*/ 315231 h 372545"/>
              <a:gd name="connsiteX112" fmla="*/ 19105 w 420308"/>
              <a:gd name="connsiteY112" fmla="*/ 246453 h 372545"/>
              <a:gd name="connsiteX113" fmla="*/ 38210 w 420308"/>
              <a:gd name="connsiteY113" fmla="*/ 200602 h 372545"/>
              <a:gd name="connsiteX114" fmla="*/ 85972 w 420308"/>
              <a:gd name="connsiteY114" fmla="*/ 181497 h 372545"/>
              <a:gd name="connsiteX115" fmla="*/ 147108 w 420308"/>
              <a:gd name="connsiteY115" fmla="*/ 181497 h 372545"/>
              <a:gd name="connsiteX116" fmla="*/ 210154 w 420308"/>
              <a:gd name="connsiteY116" fmla="*/ 229259 h 372545"/>
              <a:gd name="connsiteX117" fmla="*/ 171944 w 420308"/>
              <a:gd name="connsiteY117" fmla="*/ 229259 h 372545"/>
              <a:gd name="connsiteX118" fmla="*/ 105077 w 420308"/>
              <a:gd name="connsiteY118" fmla="*/ 294216 h 372545"/>
              <a:gd name="connsiteX119" fmla="*/ 296126 w 420308"/>
              <a:gd name="connsiteY119" fmla="*/ 353441 h 372545"/>
              <a:gd name="connsiteX120" fmla="*/ 267469 w 420308"/>
              <a:gd name="connsiteY120" fmla="*/ 353441 h 372545"/>
              <a:gd name="connsiteX121" fmla="*/ 267469 w 420308"/>
              <a:gd name="connsiteY121" fmla="*/ 315231 h 372545"/>
              <a:gd name="connsiteX122" fmla="*/ 248364 w 420308"/>
              <a:gd name="connsiteY122" fmla="*/ 315231 h 372545"/>
              <a:gd name="connsiteX123" fmla="*/ 248364 w 420308"/>
              <a:gd name="connsiteY123" fmla="*/ 353441 h 372545"/>
              <a:gd name="connsiteX124" fmla="*/ 171944 w 420308"/>
              <a:gd name="connsiteY124" fmla="*/ 353441 h 372545"/>
              <a:gd name="connsiteX125" fmla="*/ 171944 w 420308"/>
              <a:gd name="connsiteY125" fmla="*/ 315231 h 372545"/>
              <a:gd name="connsiteX126" fmla="*/ 152839 w 420308"/>
              <a:gd name="connsiteY126" fmla="*/ 315231 h 372545"/>
              <a:gd name="connsiteX127" fmla="*/ 152839 w 420308"/>
              <a:gd name="connsiteY127" fmla="*/ 353441 h 372545"/>
              <a:gd name="connsiteX128" fmla="*/ 124182 w 420308"/>
              <a:gd name="connsiteY128" fmla="*/ 353441 h 372545"/>
              <a:gd name="connsiteX129" fmla="*/ 124182 w 420308"/>
              <a:gd name="connsiteY129" fmla="*/ 294216 h 372545"/>
              <a:gd name="connsiteX130" fmla="*/ 171944 w 420308"/>
              <a:gd name="connsiteY130" fmla="*/ 248364 h 372545"/>
              <a:gd name="connsiteX131" fmla="*/ 171944 w 420308"/>
              <a:gd name="connsiteY131" fmla="*/ 248364 h 372545"/>
              <a:gd name="connsiteX132" fmla="*/ 248364 w 420308"/>
              <a:gd name="connsiteY132" fmla="*/ 248364 h 372545"/>
              <a:gd name="connsiteX133" fmla="*/ 282753 w 420308"/>
              <a:gd name="connsiteY133" fmla="*/ 261737 h 372545"/>
              <a:gd name="connsiteX134" fmla="*/ 296126 w 420308"/>
              <a:gd name="connsiteY134" fmla="*/ 296126 h 372545"/>
              <a:gd name="connsiteX135" fmla="*/ 296126 w 420308"/>
              <a:gd name="connsiteY135" fmla="*/ 353441 h 372545"/>
              <a:gd name="connsiteX136" fmla="*/ 362993 w 420308"/>
              <a:gd name="connsiteY136" fmla="*/ 315231 h 372545"/>
              <a:gd name="connsiteX137" fmla="*/ 362993 w 420308"/>
              <a:gd name="connsiteY137" fmla="*/ 257916 h 372545"/>
              <a:gd name="connsiteX138" fmla="*/ 343889 w 420308"/>
              <a:gd name="connsiteY138" fmla="*/ 257916 h 372545"/>
              <a:gd name="connsiteX139" fmla="*/ 343889 w 420308"/>
              <a:gd name="connsiteY139" fmla="*/ 315231 h 372545"/>
              <a:gd name="connsiteX140" fmla="*/ 315231 w 420308"/>
              <a:gd name="connsiteY140" fmla="*/ 315231 h 372545"/>
              <a:gd name="connsiteX141" fmla="*/ 315231 w 420308"/>
              <a:gd name="connsiteY141" fmla="*/ 296126 h 372545"/>
              <a:gd name="connsiteX142" fmla="*/ 248364 w 420308"/>
              <a:gd name="connsiteY142" fmla="*/ 229259 h 372545"/>
              <a:gd name="connsiteX143" fmla="*/ 210154 w 420308"/>
              <a:gd name="connsiteY143" fmla="*/ 229259 h 372545"/>
              <a:gd name="connsiteX144" fmla="*/ 257916 w 420308"/>
              <a:gd name="connsiteY144" fmla="*/ 210154 h 372545"/>
              <a:gd name="connsiteX145" fmla="*/ 275111 w 420308"/>
              <a:gd name="connsiteY145" fmla="*/ 181497 h 372545"/>
              <a:gd name="connsiteX146" fmla="*/ 336247 w 420308"/>
              <a:gd name="connsiteY146" fmla="*/ 181497 h 372545"/>
              <a:gd name="connsiteX147" fmla="*/ 403114 w 420308"/>
              <a:gd name="connsiteY147" fmla="*/ 248364 h 372545"/>
              <a:gd name="connsiteX148" fmla="*/ 403114 w 420308"/>
              <a:gd name="connsiteY148" fmla="*/ 248364 h 372545"/>
              <a:gd name="connsiteX149" fmla="*/ 403114 w 420308"/>
              <a:gd name="connsiteY149" fmla="*/ 315231 h 372545"/>
              <a:gd name="connsiteX150" fmla="*/ 362993 w 420308"/>
              <a:gd name="connsiteY150" fmla="*/ 315231 h 372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420308" h="372545">
                <a:moveTo>
                  <a:pt x="420308" y="250274"/>
                </a:moveTo>
                <a:cubicBezTo>
                  <a:pt x="420308" y="213975"/>
                  <a:pt x="397382" y="181497"/>
                  <a:pt x="362993" y="168123"/>
                </a:cubicBezTo>
                <a:lnTo>
                  <a:pt x="362993" y="76420"/>
                </a:lnTo>
                <a:cubicBezTo>
                  <a:pt x="362993" y="34389"/>
                  <a:pt x="330515" y="0"/>
                  <a:pt x="288484" y="0"/>
                </a:cubicBezTo>
                <a:lnTo>
                  <a:pt x="288484" y="0"/>
                </a:lnTo>
                <a:cubicBezTo>
                  <a:pt x="248364" y="0"/>
                  <a:pt x="215886" y="30568"/>
                  <a:pt x="212065" y="70688"/>
                </a:cubicBezTo>
                <a:lnTo>
                  <a:pt x="212065" y="70688"/>
                </a:lnTo>
                <a:lnTo>
                  <a:pt x="212065" y="72599"/>
                </a:lnTo>
                <a:cubicBezTo>
                  <a:pt x="212065" y="74509"/>
                  <a:pt x="212065" y="74509"/>
                  <a:pt x="212065" y="76420"/>
                </a:cubicBezTo>
                <a:lnTo>
                  <a:pt x="212065" y="78330"/>
                </a:lnTo>
                <a:lnTo>
                  <a:pt x="210154" y="95525"/>
                </a:lnTo>
                <a:lnTo>
                  <a:pt x="210154" y="95525"/>
                </a:lnTo>
                <a:cubicBezTo>
                  <a:pt x="208244" y="95525"/>
                  <a:pt x="206333" y="95525"/>
                  <a:pt x="204423" y="95525"/>
                </a:cubicBezTo>
                <a:lnTo>
                  <a:pt x="204423" y="95525"/>
                </a:lnTo>
                <a:cubicBezTo>
                  <a:pt x="206333" y="89793"/>
                  <a:pt x="206333" y="82151"/>
                  <a:pt x="206333" y="76420"/>
                </a:cubicBezTo>
                <a:cubicBezTo>
                  <a:pt x="206333" y="34389"/>
                  <a:pt x="173855" y="0"/>
                  <a:pt x="131824" y="0"/>
                </a:cubicBezTo>
                <a:lnTo>
                  <a:pt x="131824" y="0"/>
                </a:lnTo>
                <a:cubicBezTo>
                  <a:pt x="91704" y="0"/>
                  <a:pt x="57315" y="34389"/>
                  <a:pt x="57315" y="74509"/>
                </a:cubicBezTo>
                <a:cubicBezTo>
                  <a:pt x="57315" y="95525"/>
                  <a:pt x="64957" y="114630"/>
                  <a:pt x="78330" y="128003"/>
                </a:cubicBezTo>
                <a:cubicBezTo>
                  <a:pt x="91704" y="143287"/>
                  <a:pt x="110809" y="150929"/>
                  <a:pt x="131824" y="150929"/>
                </a:cubicBezTo>
                <a:lnTo>
                  <a:pt x="131824" y="150929"/>
                </a:lnTo>
                <a:cubicBezTo>
                  <a:pt x="135645" y="150929"/>
                  <a:pt x="139466" y="150929"/>
                  <a:pt x="145197" y="149018"/>
                </a:cubicBezTo>
                <a:cubicBezTo>
                  <a:pt x="145197" y="149018"/>
                  <a:pt x="145197" y="150929"/>
                  <a:pt x="145197" y="150929"/>
                </a:cubicBezTo>
                <a:cubicBezTo>
                  <a:pt x="145197" y="154750"/>
                  <a:pt x="145197" y="156660"/>
                  <a:pt x="145197" y="160481"/>
                </a:cubicBezTo>
                <a:lnTo>
                  <a:pt x="145197" y="160481"/>
                </a:lnTo>
                <a:lnTo>
                  <a:pt x="87883" y="160481"/>
                </a:lnTo>
                <a:cubicBezTo>
                  <a:pt x="64957" y="160481"/>
                  <a:pt x="42031" y="170034"/>
                  <a:pt x="26747" y="185318"/>
                </a:cubicBezTo>
                <a:cubicBezTo>
                  <a:pt x="9552" y="200602"/>
                  <a:pt x="1910" y="223528"/>
                  <a:pt x="1910" y="244543"/>
                </a:cubicBezTo>
                <a:lnTo>
                  <a:pt x="0" y="315231"/>
                </a:lnTo>
                <a:cubicBezTo>
                  <a:pt x="0" y="326694"/>
                  <a:pt x="7642" y="334336"/>
                  <a:pt x="19105" y="334336"/>
                </a:cubicBezTo>
                <a:lnTo>
                  <a:pt x="105077" y="334336"/>
                </a:lnTo>
                <a:lnTo>
                  <a:pt x="105077" y="353441"/>
                </a:lnTo>
                <a:cubicBezTo>
                  <a:pt x="105077" y="359172"/>
                  <a:pt x="106988" y="362993"/>
                  <a:pt x="110809" y="366814"/>
                </a:cubicBezTo>
                <a:cubicBezTo>
                  <a:pt x="114630" y="370635"/>
                  <a:pt x="118450" y="372546"/>
                  <a:pt x="124182" y="372546"/>
                </a:cubicBezTo>
                <a:lnTo>
                  <a:pt x="296126" y="372546"/>
                </a:lnTo>
                <a:cubicBezTo>
                  <a:pt x="307589" y="372546"/>
                  <a:pt x="315231" y="364904"/>
                  <a:pt x="315231" y="353441"/>
                </a:cubicBezTo>
                <a:lnTo>
                  <a:pt x="315231" y="334336"/>
                </a:lnTo>
                <a:lnTo>
                  <a:pt x="401203" y="334336"/>
                </a:lnTo>
                <a:cubicBezTo>
                  <a:pt x="406935" y="334336"/>
                  <a:pt x="410756" y="332426"/>
                  <a:pt x="414577" y="328605"/>
                </a:cubicBezTo>
                <a:cubicBezTo>
                  <a:pt x="418398" y="324784"/>
                  <a:pt x="420308" y="320963"/>
                  <a:pt x="420308" y="315231"/>
                </a:cubicBezTo>
                <a:lnTo>
                  <a:pt x="420308" y="250274"/>
                </a:lnTo>
                <a:close/>
                <a:moveTo>
                  <a:pt x="343889" y="164302"/>
                </a:moveTo>
                <a:cubicBezTo>
                  <a:pt x="340068" y="164302"/>
                  <a:pt x="338157" y="164302"/>
                  <a:pt x="334336" y="162392"/>
                </a:cubicBezTo>
                <a:lnTo>
                  <a:pt x="277021" y="162392"/>
                </a:lnTo>
                <a:cubicBezTo>
                  <a:pt x="277021" y="158571"/>
                  <a:pt x="277021" y="154750"/>
                  <a:pt x="275111" y="152839"/>
                </a:cubicBezTo>
                <a:lnTo>
                  <a:pt x="277021" y="152839"/>
                </a:lnTo>
                <a:cubicBezTo>
                  <a:pt x="280842" y="152839"/>
                  <a:pt x="282753" y="152839"/>
                  <a:pt x="286574" y="152839"/>
                </a:cubicBezTo>
                <a:lnTo>
                  <a:pt x="286574" y="152839"/>
                </a:lnTo>
                <a:cubicBezTo>
                  <a:pt x="305679" y="152839"/>
                  <a:pt x="324784" y="145197"/>
                  <a:pt x="340068" y="131824"/>
                </a:cubicBezTo>
                <a:cubicBezTo>
                  <a:pt x="341978" y="129913"/>
                  <a:pt x="341978" y="129913"/>
                  <a:pt x="343889" y="128003"/>
                </a:cubicBezTo>
                <a:lnTo>
                  <a:pt x="343889" y="164302"/>
                </a:lnTo>
                <a:close/>
                <a:moveTo>
                  <a:pt x="298037" y="61136"/>
                </a:moveTo>
                <a:lnTo>
                  <a:pt x="298037" y="61136"/>
                </a:lnTo>
                <a:cubicBezTo>
                  <a:pt x="299947" y="66867"/>
                  <a:pt x="303768" y="72599"/>
                  <a:pt x="309500" y="78330"/>
                </a:cubicBezTo>
                <a:cubicBezTo>
                  <a:pt x="311410" y="80241"/>
                  <a:pt x="313321" y="82151"/>
                  <a:pt x="315231" y="84062"/>
                </a:cubicBezTo>
                <a:cubicBezTo>
                  <a:pt x="322873" y="89793"/>
                  <a:pt x="332426" y="93614"/>
                  <a:pt x="341978" y="95525"/>
                </a:cubicBezTo>
                <a:cubicBezTo>
                  <a:pt x="340068" y="105077"/>
                  <a:pt x="334336" y="112719"/>
                  <a:pt x="328605" y="118450"/>
                </a:cubicBezTo>
                <a:cubicBezTo>
                  <a:pt x="317142" y="129913"/>
                  <a:pt x="303768" y="135645"/>
                  <a:pt x="288484" y="135645"/>
                </a:cubicBezTo>
                <a:lnTo>
                  <a:pt x="288484" y="135645"/>
                </a:lnTo>
                <a:cubicBezTo>
                  <a:pt x="282753" y="135645"/>
                  <a:pt x="275111" y="133734"/>
                  <a:pt x="269379" y="131824"/>
                </a:cubicBezTo>
                <a:cubicBezTo>
                  <a:pt x="261737" y="118450"/>
                  <a:pt x="250274" y="106988"/>
                  <a:pt x="236901" y="101256"/>
                </a:cubicBezTo>
                <a:cubicBezTo>
                  <a:pt x="234990" y="97435"/>
                  <a:pt x="234990" y="95525"/>
                  <a:pt x="233080" y="91704"/>
                </a:cubicBezTo>
                <a:cubicBezTo>
                  <a:pt x="233080" y="87883"/>
                  <a:pt x="234990" y="84062"/>
                  <a:pt x="236901" y="80241"/>
                </a:cubicBezTo>
                <a:cubicBezTo>
                  <a:pt x="240722" y="76420"/>
                  <a:pt x="244543" y="76420"/>
                  <a:pt x="248364" y="76420"/>
                </a:cubicBezTo>
                <a:lnTo>
                  <a:pt x="259827" y="76420"/>
                </a:lnTo>
                <a:cubicBezTo>
                  <a:pt x="273200" y="76420"/>
                  <a:pt x="288484" y="70688"/>
                  <a:pt x="298037" y="61136"/>
                </a:cubicBezTo>
                <a:close/>
                <a:moveTo>
                  <a:pt x="343889" y="74509"/>
                </a:moveTo>
                <a:cubicBezTo>
                  <a:pt x="338157" y="74509"/>
                  <a:pt x="332426" y="70688"/>
                  <a:pt x="326694" y="66867"/>
                </a:cubicBezTo>
                <a:lnTo>
                  <a:pt x="322873" y="63046"/>
                </a:lnTo>
                <a:cubicBezTo>
                  <a:pt x="317142" y="57315"/>
                  <a:pt x="313321" y="47762"/>
                  <a:pt x="313321" y="38210"/>
                </a:cubicBezTo>
                <a:lnTo>
                  <a:pt x="313321" y="26747"/>
                </a:lnTo>
                <a:cubicBezTo>
                  <a:pt x="332426" y="36299"/>
                  <a:pt x="343889" y="55404"/>
                  <a:pt x="343889" y="74509"/>
                </a:cubicBezTo>
                <a:close/>
                <a:moveTo>
                  <a:pt x="286574" y="19105"/>
                </a:moveTo>
                <a:lnTo>
                  <a:pt x="286574" y="19105"/>
                </a:lnTo>
                <a:cubicBezTo>
                  <a:pt x="288484" y="19105"/>
                  <a:pt x="290395" y="19105"/>
                  <a:pt x="294216" y="19105"/>
                </a:cubicBezTo>
                <a:lnTo>
                  <a:pt x="294216" y="22926"/>
                </a:lnTo>
                <a:lnTo>
                  <a:pt x="294216" y="22926"/>
                </a:lnTo>
                <a:cubicBezTo>
                  <a:pt x="294216" y="32478"/>
                  <a:pt x="292305" y="40120"/>
                  <a:pt x="284663" y="47762"/>
                </a:cubicBezTo>
                <a:cubicBezTo>
                  <a:pt x="278932" y="53494"/>
                  <a:pt x="269379" y="57315"/>
                  <a:pt x="261737" y="57315"/>
                </a:cubicBezTo>
                <a:lnTo>
                  <a:pt x="250274" y="57315"/>
                </a:lnTo>
                <a:cubicBezTo>
                  <a:pt x="244543" y="57315"/>
                  <a:pt x="238811" y="59225"/>
                  <a:pt x="234990" y="61136"/>
                </a:cubicBezTo>
                <a:cubicBezTo>
                  <a:pt x="240722" y="36299"/>
                  <a:pt x="261737" y="19105"/>
                  <a:pt x="286574" y="19105"/>
                </a:cubicBezTo>
                <a:close/>
                <a:moveTo>
                  <a:pt x="210154" y="114630"/>
                </a:moveTo>
                <a:lnTo>
                  <a:pt x="210154" y="114630"/>
                </a:lnTo>
                <a:cubicBezTo>
                  <a:pt x="236901" y="114630"/>
                  <a:pt x="257916" y="135645"/>
                  <a:pt x="257916" y="162392"/>
                </a:cubicBezTo>
                <a:cubicBezTo>
                  <a:pt x="257916" y="162392"/>
                  <a:pt x="257916" y="162392"/>
                  <a:pt x="257916" y="162392"/>
                </a:cubicBezTo>
                <a:cubicBezTo>
                  <a:pt x="257916" y="175765"/>
                  <a:pt x="252185" y="187228"/>
                  <a:pt x="244543" y="196781"/>
                </a:cubicBezTo>
                <a:cubicBezTo>
                  <a:pt x="234990" y="206333"/>
                  <a:pt x="223528" y="210154"/>
                  <a:pt x="210154" y="210154"/>
                </a:cubicBezTo>
                <a:lnTo>
                  <a:pt x="210154" y="210154"/>
                </a:lnTo>
                <a:cubicBezTo>
                  <a:pt x="183407" y="210154"/>
                  <a:pt x="162392" y="189139"/>
                  <a:pt x="162392" y="162392"/>
                </a:cubicBezTo>
                <a:cubicBezTo>
                  <a:pt x="162392" y="149018"/>
                  <a:pt x="168123" y="137555"/>
                  <a:pt x="175765" y="128003"/>
                </a:cubicBezTo>
                <a:cubicBezTo>
                  <a:pt x="185318" y="120361"/>
                  <a:pt x="196781" y="114630"/>
                  <a:pt x="210154" y="114630"/>
                </a:cubicBezTo>
                <a:lnTo>
                  <a:pt x="210154" y="114630"/>
                </a:lnTo>
                <a:close/>
                <a:moveTo>
                  <a:pt x="131824" y="133734"/>
                </a:moveTo>
                <a:lnTo>
                  <a:pt x="131824" y="133734"/>
                </a:lnTo>
                <a:cubicBezTo>
                  <a:pt x="116540" y="133734"/>
                  <a:pt x="103167" y="128003"/>
                  <a:pt x="91704" y="116540"/>
                </a:cubicBezTo>
                <a:cubicBezTo>
                  <a:pt x="82151" y="105077"/>
                  <a:pt x="76420" y="91704"/>
                  <a:pt x="76420" y="74509"/>
                </a:cubicBezTo>
                <a:cubicBezTo>
                  <a:pt x="76420" y="42031"/>
                  <a:pt x="101256" y="17194"/>
                  <a:pt x="133734" y="17194"/>
                </a:cubicBezTo>
                <a:lnTo>
                  <a:pt x="133734" y="17194"/>
                </a:lnTo>
                <a:cubicBezTo>
                  <a:pt x="164302" y="17194"/>
                  <a:pt x="189139" y="43941"/>
                  <a:pt x="189139" y="74509"/>
                </a:cubicBezTo>
                <a:cubicBezTo>
                  <a:pt x="189139" y="84062"/>
                  <a:pt x="187228" y="91704"/>
                  <a:pt x="183407" y="101256"/>
                </a:cubicBezTo>
                <a:cubicBezTo>
                  <a:pt x="175765" y="105077"/>
                  <a:pt x="170034" y="108898"/>
                  <a:pt x="164302" y="114630"/>
                </a:cubicBezTo>
                <a:cubicBezTo>
                  <a:pt x="160481" y="118450"/>
                  <a:pt x="156660" y="124182"/>
                  <a:pt x="152839" y="129913"/>
                </a:cubicBezTo>
                <a:cubicBezTo>
                  <a:pt x="147108" y="131824"/>
                  <a:pt x="139466" y="133734"/>
                  <a:pt x="131824" y="133734"/>
                </a:cubicBezTo>
                <a:lnTo>
                  <a:pt x="131824" y="133734"/>
                </a:lnTo>
                <a:close/>
                <a:moveTo>
                  <a:pt x="105077" y="294216"/>
                </a:moveTo>
                <a:lnTo>
                  <a:pt x="105077" y="315231"/>
                </a:lnTo>
                <a:lnTo>
                  <a:pt x="76420" y="315231"/>
                </a:lnTo>
                <a:lnTo>
                  <a:pt x="76420" y="257916"/>
                </a:lnTo>
                <a:lnTo>
                  <a:pt x="57315" y="257916"/>
                </a:lnTo>
                <a:lnTo>
                  <a:pt x="57315" y="315231"/>
                </a:lnTo>
                <a:lnTo>
                  <a:pt x="19105" y="315231"/>
                </a:lnTo>
                <a:lnTo>
                  <a:pt x="19105" y="246453"/>
                </a:lnTo>
                <a:cubicBezTo>
                  <a:pt x="19105" y="229259"/>
                  <a:pt x="26747" y="212065"/>
                  <a:pt x="38210" y="200602"/>
                </a:cubicBezTo>
                <a:cubicBezTo>
                  <a:pt x="51583" y="189139"/>
                  <a:pt x="68778" y="181497"/>
                  <a:pt x="85972" y="181497"/>
                </a:cubicBezTo>
                <a:lnTo>
                  <a:pt x="147108" y="181497"/>
                </a:lnTo>
                <a:cubicBezTo>
                  <a:pt x="154750" y="210154"/>
                  <a:pt x="181497" y="229259"/>
                  <a:pt x="210154" y="229259"/>
                </a:cubicBezTo>
                <a:lnTo>
                  <a:pt x="171944" y="229259"/>
                </a:lnTo>
                <a:cubicBezTo>
                  <a:pt x="135645" y="229259"/>
                  <a:pt x="105077" y="257916"/>
                  <a:pt x="105077" y="294216"/>
                </a:cubicBezTo>
                <a:close/>
                <a:moveTo>
                  <a:pt x="296126" y="353441"/>
                </a:moveTo>
                <a:lnTo>
                  <a:pt x="267469" y="353441"/>
                </a:lnTo>
                <a:lnTo>
                  <a:pt x="267469" y="315231"/>
                </a:lnTo>
                <a:lnTo>
                  <a:pt x="248364" y="315231"/>
                </a:lnTo>
                <a:lnTo>
                  <a:pt x="248364" y="353441"/>
                </a:lnTo>
                <a:lnTo>
                  <a:pt x="171944" y="353441"/>
                </a:lnTo>
                <a:lnTo>
                  <a:pt x="171944" y="315231"/>
                </a:lnTo>
                <a:lnTo>
                  <a:pt x="152839" y="315231"/>
                </a:lnTo>
                <a:lnTo>
                  <a:pt x="152839" y="353441"/>
                </a:lnTo>
                <a:lnTo>
                  <a:pt x="124182" y="353441"/>
                </a:lnTo>
                <a:lnTo>
                  <a:pt x="124182" y="294216"/>
                </a:lnTo>
                <a:cubicBezTo>
                  <a:pt x="124182" y="267469"/>
                  <a:pt x="145197" y="246453"/>
                  <a:pt x="171944" y="248364"/>
                </a:cubicBezTo>
                <a:cubicBezTo>
                  <a:pt x="171944" y="248364"/>
                  <a:pt x="171944" y="248364"/>
                  <a:pt x="171944" y="248364"/>
                </a:cubicBezTo>
                <a:lnTo>
                  <a:pt x="248364" y="248364"/>
                </a:lnTo>
                <a:cubicBezTo>
                  <a:pt x="261737" y="248364"/>
                  <a:pt x="273200" y="254095"/>
                  <a:pt x="282753" y="261737"/>
                </a:cubicBezTo>
                <a:cubicBezTo>
                  <a:pt x="292305" y="271290"/>
                  <a:pt x="296126" y="282753"/>
                  <a:pt x="296126" y="296126"/>
                </a:cubicBezTo>
                <a:lnTo>
                  <a:pt x="296126" y="353441"/>
                </a:lnTo>
                <a:close/>
                <a:moveTo>
                  <a:pt x="362993" y="315231"/>
                </a:moveTo>
                <a:lnTo>
                  <a:pt x="362993" y="257916"/>
                </a:lnTo>
                <a:lnTo>
                  <a:pt x="343889" y="257916"/>
                </a:lnTo>
                <a:lnTo>
                  <a:pt x="343889" y="315231"/>
                </a:lnTo>
                <a:lnTo>
                  <a:pt x="315231" y="315231"/>
                </a:lnTo>
                <a:lnTo>
                  <a:pt x="315231" y="296126"/>
                </a:lnTo>
                <a:cubicBezTo>
                  <a:pt x="315231" y="259827"/>
                  <a:pt x="284663" y="229259"/>
                  <a:pt x="248364" y="229259"/>
                </a:cubicBezTo>
                <a:lnTo>
                  <a:pt x="210154" y="229259"/>
                </a:lnTo>
                <a:cubicBezTo>
                  <a:pt x="227349" y="229259"/>
                  <a:pt x="244543" y="221617"/>
                  <a:pt x="257916" y="210154"/>
                </a:cubicBezTo>
                <a:cubicBezTo>
                  <a:pt x="265558" y="202512"/>
                  <a:pt x="271290" y="192960"/>
                  <a:pt x="275111" y="181497"/>
                </a:cubicBezTo>
                <a:lnTo>
                  <a:pt x="336247" y="181497"/>
                </a:lnTo>
                <a:cubicBezTo>
                  <a:pt x="372546" y="181497"/>
                  <a:pt x="403114" y="212065"/>
                  <a:pt x="403114" y="248364"/>
                </a:cubicBezTo>
                <a:cubicBezTo>
                  <a:pt x="403114" y="248364"/>
                  <a:pt x="403114" y="248364"/>
                  <a:pt x="403114" y="248364"/>
                </a:cubicBezTo>
                <a:lnTo>
                  <a:pt x="403114" y="315231"/>
                </a:lnTo>
                <a:lnTo>
                  <a:pt x="362993" y="31523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Graphic 129" descr="Family 2 icon.">
            <a:extLst>
              <a:ext uri="{FF2B5EF4-FFF2-40B4-BE49-F238E27FC236}">
                <a16:creationId xmlns:a16="http://schemas.microsoft.com/office/drawing/2014/main" id="{8ED122A1-B01C-4945-82A1-1B0E3E289E28}"/>
              </a:ext>
            </a:extLst>
          </p:cNvPr>
          <p:cNvSpPr>
            <a:spLocks noChangeAspect="1"/>
          </p:cNvSpPr>
          <p:nvPr/>
        </p:nvSpPr>
        <p:spPr>
          <a:xfrm>
            <a:off x="9543685" y="1445553"/>
            <a:ext cx="420308" cy="382827"/>
          </a:xfrm>
          <a:custGeom>
            <a:avLst/>
            <a:gdLst>
              <a:gd name="connsiteX0" fmla="*/ 420308 w 420308"/>
              <a:gd name="connsiteY0" fmla="*/ 260556 h 382827"/>
              <a:gd name="connsiteX1" fmla="*/ 362993 w 420308"/>
              <a:gd name="connsiteY1" fmla="*/ 178405 h 382827"/>
              <a:gd name="connsiteX2" fmla="*/ 362993 w 420308"/>
              <a:gd name="connsiteY2" fmla="*/ 86701 h 382827"/>
              <a:gd name="connsiteX3" fmla="*/ 362993 w 420308"/>
              <a:gd name="connsiteY3" fmla="*/ 86701 h 382827"/>
              <a:gd name="connsiteX4" fmla="*/ 298037 w 420308"/>
              <a:gd name="connsiteY4" fmla="*/ 729 h 382827"/>
              <a:gd name="connsiteX5" fmla="*/ 212065 w 420308"/>
              <a:gd name="connsiteY5" fmla="*/ 65686 h 382827"/>
              <a:gd name="connsiteX6" fmla="*/ 212065 w 420308"/>
              <a:gd name="connsiteY6" fmla="*/ 86701 h 382827"/>
              <a:gd name="connsiteX7" fmla="*/ 212065 w 420308"/>
              <a:gd name="connsiteY7" fmla="*/ 86701 h 382827"/>
              <a:gd name="connsiteX8" fmla="*/ 212065 w 420308"/>
              <a:gd name="connsiteY8" fmla="*/ 105806 h 382827"/>
              <a:gd name="connsiteX9" fmla="*/ 210154 w 420308"/>
              <a:gd name="connsiteY9" fmla="*/ 105806 h 382827"/>
              <a:gd name="connsiteX10" fmla="*/ 210154 w 420308"/>
              <a:gd name="connsiteY10" fmla="*/ 86701 h 382827"/>
              <a:gd name="connsiteX11" fmla="*/ 210154 w 420308"/>
              <a:gd name="connsiteY11" fmla="*/ 86701 h 382827"/>
              <a:gd name="connsiteX12" fmla="*/ 133734 w 420308"/>
              <a:gd name="connsiteY12" fmla="*/ 10282 h 382827"/>
              <a:gd name="connsiteX13" fmla="*/ 57315 w 420308"/>
              <a:gd name="connsiteY13" fmla="*/ 86701 h 382827"/>
              <a:gd name="connsiteX14" fmla="*/ 57315 w 420308"/>
              <a:gd name="connsiteY14" fmla="*/ 86701 h 382827"/>
              <a:gd name="connsiteX15" fmla="*/ 57315 w 420308"/>
              <a:gd name="connsiteY15" fmla="*/ 176494 h 382827"/>
              <a:gd name="connsiteX16" fmla="*/ 24836 w 420308"/>
              <a:gd name="connsiteY16" fmla="*/ 195599 h 382827"/>
              <a:gd name="connsiteX17" fmla="*/ 0 w 420308"/>
              <a:gd name="connsiteY17" fmla="*/ 256735 h 382827"/>
              <a:gd name="connsiteX18" fmla="*/ 0 w 420308"/>
              <a:gd name="connsiteY18" fmla="*/ 325513 h 382827"/>
              <a:gd name="connsiteX19" fmla="*/ 19105 w 420308"/>
              <a:gd name="connsiteY19" fmla="*/ 344618 h 382827"/>
              <a:gd name="connsiteX20" fmla="*/ 105077 w 420308"/>
              <a:gd name="connsiteY20" fmla="*/ 344618 h 382827"/>
              <a:gd name="connsiteX21" fmla="*/ 105077 w 420308"/>
              <a:gd name="connsiteY21" fmla="*/ 363723 h 382827"/>
              <a:gd name="connsiteX22" fmla="*/ 124182 w 420308"/>
              <a:gd name="connsiteY22" fmla="*/ 382827 h 382827"/>
              <a:gd name="connsiteX23" fmla="*/ 296126 w 420308"/>
              <a:gd name="connsiteY23" fmla="*/ 382827 h 382827"/>
              <a:gd name="connsiteX24" fmla="*/ 315231 w 420308"/>
              <a:gd name="connsiteY24" fmla="*/ 363723 h 382827"/>
              <a:gd name="connsiteX25" fmla="*/ 315231 w 420308"/>
              <a:gd name="connsiteY25" fmla="*/ 344618 h 382827"/>
              <a:gd name="connsiteX26" fmla="*/ 401203 w 420308"/>
              <a:gd name="connsiteY26" fmla="*/ 344618 h 382827"/>
              <a:gd name="connsiteX27" fmla="*/ 414577 w 420308"/>
              <a:gd name="connsiteY27" fmla="*/ 338886 h 382827"/>
              <a:gd name="connsiteX28" fmla="*/ 420308 w 420308"/>
              <a:gd name="connsiteY28" fmla="*/ 325513 h 382827"/>
              <a:gd name="connsiteX29" fmla="*/ 420308 w 420308"/>
              <a:gd name="connsiteY29" fmla="*/ 260556 h 382827"/>
              <a:gd name="connsiteX30" fmla="*/ 343889 w 420308"/>
              <a:gd name="connsiteY30" fmla="*/ 172673 h 382827"/>
              <a:gd name="connsiteX31" fmla="*/ 334336 w 420308"/>
              <a:gd name="connsiteY31" fmla="*/ 172673 h 382827"/>
              <a:gd name="connsiteX32" fmla="*/ 277021 w 420308"/>
              <a:gd name="connsiteY32" fmla="*/ 172673 h 382827"/>
              <a:gd name="connsiteX33" fmla="*/ 275111 w 420308"/>
              <a:gd name="connsiteY33" fmla="*/ 163121 h 382827"/>
              <a:gd name="connsiteX34" fmla="*/ 286574 w 420308"/>
              <a:gd name="connsiteY34" fmla="*/ 165031 h 382827"/>
              <a:gd name="connsiteX35" fmla="*/ 343889 w 420308"/>
              <a:gd name="connsiteY35" fmla="*/ 138284 h 382827"/>
              <a:gd name="connsiteX36" fmla="*/ 343889 w 420308"/>
              <a:gd name="connsiteY36" fmla="*/ 172673 h 382827"/>
              <a:gd name="connsiteX37" fmla="*/ 298037 w 420308"/>
              <a:gd name="connsiteY37" fmla="*/ 71417 h 382827"/>
              <a:gd name="connsiteX38" fmla="*/ 298037 w 420308"/>
              <a:gd name="connsiteY38" fmla="*/ 71417 h 382827"/>
              <a:gd name="connsiteX39" fmla="*/ 309500 w 420308"/>
              <a:gd name="connsiteY39" fmla="*/ 88612 h 382827"/>
              <a:gd name="connsiteX40" fmla="*/ 315231 w 420308"/>
              <a:gd name="connsiteY40" fmla="*/ 94343 h 382827"/>
              <a:gd name="connsiteX41" fmla="*/ 341978 w 420308"/>
              <a:gd name="connsiteY41" fmla="*/ 105806 h 382827"/>
              <a:gd name="connsiteX42" fmla="*/ 286574 w 420308"/>
              <a:gd name="connsiteY42" fmla="*/ 145926 h 382827"/>
              <a:gd name="connsiteX43" fmla="*/ 267469 w 420308"/>
              <a:gd name="connsiteY43" fmla="*/ 142105 h 382827"/>
              <a:gd name="connsiteX44" fmla="*/ 234990 w 420308"/>
              <a:gd name="connsiteY44" fmla="*/ 111538 h 382827"/>
              <a:gd name="connsiteX45" fmla="*/ 231170 w 420308"/>
              <a:gd name="connsiteY45" fmla="*/ 101985 h 382827"/>
              <a:gd name="connsiteX46" fmla="*/ 236901 w 420308"/>
              <a:gd name="connsiteY46" fmla="*/ 90522 h 382827"/>
              <a:gd name="connsiteX47" fmla="*/ 248364 w 420308"/>
              <a:gd name="connsiteY47" fmla="*/ 84791 h 382827"/>
              <a:gd name="connsiteX48" fmla="*/ 259827 w 420308"/>
              <a:gd name="connsiteY48" fmla="*/ 84791 h 382827"/>
              <a:gd name="connsiteX49" fmla="*/ 298037 w 420308"/>
              <a:gd name="connsiteY49" fmla="*/ 71417 h 382827"/>
              <a:gd name="connsiteX50" fmla="*/ 298037 w 420308"/>
              <a:gd name="connsiteY50" fmla="*/ 71417 h 382827"/>
              <a:gd name="connsiteX51" fmla="*/ 343889 w 420308"/>
              <a:gd name="connsiteY51" fmla="*/ 84791 h 382827"/>
              <a:gd name="connsiteX52" fmla="*/ 326694 w 420308"/>
              <a:gd name="connsiteY52" fmla="*/ 77149 h 382827"/>
              <a:gd name="connsiteX53" fmla="*/ 322873 w 420308"/>
              <a:gd name="connsiteY53" fmla="*/ 73328 h 382827"/>
              <a:gd name="connsiteX54" fmla="*/ 313321 w 420308"/>
              <a:gd name="connsiteY54" fmla="*/ 48491 h 382827"/>
              <a:gd name="connsiteX55" fmla="*/ 313321 w 420308"/>
              <a:gd name="connsiteY55" fmla="*/ 35118 h 382827"/>
              <a:gd name="connsiteX56" fmla="*/ 343889 w 420308"/>
              <a:gd name="connsiteY56" fmla="*/ 84791 h 382827"/>
              <a:gd name="connsiteX57" fmla="*/ 286574 w 420308"/>
              <a:gd name="connsiteY57" fmla="*/ 27476 h 382827"/>
              <a:gd name="connsiteX58" fmla="*/ 294216 w 420308"/>
              <a:gd name="connsiteY58" fmla="*/ 27476 h 382827"/>
              <a:gd name="connsiteX59" fmla="*/ 294216 w 420308"/>
              <a:gd name="connsiteY59" fmla="*/ 31297 h 382827"/>
              <a:gd name="connsiteX60" fmla="*/ 284663 w 420308"/>
              <a:gd name="connsiteY60" fmla="*/ 54223 h 382827"/>
              <a:gd name="connsiteX61" fmla="*/ 261737 w 420308"/>
              <a:gd name="connsiteY61" fmla="*/ 63775 h 382827"/>
              <a:gd name="connsiteX62" fmla="*/ 248364 w 420308"/>
              <a:gd name="connsiteY62" fmla="*/ 63775 h 382827"/>
              <a:gd name="connsiteX63" fmla="*/ 231170 w 420308"/>
              <a:gd name="connsiteY63" fmla="*/ 67596 h 382827"/>
              <a:gd name="connsiteX64" fmla="*/ 286574 w 420308"/>
              <a:gd name="connsiteY64" fmla="*/ 27476 h 382827"/>
              <a:gd name="connsiteX65" fmla="*/ 286574 w 420308"/>
              <a:gd name="connsiteY65" fmla="*/ 27476 h 382827"/>
              <a:gd name="connsiteX66" fmla="*/ 210154 w 420308"/>
              <a:gd name="connsiteY66" fmla="*/ 124911 h 382827"/>
              <a:gd name="connsiteX67" fmla="*/ 210154 w 420308"/>
              <a:gd name="connsiteY67" fmla="*/ 124911 h 382827"/>
              <a:gd name="connsiteX68" fmla="*/ 257916 w 420308"/>
              <a:gd name="connsiteY68" fmla="*/ 172673 h 382827"/>
              <a:gd name="connsiteX69" fmla="*/ 210154 w 420308"/>
              <a:gd name="connsiteY69" fmla="*/ 220436 h 382827"/>
              <a:gd name="connsiteX70" fmla="*/ 210154 w 420308"/>
              <a:gd name="connsiteY70" fmla="*/ 220436 h 382827"/>
              <a:gd name="connsiteX71" fmla="*/ 162392 w 420308"/>
              <a:gd name="connsiteY71" fmla="*/ 174584 h 382827"/>
              <a:gd name="connsiteX72" fmla="*/ 162392 w 420308"/>
              <a:gd name="connsiteY72" fmla="*/ 172673 h 382827"/>
              <a:gd name="connsiteX73" fmla="*/ 162392 w 420308"/>
              <a:gd name="connsiteY73" fmla="*/ 172673 h 382827"/>
              <a:gd name="connsiteX74" fmla="*/ 210154 w 420308"/>
              <a:gd name="connsiteY74" fmla="*/ 124911 h 382827"/>
              <a:gd name="connsiteX75" fmla="*/ 145197 w 420308"/>
              <a:gd name="connsiteY75" fmla="*/ 71417 h 382827"/>
              <a:gd name="connsiteX76" fmla="*/ 145197 w 420308"/>
              <a:gd name="connsiteY76" fmla="*/ 71417 h 382827"/>
              <a:gd name="connsiteX77" fmla="*/ 154750 w 420308"/>
              <a:gd name="connsiteY77" fmla="*/ 88612 h 382827"/>
              <a:gd name="connsiteX78" fmla="*/ 164302 w 420308"/>
              <a:gd name="connsiteY78" fmla="*/ 94343 h 382827"/>
              <a:gd name="connsiteX79" fmla="*/ 187228 w 420308"/>
              <a:gd name="connsiteY79" fmla="*/ 103896 h 382827"/>
              <a:gd name="connsiteX80" fmla="*/ 185318 w 420308"/>
              <a:gd name="connsiteY80" fmla="*/ 109627 h 382827"/>
              <a:gd name="connsiteX81" fmla="*/ 150929 w 420308"/>
              <a:gd name="connsiteY81" fmla="*/ 142105 h 382827"/>
              <a:gd name="connsiteX82" fmla="*/ 133734 w 420308"/>
              <a:gd name="connsiteY82" fmla="*/ 145926 h 382827"/>
              <a:gd name="connsiteX83" fmla="*/ 78330 w 420308"/>
              <a:gd name="connsiteY83" fmla="*/ 103896 h 382827"/>
              <a:gd name="connsiteX84" fmla="*/ 82151 w 420308"/>
              <a:gd name="connsiteY84" fmla="*/ 92433 h 382827"/>
              <a:gd name="connsiteX85" fmla="*/ 95525 w 420308"/>
              <a:gd name="connsiteY85" fmla="*/ 86701 h 382827"/>
              <a:gd name="connsiteX86" fmla="*/ 106988 w 420308"/>
              <a:gd name="connsiteY86" fmla="*/ 86701 h 382827"/>
              <a:gd name="connsiteX87" fmla="*/ 145197 w 420308"/>
              <a:gd name="connsiteY87" fmla="*/ 71417 h 382827"/>
              <a:gd name="connsiteX88" fmla="*/ 191049 w 420308"/>
              <a:gd name="connsiteY88" fmla="*/ 84791 h 382827"/>
              <a:gd name="connsiteX89" fmla="*/ 175765 w 420308"/>
              <a:gd name="connsiteY89" fmla="*/ 79059 h 382827"/>
              <a:gd name="connsiteX90" fmla="*/ 170034 w 420308"/>
              <a:gd name="connsiteY90" fmla="*/ 75238 h 382827"/>
              <a:gd name="connsiteX91" fmla="*/ 160481 w 420308"/>
              <a:gd name="connsiteY91" fmla="*/ 52312 h 382827"/>
              <a:gd name="connsiteX92" fmla="*/ 160481 w 420308"/>
              <a:gd name="connsiteY92" fmla="*/ 37028 h 382827"/>
              <a:gd name="connsiteX93" fmla="*/ 191049 w 420308"/>
              <a:gd name="connsiteY93" fmla="*/ 84791 h 382827"/>
              <a:gd name="connsiteX94" fmla="*/ 191049 w 420308"/>
              <a:gd name="connsiteY94" fmla="*/ 84791 h 382827"/>
              <a:gd name="connsiteX95" fmla="*/ 133734 w 420308"/>
              <a:gd name="connsiteY95" fmla="*/ 27476 h 382827"/>
              <a:gd name="connsiteX96" fmla="*/ 141376 w 420308"/>
              <a:gd name="connsiteY96" fmla="*/ 27476 h 382827"/>
              <a:gd name="connsiteX97" fmla="*/ 141376 w 420308"/>
              <a:gd name="connsiteY97" fmla="*/ 31297 h 382827"/>
              <a:gd name="connsiteX98" fmla="*/ 131824 w 420308"/>
              <a:gd name="connsiteY98" fmla="*/ 56133 h 382827"/>
              <a:gd name="connsiteX99" fmla="*/ 106988 w 420308"/>
              <a:gd name="connsiteY99" fmla="*/ 67596 h 382827"/>
              <a:gd name="connsiteX100" fmla="*/ 95525 w 420308"/>
              <a:gd name="connsiteY100" fmla="*/ 67596 h 382827"/>
              <a:gd name="connsiteX101" fmla="*/ 78330 w 420308"/>
              <a:gd name="connsiteY101" fmla="*/ 71417 h 382827"/>
              <a:gd name="connsiteX102" fmla="*/ 133734 w 420308"/>
              <a:gd name="connsiteY102" fmla="*/ 27476 h 382827"/>
              <a:gd name="connsiteX103" fmla="*/ 133734 w 420308"/>
              <a:gd name="connsiteY103" fmla="*/ 27476 h 382827"/>
              <a:gd name="connsiteX104" fmla="*/ 76420 w 420308"/>
              <a:gd name="connsiteY104" fmla="*/ 138284 h 382827"/>
              <a:gd name="connsiteX105" fmla="*/ 133734 w 420308"/>
              <a:gd name="connsiteY105" fmla="*/ 165031 h 382827"/>
              <a:gd name="connsiteX106" fmla="*/ 145197 w 420308"/>
              <a:gd name="connsiteY106" fmla="*/ 163121 h 382827"/>
              <a:gd name="connsiteX107" fmla="*/ 143287 w 420308"/>
              <a:gd name="connsiteY107" fmla="*/ 172673 h 382827"/>
              <a:gd name="connsiteX108" fmla="*/ 85972 w 420308"/>
              <a:gd name="connsiteY108" fmla="*/ 172673 h 382827"/>
              <a:gd name="connsiteX109" fmla="*/ 78330 w 420308"/>
              <a:gd name="connsiteY109" fmla="*/ 172673 h 382827"/>
              <a:gd name="connsiteX110" fmla="*/ 76420 w 420308"/>
              <a:gd name="connsiteY110" fmla="*/ 138284 h 382827"/>
              <a:gd name="connsiteX111" fmla="*/ 105077 w 420308"/>
              <a:gd name="connsiteY111" fmla="*/ 306408 h 382827"/>
              <a:gd name="connsiteX112" fmla="*/ 105077 w 420308"/>
              <a:gd name="connsiteY112" fmla="*/ 325513 h 382827"/>
              <a:gd name="connsiteX113" fmla="*/ 76420 w 420308"/>
              <a:gd name="connsiteY113" fmla="*/ 325513 h 382827"/>
              <a:gd name="connsiteX114" fmla="*/ 76420 w 420308"/>
              <a:gd name="connsiteY114" fmla="*/ 268198 h 382827"/>
              <a:gd name="connsiteX115" fmla="*/ 57315 w 420308"/>
              <a:gd name="connsiteY115" fmla="*/ 268198 h 382827"/>
              <a:gd name="connsiteX116" fmla="*/ 57315 w 420308"/>
              <a:gd name="connsiteY116" fmla="*/ 325513 h 382827"/>
              <a:gd name="connsiteX117" fmla="*/ 19105 w 420308"/>
              <a:gd name="connsiteY117" fmla="*/ 325513 h 382827"/>
              <a:gd name="connsiteX118" fmla="*/ 19105 w 420308"/>
              <a:gd name="connsiteY118" fmla="*/ 256735 h 382827"/>
              <a:gd name="connsiteX119" fmla="*/ 38210 w 420308"/>
              <a:gd name="connsiteY119" fmla="*/ 210883 h 382827"/>
              <a:gd name="connsiteX120" fmla="*/ 85972 w 420308"/>
              <a:gd name="connsiteY120" fmla="*/ 191778 h 382827"/>
              <a:gd name="connsiteX121" fmla="*/ 147108 w 420308"/>
              <a:gd name="connsiteY121" fmla="*/ 191778 h 382827"/>
              <a:gd name="connsiteX122" fmla="*/ 204423 w 420308"/>
              <a:gd name="connsiteY122" fmla="*/ 239541 h 382827"/>
              <a:gd name="connsiteX123" fmla="*/ 171944 w 420308"/>
              <a:gd name="connsiteY123" fmla="*/ 239541 h 382827"/>
              <a:gd name="connsiteX124" fmla="*/ 105077 w 420308"/>
              <a:gd name="connsiteY124" fmla="*/ 306408 h 382827"/>
              <a:gd name="connsiteX125" fmla="*/ 105077 w 420308"/>
              <a:gd name="connsiteY125" fmla="*/ 306408 h 382827"/>
              <a:gd name="connsiteX126" fmla="*/ 296126 w 420308"/>
              <a:gd name="connsiteY126" fmla="*/ 365633 h 382827"/>
              <a:gd name="connsiteX127" fmla="*/ 267469 w 420308"/>
              <a:gd name="connsiteY127" fmla="*/ 365633 h 382827"/>
              <a:gd name="connsiteX128" fmla="*/ 267469 w 420308"/>
              <a:gd name="connsiteY128" fmla="*/ 325513 h 382827"/>
              <a:gd name="connsiteX129" fmla="*/ 248364 w 420308"/>
              <a:gd name="connsiteY129" fmla="*/ 325513 h 382827"/>
              <a:gd name="connsiteX130" fmla="*/ 248364 w 420308"/>
              <a:gd name="connsiteY130" fmla="*/ 363723 h 382827"/>
              <a:gd name="connsiteX131" fmla="*/ 171944 w 420308"/>
              <a:gd name="connsiteY131" fmla="*/ 363723 h 382827"/>
              <a:gd name="connsiteX132" fmla="*/ 171944 w 420308"/>
              <a:gd name="connsiteY132" fmla="*/ 325513 h 382827"/>
              <a:gd name="connsiteX133" fmla="*/ 152839 w 420308"/>
              <a:gd name="connsiteY133" fmla="*/ 325513 h 382827"/>
              <a:gd name="connsiteX134" fmla="*/ 152839 w 420308"/>
              <a:gd name="connsiteY134" fmla="*/ 363723 h 382827"/>
              <a:gd name="connsiteX135" fmla="*/ 124182 w 420308"/>
              <a:gd name="connsiteY135" fmla="*/ 363723 h 382827"/>
              <a:gd name="connsiteX136" fmla="*/ 124182 w 420308"/>
              <a:gd name="connsiteY136" fmla="*/ 306408 h 382827"/>
              <a:gd name="connsiteX137" fmla="*/ 170034 w 420308"/>
              <a:gd name="connsiteY137" fmla="*/ 258645 h 382827"/>
              <a:gd name="connsiteX138" fmla="*/ 170034 w 420308"/>
              <a:gd name="connsiteY138" fmla="*/ 258645 h 382827"/>
              <a:gd name="connsiteX139" fmla="*/ 170034 w 420308"/>
              <a:gd name="connsiteY139" fmla="*/ 258645 h 382827"/>
              <a:gd name="connsiteX140" fmla="*/ 246453 w 420308"/>
              <a:gd name="connsiteY140" fmla="*/ 258645 h 382827"/>
              <a:gd name="connsiteX141" fmla="*/ 294216 w 420308"/>
              <a:gd name="connsiteY141" fmla="*/ 306408 h 382827"/>
              <a:gd name="connsiteX142" fmla="*/ 294216 w 420308"/>
              <a:gd name="connsiteY142" fmla="*/ 306408 h 382827"/>
              <a:gd name="connsiteX143" fmla="*/ 294216 w 420308"/>
              <a:gd name="connsiteY143" fmla="*/ 365633 h 382827"/>
              <a:gd name="connsiteX144" fmla="*/ 296126 w 420308"/>
              <a:gd name="connsiteY144" fmla="*/ 365633 h 382827"/>
              <a:gd name="connsiteX145" fmla="*/ 362993 w 420308"/>
              <a:gd name="connsiteY145" fmla="*/ 325513 h 382827"/>
              <a:gd name="connsiteX146" fmla="*/ 362993 w 420308"/>
              <a:gd name="connsiteY146" fmla="*/ 268198 h 382827"/>
              <a:gd name="connsiteX147" fmla="*/ 343889 w 420308"/>
              <a:gd name="connsiteY147" fmla="*/ 268198 h 382827"/>
              <a:gd name="connsiteX148" fmla="*/ 343889 w 420308"/>
              <a:gd name="connsiteY148" fmla="*/ 325513 h 382827"/>
              <a:gd name="connsiteX149" fmla="*/ 315231 w 420308"/>
              <a:gd name="connsiteY149" fmla="*/ 325513 h 382827"/>
              <a:gd name="connsiteX150" fmla="*/ 315231 w 420308"/>
              <a:gd name="connsiteY150" fmla="*/ 306408 h 382827"/>
              <a:gd name="connsiteX151" fmla="*/ 248364 w 420308"/>
              <a:gd name="connsiteY151" fmla="*/ 239541 h 382827"/>
              <a:gd name="connsiteX152" fmla="*/ 248364 w 420308"/>
              <a:gd name="connsiteY152" fmla="*/ 239541 h 382827"/>
              <a:gd name="connsiteX153" fmla="*/ 215886 w 420308"/>
              <a:gd name="connsiteY153" fmla="*/ 239541 h 382827"/>
              <a:gd name="connsiteX154" fmla="*/ 256006 w 420308"/>
              <a:gd name="connsiteY154" fmla="*/ 220436 h 382827"/>
              <a:gd name="connsiteX155" fmla="*/ 273200 w 420308"/>
              <a:gd name="connsiteY155" fmla="*/ 191778 h 382827"/>
              <a:gd name="connsiteX156" fmla="*/ 334336 w 420308"/>
              <a:gd name="connsiteY156" fmla="*/ 191778 h 382827"/>
              <a:gd name="connsiteX157" fmla="*/ 401203 w 420308"/>
              <a:gd name="connsiteY157" fmla="*/ 260556 h 382827"/>
              <a:gd name="connsiteX158" fmla="*/ 401203 w 420308"/>
              <a:gd name="connsiteY158" fmla="*/ 260556 h 382827"/>
              <a:gd name="connsiteX159" fmla="*/ 401203 w 420308"/>
              <a:gd name="connsiteY159" fmla="*/ 325513 h 382827"/>
              <a:gd name="connsiteX160" fmla="*/ 362993 w 420308"/>
              <a:gd name="connsiteY160" fmla="*/ 325513 h 38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420308" h="382827">
                <a:moveTo>
                  <a:pt x="420308" y="260556"/>
                </a:moveTo>
                <a:cubicBezTo>
                  <a:pt x="420308" y="224257"/>
                  <a:pt x="397382" y="191778"/>
                  <a:pt x="362993" y="178405"/>
                </a:cubicBezTo>
                <a:lnTo>
                  <a:pt x="362993" y="86701"/>
                </a:lnTo>
                <a:lnTo>
                  <a:pt x="362993" y="86701"/>
                </a:lnTo>
                <a:cubicBezTo>
                  <a:pt x="368725" y="44670"/>
                  <a:pt x="340068" y="6461"/>
                  <a:pt x="298037" y="729"/>
                </a:cubicBezTo>
                <a:cubicBezTo>
                  <a:pt x="256006" y="-5002"/>
                  <a:pt x="217796" y="23655"/>
                  <a:pt x="212065" y="65686"/>
                </a:cubicBezTo>
                <a:cubicBezTo>
                  <a:pt x="212065" y="73328"/>
                  <a:pt x="212065" y="79059"/>
                  <a:pt x="212065" y="86701"/>
                </a:cubicBezTo>
                <a:lnTo>
                  <a:pt x="212065" y="86701"/>
                </a:lnTo>
                <a:lnTo>
                  <a:pt x="212065" y="105806"/>
                </a:lnTo>
                <a:lnTo>
                  <a:pt x="210154" y="105806"/>
                </a:lnTo>
                <a:lnTo>
                  <a:pt x="210154" y="86701"/>
                </a:lnTo>
                <a:lnTo>
                  <a:pt x="210154" y="86701"/>
                </a:lnTo>
                <a:cubicBezTo>
                  <a:pt x="210154" y="44670"/>
                  <a:pt x="175765" y="10282"/>
                  <a:pt x="133734" y="10282"/>
                </a:cubicBezTo>
                <a:cubicBezTo>
                  <a:pt x="91704" y="10282"/>
                  <a:pt x="57315" y="44670"/>
                  <a:pt x="57315" y="86701"/>
                </a:cubicBezTo>
                <a:lnTo>
                  <a:pt x="57315" y="86701"/>
                </a:lnTo>
                <a:lnTo>
                  <a:pt x="57315" y="176494"/>
                </a:lnTo>
                <a:cubicBezTo>
                  <a:pt x="45852" y="180315"/>
                  <a:pt x="34389" y="186047"/>
                  <a:pt x="24836" y="195599"/>
                </a:cubicBezTo>
                <a:cubicBezTo>
                  <a:pt x="7642" y="212794"/>
                  <a:pt x="0" y="233809"/>
                  <a:pt x="0" y="256735"/>
                </a:cubicBezTo>
                <a:lnTo>
                  <a:pt x="0" y="325513"/>
                </a:lnTo>
                <a:cubicBezTo>
                  <a:pt x="0" y="336976"/>
                  <a:pt x="7642" y="344618"/>
                  <a:pt x="19105" y="344618"/>
                </a:cubicBezTo>
                <a:lnTo>
                  <a:pt x="105077" y="344618"/>
                </a:lnTo>
                <a:lnTo>
                  <a:pt x="105077" y="363723"/>
                </a:lnTo>
                <a:cubicBezTo>
                  <a:pt x="105077" y="375185"/>
                  <a:pt x="112719" y="382827"/>
                  <a:pt x="124182" y="382827"/>
                </a:cubicBezTo>
                <a:lnTo>
                  <a:pt x="296126" y="382827"/>
                </a:lnTo>
                <a:cubicBezTo>
                  <a:pt x="307589" y="382827"/>
                  <a:pt x="315231" y="375185"/>
                  <a:pt x="315231" y="363723"/>
                </a:cubicBezTo>
                <a:lnTo>
                  <a:pt x="315231" y="344618"/>
                </a:lnTo>
                <a:lnTo>
                  <a:pt x="401203" y="344618"/>
                </a:lnTo>
                <a:cubicBezTo>
                  <a:pt x="406935" y="344618"/>
                  <a:pt x="410756" y="342707"/>
                  <a:pt x="414577" y="338886"/>
                </a:cubicBezTo>
                <a:cubicBezTo>
                  <a:pt x="418398" y="335065"/>
                  <a:pt x="420308" y="331244"/>
                  <a:pt x="420308" y="325513"/>
                </a:cubicBezTo>
                <a:lnTo>
                  <a:pt x="420308" y="260556"/>
                </a:lnTo>
                <a:close/>
                <a:moveTo>
                  <a:pt x="343889" y="172673"/>
                </a:moveTo>
                <a:cubicBezTo>
                  <a:pt x="340068" y="172673"/>
                  <a:pt x="338157" y="172673"/>
                  <a:pt x="334336" y="172673"/>
                </a:cubicBezTo>
                <a:lnTo>
                  <a:pt x="277021" y="172673"/>
                </a:lnTo>
                <a:cubicBezTo>
                  <a:pt x="277021" y="168852"/>
                  <a:pt x="277021" y="165031"/>
                  <a:pt x="275111" y="163121"/>
                </a:cubicBezTo>
                <a:cubicBezTo>
                  <a:pt x="278932" y="163121"/>
                  <a:pt x="282753" y="165031"/>
                  <a:pt x="286574" y="165031"/>
                </a:cubicBezTo>
                <a:cubicBezTo>
                  <a:pt x="309500" y="165031"/>
                  <a:pt x="330515" y="155479"/>
                  <a:pt x="343889" y="138284"/>
                </a:cubicBezTo>
                <a:lnTo>
                  <a:pt x="343889" y="172673"/>
                </a:lnTo>
                <a:close/>
                <a:moveTo>
                  <a:pt x="298037" y="71417"/>
                </a:moveTo>
                <a:lnTo>
                  <a:pt x="298037" y="71417"/>
                </a:lnTo>
                <a:cubicBezTo>
                  <a:pt x="299947" y="77149"/>
                  <a:pt x="303768" y="82880"/>
                  <a:pt x="309500" y="88612"/>
                </a:cubicBezTo>
                <a:cubicBezTo>
                  <a:pt x="311410" y="90522"/>
                  <a:pt x="313321" y="92433"/>
                  <a:pt x="315231" y="94343"/>
                </a:cubicBezTo>
                <a:cubicBezTo>
                  <a:pt x="322873" y="100075"/>
                  <a:pt x="332426" y="103896"/>
                  <a:pt x="341978" y="105806"/>
                </a:cubicBezTo>
                <a:cubicBezTo>
                  <a:pt x="334336" y="130643"/>
                  <a:pt x="313321" y="145926"/>
                  <a:pt x="286574" y="145926"/>
                </a:cubicBezTo>
                <a:cubicBezTo>
                  <a:pt x="280842" y="145926"/>
                  <a:pt x="273200" y="144016"/>
                  <a:pt x="267469" y="142105"/>
                </a:cubicBezTo>
                <a:cubicBezTo>
                  <a:pt x="259827" y="128732"/>
                  <a:pt x="248364" y="117269"/>
                  <a:pt x="234990" y="111538"/>
                </a:cubicBezTo>
                <a:cubicBezTo>
                  <a:pt x="233080" y="107717"/>
                  <a:pt x="233080" y="105806"/>
                  <a:pt x="231170" y="101985"/>
                </a:cubicBezTo>
                <a:cubicBezTo>
                  <a:pt x="231170" y="98164"/>
                  <a:pt x="233080" y="94343"/>
                  <a:pt x="236901" y="90522"/>
                </a:cubicBezTo>
                <a:cubicBezTo>
                  <a:pt x="240722" y="86701"/>
                  <a:pt x="244543" y="84791"/>
                  <a:pt x="248364" y="84791"/>
                </a:cubicBezTo>
                <a:lnTo>
                  <a:pt x="259827" y="84791"/>
                </a:lnTo>
                <a:cubicBezTo>
                  <a:pt x="273200" y="84791"/>
                  <a:pt x="286574" y="80970"/>
                  <a:pt x="298037" y="71417"/>
                </a:cubicBezTo>
                <a:lnTo>
                  <a:pt x="298037" y="71417"/>
                </a:lnTo>
                <a:close/>
                <a:moveTo>
                  <a:pt x="343889" y="84791"/>
                </a:moveTo>
                <a:cubicBezTo>
                  <a:pt x="338157" y="84791"/>
                  <a:pt x="330515" y="80970"/>
                  <a:pt x="326694" y="77149"/>
                </a:cubicBezTo>
                <a:lnTo>
                  <a:pt x="322873" y="73328"/>
                </a:lnTo>
                <a:cubicBezTo>
                  <a:pt x="317142" y="67596"/>
                  <a:pt x="313321" y="58044"/>
                  <a:pt x="313321" y="48491"/>
                </a:cubicBezTo>
                <a:lnTo>
                  <a:pt x="313321" y="35118"/>
                </a:lnTo>
                <a:cubicBezTo>
                  <a:pt x="332426" y="44670"/>
                  <a:pt x="343889" y="63775"/>
                  <a:pt x="343889" y="84791"/>
                </a:cubicBezTo>
                <a:close/>
                <a:moveTo>
                  <a:pt x="286574" y="27476"/>
                </a:moveTo>
                <a:cubicBezTo>
                  <a:pt x="288484" y="27476"/>
                  <a:pt x="290395" y="27476"/>
                  <a:pt x="294216" y="27476"/>
                </a:cubicBezTo>
                <a:lnTo>
                  <a:pt x="294216" y="31297"/>
                </a:lnTo>
                <a:cubicBezTo>
                  <a:pt x="294216" y="40849"/>
                  <a:pt x="290395" y="48491"/>
                  <a:pt x="284663" y="54223"/>
                </a:cubicBezTo>
                <a:cubicBezTo>
                  <a:pt x="278932" y="59954"/>
                  <a:pt x="269379" y="63775"/>
                  <a:pt x="261737" y="63775"/>
                </a:cubicBezTo>
                <a:lnTo>
                  <a:pt x="248364" y="63775"/>
                </a:lnTo>
                <a:cubicBezTo>
                  <a:pt x="242632" y="63775"/>
                  <a:pt x="236901" y="65686"/>
                  <a:pt x="231170" y="67596"/>
                </a:cubicBezTo>
                <a:cubicBezTo>
                  <a:pt x="238811" y="44670"/>
                  <a:pt x="261737" y="27476"/>
                  <a:pt x="286574" y="27476"/>
                </a:cubicBezTo>
                <a:lnTo>
                  <a:pt x="286574" y="27476"/>
                </a:lnTo>
                <a:close/>
                <a:moveTo>
                  <a:pt x="210154" y="124911"/>
                </a:moveTo>
                <a:lnTo>
                  <a:pt x="210154" y="124911"/>
                </a:lnTo>
                <a:cubicBezTo>
                  <a:pt x="236901" y="124911"/>
                  <a:pt x="257916" y="145926"/>
                  <a:pt x="257916" y="172673"/>
                </a:cubicBezTo>
                <a:cubicBezTo>
                  <a:pt x="257916" y="199420"/>
                  <a:pt x="236901" y="220436"/>
                  <a:pt x="210154" y="220436"/>
                </a:cubicBezTo>
                <a:lnTo>
                  <a:pt x="210154" y="220436"/>
                </a:lnTo>
                <a:cubicBezTo>
                  <a:pt x="183407" y="220436"/>
                  <a:pt x="164302" y="199420"/>
                  <a:pt x="162392" y="174584"/>
                </a:cubicBezTo>
                <a:lnTo>
                  <a:pt x="162392" y="172673"/>
                </a:lnTo>
                <a:lnTo>
                  <a:pt x="162392" y="172673"/>
                </a:lnTo>
                <a:cubicBezTo>
                  <a:pt x="162392" y="145926"/>
                  <a:pt x="183407" y="124911"/>
                  <a:pt x="210154" y="124911"/>
                </a:cubicBezTo>
                <a:close/>
                <a:moveTo>
                  <a:pt x="145197" y="71417"/>
                </a:moveTo>
                <a:lnTo>
                  <a:pt x="145197" y="71417"/>
                </a:lnTo>
                <a:cubicBezTo>
                  <a:pt x="147108" y="77149"/>
                  <a:pt x="150929" y="84791"/>
                  <a:pt x="154750" y="88612"/>
                </a:cubicBezTo>
                <a:cubicBezTo>
                  <a:pt x="156660" y="90522"/>
                  <a:pt x="162392" y="94343"/>
                  <a:pt x="164302" y="94343"/>
                </a:cubicBezTo>
                <a:cubicBezTo>
                  <a:pt x="171944" y="100075"/>
                  <a:pt x="177676" y="101985"/>
                  <a:pt x="187228" y="103896"/>
                </a:cubicBezTo>
                <a:cubicBezTo>
                  <a:pt x="187228" y="105806"/>
                  <a:pt x="185318" y="107717"/>
                  <a:pt x="185318" y="109627"/>
                </a:cubicBezTo>
                <a:cubicBezTo>
                  <a:pt x="170034" y="117269"/>
                  <a:pt x="158571" y="128732"/>
                  <a:pt x="150929" y="142105"/>
                </a:cubicBezTo>
                <a:cubicBezTo>
                  <a:pt x="145197" y="144016"/>
                  <a:pt x="139466" y="145926"/>
                  <a:pt x="133734" y="145926"/>
                </a:cubicBezTo>
                <a:cubicBezTo>
                  <a:pt x="106988" y="145926"/>
                  <a:pt x="85972" y="128732"/>
                  <a:pt x="78330" y="103896"/>
                </a:cubicBezTo>
                <a:cubicBezTo>
                  <a:pt x="78330" y="100075"/>
                  <a:pt x="80241" y="96254"/>
                  <a:pt x="82151" y="92433"/>
                </a:cubicBezTo>
                <a:cubicBezTo>
                  <a:pt x="87883" y="88612"/>
                  <a:pt x="91704" y="86701"/>
                  <a:pt x="95525" y="86701"/>
                </a:cubicBezTo>
                <a:lnTo>
                  <a:pt x="106988" y="86701"/>
                </a:lnTo>
                <a:cubicBezTo>
                  <a:pt x="120361" y="86701"/>
                  <a:pt x="133734" y="80970"/>
                  <a:pt x="145197" y="71417"/>
                </a:cubicBezTo>
                <a:close/>
                <a:moveTo>
                  <a:pt x="191049" y="84791"/>
                </a:moveTo>
                <a:cubicBezTo>
                  <a:pt x="185318" y="84791"/>
                  <a:pt x="181497" y="82880"/>
                  <a:pt x="175765" y="79059"/>
                </a:cubicBezTo>
                <a:cubicBezTo>
                  <a:pt x="173855" y="79059"/>
                  <a:pt x="171944" y="77149"/>
                  <a:pt x="170034" y="75238"/>
                </a:cubicBezTo>
                <a:cubicBezTo>
                  <a:pt x="162392" y="69507"/>
                  <a:pt x="160481" y="59954"/>
                  <a:pt x="160481" y="52312"/>
                </a:cubicBezTo>
                <a:lnTo>
                  <a:pt x="160481" y="37028"/>
                </a:lnTo>
                <a:cubicBezTo>
                  <a:pt x="177676" y="46581"/>
                  <a:pt x="191049" y="63775"/>
                  <a:pt x="191049" y="84791"/>
                </a:cubicBezTo>
                <a:lnTo>
                  <a:pt x="191049" y="84791"/>
                </a:lnTo>
                <a:close/>
                <a:moveTo>
                  <a:pt x="133734" y="27476"/>
                </a:moveTo>
                <a:cubicBezTo>
                  <a:pt x="135645" y="27476"/>
                  <a:pt x="137555" y="27476"/>
                  <a:pt x="141376" y="27476"/>
                </a:cubicBezTo>
                <a:lnTo>
                  <a:pt x="141376" y="31297"/>
                </a:lnTo>
                <a:cubicBezTo>
                  <a:pt x="141376" y="40849"/>
                  <a:pt x="139466" y="50402"/>
                  <a:pt x="131824" y="56133"/>
                </a:cubicBezTo>
                <a:cubicBezTo>
                  <a:pt x="124182" y="63775"/>
                  <a:pt x="116540" y="67596"/>
                  <a:pt x="106988" y="67596"/>
                </a:cubicBezTo>
                <a:lnTo>
                  <a:pt x="95525" y="67596"/>
                </a:lnTo>
                <a:cubicBezTo>
                  <a:pt x="89793" y="67596"/>
                  <a:pt x="84062" y="69507"/>
                  <a:pt x="78330" y="71417"/>
                </a:cubicBezTo>
                <a:cubicBezTo>
                  <a:pt x="85972" y="46581"/>
                  <a:pt x="108898" y="29386"/>
                  <a:pt x="133734" y="27476"/>
                </a:cubicBezTo>
                <a:lnTo>
                  <a:pt x="133734" y="27476"/>
                </a:lnTo>
                <a:close/>
                <a:moveTo>
                  <a:pt x="76420" y="138284"/>
                </a:moveTo>
                <a:cubicBezTo>
                  <a:pt x="91704" y="155479"/>
                  <a:pt x="110809" y="165031"/>
                  <a:pt x="133734" y="165031"/>
                </a:cubicBezTo>
                <a:cubicBezTo>
                  <a:pt x="137555" y="165031"/>
                  <a:pt x="141376" y="165031"/>
                  <a:pt x="145197" y="163121"/>
                </a:cubicBezTo>
                <a:cubicBezTo>
                  <a:pt x="145197" y="166942"/>
                  <a:pt x="145197" y="168852"/>
                  <a:pt x="143287" y="172673"/>
                </a:cubicBezTo>
                <a:lnTo>
                  <a:pt x="85972" y="172673"/>
                </a:lnTo>
                <a:cubicBezTo>
                  <a:pt x="82151" y="172673"/>
                  <a:pt x="80241" y="172673"/>
                  <a:pt x="78330" y="172673"/>
                </a:cubicBezTo>
                <a:lnTo>
                  <a:pt x="76420" y="138284"/>
                </a:lnTo>
                <a:close/>
                <a:moveTo>
                  <a:pt x="105077" y="306408"/>
                </a:moveTo>
                <a:lnTo>
                  <a:pt x="105077" y="325513"/>
                </a:lnTo>
                <a:lnTo>
                  <a:pt x="76420" y="325513"/>
                </a:lnTo>
                <a:lnTo>
                  <a:pt x="76420" y="268198"/>
                </a:lnTo>
                <a:lnTo>
                  <a:pt x="57315" y="268198"/>
                </a:lnTo>
                <a:lnTo>
                  <a:pt x="57315" y="325513"/>
                </a:lnTo>
                <a:lnTo>
                  <a:pt x="19105" y="325513"/>
                </a:lnTo>
                <a:lnTo>
                  <a:pt x="19105" y="256735"/>
                </a:lnTo>
                <a:cubicBezTo>
                  <a:pt x="19105" y="239541"/>
                  <a:pt x="26747" y="222346"/>
                  <a:pt x="38210" y="210883"/>
                </a:cubicBezTo>
                <a:cubicBezTo>
                  <a:pt x="51583" y="199420"/>
                  <a:pt x="66867" y="191778"/>
                  <a:pt x="85972" y="191778"/>
                </a:cubicBezTo>
                <a:lnTo>
                  <a:pt x="147108" y="191778"/>
                </a:lnTo>
                <a:cubicBezTo>
                  <a:pt x="154750" y="218525"/>
                  <a:pt x="177676" y="235720"/>
                  <a:pt x="204423" y="239541"/>
                </a:cubicBezTo>
                <a:lnTo>
                  <a:pt x="171944" y="239541"/>
                </a:lnTo>
                <a:cubicBezTo>
                  <a:pt x="135645" y="239541"/>
                  <a:pt x="105077" y="270108"/>
                  <a:pt x="105077" y="306408"/>
                </a:cubicBezTo>
                <a:lnTo>
                  <a:pt x="105077" y="306408"/>
                </a:lnTo>
                <a:close/>
                <a:moveTo>
                  <a:pt x="296126" y="365633"/>
                </a:moveTo>
                <a:lnTo>
                  <a:pt x="267469" y="365633"/>
                </a:lnTo>
                <a:lnTo>
                  <a:pt x="267469" y="325513"/>
                </a:lnTo>
                <a:lnTo>
                  <a:pt x="248364" y="325513"/>
                </a:lnTo>
                <a:lnTo>
                  <a:pt x="248364" y="363723"/>
                </a:lnTo>
                <a:lnTo>
                  <a:pt x="171944" y="363723"/>
                </a:lnTo>
                <a:lnTo>
                  <a:pt x="171944" y="325513"/>
                </a:lnTo>
                <a:lnTo>
                  <a:pt x="152839" y="325513"/>
                </a:lnTo>
                <a:lnTo>
                  <a:pt x="152839" y="363723"/>
                </a:lnTo>
                <a:lnTo>
                  <a:pt x="124182" y="363723"/>
                </a:lnTo>
                <a:lnTo>
                  <a:pt x="124182" y="306408"/>
                </a:lnTo>
                <a:cubicBezTo>
                  <a:pt x="124182" y="279661"/>
                  <a:pt x="145197" y="258645"/>
                  <a:pt x="170034" y="258645"/>
                </a:cubicBezTo>
                <a:lnTo>
                  <a:pt x="170034" y="258645"/>
                </a:lnTo>
                <a:lnTo>
                  <a:pt x="170034" y="258645"/>
                </a:lnTo>
                <a:lnTo>
                  <a:pt x="246453" y="258645"/>
                </a:lnTo>
                <a:cubicBezTo>
                  <a:pt x="273200" y="258645"/>
                  <a:pt x="294216" y="279661"/>
                  <a:pt x="294216" y="306408"/>
                </a:cubicBezTo>
                <a:lnTo>
                  <a:pt x="294216" y="306408"/>
                </a:lnTo>
                <a:lnTo>
                  <a:pt x="294216" y="365633"/>
                </a:lnTo>
                <a:lnTo>
                  <a:pt x="296126" y="365633"/>
                </a:lnTo>
                <a:close/>
                <a:moveTo>
                  <a:pt x="362993" y="325513"/>
                </a:moveTo>
                <a:lnTo>
                  <a:pt x="362993" y="268198"/>
                </a:lnTo>
                <a:lnTo>
                  <a:pt x="343889" y="268198"/>
                </a:lnTo>
                <a:lnTo>
                  <a:pt x="343889" y="325513"/>
                </a:lnTo>
                <a:lnTo>
                  <a:pt x="315231" y="325513"/>
                </a:lnTo>
                <a:lnTo>
                  <a:pt x="315231" y="306408"/>
                </a:lnTo>
                <a:cubicBezTo>
                  <a:pt x="315231" y="270108"/>
                  <a:pt x="284663" y="239541"/>
                  <a:pt x="248364" y="239541"/>
                </a:cubicBezTo>
                <a:lnTo>
                  <a:pt x="248364" y="239541"/>
                </a:lnTo>
                <a:lnTo>
                  <a:pt x="215886" y="239541"/>
                </a:lnTo>
                <a:cubicBezTo>
                  <a:pt x="231170" y="237630"/>
                  <a:pt x="246453" y="231899"/>
                  <a:pt x="256006" y="220436"/>
                </a:cubicBezTo>
                <a:cubicBezTo>
                  <a:pt x="263648" y="212794"/>
                  <a:pt x="269379" y="203241"/>
                  <a:pt x="273200" y="191778"/>
                </a:cubicBezTo>
                <a:lnTo>
                  <a:pt x="334336" y="191778"/>
                </a:lnTo>
                <a:cubicBezTo>
                  <a:pt x="370635" y="191778"/>
                  <a:pt x="401203" y="222346"/>
                  <a:pt x="401203" y="260556"/>
                </a:cubicBezTo>
                <a:lnTo>
                  <a:pt x="401203" y="260556"/>
                </a:lnTo>
                <a:lnTo>
                  <a:pt x="401203" y="325513"/>
                </a:lnTo>
                <a:lnTo>
                  <a:pt x="362993" y="3255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Graphic 126" descr="Family 3 icon.">
            <a:extLst>
              <a:ext uri="{FF2B5EF4-FFF2-40B4-BE49-F238E27FC236}">
                <a16:creationId xmlns:a16="http://schemas.microsoft.com/office/drawing/2014/main" id="{767470D9-2E31-412E-98D8-4E502F14AA52}"/>
              </a:ext>
            </a:extLst>
          </p:cNvPr>
          <p:cNvSpPr>
            <a:spLocks noChangeAspect="1"/>
          </p:cNvSpPr>
          <p:nvPr/>
        </p:nvSpPr>
        <p:spPr>
          <a:xfrm>
            <a:off x="10774904" y="1452014"/>
            <a:ext cx="422218" cy="376366"/>
          </a:xfrm>
          <a:custGeom>
            <a:avLst/>
            <a:gdLst>
              <a:gd name="connsiteX0" fmla="*/ 422219 w 422218"/>
              <a:gd name="connsiteY0" fmla="*/ 250274 h 376366"/>
              <a:gd name="connsiteX1" fmla="*/ 338157 w 422218"/>
              <a:gd name="connsiteY1" fmla="*/ 164302 h 376366"/>
              <a:gd name="connsiteX2" fmla="*/ 336247 w 422218"/>
              <a:gd name="connsiteY2" fmla="*/ 164302 h 376366"/>
              <a:gd name="connsiteX3" fmla="*/ 278932 w 422218"/>
              <a:gd name="connsiteY3" fmla="*/ 164302 h 376366"/>
              <a:gd name="connsiteX4" fmla="*/ 277021 w 422218"/>
              <a:gd name="connsiteY4" fmla="*/ 152839 h 376366"/>
              <a:gd name="connsiteX5" fmla="*/ 288484 w 422218"/>
              <a:gd name="connsiteY5" fmla="*/ 154750 h 376366"/>
              <a:gd name="connsiteX6" fmla="*/ 288484 w 422218"/>
              <a:gd name="connsiteY6" fmla="*/ 154750 h 376366"/>
              <a:gd name="connsiteX7" fmla="*/ 341978 w 422218"/>
              <a:gd name="connsiteY7" fmla="*/ 131824 h 376366"/>
              <a:gd name="connsiteX8" fmla="*/ 364904 w 422218"/>
              <a:gd name="connsiteY8" fmla="*/ 78330 h 376366"/>
              <a:gd name="connsiteX9" fmla="*/ 343889 w 422218"/>
              <a:gd name="connsiteY9" fmla="*/ 24836 h 376366"/>
              <a:gd name="connsiteX10" fmla="*/ 290395 w 422218"/>
              <a:gd name="connsiteY10" fmla="*/ 1910 h 376366"/>
              <a:gd name="connsiteX11" fmla="*/ 236901 w 422218"/>
              <a:gd name="connsiteY11" fmla="*/ 24836 h 376366"/>
              <a:gd name="connsiteX12" fmla="*/ 213975 w 422218"/>
              <a:gd name="connsiteY12" fmla="*/ 78330 h 376366"/>
              <a:gd name="connsiteX13" fmla="*/ 215886 w 422218"/>
              <a:gd name="connsiteY13" fmla="*/ 99346 h 376366"/>
              <a:gd name="connsiteX14" fmla="*/ 215886 w 422218"/>
              <a:gd name="connsiteY14" fmla="*/ 99346 h 376366"/>
              <a:gd name="connsiteX15" fmla="*/ 212065 w 422218"/>
              <a:gd name="connsiteY15" fmla="*/ 99346 h 376366"/>
              <a:gd name="connsiteX16" fmla="*/ 212065 w 422218"/>
              <a:gd name="connsiteY16" fmla="*/ 99346 h 376366"/>
              <a:gd name="connsiteX17" fmla="*/ 206333 w 422218"/>
              <a:gd name="connsiteY17" fmla="*/ 99346 h 376366"/>
              <a:gd name="connsiteX18" fmla="*/ 206333 w 422218"/>
              <a:gd name="connsiteY18" fmla="*/ 99346 h 376366"/>
              <a:gd name="connsiteX19" fmla="*/ 210154 w 422218"/>
              <a:gd name="connsiteY19" fmla="*/ 78330 h 376366"/>
              <a:gd name="connsiteX20" fmla="*/ 189139 w 422218"/>
              <a:gd name="connsiteY20" fmla="*/ 24836 h 376366"/>
              <a:gd name="connsiteX21" fmla="*/ 135645 w 422218"/>
              <a:gd name="connsiteY21" fmla="*/ 0 h 376366"/>
              <a:gd name="connsiteX22" fmla="*/ 135645 w 422218"/>
              <a:gd name="connsiteY22" fmla="*/ 0 h 376366"/>
              <a:gd name="connsiteX23" fmla="*/ 82151 w 422218"/>
              <a:gd name="connsiteY23" fmla="*/ 22926 h 376366"/>
              <a:gd name="connsiteX24" fmla="*/ 59225 w 422218"/>
              <a:gd name="connsiteY24" fmla="*/ 76420 h 376366"/>
              <a:gd name="connsiteX25" fmla="*/ 133734 w 422218"/>
              <a:gd name="connsiteY25" fmla="*/ 152839 h 376366"/>
              <a:gd name="connsiteX26" fmla="*/ 133734 w 422218"/>
              <a:gd name="connsiteY26" fmla="*/ 152839 h 376366"/>
              <a:gd name="connsiteX27" fmla="*/ 145197 w 422218"/>
              <a:gd name="connsiteY27" fmla="*/ 150929 h 376366"/>
              <a:gd name="connsiteX28" fmla="*/ 143287 w 422218"/>
              <a:gd name="connsiteY28" fmla="*/ 164302 h 376366"/>
              <a:gd name="connsiteX29" fmla="*/ 143287 w 422218"/>
              <a:gd name="connsiteY29" fmla="*/ 164302 h 376366"/>
              <a:gd name="connsiteX30" fmla="*/ 85972 w 422218"/>
              <a:gd name="connsiteY30" fmla="*/ 164302 h 376366"/>
              <a:gd name="connsiteX31" fmla="*/ 24836 w 422218"/>
              <a:gd name="connsiteY31" fmla="*/ 189139 h 376366"/>
              <a:gd name="connsiteX32" fmla="*/ 0 w 422218"/>
              <a:gd name="connsiteY32" fmla="*/ 250274 h 376366"/>
              <a:gd name="connsiteX33" fmla="*/ 0 w 422218"/>
              <a:gd name="connsiteY33" fmla="*/ 319052 h 376366"/>
              <a:gd name="connsiteX34" fmla="*/ 19105 w 422218"/>
              <a:gd name="connsiteY34" fmla="*/ 338157 h 376366"/>
              <a:gd name="connsiteX35" fmla="*/ 105077 w 422218"/>
              <a:gd name="connsiteY35" fmla="*/ 338157 h 376366"/>
              <a:gd name="connsiteX36" fmla="*/ 105077 w 422218"/>
              <a:gd name="connsiteY36" fmla="*/ 357262 h 376366"/>
              <a:gd name="connsiteX37" fmla="*/ 124182 w 422218"/>
              <a:gd name="connsiteY37" fmla="*/ 376367 h 376366"/>
              <a:gd name="connsiteX38" fmla="*/ 296126 w 422218"/>
              <a:gd name="connsiteY38" fmla="*/ 376367 h 376366"/>
              <a:gd name="connsiteX39" fmla="*/ 315231 w 422218"/>
              <a:gd name="connsiteY39" fmla="*/ 357262 h 376366"/>
              <a:gd name="connsiteX40" fmla="*/ 315231 w 422218"/>
              <a:gd name="connsiteY40" fmla="*/ 338157 h 376366"/>
              <a:gd name="connsiteX41" fmla="*/ 403114 w 422218"/>
              <a:gd name="connsiteY41" fmla="*/ 338157 h 376366"/>
              <a:gd name="connsiteX42" fmla="*/ 416487 w 422218"/>
              <a:gd name="connsiteY42" fmla="*/ 332426 h 376366"/>
              <a:gd name="connsiteX43" fmla="*/ 422219 w 422218"/>
              <a:gd name="connsiteY43" fmla="*/ 319052 h 376366"/>
              <a:gd name="connsiteX44" fmla="*/ 422219 w 422218"/>
              <a:gd name="connsiteY44" fmla="*/ 250274 h 376366"/>
              <a:gd name="connsiteX45" fmla="*/ 250274 w 422218"/>
              <a:gd name="connsiteY45" fmla="*/ 36299 h 376366"/>
              <a:gd name="connsiteX46" fmla="*/ 290395 w 422218"/>
              <a:gd name="connsiteY46" fmla="*/ 19105 h 376366"/>
              <a:gd name="connsiteX47" fmla="*/ 290395 w 422218"/>
              <a:gd name="connsiteY47" fmla="*/ 19105 h 376366"/>
              <a:gd name="connsiteX48" fmla="*/ 330515 w 422218"/>
              <a:gd name="connsiteY48" fmla="*/ 36299 h 376366"/>
              <a:gd name="connsiteX49" fmla="*/ 341978 w 422218"/>
              <a:gd name="connsiteY49" fmla="*/ 53494 h 376366"/>
              <a:gd name="connsiteX50" fmla="*/ 288484 w 422218"/>
              <a:gd name="connsiteY50" fmla="*/ 40120 h 376366"/>
              <a:gd name="connsiteX51" fmla="*/ 278932 w 422218"/>
              <a:gd name="connsiteY51" fmla="*/ 38210 h 376366"/>
              <a:gd name="connsiteX52" fmla="*/ 273200 w 422218"/>
              <a:gd name="connsiteY52" fmla="*/ 40120 h 376366"/>
              <a:gd name="connsiteX53" fmla="*/ 269379 w 422218"/>
              <a:gd name="connsiteY53" fmla="*/ 47762 h 376366"/>
              <a:gd name="connsiteX54" fmla="*/ 234990 w 422218"/>
              <a:gd name="connsiteY54" fmla="*/ 66867 h 376366"/>
              <a:gd name="connsiteX55" fmla="*/ 250274 w 422218"/>
              <a:gd name="connsiteY55" fmla="*/ 36299 h 376366"/>
              <a:gd name="connsiteX56" fmla="*/ 234990 w 422218"/>
              <a:gd name="connsiteY56" fmla="*/ 85972 h 376366"/>
              <a:gd name="connsiteX57" fmla="*/ 282753 w 422218"/>
              <a:gd name="connsiteY57" fmla="*/ 63046 h 376366"/>
              <a:gd name="connsiteX58" fmla="*/ 345799 w 422218"/>
              <a:gd name="connsiteY58" fmla="*/ 74509 h 376366"/>
              <a:gd name="connsiteX59" fmla="*/ 345799 w 422218"/>
              <a:gd name="connsiteY59" fmla="*/ 78330 h 376366"/>
              <a:gd name="connsiteX60" fmla="*/ 288484 w 422218"/>
              <a:gd name="connsiteY60" fmla="*/ 135645 h 376366"/>
              <a:gd name="connsiteX61" fmla="*/ 269379 w 422218"/>
              <a:gd name="connsiteY61" fmla="*/ 131824 h 376366"/>
              <a:gd name="connsiteX62" fmla="*/ 240722 w 422218"/>
              <a:gd name="connsiteY62" fmla="*/ 105077 h 376366"/>
              <a:gd name="connsiteX63" fmla="*/ 234990 w 422218"/>
              <a:gd name="connsiteY63" fmla="*/ 85972 h 376366"/>
              <a:gd name="connsiteX64" fmla="*/ 234990 w 422218"/>
              <a:gd name="connsiteY64" fmla="*/ 85972 h 376366"/>
              <a:gd name="connsiteX65" fmla="*/ 212065 w 422218"/>
              <a:gd name="connsiteY65" fmla="*/ 118450 h 376366"/>
              <a:gd name="connsiteX66" fmla="*/ 259827 w 422218"/>
              <a:gd name="connsiteY66" fmla="*/ 166213 h 376366"/>
              <a:gd name="connsiteX67" fmla="*/ 246453 w 422218"/>
              <a:gd name="connsiteY67" fmla="*/ 200602 h 376366"/>
              <a:gd name="connsiteX68" fmla="*/ 212065 w 422218"/>
              <a:gd name="connsiteY68" fmla="*/ 213975 h 376366"/>
              <a:gd name="connsiteX69" fmla="*/ 212065 w 422218"/>
              <a:gd name="connsiteY69" fmla="*/ 213975 h 376366"/>
              <a:gd name="connsiteX70" fmla="*/ 164302 w 422218"/>
              <a:gd name="connsiteY70" fmla="*/ 166213 h 376366"/>
              <a:gd name="connsiteX71" fmla="*/ 212065 w 422218"/>
              <a:gd name="connsiteY71" fmla="*/ 118450 h 376366"/>
              <a:gd name="connsiteX72" fmla="*/ 95525 w 422218"/>
              <a:gd name="connsiteY72" fmla="*/ 36299 h 376366"/>
              <a:gd name="connsiteX73" fmla="*/ 135645 w 422218"/>
              <a:gd name="connsiteY73" fmla="*/ 19105 h 376366"/>
              <a:gd name="connsiteX74" fmla="*/ 135645 w 422218"/>
              <a:gd name="connsiteY74" fmla="*/ 19105 h 376366"/>
              <a:gd name="connsiteX75" fmla="*/ 185318 w 422218"/>
              <a:gd name="connsiteY75" fmla="*/ 51583 h 376366"/>
              <a:gd name="connsiteX76" fmla="*/ 126092 w 422218"/>
              <a:gd name="connsiteY76" fmla="*/ 42031 h 376366"/>
              <a:gd name="connsiteX77" fmla="*/ 114630 w 422218"/>
              <a:gd name="connsiteY77" fmla="*/ 40120 h 376366"/>
              <a:gd name="connsiteX78" fmla="*/ 108898 w 422218"/>
              <a:gd name="connsiteY78" fmla="*/ 42031 h 376366"/>
              <a:gd name="connsiteX79" fmla="*/ 106988 w 422218"/>
              <a:gd name="connsiteY79" fmla="*/ 47762 h 376366"/>
              <a:gd name="connsiteX80" fmla="*/ 80241 w 422218"/>
              <a:gd name="connsiteY80" fmla="*/ 66867 h 376366"/>
              <a:gd name="connsiteX81" fmla="*/ 95525 w 422218"/>
              <a:gd name="connsiteY81" fmla="*/ 36299 h 376366"/>
              <a:gd name="connsiteX82" fmla="*/ 133734 w 422218"/>
              <a:gd name="connsiteY82" fmla="*/ 135645 h 376366"/>
              <a:gd name="connsiteX83" fmla="*/ 133734 w 422218"/>
              <a:gd name="connsiteY83" fmla="*/ 135645 h 376366"/>
              <a:gd name="connsiteX84" fmla="*/ 78330 w 422218"/>
              <a:gd name="connsiteY84" fmla="*/ 85972 h 376366"/>
              <a:gd name="connsiteX85" fmla="*/ 120361 w 422218"/>
              <a:gd name="connsiteY85" fmla="*/ 63046 h 376366"/>
              <a:gd name="connsiteX86" fmla="*/ 191049 w 422218"/>
              <a:gd name="connsiteY86" fmla="*/ 70688 h 376366"/>
              <a:gd name="connsiteX87" fmla="*/ 191049 w 422218"/>
              <a:gd name="connsiteY87" fmla="*/ 78330 h 376366"/>
              <a:gd name="connsiteX88" fmla="*/ 183407 w 422218"/>
              <a:gd name="connsiteY88" fmla="*/ 106988 h 376366"/>
              <a:gd name="connsiteX89" fmla="*/ 156660 w 422218"/>
              <a:gd name="connsiteY89" fmla="*/ 129913 h 376366"/>
              <a:gd name="connsiteX90" fmla="*/ 133734 w 422218"/>
              <a:gd name="connsiteY90" fmla="*/ 135645 h 376366"/>
              <a:gd name="connsiteX91" fmla="*/ 298037 w 422218"/>
              <a:gd name="connsiteY91" fmla="*/ 357262 h 376366"/>
              <a:gd name="connsiteX92" fmla="*/ 269379 w 422218"/>
              <a:gd name="connsiteY92" fmla="*/ 357262 h 376366"/>
              <a:gd name="connsiteX93" fmla="*/ 269379 w 422218"/>
              <a:gd name="connsiteY93" fmla="*/ 319052 h 376366"/>
              <a:gd name="connsiteX94" fmla="*/ 250274 w 422218"/>
              <a:gd name="connsiteY94" fmla="*/ 319052 h 376366"/>
              <a:gd name="connsiteX95" fmla="*/ 250274 w 422218"/>
              <a:gd name="connsiteY95" fmla="*/ 357262 h 376366"/>
              <a:gd name="connsiteX96" fmla="*/ 173855 w 422218"/>
              <a:gd name="connsiteY96" fmla="*/ 357262 h 376366"/>
              <a:gd name="connsiteX97" fmla="*/ 173855 w 422218"/>
              <a:gd name="connsiteY97" fmla="*/ 319052 h 376366"/>
              <a:gd name="connsiteX98" fmla="*/ 154750 w 422218"/>
              <a:gd name="connsiteY98" fmla="*/ 319052 h 376366"/>
              <a:gd name="connsiteX99" fmla="*/ 154750 w 422218"/>
              <a:gd name="connsiteY99" fmla="*/ 357262 h 376366"/>
              <a:gd name="connsiteX100" fmla="*/ 126092 w 422218"/>
              <a:gd name="connsiteY100" fmla="*/ 357262 h 376366"/>
              <a:gd name="connsiteX101" fmla="*/ 126092 w 422218"/>
              <a:gd name="connsiteY101" fmla="*/ 296126 h 376366"/>
              <a:gd name="connsiteX102" fmla="*/ 139466 w 422218"/>
              <a:gd name="connsiteY102" fmla="*/ 263648 h 376366"/>
              <a:gd name="connsiteX103" fmla="*/ 173855 w 422218"/>
              <a:gd name="connsiteY103" fmla="*/ 250274 h 376366"/>
              <a:gd name="connsiteX104" fmla="*/ 250274 w 422218"/>
              <a:gd name="connsiteY104" fmla="*/ 250274 h 376366"/>
              <a:gd name="connsiteX105" fmla="*/ 284663 w 422218"/>
              <a:gd name="connsiteY105" fmla="*/ 263648 h 376366"/>
              <a:gd name="connsiteX106" fmla="*/ 298037 w 422218"/>
              <a:gd name="connsiteY106" fmla="*/ 296126 h 376366"/>
              <a:gd name="connsiteX107" fmla="*/ 298037 w 422218"/>
              <a:gd name="connsiteY107" fmla="*/ 357262 h 376366"/>
              <a:gd name="connsiteX108" fmla="*/ 364904 w 422218"/>
              <a:gd name="connsiteY108" fmla="*/ 319052 h 376366"/>
              <a:gd name="connsiteX109" fmla="*/ 364904 w 422218"/>
              <a:gd name="connsiteY109" fmla="*/ 261737 h 376366"/>
              <a:gd name="connsiteX110" fmla="*/ 345799 w 422218"/>
              <a:gd name="connsiteY110" fmla="*/ 261737 h 376366"/>
              <a:gd name="connsiteX111" fmla="*/ 345799 w 422218"/>
              <a:gd name="connsiteY111" fmla="*/ 319052 h 376366"/>
              <a:gd name="connsiteX112" fmla="*/ 317142 w 422218"/>
              <a:gd name="connsiteY112" fmla="*/ 319052 h 376366"/>
              <a:gd name="connsiteX113" fmla="*/ 317142 w 422218"/>
              <a:gd name="connsiteY113" fmla="*/ 298037 h 376366"/>
              <a:gd name="connsiteX114" fmla="*/ 298037 w 422218"/>
              <a:gd name="connsiteY114" fmla="*/ 252185 h 376366"/>
              <a:gd name="connsiteX115" fmla="*/ 250274 w 422218"/>
              <a:gd name="connsiteY115" fmla="*/ 233080 h 376366"/>
              <a:gd name="connsiteX116" fmla="*/ 173855 w 422218"/>
              <a:gd name="connsiteY116" fmla="*/ 233080 h 376366"/>
              <a:gd name="connsiteX117" fmla="*/ 128003 w 422218"/>
              <a:gd name="connsiteY117" fmla="*/ 250274 h 376366"/>
              <a:gd name="connsiteX118" fmla="*/ 108898 w 422218"/>
              <a:gd name="connsiteY118" fmla="*/ 296126 h 376366"/>
              <a:gd name="connsiteX119" fmla="*/ 108898 w 422218"/>
              <a:gd name="connsiteY119" fmla="*/ 319052 h 376366"/>
              <a:gd name="connsiteX120" fmla="*/ 78330 w 422218"/>
              <a:gd name="connsiteY120" fmla="*/ 319052 h 376366"/>
              <a:gd name="connsiteX121" fmla="*/ 78330 w 422218"/>
              <a:gd name="connsiteY121" fmla="*/ 261737 h 376366"/>
              <a:gd name="connsiteX122" fmla="*/ 59225 w 422218"/>
              <a:gd name="connsiteY122" fmla="*/ 261737 h 376366"/>
              <a:gd name="connsiteX123" fmla="*/ 59225 w 422218"/>
              <a:gd name="connsiteY123" fmla="*/ 319052 h 376366"/>
              <a:gd name="connsiteX124" fmla="*/ 21015 w 422218"/>
              <a:gd name="connsiteY124" fmla="*/ 319052 h 376366"/>
              <a:gd name="connsiteX125" fmla="*/ 21015 w 422218"/>
              <a:gd name="connsiteY125" fmla="*/ 250274 h 376366"/>
              <a:gd name="connsiteX126" fmla="*/ 40120 w 422218"/>
              <a:gd name="connsiteY126" fmla="*/ 204423 h 376366"/>
              <a:gd name="connsiteX127" fmla="*/ 87883 w 422218"/>
              <a:gd name="connsiteY127" fmla="*/ 185318 h 376366"/>
              <a:gd name="connsiteX128" fmla="*/ 149018 w 422218"/>
              <a:gd name="connsiteY128" fmla="*/ 185318 h 376366"/>
              <a:gd name="connsiteX129" fmla="*/ 212065 w 422218"/>
              <a:gd name="connsiteY129" fmla="*/ 233080 h 376366"/>
              <a:gd name="connsiteX130" fmla="*/ 212065 w 422218"/>
              <a:gd name="connsiteY130" fmla="*/ 233080 h 376366"/>
              <a:gd name="connsiteX131" fmla="*/ 275111 w 422218"/>
              <a:gd name="connsiteY131" fmla="*/ 185318 h 376366"/>
              <a:gd name="connsiteX132" fmla="*/ 336247 w 422218"/>
              <a:gd name="connsiteY132" fmla="*/ 185318 h 376366"/>
              <a:gd name="connsiteX133" fmla="*/ 403114 w 422218"/>
              <a:gd name="connsiteY133" fmla="*/ 250274 h 376366"/>
              <a:gd name="connsiteX134" fmla="*/ 403114 w 422218"/>
              <a:gd name="connsiteY134" fmla="*/ 252185 h 376366"/>
              <a:gd name="connsiteX135" fmla="*/ 403114 w 422218"/>
              <a:gd name="connsiteY135" fmla="*/ 319052 h 376366"/>
              <a:gd name="connsiteX136" fmla="*/ 364904 w 422218"/>
              <a:gd name="connsiteY136" fmla="*/ 319052 h 3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22218" h="376366">
                <a:moveTo>
                  <a:pt x="422219" y="250274"/>
                </a:moveTo>
                <a:cubicBezTo>
                  <a:pt x="422219" y="204423"/>
                  <a:pt x="385919" y="166213"/>
                  <a:pt x="338157" y="164302"/>
                </a:cubicBezTo>
                <a:lnTo>
                  <a:pt x="336247" y="164302"/>
                </a:lnTo>
                <a:lnTo>
                  <a:pt x="278932" y="164302"/>
                </a:lnTo>
                <a:cubicBezTo>
                  <a:pt x="278932" y="160481"/>
                  <a:pt x="278932" y="156660"/>
                  <a:pt x="277021" y="152839"/>
                </a:cubicBezTo>
                <a:cubicBezTo>
                  <a:pt x="280842" y="154750"/>
                  <a:pt x="282753" y="154750"/>
                  <a:pt x="288484" y="154750"/>
                </a:cubicBezTo>
                <a:lnTo>
                  <a:pt x="288484" y="154750"/>
                </a:lnTo>
                <a:cubicBezTo>
                  <a:pt x="307589" y="154750"/>
                  <a:pt x="326694" y="147108"/>
                  <a:pt x="341978" y="131824"/>
                </a:cubicBezTo>
                <a:cubicBezTo>
                  <a:pt x="357262" y="118450"/>
                  <a:pt x="364904" y="99346"/>
                  <a:pt x="364904" y="78330"/>
                </a:cubicBezTo>
                <a:cubicBezTo>
                  <a:pt x="364904" y="57315"/>
                  <a:pt x="357262" y="38210"/>
                  <a:pt x="343889" y="24836"/>
                </a:cubicBezTo>
                <a:cubicBezTo>
                  <a:pt x="330515" y="9552"/>
                  <a:pt x="311410" y="1910"/>
                  <a:pt x="290395" y="1910"/>
                </a:cubicBezTo>
                <a:cubicBezTo>
                  <a:pt x="269379" y="1910"/>
                  <a:pt x="250274" y="9552"/>
                  <a:pt x="236901" y="24836"/>
                </a:cubicBezTo>
                <a:cubicBezTo>
                  <a:pt x="223528" y="40120"/>
                  <a:pt x="213975" y="59225"/>
                  <a:pt x="213975" y="78330"/>
                </a:cubicBezTo>
                <a:cubicBezTo>
                  <a:pt x="213975" y="85972"/>
                  <a:pt x="213975" y="93614"/>
                  <a:pt x="215886" y="99346"/>
                </a:cubicBezTo>
                <a:lnTo>
                  <a:pt x="215886" y="99346"/>
                </a:lnTo>
                <a:cubicBezTo>
                  <a:pt x="213975" y="99346"/>
                  <a:pt x="212065" y="99346"/>
                  <a:pt x="212065" y="99346"/>
                </a:cubicBezTo>
                <a:lnTo>
                  <a:pt x="212065" y="99346"/>
                </a:lnTo>
                <a:cubicBezTo>
                  <a:pt x="210154" y="99346"/>
                  <a:pt x="208244" y="99346"/>
                  <a:pt x="206333" y="99346"/>
                </a:cubicBezTo>
                <a:lnTo>
                  <a:pt x="206333" y="99346"/>
                </a:lnTo>
                <a:cubicBezTo>
                  <a:pt x="208244" y="91704"/>
                  <a:pt x="210154" y="85972"/>
                  <a:pt x="210154" y="78330"/>
                </a:cubicBezTo>
                <a:cubicBezTo>
                  <a:pt x="210154" y="57315"/>
                  <a:pt x="202512" y="38210"/>
                  <a:pt x="189139" y="24836"/>
                </a:cubicBezTo>
                <a:cubicBezTo>
                  <a:pt x="173855" y="9552"/>
                  <a:pt x="154750" y="1910"/>
                  <a:pt x="135645" y="0"/>
                </a:cubicBezTo>
                <a:lnTo>
                  <a:pt x="135645" y="0"/>
                </a:lnTo>
                <a:cubicBezTo>
                  <a:pt x="114630" y="0"/>
                  <a:pt x="95525" y="7642"/>
                  <a:pt x="82151" y="22926"/>
                </a:cubicBezTo>
                <a:cubicBezTo>
                  <a:pt x="66867" y="38210"/>
                  <a:pt x="59225" y="57315"/>
                  <a:pt x="59225" y="76420"/>
                </a:cubicBezTo>
                <a:cubicBezTo>
                  <a:pt x="59225" y="118450"/>
                  <a:pt x="91704" y="152839"/>
                  <a:pt x="133734" y="152839"/>
                </a:cubicBezTo>
                <a:lnTo>
                  <a:pt x="133734" y="152839"/>
                </a:lnTo>
                <a:cubicBezTo>
                  <a:pt x="137555" y="152839"/>
                  <a:pt x="141376" y="152839"/>
                  <a:pt x="145197" y="150929"/>
                </a:cubicBezTo>
                <a:cubicBezTo>
                  <a:pt x="145197" y="154750"/>
                  <a:pt x="143287" y="158571"/>
                  <a:pt x="143287" y="164302"/>
                </a:cubicBezTo>
                <a:lnTo>
                  <a:pt x="143287" y="164302"/>
                </a:lnTo>
                <a:lnTo>
                  <a:pt x="85972" y="164302"/>
                </a:lnTo>
                <a:cubicBezTo>
                  <a:pt x="63046" y="164302"/>
                  <a:pt x="42031" y="173855"/>
                  <a:pt x="24836" y="189139"/>
                </a:cubicBezTo>
                <a:cubicBezTo>
                  <a:pt x="9552" y="204423"/>
                  <a:pt x="0" y="227349"/>
                  <a:pt x="0" y="250274"/>
                </a:cubicBezTo>
                <a:lnTo>
                  <a:pt x="0" y="319052"/>
                </a:lnTo>
                <a:cubicBezTo>
                  <a:pt x="0" y="330515"/>
                  <a:pt x="7642" y="338157"/>
                  <a:pt x="19105" y="338157"/>
                </a:cubicBezTo>
                <a:lnTo>
                  <a:pt x="105077" y="338157"/>
                </a:lnTo>
                <a:lnTo>
                  <a:pt x="105077" y="357262"/>
                </a:lnTo>
                <a:cubicBezTo>
                  <a:pt x="105077" y="368725"/>
                  <a:pt x="112719" y="376367"/>
                  <a:pt x="124182" y="376367"/>
                </a:cubicBezTo>
                <a:lnTo>
                  <a:pt x="296126" y="376367"/>
                </a:lnTo>
                <a:cubicBezTo>
                  <a:pt x="307589" y="376367"/>
                  <a:pt x="315231" y="368725"/>
                  <a:pt x="315231" y="357262"/>
                </a:cubicBezTo>
                <a:lnTo>
                  <a:pt x="315231" y="338157"/>
                </a:lnTo>
                <a:lnTo>
                  <a:pt x="403114" y="338157"/>
                </a:lnTo>
                <a:cubicBezTo>
                  <a:pt x="408845" y="338157"/>
                  <a:pt x="412666" y="336247"/>
                  <a:pt x="416487" y="332426"/>
                </a:cubicBezTo>
                <a:cubicBezTo>
                  <a:pt x="420308" y="328605"/>
                  <a:pt x="422219" y="324784"/>
                  <a:pt x="422219" y="319052"/>
                </a:cubicBezTo>
                <a:lnTo>
                  <a:pt x="422219" y="250274"/>
                </a:lnTo>
                <a:close/>
                <a:moveTo>
                  <a:pt x="250274" y="36299"/>
                </a:moveTo>
                <a:cubicBezTo>
                  <a:pt x="259827" y="24836"/>
                  <a:pt x="275111" y="19105"/>
                  <a:pt x="290395" y="19105"/>
                </a:cubicBezTo>
                <a:lnTo>
                  <a:pt x="290395" y="19105"/>
                </a:lnTo>
                <a:cubicBezTo>
                  <a:pt x="305679" y="19105"/>
                  <a:pt x="319052" y="24836"/>
                  <a:pt x="330515" y="36299"/>
                </a:cubicBezTo>
                <a:cubicBezTo>
                  <a:pt x="336247" y="42031"/>
                  <a:pt x="340068" y="47762"/>
                  <a:pt x="341978" y="53494"/>
                </a:cubicBezTo>
                <a:cubicBezTo>
                  <a:pt x="322873" y="59225"/>
                  <a:pt x="301858" y="55404"/>
                  <a:pt x="288484" y="40120"/>
                </a:cubicBezTo>
                <a:cubicBezTo>
                  <a:pt x="286574" y="38210"/>
                  <a:pt x="282753" y="36299"/>
                  <a:pt x="278932" y="38210"/>
                </a:cubicBezTo>
                <a:lnTo>
                  <a:pt x="273200" y="40120"/>
                </a:lnTo>
                <a:lnTo>
                  <a:pt x="269379" y="47762"/>
                </a:lnTo>
                <a:cubicBezTo>
                  <a:pt x="261737" y="59225"/>
                  <a:pt x="248364" y="66867"/>
                  <a:pt x="234990" y="66867"/>
                </a:cubicBezTo>
                <a:cubicBezTo>
                  <a:pt x="236901" y="55404"/>
                  <a:pt x="242632" y="45852"/>
                  <a:pt x="250274" y="36299"/>
                </a:cubicBezTo>
                <a:close/>
                <a:moveTo>
                  <a:pt x="234990" y="85972"/>
                </a:moveTo>
                <a:cubicBezTo>
                  <a:pt x="254095" y="85972"/>
                  <a:pt x="271290" y="76420"/>
                  <a:pt x="282753" y="63046"/>
                </a:cubicBezTo>
                <a:cubicBezTo>
                  <a:pt x="299947" y="76420"/>
                  <a:pt x="324784" y="82151"/>
                  <a:pt x="345799" y="74509"/>
                </a:cubicBezTo>
                <a:cubicBezTo>
                  <a:pt x="345799" y="76420"/>
                  <a:pt x="345799" y="78330"/>
                  <a:pt x="345799" y="78330"/>
                </a:cubicBezTo>
                <a:cubicBezTo>
                  <a:pt x="345799" y="110809"/>
                  <a:pt x="320963" y="135645"/>
                  <a:pt x="288484" y="135645"/>
                </a:cubicBezTo>
                <a:cubicBezTo>
                  <a:pt x="282753" y="135645"/>
                  <a:pt x="275111" y="133734"/>
                  <a:pt x="269379" y="131824"/>
                </a:cubicBezTo>
                <a:cubicBezTo>
                  <a:pt x="263648" y="120361"/>
                  <a:pt x="252185" y="110809"/>
                  <a:pt x="240722" y="105077"/>
                </a:cubicBezTo>
                <a:cubicBezTo>
                  <a:pt x="236901" y="99346"/>
                  <a:pt x="234990" y="93614"/>
                  <a:pt x="234990" y="85972"/>
                </a:cubicBezTo>
                <a:lnTo>
                  <a:pt x="234990" y="85972"/>
                </a:lnTo>
                <a:close/>
                <a:moveTo>
                  <a:pt x="212065" y="118450"/>
                </a:moveTo>
                <a:cubicBezTo>
                  <a:pt x="238811" y="118450"/>
                  <a:pt x="259827" y="139466"/>
                  <a:pt x="259827" y="166213"/>
                </a:cubicBezTo>
                <a:cubicBezTo>
                  <a:pt x="259827" y="179586"/>
                  <a:pt x="254095" y="191049"/>
                  <a:pt x="246453" y="200602"/>
                </a:cubicBezTo>
                <a:cubicBezTo>
                  <a:pt x="236901" y="210154"/>
                  <a:pt x="225438" y="213975"/>
                  <a:pt x="212065" y="213975"/>
                </a:cubicBezTo>
                <a:lnTo>
                  <a:pt x="212065" y="213975"/>
                </a:lnTo>
                <a:cubicBezTo>
                  <a:pt x="185318" y="213975"/>
                  <a:pt x="164302" y="192960"/>
                  <a:pt x="164302" y="166213"/>
                </a:cubicBezTo>
                <a:cubicBezTo>
                  <a:pt x="164302" y="139466"/>
                  <a:pt x="185318" y="118450"/>
                  <a:pt x="212065" y="118450"/>
                </a:cubicBezTo>
                <a:close/>
                <a:moveTo>
                  <a:pt x="95525" y="36299"/>
                </a:moveTo>
                <a:cubicBezTo>
                  <a:pt x="105077" y="24836"/>
                  <a:pt x="120361" y="19105"/>
                  <a:pt x="135645" y="19105"/>
                </a:cubicBezTo>
                <a:lnTo>
                  <a:pt x="135645" y="19105"/>
                </a:lnTo>
                <a:cubicBezTo>
                  <a:pt x="156660" y="19105"/>
                  <a:pt x="175765" y="32478"/>
                  <a:pt x="185318" y="51583"/>
                </a:cubicBezTo>
                <a:cubicBezTo>
                  <a:pt x="166213" y="63046"/>
                  <a:pt x="141376" y="59225"/>
                  <a:pt x="126092" y="42031"/>
                </a:cubicBezTo>
                <a:cubicBezTo>
                  <a:pt x="122271" y="40120"/>
                  <a:pt x="118450" y="40120"/>
                  <a:pt x="114630" y="40120"/>
                </a:cubicBezTo>
                <a:lnTo>
                  <a:pt x="108898" y="42031"/>
                </a:lnTo>
                <a:lnTo>
                  <a:pt x="106988" y="47762"/>
                </a:lnTo>
                <a:cubicBezTo>
                  <a:pt x="101256" y="57315"/>
                  <a:pt x="91704" y="64957"/>
                  <a:pt x="80241" y="66867"/>
                </a:cubicBezTo>
                <a:cubicBezTo>
                  <a:pt x="82151" y="55404"/>
                  <a:pt x="87883" y="43941"/>
                  <a:pt x="95525" y="36299"/>
                </a:cubicBezTo>
                <a:close/>
                <a:moveTo>
                  <a:pt x="133734" y="135645"/>
                </a:moveTo>
                <a:lnTo>
                  <a:pt x="133734" y="135645"/>
                </a:lnTo>
                <a:cubicBezTo>
                  <a:pt x="106988" y="135645"/>
                  <a:pt x="82151" y="114630"/>
                  <a:pt x="78330" y="85972"/>
                </a:cubicBezTo>
                <a:cubicBezTo>
                  <a:pt x="93614" y="84062"/>
                  <a:pt x="108898" y="76420"/>
                  <a:pt x="120361" y="63046"/>
                </a:cubicBezTo>
                <a:cubicBezTo>
                  <a:pt x="139466" y="78330"/>
                  <a:pt x="168123" y="82151"/>
                  <a:pt x="191049" y="70688"/>
                </a:cubicBezTo>
                <a:cubicBezTo>
                  <a:pt x="191049" y="72599"/>
                  <a:pt x="191049" y="76420"/>
                  <a:pt x="191049" y="78330"/>
                </a:cubicBezTo>
                <a:cubicBezTo>
                  <a:pt x="191049" y="87883"/>
                  <a:pt x="189139" y="97435"/>
                  <a:pt x="183407" y="106988"/>
                </a:cubicBezTo>
                <a:cubicBezTo>
                  <a:pt x="171944" y="112719"/>
                  <a:pt x="162392" y="120361"/>
                  <a:pt x="156660" y="129913"/>
                </a:cubicBezTo>
                <a:cubicBezTo>
                  <a:pt x="149018" y="133734"/>
                  <a:pt x="141376" y="135645"/>
                  <a:pt x="133734" y="135645"/>
                </a:cubicBezTo>
                <a:close/>
                <a:moveTo>
                  <a:pt x="298037" y="357262"/>
                </a:moveTo>
                <a:lnTo>
                  <a:pt x="269379" y="357262"/>
                </a:lnTo>
                <a:lnTo>
                  <a:pt x="269379" y="319052"/>
                </a:lnTo>
                <a:lnTo>
                  <a:pt x="250274" y="319052"/>
                </a:lnTo>
                <a:lnTo>
                  <a:pt x="250274" y="357262"/>
                </a:lnTo>
                <a:lnTo>
                  <a:pt x="173855" y="357262"/>
                </a:lnTo>
                <a:lnTo>
                  <a:pt x="173855" y="319052"/>
                </a:lnTo>
                <a:lnTo>
                  <a:pt x="154750" y="319052"/>
                </a:lnTo>
                <a:lnTo>
                  <a:pt x="154750" y="357262"/>
                </a:lnTo>
                <a:lnTo>
                  <a:pt x="126092" y="357262"/>
                </a:lnTo>
                <a:lnTo>
                  <a:pt x="126092" y="296126"/>
                </a:lnTo>
                <a:cubicBezTo>
                  <a:pt x="126092" y="284663"/>
                  <a:pt x="131824" y="273200"/>
                  <a:pt x="139466" y="263648"/>
                </a:cubicBezTo>
                <a:cubicBezTo>
                  <a:pt x="149018" y="256006"/>
                  <a:pt x="160481" y="250274"/>
                  <a:pt x="173855" y="250274"/>
                </a:cubicBezTo>
                <a:lnTo>
                  <a:pt x="250274" y="250274"/>
                </a:lnTo>
                <a:cubicBezTo>
                  <a:pt x="263648" y="250274"/>
                  <a:pt x="275111" y="254095"/>
                  <a:pt x="284663" y="263648"/>
                </a:cubicBezTo>
                <a:cubicBezTo>
                  <a:pt x="294216" y="271290"/>
                  <a:pt x="298037" y="284663"/>
                  <a:pt x="298037" y="296126"/>
                </a:cubicBezTo>
                <a:lnTo>
                  <a:pt x="298037" y="357262"/>
                </a:lnTo>
                <a:close/>
                <a:moveTo>
                  <a:pt x="364904" y="319052"/>
                </a:moveTo>
                <a:lnTo>
                  <a:pt x="364904" y="261737"/>
                </a:lnTo>
                <a:lnTo>
                  <a:pt x="345799" y="261737"/>
                </a:lnTo>
                <a:lnTo>
                  <a:pt x="345799" y="319052"/>
                </a:lnTo>
                <a:lnTo>
                  <a:pt x="317142" y="319052"/>
                </a:lnTo>
                <a:lnTo>
                  <a:pt x="317142" y="298037"/>
                </a:lnTo>
                <a:cubicBezTo>
                  <a:pt x="317142" y="280842"/>
                  <a:pt x="311410" y="263648"/>
                  <a:pt x="298037" y="252185"/>
                </a:cubicBezTo>
                <a:cubicBezTo>
                  <a:pt x="284663" y="240722"/>
                  <a:pt x="269379" y="233080"/>
                  <a:pt x="250274" y="233080"/>
                </a:cubicBezTo>
                <a:lnTo>
                  <a:pt x="173855" y="233080"/>
                </a:lnTo>
                <a:cubicBezTo>
                  <a:pt x="156660" y="233080"/>
                  <a:pt x="139466" y="238811"/>
                  <a:pt x="128003" y="250274"/>
                </a:cubicBezTo>
                <a:cubicBezTo>
                  <a:pt x="114630" y="261737"/>
                  <a:pt x="108898" y="278932"/>
                  <a:pt x="108898" y="296126"/>
                </a:cubicBezTo>
                <a:lnTo>
                  <a:pt x="108898" y="319052"/>
                </a:lnTo>
                <a:lnTo>
                  <a:pt x="78330" y="319052"/>
                </a:lnTo>
                <a:lnTo>
                  <a:pt x="78330" y="261737"/>
                </a:lnTo>
                <a:lnTo>
                  <a:pt x="59225" y="261737"/>
                </a:lnTo>
                <a:lnTo>
                  <a:pt x="59225" y="319052"/>
                </a:lnTo>
                <a:lnTo>
                  <a:pt x="21015" y="319052"/>
                </a:lnTo>
                <a:lnTo>
                  <a:pt x="21015" y="250274"/>
                </a:lnTo>
                <a:cubicBezTo>
                  <a:pt x="21015" y="233080"/>
                  <a:pt x="28657" y="215886"/>
                  <a:pt x="40120" y="204423"/>
                </a:cubicBezTo>
                <a:cubicBezTo>
                  <a:pt x="53494" y="192960"/>
                  <a:pt x="70688" y="185318"/>
                  <a:pt x="87883" y="185318"/>
                </a:cubicBezTo>
                <a:lnTo>
                  <a:pt x="149018" y="185318"/>
                </a:lnTo>
                <a:cubicBezTo>
                  <a:pt x="156660" y="213975"/>
                  <a:pt x="183407" y="233080"/>
                  <a:pt x="212065" y="233080"/>
                </a:cubicBezTo>
                <a:lnTo>
                  <a:pt x="212065" y="233080"/>
                </a:lnTo>
                <a:cubicBezTo>
                  <a:pt x="240722" y="233080"/>
                  <a:pt x="267469" y="213975"/>
                  <a:pt x="275111" y="185318"/>
                </a:cubicBezTo>
                <a:lnTo>
                  <a:pt x="336247" y="185318"/>
                </a:lnTo>
                <a:cubicBezTo>
                  <a:pt x="372546" y="185318"/>
                  <a:pt x="403114" y="213975"/>
                  <a:pt x="403114" y="250274"/>
                </a:cubicBezTo>
                <a:lnTo>
                  <a:pt x="403114" y="252185"/>
                </a:lnTo>
                <a:lnTo>
                  <a:pt x="403114" y="319052"/>
                </a:lnTo>
                <a:lnTo>
                  <a:pt x="364904" y="31905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4" name="Graphic 134" descr="Group of people icon.">
            <a:extLst>
              <a:ext uri="{FF2B5EF4-FFF2-40B4-BE49-F238E27FC236}">
                <a16:creationId xmlns:a16="http://schemas.microsoft.com/office/drawing/2014/main" id="{84EB817E-9EEB-4BAB-B85A-E79BDD1E5307}"/>
              </a:ext>
            </a:extLst>
          </p:cNvPr>
          <p:cNvSpPr>
            <a:spLocks noChangeAspect="1"/>
          </p:cNvSpPr>
          <p:nvPr/>
        </p:nvSpPr>
        <p:spPr>
          <a:xfrm>
            <a:off x="937786" y="2431705"/>
            <a:ext cx="460428" cy="344818"/>
          </a:xfrm>
          <a:custGeom>
            <a:avLst/>
            <a:gdLst>
              <a:gd name="connsiteX0" fmla="*/ 460429 w 460428"/>
              <a:gd name="connsiteY0" fmla="*/ 247383 h 344818"/>
              <a:gd name="connsiteX1" fmla="*/ 460429 w 460428"/>
              <a:gd name="connsiteY1" fmla="*/ 235920 h 344818"/>
              <a:gd name="connsiteX2" fmla="*/ 441324 w 460428"/>
              <a:gd name="connsiteY2" fmla="*/ 197710 h 344818"/>
              <a:gd name="connsiteX3" fmla="*/ 424129 w 460428"/>
              <a:gd name="connsiteY3" fmla="*/ 184337 h 344818"/>
              <a:gd name="connsiteX4" fmla="*/ 405024 w 460428"/>
              <a:gd name="connsiteY4" fmla="*/ 174785 h 344818"/>
              <a:gd name="connsiteX5" fmla="*/ 382098 w 460428"/>
              <a:gd name="connsiteY5" fmla="*/ 172874 h 344818"/>
              <a:gd name="connsiteX6" fmla="*/ 80241 w 460428"/>
              <a:gd name="connsiteY6" fmla="*/ 172874 h 344818"/>
              <a:gd name="connsiteX7" fmla="*/ 38210 w 460428"/>
              <a:gd name="connsiteY7" fmla="*/ 184337 h 344818"/>
              <a:gd name="connsiteX8" fmla="*/ 21015 w 460428"/>
              <a:gd name="connsiteY8" fmla="*/ 197710 h 344818"/>
              <a:gd name="connsiteX9" fmla="*/ 9552 w 460428"/>
              <a:gd name="connsiteY9" fmla="*/ 214905 h 344818"/>
              <a:gd name="connsiteX10" fmla="*/ 1910 w 460428"/>
              <a:gd name="connsiteY10" fmla="*/ 235920 h 344818"/>
              <a:gd name="connsiteX11" fmla="*/ 0 w 460428"/>
              <a:gd name="connsiteY11" fmla="*/ 247383 h 344818"/>
              <a:gd name="connsiteX12" fmla="*/ 0 w 460428"/>
              <a:gd name="connsiteY12" fmla="*/ 289414 h 344818"/>
              <a:gd name="connsiteX13" fmla="*/ 17194 w 460428"/>
              <a:gd name="connsiteY13" fmla="*/ 306608 h 344818"/>
              <a:gd name="connsiteX14" fmla="*/ 17194 w 460428"/>
              <a:gd name="connsiteY14" fmla="*/ 306608 h 344818"/>
              <a:gd name="connsiteX15" fmla="*/ 85972 w 460428"/>
              <a:gd name="connsiteY15" fmla="*/ 306608 h 344818"/>
              <a:gd name="connsiteX16" fmla="*/ 85972 w 460428"/>
              <a:gd name="connsiteY16" fmla="*/ 329534 h 344818"/>
              <a:gd name="connsiteX17" fmla="*/ 101256 w 460428"/>
              <a:gd name="connsiteY17" fmla="*/ 344818 h 344818"/>
              <a:gd name="connsiteX18" fmla="*/ 353441 w 460428"/>
              <a:gd name="connsiteY18" fmla="*/ 344818 h 344818"/>
              <a:gd name="connsiteX19" fmla="*/ 372546 w 460428"/>
              <a:gd name="connsiteY19" fmla="*/ 325713 h 344818"/>
              <a:gd name="connsiteX20" fmla="*/ 372546 w 460428"/>
              <a:gd name="connsiteY20" fmla="*/ 306608 h 344818"/>
              <a:gd name="connsiteX21" fmla="*/ 441324 w 460428"/>
              <a:gd name="connsiteY21" fmla="*/ 306608 h 344818"/>
              <a:gd name="connsiteX22" fmla="*/ 458518 w 460428"/>
              <a:gd name="connsiteY22" fmla="*/ 289414 h 344818"/>
              <a:gd name="connsiteX23" fmla="*/ 458518 w 460428"/>
              <a:gd name="connsiteY23" fmla="*/ 289414 h 344818"/>
              <a:gd name="connsiteX24" fmla="*/ 460429 w 460428"/>
              <a:gd name="connsiteY24" fmla="*/ 247383 h 344818"/>
              <a:gd name="connsiteX25" fmla="*/ 91704 w 460428"/>
              <a:gd name="connsiteY25" fmla="*/ 241652 h 344818"/>
              <a:gd name="connsiteX26" fmla="*/ 85972 w 460428"/>
              <a:gd name="connsiteY26" fmla="*/ 277951 h 344818"/>
              <a:gd name="connsiteX27" fmla="*/ 85972 w 460428"/>
              <a:gd name="connsiteY27" fmla="*/ 287504 h 344818"/>
              <a:gd name="connsiteX28" fmla="*/ 66867 w 460428"/>
              <a:gd name="connsiteY28" fmla="*/ 287504 h 344818"/>
              <a:gd name="connsiteX29" fmla="*/ 66867 w 460428"/>
              <a:gd name="connsiteY29" fmla="*/ 258846 h 344818"/>
              <a:gd name="connsiteX30" fmla="*/ 47762 w 460428"/>
              <a:gd name="connsiteY30" fmla="*/ 258846 h 344818"/>
              <a:gd name="connsiteX31" fmla="*/ 47762 w 460428"/>
              <a:gd name="connsiteY31" fmla="*/ 287504 h 344818"/>
              <a:gd name="connsiteX32" fmla="*/ 21015 w 460428"/>
              <a:gd name="connsiteY32" fmla="*/ 287504 h 344818"/>
              <a:gd name="connsiteX33" fmla="*/ 21015 w 460428"/>
              <a:gd name="connsiteY33" fmla="*/ 249294 h 344818"/>
              <a:gd name="connsiteX34" fmla="*/ 21015 w 460428"/>
              <a:gd name="connsiteY34" fmla="*/ 239741 h 344818"/>
              <a:gd name="connsiteX35" fmla="*/ 26747 w 460428"/>
              <a:gd name="connsiteY35" fmla="*/ 224457 h 344818"/>
              <a:gd name="connsiteX36" fmla="*/ 36299 w 460428"/>
              <a:gd name="connsiteY36" fmla="*/ 211084 h 344818"/>
              <a:gd name="connsiteX37" fmla="*/ 49673 w 460428"/>
              <a:gd name="connsiteY37" fmla="*/ 201531 h 344818"/>
              <a:gd name="connsiteX38" fmla="*/ 64957 w 460428"/>
              <a:gd name="connsiteY38" fmla="*/ 193889 h 344818"/>
              <a:gd name="connsiteX39" fmla="*/ 80241 w 460428"/>
              <a:gd name="connsiteY39" fmla="*/ 191979 h 344818"/>
              <a:gd name="connsiteX40" fmla="*/ 129913 w 460428"/>
              <a:gd name="connsiteY40" fmla="*/ 191979 h 344818"/>
              <a:gd name="connsiteX41" fmla="*/ 124182 w 460428"/>
              <a:gd name="connsiteY41" fmla="*/ 195800 h 344818"/>
              <a:gd name="connsiteX42" fmla="*/ 105077 w 460428"/>
              <a:gd name="connsiteY42" fmla="*/ 216815 h 344818"/>
              <a:gd name="connsiteX43" fmla="*/ 91704 w 460428"/>
              <a:gd name="connsiteY43" fmla="*/ 241652 h 344818"/>
              <a:gd name="connsiteX44" fmla="*/ 317142 w 460428"/>
              <a:gd name="connsiteY44" fmla="*/ 325713 h 344818"/>
              <a:gd name="connsiteX45" fmla="*/ 317142 w 460428"/>
              <a:gd name="connsiteY45" fmla="*/ 287504 h 344818"/>
              <a:gd name="connsiteX46" fmla="*/ 298037 w 460428"/>
              <a:gd name="connsiteY46" fmla="*/ 287504 h 344818"/>
              <a:gd name="connsiteX47" fmla="*/ 298037 w 460428"/>
              <a:gd name="connsiteY47" fmla="*/ 325713 h 344818"/>
              <a:gd name="connsiteX48" fmla="*/ 164302 w 460428"/>
              <a:gd name="connsiteY48" fmla="*/ 325713 h 344818"/>
              <a:gd name="connsiteX49" fmla="*/ 164302 w 460428"/>
              <a:gd name="connsiteY49" fmla="*/ 287504 h 344818"/>
              <a:gd name="connsiteX50" fmla="*/ 145197 w 460428"/>
              <a:gd name="connsiteY50" fmla="*/ 287504 h 344818"/>
              <a:gd name="connsiteX51" fmla="*/ 145197 w 460428"/>
              <a:gd name="connsiteY51" fmla="*/ 325713 h 344818"/>
              <a:gd name="connsiteX52" fmla="*/ 106988 w 460428"/>
              <a:gd name="connsiteY52" fmla="*/ 325713 h 344818"/>
              <a:gd name="connsiteX53" fmla="*/ 106988 w 460428"/>
              <a:gd name="connsiteY53" fmla="*/ 277951 h 344818"/>
              <a:gd name="connsiteX54" fmla="*/ 110809 w 460428"/>
              <a:gd name="connsiteY54" fmla="*/ 247383 h 344818"/>
              <a:gd name="connsiteX55" fmla="*/ 120361 w 460428"/>
              <a:gd name="connsiteY55" fmla="*/ 228278 h 344818"/>
              <a:gd name="connsiteX56" fmla="*/ 135645 w 460428"/>
              <a:gd name="connsiteY56" fmla="*/ 211084 h 344818"/>
              <a:gd name="connsiteX57" fmla="*/ 154750 w 460428"/>
              <a:gd name="connsiteY57" fmla="*/ 199621 h 344818"/>
              <a:gd name="connsiteX58" fmla="*/ 177676 w 460428"/>
              <a:gd name="connsiteY58" fmla="*/ 193889 h 344818"/>
              <a:gd name="connsiteX59" fmla="*/ 189139 w 460428"/>
              <a:gd name="connsiteY59" fmla="*/ 193889 h 344818"/>
              <a:gd name="connsiteX60" fmla="*/ 273200 w 460428"/>
              <a:gd name="connsiteY60" fmla="*/ 193889 h 344818"/>
              <a:gd name="connsiteX61" fmla="*/ 296126 w 460428"/>
              <a:gd name="connsiteY61" fmla="*/ 197710 h 344818"/>
              <a:gd name="connsiteX62" fmla="*/ 317142 w 460428"/>
              <a:gd name="connsiteY62" fmla="*/ 207263 h 344818"/>
              <a:gd name="connsiteX63" fmla="*/ 334336 w 460428"/>
              <a:gd name="connsiteY63" fmla="*/ 220636 h 344818"/>
              <a:gd name="connsiteX64" fmla="*/ 353441 w 460428"/>
              <a:gd name="connsiteY64" fmla="*/ 258846 h 344818"/>
              <a:gd name="connsiteX65" fmla="*/ 353441 w 460428"/>
              <a:gd name="connsiteY65" fmla="*/ 270309 h 344818"/>
              <a:gd name="connsiteX66" fmla="*/ 353441 w 460428"/>
              <a:gd name="connsiteY66" fmla="*/ 270309 h 344818"/>
              <a:gd name="connsiteX67" fmla="*/ 353441 w 460428"/>
              <a:gd name="connsiteY67" fmla="*/ 325713 h 344818"/>
              <a:gd name="connsiteX68" fmla="*/ 317142 w 460428"/>
              <a:gd name="connsiteY68" fmla="*/ 325713 h 344818"/>
              <a:gd name="connsiteX69" fmla="*/ 441324 w 460428"/>
              <a:gd name="connsiteY69" fmla="*/ 287504 h 344818"/>
              <a:gd name="connsiteX70" fmla="*/ 412666 w 460428"/>
              <a:gd name="connsiteY70" fmla="*/ 287504 h 344818"/>
              <a:gd name="connsiteX71" fmla="*/ 412666 w 460428"/>
              <a:gd name="connsiteY71" fmla="*/ 258846 h 344818"/>
              <a:gd name="connsiteX72" fmla="*/ 393561 w 460428"/>
              <a:gd name="connsiteY72" fmla="*/ 258846 h 344818"/>
              <a:gd name="connsiteX73" fmla="*/ 393561 w 460428"/>
              <a:gd name="connsiteY73" fmla="*/ 287504 h 344818"/>
              <a:gd name="connsiteX74" fmla="*/ 374456 w 460428"/>
              <a:gd name="connsiteY74" fmla="*/ 287504 h 344818"/>
              <a:gd name="connsiteX75" fmla="*/ 374456 w 460428"/>
              <a:gd name="connsiteY75" fmla="*/ 268399 h 344818"/>
              <a:gd name="connsiteX76" fmla="*/ 364904 w 460428"/>
              <a:gd name="connsiteY76" fmla="*/ 226368 h 344818"/>
              <a:gd name="connsiteX77" fmla="*/ 349620 w 460428"/>
              <a:gd name="connsiteY77" fmla="*/ 203442 h 344818"/>
              <a:gd name="connsiteX78" fmla="*/ 334336 w 460428"/>
              <a:gd name="connsiteY78" fmla="*/ 190068 h 344818"/>
              <a:gd name="connsiteX79" fmla="*/ 384009 w 460428"/>
              <a:gd name="connsiteY79" fmla="*/ 190068 h 344818"/>
              <a:gd name="connsiteX80" fmla="*/ 401203 w 460428"/>
              <a:gd name="connsiteY80" fmla="*/ 191979 h 344818"/>
              <a:gd name="connsiteX81" fmla="*/ 416487 w 460428"/>
              <a:gd name="connsiteY81" fmla="*/ 199621 h 344818"/>
              <a:gd name="connsiteX82" fmla="*/ 427950 w 460428"/>
              <a:gd name="connsiteY82" fmla="*/ 209173 h 344818"/>
              <a:gd name="connsiteX83" fmla="*/ 437503 w 460428"/>
              <a:gd name="connsiteY83" fmla="*/ 222547 h 344818"/>
              <a:gd name="connsiteX84" fmla="*/ 441324 w 460428"/>
              <a:gd name="connsiteY84" fmla="*/ 237831 h 344818"/>
              <a:gd name="connsiteX85" fmla="*/ 441324 w 460428"/>
              <a:gd name="connsiteY85" fmla="*/ 247383 h 344818"/>
              <a:gd name="connsiteX86" fmla="*/ 441324 w 460428"/>
              <a:gd name="connsiteY86" fmla="*/ 287504 h 344818"/>
              <a:gd name="connsiteX87" fmla="*/ 116540 w 460428"/>
              <a:gd name="connsiteY87" fmla="*/ 167143 h 344818"/>
              <a:gd name="connsiteX88" fmla="*/ 170034 w 460428"/>
              <a:gd name="connsiteY88" fmla="*/ 138485 h 344818"/>
              <a:gd name="connsiteX89" fmla="*/ 227349 w 460428"/>
              <a:gd name="connsiteY89" fmla="*/ 161411 h 344818"/>
              <a:gd name="connsiteX90" fmla="*/ 288484 w 460428"/>
              <a:gd name="connsiteY90" fmla="*/ 132754 h 344818"/>
              <a:gd name="connsiteX91" fmla="*/ 376367 w 460428"/>
              <a:gd name="connsiteY91" fmla="*/ 159501 h 344818"/>
              <a:gd name="connsiteX92" fmla="*/ 403114 w 460428"/>
              <a:gd name="connsiteY92" fmla="*/ 71618 h 344818"/>
              <a:gd name="connsiteX93" fmla="*/ 315231 w 460428"/>
              <a:gd name="connsiteY93" fmla="*/ 44871 h 344818"/>
              <a:gd name="connsiteX94" fmla="*/ 301858 w 460428"/>
              <a:gd name="connsiteY94" fmla="*/ 54424 h 344818"/>
              <a:gd name="connsiteX95" fmla="*/ 200602 w 460428"/>
              <a:gd name="connsiteY95" fmla="*/ 4751 h 344818"/>
              <a:gd name="connsiteX96" fmla="*/ 152839 w 460428"/>
              <a:gd name="connsiteY96" fmla="*/ 48692 h 344818"/>
              <a:gd name="connsiteX97" fmla="*/ 63046 w 460428"/>
              <a:gd name="connsiteY97" fmla="*/ 67797 h 344818"/>
              <a:gd name="connsiteX98" fmla="*/ 78330 w 460428"/>
              <a:gd name="connsiteY98" fmla="*/ 157590 h 344818"/>
              <a:gd name="connsiteX99" fmla="*/ 116540 w 460428"/>
              <a:gd name="connsiteY99" fmla="*/ 167143 h 344818"/>
              <a:gd name="connsiteX100" fmla="*/ 343889 w 460428"/>
              <a:gd name="connsiteY100" fmla="*/ 58245 h 344818"/>
              <a:gd name="connsiteX101" fmla="*/ 389740 w 460428"/>
              <a:gd name="connsiteY101" fmla="*/ 104096 h 344818"/>
              <a:gd name="connsiteX102" fmla="*/ 343889 w 460428"/>
              <a:gd name="connsiteY102" fmla="*/ 149948 h 344818"/>
              <a:gd name="connsiteX103" fmla="*/ 299947 w 460428"/>
              <a:gd name="connsiteY103" fmla="*/ 117470 h 344818"/>
              <a:gd name="connsiteX104" fmla="*/ 299947 w 460428"/>
              <a:gd name="connsiteY104" fmla="*/ 115559 h 344818"/>
              <a:gd name="connsiteX105" fmla="*/ 307589 w 460428"/>
              <a:gd name="connsiteY105" fmla="*/ 81170 h 344818"/>
              <a:gd name="connsiteX106" fmla="*/ 307589 w 460428"/>
              <a:gd name="connsiteY106" fmla="*/ 77349 h 344818"/>
              <a:gd name="connsiteX107" fmla="*/ 343889 w 460428"/>
              <a:gd name="connsiteY107" fmla="*/ 58245 h 344818"/>
              <a:gd name="connsiteX108" fmla="*/ 225438 w 460428"/>
              <a:gd name="connsiteY108" fmla="*/ 20035 h 344818"/>
              <a:gd name="connsiteX109" fmla="*/ 288484 w 460428"/>
              <a:gd name="connsiteY109" fmla="*/ 77349 h 344818"/>
              <a:gd name="connsiteX110" fmla="*/ 288484 w 460428"/>
              <a:gd name="connsiteY110" fmla="*/ 83081 h 344818"/>
              <a:gd name="connsiteX111" fmla="*/ 225438 w 460428"/>
              <a:gd name="connsiteY111" fmla="*/ 144217 h 344818"/>
              <a:gd name="connsiteX112" fmla="*/ 164302 w 460428"/>
              <a:gd name="connsiteY112" fmla="*/ 81170 h 344818"/>
              <a:gd name="connsiteX113" fmla="*/ 225438 w 460428"/>
              <a:gd name="connsiteY113" fmla="*/ 20035 h 344818"/>
              <a:gd name="connsiteX114" fmla="*/ 116540 w 460428"/>
              <a:gd name="connsiteY114" fmla="*/ 58245 h 344818"/>
              <a:gd name="connsiteX115" fmla="*/ 147108 w 460428"/>
              <a:gd name="connsiteY115" fmla="*/ 69708 h 344818"/>
              <a:gd name="connsiteX116" fmla="*/ 145197 w 460428"/>
              <a:gd name="connsiteY116" fmla="*/ 81170 h 344818"/>
              <a:gd name="connsiteX117" fmla="*/ 156660 w 460428"/>
              <a:gd name="connsiteY117" fmla="*/ 123201 h 344818"/>
              <a:gd name="connsiteX118" fmla="*/ 95525 w 460428"/>
              <a:gd name="connsiteY118" fmla="*/ 144217 h 344818"/>
              <a:gd name="connsiteX119" fmla="*/ 74509 w 460428"/>
              <a:gd name="connsiteY119" fmla="*/ 83081 h 344818"/>
              <a:gd name="connsiteX120" fmla="*/ 116540 w 460428"/>
              <a:gd name="connsiteY120" fmla="*/ 58245 h 34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460428" h="344818">
                <a:moveTo>
                  <a:pt x="460429" y="247383"/>
                </a:moveTo>
                <a:cubicBezTo>
                  <a:pt x="460429" y="243562"/>
                  <a:pt x="460429" y="239741"/>
                  <a:pt x="460429" y="235920"/>
                </a:cubicBezTo>
                <a:cubicBezTo>
                  <a:pt x="458518" y="220636"/>
                  <a:pt x="450876" y="209173"/>
                  <a:pt x="441324" y="197710"/>
                </a:cubicBezTo>
                <a:cubicBezTo>
                  <a:pt x="437503" y="191979"/>
                  <a:pt x="431771" y="188158"/>
                  <a:pt x="424129" y="184337"/>
                </a:cubicBezTo>
                <a:cubicBezTo>
                  <a:pt x="418398" y="180516"/>
                  <a:pt x="412666" y="176695"/>
                  <a:pt x="405024" y="174785"/>
                </a:cubicBezTo>
                <a:cubicBezTo>
                  <a:pt x="397382" y="172874"/>
                  <a:pt x="389740" y="172874"/>
                  <a:pt x="382098" y="172874"/>
                </a:cubicBezTo>
                <a:lnTo>
                  <a:pt x="80241" y="172874"/>
                </a:lnTo>
                <a:cubicBezTo>
                  <a:pt x="64957" y="172874"/>
                  <a:pt x="51583" y="176695"/>
                  <a:pt x="38210" y="184337"/>
                </a:cubicBezTo>
                <a:cubicBezTo>
                  <a:pt x="32478" y="188158"/>
                  <a:pt x="26747" y="191979"/>
                  <a:pt x="21015" y="197710"/>
                </a:cubicBezTo>
                <a:cubicBezTo>
                  <a:pt x="15284" y="203442"/>
                  <a:pt x="11463" y="209173"/>
                  <a:pt x="9552" y="214905"/>
                </a:cubicBezTo>
                <a:cubicBezTo>
                  <a:pt x="5731" y="220636"/>
                  <a:pt x="3821" y="228278"/>
                  <a:pt x="1910" y="235920"/>
                </a:cubicBezTo>
                <a:cubicBezTo>
                  <a:pt x="1910" y="239741"/>
                  <a:pt x="0" y="243562"/>
                  <a:pt x="0" y="247383"/>
                </a:cubicBezTo>
                <a:lnTo>
                  <a:pt x="0" y="289414"/>
                </a:lnTo>
                <a:cubicBezTo>
                  <a:pt x="0" y="298967"/>
                  <a:pt x="7642" y="306608"/>
                  <a:pt x="17194" y="306608"/>
                </a:cubicBezTo>
                <a:cubicBezTo>
                  <a:pt x="17194" y="306608"/>
                  <a:pt x="17194" y="306608"/>
                  <a:pt x="17194" y="306608"/>
                </a:cubicBezTo>
                <a:lnTo>
                  <a:pt x="85972" y="306608"/>
                </a:lnTo>
                <a:lnTo>
                  <a:pt x="85972" y="329534"/>
                </a:lnTo>
                <a:cubicBezTo>
                  <a:pt x="85972" y="337176"/>
                  <a:pt x="93614" y="344818"/>
                  <a:pt x="101256" y="344818"/>
                </a:cubicBezTo>
                <a:lnTo>
                  <a:pt x="353441" y="344818"/>
                </a:lnTo>
                <a:cubicBezTo>
                  <a:pt x="364904" y="344818"/>
                  <a:pt x="372546" y="337176"/>
                  <a:pt x="372546" y="325713"/>
                </a:cubicBezTo>
                <a:lnTo>
                  <a:pt x="372546" y="306608"/>
                </a:lnTo>
                <a:lnTo>
                  <a:pt x="441324" y="306608"/>
                </a:lnTo>
                <a:cubicBezTo>
                  <a:pt x="450876" y="306608"/>
                  <a:pt x="458518" y="298967"/>
                  <a:pt x="458518" y="289414"/>
                </a:cubicBezTo>
                <a:cubicBezTo>
                  <a:pt x="458518" y="289414"/>
                  <a:pt x="458518" y="289414"/>
                  <a:pt x="458518" y="289414"/>
                </a:cubicBezTo>
                <a:cubicBezTo>
                  <a:pt x="460429" y="277951"/>
                  <a:pt x="460429" y="251204"/>
                  <a:pt x="460429" y="247383"/>
                </a:cubicBezTo>
                <a:close/>
                <a:moveTo>
                  <a:pt x="91704" y="241652"/>
                </a:moveTo>
                <a:cubicBezTo>
                  <a:pt x="87883" y="253115"/>
                  <a:pt x="85972" y="264578"/>
                  <a:pt x="85972" y="277951"/>
                </a:cubicBezTo>
                <a:lnTo>
                  <a:pt x="85972" y="287504"/>
                </a:lnTo>
                <a:lnTo>
                  <a:pt x="66867" y="287504"/>
                </a:lnTo>
                <a:lnTo>
                  <a:pt x="66867" y="258846"/>
                </a:lnTo>
                <a:lnTo>
                  <a:pt x="47762" y="258846"/>
                </a:lnTo>
                <a:lnTo>
                  <a:pt x="47762" y="287504"/>
                </a:lnTo>
                <a:lnTo>
                  <a:pt x="21015" y="287504"/>
                </a:lnTo>
                <a:lnTo>
                  <a:pt x="21015" y="249294"/>
                </a:lnTo>
                <a:cubicBezTo>
                  <a:pt x="21015" y="245473"/>
                  <a:pt x="21015" y="243562"/>
                  <a:pt x="21015" y="239741"/>
                </a:cubicBezTo>
                <a:cubicBezTo>
                  <a:pt x="21015" y="234010"/>
                  <a:pt x="22926" y="230189"/>
                  <a:pt x="26747" y="224457"/>
                </a:cubicBezTo>
                <a:cubicBezTo>
                  <a:pt x="28657" y="218726"/>
                  <a:pt x="32478" y="214905"/>
                  <a:pt x="36299" y="211084"/>
                </a:cubicBezTo>
                <a:cubicBezTo>
                  <a:pt x="40120" y="207263"/>
                  <a:pt x="43941" y="203442"/>
                  <a:pt x="49673" y="201531"/>
                </a:cubicBezTo>
                <a:cubicBezTo>
                  <a:pt x="53494" y="197710"/>
                  <a:pt x="59225" y="195800"/>
                  <a:pt x="64957" y="193889"/>
                </a:cubicBezTo>
                <a:cubicBezTo>
                  <a:pt x="68778" y="191979"/>
                  <a:pt x="74509" y="191979"/>
                  <a:pt x="80241" y="191979"/>
                </a:cubicBezTo>
                <a:lnTo>
                  <a:pt x="129913" y="191979"/>
                </a:lnTo>
                <a:cubicBezTo>
                  <a:pt x="128003" y="193889"/>
                  <a:pt x="126092" y="193889"/>
                  <a:pt x="124182" y="195800"/>
                </a:cubicBezTo>
                <a:cubicBezTo>
                  <a:pt x="116540" y="201531"/>
                  <a:pt x="110809" y="209173"/>
                  <a:pt x="105077" y="216815"/>
                </a:cubicBezTo>
                <a:cubicBezTo>
                  <a:pt x="99346" y="224457"/>
                  <a:pt x="95525" y="232099"/>
                  <a:pt x="91704" y="241652"/>
                </a:cubicBezTo>
                <a:close/>
                <a:moveTo>
                  <a:pt x="317142" y="325713"/>
                </a:moveTo>
                <a:lnTo>
                  <a:pt x="317142" y="287504"/>
                </a:lnTo>
                <a:lnTo>
                  <a:pt x="298037" y="287504"/>
                </a:lnTo>
                <a:lnTo>
                  <a:pt x="298037" y="325713"/>
                </a:lnTo>
                <a:lnTo>
                  <a:pt x="164302" y="325713"/>
                </a:lnTo>
                <a:lnTo>
                  <a:pt x="164302" y="287504"/>
                </a:lnTo>
                <a:lnTo>
                  <a:pt x="145197" y="287504"/>
                </a:lnTo>
                <a:lnTo>
                  <a:pt x="145197" y="325713"/>
                </a:lnTo>
                <a:lnTo>
                  <a:pt x="106988" y="325713"/>
                </a:lnTo>
                <a:cubicBezTo>
                  <a:pt x="106988" y="310429"/>
                  <a:pt x="106988" y="281772"/>
                  <a:pt x="106988" y="277951"/>
                </a:cubicBezTo>
                <a:cubicBezTo>
                  <a:pt x="106988" y="268399"/>
                  <a:pt x="108898" y="256936"/>
                  <a:pt x="110809" y="247383"/>
                </a:cubicBezTo>
                <a:cubicBezTo>
                  <a:pt x="112719" y="239741"/>
                  <a:pt x="116540" y="234010"/>
                  <a:pt x="120361" y="228278"/>
                </a:cubicBezTo>
                <a:cubicBezTo>
                  <a:pt x="124182" y="222547"/>
                  <a:pt x="129913" y="216815"/>
                  <a:pt x="135645" y="211084"/>
                </a:cubicBezTo>
                <a:cubicBezTo>
                  <a:pt x="141376" y="205352"/>
                  <a:pt x="147108" y="201531"/>
                  <a:pt x="154750" y="199621"/>
                </a:cubicBezTo>
                <a:cubicBezTo>
                  <a:pt x="162392" y="195800"/>
                  <a:pt x="170034" y="193889"/>
                  <a:pt x="177676" y="193889"/>
                </a:cubicBezTo>
                <a:cubicBezTo>
                  <a:pt x="181497" y="193889"/>
                  <a:pt x="185318" y="193889"/>
                  <a:pt x="189139" y="193889"/>
                </a:cubicBezTo>
                <a:lnTo>
                  <a:pt x="273200" y="193889"/>
                </a:lnTo>
                <a:cubicBezTo>
                  <a:pt x="280842" y="193889"/>
                  <a:pt x="288484" y="195800"/>
                  <a:pt x="296126" y="197710"/>
                </a:cubicBezTo>
                <a:cubicBezTo>
                  <a:pt x="303768" y="199621"/>
                  <a:pt x="311410" y="203442"/>
                  <a:pt x="317142" y="207263"/>
                </a:cubicBezTo>
                <a:cubicBezTo>
                  <a:pt x="322873" y="211084"/>
                  <a:pt x="328605" y="216815"/>
                  <a:pt x="334336" y="220636"/>
                </a:cubicBezTo>
                <a:cubicBezTo>
                  <a:pt x="343889" y="232099"/>
                  <a:pt x="351530" y="245473"/>
                  <a:pt x="353441" y="258846"/>
                </a:cubicBezTo>
                <a:cubicBezTo>
                  <a:pt x="353441" y="262667"/>
                  <a:pt x="353441" y="266488"/>
                  <a:pt x="353441" y="270309"/>
                </a:cubicBezTo>
                <a:lnTo>
                  <a:pt x="353441" y="270309"/>
                </a:lnTo>
                <a:cubicBezTo>
                  <a:pt x="353441" y="276041"/>
                  <a:pt x="353441" y="308519"/>
                  <a:pt x="353441" y="325713"/>
                </a:cubicBezTo>
                <a:lnTo>
                  <a:pt x="317142" y="325713"/>
                </a:lnTo>
                <a:close/>
                <a:moveTo>
                  <a:pt x="441324" y="287504"/>
                </a:moveTo>
                <a:lnTo>
                  <a:pt x="412666" y="287504"/>
                </a:lnTo>
                <a:lnTo>
                  <a:pt x="412666" y="258846"/>
                </a:lnTo>
                <a:lnTo>
                  <a:pt x="393561" y="258846"/>
                </a:lnTo>
                <a:lnTo>
                  <a:pt x="393561" y="287504"/>
                </a:lnTo>
                <a:lnTo>
                  <a:pt x="374456" y="287504"/>
                </a:lnTo>
                <a:cubicBezTo>
                  <a:pt x="374456" y="277951"/>
                  <a:pt x="374456" y="272220"/>
                  <a:pt x="374456" y="268399"/>
                </a:cubicBezTo>
                <a:cubicBezTo>
                  <a:pt x="374456" y="255025"/>
                  <a:pt x="370635" y="239741"/>
                  <a:pt x="364904" y="226368"/>
                </a:cubicBezTo>
                <a:cubicBezTo>
                  <a:pt x="361083" y="218726"/>
                  <a:pt x="355351" y="211084"/>
                  <a:pt x="349620" y="203442"/>
                </a:cubicBezTo>
                <a:cubicBezTo>
                  <a:pt x="343889" y="197710"/>
                  <a:pt x="340068" y="193889"/>
                  <a:pt x="334336" y="190068"/>
                </a:cubicBezTo>
                <a:lnTo>
                  <a:pt x="384009" y="190068"/>
                </a:lnTo>
                <a:cubicBezTo>
                  <a:pt x="389740" y="190068"/>
                  <a:pt x="395472" y="190068"/>
                  <a:pt x="401203" y="191979"/>
                </a:cubicBezTo>
                <a:cubicBezTo>
                  <a:pt x="406935" y="193889"/>
                  <a:pt x="410756" y="195800"/>
                  <a:pt x="416487" y="199621"/>
                </a:cubicBezTo>
                <a:cubicBezTo>
                  <a:pt x="420308" y="201531"/>
                  <a:pt x="426040" y="205352"/>
                  <a:pt x="427950" y="209173"/>
                </a:cubicBezTo>
                <a:cubicBezTo>
                  <a:pt x="431771" y="212994"/>
                  <a:pt x="433682" y="216815"/>
                  <a:pt x="437503" y="222547"/>
                </a:cubicBezTo>
                <a:cubicBezTo>
                  <a:pt x="439413" y="226368"/>
                  <a:pt x="441324" y="232099"/>
                  <a:pt x="441324" y="237831"/>
                </a:cubicBezTo>
                <a:cubicBezTo>
                  <a:pt x="441324" y="241652"/>
                  <a:pt x="441324" y="243562"/>
                  <a:pt x="441324" y="247383"/>
                </a:cubicBezTo>
                <a:cubicBezTo>
                  <a:pt x="441324" y="251204"/>
                  <a:pt x="441324" y="274130"/>
                  <a:pt x="441324" y="287504"/>
                </a:cubicBezTo>
                <a:close/>
                <a:moveTo>
                  <a:pt x="116540" y="167143"/>
                </a:moveTo>
                <a:cubicBezTo>
                  <a:pt x="137555" y="167143"/>
                  <a:pt x="158571" y="155680"/>
                  <a:pt x="170034" y="138485"/>
                </a:cubicBezTo>
                <a:cubicBezTo>
                  <a:pt x="185318" y="153769"/>
                  <a:pt x="206333" y="161411"/>
                  <a:pt x="227349" y="161411"/>
                </a:cubicBezTo>
                <a:cubicBezTo>
                  <a:pt x="250274" y="161411"/>
                  <a:pt x="273200" y="151859"/>
                  <a:pt x="288484" y="132754"/>
                </a:cubicBezTo>
                <a:cubicBezTo>
                  <a:pt x="305679" y="163322"/>
                  <a:pt x="343889" y="176695"/>
                  <a:pt x="376367" y="159501"/>
                </a:cubicBezTo>
                <a:cubicBezTo>
                  <a:pt x="408845" y="142306"/>
                  <a:pt x="420308" y="104096"/>
                  <a:pt x="403114" y="71618"/>
                </a:cubicBezTo>
                <a:cubicBezTo>
                  <a:pt x="385919" y="39140"/>
                  <a:pt x="347710" y="27677"/>
                  <a:pt x="315231" y="44871"/>
                </a:cubicBezTo>
                <a:cubicBezTo>
                  <a:pt x="311410" y="46782"/>
                  <a:pt x="305679" y="50603"/>
                  <a:pt x="301858" y="54424"/>
                </a:cubicBezTo>
                <a:cubicBezTo>
                  <a:pt x="286574" y="12393"/>
                  <a:pt x="242632" y="-10533"/>
                  <a:pt x="200602" y="4751"/>
                </a:cubicBezTo>
                <a:cubicBezTo>
                  <a:pt x="179586" y="12393"/>
                  <a:pt x="162392" y="27677"/>
                  <a:pt x="152839" y="48692"/>
                </a:cubicBezTo>
                <a:cubicBezTo>
                  <a:pt x="124182" y="31498"/>
                  <a:pt x="84062" y="37229"/>
                  <a:pt x="63046" y="67797"/>
                </a:cubicBezTo>
                <a:cubicBezTo>
                  <a:pt x="42031" y="98365"/>
                  <a:pt x="49673" y="136575"/>
                  <a:pt x="78330" y="157590"/>
                </a:cubicBezTo>
                <a:cubicBezTo>
                  <a:pt x="89793" y="163322"/>
                  <a:pt x="103167" y="167143"/>
                  <a:pt x="116540" y="167143"/>
                </a:cubicBezTo>
                <a:close/>
                <a:moveTo>
                  <a:pt x="343889" y="58245"/>
                </a:moveTo>
                <a:cubicBezTo>
                  <a:pt x="368725" y="58245"/>
                  <a:pt x="389740" y="79260"/>
                  <a:pt x="389740" y="104096"/>
                </a:cubicBezTo>
                <a:cubicBezTo>
                  <a:pt x="389740" y="128933"/>
                  <a:pt x="368725" y="149948"/>
                  <a:pt x="343889" y="149948"/>
                </a:cubicBezTo>
                <a:cubicBezTo>
                  <a:pt x="322873" y="149948"/>
                  <a:pt x="305679" y="136575"/>
                  <a:pt x="299947" y="117470"/>
                </a:cubicBezTo>
                <a:cubicBezTo>
                  <a:pt x="299947" y="117470"/>
                  <a:pt x="299947" y="115559"/>
                  <a:pt x="299947" y="115559"/>
                </a:cubicBezTo>
                <a:cubicBezTo>
                  <a:pt x="305679" y="104096"/>
                  <a:pt x="307589" y="92633"/>
                  <a:pt x="307589" y="81170"/>
                </a:cubicBezTo>
                <a:cubicBezTo>
                  <a:pt x="307589" y="81170"/>
                  <a:pt x="307589" y="79260"/>
                  <a:pt x="307589" y="77349"/>
                </a:cubicBezTo>
                <a:cubicBezTo>
                  <a:pt x="315231" y="65887"/>
                  <a:pt x="328605" y="58245"/>
                  <a:pt x="343889" y="58245"/>
                </a:cubicBezTo>
                <a:close/>
                <a:moveTo>
                  <a:pt x="225438" y="20035"/>
                </a:moveTo>
                <a:cubicBezTo>
                  <a:pt x="257916" y="20035"/>
                  <a:pt x="284663" y="44871"/>
                  <a:pt x="288484" y="77349"/>
                </a:cubicBezTo>
                <a:cubicBezTo>
                  <a:pt x="288484" y="79260"/>
                  <a:pt x="288484" y="81170"/>
                  <a:pt x="288484" y="83081"/>
                </a:cubicBezTo>
                <a:cubicBezTo>
                  <a:pt x="288484" y="117470"/>
                  <a:pt x="259827" y="144217"/>
                  <a:pt x="225438" y="144217"/>
                </a:cubicBezTo>
                <a:cubicBezTo>
                  <a:pt x="191049" y="144217"/>
                  <a:pt x="164302" y="115559"/>
                  <a:pt x="164302" y="81170"/>
                </a:cubicBezTo>
                <a:cubicBezTo>
                  <a:pt x="166213" y="46782"/>
                  <a:pt x="192960" y="20035"/>
                  <a:pt x="225438" y="20035"/>
                </a:cubicBezTo>
                <a:close/>
                <a:moveTo>
                  <a:pt x="116540" y="58245"/>
                </a:moveTo>
                <a:cubicBezTo>
                  <a:pt x="128003" y="58245"/>
                  <a:pt x="137555" y="62066"/>
                  <a:pt x="147108" y="69708"/>
                </a:cubicBezTo>
                <a:cubicBezTo>
                  <a:pt x="147108" y="73528"/>
                  <a:pt x="145197" y="77349"/>
                  <a:pt x="145197" y="81170"/>
                </a:cubicBezTo>
                <a:cubicBezTo>
                  <a:pt x="145197" y="96454"/>
                  <a:pt x="149018" y="109828"/>
                  <a:pt x="156660" y="123201"/>
                </a:cubicBezTo>
                <a:cubicBezTo>
                  <a:pt x="145197" y="146127"/>
                  <a:pt x="118450" y="155680"/>
                  <a:pt x="95525" y="144217"/>
                </a:cubicBezTo>
                <a:cubicBezTo>
                  <a:pt x="72599" y="132754"/>
                  <a:pt x="63046" y="106007"/>
                  <a:pt x="74509" y="83081"/>
                </a:cubicBezTo>
                <a:cubicBezTo>
                  <a:pt x="84062" y="67797"/>
                  <a:pt x="99346" y="58245"/>
                  <a:pt x="116540" y="5824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8" name="Graphic 117" descr="Child pigtails icon.">
            <a:extLst>
              <a:ext uri="{FF2B5EF4-FFF2-40B4-BE49-F238E27FC236}">
                <a16:creationId xmlns:a16="http://schemas.microsoft.com/office/drawing/2014/main" id="{D176EE6A-AEA0-493B-898A-2E8851E9BFC0}"/>
              </a:ext>
            </a:extLst>
          </p:cNvPr>
          <p:cNvSpPr>
            <a:spLocks noChangeAspect="1"/>
          </p:cNvSpPr>
          <p:nvPr/>
        </p:nvSpPr>
        <p:spPr>
          <a:xfrm>
            <a:off x="2171359" y="2355260"/>
            <a:ext cx="420308" cy="421263"/>
          </a:xfrm>
          <a:custGeom>
            <a:avLst/>
            <a:gdLst>
              <a:gd name="connsiteX0" fmla="*/ 277021 w 420308"/>
              <a:gd name="connsiteY0" fmla="*/ 230214 h 421263"/>
              <a:gd name="connsiteX1" fmla="*/ 143287 w 420308"/>
              <a:gd name="connsiteY1" fmla="*/ 230214 h 421263"/>
              <a:gd name="connsiteX2" fmla="*/ 0 w 420308"/>
              <a:gd name="connsiteY2" fmla="*/ 373501 h 421263"/>
              <a:gd name="connsiteX3" fmla="*/ 0 w 420308"/>
              <a:gd name="connsiteY3" fmla="*/ 402159 h 421263"/>
              <a:gd name="connsiteX4" fmla="*/ 19105 w 420308"/>
              <a:gd name="connsiteY4" fmla="*/ 421263 h 421263"/>
              <a:gd name="connsiteX5" fmla="*/ 401203 w 420308"/>
              <a:gd name="connsiteY5" fmla="*/ 421263 h 421263"/>
              <a:gd name="connsiteX6" fmla="*/ 420308 w 420308"/>
              <a:gd name="connsiteY6" fmla="*/ 402159 h 421263"/>
              <a:gd name="connsiteX7" fmla="*/ 420308 w 420308"/>
              <a:gd name="connsiteY7" fmla="*/ 373501 h 421263"/>
              <a:gd name="connsiteX8" fmla="*/ 277021 w 420308"/>
              <a:gd name="connsiteY8" fmla="*/ 230214 h 421263"/>
              <a:gd name="connsiteX9" fmla="*/ 275111 w 420308"/>
              <a:gd name="connsiteY9" fmla="*/ 268424 h 421263"/>
              <a:gd name="connsiteX10" fmla="*/ 250274 w 420308"/>
              <a:gd name="connsiteY10" fmla="*/ 306634 h 421263"/>
              <a:gd name="connsiteX11" fmla="*/ 223528 w 420308"/>
              <a:gd name="connsiteY11" fmla="*/ 297081 h 421263"/>
              <a:gd name="connsiteX12" fmla="*/ 263648 w 420308"/>
              <a:gd name="connsiteY12" fmla="*/ 249319 h 421263"/>
              <a:gd name="connsiteX13" fmla="*/ 265558 w 420308"/>
              <a:gd name="connsiteY13" fmla="*/ 249319 h 421263"/>
              <a:gd name="connsiteX14" fmla="*/ 275111 w 420308"/>
              <a:gd name="connsiteY14" fmla="*/ 268424 h 421263"/>
              <a:gd name="connsiteX15" fmla="*/ 145197 w 420308"/>
              <a:gd name="connsiteY15" fmla="*/ 268424 h 421263"/>
              <a:gd name="connsiteX16" fmla="*/ 154750 w 420308"/>
              <a:gd name="connsiteY16" fmla="*/ 249319 h 421263"/>
              <a:gd name="connsiteX17" fmla="*/ 156660 w 420308"/>
              <a:gd name="connsiteY17" fmla="*/ 249319 h 421263"/>
              <a:gd name="connsiteX18" fmla="*/ 196781 w 420308"/>
              <a:gd name="connsiteY18" fmla="*/ 297081 h 421263"/>
              <a:gd name="connsiteX19" fmla="*/ 170034 w 420308"/>
              <a:gd name="connsiteY19" fmla="*/ 306634 h 421263"/>
              <a:gd name="connsiteX20" fmla="*/ 145197 w 420308"/>
              <a:gd name="connsiteY20" fmla="*/ 268424 h 421263"/>
              <a:gd name="connsiteX21" fmla="*/ 210154 w 420308"/>
              <a:gd name="connsiteY21" fmla="*/ 281798 h 421263"/>
              <a:gd name="connsiteX22" fmla="*/ 177676 w 420308"/>
              <a:gd name="connsiteY22" fmla="*/ 249319 h 421263"/>
              <a:gd name="connsiteX23" fmla="*/ 242632 w 420308"/>
              <a:gd name="connsiteY23" fmla="*/ 249319 h 421263"/>
              <a:gd name="connsiteX24" fmla="*/ 210154 w 420308"/>
              <a:gd name="connsiteY24" fmla="*/ 281798 h 421263"/>
              <a:gd name="connsiteX25" fmla="*/ 210154 w 420308"/>
              <a:gd name="connsiteY25" fmla="*/ 281798 h 421263"/>
              <a:gd name="connsiteX26" fmla="*/ 19105 w 420308"/>
              <a:gd name="connsiteY26" fmla="*/ 402159 h 421263"/>
              <a:gd name="connsiteX27" fmla="*/ 19105 w 420308"/>
              <a:gd name="connsiteY27" fmla="*/ 383054 h 421263"/>
              <a:gd name="connsiteX28" fmla="*/ 76420 w 420308"/>
              <a:gd name="connsiteY28" fmla="*/ 383054 h 421263"/>
              <a:gd name="connsiteX29" fmla="*/ 76420 w 420308"/>
              <a:gd name="connsiteY29" fmla="*/ 402159 h 421263"/>
              <a:gd name="connsiteX30" fmla="*/ 19105 w 420308"/>
              <a:gd name="connsiteY30" fmla="*/ 402159 h 421263"/>
              <a:gd name="connsiteX31" fmla="*/ 95525 w 420308"/>
              <a:gd name="connsiteY31" fmla="*/ 402159 h 421263"/>
              <a:gd name="connsiteX32" fmla="*/ 95525 w 420308"/>
              <a:gd name="connsiteY32" fmla="*/ 344844 h 421263"/>
              <a:gd name="connsiteX33" fmla="*/ 76420 w 420308"/>
              <a:gd name="connsiteY33" fmla="*/ 344844 h 421263"/>
              <a:gd name="connsiteX34" fmla="*/ 76420 w 420308"/>
              <a:gd name="connsiteY34" fmla="*/ 363949 h 421263"/>
              <a:gd name="connsiteX35" fmla="*/ 19105 w 420308"/>
              <a:gd name="connsiteY35" fmla="*/ 363949 h 421263"/>
              <a:gd name="connsiteX36" fmla="*/ 131824 w 420308"/>
              <a:gd name="connsiteY36" fmla="*/ 249319 h 421263"/>
              <a:gd name="connsiteX37" fmla="*/ 128003 w 420308"/>
              <a:gd name="connsiteY37" fmla="*/ 264603 h 421263"/>
              <a:gd name="connsiteX38" fmla="*/ 168123 w 420308"/>
              <a:gd name="connsiteY38" fmla="*/ 325739 h 421263"/>
              <a:gd name="connsiteX39" fmla="*/ 177676 w 420308"/>
              <a:gd name="connsiteY39" fmla="*/ 325739 h 421263"/>
              <a:gd name="connsiteX40" fmla="*/ 212065 w 420308"/>
              <a:gd name="connsiteY40" fmla="*/ 312365 h 421263"/>
              <a:gd name="connsiteX41" fmla="*/ 246453 w 420308"/>
              <a:gd name="connsiteY41" fmla="*/ 327649 h 421263"/>
              <a:gd name="connsiteX42" fmla="*/ 256006 w 420308"/>
              <a:gd name="connsiteY42" fmla="*/ 327649 h 421263"/>
              <a:gd name="connsiteX43" fmla="*/ 296126 w 420308"/>
              <a:gd name="connsiteY43" fmla="*/ 266514 h 421263"/>
              <a:gd name="connsiteX44" fmla="*/ 290395 w 420308"/>
              <a:gd name="connsiteY44" fmla="*/ 251230 h 421263"/>
              <a:gd name="connsiteX45" fmla="*/ 403114 w 420308"/>
              <a:gd name="connsiteY45" fmla="*/ 365859 h 421263"/>
              <a:gd name="connsiteX46" fmla="*/ 345799 w 420308"/>
              <a:gd name="connsiteY46" fmla="*/ 365859 h 421263"/>
              <a:gd name="connsiteX47" fmla="*/ 345799 w 420308"/>
              <a:gd name="connsiteY47" fmla="*/ 346754 h 421263"/>
              <a:gd name="connsiteX48" fmla="*/ 326694 w 420308"/>
              <a:gd name="connsiteY48" fmla="*/ 346754 h 421263"/>
              <a:gd name="connsiteX49" fmla="*/ 326694 w 420308"/>
              <a:gd name="connsiteY49" fmla="*/ 404069 h 421263"/>
              <a:gd name="connsiteX50" fmla="*/ 95525 w 420308"/>
              <a:gd name="connsiteY50" fmla="*/ 404069 h 421263"/>
              <a:gd name="connsiteX51" fmla="*/ 343889 w 420308"/>
              <a:gd name="connsiteY51" fmla="*/ 402159 h 421263"/>
              <a:gd name="connsiteX52" fmla="*/ 343889 w 420308"/>
              <a:gd name="connsiteY52" fmla="*/ 383054 h 421263"/>
              <a:gd name="connsiteX53" fmla="*/ 401203 w 420308"/>
              <a:gd name="connsiteY53" fmla="*/ 383054 h 421263"/>
              <a:gd name="connsiteX54" fmla="*/ 401203 w 420308"/>
              <a:gd name="connsiteY54" fmla="*/ 402159 h 421263"/>
              <a:gd name="connsiteX55" fmla="*/ 343889 w 420308"/>
              <a:gd name="connsiteY55" fmla="*/ 402159 h 421263"/>
              <a:gd name="connsiteX56" fmla="*/ 116540 w 420308"/>
              <a:gd name="connsiteY56" fmla="*/ 155705 h 421263"/>
              <a:gd name="connsiteX57" fmla="*/ 257916 w 420308"/>
              <a:gd name="connsiteY57" fmla="*/ 199646 h 421263"/>
              <a:gd name="connsiteX58" fmla="*/ 301858 w 420308"/>
              <a:gd name="connsiteY58" fmla="*/ 155705 h 421263"/>
              <a:gd name="connsiteX59" fmla="*/ 351530 w 420308"/>
              <a:gd name="connsiteY59" fmla="*/ 172900 h 421263"/>
              <a:gd name="connsiteX60" fmla="*/ 382098 w 420308"/>
              <a:gd name="connsiteY60" fmla="*/ 172900 h 421263"/>
              <a:gd name="connsiteX61" fmla="*/ 378277 w 420308"/>
              <a:gd name="connsiteY61" fmla="*/ 159526 h 421263"/>
              <a:gd name="connsiteX62" fmla="*/ 366814 w 420308"/>
              <a:gd name="connsiteY62" fmla="*/ 85017 h 421263"/>
              <a:gd name="connsiteX63" fmla="*/ 366814 w 420308"/>
              <a:gd name="connsiteY63" fmla="*/ 77375 h 421263"/>
              <a:gd name="connsiteX64" fmla="*/ 341978 w 420308"/>
              <a:gd name="connsiteY64" fmla="*/ 21971 h 421263"/>
              <a:gd name="connsiteX65" fmla="*/ 263648 w 420308"/>
              <a:gd name="connsiteY65" fmla="*/ 14329 h 421263"/>
              <a:gd name="connsiteX66" fmla="*/ 158571 w 420308"/>
              <a:gd name="connsiteY66" fmla="*/ 14329 h 421263"/>
              <a:gd name="connsiteX67" fmla="*/ 78330 w 420308"/>
              <a:gd name="connsiteY67" fmla="*/ 21971 h 421263"/>
              <a:gd name="connsiteX68" fmla="*/ 53494 w 420308"/>
              <a:gd name="connsiteY68" fmla="*/ 77375 h 421263"/>
              <a:gd name="connsiteX69" fmla="*/ 53494 w 420308"/>
              <a:gd name="connsiteY69" fmla="*/ 85017 h 421263"/>
              <a:gd name="connsiteX70" fmla="*/ 42031 w 420308"/>
              <a:gd name="connsiteY70" fmla="*/ 159526 h 421263"/>
              <a:gd name="connsiteX71" fmla="*/ 38210 w 420308"/>
              <a:gd name="connsiteY71" fmla="*/ 172900 h 421263"/>
              <a:gd name="connsiteX72" fmla="*/ 68778 w 420308"/>
              <a:gd name="connsiteY72" fmla="*/ 172900 h 421263"/>
              <a:gd name="connsiteX73" fmla="*/ 116540 w 420308"/>
              <a:gd name="connsiteY73" fmla="*/ 155705 h 421263"/>
              <a:gd name="connsiteX74" fmla="*/ 198691 w 420308"/>
              <a:gd name="connsiteY74" fmla="*/ 21971 h 421263"/>
              <a:gd name="connsiteX75" fmla="*/ 124182 w 420308"/>
              <a:gd name="connsiteY75" fmla="*/ 100301 h 421263"/>
              <a:gd name="connsiteX76" fmla="*/ 198691 w 420308"/>
              <a:gd name="connsiteY76" fmla="*/ 21971 h 421263"/>
              <a:gd name="connsiteX77" fmla="*/ 294216 w 420308"/>
              <a:gd name="connsiteY77" fmla="*/ 100301 h 421263"/>
              <a:gd name="connsiteX78" fmla="*/ 217796 w 420308"/>
              <a:gd name="connsiteY78" fmla="*/ 20060 h 421263"/>
              <a:gd name="connsiteX79" fmla="*/ 294216 w 420308"/>
              <a:gd name="connsiteY79" fmla="*/ 100301 h 421263"/>
              <a:gd name="connsiteX80" fmla="*/ 294216 w 420308"/>
              <a:gd name="connsiteY80" fmla="*/ 100301 h 421263"/>
              <a:gd name="connsiteX81" fmla="*/ 210154 w 420308"/>
              <a:gd name="connsiteY81" fmla="*/ 192004 h 421263"/>
              <a:gd name="connsiteX82" fmla="*/ 126092 w 420308"/>
              <a:gd name="connsiteY82" fmla="*/ 125137 h 421263"/>
              <a:gd name="connsiteX83" fmla="*/ 126092 w 420308"/>
              <a:gd name="connsiteY83" fmla="*/ 125137 h 421263"/>
              <a:gd name="connsiteX84" fmla="*/ 126092 w 420308"/>
              <a:gd name="connsiteY84" fmla="*/ 119406 h 421263"/>
              <a:gd name="connsiteX85" fmla="*/ 210154 w 420308"/>
              <a:gd name="connsiteY85" fmla="*/ 58270 h 421263"/>
              <a:gd name="connsiteX86" fmla="*/ 294216 w 420308"/>
              <a:gd name="connsiteY86" fmla="*/ 119406 h 421263"/>
              <a:gd name="connsiteX87" fmla="*/ 296126 w 420308"/>
              <a:gd name="connsiteY87" fmla="*/ 119406 h 421263"/>
              <a:gd name="connsiteX88" fmla="*/ 210154 w 420308"/>
              <a:gd name="connsiteY88" fmla="*/ 192004 h 421263"/>
              <a:gd name="connsiteX89" fmla="*/ 330515 w 420308"/>
              <a:gd name="connsiteY89" fmla="*/ 39165 h 421263"/>
              <a:gd name="connsiteX90" fmla="*/ 347710 w 420308"/>
              <a:gd name="connsiteY90" fmla="*/ 77375 h 421263"/>
              <a:gd name="connsiteX91" fmla="*/ 347710 w 420308"/>
              <a:gd name="connsiteY91" fmla="*/ 85017 h 421263"/>
              <a:gd name="connsiteX92" fmla="*/ 355351 w 420308"/>
              <a:gd name="connsiteY92" fmla="*/ 153795 h 421263"/>
              <a:gd name="connsiteX93" fmla="*/ 351530 w 420308"/>
              <a:gd name="connsiteY93" fmla="*/ 153795 h 421263"/>
              <a:gd name="connsiteX94" fmla="*/ 313321 w 420308"/>
              <a:gd name="connsiteY94" fmla="*/ 125137 h 421263"/>
              <a:gd name="connsiteX95" fmla="*/ 315231 w 420308"/>
              <a:gd name="connsiteY95" fmla="*/ 106032 h 421263"/>
              <a:gd name="connsiteX96" fmla="*/ 282753 w 420308"/>
              <a:gd name="connsiteY96" fmla="*/ 31523 h 421263"/>
              <a:gd name="connsiteX97" fmla="*/ 330515 w 420308"/>
              <a:gd name="connsiteY97" fmla="*/ 39165 h 421263"/>
              <a:gd name="connsiteX98" fmla="*/ 72599 w 420308"/>
              <a:gd name="connsiteY98" fmla="*/ 85017 h 421263"/>
              <a:gd name="connsiteX99" fmla="*/ 72599 w 420308"/>
              <a:gd name="connsiteY99" fmla="*/ 77375 h 421263"/>
              <a:gd name="connsiteX100" fmla="*/ 89793 w 420308"/>
              <a:gd name="connsiteY100" fmla="*/ 39165 h 421263"/>
              <a:gd name="connsiteX101" fmla="*/ 137555 w 420308"/>
              <a:gd name="connsiteY101" fmla="*/ 31523 h 421263"/>
              <a:gd name="connsiteX102" fmla="*/ 105077 w 420308"/>
              <a:gd name="connsiteY102" fmla="*/ 107943 h 421263"/>
              <a:gd name="connsiteX103" fmla="*/ 106988 w 420308"/>
              <a:gd name="connsiteY103" fmla="*/ 128958 h 421263"/>
              <a:gd name="connsiteX104" fmla="*/ 68778 w 420308"/>
              <a:gd name="connsiteY104" fmla="*/ 155705 h 421263"/>
              <a:gd name="connsiteX105" fmla="*/ 64957 w 420308"/>
              <a:gd name="connsiteY105" fmla="*/ 155705 h 421263"/>
              <a:gd name="connsiteX106" fmla="*/ 72599 w 420308"/>
              <a:gd name="connsiteY106" fmla="*/ 85017 h 421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20308" h="421263">
                <a:moveTo>
                  <a:pt x="277021" y="230214"/>
                </a:moveTo>
                <a:lnTo>
                  <a:pt x="143287" y="230214"/>
                </a:lnTo>
                <a:cubicBezTo>
                  <a:pt x="64957" y="230214"/>
                  <a:pt x="0" y="295171"/>
                  <a:pt x="0" y="373501"/>
                </a:cubicBezTo>
                <a:lnTo>
                  <a:pt x="0" y="402159"/>
                </a:lnTo>
                <a:cubicBezTo>
                  <a:pt x="0" y="413621"/>
                  <a:pt x="7642" y="421263"/>
                  <a:pt x="19105" y="421263"/>
                </a:cubicBezTo>
                <a:lnTo>
                  <a:pt x="401203" y="421263"/>
                </a:lnTo>
                <a:cubicBezTo>
                  <a:pt x="412666" y="421263"/>
                  <a:pt x="420308" y="413621"/>
                  <a:pt x="420308" y="402159"/>
                </a:cubicBezTo>
                <a:lnTo>
                  <a:pt x="420308" y="373501"/>
                </a:lnTo>
                <a:cubicBezTo>
                  <a:pt x="420308" y="295171"/>
                  <a:pt x="355351" y="230214"/>
                  <a:pt x="277021" y="230214"/>
                </a:cubicBezTo>
                <a:close/>
                <a:moveTo>
                  <a:pt x="275111" y="268424"/>
                </a:moveTo>
                <a:cubicBezTo>
                  <a:pt x="278932" y="285619"/>
                  <a:pt x="267469" y="302813"/>
                  <a:pt x="250274" y="306634"/>
                </a:cubicBezTo>
                <a:cubicBezTo>
                  <a:pt x="240722" y="308544"/>
                  <a:pt x="229259" y="304723"/>
                  <a:pt x="223528" y="297081"/>
                </a:cubicBezTo>
                <a:cubicBezTo>
                  <a:pt x="244543" y="291350"/>
                  <a:pt x="261737" y="272245"/>
                  <a:pt x="263648" y="249319"/>
                </a:cubicBezTo>
                <a:lnTo>
                  <a:pt x="265558" y="249319"/>
                </a:lnTo>
                <a:cubicBezTo>
                  <a:pt x="269379" y="255051"/>
                  <a:pt x="273200" y="260782"/>
                  <a:pt x="275111" y="268424"/>
                </a:cubicBezTo>
                <a:close/>
                <a:moveTo>
                  <a:pt x="145197" y="268424"/>
                </a:moveTo>
                <a:cubicBezTo>
                  <a:pt x="147108" y="260782"/>
                  <a:pt x="149018" y="255051"/>
                  <a:pt x="154750" y="249319"/>
                </a:cubicBezTo>
                <a:lnTo>
                  <a:pt x="156660" y="249319"/>
                </a:lnTo>
                <a:cubicBezTo>
                  <a:pt x="158571" y="272245"/>
                  <a:pt x="173855" y="291350"/>
                  <a:pt x="196781" y="297081"/>
                </a:cubicBezTo>
                <a:cubicBezTo>
                  <a:pt x="189139" y="304723"/>
                  <a:pt x="179586" y="308544"/>
                  <a:pt x="170034" y="306634"/>
                </a:cubicBezTo>
                <a:cubicBezTo>
                  <a:pt x="152839" y="302813"/>
                  <a:pt x="143287" y="285619"/>
                  <a:pt x="145197" y="268424"/>
                </a:cubicBezTo>
                <a:close/>
                <a:moveTo>
                  <a:pt x="210154" y="281798"/>
                </a:moveTo>
                <a:cubicBezTo>
                  <a:pt x="192960" y="281798"/>
                  <a:pt x="177676" y="266514"/>
                  <a:pt x="177676" y="249319"/>
                </a:cubicBezTo>
                <a:lnTo>
                  <a:pt x="242632" y="249319"/>
                </a:lnTo>
                <a:cubicBezTo>
                  <a:pt x="240722" y="266514"/>
                  <a:pt x="227349" y="279887"/>
                  <a:pt x="210154" y="281798"/>
                </a:cubicBezTo>
                <a:lnTo>
                  <a:pt x="210154" y="281798"/>
                </a:lnTo>
                <a:close/>
                <a:moveTo>
                  <a:pt x="19105" y="402159"/>
                </a:moveTo>
                <a:lnTo>
                  <a:pt x="19105" y="383054"/>
                </a:lnTo>
                <a:lnTo>
                  <a:pt x="76420" y="383054"/>
                </a:lnTo>
                <a:lnTo>
                  <a:pt x="76420" y="402159"/>
                </a:lnTo>
                <a:lnTo>
                  <a:pt x="19105" y="402159"/>
                </a:lnTo>
                <a:close/>
                <a:moveTo>
                  <a:pt x="95525" y="402159"/>
                </a:moveTo>
                <a:lnTo>
                  <a:pt x="95525" y="344844"/>
                </a:lnTo>
                <a:lnTo>
                  <a:pt x="76420" y="344844"/>
                </a:lnTo>
                <a:lnTo>
                  <a:pt x="76420" y="363949"/>
                </a:lnTo>
                <a:lnTo>
                  <a:pt x="19105" y="363949"/>
                </a:lnTo>
                <a:cubicBezTo>
                  <a:pt x="22926" y="302813"/>
                  <a:pt x="70688" y="255051"/>
                  <a:pt x="131824" y="249319"/>
                </a:cubicBezTo>
                <a:cubicBezTo>
                  <a:pt x="129913" y="253140"/>
                  <a:pt x="128003" y="258872"/>
                  <a:pt x="128003" y="264603"/>
                </a:cubicBezTo>
                <a:cubicBezTo>
                  <a:pt x="122271" y="293260"/>
                  <a:pt x="139466" y="320007"/>
                  <a:pt x="168123" y="325739"/>
                </a:cubicBezTo>
                <a:cubicBezTo>
                  <a:pt x="171944" y="325739"/>
                  <a:pt x="173855" y="325739"/>
                  <a:pt x="177676" y="325739"/>
                </a:cubicBezTo>
                <a:cubicBezTo>
                  <a:pt x="191049" y="325739"/>
                  <a:pt x="202512" y="320007"/>
                  <a:pt x="212065" y="312365"/>
                </a:cubicBezTo>
                <a:cubicBezTo>
                  <a:pt x="221617" y="321918"/>
                  <a:pt x="233080" y="325739"/>
                  <a:pt x="246453" y="327649"/>
                </a:cubicBezTo>
                <a:cubicBezTo>
                  <a:pt x="250274" y="327649"/>
                  <a:pt x="252185" y="327649"/>
                  <a:pt x="256006" y="327649"/>
                </a:cubicBezTo>
                <a:cubicBezTo>
                  <a:pt x="282753" y="320007"/>
                  <a:pt x="301858" y="293260"/>
                  <a:pt x="296126" y="266514"/>
                </a:cubicBezTo>
                <a:cubicBezTo>
                  <a:pt x="294216" y="260782"/>
                  <a:pt x="294216" y="256961"/>
                  <a:pt x="290395" y="251230"/>
                </a:cubicBezTo>
                <a:cubicBezTo>
                  <a:pt x="351530" y="256961"/>
                  <a:pt x="399293" y="304723"/>
                  <a:pt x="403114" y="365859"/>
                </a:cubicBezTo>
                <a:lnTo>
                  <a:pt x="345799" y="365859"/>
                </a:lnTo>
                <a:lnTo>
                  <a:pt x="345799" y="346754"/>
                </a:lnTo>
                <a:lnTo>
                  <a:pt x="326694" y="346754"/>
                </a:lnTo>
                <a:lnTo>
                  <a:pt x="326694" y="404069"/>
                </a:lnTo>
                <a:lnTo>
                  <a:pt x="95525" y="404069"/>
                </a:lnTo>
                <a:close/>
                <a:moveTo>
                  <a:pt x="343889" y="402159"/>
                </a:moveTo>
                <a:lnTo>
                  <a:pt x="343889" y="383054"/>
                </a:lnTo>
                <a:lnTo>
                  <a:pt x="401203" y="383054"/>
                </a:lnTo>
                <a:lnTo>
                  <a:pt x="401203" y="402159"/>
                </a:lnTo>
                <a:lnTo>
                  <a:pt x="343889" y="402159"/>
                </a:lnTo>
                <a:close/>
                <a:moveTo>
                  <a:pt x="116540" y="155705"/>
                </a:moveTo>
                <a:cubicBezTo>
                  <a:pt x="143287" y="207288"/>
                  <a:pt x="206333" y="226393"/>
                  <a:pt x="257916" y="199646"/>
                </a:cubicBezTo>
                <a:cubicBezTo>
                  <a:pt x="277021" y="190094"/>
                  <a:pt x="292305" y="174810"/>
                  <a:pt x="301858" y="155705"/>
                </a:cubicBezTo>
                <a:cubicBezTo>
                  <a:pt x="315231" y="169079"/>
                  <a:pt x="332426" y="174810"/>
                  <a:pt x="351530" y="172900"/>
                </a:cubicBezTo>
                <a:lnTo>
                  <a:pt x="382098" y="172900"/>
                </a:lnTo>
                <a:lnTo>
                  <a:pt x="378277" y="159526"/>
                </a:lnTo>
                <a:cubicBezTo>
                  <a:pt x="368725" y="136600"/>
                  <a:pt x="364904" y="109853"/>
                  <a:pt x="366814" y="85017"/>
                </a:cubicBezTo>
                <a:lnTo>
                  <a:pt x="366814" y="77375"/>
                </a:lnTo>
                <a:cubicBezTo>
                  <a:pt x="368725" y="56360"/>
                  <a:pt x="359172" y="35344"/>
                  <a:pt x="341978" y="21971"/>
                </a:cubicBezTo>
                <a:cubicBezTo>
                  <a:pt x="317142" y="8597"/>
                  <a:pt x="290395" y="6687"/>
                  <a:pt x="263648" y="14329"/>
                </a:cubicBezTo>
                <a:cubicBezTo>
                  <a:pt x="231170" y="-4776"/>
                  <a:pt x="191049" y="-4776"/>
                  <a:pt x="158571" y="14329"/>
                </a:cubicBezTo>
                <a:cubicBezTo>
                  <a:pt x="131824" y="6687"/>
                  <a:pt x="103167" y="8597"/>
                  <a:pt x="78330" y="21971"/>
                </a:cubicBezTo>
                <a:cubicBezTo>
                  <a:pt x="61136" y="35344"/>
                  <a:pt x="51583" y="56360"/>
                  <a:pt x="53494" y="77375"/>
                </a:cubicBezTo>
                <a:lnTo>
                  <a:pt x="53494" y="85017"/>
                </a:lnTo>
                <a:cubicBezTo>
                  <a:pt x="55404" y="109853"/>
                  <a:pt x="51583" y="134690"/>
                  <a:pt x="42031" y="159526"/>
                </a:cubicBezTo>
                <a:lnTo>
                  <a:pt x="38210" y="172900"/>
                </a:lnTo>
                <a:lnTo>
                  <a:pt x="68778" y="172900"/>
                </a:lnTo>
                <a:cubicBezTo>
                  <a:pt x="85972" y="174810"/>
                  <a:pt x="105077" y="167168"/>
                  <a:pt x="116540" y="155705"/>
                </a:cubicBezTo>
                <a:close/>
                <a:moveTo>
                  <a:pt x="198691" y="21971"/>
                </a:moveTo>
                <a:cubicBezTo>
                  <a:pt x="194870" y="62091"/>
                  <a:pt x="164302" y="94569"/>
                  <a:pt x="124182" y="100301"/>
                </a:cubicBezTo>
                <a:cubicBezTo>
                  <a:pt x="128003" y="60180"/>
                  <a:pt x="158571" y="25792"/>
                  <a:pt x="198691" y="21971"/>
                </a:cubicBezTo>
                <a:close/>
                <a:moveTo>
                  <a:pt x="294216" y="100301"/>
                </a:moveTo>
                <a:cubicBezTo>
                  <a:pt x="254095" y="94569"/>
                  <a:pt x="221617" y="62091"/>
                  <a:pt x="217796" y="20060"/>
                </a:cubicBezTo>
                <a:cubicBezTo>
                  <a:pt x="259827" y="25792"/>
                  <a:pt x="292305" y="58270"/>
                  <a:pt x="294216" y="100301"/>
                </a:cubicBezTo>
                <a:lnTo>
                  <a:pt x="294216" y="100301"/>
                </a:lnTo>
                <a:close/>
                <a:moveTo>
                  <a:pt x="210154" y="192004"/>
                </a:moveTo>
                <a:cubicBezTo>
                  <a:pt x="170034" y="192004"/>
                  <a:pt x="135645" y="163347"/>
                  <a:pt x="126092" y="125137"/>
                </a:cubicBezTo>
                <a:lnTo>
                  <a:pt x="126092" y="125137"/>
                </a:lnTo>
                <a:cubicBezTo>
                  <a:pt x="126092" y="123227"/>
                  <a:pt x="126092" y="121316"/>
                  <a:pt x="126092" y="119406"/>
                </a:cubicBezTo>
                <a:cubicBezTo>
                  <a:pt x="162392" y="113674"/>
                  <a:pt x="192960" y="90748"/>
                  <a:pt x="210154" y="58270"/>
                </a:cubicBezTo>
                <a:cubicBezTo>
                  <a:pt x="227349" y="90748"/>
                  <a:pt x="257916" y="113674"/>
                  <a:pt x="294216" y="119406"/>
                </a:cubicBezTo>
                <a:lnTo>
                  <a:pt x="296126" y="119406"/>
                </a:lnTo>
                <a:cubicBezTo>
                  <a:pt x="288484" y="161437"/>
                  <a:pt x="252185" y="192004"/>
                  <a:pt x="210154" y="192004"/>
                </a:cubicBezTo>
                <a:close/>
                <a:moveTo>
                  <a:pt x="330515" y="39165"/>
                </a:moveTo>
                <a:cubicBezTo>
                  <a:pt x="341978" y="48718"/>
                  <a:pt x="347710" y="62091"/>
                  <a:pt x="347710" y="77375"/>
                </a:cubicBezTo>
                <a:lnTo>
                  <a:pt x="347710" y="85017"/>
                </a:lnTo>
                <a:cubicBezTo>
                  <a:pt x="345799" y="107943"/>
                  <a:pt x="349620" y="130869"/>
                  <a:pt x="355351" y="153795"/>
                </a:cubicBezTo>
                <a:lnTo>
                  <a:pt x="351530" y="153795"/>
                </a:lnTo>
                <a:cubicBezTo>
                  <a:pt x="319052" y="153795"/>
                  <a:pt x="313321" y="144242"/>
                  <a:pt x="313321" y="125137"/>
                </a:cubicBezTo>
                <a:cubicBezTo>
                  <a:pt x="315231" y="119406"/>
                  <a:pt x="315231" y="111764"/>
                  <a:pt x="315231" y="106032"/>
                </a:cubicBezTo>
                <a:cubicBezTo>
                  <a:pt x="315231" y="77375"/>
                  <a:pt x="303768" y="50628"/>
                  <a:pt x="282753" y="31523"/>
                </a:cubicBezTo>
                <a:cubicBezTo>
                  <a:pt x="299947" y="27702"/>
                  <a:pt x="317142" y="31523"/>
                  <a:pt x="330515" y="39165"/>
                </a:cubicBezTo>
                <a:close/>
                <a:moveTo>
                  <a:pt x="72599" y="85017"/>
                </a:moveTo>
                <a:lnTo>
                  <a:pt x="72599" y="77375"/>
                </a:lnTo>
                <a:cubicBezTo>
                  <a:pt x="72599" y="62091"/>
                  <a:pt x="78330" y="48718"/>
                  <a:pt x="89793" y="39165"/>
                </a:cubicBezTo>
                <a:cubicBezTo>
                  <a:pt x="103167" y="31523"/>
                  <a:pt x="120361" y="27702"/>
                  <a:pt x="137555" y="31523"/>
                </a:cubicBezTo>
                <a:cubicBezTo>
                  <a:pt x="116540" y="50628"/>
                  <a:pt x="105077" y="79285"/>
                  <a:pt x="105077" y="107943"/>
                </a:cubicBezTo>
                <a:cubicBezTo>
                  <a:pt x="105077" y="115585"/>
                  <a:pt x="105077" y="121316"/>
                  <a:pt x="106988" y="128958"/>
                </a:cubicBezTo>
                <a:cubicBezTo>
                  <a:pt x="106988" y="146153"/>
                  <a:pt x="99346" y="155705"/>
                  <a:pt x="68778" y="155705"/>
                </a:cubicBezTo>
                <a:lnTo>
                  <a:pt x="64957" y="155705"/>
                </a:lnTo>
                <a:cubicBezTo>
                  <a:pt x="72599" y="130869"/>
                  <a:pt x="74509" y="107943"/>
                  <a:pt x="72599" y="8501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9" name="Graphic 119" descr="Child short hair icon.">
            <a:extLst>
              <a:ext uri="{FF2B5EF4-FFF2-40B4-BE49-F238E27FC236}">
                <a16:creationId xmlns:a16="http://schemas.microsoft.com/office/drawing/2014/main" id="{F9876D97-4846-41DC-8F7A-A409317F1BCA}"/>
              </a:ext>
            </a:extLst>
          </p:cNvPr>
          <p:cNvSpPr>
            <a:spLocks noChangeAspect="1"/>
          </p:cNvSpPr>
          <p:nvPr/>
        </p:nvSpPr>
        <p:spPr>
          <a:xfrm>
            <a:off x="3406755" y="2356215"/>
            <a:ext cx="420308" cy="420308"/>
          </a:xfrm>
          <a:custGeom>
            <a:avLst/>
            <a:gdLst>
              <a:gd name="connsiteX0" fmla="*/ 210154 w 420308"/>
              <a:gd name="connsiteY0" fmla="*/ 210154 h 420308"/>
              <a:gd name="connsiteX1" fmla="*/ 315231 w 420308"/>
              <a:gd name="connsiteY1" fmla="*/ 105077 h 420308"/>
              <a:gd name="connsiteX2" fmla="*/ 210154 w 420308"/>
              <a:gd name="connsiteY2" fmla="*/ 0 h 420308"/>
              <a:gd name="connsiteX3" fmla="*/ 105077 w 420308"/>
              <a:gd name="connsiteY3" fmla="*/ 105077 h 420308"/>
              <a:gd name="connsiteX4" fmla="*/ 210154 w 420308"/>
              <a:gd name="connsiteY4" fmla="*/ 210154 h 420308"/>
              <a:gd name="connsiteX5" fmla="*/ 210154 w 420308"/>
              <a:gd name="connsiteY5" fmla="*/ 191049 h 420308"/>
              <a:gd name="connsiteX6" fmla="*/ 126092 w 420308"/>
              <a:gd name="connsiteY6" fmla="*/ 120361 h 420308"/>
              <a:gd name="connsiteX7" fmla="*/ 175765 w 420308"/>
              <a:gd name="connsiteY7" fmla="*/ 74509 h 420308"/>
              <a:gd name="connsiteX8" fmla="*/ 185318 w 420308"/>
              <a:gd name="connsiteY8" fmla="*/ 47762 h 420308"/>
              <a:gd name="connsiteX9" fmla="*/ 280842 w 420308"/>
              <a:gd name="connsiteY9" fmla="*/ 87883 h 420308"/>
              <a:gd name="connsiteX10" fmla="*/ 294216 w 420308"/>
              <a:gd name="connsiteY10" fmla="*/ 87883 h 420308"/>
              <a:gd name="connsiteX11" fmla="*/ 296126 w 420308"/>
              <a:gd name="connsiteY11" fmla="*/ 105077 h 420308"/>
              <a:gd name="connsiteX12" fmla="*/ 210154 w 420308"/>
              <a:gd name="connsiteY12" fmla="*/ 191049 h 420308"/>
              <a:gd name="connsiteX13" fmla="*/ 288484 w 420308"/>
              <a:gd name="connsiteY13" fmla="*/ 68778 h 420308"/>
              <a:gd name="connsiteX14" fmla="*/ 191049 w 420308"/>
              <a:gd name="connsiteY14" fmla="*/ 21015 h 420308"/>
              <a:gd name="connsiteX15" fmla="*/ 210154 w 420308"/>
              <a:gd name="connsiteY15" fmla="*/ 19105 h 420308"/>
              <a:gd name="connsiteX16" fmla="*/ 288484 w 420308"/>
              <a:gd name="connsiteY16" fmla="*/ 68778 h 420308"/>
              <a:gd name="connsiteX17" fmla="*/ 168123 w 420308"/>
              <a:gd name="connsiteY17" fmla="*/ 30568 h 420308"/>
              <a:gd name="connsiteX18" fmla="*/ 160481 w 420308"/>
              <a:gd name="connsiteY18" fmla="*/ 66867 h 420308"/>
              <a:gd name="connsiteX19" fmla="*/ 126092 w 420308"/>
              <a:gd name="connsiteY19" fmla="*/ 101256 h 420308"/>
              <a:gd name="connsiteX20" fmla="*/ 168123 w 420308"/>
              <a:gd name="connsiteY20" fmla="*/ 30568 h 420308"/>
              <a:gd name="connsiteX21" fmla="*/ 168123 w 420308"/>
              <a:gd name="connsiteY21" fmla="*/ 30568 h 420308"/>
              <a:gd name="connsiteX22" fmla="*/ 277021 w 420308"/>
              <a:gd name="connsiteY22" fmla="*/ 229259 h 420308"/>
              <a:gd name="connsiteX23" fmla="*/ 143287 w 420308"/>
              <a:gd name="connsiteY23" fmla="*/ 229259 h 420308"/>
              <a:gd name="connsiteX24" fmla="*/ 0 w 420308"/>
              <a:gd name="connsiteY24" fmla="*/ 372546 h 420308"/>
              <a:gd name="connsiteX25" fmla="*/ 0 w 420308"/>
              <a:gd name="connsiteY25" fmla="*/ 401203 h 420308"/>
              <a:gd name="connsiteX26" fmla="*/ 19105 w 420308"/>
              <a:gd name="connsiteY26" fmla="*/ 420308 h 420308"/>
              <a:gd name="connsiteX27" fmla="*/ 401203 w 420308"/>
              <a:gd name="connsiteY27" fmla="*/ 420308 h 420308"/>
              <a:gd name="connsiteX28" fmla="*/ 420308 w 420308"/>
              <a:gd name="connsiteY28" fmla="*/ 401203 h 420308"/>
              <a:gd name="connsiteX29" fmla="*/ 420308 w 420308"/>
              <a:gd name="connsiteY29" fmla="*/ 372546 h 420308"/>
              <a:gd name="connsiteX30" fmla="*/ 277021 w 420308"/>
              <a:gd name="connsiteY30" fmla="*/ 229259 h 420308"/>
              <a:gd name="connsiteX31" fmla="*/ 19105 w 420308"/>
              <a:gd name="connsiteY31" fmla="*/ 401203 h 420308"/>
              <a:gd name="connsiteX32" fmla="*/ 19105 w 420308"/>
              <a:gd name="connsiteY32" fmla="*/ 382098 h 420308"/>
              <a:gd name="connsiteX33" fmla="*/ 76420 w 420308"/>
              <a:gd name="connsiteY33" fmla="*/ 382098 h 420308"/>
              <a:gd name="connsiteX34" fmla="*/ 76420 w 420308"/>
              <a:gd name="connsiteY34" fmla="*/ 401203 h 420308"/>
              <a:gd name="connsiteX35" fmla="*/ 19105 w 420308"/>
              <a:gd name="connsiteY35" fmla="*/ 401203 h 420308"/>
              <a:gd name="connsiteX36" fmla="*/ 95525 w 420308"/>
              <a:gd name="connsiteY36" fmla="*/ 401203 h 420308"/>
              <a:gd name="connsiteX37" fmla="*/ 95525 w 420308"/>
              <a:gd name="connsiteY37" fmla="*/ 343889 h 420308"/>
              <a:gd name="connsiteX38" fmla="*/ 76420 w 420308"/>
              <a:gd name="connsiteY38" fmla="*/ 343889 h 420308"/>
              <a:gd name="connsiteX39" fmla="*/ 76420 w 420308"/>
              <a:gd name="connsiteY39" fmla="*/ 362993 h 420308"/>
              <a:gd name="connsiteX40" fmla="*/ 19105 w 420308"/>
              <a:gd name="connsiteY40" fmla="*/ 362993 h 420308"/>
              <a:gd name="connsiteX41" fmla="*/ 143287 w 420308"/>
              <a:gd name="connsiteY41" fmla="*/ 248364 h 420308"/>
              <a:gd name="connsiteX42" fmla="*/ 248364 w 420308"/>
              <a:gd name="connsiteY42" fmla="*/ 248364 h 420308"/>
              <a:gd name="connsiteX43" fmla="*/ 210154 w 420308"/>
              <a:gd name="connsiteY43" fmla="*/ 286574 h 420308"/>
              <a:gd name="connsiteX44" fmla="*/ 171944 w 420308"/>
              <a:gd name="connsiteY44" fmla="*/ 248364 h 420308"/>
              <a:gd name="connsiteX45" fmla="*/ 152839 w 420308"/>
              <a:gd name="connsiteY45" fmla="*/ 248364 h 420308"/>
              <a:gd name="connsiteX46" fmla="*/ 198691 w 420308"/>
              <a:gd name="connsiteY46" fmla="*/ 305679 h 420308"/>
              <a:gd name="connsiteX47" fmla="*/ 210154 w 420308"/>
              <a:gd name="connsiteY47" fmla="*/ 305679 h 420308"/>
              <a:gd name="connsiteX48" fmla="*/ 267469 w 420308"/>
              <a:gd name="connsiteY48" fmla="*/ 259827 h 420308"/>
              <a:gd name="connsiteX49" fmla="*/ 267469 w 420308"/>
              <a:gd name="connsiteY49" fmla="*/ 248364 h 420308"/>
              <a:gd name="connsiteX50" fmla="*/ 277021 w 420308"/>
              <a:gd name="connsiteY50" fmla="*/ 248364 h 420308"/>
              <a:gd name="connsiteX51" fmla="*/ 401203 w 420308"/>
              <a:gd name="connsiteY51" fmla="*/ 362993 h 420308"/>
              <a:gd name="connsiteX52" fmla="*/ 343889 w 420308"/>
              <a:gd name="connsiteY52" fmla="*/ 362993 h 420308"/>
              <a:gd name="connsiteX53" fmla="*/ 343889 w 420308"/>
              <a:gd name="connsiteY53" fmla="*/ 343889 h 420308"/>
              <a:gd name="connsiteX54" fmla="*/ 324784 w 420308"/>
              <a:gd name="connsiteY54" fmla="*/ 343889 h 420308"/>
              <a:gd name="connsiteX55" fmla="*/ 324784 w 420308"/>
              <a:gd name="connsiteY55" fmla="*/ 401203 h 420308"/>
              <a:gd name="connsiteX56" fmla="*/ 95525 w 420308"/>
              <a:gd name="connsiteY56" fmla="*/ 401203 h 420308"/>
              <a:gd name="connsiteX57" fmla="*/ 343889 w 420308"/>
              <a:gd name="connsiteY57" fmla="*/ 401203 h 420308"/>
              <a:gd name="connsiteX58" fmla="*/ 343889 w 420308"/>
              <a:gd name="connsiteY58" fmla="*/ 382098 h 420308"/>
              <a:gd name="connsiteX59" fmla="*/ 401203 w 420308"/>
              <a:gd name="connsiteY59" fmla="*/ 382098 h 420308"/>
              <a:gd name="connsiteX60" fmla="*/ 401203 w 420308"/>
              <a:gd name="connsiteY60" fmla="*/ 401203 h 420308"/>
              <a:gd name="connsiteX61" fmla="*/ 343889 w 420308"/>
              <a:gd name="connsiteY61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20308" h="420308">
                <a:moveTo>
                  <a:pt x="210154" y="210154"/>
                </a:moveTo>
                <a:cubicBezTo>
                  <a:pt x="267469" y="210154"/>
                  <a:pt x="315231" y="162392"/>
                  <a:pt x="315231" y="105077"/>
                </a:cubicBezTo>
                <a:cubicBezTo>
                  <a:pt x="315231" y="47762"/>
                  <a:pt x="26746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ubicBezTo>
                  <a:pt x="105077" y="162392"/>
                  <a:pt x="152839" y="210154"/>
                  <a:pt x="210154" y="210154"/>
                </a:cubicBezTo>
                <a:close/>
                <a:moveTo>
                  <a:pt x="210154" y="191049"/>
                </a:moveTo>
                <a:cubicBezTo>
                  <a:pt x="168123" y="191049"/>
                  <a:pt x="133734" y="160481"/>
                  <a:pt x="126092" y="120361"/>
                </a:cubicBezTo>
                <a:cubicBezTo>
                  <a:pt x="147108" y="112719"/>
                  <a:pt x="166213" y="95525"/>
                  <a:pt x="175765" y="74509"/>
                </a:cubicBezTo>
                <a:cubicBezTo>
                  <a:pt x="179586" y="66867"/>
                  <a:pt x="183407" y="57315"/>
                  <a:pt x="185318" y="47762"/>
                </a:cubicBezTo>
                <a:cubicBezTo>
                  <a:pt x="210154" y="74509"/>
                  <a:pt x="244543" y="87883"/>
                  <a:pt x="280842" y="87883"/>
                </a:cubicBezTo>
                <a:cubicBezTo>
                  <a:pt x="284663" y="87883"/>
                  <a:pt x="290395" y="87883"/>
                  <a:pt x="294216" y="87883"/>
                </a:cubicBezTo>
                <a:cubicBezTo>
                  <a:pt x="296126" y="93614"/>
                  <a:pt x="296126" y="99346"/>
                  <a:pt x="296126" y="105077"/>
                </a:cubicBezTo>
                <a:cubicBezTo>
                  <a:pt x="296126" y="152839"/>
                  <a:pt x="257916" y="191049"/>
                  <a:pt x="210154" y="191049"/>
                </a:cubicBezTo>
                <a:close/>
                <a:moveTo>
                  <a:pt x="288484" y="68778"/>
                </a:moveTo>
                <a:cubicBezTo>
                  <a:pt x="250274" y="72599"/>
                  <a:pt x="212065" y="53494"/>
                  <a:pt x="191049" y="21015"/>
                </a:cubicBezTo>
                <a:cubicBezTo>
                  <a:pt x="196781" y="21015"/>
                  <a:pt x="202512" y="19105"/>
                  <a:pt x="210154" y="19105"/>
                </a:cubicBezTo>
                <a:cubicBezTo>
                  <a:pt x="244543" y="19105"/>
                  <a:pt x="275111" y="38210"/>
                  <a:pt x="288484" y="68778"/>
                </a:cubicBezTo>
                <a:close/>
                <a:moveTo>
                  <a:pt x="168123" y="30568"/>
                </a:moveTo>
                <a:cubicBezTo>
                  <a:pt x="168123" y="43941"/>
                  <a:pt x="166213" y="55404"/>
                  <a:pt x="160481" y="66867"/>
                </a:cubicBezTo>
                <a:cubicBezTo>
                  <a:pt x="152839" y="82151"/>
                  <a:pt x="141376" y="93614"/>
                  <a:pt x="126092" y="101256"/>
                </a:cubicBezTo>
                <a:cubicBezTo>
                  <a:pt x="126092" y="70688"/>
                  <a:pt x="143287" y="45852"/>
                  <a:pt x="168123" y="30568"/>
                </a:cubicBezTo>
                <a:lnTo>
                  <a:pt x="168123" y="30568"/>
                </a:lnTo>
                <a:close/>
                <a:moveTo>
                  <a:pt x="277021" y="229259"/>
                </a:move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5351" y="229259"/>
                  <a:pt x="277021" y="229259"/>
                </a:cubicBezTo>
                <a:close/>
                <a:moveTo>
                  <a:pt x="19105" y="401203"/>
                </a:moveTo>
                <a:lnTo>
                  <a:pt x="19105" y="382098"/>
                </a:lnTo>
                <a:lnTo>
                  <a:pt x="76420" y="382098"/>
                </a:lnTo>
                <a:lnTo>
                  <a:pt x="76420" y="401203"/>
                </a:lnTo>
                <a:lnTo>
                  <a:pt x="19105" y="401203"/>
                </a:lnTo>
                <a:close/>
                <a:moveTo>
                  <a:pt x="95525" y="401203"/>
                </a:moveTo>
                <a:lnTo>
                  <a:pt x="95525" y="343889"/>
                </a:lnTo>
                <a:lnTo>
                  <a:pt x="76420" y="343889"/>
                </a:lnTo>
                <a:lnTo>
                  <a:pt x="76420" y="362993"/>
                </a:lnTo>
                <a:lnTo>
                  <a:pt x="19105" y="362993"/>
                </a:lnTo>
                <a:cubicBezTo>
                  <a:pt x="24836" y="298037"/>
                  <a:pt x="78330" y="248364"/>
                  <a:pt x="143287" y="248364"/>
                </a:cubicBezTo>
                <a:lnTo>
                  <a:pt x="248364" y="248364"/>
                </a:lnTo>
                <a:cubicBezTo>
                  <a:pt x="248364" y="275111"/>
                  <a:pt x="236901" y="286574"/>
                  <a:pt x="210154" y="286574"/>
                </a:cubicBezTo>
                <a:cubicBezTo>
                  <a:pt x="183407" y="286574"/>
                  <a:pt x="171944" y="275111"/>
                  <a:pt x="171944" y="248364"/>
                </a:cubicBezTo>
                <a:lnTo>
                  <a:pt x="152839" y="248364"/>
                </a:lnTo>
                <a:cubicBezTo>
                  <a:pt x="149018" y="277021"/>
                  <a:pt x="170034" y="301858"/>
                  <a:pt x="198691" y="305679"/>
                </a:cubicBezTo>
                <a:cubicBezTo>
                  <a:pt x="202512" y="305679"/>
                  <a:pt x="206333" y="305679"/>
                  <a:pt x="210154" y="305679"/>
                </a:cubicBezTo>
                <a:cubicBezTo>
                  <a:pt x="238811" y="309500"/>
                  <a:pt x="263648" y="288484"/>
                  <a:pt x="267469" y="259827"/>
                </a:cubicBezTo>
                <a:cubicBezTo>
                  <a:pt x="267469" y="256006"/>
                  <a:pt x="267469" y="252185"/>
                  <a:pt x="267469" y="248364"/>
                </a:cubicBezTo>
                <a:lnTo>
                  <a:pt x="277021" y="248364"/>
                </a:lnTo>
                <a:cubicBezTo>
                  <a:pt x="341978" y="248364"/>
                  <a:pt x="395472" y="298037"/>
                  <a:pt x="401203" y="362993"/>
                </a:cubicBezTo>
                <a:lnTo>
                  <a:pt x="343889" y="36299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95525" y="401203"/>
                </a:lnTo>
                <a:close/>
                <a:moveTo>
                  <a:pt x="343889" y="401203"/>
                </a:moveTo>
                <a:lnTo>
                  <a:pt x="343889" y="382098"/>
                </a:lnTo>
                <a:lnTo>
                  <a:pt x="401203" y="382098"/>
                </a:lnTo>
                <a:lnTo>
                  <a:pt x="401203" y="401203"/>
                </a:lnTo>
                <a:lnTo>
                  <a:pt x="343889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4" name="Graphic 165" descr="Pregnant person 1 icon.">
            <a:extLst>
              <a:ext uri="{FF2B5EF4-FFF2-40B4-BE49-F238E27FC236}">
                <a16:creationId xmlns:a16="http://schemas.microsoft.com/office/drawing/2014/main" id="{C8CBDB5B-AF90-4475-BEAE-DF9E16DEEE9A}"/>
              </a:ext>
            </a:extLst>
          </p:cNvPr>
          <p:cNvSpPr>
            <a:spLocks noChangeAspect="1"/>
          </p:cNvSpPr>
          <p:nvPr/>
        </p:nvSpPr>
        <p:spPr>
          <a:xfrm>
            <a:off x="4750757" y="2318005"/>
            <a:ext cx="197326" cy="458518"/>
          </a:xfrm>
          <a:custGeom>
            <a:avLst/>
            <a:gdLst>
              <a:gd name="connsiteX0" fmla="*/ 73348 w 197326"/>
              <a:gd name="connsiteY0" fmla="*/ 114630 h 458518"/>
              <a:gd name="connsiteX1" fmla="*/ 130663 w 197326"/>
              <a:gd name="connsiteY1" fmla="*/ 57315 h 458518"/>
              <a:gd name="connsiteX2" fmla="*/ 73348 w 197326"/>
              <a:gd name="connsiteY2" fmla="*/ 0 h 458518"/>
              <a:gd name="connsiteX3" fmla="*/ 16033 w 197326"/>
              <a:gd name="connsiteY3" fmla="*/ 57315 h 458518"/>
              <a:gd name="connsiteX4" fmla="*/ 73348 w 197326"/>
              <a:gd name="connsiteY4" fmla="*/ 114630 h 458518"/>
              <a:gd name="connsiteX5" fmla="*/ 73348 w 197326"/>
              <a:gd name="connsiteY5" fmla="*/ 19105 h 458518"/>
              <a:gd name="connsiteX6" fmla="*/ 111558 w 197326"/>
              <a:gd name="connsiteY6" fmla="*/ 57315 h 458518"/>
              <a:gd name="connsiteX7" fmla="*/ 73348 w 197326"/>
              <a:gd name="connsiteY7" fmla="*/ 95525 h 458518"/>
              <a:gd name="connsiteX8" fmla="*/ 35138 w 197326"/>
              <a:gd name="connsiteY8" fmla="*/ 57315 h 458518"/>
              <a:gd name="connsiteX9" fmla="*/ 73348 w 197326"/>
              <a:gd name="connsiteY9" fmla="*/ 19105 h 458518"/>
              <a:gd name="connsiteX10" fmla="*/ 193709 w 197326"/>
              <a:gd name="connsiteY10" fmla="*/ 223528 h 458518"/>
              <a:gd name="connsiteX11" fmla="*/ 159320 w 197326"/>
              <a:gd name="connsiteY11" fmla="*/ 177676 h 458518"/>
              <a:gd name="connsiteX12" fmla="*/ 153589 w 197326"/>
              <a:gd name="connsiteY12" fmla="*/ 171944 h 458518"/>
              <a:gd name="connsiteX13" fmla="*/ 123021 w 197326"/>
              <a:gd name="connsiteY13" fmla="*/ 141376 h 458518"/>
              <a:gd name="connsiteX14" fmla="*/ 84811 w 197326"/>
              <a:gd name="connsiteY14" fmla="*/ 124182 h 458518"/>
              <a:gd name="connsiteX15" fmla="*/ 71438 w 197326"/>
              <a:gd name="connsiteY15" fmla="*/ 124182 h 458518"/>
              <a:gd name="connsiteX16" fmla="*/ 33228 w 197326"/>
              <a:gd name="connsiteY16" fmla="*/ 143287 h 458518"/>
              <a:gd name="connsiteX17" fmla="*/ 25586 w 197326"/>
              <a:gd name="connsiteY17" fmla="*/ 168123 h 458518"/>
              <a:gd name="connsiteX18" fmla="*/ 25586 w 197326"/>
              <a:gd name="connsiteY18" fmla="*/ 234990 h 458518"/>
              <a:gd name="connsiteX19" fmla="*/ 25586 w 197326"/>
              <a:gd name="connsiteY19" fmla="*/ 236901 h 458518"/>
              <a:gd name="connsiteX20" fmla="*/ 749 w 197326"/>
              <a:gd name="connsiteY20" fmla="*/ 319052 h 458518"/>
              <a:gd name="connsiteX21" fmla="*/ 4570 w 197326"/>
              <a:gd name="connsiteY21" fmla="*/ 336247 h 458518"/>
              <a:gd name="connsiteX22" fmla="*/ 19854 w 197326"/>
              <a:gd name="connsiteY22" fmla="*/ 343889 h 458518"/>
              <a:gd name="connsiteX23" fmla="*/ 44691 w 197326"/>
              <a:gd name="connsiteY23" fmla="*/ 343889 h 458518"/>
              <a:gd name="connsiteX24" fmla="*/ 44691 w 197326"/>
              <a:gd name="connsiteY24" fmla="*/ 439413 h 458518"/>
              <a:gd name="connsiteX25" fmla="*/ 63796 w 197326"/>
              <a:gd name="connsiteY25" fmla="*/ 458518 h 458518"/>
              <a:gd name="connsiteX26" fmla="*/ 111558 w 197326"/>
              <a:gd name="connsiteY26" fmla="*/ 458518 h 458518"/>
              <a:gd name="connsiteX27" fmla="*/ 130663 w 197326"/>
              <a:gd name="connsiteY27" fmla="*/ 439413 h 458518"/>
              <a:gd name="connsiteX28" fmla="*/ 130663 w 197326"/>
              <a:gd name="connsiteY28" fmla="*/ 420308 h 458518"/>
              <a:gd name="connsiteX29" fmla="*/ 111558 w 197326"/>
              <a:gd name="connsiteY29" fmla="*/ 401203 h 458518"/>
              <a:gd name="connsiteX30" fmla="*/ 111558 w 197326"/>
              <a:gd name="connsiteY30" fmla="*/ 343889 h 458518"/>
              <a:gd name="connsiteX31" fmla="*/ 147857 w 197326"/>
              <a:gd name="connsiteY31" fmla="*/ 343889 h 458518"/>
              <a:gd name="connsiteX32" fmla="*/ 163141 w 197326"/>
              <a:gd name="connsiteY32" fmla="*/ 336247 h 458518"/>
              <a:gd name="connsiteX33" fmla="*/ 166962 w 197326"/>
              <a:gd name="connsiteY33" fmla="*/ 319052 h 458518"/>
              <a:gd name="connsiteX34" fmla="*/ 163141 w 197326"/>
              <a:gd name="connsiteY34" fmla="*/ 301858 h 458518"/>
              <a:gd name="connsiteX35" fmla="*/ 170783 w 197326"/>
              <a:gd name="connsiteY35" fmla="*/ 298037 h 458518"/>
              <a:gd name="connsiteX36" fmla="*/ 193709 w 197326"/>
              <a:gd name="connsiteY36" fmla="*/ 267469 h 458518"/>
              <a:gd name="connsiteX37" fmla="*/ 193709 w 197326"/>
              <a:gd name="connsiteY37" fmla="*/ 223528 h 458518"/>
              <a:gd name="connsiteX38" fmla="*/ 174604 w 197326"/>
              <a:gd name="connsiteY38" fmla="*/ 263648 h 458518"/>
              <a:gd name="connsiteX39" fmla="*/ 159320 w 197326"/>
              <a:gd name="connsiteY39" fmla="*/ 284663 h 458518"/>
              <a:gd name="connsiteX40" fmla="*/ 149768 w 197326"/>
              <a:gd name="connsiteY40" fmla="*/ 286574 h 458518"/>
              <a:gd name="connsiteX41" fmla="*/ 138305 w 197326"/>
              <a:gd name="connsiteY41" fmla="*/ 286574 h 458518"/>
              <a:gd name="connsiteX42" fmla="*/ 147857 w 197326"/>
              <a:gd name="connsiteY42" fmla="*/ 324784 h 458518"/>
              <a:gd name="connsiteX43" fmla="*/ 94364 w 197326"/>
              <a:gd name="connsiteY43" fmla="*/ 324784 h 458518"/>
              <a:gd name="connsiteX44" fmla="*/ 94364 w 197326"/>
              <a:gd name="connsiteY44" fmla="*/ 420308 h 458518"/>
              <a:gd name="connsiteX45" fmla="*/ 113469 w 197326"/>
              <a:gd name="connsiteY45" fmla="*/ 420308 h 458518"/>
              <a:gd name="connsiteX46" fmla="*/ 113469 w 197326"/>
              <a:gd name="connsiteY46" fmla="*/ 439413 h 458518"/>
              <a:gd name="connsiteX47" fmla="*/ 63796 w 197326"/>
              <a:gd name="connsiteY47" fmla="*/ 439413 h 458518"/>
              <a:gd name="connsiteX48" fmla="*/ 63796 w 197326"/>
              <a:gd name="connsiteY48" fmla="*/ 324784 h 458518"/>
              <a:gd name="connsiteX49" fmla="*/ 19854 w 197326"/>
              <a:gd name="connsiteY49" fmla="*/ 324784 h 458518"/>
              <a:gd name="connsiteX50" fmla="*/ 40870 w 197326"/>
              <a:gd name="connsiteY50" fmla="*/ 254095 h 458518"/>
              <a:gd name="connsiteX51" fmla="*/ 90543 w 197326"/>
              <a:gd name="connsiteY51" fmla="*/ 290395 h 458518"/>
              <a:gd name="connsiteX52" fmla="*/ 115379 w 197326"/>
              <a:gd name="connsiteY52" fmla="*/ 288484 h 458518"/>
              <a:gd name="connsiteX53" fmla="*/ 130663 w 197326"/>
              <a:gd name="connsiteY53" fmla="*/ 273200 h 458518"/>
              <a:gd name="connsiteX54" fmla="*/ 136394 w 197326"/>
              <a:gd name="connsiteY54" fmla="*/ 257916 h 458518"/>
              <a:gd name="connsiteX55" fmla="*/ 128752 w 197326"/>
              <a:gd name="connsiteY55" fmla="*/ 244543 h 458518"/>
              <a:gd name="connsiteX56" fmla="*/ 82901 w 197326"/>
              <a:gd name="connsiteY56" fmla="*/ 206333 h 458518"/>
              <a:gd name="connsiteX57" fmla="*/ 82901 w 197326"/>
              <a:gd name="connsiteY57" fmla="*/ 181497 h 458518"/>
              <a:gd name="connsiteX58" fmla="*/ 63796 w 197326"/>
              <a:gd name="connsiteY58" fmla="*/ 181497 h 458518"/>
              <a:gd name="connsiteX59" fmla="*/ 63796 w 197326"/>
              <a:gd name="connsiteY59" fmla="*/ 206333 h 458518"/>
              <a:gd name="connsiteX60" fmla="*/ 71438 w 197326"/>
              <a:gd name="connsiteY60" fmla="*/ 221617 h 458518"/>
              <a:gd name="connsiteX61" fmla="*/ 117289 w 197326"/>
              <a:gd name="connsiteY61" fmla="*/ 259827 h 458518"/>
              <a:gd name="connsiteX62" fmla="*/ 102006 w 197326"/>
              <a:gd name="connsiteY62" fmla="*/ 275111 h 458518"/>
              <a:gd name="connsiteX63" fmla="*/ 44691 w 197326"/>
              <a:gd name="connsiteY63" fmla="*/ 233080 h 458518"/>
              <a:gd name="connsiteX64" fmla="*/ 44691 w 197326"/>
              <a:gd name="connsiteY64" fmla="*/ 181497 h 458518"/>
              <a:gd name="connsiteX65" fmla="*/ 44691 w 197326"/>
              <a:gd name="connsiteY65" fmla="*/ 168123 h 458518"/>
              <a:gd name="connsiteX66" fmla="*/ 48512 w 197326"/>
              <a:gd name="connsiteY66" fmla="*/ 154750 h 458518"/>
              <a:gd name="connsiteX67" fmla="*/ 71438 w 197326"/>
              <a:gd name="connsiteY67" fmla="*/ 143287 h 458518"/>
              <a:gd name="connsiteX68" fmla="*/ 84811 w 197326"/>
              <a:gd name="connsiteY68" fmla="*/ 143287 h 458518"/>
              <a:gd name="connsiteX69" fmla="*/ 107737 w 197326"/>
              <a:gd name="connsiteY69" fmla="*/ 154750 h 458518"/>
              <a:gd name="connsiteX70" fmla="*/ 140215 w 197326"/>
              <a:gd name="connsiteY70" fmla="*/ 185318 h 458518"/>
              <a:gd name="connsiteX71" fmla="*/ 145947 w 197326"/>
              <a:gd name="connsiteY71" fmla="*/ 191049 h 458518"/>
              <a:gd name="connsiteX72" fmla="*/ 176515 w 197326"/>
              <a:gd name="connsiteY72" fmla="*/ 229259 h 458518"/>
              <a:gd name="connsiteX73" fmla="*/ 174604 w 197326"/>
              <a:gd name="connsiteY73" fmla="*/ 263648 h 458518"/>
              <a:gd name="connsiteX74" fmla="*/ 174604 w 197326"/>
              <a:gd name="connsiteY74" fmla="*/ 263648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97326" h="458518">
                <a:moveTo>
                  <a:pt x="73348" y="114630"/>
                </a:moveTo>
                <a:cubicBezTo>
                  <a:pt x="105827" y="114630"/>
                  <a:pt x="130663" y="89793"/>
                  <a:pt x="130663" y="57315"/>
                </a:cubicBezTo>
                <a:cubicBezTo>
                  <a:pt x="130663" y="24836"/>
                  <a:pt x="105827" y="0"/>
                  <a:pt x="73348" y="0"/>
                </a:cubicBezTo>
                <a:cubicBezTo>
                  <a:pt x="40870" y="0"/>
                  <a:pt x="16033" y="24836"/>
                  <a:pt x="16033" y="57315"/>
                </a:cubicBezTo>
                <a:cubicBezTo>
                  <a:pt x="16033" y="89793"/>
                  <a:pt x="40870" y="114630"/>
                  <a:pt x="73348" y="114630"/>
                </a:cubicBezTo>
                <a:close/>
                <a:moveTo>
                  <a:pt x="73348" y="19105"/>
                </a:moveTo>
                <a:cubicBezTo>
                  <a:pt x="94364" y="19105"/>
                  <a:pt x="111558" y="36299"/>
                  <a:pt x="111558" y="57315"/>
                </a:cubicBezTo>
                <a:cubicBezTo>
                  <a:pt x="111558" y="78330"/>
                  <a:pt x="94364" y="95525"/>
                  <a:pt x="73348" y="95525"/>
                </a:cubicBezTo>
                <a:cubicBezTo>
                  <a:pt x="52333" y="95525"/>
                  <a:pt x="35138" y="78330"/>
                  <a:pt x="35138" y="57315"/>
                </a:cubicBezTo>
                <a:cubicBezTo>
                  <a:pt x="35138" y="36299"/>
                  <a:pt x="52333" y="19105"/>
                  <a:pt x="73348" y="19105"/>
                </a:cubicBezTo>
                <a:close/>
                <a:moveTo>
                  <a:pt x="193709" y="223528"/>
                </a:moveTo>
                <a:cubicBezTo>
                  <a:pt x="186067" y="206333"/>
                  <a:pt x="174604" y="189139"/>
                  <a:pt x="159320" y="177676"/>
                </a:cubicBezTo>
                <a:lnTo>
                  <a:pt x="153589" y="171944"/>
                </a:lnTo>
                <a:cubicBezTo>
                  <a:pt x="144036" y="162392"/>
                  <a:pt x="134484" y="152839"/>
                  <a:pt x="123021" y="141376"/>
                </a:cubicBezTo>
                <a:cubicBezTo>
                  <a:pt x="113469" y="129913"/>
                  <a:pt x="100095" y="124182"/>
                  <a:pt x="84811" y="124182"/>
                </a:cubicBezTo>
                <a:lnTo>
                  <a:pt x="71438" y="124182"/>
                </a:lnTo>
                <a:cubicBezTo>
                  <a:pt x="56154" y="124182"/>
                  <a:pt x="42780" y="131824"/>
                  <a:pt x="33228" y="143287"/>
                </a:cubicBezTo>
                <a:cubicBezTo>
                  <a:pt x="27496" y="150929"/>
                  <a:pt x="25586" y="158571"/>
                  <a:pt x="25586" y="168123"/>
                </a:cubicBezTo>
                <a:lnTo>
                  <a:pt x="25586" y="234990"/>
                </a:lnTo>
                <a:cubicBezTo>
                  <a:pt x="25586" y="234990"/>
                  <a:pt x="25586" y="236901"/>
                  <a:pt x="25586" y="236901"/>
                </a:cubicBezTo>
                <a:lnTo>
                  <a:pt x="749" y="319052"/>
                </a:lnTo>
                <a:cubicBezTo>
                  <a:pt x="-1161" y="324784"/>
                  <a:pt x="749" y="330515"/>
                  <a:pt x="4570" y="336247"/>
                </a:cubicBezTo>
                <a:cubicBezTo>
                  <a:pt x="8391" y="341978"/>
                  <a:pt x="14123" y="343889"/>
                  <a:pt x="19854" y="343889"/>
                </a:cubicBezTo>
                <a:lnTo>
                  <a:pt x="44691" y="343889"/>
                </a:lnTo>
                <a:lnTo>
                  <a:pt x="44691" y="439413"/>
                </a:lnTo>
                <a:cubicBezTo>
                  <a:pt x="44691" y="450876"/>
                  <a:pt x="52333" y="458518"/>
                  <a:pt x="63796" y="458518"/>
                </a:cubicBezTo>
                <a:lnTo>
                  <a:pt x="111558" y="458518"/>
                </a:lnTo>
                <a:cubicBezTo>
                  <a:pt x="123021" y="458518"/>
                  <a:pt x="130663" y="450876"/>
                  <a:pt x="130663" y="439413"/>
                </a:cubicBezTo>
                <a:lnTo>
                  <a:pt x="130663" y="420308"/>
                </a:lnTo>
                <a:cubicBezTo>
                  <a:pt x="130663" y="408845"/>
                  <a:pt x="123021" y="401203"/>
                  <a:pt x="111558" y="401203"/>
                </a:cubicBezTo>
                <a:lnTo>
                  <a:pt x="111558" y="343889"/>
                </a:lnTo>
                <a:lnTo>
                  <a:pt x="147857" y="343889"/>
                </a:lnTo>
                <a:cubicBezTo>
                  <a:pt x="153589" y="343889"/>
                  <a:pt x="159320" y="341978"/>
                  <a:pt x="163141" y="336247"/>
                </a:cubicBezTo>
                <a:cubicBezTo>
                  <a:pt x="166962" y="332426"/>
                  <a:pt x="168873" y="324784"/>
                  <a:pt x="166962" y="319052"/>
                </a:cubicBezTo>
                <a:lnTo>
                  <a:pt x="163141" y="301858"/>
                </a:lnTo>
                <a:cubicBezTo>
                  <a:pt x="166962" y="301858"/>
                  <a:pt x="168873" y="299947"/>
                  <a:pt x="170783" y="298037"/>
                </a:cubicBezTo>
                <a:cubicBezTo>
                  <a:pt x="182246" y="290395"/>
                  <a:pt x="189888" y="278932"/>
                  <a:pt x="193709" y="267469"/>
                </a:cubicBezTo>
                <a:cubicBezTo>
                  <a:pt x="197530" y="254095"/>
                  <a:pt x="199441" y="238811"/>
                  <a:pt x="193709" y="223528"/>
                </a:cubicBezTo>
                <a:close/>
                <a:moveTo>
                  <a:pt x="174604" y="263648"/>
                </a:moveTo>
                <a:cubicBezTo>
                  <a:pt x="172694" y="271290"/>
                  <a:pt x="166962" y="278932"/>
                  <a:pt x="159320" y="284663"/>
                </a:cubicBezTo>
                <a:cubicBezTo>
                  <a:pt x="155499" y="286574"/>
                  <a:pt x="151678" y="286574"/>
                  <a:pt x="149768" y="286574"/>
                </a:cubicBezTo>
                <a:lnTo>
                  <a:pt x="138305" y="286574"/>
                </a:lnTo>
                <a:lnTo>
                  <a:pt x="147857" y="324784"/>
                </a:lnTo>
                <a:lnTo>
                  <a:pt x="94364" y="324784"/>
                </a:lnTo>
                <a:lnTo>
                  <a:pt x="94364" y="420308"/>
                </a:lnTo>
                <a:lnTo>
                  <a:pt x="113469" y="420308"/>
                </a:lnTo>
                <a:lnTo>
                  <a:pt x="113469" y="439413"/>
                </a:lnTo>
                <a:lnTo>
                  <a:pt x="63796" y="439413"/>
                </a:lnTo>
                <a:lnTo>
                  <a:pt x="63796" y="324784"/>
                </a:lnTo>
                <a:lnTo>
                  <a:pt x="19854" y="324784"/>
                </a:lnTo>
                <a:lnTo>
                  <a:pt x="40870" y="254095"/>
                </a:lnTo>
                <a:lnTo>
                  <a:pt x="90543" y="290395"/>
                </a:lnTo>
                <a:cubicBezTo>
                  <a:pt x="98185" y="296126"/>
                  <a:pt x="107737" y="294216"/>
                  <a:pt x="115379" y="288484"/>
                </a:cubicBezTo>
                <a:lnTo>
                  <a:pt x="130663" y="273200"/>
                </a:lnTo>
                <a:cubicBezTo>
                  <a:pt x="134484" y="269379"/>
                  <a:pt x="136394" y="263648"/>
                  <a:pt x="136394" y="257916"/>
                </a:cubicBezTo>
                <a:cubicBezTo>
                  <a:pt x="136394" y="252185"/>
                  <a:pt x="134484" y="248364"/>
                  <a:pt x="128752" y="244543"/>
                </a:cubicBezTo>
                <a:lnTo>
                  <a:pt x="82901" y="206333"/>
                </a:lnTo>
                <a:lnTo>
                  <a:pt x="82901" y="181497"/>
                </a:lnTo>
                <a:lnTo>
                  <a:pt x="63796" y="181497"/>
                </a:lnTo>
                <a:lnTo>
                  <a:pt x="63796" y="206333"/>
                </a:lnTo>
                <a:cubicBezTo>
                  <a:pt x="63796" y="212065"/>
                  <a:pt x="65706" y="217796"/>
                  <a:pt x="71438" y="221617"/>
                </a:cubicBezTo>
                <a:lnTo>
                  <a:pt x="117289" y="259827"/>
                </a:lnTo>
                <a:lnTo>
                  <a:pt x="102006" y="275111"/>
                </a:lnTo>
                <a:lnTo>
                  <a:pt x="44691" y="233080"/>
                </a:lnTo>
                <a:lnTo>
                  <a:pt x="44691" y="181497"/>
                </a:lnTo>
                <a:lnTo>
                  <a:pt x="44691" y="168123"/>
                </a:lnTo>
                <a:cubicBezTo>
                  <a:pt x="44691" y="162392"/>
                  <a:pt x="46601" y="158571"/>
                  <a:pt x="48512" y="154750"/>
                </a:cubicBezTo>
                <a:cubicBezTo>
                  <a:pt x="54243" y="147108"/>
                  <a:pt x="61885" y="143287"/>
                  <a:pt x="71438" y="143287"/>
                </a:cubicBezTo>
                <a:lnTo>
                  <a:pt x="84811" y="143287"/>
                </a:lnTo>
                <a:cubicBezTo>
                  <a:pt x="94364" y="143287"/>
                  <a:pt x="102006" y="147108"/>
                  <a:pt x="107737" y="154750"/>
                </a:cubicBezTo>
                <a:lnTo>
                  <a:pt x="140215" y="185318"/>
                </a:lnTo>
                <a:lnTo>
                  <a:pt x="145947" y="191049"/>
                </a:lnTo>
                <a:cubicBezTo>
                  <a:pt x="159320" y="200602"/>
                  <a:pt x="168873" y="213975"/>
                  <a:pt x="176515" y="229259"/>
                </a:cubicBezTo>
                <a:cubicBezTo>
                  <a:pt x="180336" y="240722"/>
                  <a:pt x="178425" y="252185"/>
                  <a:pt x="174604" y="263648"/>
                </a:cubicBezTo>
                <a:lnTo>
                  <a:pt x="174604" y="26364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7" name="Graphic 166" descr="Pregnant person 2 icon.">
            <a:extLst>
              <a:ext uri="{FF2B5EF4-FFF2-40B4-BE49-F238E27FC236}">
                <a16:creationId xmlns:a16="http://schemas.microsoft.com/office/drawing/2014/main" id="{96404164-E4AD-4117-BFAF-9E102A74E1F4}"/>
              </a:ext>
            </a:extLst>
          </p:cNvPr>
          <p:cNvSpPr>
            <a:spLocks noChangeAspect="1"/>
          </p:cNvSpPr>
          <p:nvPr/>
        </p:nvSpPr>
        <p:spPr>
          <a:xfrm>
            <a:off x="5985713" y="2318005"/>
            <a:ext cx="181651" cy="458518"/>
          </a:xfrm>
          <a:custGeom>
            <a:avLst/>
            <a:gdLst>
              <a:gd name="connsiteX0" fmla="*/ 57315 w 181651"/>
              <a:gd name="connsiteY0" fmla="*/ 114630 h 458518"/>
              <a:gd name="connsiteX1" fmla="*/ 114630 w 181651"/>
              <a:gd name="connsiteY1" fmla="*/ 57315 h 458518"/>
              <a:gd name="connsiteX2" fmla="*/ 57315 w 181651"/>
              <a:gd name="connsiteY2" fmla="*/ 0 h 458518"/>
              <a:gd name="connsiteX3" fmla="*/ 0 w 181651"/>
              <a:gd name="connsiteY3" fmla="*/ 57315 h 458518"/>
              <a:gd name="connsiteX4" fmla="*/ 57315 w 181651"/>
              <a:gd name="connsiteY4" fmla="*/ 114630 h 458518"/>
              <a:gd name="connsiteX5" fmla="*/ 57315 w 181651"/>
              <a:gd name="connsiteY5" fmla="*/ 19105 h 458518"/>
              <a:gd name="connsiteX6" fmla="*/ 95525 w 181651"/>
              <a:gd name="connsiteY6" fmla="*/ 57315 h 458518"/>
              <a:gd name="connsiteX7" fmla="*/ 57315 w 181651"/>
              <a:gd name="connsiteY7" fmla="*/ 95525 h 458518"/>
              <a:gd name="connsiteX8" fmla="*/ 19105 w 181651"/>
              <a:gd name="connsiteY8" fmla="*/ 57315 h 458518"/>
              <a:gd name="connsiteX9" fmla="*/ 57315 w 181651"/>
              <a:gd name="connsiteY9" fmla="*/ 19105 h 458518"/>
              <a:gd name="connsiteX10" fmla="*/ 177676 w 181651"/>
              <a:gd name="connsiteY10" fmla="*/ 223528 h 458518"/>
              <a:gd name="connsiteX11" fmla="*/ 141376 w 181651"/>
              <a:gd name="connsiteY11" fmla="*/ 177676 h 458518"/>
              <a:gd name="connsiteX12" fmla="*/ 137555 w 181651"/>
              <a:gd name="connsiteY12" fmla="*/ 171944 h 458518"/>
              <a:gd name="connsiteX13" fmla="*/ 106988 w 181651"/>
              <a:gd name="connsiteY13" fmla="*/ 141376 h 458518"/>
              <a:gd name="connsiteX14" fmla="*/ 68778 w 181651"/>
              <a:gd name="connsiteY14" fmla="*/ 124182 h 458518"/>
              <a:gd name="connsiteX15" fmla="*/ 55404 w 181651"/>
              <a:gd name="connsiteY15" fmla="*/ 124182 h 458518"/>
              <a:gd name="connsiteX16" fmla="*/ 17194 w 181651"/>
              <a:gd name="connsiteY16" fmla="*/ 143287 h 458518"/>
              <a:gd name="connsiteX17" fmla="*/ 9552 w 181651"/>
              <a:gd name="connsiteY17" fmla="*/ 168123 h 458518"/>
              <a:gd name="connsiteX18" fmla="*/ 9552 w 181651"/>
              <a:gd name="connsiteY18" fmla="*/ 234990 h 458518"/>
              <a:gd name="connsiteX19" fmla="*/ 9552 w 181651"/>
              <a:gd name="connsiteY19" fmla="*/ 236901 h 458518"/>
              <a:gd name="connsiteX20" fmla="*/ 9552 w 181651"/>
              <a:gd name="connsiteY20" fmla="*/ 298037 h 458518"/>
              <a:gd name="connsiteX21" fmla="*/ 15284 w 181651"/>
              <a:gd name="connsiteY21" fmla="*/ 311410 h 458518"/>
              <a:gd name="connsiteX22" fmla="*/ 28657 w 181651"/>
              <a:gd name="connsiteY22" fmla="*/ 317142 h 458518"/>
              <a:gd name="connsiteX23" fmla="*/ 28657 w 181651"/>
              <a:gd name="connsiteY23" fmla="*/ 317142 h 458518"/>
              <a:gd name="connsiteX24" fmla="*/ 28657 w 181651"/>
              <a:gd name="connsiteY24" fmla="*/ 439413 h 458518"/>
              <a:gd name="connsiteX25" fmla="*/ 47762 w 181651"/>
              <a:gd name="connsiteY25" fmla="*/ 458518 h 458518"/>
              <a:gd name="connsiteX26" fmla="*/ 95525 w 181651"/>
              <a:gd name="connsiteY26" fmla="*/ 458518 h 458518"/>
              <a:gd name="connsiteX27" fmla="*/ 114630 w 181651"/>
              <a:gd name="connsiteY27" fmla="*/ 439413 h 458518"/>
              <a:gd name="connsiteX28" fmla="*/ 114630 w 181651"/>
              <a:gd name="connsiteY28" fmla="*/ 420308 h 458518"/>
              <a:gd name="connsiteX29" fmla="*/ 95525 w 181651"/>
              <a:gd name="connsiteY29" fmla="*/ 401203 h 458518"/>
              <a:gd name="connsiteX30" fmla="*/ 95525 w 181651"/>
              <a:gd name="connsiteY30" fmla="*/ 401203 h 458518"/>
              <a:gd name="connsiteX31" fmla="*/ 95525 w 181651"/>
              <a:gd name="connsiteY31" fmla="*/ 315231 h 458518"/>
              <a:gd name="connsiteX32" fmla="*/ 108898 w 181651"/>
              <a:gd name="connsiteY32" fmla="*/ 315231 h 458518"/>
              <a:gd name="connsiteX33" fmla="*/ 124182 w 181651"/>
              <a:gd name="connsiteY33" fmla="*/ 315231 h 458518"/>
              <a:gd name="connsiteX34" fmla="*/ 128003 w 181651"/>
              <a:gd name="connsiteY34" fmla="*/ 315231 h 458518"/>
              <a:gd name="connsiteX35" fmla="*/ 170034 w 181651"/>
              <a:gd name="connsiteY35" fmla="*/ 282753 h 458518"/>
              <a:gd name="connsiteX36" fmla="*/ 177676 w 181651"/>
              <a:gd name="connsiteY36" fmla="*/ 223528 h 458518"/>
              <a:gd name="connsiteX37" fmla="*/ 76420 w 181651"/>
              <a:gd name="connsiteY37" fmla="*/ 420308 h 458518"/>
              <a:gd name="connsiteX38" fmla="*/ 95525 w 181651"/>
              <a:gd name="connsiteY38" fmla="*/ 420308 h 458518"/>
              <a:gd name="connsiteX39" fmla="*/ 95525 w 181651"/>
              <a:gd name="connsiteY39" fmla="*/ 439413 h 458518"/>
              <a:gd name="connsiteX40" fmla="*/ 47762 w 181651"/>
              <a:gd name="connsiteY40" fmla="*/ 439413 h 458518"/>
              <a:gd name="connsiteX41" fmla="*/ 47762 w 181651"/>
              <a:gd name="connsiteY41" fmla="*/ 315231 h 458518"/>
              <a:gd name="connsiteX42" fmla="*/ 76420 w 181651"/>
              <a:gd name="connsiteY42" fmla="*/ 315231 h 458518"/>
              <a:gd name="connsiteX43" fmla="*/ 76420 w 181651"/>
              <a:gd name="connsiteY43" fmla="*/ 420308 h 458518"/>
              <a:gd name="connsiteX44" fmla="*/ 154750 w 181651"/>
              <a:gd name="connsiteY44" fmla="*/ 273200 h 458518"/>
              <a:gd name="connsiteX45" fmla="*/ 126092 w 181651"/>
              <a:gd name="connsiteY45" fmla="*/ 296126 h 458518"/>
              <a:gd name="connsiteX46" fmla="*/ 124182 w 181651"/>
              <a:gd name="connsiteY46" fmla="*/ 296126 h 458518"/>
              <a:gd name="connsiteX47" fmla="*/ 103167 w 181651"/>
              <a:gd name="connsiteY47" fmla="*/ 296126 h 458518"/>
              <a:gd name="connsiteX48" fmla="*/ 30568 w 181651"/>
              <a:gd name="connsiteY48" fmla="*/ 296126 h 458518"/>
              <a:gd name="connsiteX49" fmla="*/ 30568 w 181651"/>
              <a:gd name="connsiteY49" fmla="*/ 257916 h 458518"/>
              <a:gd name="connsiteX50" fmla="*/ 76420 w 181651"/>
              <a:gd name="connsiteY50" fmla="*/ 290395 h 458518"/>
              <a:gd name="connsiteX51" fmla="*/ 101256 w 181651"/>
              <a:gd name="connsiteY51" fmla="*/ 288484 h 458518"/>
              <a:gd name="connsiteX52" fmla="*/ 116540 w 181651"/>
              <a:gd name="connsiteY52" fmla="*/ 273200 h 458518"/>
              <a:gd name="connsiteX53" fmla="*/ 122271 w 181651"/>
              <a:gd name="connsiteY53" fmla="*/ 257916 h 458518"/>
              <a:gd name="connsiteX54" fmla="*/ 114630 w 181651"/>
              <a:gd name="connsiteY54" fmla="*/ 244543 h 458518"/>
              <a:gd name="connsiteX55" fmla="*/ 68778 w 181651"/>
              <a:gd name="connsiteY55" fmla="*/ 206333 h 458518"/>
              <a:gd name="connsiteX56" fmla="*/ 68778 w 181651"/>
              <a:gd name="connsiteY56" fmla="*/ 181497 h 458518"/>
              <a:gd name="connsiteX57" fmla="*/ 49673 w 181651"/>
              <a:gd name="connsiteY57" fmla="*/ 181497 h 458518"/>
              <a:gd name="connsiteX58" fmla="*/ 49673 w 181651"/>
              <a:gd name="connsiteY58" fmla="*/ 206333 h 458518"/>
              <a:gd name="connsiteX59" fmla="*/ 57315 w 181651"/>
              <a:gd name="connsiteY59" fmla="*/ 221617 h 458518"/>
              <a:gd name="connsiteX60" fmla="*/ 103167 w 181651"/>
              <a:gd name="connsiteY60" fmla="*/ 259827 h 458518"/>
              <a:gd name="connsiteX61" fmla="*/ 87883 w 181651"/>
              <a:gd name="connsiteY61" fmla="*/ 275111 h 458518"/>
              <a:gd name="connsiteX62" fmla="*/ 32478 w 181651"/>
              <a:gd name="connsiteY62" fmla="*/ 234990 h 458518"/>
              <a:gd name="connsiteX63" fmla="*/ 32478 w 181651"/>
              <a:gd name="connsiteY63" fmla="*/ 181497 h 458518"/>
              <a:gd name="connsiteX64" fmla="*/ 32478 w 181651"/>
              <a:gd name="connsiteY64" fmla="*/ 168123 h 458518"/>
              <a:gd name="connsiteX65" fmla="*/ 36299 w 181651"/>
              <a:gd name="connsiteY65" fmla="*/ 154750 h 458518"/>
              <a:gd name="connsiteX66" fmla="*/ 59225 w 181651"/>
              <a:gd name="connsiteY66" fmla="*/ 143287 h 458518"/>
              <a:gd name="connsiteX67" fmla="*/ 72599 w 181651"/>
              <a:gd name="connsiteY67" fmla="*/ 143287 h 458518"/>
              <a:gd name="connsiteX68" fmla="*/ 97435 w 181651"/>
              <a:gd name="connsiteY68" fmla="*/ 154750 h 458518"/>
              <a:gd name="connsiteX69" fmla="*/ 128003 w 181651"/>
              <a:gd name="connsiteY69" fmla="*/ 185318 h 458518"/>
              <a:gd name="connsiteX70" fmla="*/ 133734 w 181651"/>
              <a:gd name="connsiteY70" fmla="*/ 191049 h 458518"/>
              <a:gd name="connsiteX71" fmla="*/ 164302 w 181651"/>
              <a:gd name="connsiteY71" fmla="*/ 229259 h 458518"/>
              <a:gd name="connsiteX72" fmla="*/ 154750 w 181651"/>
              <a:gd name="connsiteY72" fmla="*/ 273200 h 458518"/>
              <a:gd name="connsiteX73" fmla="*/ 154750 w 181651"/>
              <a:gd name="connsiteY73" fmla="*/ 27320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181651" h="458518">
                <a:moveTo>
                  <a:pt x="57315" y="114630"/>
                </a:moveTo>
                <a:cubicBezTo>
                  <a:pt x="89793" y="114630"/>
                  <a:pt x="114630" y="89793"/>
                  <a:pt x="114630" y="57315"/>
                </a:cubicBezTo>
                <a:cubicBezTo>
                  <a:pt x="114630" y="24836"/>
                  <a:pt x="89793" y="0"/>
                  <a:pt x="57315" y="0"/>
                </a:cubicBezTo>
                <a:cubicBezTo>
                  <a:pt x="24836" y="0"/>
                  <a:pt x="0" y="24836"/>
                  <a:pt x="0" y="57315"/>
                </a:cubicBezTo>
                <a:cubicBezTo>
                  <a:pt x="0" y="89793"/>
                  <a:pt x="24836" y="114630"/>
                  <a:pt x="57315" y="114630"/>
                </a:cubicBezTo>
                <a:close/>
                <a:moveTo>
                  <a:pt x="57315" y="19105"/>
                </a:moveTo>
                <a:cubicBezTo>
                  <a:pt x="78330" y="19105"/>
                  <a:pt x="95525" y="36299"/>
                  <a:pt x="95525" y="57315"/>
                </a:cubicBezTo>
                <a:cubicBezTo>
                  <a:pt x="95525" y="78330"/>
                  <a:pt x="78330" y="95525"/>
                  <a:pt x="57315" y="95525"/>
                </a:cubicBezTo>
                <a:cubicBezTo>
                  <a:pt x="36299" y="95525"/>
                  <a:pt x="19105" y="78330"/>
                  <a:pt x="19105" y="57315"/>
                </a:cubicBezTo>
                <a:cubicBezTo>
                  <a:pt x="19105" y="36299"/>
                  <a:pt x="36299" y="19105"/>
                  <a:pt x="57315" y="19105"/>
                </a:cubicBezTo>
                <a:close/>
                <a:moveTo>
                  <a:pt x="177676" y="223528"/>
                </a:moveTo>
                <a:cubicBezTo>
                  <a:pt x="170034" y="206333"/>
                  <a:pt x="156660" y="189139"/>
                  <a:pt x="141376" y="177676"/>
                </a:cubicBezTo>
                <a:lnTo>
                  <a:pt x="137555" y="171944"/>
                </a:lnTo>
                <a:cubicBezTo>
                  <a:pt x="128003" y="162392"/>
                  <a:pt x="118450" y="152839"/>
                  <a:pt x="106988" y="141376"/>
                </a:cubicBezTo>
                <a:cubicBezTo>
                  <a:pt x="97435" y="129913"/>
                  <a:pt x="84062" y="124182"/>
                  <a:pt x="68778" y="124182"/>
                </a:cubicBezTo>
                <a:lnTo>
                  <a:pt x="55404" y="124182"/>
                </a:lnTo>
                <a:cubicBezTo>
                  <a:pt x="40120" y="124182"/>
                  <a:pt x="26747" y="131824"/>
                  <a:pt x="17194" y="143287"/>
                </a:cubicBezTo>
                <a:cubicBezTo>
                  <a:pt x="11463" y="150929"/>
                  <a:pt x="9552" y="158571"/>
                  <a:pt x="9552" y="168123"/>
                </a:cubicBezTo>
                <a:lnTo>
                  <a:pt x="9552" y="234990"/>
                </a:lnTo>
                <a:cubicBezTo>
                  <a:pt x="9552" y="234990"/>
                  <a:pt x="9552" y="234990"/>
                  <a:pt x="9552" y="236901"/>
                </a:cubicBezTo>
                <a:lnTo>
                  <a:pt x="9552" y="298037"/>
                </a:lnTo>
                <a:cubicBezTo>
                  <a:pt x="9552" y="303768"/>
                  <a:pt x="11463" y="307589"/>
                  <a:pt x="15284" y="311410"/>
                </a:cubicBezTo>
                <a:cubicBezTo>
                  <a:pt x="19105" y="315231"/>
                  <a:pt x="22926" y="317142"/>
                  <a:pt x="28657" y="317142"/>
                </a:cubicBezTo>
                <a:lnTo>
                  <a:pt x="28657" y="317142"/>
                </a:lnTo>
                <a:lnTo>
                  <a:pt x="28657" y="439413"/>
                </a:lnTo>
                <a:cubicBezTo>
                  <a:pt x="28657" y="450876"/>
                  <a:pt x="36299" y="458518"/>
                  <a:pt x="47762" y="458518"/>
                </a:cubicBezTo>
                <a:lnTo>
                  <a:pt x="95525" y="458518"/>
                </a:lnTo>
                <a:cubicBezTo>
                  <a:pt x="106988" y="458518"/>
                  <a:pt x="114630" y="450876"/>
                  <a:pt x="114630" y="439413"/>
                </a:cubicBezTo>
                <a:lnTo>
                  <a:pt x="114630" y="420308"/>
                </a:lnTo>
                <a:cubicBezTo>
                  <a:pt x="114630" y="408845"/>
                  <a:pt x="106988" y="401203"/>
                  <a:pt x="95525" y="401203"/>
                </a:cubicBezTo>
                <a:lnTo>
                  <a:pt x="95525" y="401203"/>
                </a:lnTo>
                <a:lnTo>
                  <a:pt x="95525" y="315231"/>
                </a:lnTo>
                <a:lnTo>
                  <a:pt x="108898" y="315231"/>
                </a:lnTo>
                <a:cubicBezTo>
                  <a:pt x="114630" y="315231"/>
                  <a:pt x="120361" y="315231"/>
                  <a:pt x="124182" y="315231"/>
                </a:cubicBezTo>
                <a:lnTo>
                  <a:pt x="128003" y="315231"/>
                </a:lnTo>
                <a:cubicBezTo>
                  <a:pt x="145197" y="311410"/>
                  <a:pt x="162392" y="299947"/>
                  <a:pt x="170034" y="282753"/>
                </a:cubicBezTo>
                <a:cubicBezTo>
                  <a:pt x="181497" y="265558"/>
                  <a:pt x="185318" y="244543"/>
                  <a:pt x="177676" y="223528"/>
                </a:cubicBezTo>
                <a:close/>
                <a:moveTo>
                  <a:pt x="76420" y="420308"/>
                </a:moveTo>
                <a:lnTo>
                  <a:pt x="95525" y="420308"/>
                </a:lnTo>
                <a:lnTo>
                  <a:pt x="95525" y="439413"/>
                </a:lnTo>
                <a:lnTo>
                  <a:pt x="47762" y="439413"/>
                </a:lnTo>
                <a:lnTo>
                  <a:pt x="47762" y="315231"/>
                </a:lnTo>
                <a:lnTo>
                  <a:pt x="76420" y="315231"/>
                </a:lnTo>
                <a:lnTo>
                  <a:pt x="76420" y="420308"/>
                </a:lnTo>
                <a:close/>
                <a:moveTo>
                  <a:pt x="154750" y="273200"/>
                </a:moveTo>
                <a:cubicBezTo>
                  <a:pt x="149018" y="284663"/>
                  <a:pt x="137555" y="292305"/>
                  <a:pt x="126092" y="296126"/>
                </a:cubicBezTo>
                <a:lnTo>
                  <a:pt x="124182" y="296126"/>
                </a:lnTo>
                <a:cubicBezTo>
                  <a:pt x="116540" y="296126"/>
                  <a:pt x="108898" y="296126"/>
                  <a:pt x="103167" y="296126"/>
                </a:cubicBezTo>
                <a:lnTo>
                  <a:pt x="30568" y="296126"/>
                </a:lnTo>
                <a:cubicBezTo>
                  <a:pt x="30568" y="286574"/>
                  <a:pt x="30568" y="271290"/>
                  <a:pt x="30568" y="257916"/>
                </a:cubicBezTo>
                <a:lnTo>
                  <a:pt x="76420" y="290395"/>
                </a:lnTo>
                <a:cubicBezTo>
                  <a:pt x="84062" y="296126"/>
                  <a:pt x="93614" y="294216"/>
                  <a:pt x="101256" y="288484"/>
                </a:cubicBezTo>
                <a:lnTo>
                  <a:pt x="116540" y="273200"/>
                </a:lnTo>
                <a:cubicBezTo>
                  <a:pt x="120361" y="269379"/>
                  <a:pt x="122271" y="263648"/>
                  <a:pt x="122271" y="257916"/>
                </a:cubicBezTo>
                <a:cubicBezTo>
                  <a:pt x="122271" y="252185"/>
                  <a:pt x="120361" y="248364"/>
                  <a:pt x="114630" y="244543"/>
                </a:cubicBezTo>
                <a:lnTo>
                  <a:pt x="68778" y="206333"/>
                </a:lnTo>
                <a:lnTo>
                  <a:pt x="68778" y="181497"/>
                </a:lnTo>
                <a:lnTo>
                  <a:pt x="49673" y="181497"/>
                </a:lnTo>
                <a:lnTo>
                  <a:pt x="49673" y="206333"/>
                </a:lnTo>
                <a:cubicBezTo>
                  <a:pt x="49673" y="212065"/>
                  <a:pt x="51583" y="217796"/>
                  <a:pt x="57315" y="221617"/>
                </a:cubicBezTo>
                <a:lnTo>
                  <a:pt x="103167" y="259827"/>
                </a:lnTo>
                <a:lnTo>
                  <a:pt x="87883" y="275111"/>
                </a:lnTo>
                <a:lnTo>
                  <a:pt x="32478" y="234990"/>
                </a:lnTo>
                <a:lnTo>
                  <a:pt x="32478" y="181497"/>
                </a:lnTo>
                <a:lnTo>
                  <a:pt x="32478" y="168123"/>
                </a:lnTo>
                <a:cubicBezTo>
                  <a:pt x="32478" y="162392"/>
                  <a:pt x="34389" y="158571"/>
                  <a:pt x="36299" y="154750"/>
                </a:cubicBezTo>
                <a:cubicBezTo>
                  <a:pt x="42031" y="147108"/>
                  <a:pt x="49673" y="143287"/>
                  <a:pt x="59225" y="143287"/>
                </a:cubicBezTo>
                <a:lnTo>
                  <a:pt x="72599" y="143287"/>
                </a:lnTo>
                <a:cubicBezTo>
                  <a:pt x="82151" y="143287"/>
                  <a:pt x="89793" y="147108"/>
                  <a:pt x="97435" y="154750"/>
                </a:cubicBezTo>
                <a:lnTo>
                  <a:pt x="128003" y="185318"/>
                </a:lnTo>
                <a:lnTo>
                  <a:pt x="133734" y="191049"/>
                </a:lnTo>
                <a:cubicBezTo>
                  <a:pt x="147108" y="200602"/>
                  <a:pt x="156660" y="213975"/>
                  <a:pt x="164302" y="229259"/>
                </a:cubicBezTo>
                <a:cubicBezTo>
                  <a:pt x="164302" y="244543"/>
                  <a:pt x="162392" y="259827"/>
                  <a:pt x="154750" y="273200"/>
                </a:cubicBezTo>
                <a:lnTo>
                  <a:pt x="154750" y="27320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2" name="Graphic 31" descr="Baby in diapers icon.">
            <a:extLst>
              <a:ext uri="{FF2B5EF4-FFF2-40B4-BE49-F238E27FC236}">
                <a16:creationId xmlns:a16="http://schemas.microsoft.com/office/drawing/2014/main" id="{2A6EB529-6CBB-4B89-BDA4-A182A54B6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4948" y="2323880"/>
            <a:ext cx="456672" cy="456672"/>
          </a:xfrm>
          <a:prstGeom prst="rect">
            <a:avLst/>
          </a:prstGeom>
        </p:spPr>
      </p:pic>
      <p:pic>
        <p:nvPicPr>
          <p:cNvPr id="36" name="Graphic 35" descr="Family and baby with stroller icon.">
            <a:extLst>
              <a:ext uri="{FF2B5EF4-FFF2-40B4-BE49-F238E27FC236}">
                <a16:creationId xmlns:a16="http://schemas.microsoft.com/office/drawing/2014/main" id="{10FE0B39-46E8-4B4F-AD92-A91CFF5D0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459" y="2275743"/>
            <a:ext cx="456672" cy="456672"/>
          </a:xfrm>
          <a:prstGeom prst="rect">
            <a:avLst/>
          </a:prstGeom>
        </p:spPr>
      </p:pic>
      <p:sp>
        <p:nvSpPr>
          <p:cNvPr id="50" name="Graphic 30" descr="Making bed icon.">
            <a:extLst>
              <a:ext uri="{FF2B5EF4-FFF2-40B4-BE49-F238E27FC236}">
                <a16:creationId xmlns:a16="http://schemas.microsoft.com/office/drawing/2014/main" id="{9C7E86CB-6984-407F-B89E-1D36D2F94D60}"/>
              </a:ext>
            </a:extLst>
          </p:cNvPr>
          <p:cNvSpPr/>
          <p:nvPr/>
        </p:nvSpPr>
        <p:spPr>
          <a:xfrm>
            <a:off x="9546306" y="2371436"/>
            <a:ext cx="415067" cy="383824"/>
          </a:xfrm>
          <a:custGeom>
            <a:avLst/>
            <a:gdLst>
              <a:gd name="connsiteX0" fmla="*/ 415068 w 415067"/>
              <a:gd name="connsiteY0" fmla="*/ 415068 h 415067"/>
              <a:gd name="connsiteX1" fmla="*/ 415068 w 415067"/>
              <a:gd name="connsiteY1" fmla="*/ 301867 h 415067"/>
              <a:gd name="connsiteX2" fmla="*/ 396201 w 415067"/>
              <a:gd name="connsiteY2" fmla="*/ 301867 h 415067"/>
              <a:gd name="connsiteX3" fmla="*/ 392428 w 415067"/>
              <a:gd name="connsiteY3" fmla="*/ 292434 h 415067"/>
              <a:gd name="connsiteX4" fmla="*/ 332054 w 415067"/>
              <a:gd name="connsiteY4" fmla="*/ 226401 h 415067"/>
              <a:gd name="connsiteX5" fmla="*/ 330167 w 415067"/>
              <a:gd name="connsiteY5" fmla="*/ 199987 h 415067"/>
              <a:gd name="connsiteX6" fmla="*/ 266021 w 415067"/>
              <a:gd name="connsiteY6" fmla="*/ 113200 h 415067"/>
              <a:gd name="connsiteX7" fmla="*/ 230174 w 415067"/>
              <a:gd name="connsiteY7" fmla="*/ 94334 h 415067"/>
              <a:gd name="connsiteX8" fmla="*/ 183007 w 415067"/>
              <a:gd name="connsiteY8" fmla="*/ 94334 h 415067"/>
              <a:gd name="connsiteX9" fmla="*/ 149047 w 415067"/>
              <a:gd name="connsiteY9" fmla="*/ 113200 h 415067"/>
              <a:gd name="connsiteX10" fmla="*/ 84900 w 415067"/>
              <a:gd name="connsiteY10" fmla="*/ 199987 h 415067"/>
              <a:gd name="connsiteX11" fmla="*/ 88674 w 415067"/>
              <a:gd name="connsiteY11" fmla="*/ 232061 h 415067"/>
              <a:gd name="connsiteX12" fmla="*/ 84900 w 415067"/>
              <a:gd name="connsiteY12" fmla="*/ 247154 h 415067"/>
              <a:gd name="connsiteX13" fmla="*/ 66033 w 415067"/>
              <a:gd name="connsiteY13" fmla="*/ 252814 h 415067"/>
              <a:gd name="connsiteX14" fmla="*/ 30187 w 415067"/>
              <a:gd name="connsiteY14" fmla="*/ 269794 h 415067"/>
              <a:gd name="connsiteX15" fmla="*/ 20753 w 415067"/>
              <a:gd name="connsiteY15" fmla="*/ 301867 h 415067"/>
              <a:gd name="connsiteX16" fmla="*/ 20753 w 415067"/>
              <a:gd name="connsiteY16" fmla="*/ 301867 h 415067"/>
              <a:gd name="connsiteX17" fmla="*/ 20753 w 415067"/>
              <a:gd name="connsiteY17" fmla="*/ 141500 h 415067"/>
              <a:gd name="connsiteX18" fmla="*/ 0 w 415067"/>
              <a:gd name="connsiteY18" fmla="*/ 141500 h 415067"/>
              <a:gd name="connsiteX19" fmla="*/ 0 w 415067"/>
              <a:gd name="connsiteY19" fmla="*/ 415068 h 415067"/>
              <a:gd name="connsiteX20" fmla="*/ 18867 w 415067"/>
              <a:gd name="connsiteY20" fmla="*/ 415068 h 415067"/>
              <a:gd name="connsiteX21" fmla="*/ 18867 w 415067"/>
              <a:gd name="connsiteY21" fmla="*/ 377334 h 415067"/>
              <a:gd name="connsiteX22" fmla="*/ 396201 w 415067"/>
              <a:gd name="connsiteY22" fmla="*/ 377334 h 415067"/>
              <a:gd name="connsiteX23" fmla="*/ 396201 w 415067"/>
              <a:gd name="connsiteY23" fmla="*/ 415068 h 415067"/>
              <a:gd name="connsiteX24" fmla="*/ 415068 w 415067"/>
              <a:gd name="connsiteY24" fmla="*/ 415068 h 415067"/>
              <a:gd name="connsiteX25" fmla="*/ 99994 w 415067"/>
              <a:gd name="connsiteY25" fmla="*/ 211307 h 415067"/>
              <a:gd name="connsiteX26" fmla="*/ 164140 w 415067"/>
              <a:gd name="connsiteY26" fmla="*/ 124520 h 415067"/>
              <a:gd name="connsiteX27" fmla="*/ 184894 w 415067"/>
              <a:gd name="connsiteY27" fmla="*/ 113200 h 415067"/>
              <a:gd name="connsiteX28" fmla="*/ 232061 w 415067"/>
              <a:gd name="connsiteY28" fmla="*/ 113200 h 415067"/>
              <a:gd name="connsiteX29" fmla="*/ 252814 w 415067"/>
              <a:gd name="connsiteY29" fmla="*/ 122634 h 415067"/>
              <a:gd name="connsiteX30" fmla="*/ 315074 w 415067"/>
              <a:gd name="connsiteY30" fmla="*/ 209420 h 415067"/>
              <a:gd name="connsiteX31" fmla="*/ 303754 w 415067"/>
              <a:gd name="connsiteY31" fmla="*/ 209420 h 415067"/>
              <a:gd name="connsiteX32" fmla="*/ 294321 w 415067"/>
              <a:gd name="connsiteY32" fmla="*/ 211307 h 415067"/>
              <a:gd name="connsiteX33" fmla="*/ 254701 w 415067"/>
              <a:gd name="connsiteY33" fmla="*/ 156594 h 415067"/>
              <a:gd name="connsiteX34" fmla="*/ 239607 w 415067"/>
              <a:gd name="connsiteY34" fmla="*/ 154707 h 415067"/>
              <a:gd name="connsiteX35" fmla="*/ 235834 w 415067"/>
              <a:gd name="connsiteY35" fmla="*/ 164140 h 415067"/>
              <a:gd name="connsiteX36" fmla="*/ 235834 w 415067"/>
              <a:gd name="connsiteY36" fmla="*/ 222627 h 415067"/>
              <a:gd name="connsiteX37" fmla="*/ 207534 w 415067"/>
              <a:gd name="connsiteY37" fmla="*/ 226401 h 415067"/>
              <a:gd name="connsiteX38" fmla="*/ 179234 w 415067"/>
              <a:gd name="connsiteY38" fmla="*/ 224514 h 415067"/>
              <a:gd name="connsiteX39" fmla="*/ 179234 w 415067"/>
              <a:gd name="connsiteY39" fmla="*/ 164140 h 415067"/>
              <a:gd name="connsiteX40" fmla="*/ 179234 w 415067"/>
              <a:gd name="connsiteY40" fmla="*/ 160367 h 415067"/>
              <a:gd name="connsiteX41" fmla="*/ 175460 w 415067"/>
              <a:gd name="connsiteY41" fmla="*/ 154707 h 415067"/>
              <a:gd name="connsiteX42" fmla="*/ 164140 w 415067"/>
              <a:gd name="connsiteY42" fmla="*/ 154707 h 415067"/>
              <a:gd name="connsiteX43" fmla="*/ 150934 w 415067"/>
              <a:gd name="connsiteY43" fmla="*/ 171687 h 415067"/>
              <a:gd name="connsiteX44" fmla="*/ 128294 w 415067"/>
              <a:gd name="connsiteY44" fmla="*/ 203760 h 415067"/>
              <a:gd name="connsiteX45" fmla="*/ 120747 w 415067"/>
              <a:gd name="connsiteY45" fmla="*/ 215080 h 415067"/>
              <a:gd name="connsiteX46" fmla="*/ 111314 w 415067"/>
              <a:gd name="connsiteY46" fmla="*/ 213194 h 415067"/>
              <a:gd name="connsiteX47" fmla="*/ 99994 w 415067"/>
              <a:gd name="connsiteY47" fmla="*/ 211307 h 415067"/>
              <a:gd name="connsiteX48" fmla="*/ 99994 w 415067"/>
              <a:gd name="connsiteY48" fmla="*/ 211307 h 415067"/>
              <a:gd name="connsiteX49" fmla="*/ 99994 w 415067"/>
              <a:gd name="connsiteY49" fmla="*/ 211307 h 415067"/>
              <a:gd name="connsiteX50" fmla="*/ 273567 w 415067"/>
              <a:gd name="connsiteY50" fmla="*/ 216967 h 415067"/>
              <a:gd name="connsiteX51" fmla="*/ 254701 w 415067"/>
              <a:gd name="connsiteY51" fmla="*/ 220740 h 415067"/>
              <a:gd name="connsiteX52" fmla="*/ 254701 w 415067"/>
              <a:gd name="connsiteY52" fmla="*/ 188667 h 415067"/>
              <a:gd name="connsiteX53" fmla="*/ 273567 w 415067"/>
              <a:gd name="connsiteY53" fmla="*/ 216967 h 415067"/>
              <a:gd name="connsiteX54" fmla="*/ 273567 w 415067"/>
              <a:gd name="connsiteY54" fmla="*/ 216967 h 415067"/>
              <a:gd name="connsiteX55" fmla="*/ 160367 w 415067"/>
              <a:gd name="connsiteY55" fmla="*/ 222627 h 415067"/>
              <a:gd name="connsiteX56" fmla="*/ 139614 w 415067"/>
              <a:gd name="connsiteY56" fmla="*/ 218854 h 415067"/>
              <a:gd name="connsiteX57" fmla="*/ 160367 w 415067"/>
              <a:gd name="connsiteY57" fmla="*/ 188667 h 415067"/>
              <a:gd name="connsiteX58" fmla="*/ 160367 w 415067"/>
              <a:gd name="connsiteY58" fmla="*/ 222627 h 415067"/>
              <a:gd name="connsiteX59" fmla="*/ 160367 w 415067"/>
              <a:gd name="connsiteY59" fmla="*/ 222627 h 415067"/>
              <a:gd name="connsiteX60" fmla="*/ 377334 w 415067"/>
              <a:gd name="connsiteY60" fmla="*/ 358467 h 415067"/>
              <a:gd name="connsiteX61" fmla="*/ 37733 w 415067"/>
              <a:gd name="connsiteY61" fmla="*/ 358467 h 415067"/>
              <a:gd name="connsiteX62" fmla="*/ 37733 w 415067"/>
              <a:gd name="connsiteY62" fmla="*/ 349034 h 415067"/>
              <a:gd name="connsiteX63" fmla="*/ 37733 w 415067"/>
              <a:gd name="connsiteY63" fmla="*/ 311301 h 415067"/>
              <a:gd name="connsiteX64" fmla="*/ 45280 w 415067"/>
              <a:gd name="connsiteY64" fmla="*/ 281114 h 415067"/>
              <a:gd name="connsiteX65" fmla="*/ 69807 w 415067"/>
              <a:gd name="connsiteY65" fmla="*/ 271681 h 415067"/>
              <a:gd name="connsiteX66" fmla="*/ 96220 w 415067"/>
              <a:gd name="connsiteY66" fmla="*/ 262247 h 415067"/>
              <a:gd name="connsiteX67" fmla="*/ 107540 w 415067"/>
              <a:gd name="connsiteY67" fmla="*/ 239607 h 415067"/>
              <a:gd name="connsiteX68" fmla="*/ 107540 w 415067"/>
              <a:gd name="connsiteY68" fmla="*/ 230174 h 415067"/>
              <a:gd name="connsiteX69" fmla="*/ 128294 w 415067"/>
              <a:gd name="connsiteY69" fmla="*/ 233947 h 415067"/>
              <a:gd name="connsiteX70" fmla="*/ 207534 w 415067"/>
              <a:gd name="connsiteY70" fmla="*/ 245267 h 415067"/>
              <a:gd name="connsiteX71" fmla="*/ 284887 w 415067"/>
              <a:gd name="connsiteY71" fmla="*/ 233947 h 415067"/>
              <a:gd name="connsiteX72" fmla="*/ 307527 w 415067"/>
              <a:gd name="connsiteY72" fmla="*/ 228287 h 415067"/>
              <a:gd name="connsiteX73" fmla="*/ 316961 w 415067"/>
              <a:gd name="connsiteY73" fmla="*/ 237721 h 415067"/>
              <a:gd name="connsiteX74" fmla="*/ 377334 w 415067"/>
              <a:gd name="connsiteY74" fmla="*/ 305641 h 415067"/>
              <a:gd name="connsiteX75" fmla="*/ 377334 w 415067"/>
              <a:gd name="connsiteY75" fmla="*/ 305641 h 415067"/>
              <a:gd name="connsiteX76" fmla="*/ 377334 w 415067"/>
              <a:gd name="connsiteY76" fmla="*/ 358467 h 415067"/>
              <a:gd name="connsiteX77" fmla="*/ 377334 w 415067"/>
              <a:gd name="connsiteY77" fmla="*/ 358467 h 415067"/>
              <a:gd name="connsiteX78" fmla="*/ 207534 w 415067"/>
              <a:gd name="connsiteY78" fmla="*/ 90560 h 415067"/>
              <a:gd name="connsiteX79" fmla="*/ 252814 w 415067"/>
              <a:gd name="connsiteY79" fmla="*/ 45280 h 415067"/>
              <a:gd name="connsiteX80" fmla="*/ 207534 w 415067"/>
              <a:gd name="connsiteY80" fmla="*/ 0 h 415067"/>
              <a:gd name="connsiteX81" fmla="*/ 162254 w 415067"/>
              <a:gd name="connsiteY81" fmla="*/ 45280 h 415067"/>
              <a:gd name="connsiteX82" fmla="*/ 207534 w 415067"/>
              <a:gd name="connsiteY82" fmla="*/ 90560 h 415067"/>
              <a:gd name="connsiteX83" fmla="*/ 207534 w 415067"/>
              <a:gd name="connsiteY83" fmla="*/ 18867 h 415067"/>
              <a:gd name="connsiteX84" fmla="*/ 233947 w 415067"/>
              <a:gd name="connsiteY84" fmla="*/ 45280 h 415067"/>
              <a:gd name="connsiteX85" fmla="*/ 207534 w 415067"/>
              <a:gd name="connsiteY85" fmla="*/ 69807 h 415067"/>
              <a:gd name="connsiteX86" fmla="*/ 181120 w 415067"/>
              <a:gd name="connsiteY86" fmla="*/ 43393 h 415067"/>
              <a:gd name="connsiteX87" fmla="*/ 207534 w 415067"/>
              <a:gd name="connsiteY87" fmla="*/ 18867 h 415067"/>
              <a:gd name="connsiteX88" fmla="*/ 94334 w 415067"/>
              <a:gd name="connsiteY88" fmla="*/ 301867 h 415067"/>
              <a:gd name="connsiteX89" fmla="*/ 339601 w 415067"/>
              <a:gd name="connsiteY89" fmla="*/ 301867 h 415067"/>
              <a:gd name="connsiteX90" fmla="*/ 339601 w 415067"/>
              <a:gd name="connsiteY90" fmla="*/ 320734 h 415067"/>
              <a:gd name="connsiteX91" fmla="*/ 94334 w 415067"/>
              <a:gd name="connsiteY91" fmla="*/ 320734 h 415067"/>
              <a:gd name="connsiteX92" fmla="*/ 94334 w 415067"/>
              <a:gd name="connsiteY92" fmla="*/ 301867 h 41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415067" h="415067">
                <a:moveTo>
                  <a:pt x="415068" y="415068"/>
                </a:moveTo>
                <a:lnTo>
                  <a:pt x="415068" y="301867"/>
                </a:lnTo>
                <a:lnTo>
                  <a:pt x="396201" y="301867"/>
                </a:lnTo>
                <a:cubicBezTo>
                  <a:pt x="396201" y="298094"/>
                  <a:pt x="394314" y="294321"/>
                  <a:pt x="392428" y="292434"/>
                </a:cubicBezTo>
                <a:lnTo>
                  <a:pt x="332054" y="226401"/>
                </a:lnTo>
                <a:cubicBezTo>
                  <a:pt x="335827" y="218854"/>
                  <a:pt x="335827" y="207534"/>
                  <a:pt x="330167" y="199987"/>
                </a:cubicBezTo>
                <a:lnTo>
                  <a:pt x="266021" y="113200"/>
                </a:lnTo>
                <a:cubicBezTo>
                  <a:pt x="258474" y="101880"/>
                  <a:pt x="245267" y="94334"/>
                  <a:pt x="230174" y="94334"/>
                </a:cubicBezTo>
                <a:lnTo>
                  <a:pt x="183007" y="94334"/>
                </a:lnTo>
                <a:cubicBezTo>
                  <a:pt x="169800" y="94334"/>
                  <a:pt x="156594" y="101880"/>
                  <a:pt x="149047" y="113200"/>
                </a:cubicBezTo>
                <a:lnTo>
                  <a:pt x="84900" y="199987"/>
                </a:lnTo>
                <a:cubicBezTo>
                  <a:pt x="77354" y="209420"/>
                  <a:pt x="79240" y="224514"/>
                  <a:pt x="88674" y="232061"/>
                </a:cubicBezTo>
                <a:cubicBezTo>
                  <a:pt x="88674" y="239607"/>
                  <a:pt x="88674" y="245267"/>
                  <a:pt x="84900" y="247154"/>
                </a:cubicBezTo>
                <a:cubicBezTo>
                  <a:pt x="79240" y="250927"/>
                  <a:pt x="73580" y="250927"/>
                  <a:pt x="66033" y="252814"/>
                </a:cubicBezTo>
                <a:cubicBezTo>
                  <a:pt x="54713" y="254701"/>
                  <a:pt x="39620" y="256587"/>
                  <a:pt x="30187" y="269794"/>
                </a:cubicBezTo>
                <a:cubicBezTo>
                  <a:pt x="24527" y="277341"/>
                  <a:pt x="20753" y="288661"/>
                  <a:pt x="20753" y="301867"/>
                </a:cubicBezTo>
                <a:lnTo>
                  <a:pt x="20753" y="301867"/>
                </a:lnTo>
                <a:lnTo>
                  <a:pt x="20753" y="141500"/>
                </a:lnTo>
                <a:lnTo>
                  <a:pt x="0" y="141500"/>
                </a:lnTo>
                <a:lnTo>
                  <a:pt x="0" y="415068"/>
                </a:lnTo>
                <a:lnTo>
                  <a:pt x="18867" y="415068"/>
                </a:lnTo>
                <a:lnTo>
                  <a:pt x="18867" y="377334"/>
                </a:lnTo>
                <a:lnTo>
                  <a:pt x="396201" y="377334"/>
                </a:lnTo>
                <a:lnTo>
                  <a:pt x="396201" y="415068"/>
                </a:lnTo>
                <a:lnTo>
                  <a:pt x="415068" y="415068"/>
                </a:lnTo>
                <a:close/>
                <a:moveTo>
                  <a:pt x="99994" y="211307"/>
                </a:moveTo>
                <a:lnTo>
                  <a:pt x="164140" y="124520"/>
                </a:lnTo>
                <a:cubicBezTo>
                  <a:pt x="167914" y="116974"/>
                  <a:pt x="175460" y="113200"/>
                  <a:pt x="184894" y="113200"/>
                </a:cubicBezTo>
                <a:lnTo>
                  <a:pt x="232061" y="113200"/>
                </a:lnTo>
                <a:cubicBezTo>
                  <a:pt x="239607" y="113200"/>
                  <a:pt x="247154" y="116974"/>
                  <a:pt x="252814" y="122634"/>
                </a:cubicBezTo>
                <a:lnTo>
                  <a:pt x="315074" y="209420"/>
                </a:lnTo>
                <a:cubicBezTo>
                  <a:pt x="311301" y="207534"/>
                  <a:pt x="307527" y="207534"/>
                  <a:pt x="303754" y="209420"/>
                </a:cubicBezTo>
                <a:cubicBezTo>
                  <a:pt x="301867" y="209420"/>
                  <a:pt x="298094" y="211307"/>
                  <a:pt x="294321" y="211307"/>
                </a:cubicBezTo>
                <a:cubicBezTo>
                  <a:pt x="281114" y="194327"/>
                  <a:pt x="254701" y="156594"/>
                  <a:pt x="254701" y="156594"/>
                </a:cubicBezTo>
                <a:cubicBezTo>
                  <a:pt x="250927" y="150934"/>
                  <a:pt x="243381" y="150934"/>
                  <a:pt x="239607" y="154707"/>
                </a:cubicBezTo>
                <a:cubicBezTo>
                  <a:pt x="237721" y="156594"/>
                  <a:pt x="235834" y="160367"/>
                  <a:pt x="235834" y="164140"/>
                </a:cubicBezTo>
                <a:lnTo>
                  <a:pt x="235834" y="222627"/>
                </a:lnTo>
                <a:cubicBezTo>
                  <a:pt x="226401" y="224514"/>
                  <a:pt x="215080" y="226401"/>
                  <a:pt x="207534" y="226401"/>
                </a:cubicBezTo>
                <a:cubicBezTo>
                  <a:pt x="199987" y="226401"/>
                  <a:pt x="190554" y="226401"/>
                  <a:pt x="179234" y="224514"/>
                </a:cubicBezTo>
                <a:cubicBezTo>
                  <a:pt x="179234" y="207534"/>
                  <a:pt x="179234" y="164140"/>
                  <a:pt x="179234" y="164140"/>
                </a:cubicBezTo>
                <a:cubicBezTo>
                  <a:pt x="179234" y="162254"/>
                  <a:pt x="179234" y="162254"/>
                  <a:pt x="179234" y="160367"/>
                </a:cubicBezTo>
                <a:cubicBezTo>
                  <a:pt x="179234" y="158480"/>
                  <a:pt x="177347" y="156594"/>
                  <a:pt x="175460" y="154707"/>
                </a:cubicBezTo>
                <a:cubicBezTo>
                  <a:pt x="171687" y="150934"/>
                  <a:pt x="166027" y="150934"/>
                  <a:pt x="164140" y="154707"/>
                </a:cubicBezTo>
                <a:cubicBezTo>
                  <a:pt x="162254" y="154707"/>
                  <a:pt x="152820" y="167914"/>
                  <a:pt x="150934" y="171687"/>
                </a:cubicBezTo>
                <a:cubicBezTo>
                  <a:pt x="143387" y="183007"/>
                  <a:pt x="135840" y="192440"/>
                  <a:pt x="128294" y="203760"/>
                </a:cubicBezTo>
                <a:cubicBezTo>
                  <a:pt x="126407" y="207534"/>
                  <a:pt x="122634" y="211307"/>
                  <a:pt x="120747" y="215080"/>
                </a:cubicBezTo>
                <a:cubicBezTo>
                  <a:pt x="116974" y="215080"/>
                  <a:pt x="115087" y="213194"/>
                  <a:pt x="111314" y="213194"/>
                </a:cubicBezTo>
                <a:cubicBezTo>
                  <a:pt x="107540" y="211307"/>
                  <a:pt x="103767" y="211307"/>
                  <a:pt x="99994" y="211307"/>
                </a:cubicBezTo>
                <a:cubicBezTo>
                  <a:pt x="99994" y="211307"/>
                  <a:pt x="99994" y="211307"/>
                  <a:pt x="99994" y="211307"/>
                </a:cubicBezTo>
                <a:lnTo>
                  <a:pt x="99994" y="211307"/>
                </a:lnTo>
                <a:close/>
                <a:moveTo>
                  <a:pt x="273567" y="216967"/>
                </a:moveTo>
                <a:cubicBezTo>
                  <a:pt x="267907" y="218854"/>
                  <a:pt x="260361" y="218854"/>
                  <a:pt x="254701" y="220740"/>
                </a:cubicBezTo>
                <a:lnTo>
                  <a:pt x="254701" y="188667"/>
                </a:lnTo>
                <a:lnTo>
                  <a:pt x="273567" y="216967"/>
                </a:lnTo>
                <a:lnTo>
                  <a:pt x="273567" y="216967"/>
                </a:lnTo>
                <a:close/>
                <a:moveTo>
                  <a:pt x="160367" y="222627"/>
                </a:moveTo>
                <a:cubicBezTo>
                  <a:pt x="152820" y="220740"/>
                  <a:pt x="147160" y="220740"/>
                  <a:pt x="139614" y="218854"/>
                </a:cubicBezTo>
                <a:lnTo>
                  <a:pt x="160367" y="188667"/>
                </a:lnTo>
                <a:lnTo>
                  <a:pt x="160367" y="222627"/>
                </a:lnTo>
                <a:lnTo>
                  <a:pt x="160367" y="222627"/>
                </a:lnTo>
                <a:close/>
                <a:moveTo>
                  <a:pt x="377334" y="358467"/>
                </a:moveTo>
                <a:lnTo>
                  <a:pt x="37733" y="358467"/>
                </a:lnTo>
                <a:lnTo>
                  <a:pt x="37733" y="349034"/>
                </a:lnTo>
                <a:cubicBezTo>
                  <a:pt x="37733" y="337714"/>
                  <a:pt x="37733" y="324507"/>
                  <a:pt x="37733" y="311301"/>
                </a:cubicBezTo>
                <a:cubicBezTo>
                  <a:pt x="37733" y="298094"/>
                  <a:pt x="39620" y="286774"/>
                  <a:pt x="45280" y="281114"/>
                </a:cubicBezTo>
                <a:cubicBezTo>
                  <a:pt x="50940" y="273567"/>
                  <a:pt x="58487" y="273567"/>
                  <a:pt x="69807" y="271681"/>
                </a:cubicBezTo>
                <a:cubicBezTo>
                  <a:pt x="79240" y="269794"/>
                  <a:pt x="88674" y="269794"/>
                  <a:pt x="96220" y="262247"/>
                </a:cubicBezTo>
                <a:cubicBezTo>
                  <a:pt x="101880" y="258474"/>
                  <a:pt x="105654" y="250927"/>
                  <a:pt x="107540" y="239607"/>
                </a:cubicBezTo>
                <a:cubicBezTo>
                  <a:pt x="107540" y="235834"/>
                  <a:pt x="107540" y="233947"/>
                  <a:pt x="107540" y="230174"/>
                </a:cubicBezTo>
                <a:cubicBezTo>
                  <a:pt x="113200" y="232061"/>
                  <a:pt x="120747" y="233947"/>
                  <a:pt x="128294" y="233947"/>
                </a:cubicBezTo>
                <a:cubicBezTo>
                  <a:pt x="152820" y="239607"/>
                  <a:pt x="184894" y="245267"/>
                  <a:pt x="207534" y="245267"/>
                </a:cubicBezTo>
                <a:cubicBezTo>
                  <a:pt x="232061" y="243381"/>
                  <a:pt x="262247" y="237721"/>
                  <a:pt x="284887" y="233947"/>
                </a:cubicBezTo>
                <a:cubicBezTo>
                  <a:pt x="294321" y="232061"/>
                  <a:pt x="301867" y="230174"/>
                  <a:pt x="307527" y="228287"/>
                </a:cubicBezTo>
                <a:lnTo>
                  <a:pt x="316961" y="237721"/>
                </a:lnTo>
                <a:lnTo>
                  <a:pt x="377334" y="305641"/>
                </a:lnTo>
                <a:lnTo>
                  <a:pt x="377334" y="305641"/>
                </a:lnTo>
                <a:lnTo>
                  <a:pt x="377334" y="358467"/>
                </a:lnTo>
                <a:lnTo>
                  <a:pt x="377334" y="358467"/>
                </a:lnTo>
                <a:close/>
                <a:moveTo>
                  <a:pt x="207534" y="90560"/>
                </a:moveTo>
                <a:cubicBezTo>
                  <a:pt x="232061" y="90560"/>
                  <a:pt x="252814" y="69807"/>
                  <a:pt x="252814" y="45280"/>
                </a:cubicBezTo>
                <a:cubicBezTo>
                  <a:pt x="252814" y="20753"/>
                  <a:pt x="232061" y="0"/>
                  <a:pt x="207534" y="0"/>
                </a:cubicBezTo>
                <a:cubicBezTo>
                  <a:pt x="183007" y="0"/>
                  <a:pt x="162254" y="20753"/>
                  <a:pt x="162254" y="45280"/>
                </a:cubicBezTo>
                <a:cubicBezTo>
                  <a:pt x="162254" y="69807"/>
                  <a:pt x="183007" y="90560"/>
                  <a:pt x="207534" y="90560"/>
                </a:cubicBezTo>
                <a:close/>
                <a:moveTo>
                  <a:pt x="207534" y="18867"/>
                </a:moveTo>
                <a:cubicBezTo>
                  <a:pt x="222627" y="18867"/>
                  <a:pt x="233947" y="30187"/>
                  <a:pt x="233947" y="45280"/>
                </a:cubicBezTo>
                <a:cubicBezTo>
                  <a:pt x="233947" y="60373"/>
                  <a:pt x="222627" y="69807"/>
                  <a:pt x="207534" y="69807"/>
                </a:cubicBezTo>
                <a:cubicBezTo>
                  <a:pt x="192440" y="69807"/>
                  <a:pt x="181120" y="58487"/>
                  <a:pt x="181120" y="43393"/>
                </a:cubicBezTo>
                <a:cubicBezTo>
                  <a:pt x="181120" y="28300"/>
                  <a:pt x="192440" y="18867"/>
                  <a:pt x="207534" y="18867"/>
                </a:cubicBezTo>
                <a:close/>
                <a:moveTo>
                  <a:pt x="94334" y="301867"/>
                </a:moveTo>
                <a:lnTo>
                  <a:pt x="339601" y="301867"/>
                </a:lnTo>
                <a:lnTo>
                  <a:pt x="339601" y="320734"/>
                </a:lnTo>
                <a:lnTo>
                  <a:pt x="94334" y="320734"/>
                </a:lnTo>
                <a:lnTo>
                  <a:pt x="94334" y="30186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" name="Graphic 16" descr="Massage icon.">
            <a:extLst>
              <a:ext uri="{FF2B5EF4-FFF2-40B4-BE49-F238E27FC236}">
                <a16:creationId xmlns:a16="http://schemas.microsoft.com/office/drawing/2014/main" id="{76942E12-EE42-413F-8BE6-ED5B89264E4A}"/>
              </a:ext>
            </a:extLst>
          </p:cNvPr>
          <p:cNvSpPr/>
          <p:nvPr/>
        </p:nvSpPr>
        <p:spPr>
          <a:xfrm>
            <a:off x="10775140" y="2410387"/>
            <a:ext cx="421746" cy="344873"/>
          </a:xfrm>
          <a:custGeom>
            <a:avLst/>
            <a:gdLst>
              <a:gd name="connsiteX0" fmla="*/ 567812 w 594850"/>
              <a:gd name="connsiteY0" fmla="*/ 351503 h 486425"/>
              <a:gd name="connsiteX1" fmla="*/ 567812 w 594850"/>
              <a:gd name="connsiteY1" fmla="*/ 351503 h 486425"/>
              <a:gd name="connsiteX2" fmla="*/ 567812 w 594850"/>
              <a:gd name="connsiteY2" fmla="*/ 350962 h 486425"/>
              <a:gd name="connsiteX3" fmla="*/ 567812 w 594850"/>
              <a:gd name="connsiteY3" fmla="*/ 297425 h 486425"/>
              <a:gd name="connsiteX4" fmla="*/ 527254 w 594850"/>
              <a:gd name="connsiteY4" fmla="*/ 256867 h 486425"/>
              <a:gd name="connsiteX5" fmla="*/ 419099 w 594850"/>
              <a:gd name="connsiteY5" fmla="*/ 256867 h 486425"/>
              <a:gd name="connsiteX6" fmla="*/ 419099 w 594850"/>
              <a:gd name="connsiteY6" fmla="*/ 174670 h 486425"/>
              <a:gd name="connsiteX7" fmla="*/ 374756 w 594850"/>
              <a:gd name="connsiteY7" fmla="*/ 102747 h 486425"/>
              <a:gd name="connsiteX8" fmla="*/ 384760 w 594850"/>
              <a:gd name="connsiteY8" fmla="*/ 67597 h 486425"/>
              <a:gd name="connsiteX9" fmla="*/ 364752 w 594850"/>
              <a:gd name="connsiteY9" fmla="*/ 19738 h 486425"/>
              <a:gd name="connsiteX10" fmla="*/ 317164 w 594850"/>
              <a:gd name="connsiteY10" fmla="*/ 0 h 486425"/>
              <a:gd name="connsiteX11" fmla="*/ 317164 w 594850"/>
              <a:gd name="connsiteY11" fmla="*/ 0 h 486425"/>
              <a:gd name="connsiteX12" fmla="*/ 269305 w 594850"/>
              <a:gd name="connsiteY12" fmla="*/ 20009 h 486425"/>
              <a:gd name="connsiteX13" fmla="*/ 249567 w 594850"/>
              <a:gd name="connsiteY13" fmla="*/ 67867 h 486425"/>
              <a:gd name="connsiteX14" fmla="*/ 259842 w 594850"/>
              <a:gd name="connsiteY14" fmla="*/ 102747 h 486425"/>
              <a:gd name="connsiteX15" fmla="*/ 216309 w 594850"/>
              <a:gd name="connsiteY15" fmla="*/ 174670 h 486425"/>
              <a:gd name="connsiteX16" fmla="*/ 216309 w 594850"/>
              <a:gd name="connsiteY16" fmla="*/ 256867 h 486425"/>
              <a:gd name="connsiteX17" fmla="*/ 186567 w 594850"/>
              <a:gd name="connsiteY17" fmla="*/ 263897 h 486425"/>
              <a:gd name="connsiteX18" fmla="*/ 179266 w 594850"/>
              <a:gd name="connsiteY18" fmla="*/ 237670 h 486425"/>
              <a:gd name="connsiteX19" fmla="*/ 138979 w 594850"/>
              <a:gd name="connsiteY19" fmla="*/ 205494 h 486425"/>
              <a:gd name="connsiteX20" fmla="*/ 88416 w 594850"/>
              <a:gd name="connsiteY20" fmla="*/ 211442 h 486425"/>
              <a:gd name="connsiteX21" fmla="*/ 60026 w 594850"/>
              <a:gd name="connsiteY21" fmla="*/ 297425 h 486425"/>
              <a:gd name="connsiteX22" fmla="*/ 40558 w 594850"/>
              <a:gd name="connsiteY22" fmla="*/ 297425 h 486425"/>
              <a:gd name="connsiteX23" fmla="*/ 21631 w 594850"/>
              <a:gd name="connsiteY23" fmla="*/ 305537 h 486425"/>
              <a:gd name="connsiteX24" fmla="*/ 13790 w 594850"/>
              <a:gd name="connsiteY24" fmla="*/ 324734 h 486425"/>
              <a:gd name="connsiteX25" fmla="*/ 13790 w 594850"/>
              <a:gd name="connsiteY25" fmla="*/ 351503 h 486425"/>
              <a:gd name="connsiteX26" fmla="*/ 14601 w 594850"/>
              <a:gd name="connsiteY26" fmla="*/ 355018 h 486425"/>
              <a:gd name="connsiteX27" fmla="*/ 0 w 594850"/>
              <a:gd name="connsiteY27" fmla="*/ 378541 h 486425"/>
              <a:gd name="connsiteX28" fmla="*/ 0 w 594850"/>
              <a:gd name="connsiteY28" fmla="*/ 486155 h 486425"/>
              <a:gd name="connsiteX29" fmla="*/ 27039 w 594850"/>
              <a:gd name="connsiteY29" fmla="*/ 486155 h 486425"/>
              <a:gd name="connsiteX30" fmla="*/ 27039 w 594850"/>
              <a:gd name="connsiteY30" fmla="*/ 459657 h 486425"/>
              <a:gd name="connsiteX31" fmla="*/ 567812 w 594850"/>
              <a:gd name="connsiteY31" fmla="*/ 459657 h 486425"/>
              <a:gd name="connsiteX32" fmla="*/ 567812 w 594850"/>
              <a:gd name="connsiteY32" fmla="*/ 486426 h 486425"/>
              <a:gd name="connsiteX33" fmla="*/ 594851 w 594850"/>
              <a:gd name="connsiteY33" fmla="*/ 486426 h 486425"/>
              <a:gd name="connsiteX34" fmla="*/ 594851 w 594850"/>
              <a:gd name="connsiteY34" fmla="*/ 378541 h 486425"/>
              <a:gd name="connsiteX35" fmla="*/ 567812 w 594850"/>
              <a:gd name="connsiteY35" fmla="*/ 351503 h 486425"/>
              <a:gd name="connsiteX36" fmla="*/ 419370 w 594850"/>
              <a:gd name="connsiteY36" fmla="*/ 296614 h 486425"/>
              <a:gd name="connsiteX37" fmla="*/ 419370 w 594850"/>
              <a:gd name="connsiteY37" fmla="*/ 283906 h 486425"/>
              <a:gd name="connsiteX38" fmla="*/ 527524 w 594850"/>
              <a:gd name="connsiteY38" fmla="*/ 283906 h 486425"/>
              <a:gd name="connsiteX39" fmla="*/ 541044 w 594850"/>
              <a:gd name="connsiteY39" fmla="*/ 297425 h 486425"/>
              <a:gd name="connsiteX40" fmla="*/ 541044 w 594850"/>
              <a:gd name="connsiteY40" fmla="*/ 350962 h 486425"/>
              <a:gd name="connsiteX41" fmla="*/ 541044 w 594850"/>
              <a:gd name="connsiteY41" fmla="*/ 350962 h 486425"/>
              <a:gd name="connsiteX42" fmla="*/ 541044 w 594850"/>
              <a:gd name="connsiteY42" fmla="*/ 351503 h 486425"/>
              <a:gd name="connsiteX43" fmla="*/ 378812 w 594850"/>
              <a:gd name="connsiteY43" fmla="*/ 351503 h 486425"/>
              <a:gd name="connsiteX44" fmla="*/ 378812 w 594850"/>
              <a:gd name="connsiteY44" fmla="*/ 324464 h 486425"/>
              <a:gd name="connsiteX45" fmla="*/ 392331 w 594850"/>
              <a:gd name="connsiteY45" fmla="*/ 324464 h 486425"/>
              <a:gd name="connsiteX46" fmla="*/ 419370 w 594850"/>
              <a:gd name="connsiteY46" fmla="*/ 296614 h 486425"/>
              <a:gd name="connsiteX47" fmla="*/ 288503 w 594850"/>
              <a:gd name="connsiteY47" fmla="*/ 38936 h 486425"/>
              <a:gd name="connsiteX48" fmla="*/ 317164 w 594850"/>
              <a:gd name="connsiteY48" fmla="*/ 27039 h 486425"/>
              <a:gd name="connsiteX49" fmla="*/ 345825 w 594850"/>
              <a:gd name="connsiteY49" fmla="*/ 38936 h 486425"/>
              <a:gd name="connsiteX50" fmla="*/ 357722 w 594850"/>
              <a:gd name="connsiteY50" fmla="*/ 67597 h 486425"/>
              <a:gd name="connsiteX51" fmla="*/ 317164 w 594850"/>
              <a:gd name="connsiteY51" fmla="*/ 108155 h 486425"/>
              <a:gd name="connsiteX52" fmla="*/ 288503 w 594850"/>
              <a:gd name="connsiteY52" fmla="*/ 96258 h 486425"/>
              <a:gd name="connsiteX53" fmla="*/ 276606 w 594850"/>
              <a:gd name="connsiteY53" fmla="*/ 67597 h 486425"/>
              <a:gd name="connsiteX54" fmla="*/ 288503 w 594850"/>
              <a:gd name="connsiteY54" fmla="*/ 38936 h 486425"/>
              <a:gd name="connsiteX55" fmla="*/ 243348 w 594850"/>
              <a:gd name="connsiteY55" fmla="*/ 174670 h 486425"/>
              <a:gd name="connsiteX56" fmla="*/ 279580 w 594850"/>
              <a:gd name="connsiteY56" fmla="*/ 123837 h 486425"/>
              <a:gd name="connsiteX57" fmla="*/ 317164 w 594850"/>
              <a:gd name="connsiteY57" fmla="*/ 135193 h 486425"/>
              <a:gd name="connsiteX58" fmla="*/ 317164 w 594850"/>
              <a:gd name="connsiteY58" fmla="*/ 135193 h 486425"/>
              <a:gd name="connsiteX59" fmla="*/ 354747 w 594850"/>
              <a:gd name="connsiteY59" fmla="*/ 123567 h 486425"/>
              <a:gd name="connsiteX60" fmla="*/ 391790 w 594850"/>
              <a:gd name="connsiteY60" fmla="*/ 174399 h 486425"/>
              <a:gd name="connsiteX61" fmla="*/ 391790 w 594850"/>
              <a:gd name="connsiteY61" fmla="*/ 297155 h 486425"/>
              <a:gd name="connsiteX62" fmla="*/ 365022 w 594850"/>
              <a:gd name="connsiteY62" fmla="*/ 296344 h 486425"/>
              <a:gd name="connsiteX63" fmla="*/ 365022 w 594850"/>
              <a:gd name="connsiteY63" fmla="*/ 161691 h 486425"/>
              <a:gd name="connsiteX64" fmla="*/ 337983 w 594850"/>
              <a:gd name="connsiteY64" fmla="*/ 161691 h 486425"/>
              <a:gd name="connsiteX65" fmla="*/ 337983 w 594850"/>
              <a:gd name="connsiteY65" fmla="*/ 256327 h 486425"/>
              <a:gd name="connsiteX66" fmla="*/ 297155 w 594850"/>
              <a:gd name="connsiteY66" fmla="*/ 256327 h 486425"/>
              <a:gd name="connsiteX67" fmla="*/ 297155 w 594850"/>
              <a:gd name="connsiteY67" fmla="*/ 161691 h 486425"/>
              <a:gd name="connsiteX68" fmla="*/ 270387 w 594850"/>
              <a:gd name="connsiteY68" fmla="*/ 161691 h 486425"/>
              <a:gd name="connsiteX69" fmla="*/ 270387 w 594850"/>
              <a:gd name="connsiteY69" fmla="*/ 296885 h 486425"/>
              <a:gd name="connsiteX70" fmla="*/ 243078 w 594850"/>
              <a:gd name="connsiteY70" fmla="*/ 296344 h 486425"/>
              <a:gd name="connsiteX71" fmla="*/ 243078 w 594850"/>
              <a:gd name="connsiteY71" fmla="*/ 173859 h 486425"/>
              <a:gd name="connsiteX72" fmla="*/ 101936 w 594850"/>
              <a:gd name="connsiteY72" fmla="*/ 234966 h 486425"/>
              <a:gd name="connsiteX73" fmla="*/ 131949 w 594850"/>
              <a:gd name="connsiteY73" fmla="*/ 231451 h 486425"/>
              <a:gd name="connsiteX74" fmla="*/ 156013 w 594850"/>
              <a:gd name="connsiteY74" fmla="*/ 250648 h 486425"/>
              <a:gd name="connsiteX75" fmla="*/ 151687 w 594850"/>
              <a:gd name="connsiteY75" fmla="*/ 296614 h 486425"/>
              <a:gd name="connsiteX76" fmla="*/ 150876 w 594850"/>
              <a:gd name="connsiteY76" fmla="*/ 297425 h 486425"/>
              <a:gd name="connsiteX77" fmla="*/ 92472 w 594850"/>
              <a:gd name="connsiteY77" fmla="*/ 297425 h 486425"/>
              <a:gd name="connsiteX78" fmla="*/ 86524 w 594850"/>
              <a:gd name="connsiteY78" fmla="*/ 290125 h 486425"/>
              <a:gd name="connsiteX79" fmla="*/ 101936 w 594850"/>
              <a:gd name="connsiteY79" fmla="*/ 234966 h 486425"/>
              <a:gd name="connsiteX80" fmla="*/ 203060 w 594850"/>
              <a:gd name="connsiteY80" fmla="*/ 324464 h 486425"/>
              <a:gd name="connsiteX81" fmla="*/ 203060 w 594850"/>
              <a:gd name="connsiteY81" fmla="*/ 297425 h 486425"/>
              <a:gd name="connsiteX82" fmla="*/ 186567 w 594850"/>
              <a:gd name="connsiteY82" fmla="*/ 297425 h 486425"/>
              <a:gd name="connsiteX83" fmla="*/ 216309 w 594850"/>
              <a:gd name="connsiteY83" fmla="*/ 283906 h 486425"/>
              <a:gd name="connsiteX84" fmla="*/ 216309 w 594850"/>
              <a:gd name="connsiteY84" fmla="*/ 297155 h 486425"/>
              <a:gd name="connsiteX85" fmla="*/ 243348 w 594850"/>
              <a:gd name="connsiteY85" fmla="*/ 324464 h 486425"/>
              <a:gd name="connsiteX86" fmla="*/ 270387 w 594850"/>
              <a:gd name="connsiteY86" fmla="*/ 324464 h 486425"/>
              <a:gd name="connsiteX87" fmla="*/ 297425 w 594850"/>
              <a:gd name="connsiteY87" fmla="*/ 296885 h 486425"/>
              <a:gd name="connsiteX88" fmla="*/ 297425 w 594850"/>
              <a:gd name="connsiteY88" fmla="*/ 283906 h 486425"/>
              <a:gd name="connsiteX89" fmla="*/ 338524 w 594850"/>
              <a:gd name="connsiteY89" fmla="*/ 283906 h 486425"/>
              <a:gd name="connsiteX90" fmla="*/ 338524 w 594850"/>
              <a:gd name="connsiteY90" fmla="*/ 296885 h 486425"/>
              <a:gd name="connsiteX91" fmla="*/ 351773 w 594850"/>
              <a:gd name="connsiteY91" fmla="*/ 320138 h 486425"/>
              <a:gd name="connsiteX92" fmla="*/ 351773 w 594850"/>
              <a:gd name="connsiteY92" fmla="*/ 351503 h 486425"/>
              <a:gd name="connsiteX93" fmla="*/ 40828 w 594850"/>
              <a:gd name="connsiteY93" fmla="*/ 351503 h 486425"/>
              <a:gd name="connsiteX94" fmla="*/ 40828 w 594850"/>
              <a:gd name="connsiteY94" fmla="*/ 324464 h 486425"/>
              <a:gd name="connsiteX95" fmla="*/ 202790 w 594850"/>
              <a:gd name="connsiteY95" fmla="*/ 324464 h 486425"/>
              <a:gd name="connsiteX96" fmla="*/ 27309 w 594850"/>
              <a:gd name="connsiteY96" fmla="*/ 378541 h 486425"/>
              <a:gd name="connsiteX97" fmla="*/ 567812 w 594850"/>
              <a:gd name="connsiteY97" fmla="*/ 378541 h 486425"/>
              <a:gd name="connsiteX98" fmla="*/ 567812 w 594850"/>
              <a:gd name="connsiteY98" fmla="*/ 432619 h 486425"/>
              <a:gd name="connsiteX99" fmla="*/ 27039 w 594850"/>
              <a:gd name="connsiteY99" fmla="*/ 432619 h 486425"/>
              <a:gd name="connsiteX100" fmla="*/ 27039 w 594850"/>
              <a:gd name="connsiteY100" fmla="*/ 378541 h 48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594850" h="486425">
                <a:moveTo>
                  <a:pt x="567812" y="351503"/>
                </a:moveTo>
                <a:lnTo>
                  <a:pt x="567812" y="351503"/>
                </a:lnTo>
                <a:cubicBezTo>
                  <a:pt x="567812" y="351503"/>
                  <a:pt x="567812" y="351232"/>
                  <a:pt x="567812" y="350962"/>
                </a:cubicBezTo>
                <a:lnTo>
                  <a:pt x="567812" y="297425"/>
                </a:lnTo>
                <a:cubicBezTo>
                  <a:pt x="567812" y="274983"/>
                  <a:pt x="549696" y="256867"/>
                  <a:pt x="527254" y="256867"/>
                </a:cubicBezTo>
                <a:lnTo>
                  <a:pt x="419099" y="256867"/>
                </a:lnTo>
                <a:lnTo>
                  <a:pt x="419099" y="174670"/>
                </a:lnTo>
                <a:cubicBezTo>
                  <a:pt x="418829" y="143846"/>
                  <a:pt x="401254" y="116537"/>
                  <a:pt x="374756" y="102747"/>
                </a:cubicBezTo>
                <a:cubicBezTo>
                  <a:pt x="380975" y="92472"/>
                  <a:pt x="384760" y="80575"/>
                  <a:pt x="384760" y="67597"/>
                </a:cubicBezTo>
                <a:cubicBezTo>
                  <a:pt x="384760" y="49481"/>
                  <a:pt x="377730" y="32717"/>
                  <a:pt x="364752" y="19738"/>
                </a:cubicBezTo>
                <a:cubicBezTo>
                  <a:pt x="352043" y="7030"/>
                  <a:pt x="335009" y="0"/>
                  <a:pt x="317164" y="0"/>
                </a:cubicBezTo>
                <a:lnTo>
                  <a:pt x="317164" y="0"/>
                </a:lnTo>
                <a:cubicBezTo>
                  <a:pt x="299048" y="0"/>
                  <a:pt x="282284" y="7030"/>
                  <a:pt x="269305" y="20009"/>
                </a:cubicBezTo>
                <a:cubicBezTo>
                  <a:pt x="256597" y="32717"/>
                  <a:pt x="249567" y="49751"/>
                  <a:pt x="249567" y="67867"/>
                </a:cubicBezTo>
                <a:cubicBezTo>
                  <a:pt x="249567" y="80846"/>
                  <a:pt x="253352" y="92743"/>
                  <a:pt x="259842" y="102747"/>
                </a:cubicBezTo>
                <a:cubicBezTo>
                  <a:pt x="233614" y="116537"/>
                  <a:pt x="216309" y="143846"/>
                  <a:pt x="216309" y="174670"/>
                </a:cubicBezTo>
                <a:lnTo>
                  <a:pt x="216309" y="256867"/>
                </a:lnTo>
                <a:cubicBezTo>
                  <a:pt x="205494" y="256867"/>
                  <a:pt x="195490" y="259571"/>
                  <a:pt x="186567" y="263897"/>
                </a:cubicBezTo>
                <a:cubicBezTo>
                  <a:pt x="185756" y="254704"/>
                  <a:pt x="183863" y="245781"/>
                  <a:pt x="179266" y="237670"/>
                </a:cubicBezTo>
                <a:cubicBezTo>
                  <a:pt x="170614" y="221717"/>
                  <a:pt x="156284" y="210361"/>
                  <a:pt x="138979" y="205494"/>
                </a:cubicBezTo>
                <a:cubicBezTo>
                  <a:pt x="121944" y="200627"/>
                  <a:pt x="103828" y="202790"/>
                  <a:pt x="88416" y="211442"/>
                </a:cubicBezTo>
                <a:cubicBezTo>
                  <a:pt x="58133" y="228477"/>
                  <a:pt x="46507" y="266060"/>
                  <a:pt x="60026" y="297425"/>
                </a:cubicBezTo>
                <a:lnTo>
                  <a:pt x="40558" y="297425"/>
                </a:lnTo>
                <a:cubicBezTo>
                  <a:pt x="33528" y="297425"/>
                  <a:pt x="26768" y="300400"/>
                  <a:pt x="21631" y="305537"/>
                </a:cubicBezTo>
                <a:cubicBezTo>
                  <a:pt x="16494" y="310674"/>
                  <a:pt x="13790" y="317434"/>
                  <a:pt x="13790" y="324734"/>
                </a:cubicBezTo>
                <a:lnTo>
                  <a:pt x="13790" y="351503"/>
                </a:lnTo>
                <a:cubicBezTo>
                  <a:pt x="13790" y="351503"/>
                  <a:pt x="14330" y="353936"/>
                  <a:pt x="14601" y="355018"/>
                </a:cubicBezTo>
                <a:cubicBezTo>
                  <a:pt x="6219" y="359614"/>
                  <a:pt x="0" y="368267"/>
                  <a:pt x="0" y="378541"/>
                </a:cubicBezTo>
                <a:lnTo>
                  <a:pt x="0" y="486155"/>
                </a:lnTo>
                <a:lnTo>
                  <a:pt x="27039" y="486155"/>
                </a:lnTo>
                <a:lnTo>
                  <a:pt x="27039" y="459657"/>
                </a:lnTo>
                <a:lnTo>
                  <a:pt x="567812" y="459657"/>
                </a:lnTo>
                <a:lnTo>
                  <a:pt x="567812" y="486426"/>
                </a:lnTo>
                <a:lnTo>
                  <a:pt x="594851" y="486426"/>
                </a:lnTo>
                <a:lnTo>
                  <a:pt x="594851" y="378541"/>
                </a:lnTo>
                <a:cubicBezTo>
                  <a:pt x="594851" y="363670"/>
                  <a:pt x="582683" y="351503"/>
                  <a:pt x="567812" y="351503"/>
                </a:cubicBezTo>
                <a:close/>
                <a:moveTo>
                  <a:pt x="419370" y="296614"/>
                </a:moveTo>
                <a:lnTo>
                  <a:pt x="419370" y="283906"/>
                </a:lnTo>
                <a:lnTo>
                  <a:pt x="527524" y="283906"/>
                </a:lnTo>
                <a:cubicBezTo>
                  <a:pt x="534825" y="283906"/>
                  <a:pt x="541044" y="289855"/>
                  <a:pt x="541044" y="297425"/>
                </a:cubicBezTo>
                <a:lnTo>
                  <a:pt x="541044" y="350962"/>
                </a:lnTo>
                <a:lnTo>
                  <a:pt x="541044" y="350962"/>
                </a:lnTo>
                <a:lnTo>
                  <a:pt x="541044" y="351503"/>
                </a:lnTo>
                <a:lnTo>
                  <a:pt x="378812" y="351503"/>
                </a:lnTo>
                <a:lnTo>
                  <a:pt x="378812" y="324464"/>
                </a:lnTo>
                <a:lnTo>
                  <a:pt x="392331" y="324464"/>
                </a:lnTo>
                <a:cubicBezTo>
                  <a:pt x="407202" y="324464"/>
                  <a:pt x="419640" y="311485"/>
                  <a:pt x="419370" y="296614"/>
                </a:cubicBezTo>
                <a:close/>
                <a:moveTo>
                  <a:pt x="288503" y="38936"/>
                </a:moveTo>
                <a:cubicBezTo>
                  <a:pt x="296073" y="31094"/>
                  <a:pt x="305807" y="26228"/>
                  <a:pt x="317164" y="27039"/>
                </a:cubicBezTo>
                <a:cubicBezTo>
                  <a:pt x="327979" y="27039"/>
                  <a:pt x="337983" y="31365"/>
                  <a:pt x="345825" y="38936"/>
                </a:cubicBezTo>
                <a:cubicBezTo>
                  <a:pt x="353395" y="46507"/>
                  <a:pt x="357722" y="56781"/>
                  <a:pt x="357722" y="67597"/>
                </a:cubicBezTo>
                <a:cubicBezTo>
                  <a:pt x="357722" y="90039"/>
                  <a:pt x="339606" y="108155"/>
                  <a:pt x="317164" y="108155"/>
                </a:cubicBezTo>
                <a:cubicBezTo>
                  <a:pt x="306078" y="108425"/>
                  <a:pt x="296073" y="104099"/>
                  <a:pt x="288503" y="96258"/>
                </a:cubicBezTo>
                <a:cubicBezTo>
                  <a:pt x="280661" y="88687"/>
                  <a:pt x="276606" y="78412"/>
                  <a:pt x="276606" y="67597"/>
                </a:cubicBezTo>
                <a:cubicBezTo>
                  <a:pt x="276606" y="56781"/>
                  <a:pt x="280661" y="46507"/>
                  <a:pt x="288503" y="38936"/>
                </a:cubicBezTo>
                <a:close/>
                <a:moveTo>
                  <a:pt x="243348" y="174670"/>
                </a:moveTo>
                <a:cubicBezTo>
                  <a:pt x="243348" y="151417"/>
                  <a:pt x="258219" y="131138"/>
                  <a:pt x="279580" y="123837"/>
                </a:cubicBezTo>
                <a:cubicBezTo>
                  <a:pt x="290395" y="131138"/>
                  <a:pt x="303103" y="135193"/>
                  <a:pt x="317164" y="135193"/>
                </a:cubicBezTo>
                <a:lnTo>
                  <a:pt x="317164" y="135193"/>
                </a:lnTo>
                <a:cubicBezTo>
                  <a:pt x="330953" y="135193"/>
                  <a:pt x="343932" y="130867"/>
                  <a:pt x="354747" y="123567"/>
                </a:cubicBezTo>
                <a:cubicBezTo>
                  <a:pt x="376378" y="130867"/>
                  <a:pt x="391790" y="151146"/>
                  <a:pt x="391790" y="174399"/>
                </a:cubicBezTo>
                <a:lnTo>
                  <a:pt x="391790" y="297155"/>
                </a:lnTo>
                <a:lnTo>
                  <a:pt x="365022" y="296344"/>
                </a:lnTo>
                <a:lnTo>
                  <a:pt x="365022" y="161691"/>
                </a:lnTo>
                <a:lnTo>
                  <a:pt x="337983" y="161691"/>
                </a:lnTo>
                <a:lnTo>
                  <a:pt x="337983" y="256327"/>
                </a:lnTo>
                <a:lnTo>
                  <a:pt x="297155" y="256327"/>
                </a:lnTo>
                <a:lnTo>
                  <a:pt x="297155" y="161691"/>
                </a:lnTo>
                <a:lnTo>
                  <a:pt x="270387" y="161691"/>
                </a:lnTo>
                <a:lnTo>
                  <a:pt x="270387" y="296885"/>
                </a:lnTo>
                <a:lnTo>
                  <a:pt x="243078" y="296344"/>
                </a:lnTo>
                <a:lnTo>
                  <a:pt x="243078" y="173859"/>
                </a:lnTo>
                <a:close/>
                <a:moveTo>
                  <a:pt x="101936" y="234966"/>
                </a:moveTo>
                <a:cubicBezTo>
                  <a:pt x="111129" y="229829"/>
                  <a:pt x="121674" y="228477"/>
                  <a:pt x="131949" y="231451"/>
                </a:cubicBezTo>
                <a:cubicBezTo>
                  <a:pt x="142223" y="234425"/>
                  <a:pt x="150876" y="241185"/>
                  <a:pt x="156013" y="250648"/>
                </a:cubicBezTo>
                <a:cubicBezTo>
                  <a:pt x="164125" y="265249"/>
                  <a:pt x="162232" y="283906"/>
                  <a:pt x="151687" y="296614"/>
                </a:cubicBezTo>
                <a:cubicBezTo>
                  <a:pt x="151687" y="296885"/>
                  <a:pt x="151146" y="297155"/>
                  <a:pt x="150876" y="297425"/>
                </a:cubicBezTo>
                <a:lnTo>
                  <a:pt x="92472" y="297425"/>
                </a:lnTo>
                <a:cubicBezTo>
                  <a:pt x="90309" y="294992"/>
                  <a:pt x="88146" y="292829"/>
                  <a:pt x="86524" y="290125"/>
                </a:cubicBezTo>
                <a:cubicBezTo>
                  <a:pt x="75708" y="270657"/>
                  <a:pt x="82738" y="245781"/>
                  <a:pt x="101936" y="234966"/>
                </a:cubicBezTo>
                <a:close/>
                <a:moveTo>
                  <a:pt x="203060" y="324464"/>
                </a:moveTo>
                <a:lnTo>
                  <a:pt x="203060" y="297425"/>
                </a:lnTo>
                <a:lnTo>
                  <a:pt x="186567" y="297425"/>
                </a:lnTo>
                <a:cubicBezTo>
                  <a:pt x="193867" y="289314"/>
                  <a:pt x="204412" y="283906"/>
                  <a:pt x="216309" y="283906"/>
                </a:cubicBezTo>
                <a:lnTo>
                  <a:pt x="216309" y="297155"/>
                </a:lnTo>
                <a:cubicBezTo>
                  <a:pt x="216309" y="312297"/>
                  <a:pt x="228477" y="324464"/>
                  <a:pt x="243348" y="324464"/>
                </a:cubicBezTo>
                <a:lnTo>
                  <a:pt x="270387" y="324464"/>
                </a:lnTo>
                <a:cubicBezTo>
                  <a:pt x="285258" y="324464"/>
                  <a:pt x="297425" y="312026"/>
                  <a:pt x="297425" y="296885"/>
                </a:cubicBezTo>
                <a:lnTo>
                  <a:pt x="297425" y="283906"/>
                </a:lnTo>
                <a:lnTo>
                  <a:pt x="338524" y="283906"/>
                </a:lnTo>
                <a:lnTo>
                  <a:pt x="338524" y="296885"/>
                </a:lnTo>
                <a:cubicBezTo>
                  <a:pt x="338524" y="306889"/>
                  <a:pt x="343932" y="315271"/>
                  <a:pt x="351773" y="320138"/>
                </a:cubicBezTo>
                <a:lnTo>
                  <a:pt x="351773" y="351503"/>
                </a:lnTo>
                <a:lnTo>
                  <a:pt x="40828" y="351503"/>
                </a:lnTo>
                <a:lnTo>
                  <a:pt x="40828" y="324464"/>
                </a:lnTo>
                <a:lnTo>
                  <a:pt x="202790" y="324464"/>
                </a:lnTo>
                <a:close/>
                <a:moveTo>
                  <a:pt x="27309" y="378541"/>
                </a:moveTo>
                <a:lnTo>
                  <a:pt x="567812" y="378541"/>
                </a:lnTo>
                <a:lnTo>
                  <a:pt x="567812" y="432619"/>
                </a:lnTo>
                <a:lnTo>
                  <a:pt x="27039" y="432619"/>
                </a:lnTo>
                <a:lnTo>
                  <a:pt x="27039" y="378541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1" descr="Person in wheelchair icon.">
            <a:extLst>
              <a:ext uri="{FF2B5EF4-FFF2-40B4-BE49-F238E27FC236}">
                <a16:creationId xmlns:a16="http://schemas.microsoft.com/office/drawing/2014/main" id="{F49C1560-F24E-4A7B-BA62-93EE964CB888}"/>
              </a:ext>
            </a:extLst>
          </p:cNvPr>
          <p:cNvSpPr>
            <a:spLocks noChangeAspect="1"/>
          </p:cNvSpPr>
          <p:nvPr/>
        </p:nvSpPr>
        <p:spPr>
          <a:xfrm>
            <a:off x="996056" y="3232559"/>
            <a:ext cx="343888" cy="456623"/>
          </a:xfrm>
          <a:custGeom>
            <a:avLst/>
            <a:gdLst>
              <a:gd name="connsiteX0" fmla="*/ 152839 w 343888"/>
              <a:gd name="connsiteY0" fmla="*/ 0 h 456623"/>
              <a:gd name="connsiteX1" fmla="*/ 118450 w 343888"/>
              <a:gd name="connsiteY1" fmla="*/ 15284 h 456623"/>
              <a:gd name="connsiteX2" fmla="*/ 118450 w 343888"/>
              <a:gd name="connsiteY2" fmla="*/ 87883 h 456623"/>
              <a:gd name="connsiteX3" fmla="*/ 152839 w 343888"/>
              <a:gd name="connsiteY3" fmla="*/ 101256 h 456623"/>
              <a:gd name="connsiteX4" fmla="*/ 152839 w 343888"/>
              <a:gd name="connsiteY4" fmla="*/ 101256 h 456623"/>
              <a:gd name="connsiteX5" fmla="*/ 189139 w 343888"/>
              <a:gd name="connsiteY5" fmla="*/ 85972 h 456623"/>
              <a:gd name="connsiteX6" fmla="*/ 189139 w 343888"/>
              <a:gd name="connsiteY6" fmla="*/ 13373 h 456623"/>
              <a:gd name="connsiteX7" fmla="*/ 152839 w 343888"/>
              <a:gd name="connsiteY7" fmla="*/ 0 h 456623"/>
              <a:gd name="connsiteX8" fmla="*/ 175765 w 343888"/>
              <a:gd name="connsiteY8" fmla="*/ 28657 h 456623"/>
              <a:gd name="connsiteX9" fmla="*/ 175765 w 343888"/>
              <a:gd name="connsiteY9" fmla="*/ 72599 h 456623"/>
              <a:gd name="connsiteX10" fmla="*/ 152839 w 343888"/>
              <a:gd name="connsiteY10" fmla="*/ 82151 h 456623"/>
              <a:gd name="connsiteX11" fmla="*/ 152839 w 343888"/>
              <a:gd name="connsiteY11" fmla="*/ 82151 h 456623"/>
              <a:gd name="connsiteX12" fmla="*/ 131824 w 343888"/>
              <a:gd name="connsiteY12" fmla="*/ 72599 h 456623"/>
              <a:gd name="connsiteX13" fmla="*/ 131824 w 343888"/>
              <a:gd name="connsiteY13" fmla="*/ 28657 h 456623"/>
              <a:gd name="connsiteX14" fmla="*/ 152839 w 343888"/>
              <a:gd name="connsiteY14" fmla="*/ 19105 h 456623"/>
              <a:gd name="connsiteX15" fmla="*/ 152839 w 343888"/>
              <a:gd name="connsiteY15" fmla="*/ 19105 h 456623"/>
              <a:gd name="connsiteX16" fmla="*/ 175765 w 343888"/>
              <a:gd name="connsiteY16" fmla="*/ 28657 h 456623"/>
              <a:gd name="connsiteX17" fmla="*/ 175765 w 343888"/>
              <a:gd name="connsiteY17" fmla="*/ 28657 h 456623"/>
              <a:gd name="connsiteX18" fmla="*/ 0 w 343888"/>
              <a:gd name="connsiteY18" fmla="*/ 152839 h 456623"/>
              <a:gd name="connsiteX19" fmla="*/ 57315 w 343888"/>
              <a:gd name="connsiteY19" fmla="*/ 152839 h 456623"/>
              <a:gd name="connsiteX20" fmla="*/ 57315 w 343888"/>
              <a:gd name="connsiteY20" fmla="*/ 280842 h 456623"/>
              <a:gd name="connsiteX21" fmla="*/ 93614 w 343888"/>
              <a:gd name="connsiteY21" fmla="*/ 439413 h 456623"/>
              <a:gd name="connsiteX22" fmla="*/ 238811 w 343888"/>
              <a:gd name="connsiteY22" fmla="*/ 420308 h 456623"/>
              <a:gd name="connsiteX23" fmla="*/ 324784 w 343888"/>
              <a:gd name="connsiteY23" fmla="*/ 420308 h 456623"/>
              <a:gd name="connsiteX24" fmla="*/ 343889 w 343888"/>
              <a:gd name="connsiteY24" fmla="*/ 401203 h 456623"/>
              <a:gd name="connsiteX25" fmla="*/ 343889 w 343888"/>
              <a:gd name="connsiteY25" fmla="*/ 382098 h 456623"/>
              <a:gd name="connsiteX26" fmla="*/ 324784 w 343888"/>
              <a:gd name="connsiteY26" fmla="*/ 362993 h 456623"/>
              <a:gd name="connsiteX27" fmla="*/ 303768 w 343888"/>
              <a:gd name="connsiteY27" fmla="*/ 362993 h 456623"/>
              <a:gd name="connsiteX28" fmla="*/ 296126 w 343888"/>
              <a:gd name="connsiteY28" fmla="*/ 284663 h 456623"/>
              <a:gd name="connsiteX29" fmla="*/ 278932 w 343888"/>
              <a:gd name="connsiteY29" fmla="*/ 267469 h 456623"/>
              <a:gd name="connsiteX30" fmla="*/ 225438 w 343888"/>
              <a:gd name="connsiteY30" fmla="*/ 248364 h 456623"/>
              <a:gd name="connsiteX31" fmla="*/ 280842 w 343888"/>
              <a:gd name="connsiteY31" fmla="*/ 248364 h 456623"/>
              <a:gd name="connsiteX32" fmla="*/ 296126 w 343888"/>
              <a:gd name="connsiteY32" fmla="*/ 233080 h 456623"/>
              <a:gd name="connsiteX33" fmla="*/ 296126 w 343888"/>
              <a:gd name="connsiteY33" fmla="*/ 210154 h 456623"/>
              <a:gd name="connsiteX34" fmla="*/ 277021 w 343888"/>
              <a:gd name="connsiteY34" fmla="*/ 191049 h 456623"/>
              <a:gd name="connsiteX35" fmla="*/ 227349 w 343888"/>
              <a:gd name="connsiteY35" fmla="*/ 191049 h 456623"/>
              <a:gd name="connsiteX36" fmla="*/ 217796 w 343888"/>
              <a:gd name="connsiteY36" fmla="*/ 150929 h 456623"/>
              <a:gd name="connsiteX37" fmla="*/ 171944 w 343888"/>
              <a:gd name="connsiteY37" fmla="*/ 114630 h 456623"/>
              <a:gd name="connsiteX38" fmla="*/ 143287 w 343888"/>
              <a:gd name="connsiteY38" fmla="*/ 114630 h 456623"/>
              <a:gd name="connsiteX39" fmla="*/ 95525 w 343888"/>
              <a:gd name="connsiteY39" fmla="*/ 162392 h 456623"/>
              <a:gd name="connsiteX40" fmla="*/ 95525 w 343888"/>
              <a:gd name="connsiteY40" fmla="*/ 162392 h 456623"/>
              <a:gd name="connsiteX41" fmla="*/ 95525 w 343888"/>
              <a:gd name="connsiteY41" fmla="*/ 244543 h 456623"/>
              <a:gd name="connsiteX42" fmla="*/ 74509 w 343888"/>
              <a:gd name="connsiteY42" fmla="*/ 259827 h 456623"/>
              <a:gd name="connsiteX43" fmla="*/ 74509 w 343888"/>
              <a:gd name="connsiteY43" fmla="*/ 152839 h 456623"/>
              <a:gd name="connsiteX44" fmla="*/ 55404 w 343888"/>
              <a:gd name="connsiteY44" fmla="*/ 133734 h 456623"/>
              <a:gd name="connsiteX45" fmla="*/ 0 w 343888"/>
              <a:gd name="connsiteY45" fmla="*/ 133734 h 456623"/>
              <a:gd name="connsiteX46" fmla="*/ 0 w 343888"/>
              <a:gd name="connsiteY46" fmla="*/ 152839 h 456623"/>
              <a:gd name="connsiteX47" fmla="*/ 275111 w 343888"/>
              <a:gd name="connsiteY47" fmla="*/ 286574 h 456623"/>
              <a:gd name="connsiteX48" fmla="*/ 277021 w 343888"/>
              <a:gd name="connsiteY48" fmla="*/ 288484 h 456623"/>
              <a:gd name="connsiteX49" fmla="*/ 278932 w 343888"/>
              <a:gd name="connsiteY49" fmla="*/ 288484 h 456623"/>
              <a:gd name="connsiteX50" fmla="*/ 288484 w 343888"/>
              <a:gd name="connsiteY50" fmla="*/ 384009 h 456623"/>
              <a:gd name="connsiteX51" fmla="*/ 326694 w 343888"/>
              <a:gd name="connsiteY51" fmla="*/ 384009 h 456623"/>
              <a:gd name="connsiteX52" fmla="*/ 326694 w 343888"/>
              <a:gd name="connsiteY52" fmla="*/ 403114 h 456623"/>
              <a:gd name="connsiteX53" fmla="*/ 252185 w 343888"/>
              <a:gd name="connsiteY53" fmla="*/ 403114 h 456623"/>
              <a:gd name="connsiteX54" fmla="*/ 242632 w 343888"/>
              <a:gd name="connsiteY54" fmla="*/ 275111 h 456623"/>
              <a:gd name="connsiteX55" fmla="*/ 275111 w 343888"/>
              <a:gd name="connsiteY55" fmla="*/ 286574 h 456623"/>
              <a:gd name="connsiteX56" fmla="*/ 114630 w 343888"/>
              <a:gd name="connsiteY56" fmla="*/ 162392 h 456623"/>
              <a:gd name="connsiteX57" fmla="*/ 143287 w 343888"/>
              <a:gd name="connsiteY57" fmla="*/ 133734 h 456623"/>
              <a:gd name="connsiteX58" fmla="*/ 171944 w 343888"/>
              <a:gd name="connsiteY58" fmla="*/ 133734 h 456623"/>
              <a:gd name="connsiteX59" fmla="*/ 200602 w 343888"/>
              <a:gd name="connsiteY59" fmla="*/ 154750 h 456623"/>
              <a:gd name="connsiteX60" fmla="*/ 213975 w 343888"/>
              <a:gd name="connsiteY60" fmla="*/ 210154 h 456623"/>
              <a:gd name="connsiteX61" fmla="*/ 278932 w 343888"/>
              <a:gd name="connsiteY61" fmla="*/ 210154 h 456623"/>
              <a:gd name="connsiteX62" fmla="*/ 278932 w 343888"/>
              <a:gd name="connsiteY62" fmla="*/ 229259 h 456623"/>
              <a:gd name="connsiteX63" fmla="*/ 206333 w 343888"/>
              <a:gd name="connsiteY63" fmla="*/ 229259 h 456623"/>
              <a:gd name="connsiteX64" fmla="*/ 196781 w 343888"/>
              <a:gd name="connsiteY64" fmla="*/ 221617 h 456623"/>
              <a:gd name="connsiteX65" fmla="*/ 181497 w 343888"/>
              <a:gd name="connsiteY65" fmla="*/ 168123 h 456623"/>
              <a:gd name="connsiteX66" fmla="*/ 164302 w 343888"/>
              <a:gd name="connsiteY66" fmla="*/ 173855 h 456623"/>
              <a:gd name="connsiteX67" fmla="*/ 179586 w 343888"/>
              <a:gd name="connsiteY67" fmla="*/ 227349 h 456623"/>
              <a:gd name="connsiteX68" fmla="*/ 181497 w 343888"/>
              <a:gd name="connsiteY68" fmla="*/ 233080 h 456623"/>
              <a:gd name="connsiteX69" fmla="*/ 152839 w 343888"/>
              <a:gd name="connsiteY69" fmla="*/ 229259 h 456623"/>
              <a:gd name="connsiteX70" fmla="*/ 114630 w 343888"/>
              <a:gd name="connsiteY70" fmla="*/ 236901 h 456623"/>
              <a:gd name="connsiteX71" fmla="*/ 114630 w 343888"/>
              <a:gd name="connsiteY71" fmla="*/ 162392 h 456623"/>
              <a:gd name="connsiteX72" fmla="*/ 152839 w 343888"/>
              <a:gd name="connsiteY72" fmla="*/ 248364 h 456623"/>
              <a:gd name="connsiteX73" fmla="*/ 248364 w 343888"/>
              <a:gd name="connsiteY73" fmla="*/ 343889 h 456623"/>
              <a:gd name="connsiteX74" fmla="*/ 152839 w 343888"/>
              <a:gd name="connsiteY74" fmla="*/ 439413 h 456623"/>
              <a:gd name="connsiteX75" fmla="*/ 57315 w 343888"/>
              <a:gd name="connsiteY75" fmla="*/ 343889 h 456623"/>
              <a:gd name="connsiteX76" fmla="*/ 152839 w 343888"/>
              <a:gd name="connsiteY76" fmla="*/ 248364 h 45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43888" h="456623">
                <a:moveTo>
                  <a:pt x="152839" y="0"/>
                </a:moveTo>
                <a:cubicBezTo>
                  <a:pt x="139466" y="0"/>
                  <a:pt x="126092" y="5731"/>
                  <a:pt x="118450" y="15284"/>
                </a:cubicBezTo>
                <a:cubicBezTo>
                  <a:pt x="99346" y="34389"/>
                  <a:pt x="99346" y="66867"/>
                  <a:pt x="118450" y="87883"/>
                </a:cubicBezTo>
                <a:cubicBezTo>
                  <a:pt x="126092" y="95525"/>
                  <a:pt x="139466" y="101256"/>
                  <a:pt x="152839" y="101256"/>
                </a:cubicBezTo>
                <a:lnTo>
                  <a:pt x="152839" y="101256"/>
                </a:lnTo>
                <a:cubicBezTo>
                  <a:pt x="166213" y="101256"/>
                  <a:pt x="179586" y="95525"/>
                  <a:pt x="189139" y="85972"/>
                </a:cubicBezTo>
                <a:cubicBezTo>
                  <a:pt x="208244" y="66867"/>
                  <a:pt x="208244" y="34389"/>
                  <a:pt x="189139" y="13373"/>
                </a:cubicBezTo>
                <a:cubicBezTo>
                  <a:pt x="179586" y="5731"/>
                  <a:pt x="166213" y="0"/>
                  <a:pt x="152839" y="0"/>
                </a:cubicBezTo>
                <a:close/>
                <a:moveTo>
                  <a:pt x="175765" y="28657"/>
                </a:moveTo>
                <a:cubicBezTo>
                  <a:pt x="187228" y="42031"/>
                  <a:pt x="187228" y="61136"/>
                  <a:pt x="175765" y="72599"/>
                </a:cubicBezTo>
                <a:cubicBezTo>
                  <a:pt x="170034" y="78330"/>
                  <a:pt x="162392" y="82151"/>
                  <a:pt x="152839" y="82151"/>
                </a:cubicBezTo>
                <a:lnTo>
                  <a:pt x="152839" y="82151"/>
                </a:lnTo>
                <a:cubicBezTo>
                  <a:pt x="145197" y="82151"/>
                  <a:pt x="137555" y="78330"/>
                  <a:pt x="131824" y="72599"/>
                </a:cubicBezTo>
                <a:cubicBezTo>
                  <a:pt x="120361" y="59225"/>
                  <a:pt x="120361" y="40120"/>
                  <a:pt x="131824" y="28657"/>
                </a:cubicBezTo>
                <a:cubicBezTo>
                  <a:pt x="137555" y="22926"/>
                  <a:pt x="145197" y="19105"/>
                  <a:pt x="152839" y="19105"/>
                </a:cubicBezTo>
                <a:lnTo>
                  <a:pt x="152839" y="19105"/>
                </a:lnTo>
                <a:cubicBezTo>
                  <a:pt x="160481" y="19105"/>
                  <a:pt x="168123" y="22926"/>
                  <a:pt x="175765" y="28657"/>
                </a:cubicBezTo>
                <a:lnTo>
                  <a:pt x="175765" y="28657"/>
                </a:lnTo>
                <a:close/>
                <a:moveTo>
                  <a:pt x="0" y="152839"/>
                </a:moveTo>
                <a:lnTo>
                  <a:pt x="57315" y="152839"/>
                </a:lnTo>
                <a:lnTo>
                  <a:pt x="57315" y="280842"/>
                </a:lnTo>
                <a:cubicBezTo>
                  <a:pt x="22926" y="334336"/>
                  <a:pt x="40120" y="405024"/>
                  <a:pt x="93614" y="439413"/>
                </a:cubicBezTo>
                <a:cubicBezTo>
                  <a:pt x="139466" y="468070"/>
                  <a:pt x="200602" y="460429"/>
                  <a:pt x="238811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382098"/>
                </a:lnTo>
                <a:cubicBezTo>
                  <a:pt x="343889" y="370635"/>
                  <a:pt x="336247" y="362993"/>
                  <a:pt x="324784" y="362993"/>
                </a:cubicBezTo>
                <a:lnTo>
                  <a:pt x="303768" y="362993"/>
                </a:lnTo>
                <a:lnTo>
                  <a:pt x="296126" y="284663"/>
                </a:lnTo>
                <a:cubicBezTo>
                  <a:pt x="294216" y="275111"/>
                  <a:pt x="288484" y="269379"/>
                  <a:pt x="278932" y="267469"/>
                </a:cubicBezTo>
                <a:lnTo>
                  <a:pt x="225438" y="248364"/>
                </a:lnTo>
                <a:lnTo>
                  <a:pt x="280842" y="248364"/>
                </a:lnTo>
                <a:cubicBezTo>
                  <a:pt x="288484" y="248364"/>
                  <a:pt x="296126" y="242632"/>
                  <a:pt x="296126" y="233080"/>
                </a:cubicBezTo>
                <a:lnTo>
                  <a:pt x="296126" y="210154"/>
                </a:lnTo>
                <a:cubicBezTo>
                  <a:pt x="296126" y="198691"/>
                  <a:pt x="288484" y="191049"/>
                  <a:pt x="277021" y="191049"/>
                </a:cubicBezTo>
                <a:lnTo>
                  <a:pt x="227349" y="191049"/>
                </a:lnTo>
                <a:lnTo>
                  <a:pt x="217796" y="150929"/>
                </a:lnTo>
                <a:cubicBezTo>
                  <a:pt x="212065" y="129913"/>
                  <a:pt x="192960" y="114630"/>
                  <a:pt x="171944" y="114630"/>
                </a:cubicBezTo>
                <a:lnTo>
                  <a:pt x="143287" y="114630"/>
                </a:lnTo>
                <a:cubicBezTo>
                  <a:pt x="118450" y="114630"/>
                  <a:pt x="95525" y="135645"/>
                  <a:pt x="95525" y="162392"/>
                </a:cubicBezTo>
                <a:cubicBezTo>
                  <a:pt x="95525" y="162392"/>
                  <a:pt x="95525" y="162392"/>
                  <a:pt x="95525" y="162392"/>
                </a:cubicBezTo>
                <a:lnTo>
                  <a:pt x="95525" y="244543"/>
                </a:lnTo>
                <a:cubicBezTo>
                  <a:pt x="87883" y="248364"/>
                  <a:pt x="82151" y="254095"/>
                  <a:pt x="74509" y="259827"/>
                </a:cubicBezTo>
                <a:lnTo>
                  <a:pt x="74509" y="152839"/>
                </a:lnTo>
                <a:cubicBezTo>
                  <a:pt x="74509" y="141376"/>
                  <a:pt x="66867" y="133734"/>
                  <a:pt x="55404" y="133734"/>
                </a:cubicBezTo>
                <a:lnTo>
                  <a:pt x="0" y="133734"/>
                </a:lnTo>
                <a:lnTo>
                  <a:pt x="0" y="152839"/>
                </a:lnTo>
                <a:close/>
                <a:moveTo>
                  <a:pt x="275111" y="286574"/>
                </a:moveTo>
                <a:lnTo>
                  <a:pt x="277021" y="288484"/>
                </a:lnTo>
                <a:lnTo>
                  <a:pt x="278932" y="288484"/>
                </a:lnTo>
                <a:lnTo>
                  <a:pt x="288484" y="384009"/>
                </a:lnTo>
                <a:lnTo>
                  <a:pt x="326694" y="384009"/>
                </a:lnTo>
                <a:lnTo>
                  <a:pt x="326694" y="403114"/>
                </a:lnTo>
                <a:lnTo>
                  <a:pt x="252185" y="403114"/>
                </a:lnTo>
                <a:cubicBezTo>
                  <a:pt x="275111" y="362993"/>
                  <a:pt x="273200" y="311410"/>
                  <a:pt x="242632" y="275111"/>
                </a:cubicBezTo>
                <a:lnTo>
                  <a:pt x="275111" y="286574"/>
                </a:lnTo>
                <a:close/>
                <a:moveTo>
                  <a:pt x="114630" y="162392"/>
                </a:moveTo>
                <a:cubicBezTo>
                  <a:pt x="114630" y="147108"/>
                  <a:pt x="128003" y="133734"/>
                  <a:pt x="143287" y="133734"/>
                </a:cubicBezTo>
                <a:lnTo>
                  <a:pt x="171944" y="133734"/>
                </a:lnTo>
                <a:cubicBezTo>
                  <a:pt x="185318" y="133734"/>
                  <a:pt x="196781" y="143287"/>
                  <a:pt x="200602" y="154750"/>
                </a:cubicBezTo>
                <a:lnTo>
                  <a:pt x="213975" y="210154"/>
                </a:lnTo>
                <a:lnTo>
                  <a:pt x="278932" y="210154"/>
                </a:lnTo>
                <a:lnTo>
                  <a:pt x="278932" y="229259"/>
                </a:lnTo>
                <a:lnTo>
                  <a:pt x="206333" y="229259"/>
                </a:lnTo>
                <a:cubicBezTo>
                  <a:pt x="202512" y="229259"/>
                  <a:pt x="198691" y="225438"/>
                  <a:pt x="196781" y="221617"/>
                </a:cubicBezTo>
                <a:lnTo>
                  <a:pt x="181497" y="168123"/>
                </a:lnTo>
                <a:lnTo>
                  <a:pt x="164302" y="173855"/>
                </a:lnTo>
                <a:lnTo>
                  <a:pt x="179586" y="227349"/>
                </a:lnTo>
                <a:cubicBezTo>
                  <a:pt x="179586" y="229259"/>
                  <a:pt x="181497" y="231170"/>
                  <a:pt x="181497" y="233080"/>
                </a:cubicBezTo>
                <a:cubicBezTo>
                  <a:pt x="171944" y="231170"/>
                  <a:pt x="162392" y="229259"/>
                  <a:pt x="152839" y="229259"/>
                </a:cubicBezTo>
                <a:cubicBezTo>
                  <a:pt x="139466" y="229259"/>
                  <a:pt x="126092" y="231170"/>
                  <a:pt x="114630" y="236901"/>
                </a:cubicBezTo>
                <a:lnTo>
                  <a:pt x="114630" y="162392"/>
                </a:lnTo>
                <a:close/>
                <a:moveTo>
                  <a:pt x="152839" y="248364"/>
                </a:moveTo>
                <a:cubicBezTo>
                  <a:pt x="206333" y="248364"/>
                  <a:pt x="248364" y="290395"/>
                  <a:pt x="248364" y="343889"/>
                </a:cubicBezTo>
                <a:cubicBezTo>
                  <a:pt x="248364" y="397382"/>
                  <a:pt x="206333" y="439413"/>
                  <a:pt x="152839" y="439413"/>
                </a:cubicBezTo>
                <a:cubicBezTo>
                  <a:pt x="99346" y="439413"/>
                  <a:pt x="57315" y="397382"/>
                  <a:pt x="57315" y="343889"/>
                </a:cubicBezTo>
                <a:cubicBezTo>
                  <a:pt x="57315" y="290395"/>
                  <a:pt x="99346" y="248364"/>
                  <a:pt x="152839" y="24836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55" descr="Person with cane icon.">
            <a:extLst>
              <a:ext uri="{FF2B5EF4-FFF2-40B4-BE49-F238E27FC236}">
                <a16:creationId xmlns:a16="http://schemas.microsoft.com/office/drawing/2014/main" id="{F3B13732-199D-422C-994F-68D0ED60A499}"/>
              </a:ext>
            </a:extLst>
          </p:cNvPr>
          <p:cNvSpPr>
            <a:spLocks noChangeAspect="1"/>
          </p:cNvSpPr>
          <p:nvPr/>
        </p:nvSpPr>
        <p:spPr>
          <a:xfrm>
            <a:off x="2269662" y="3271141"/>
            <a:ext cx="267468" cy="460428"/>
          </a:xfrm>
          <a:custGeom>
            <a:avLst/>
            <a:gdLst>
              <a:gd name="connsiteX0" fmla="*/ 166213 w 267468"/>
              <a:gd name="connsiteY0" fmla="*/ 57315 h 460428"/>
              <a:gd name="connsiteX1" fmla="*/ 110809 w 267468"/>
              <a:gd name="connsiteY1" fmla="*/ 0 h 460428"/>
              <a:gd name="connsiteX2" fmla="*/ 53494 w 267468"/>
              <a:gd name="connsiteY2" fmla="*/ 55404 h 460428"/>
              <a:gd name="connsiteX3" fmla="*/ 108898 w 267468"/>
              <a:gd name="connsiteY3" fmla="*/ 112719 h 460428"/>
              <a:gd name="connsiteX4" fmla="*/ 108898 w 267468"/>
              <a:gd name="connsiteY4" fmla="*/ 112719 h 460428"/>
              <a:gd name="connsiteX5" fmla="*/ 166213 w 267468"/>
              <a:gd name="connsiteY5" fmla="*/ 57315 h 460428"/>
              <a:gd name="connsiteX6" fmla="*/ 70688 w 267468"/>
              <a:gd name="connsiteY6" fmla="*/ 57315 h 460428"/>
              <a:gd name="connsiteX7" fmla="*/ 108898 w 267468"/>
              <a:gd name="connsiteY7" fmla="*/ 19105 h 460428"/>
              <a:gd name="connsiteX8" fmla="*/ 147108 w 267468"/>
              <a:gd name="connsiteY8" fmla="*/ 57315 h 460428"/>
              <a:gd name="connsiteX9" fmla="*/ 108898 w 267468"/>
              <a:gd name="connsiteY9" fmla="*/ 95525 h 460428"/>
              <a:gd name="connsiteX10" fmla="*/ 70688 w 267468"/>
              <a:gd name="connsiteY10" fmla="*/ 57315 h 460428"/>
              <a:gd name="connsiteX11" fmla="*/ 0 w 267468"/>
              <a:gd name="connsiteY11" fmla="*/ 200602 h 460428"/>
              <a:gd name="connsiteX12" fmla="*/ 0 w 267468"/>
              <a:gd name="connsiteY12" fmla="*/ 288484 h 460428"/>
              <a:gd name="connsiteX13" fmla="*/ 5731 w 267468"/>
              <a:gd name="connsiteY13" fmla="*/ 301858 h 460428"/>
              <a:gd name="connsiteX14" fmla="*/ 19105 w 267468"/>
              <a:gd name="connsiteY14" fmla="*/ 307589 h 460428"/>
              <a:gd name="connsiteX15" fmla="*/ 38210 w 267468"/>
              <a:gd name="connsiteY15" fmla="*/ 307589 h 460428"/>
              <a:gd name="connsiteX16" fmla="*/ 38210 w 267468"/>
              <a:gd name="connsiteY16" fmla="*/ 403114 h 460428"/>
              <a:gd name="connsiteX17" fmla="*/ 19105 w 267468"/>
              <a:gd name="connsiteY17" fmla="*/ 422219 h 460428"/>
              <a:gd name="connsiteX18" fmla="*/ 19105 w 267468"/>
              <a:gd name="connsiteY18" fmla="*/ 441324 h 460428"/>
              <a:gd name="connsiteX19" fmla="*/ 38210 w 267468"/>
              <a:gd name="connsiteY19" fmla="*/ 460429 h 460428"/>
              <a:gd name="connsiteX20" fmla="*/ 171944 w 267468"/>
              <a:gd name="connsiteY20" fmla="*/ 460429 h 460428"/>
              <a:gd name="connsiteX21" fmla="*/ 191049 w 267468"/>
              <a:gd name="connsiteY21" fmla="*/ 441324 h 460428"/>
              <a:gd name="connsiteX22" fmla="*/ 191049 w 267468"/>
              <a:gd name="connsiteY22" fmla="*/ 422219 h 460428"/>
              <a:gd name="connsiteX23" fmla="*/ 171944 w 267468"/>
              <a:gd name="connsiteY23" fmla="*/ 403114 h 460428"/>
              <a:gd name="connsiteX24" fmla="*/ 171944 w 267468"/>
              <a:gd name="connsiteY24" fmla="*/ 307589 h 460428"/>
              <a:gd name="connsiteX25" fmla="*/ 191049 w 267468"/>
              <a:gd name="connsiteY25" fmla="*/ 307589 h 460428"/>
              <a:gd name="connsiteX26" fmla="*/ 204423 w 267468"/>
              <a:gd name="connsiteY26" fmla="*/ 301858 h 460428"/>
              <a:gd name="connsiteX27" fmla="*/ 210154 w 267468"/>
              <a:gd name="connsiteY27" fmla="*/ 288484 h 460428"/>
              <a:gd name="connsiteX28" fmla="*/ 210154 w 267468"/>
              <a:gd name="connsiteY28" fmla="*/ 282753 h 460428"/>
              <a:gd name="connsiteX29" fmla="*/ 223528 w 267468"/>
              <a:gd name="connsiteY29" fmla="*/ 269379 h 460428"/>
              <a:gd name="connsiteX30" fmla="*/ 223528 w 267468"/>
              <a:gd name="connsiteY30" fmla="*/ 269379 h 460428"/>
              <a:gd name="connsiteX31" fmla="*/ 227349 w 267468"/>
              <a:gd name="connsiteY31" fmla="*/ 269379 h 460428"/>
              <a:gd name="connsiteX32" fmla="*/ 248364 w 267468"/>
              <a:gd name="connsiteY32" fmla="*/ 288484 h 460428"/>
              <a:gd name="connsiteX33" fmla="*/ 248364 w 267468"/>
              <a:gd name="connsiteY33" fmla="*/ 288484 h 460428"/>
              <a:gd name="connsiteX34" fmla="*/ 248364 w 267468"/>
              <a:gd name="connsiteY34" fmla="*/ 460429 h 460428"/>
              <a:gd name="connsiteX35" fmla="*/ 267469 w 267468"/>
              <a:gd name="connsiteY35" fmla="*/ 460429 h 460428"/>
              <a:gd name="connsiteX36" fmla="*/ 267469 w 267468"/>
              <a:gd name="connsiteY36" fmla="*/ 290395 h 460428"/>
              <a:gd name="connsiteX37" fmla="*/ 227349 w 267468"/>
              <a:gd name="connsiteY37" fmla="*/ 250274 h 460428"/>
              <a:gd name="connsiteX38" fmla="*/ 223528 w 267468"/>
              <a:gd name="connsiteY38" fmla="*/ 250274 h 460428"/>
              <a:gd name="connsiteX39" fmla="*/ 208244 w 267468"/>
              <a:gd name="connsiteY39" fmla="*/ 254095 h 460428"/>
              <a:gd name="connsiteX40" fmla="*/ 208244 w 267468"/>
              <a:gd name="connsiteY40" fmla="*/ 198691 h 460428"/>
              <a:gd name="connsiteX41" fmla="*/ 133734 w 267468"/>
              <a:gd name="connsiteY41" fmla="*/ 126092 h 460428"/>
              <a:gd name="connsiteX42" fmla="*/ 133734 w 267468"/>
              <a:gd name="connsiteY42" fmla="*/ 126092 h 460428"/>
              <a:gd name="connsiteX43" fmla="*/ 70688 w 267468"/>
              <a:gd name="connsiteY43" fmla="*/ 126092 h 460428"/>
              <a:gd name="connsiteX44" fmla="*/ 0 w 267468"/>
              <a:gd name="connsiteY44" fmla="*/ 200602 h 460428"/>
              <a:gd name="connsiteX45" fmla="*/ 70688 w 267468"/>
              <a:gd name="connsiteY45" fmla="*/ 145197 h 460428"/>
              <a:gd name="connsiteX46" fmla="*/ 133734 w 267468"/>
              <a:gd name="connsiteY46" fmla="*/ 145197 h 460428"/>
              <a:gd name="connsiteX47" fmla="*/ 191049 w 267468"/>
              <a:gd name="connsiteY47" fmla="*/ 196781 h 460428"/>
              <a:gd name="connsiteX48" fmla="*/ 191049 w 267468"/>
              <a:gd name="connsiteY48" fmla="*/ 198691 h 460428"/>
              <a:gd name="connsiteX49" fmla="*/ 191049 w 267468"/>
              <a:gd name="connsiteY49" fmla="*/ 288484 h 460428"/>
              <a:gd name="connsiteX50" fmla="*/ 171944 w 267468"/>
              <a:gd name="connsiteY50" fmla="*/ 288484 h 460428"/>
              <a:gd name="connsiteX51" fmla="*/ 171944 w 267468"/>
              <a:gd name="connsiteY51" fmla="*/ 192960 h 460428"/>
              <a:gd name="connsiteX52" fmla="*/ 152839 w 267468"/>
              <a:gd name="connsiteY52" fmla="*/ 192960 h 460428"/>
              <a:gd name="connsiteX53" fmla="*/ 152839 w 267468"/>
              <a:gd name="connsiteY53" fmla="*/ 422219 h 460428"/>
              <a:gd name="connsiteX54" fmla="*/ 171944 w 267468"/>
              <a:gd name="connsiteY54" fmla="*/ 422219 h 460428"/>
              <a:gd name="connsiteX55" fmla="*/ 171944 w 267468"/>
              <a:gd name="connsiteY55" fmla="*/ 441324 h 460428"/>
              <a:gd name="connsiteX56" fmla="*/ 114630 w 267468"/>
              <a:gd name="connsiteY56" fmla="*/ 441324 h 460428"/>
              <a:gd name="connsiteX57" fmla="*/ 114630 w 267468"/>
              <a:gd name="connsiteY57" fmla="*/ 294216 h 460428"/>
              <a:gd name="connsiteX58" fmla="*/ 95525 w 267468"/>
              <a:gd name="connsiteY58" fmla="*/ 294216 h 460428"/>
              <a:gd name="connsiteX59" fmla="*/ 95525 w 267468"/>
              <a:gd name="connsiteY59" fmla="*/ 441324 h 460428"/>
              <a:gd name="connsiteX60" fmla="*/ 38210 w 267468"/>
              <a:gd name="connsiteY60" fmla="*/ 441324 h 460428"/>
              <a:gd name="connsiteX61" fmla="*/ 38210 w 267468"/>
              <a:gd name="connsiteY61" fmla="*/ 422219 h 460428"/>
              <a:gd name="connsiteX62" fmla="*/ 57315 w 267468"/>
              <a:gd name="connsiteY62" fmla="*/ 422219 h 460428"/>
              <a:gd name="connsiteX63" fmla="*/ 57315 w 267468"/>
              <a:gd name="connsiteY63" fmla="*/ 192960 h 460428"/>
              <a:gd name="connsiteX64" fmla="*/ 38210 w 267468"/>
              <a:gd name="connsiteY64" fmla="*/ 192960 h 460428"/>
              <a:gd name="connsiteX65" fmla="*/ 38210 w 267468"/>
              <a:gd name="connsiteY65" fmla="*/ 288484 h 460428"/>
              <a:gd name="connsiteX66" fmla="*/ 19105 w 267468"/>
              <a:gd name="connsiteY66" fmla="*/ 288484 h 460428"/>
              <a:gd name="connsiteX67" fmla="*/ 19105 w 267468"/>
              <a:gd name="connsiteY67" fmla="*/ 198691 h 460428"/>
              <a:gd name="connsiteX68" fmla="*/ 70688 w 267468"/>
              <a:gd name="connsiteY68" fmla="*/ 145197 h 46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67468" h="460428">
                <a:moveTo>
                  <a:pt x="166213" y="57315"/>
                </a:moveTo>
                <a:cubicBezTo>
                  <a:pt x="166213" y="24836"/>
                  <a:pt x="141376" y="0"/>
                  <a:pt x="110809" y="0"/>
                </a:cubicBezTo>
                <a:cubicBezTo>
                  <a:pt x="80241" y="0"/>
                  <a:pt x="53494" y="24836"/>
                  <a:pt x="53494" y="55404"/>
                </a:cubicBezTo>
                <a:cubicBezTo>
                  <a:pt x="53494" y="85972"/>
                  <a:pt x="78330" y="112719"/>
                  <a:pt x="108898" y="112719"/>
                </a:cubicBezTo>
                <a:lnTo>
                  <a:pt x="108898" y="112719"/>
                </a:lnTo>
                <a:cubicBezTo>
                  <a:pt x="139466" y="114630"/>
                  <a:pt x="166213" y="89793"/>
                  <a:pt x="166213" y="57315"/>
                </a:cubicBezTo>
                <a:close/>
                <a:moveTo>
                  <a:pt x="70688" y="57315"/>
                </a:moveTo>
                <a:cubicBezTo>
                  <a:pt x="70688" y="36299"/>
                  <a:pt x="87883" y="19105"/>
                  <a:pt x="108898" y="19105"/>
                </a:cubicBezTo>
                <a:cubicBezTo>
                  <a:pt x="129913" y="19105"/>
                  <a:pt x="147108" y="36299"/>
                  <a:pt x="147108" y="57315"/>
                </a:cubicBezTo>
                <a:cubicBezTo>
                  <a:pt x="147108" y="78330"/>
                  <a:pt x="129913" y="95525"/>
                  <a:pt x="108898" y="95525"/>
                </a:cubicBezTo>
                <a:cubicBezTo>
                  <a:pt x="87883" y="95525"/>
                  <a:pt x="70688" y="78330"/>
                  <a:pt x="70688" y="57315"/>
                </a:cubicBezTo>
                <a:close/>
                <a:moveTo>
                  <a:pt x="0" y="200602"/>
                </a:moveTo>
                <a:lnTo>
                  <a:pt x="0" y="288484"/>
                </a:lnTo>
                <a:cubicBezTo>
                  <a:pt x="0" y="294216"/>
                  <a:pt x="1910" y="298037"/>
                  <a:pt x="5731" y="301858"/>
                </a:cubicBezTo>
                <a:cubicBezTo>
                  <a:pt x="9552" y="305679"/>
                  <a:pt x="13373" y="307589"/>
                  <a:pt x="19105" y="307589"/>
                </a:cubicBezTo>
                <a:lnTo>
                  <a:pt x="38210" y="307589"/>
                </a:lnTo>
                <a:lnTo>
                  <a:pt x="38210" y="403114"/>
                </a:lnTo>
                <a:cubicBezTo>
                  <a:pt x="26747" y="403114"/>
                  <a:pt x="19105" y="410756"/>
                  <a:pt x="19105" y="422219"/>
                </a:cubicBezTo>
                <a:lnTo>
                  <a:pt x="19105" y="441324"/>
                </a:lnTo>
                <a:cubicBezTo>
                  <a:pt x="19105" y="452787"/>
                  <a:pt x="26747" y="460429"/>
                  <a:pt x="38210" y="460429"/>
                </a:cubicBezTo>
                <a:lnTo>
                  <a:pt x="171944" y="460429"/>
                </a:lnTo>
                <a:cubicBezTo>
                  <a:pt x="183407" y="460429"/>
                  <a:pt x="191049" y="452787"/>
                  <a:pt x="191049" y="441324"/>
                </a:cubicBezTo>
                <a:lnTo>
                  <a:pt x="191049" y="422219"/>
                </a:lnTo>
                <a:cubicBezTo>
                  <a:pt x="191049" y="410756"/>
                  <a:pt x="183407" y="403114"/>
                  <a:pt x="171944" y="403114"/>
                </a:cubicBezTo>
                <a:lnTo>
                  <a:pt x="171944" y="307589"/>
                </a:lnTo>
                <a:lnTo>
                  <a:pt x="191049" y="307589"/>
                </a:lnTo>
                <a:cubicBezTo>
                  <a:pt x="196781" y="307589"/>
                  <a:pt x="200602" y="305679"/>
                  <a:pt x="204423" y="301858"/>
                </a:cubicBezTo>
                <a:cubicBezTo>
                  <a:pt x="208244" y="298037"/>
                  <a:pt x="210154" y="294216"/>
                  <a:pt x="210154" y="288484"/>
                </a:cubicBezTo>
                <a:lnTo>
                  <a:pt x="210154" y="282753"/>
                </a:lnTo>
                <a:cubicBezTo>
                  <a:pt x="210154" y="275111"/>
                  <a:pt x="215886" y="269379"/>
                  <a:pt x="223528" y="269379"/>
                </a:cubicBezTo>
                <a:lnTo>
                  <a:pt x="223528" y="269379"/>
                </a:lnTo>
                <a:lnTo>
                  <a:pt x="227349" y="269379"/>
                </a:lnTo>
                <a:cubicBezTo>
                  <a:pt x="238811" y="269379"/>
                  <a:pt x="248364" y="278932"/>
                  <a:pt x="248364" y="288484"/>
                </a:cubicBezTo>
                <a:lnTo>
                  <a:pt x="248364" y="288484"/>
                </a:lnTo>
                <a:lnTo>
                  <a:pt x="248364" y="460429"/>
                </a:lnTo>
                <a:lnTo>
                  <a:pt x="267469" y="460429"/>
                </a:lnTo>
                <a:lnTo>
                  <a:pt x="267469" y="290395"/>
                </a:lnTo>
                <a:cubicBezTo>
                  <a:pt x="267469" y="269379"/>
                  <a:pt x="250274" y="250274"/>
                  <a:pt x="227349" y="250274"/>
                </a:cubicBezTo>
                <a:lnTo>
                  <a:pt x="223528" y="250274"/>
                </a:lnTo>
                <a:cubicBezTo>
                  <a:pt x="217796" y="250274"/>
                  <a:pt x="213975" y="252185"/>
                  <a:pt x="208244" y="254095"/>
                </a:cubicBezTo>
                <a:lnTo>
                  <a:pt x="208244" y="198691"/>
                </a:lnTo>
                <a:cubicBezTo>
                  <a:pt x="208244" y="158571"/>
                  <a:pt x="173855" y="126092"/>
                  <a:pt x="133734" y="126092"/>
                </a:cubicBezTo>
                <a:lnTo>
                  <a:pt x="133734" y="126092"/>
                </a:lnTo>
                <a:lnTo>
                  <a:pt x="70688" y="126092"/>
                </a:lnTo>
                <a:cubicBezTo>
                  <a:pt x="30568" y="128003"/>
                  <a:pt x="0" y="160481"/>
                  <a:pt x="0" y="200602"/>
                </a:cubicBezTo>
                <a:close/>
                <a:moveTo>
                  <a:pt x="70688" y="145197"/>
                </a:moveTo>
                <a:lnTo>
                  <a:pt x="133734" y="145197"/>
                </a:lnTo>
                <a:cubicBezTo>
                  <a:pt x="164302" y="143287"/>
                  <a:pt x="189139" y="168123"/>
                  <a:pt x="191049" y="196781"/>
                </a:cubicBezTo>
                <a:lnTo>
                  <a:pt x="191049" y="198691"/>
                </a:lnTo>
                <a:lnTo>
                  <a:pt x="191049" y="288484"/>
                </a:lnTo>
                <a:lnTo>
                  <a:pt x="171944" y="288484"/>
                </a:lnTo>
                <a:lnTo>
                  <a:pt x="171944" y="192960"/>
                </a:lnTo>
                <a:lnTo>
                  <a:pt x="152839" y="192960"/>
                </a:lnTo>
                <a:lnTo>
                  <a:pt x="152839" y="422219"/>
                </a:lnTo>
                <a:lnTo>
                  <a:pt x="171944" y="422219"/>
                </a:lnTo>
                <a:lnTo>
                  <a:pt x="171944" y="441324"/>
                </a:lnTo>
                <a:lnTo>
                  <a:pt x="114630" y="441324"/>
                </a:lnTo>
                <a:lnTo>
                  <a:pt x="114630" y="294216"/>
                </a:lnTo>
                <a:lnTo>
                  <a:pt x="95525" y="294216"/>
                </a:lnTo>
                <a:lnTo>
                  <a:pt x="95525" y="441324"/>
                </a:lnTo>
                <a:lnTo>
                  <a:pt x="38210" y="441324"/>
                </a:lnTo>
                <a:lnTo>
                  <a:pt x="38210" y="422219"/>
                </a:lnTo>
                <a:lnTo>
                  <a:pt x="57315" y="422219"/>
                </a:lnTo>
                <a:lnTo>
                  <a:pt x="57315" y="192960"/>
                </a:lnTo>
                <a:lnTo>
                  <a:pt x="38210" y="192960"/>
                </a:lnTo>
                <a:lnTo>
                  <a:pt x="38210" y="288484"/>
                </a:lnTo>
                <a:lnTo>
                  <a:pt x="19105" y="288484"/>
                </a:lnTo>
                <a:lnTo>
                  <a:pt x="19105" y="198691"/>
                </a:lnTo>
                <a:cubicBezTo>
                  <a:pt x="19105" y="170034"/>
                  <a:pt x="42031" y="147108"/>
                  <a:pt x="70688" y="14519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57" descr="Person with walker icon.">
            <a:extLst>
              <a:ext uri="{FF2B5EF4-FFF2-40B4-BE49-F238E27FC236}">
                <a16:creationId xmlns:a16="http://schemas.microsoft.com/office/drawing/2014/main" id="{E111C69A-7258-40D3-825F-CDC83F1F91B0}"/>
              </a:ext>
            </a:extLst>
          </p:cNvPr>
          <p:cNvSpPr>
            <a:spLocks noChangeAspect="1"/>
          </p:cNvSpPr>
          <p:nvPr/>
        </p:nvSpPr>
        <p:spPr>
          <a:xfrm>
            <a:off x="3445155" y="3273051"/>
            <a:ext cx="344637" cy="458518"/>
          </a:xfrm>
          <a:custGeom>
            <a:avLst/>
            <a:gdLst>
              <a:gd name="connsiteX0" fmla="*/ 344638 w 344637"/>
              <a:gd name="connsiteY0" fmla="*/ 458518 h 458518"/>
              <a:gd name="connsiteX1" fmla="*/ 344638 w 344637"/>
              <a:gd name="connsiteY1" fmla="*/ 277021 h 458518"/>
              <a:gd name="connsiteX2" fmla="*/ 296876 w 344637"/>
              <a:gd name="connsiteY2" fmla="*/ 229259 h 458518"/>
              <a:gd name="connsiteX3" fmla="*/ 287323 w 344637"/>
              <a:gd name="connsiteY3" fmla="*/ 229259 h 458518"/>
              <a:gd name="connsiteX4" fmla="*/ 273950 w 344637"/>
              <a:gd name="connsiteY4" fmla="*/ 231170 h 458518"/>
              <a:gd name="connsiteX5" fmla="*/ 270129 w 344637"/>
              <a:gd name="connsiteY5" fmla="*/ 225438 h 458518"/>
              <a:gd name="connsiteX6" fmla="*/ 182246 w 344637"/>
              <a:gd name="connsiteY6" fmla="*/ 137555 h 458518"/>
              <a:gd name="connsiteX7" fmla="*/ 147857 w 344637"/>
              <a:gd name="connsiteY7" fmla="*/ 124182 h 458518"/>
              <a:gd name="connsiteX8" fmla="*/ 134484 w 344637"/>
              <a:gd name="connsiteY8" fmla="*/ 124182 h 458518"/>
              <a:gd name="connsiteX9" fmla="*/ 90543 w 344637"/>
              <a:gd name="connsiteY9" fmla="*/ 156660 h 458518"/>
              <a:gd name="connsiteX10" fmla="*/ 63796 w 344637"/>
              <a:gd name="connsiteY10" fmla="*/ 219707 h 458518"/>
              <a:gd name="connsiteX11" fmla="*/ 52333 w 344637"/>
              <a:gd name="connsiteY11" fmla="*/ 246453 h 458518"/>
              <a:gd name="connsiteX12" fmla="*/ 50422 w 344637"/>
              <a:gd name="connsiteY12" fmla="*/ 278932 h 458518"/>
              <a:gd name="connsiteX13" fmla="*/ 749 w 344637"/>
              <a:gd name="connsiteY13" fmla="*/ 433682 h 458518"/>
              <a:gd name="connsiteX14" fmla="*/ 4570 w 344637"/>
              <a:gd name="connsiteY14" fmla="*/ 450876 h 458518"/>
              <a:gd name="connsiteX15" fmla="*/ 19854 w 344637"/>
              <a:gd name="connsiteY15" fmla="*/ 458518 h 458518"/>
              <a:gd name="connsiteX16" fmla="*/ 37049 w 344637"/>
              <a:gd name="connsiteY16" fmla="*/ 458518 h 458518"/>
              <a:gd name="connsiteX17" fmla="*/ 73348 w 344637"/>
              <a:gd name="connsiteY17" fmla="*/ 458518 h 458518"/>
              <a:gd name="connsiteX18" fmla="*/ 73348 w 344637"/>
              <a:gd name="connsiteY18" fmla="*/ 458518 h 458518"/>
              <a:gd name="connsiteX19" fmla="*/ 84811 w 344637"/>
              <a:gd name="connsiteY19" fmla="*/ 452787 h 458518"/>
              <a:gd name="connsiteX20" fmla="*/ 90543 w 344637"/>
              <a:gd name="connsiteY20" fmla="*/ 439413 h 458518"/>
              <a:gd name="connsiteX21" fmla="*/ 90543 w 344637"/>
              <a:gd name="connsiteY21" fmla="*/ 420308 h 458518"/>
              <a:gd name="connsiteX22" fmla="*/ 84811 w 344637"/>
              <a:gd name="connsiteY22" fmla="*/ 406935 h 458518"/>
              <a:gd name="connsiteX23" fmla="*/ 77169 w 344637"/>
              <a:gd name="connsiteY23" fmla="*/ 401203 h 458518"/>
              <a:gd name="connsiteX24" fmla="*/ 96274 w 344637"/>
              <a:gd name="connsiteY24" fmla="*/ 359172 h 458518"/>
              <a:gd name="connsiteX25" fmla="*/ 142126 w 344637"/>
              <a:gd name="connsiteY25" fmla="*/ 448966 h 458518"/>
              <a:gd name="connsiteX26" fmla="*/ 157410 w 344637"/>
              <a:gd name="connsiteY26" fmla="*/ 458518 h 458518"/>
              <a:gd name="connsiteX27" fmla="*/ 199441 w 344637"/>
              <a:gd name="connsiteY27" fmla="*/ 458518 h 458518"/>
              <a:gd name="connsiteX28" fmla="*/ 218546 w 344637"/>
              <a:gd name="connsiteY28" fmla="*/ 439413 h 458518"/>
              <a:gd name="connsiteX29" fmla="*/ 218546 w 344637"/>
              <a:gd name="connsiteY29" fmla="*/ 420308 h 458518"/>
              <a:gd name="connsiteX30" fmla="*/ 199441 w 344637"/>
              <a:gd name="connsiteY30" fmla="*/ 401203 h 458518"/>
              <a:gd name="connsiteX31" fmla="*/ 187978 w 344637"/>
              <a:gd name="connsiteY31" fmla="*/ 401203 h 458518"/>
              <a:gd name="connsiteX32" fmla="*/ 145947 w 344637"/>
              <a:gd name="connsiteY32" fmla="*/ 286574 h 458518"/>
              <a:gd name="connsiteX33" fmla="*/ 168873 w 344637"/>
              <a:gd name="connsiteY33" fmla="*/ 217796 h 458518"/>
              <a:gd name="connsiteX34" fmla="*/ 228098 w 344637"/>
              <a:gd name="connsiteY34" fmla="*/ 269379 h 458518"/>
              <a:gd name="connsiteX35" fmla="*/ 239561 w 344637"/>
              <a:gd name="connsiteY35" fmla="*/ 273200 h 458518"/>
              <a:gd name="connsiteX36" fmla="*/ 239561 w 344637"/>
              <a:gd name="connsiteY36" fmla="*/ 277021 h 458518"/>
              <a:gd name="connsiteX37" fmla="*/ 239561 w 344637"/>
              <a:gd name="connsiteY37" fmla="*/ 458518 h 458518"/>
              <a:gd name="connsiteX38" fmla="*/ 258666 w 344637"/>
              <a:gd name="connsiteY38" fmla="*/ 458518 h 458518"/>
              <a:gd name="connsiteX39" fmla="*/ 258666 w 344637"/>
              <a:gd name="connsiteY39" fmla="*/ 382098 h 458518"/>
              <a:gd name="connsiteX40" fmla="*/ 325533 w 344637"/>
              <a:gd name="connsiteY40" fmla="*/ 382098 h 458518"/>
              <a:gd name="connsiteX41" fmla="*/ 325533 w 344637"/>
              <a:gd name="connsiteY41" fmla="*/ 458518 h 458518"/>
              <a:gd name="connsiteX42" fmla="*/ 344638 w 344637"/>
              <a:gd name="connsiteY42" fmla="*/ 458518 h 458518"/>
              <a:gd name="connsiteX43" fmla="*/ 84811 w 344637"/>
              <a:gd name="connsiteY43" fmla="*/ 338157 h 458518"/>
              <a:gd name="connsiteX44" fmla="*/ 50422 w 344637"/>
              <a:gd name="connsiteY44" fmla="*/ 420308 h 458518"/>
              <a:gd name="connsiteX45" fmla="*/ 71438 w 344637"/>
              <a:gd name="connsiteY45" fmla="*/ 420308 h 458518"/>
              <a:gd name="connsiteX46" fmla="*/ 71438 w 344637"/>
              <a:gd name="connsiteY46" fmla="*/ 439413 h 458518"/>
              <a:gd name="connsiteX47" fmla="*/ 19854 w 344637"/>
              <a:gd name="connsiteY47" fmla="*/ 439413 h 458518"/>
              <a:gd name="connsiteX48" fmla="*/ 61885 w 344637"/>
              <a:gd name="connsiteY48" fmla="*/ 301858 h 458518"/>
              <a:gd name="connsiteX49" fmla="*/ 65706 w 344637"/>
              <a:gd name="connsiteY49" fmla="*/ 307589 h 458518"/>
              <a:gd name="connsiteX50" fmla="*/ 69527 w 344637"/>
              <a:gd name="connsiteY50" fmla="*/ 311410 h 458518"/>
              <a:gd name="connsiteX51" fmla="*/ 84811 w 344637"/>
              <a:gd name="connsiteY51" fmla="*/ 338157 h 458518"/>
              <a:gd name="connsiteX52" fmla="*/ 84811 w 344637"/>
              <a:gd name="connsiteY52" fmla="*/ 338157 h 458518"/>
              <a:gd name="connsiteX53" fmla="*/ 241471 w 344637"/>
              <a:gd name="connsiteY53" fmla="*/ 254095 h 458518"/>
              <a:gd name="connsiteX54" fmla="*/ 182246 w 344637"/>
              <a:gd name="connsiteY54" fmla="*/ 202512 h 458518"/>
              <a:gd name="connsiteX55" fmla="*/ 165052 w 344637"/>
              <a:gd name="connsiteY55" fmla="*/ 198691 h 458518"/>
              <a:gd name="connsiteX56" fmla="*/ 151678 w 344637"/>
              <a:gd name="connsiteY56" fmla="*/ 210154 h 458518"/>
              <a:gd name="connsiteX57" fmla="*/ 128752 w 344637"/>
              <a:gd name="connsiteY57" fmla="*/ 278932 h 458518"/>
              <a:gd name="connsiteX58" fmla="*/ 128752 w 344637"/>
              <a:gd name="connsiteY58" fmla="*/ 292305 h 458518"/>
              <a:gd name="connsiteX59" fmla="*/ 176515 w 344637"/>
              <a:gd name="connsiteY59" fmla="*/ 420308 h 458518"/>
              <a:gd name="connsiteX60" fmla="*/ 203262 w 344637"/>
              <a:gd name="connsiteY60" fmla="*/ 420308 h 458518"/>
              <a:gd name="connsiteX61" fmla="*/ 203262 w 344637"/>
              <a:gd name="connsiteY61" fmla="*/ 439413 h 458518"/>
              <a:gd name="connsiteX62" fmla="*/ 161231 w 344637"/>
              <a:gd name="connsiteY62" fmla="*/ 439413 h 458518"/>
              <a:gd name="connsiteX63" fmla="*/ 86722 w 344637"/>
              <a:gd name="connsiteY63" fmla="*/ 299947 h 458518"/>
              <a:gd name="connsiteX64" fmla="*/ 82901 w 344637"/>
              <a:gd name="connsiteY64" fmla="*/ 296126 h 458518"/>
              <a:gd name="connsiteX65" fmla="*/ 71438 w 344637"/>
              <a:gd name="connsiteY65" fmla="*/ 254095 h 458518"/>
              <a:gd name="connsiteX66" fmla="*/ 82901 w 344637"/>
              <a:gd name="connsiteY66" fmla="*/ 227349 h 458518"/>
              <a:gd name="connsiteX67" fmla="*/ 111558 w 344637"/>
              <a:gd name="connsiteY67" fmla="*/ 162392 h 458518"/>
              <a:gd name="connsiteX68" fmla="*/ 138305 w 344637"/>
              <a:gd name="connsiteY68" fmla="*/ 143287 h 458518"/>
              <a:gd name="connsiteX69" fmla="*/ 151678 w 344637"/>
              <a:gd name="connsiteY69" fmla="*/ 143287 h 458518"/>
              <a:gd name="connsiteX70" fmla="*/ 172694 w 344637"/>
              <a:gd name="connsiteY70" fmla="*/ 150929 h 458518"/>
              <a:gd name="connsiteX71" fmla="*/ 260576 w 344637"/>
              <a:gd name="connsiteY71" fmla="*/ 238811 h 458518"/>
              <a:gd name="connsiteX72" fmla="*/ 241471 w 344637"/>
              <a:gd name="connsiteY72" fmla="*/ 254095 h 458518"/>
              <a:gd name="connsiteX73" fmla="*/ 258666 w 344637"/>
              <a:gd name="connsiteY73" fmla="*/ 277021 h 458518"/>
              <a:gd name="connsiteX74" fmla="*/ 287323 w 344637"/>
              <a:gd name="connsiteY74" fmla="*/ 248364 h 458518"/>
              <a:gd name="connsiteX75" fmla="*/ 287323 w 344637"/>
              <a:gd name="connsiteY75" fmla="*/ 248364 h 458518"/>
              <a:gd name="connsiteX76" fmla="*/ 296876 w 344637"/>
              <a:gd name="connsiteY76" fmla="*/ 248364 h 458518"/>
              <a:gd name="connsiteX77" fmla="*/ 325533 w 344637"/>
              <a:gd name="connsiteY77" fmla="*/ 277021 h 458518"/>
              <a:gd name="connsiteX78" fmla="*/ 325533 w 344637"/>
              <a:gd name="connsiteY78" fmla="*/ 305679 h 458518"/>
              <a:gd name="connsiteX79" fmla="*/ 258666 w 344637"/>
              <a:gd name="connsiteY79" fmla="*/ 305679 h 458518"/>
              <a:gd name="connsiteX80" fmla="*/ 258666 w 344637"/>
              <a:gd name="connsiteY80" fmla="*/ 277021 h 458518"/>
              <a:gd name="connsiteX81" fmla="*/ 258666 w 344637"/>
              <a:gd name="connsiteY81" fmla="*/ 362993 h 458518"/>
              <a:gd name="connsiteX82" fmla="*/ 258666 w 344637"/>
              <a:gd name="connsiteY82" fmla="*/ 324784 h 458518"/>
              <a:gd name="connsiteX83" fmla="*/ 325533 w 344637"/>
              <a:gd name="connsiteY83" fmla="*/ 324784 h 458518"/>
              <a:gd name="connsiteX84" fmla="*/ 325533 w 344637"/>
              <a:gd name="connsiteY84" fmla="*/ 362993 h 458518"/>
              <a:gd name="connsiteX85" fmla="*/ 258666 w 344637"/>
              <a:gd name="connsiteY85" fmla="*/ 362993 h 458518"/>
              <a:gd name="connsiteX86" fmla="*/ 218546 w 344637"/>
              <a:gd name="connsiteY86" fmla="*/ 57315 h 458518"/>
              <a:gd name="connsiteX87" fmla="*/ 161231 w 344637"/>
              <a:gd name="connsiteY87" fmla="*/ 0 h 458518"/>
              <a:gd name="connsiteX88" fmla="*/ 103916 w 344637"/>
              <a:gd name="connsiteY88" fmla="*/ 57315 h 458518"/>
              <a:gd name="connsiteX89" fmla="*/ 161231 w 344637"/>
              <a:gd name="connsiteY89" fmla="*/ 114630 h 458518"/>
              <a:gd name="connsiteX90" fmla="*/ 218546 w 344637"/>
              <a:gd name="connsiteY90" fmla="*/ 57315 h 458518"/>
              <a:gd name="connsiteX91" fmla="*/ 124931 w 344637"/>
              <a:gd name="connsiteY91" fmla="*/ 57315 h 458518"/>
              <a:gd name="connsiteX92" fmla="*/ 163141 w 344637"/>
              <a:gd name="connsiteY92" fmla="*/ 19105 h 458518"/>
              <a:gd name="connsiteX93" fmla="*/ 201351 w 344637"/>
              <a:gd name="connsiteY93" fmla="*/ 57315 h 458518"/>
              <a:gd name="connsiteX94" fmla="*/ 163141 w 344637"/>
              <a:gd name="connsiteY94" fmla="*/ 95525 h 458518"/>
              <a:gd name="connsiteX95" fmla="*/ 124931 w 344637"/>
              <a:gd name="connsiteY95" fmla="*/ 5731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344637" h="458518">
                <a:moveTo>
                  <a:pt x="344638" y="458518"/>
                </a:moveTo>
                <a:lnTo>
                  <a:pt x="344638" y="277021"/>
                </a:lnTo>
                <a:cubicBezTo>
                  <a:pt x="344638" y="250274"/>
                  <a:pt x="323623" y="229259"/>
                  <a:pt x="296876" y="229259"/>
                </a:cubicBezTo>
                <a:lnTo>
                  <a:pt x="287323" y="229259"/>
                </a:lnTo>
                <a:cubicBezTo>
                  <a:pt x="283502" y="229259"/>
                  <a:pt x="277771" y="229259"/>
                  <a:pt x="273950" y="231170"/>
                </a:cubicBezTo>
                <a:cubicBezTo>
                  <a:pt x="272039" y="229259"/>
                  <a:pt x="272039" y="227349"/>
                  <a:pt x="270129" y="225438"/>
                </a:cubicBezTo>
                <a:lnTo>
                  <a:pt x="182246" y="137555"/>
                </a:lnTo>
                <a:cubicBezTo>
                  <a:pt x="172694" y="128003"/>
                  <a:pt x="161231" y="124182"/>
                  <a:pt x="147857" y="124182"/>
                </a:cubicBezTo>
                <a:lnTo>
                  <a:pt x="134484" y="124182"/>
                </a:lnTo>
                <a:cubicBezTo>
                  <a:pt x="113468" y="124182"/>
                  <a:pt x="96274" y="137555"/>
                  <a:pt x="90543" y="156660"/>
                </a:cubicBezTo>
                <a:cubicBezTo>
                  <a:pt x="86722" y="170034"/>
                  <a:pt x="73348" y="198691"/>
                  <a:pt x="63796" y="219707"/>
                </a:cubicBezTo>
                <a:cubicBezTo>
                  <a:pt x="58064" y="231170"/>
                  <a:pt x="54243" y="242632"/>
                  <a:pt x="52333" y="246453"/>
                </a:cubicBezTo>
                <a:cubicBezTo>
                  <a:pt x="48512" y="256006"/>
                  <a:pt x="46601" y="267469"/>
                  <a:pt x="50422" y="278932"/>
                </a:cubicBezTo>
                <a:lnTo>
                  <a:pt x="749" y="433682"/>
                </a:lnTo>
                <a:cubicBezTo>
                  <a:pt x="-1161" y="439413"/>
                  <a:pt x="749" y="445145"/>
                  <a:pt x="4570" y="450876"/>
                </a:cubicBezTo>
                <a:cubicBezTo>
                  <a:pt x="6481" y="456608"/>
                  <a:pt x="14123" y="458518"/>
                  <a:pt x="19854" y="458518"/>
                </a:cubicBezTo>
                <a:lnTo>
                  <a:pt x="37049" y="458518"/>
                </a:lnTo>
                <a:lnTo>
                  <a:pt x="73348" y="458518"/>
                </a:lnTo>
                <a:lnTo>
                  <a:pt x="73348" y="458518"/>
                </a:lnTo>
                <a:cubicBezTo>
                  <a:pt x="77169" y="458518"/>
                  <a:pt x="80990" y="456608"/>
                  <a:pt x="84811" y="452787"/>
                </a:cubicBezTo>
                <a:cubicBezTo>
                  <a:pt x="88632" y="448966"/>
                  <a:pt x="90543" y="445145"/>
                  <a:pt x="90543" y="439413"/>
                </a:cubicBezTo>
                <a:lnTo>
                  <a:pt x="90543" y="420308"/>
                </a:lnTo>
                <a:cubicBezTo>
                  <a:pt x="90543" y="414577"/>
                  <a:pt x="88632" y="410756"/>
                  <a:pt x="84811" y="406935"/>
                </a:cubicBezTo>
                <a:cubicBezTo>
                  <a:pt x="82901" y="405024"/>
                  <a:pt x="80990" y="403114"/>
                  <a:pt x="77169" y="401203"/>
                </a:cubicBezTo>
                <a:lnTo>
                  <a:pt x="96274" y="359172"/>
                </a:lnTo>
                <a:cubicBezTo>
                  <a:pt x="113468" y="391651"/>
                  <a:pt x="132573" y="429861"/>
                  <a:pt x="142126" y="448966"/>
                </a:cubicBezTo>
                <a:cubicBezTo>
                  <a:pt x="145947" y="454697"/>
                  <a:pt x="151678" y="458518"/>
                  <a:pt x="157410" y="458518"/>
                </a:cubicBezTo>
                <a:lnTo>
                  <a:pt x="199441" y="458518"/>
                </a:lnTo>
                <a:cubicBezTo>
                  <a:pt x="210904" y="458518"/>
                  <a:pt x="218546" y="450876"/>
                  <a:pt x="218546" y="439413"/>
                </a:cubicBezTo>
                <a:lnTo>
                  <a:pt x="218546" y="420308"/>
                </a:lnTo>
                <a:cubicBezTo>
                  <a:pt x="218546" y="408845"/>
                  <a:pt x="210904" y="401203"/>
                  <a:pt x="199441" y="401203"/>
                </a:cubicBezTo>
                <a:lnTo>
                  <a:pt x="187978" y="401203"/>
                </a:lnTo>
                <a:lnTo>
                  <a:pt x="145947" y="286574"/>
                </a:lnTo>
                <a:lnTo>
                  <a:pt x="168873" y="217796"/>
                </a:lnTo>
                <a:lnTo>
                  <a:pt x="228098" y="269379"/>
                </a:lnTo>
                <a:cubicBezTo>
                  <a:pt x="231919" y="271290"/>
                  <a:pt x="235740" y="273200"/>
                  <a:pt x="239561" y="273200"/>
                </a:cubicBezTo>
                <a:cubicBezTo>
                  <a:pt x="239561" y="275111"/>
                  <a:pt x="239561" y="275111"/>
                  <a:pt x="239561" y="277021"/>
                </a:cubicBezTo>
                <a:lnTo>
                  <a:pt x="239561" y="458518"/>
                </a:lnTo>
                <a:lnTo>
                  <a:pt x="258666" y="458518"/>
                </a:lnTo>
                <a:lnTo>
                  <a:pt x="258666" y="382098"/>
                </a:lnTo>
                <a:lnTo>
                  <a:pt x="325533" y="382098"/>
                </a:lnTo>
                <a:lnTo>
                  <a:pt x="325533" y="458518"/>
                </a:lnTo>
                <a:lnTo>
                  <a:pt x="344638" y="458518"/>
                </a:lnTo>
                <a:close/>
                <a:moveTo>
                  <a:pt x="84811" y="338157"/>
                </a:moveTo>
                <a:lnTo>
                  <a:pt x="50422" y="420308"/>
                </a:lnTo>
                <a:lnTo>
                  <a:pt x="71438" y="420308"/>
                </a:lnTo>
                <a:lnTo>
                  <a:pt x="71438" y="439413"/>
                </a:lnTo>
                <a:cubicBezTo>
                  <a:pt x="65706" y="439413"/>
                  <a:pt x="37049" y="439413"/>
                  <a:pt x="19854" y="439413"/>
                </a:cubicBezTo>
                <a:lnTo>
                  <a:pt x="61885" y="301858"/>
                </a:lnTo>
                <a:lnTo>
                  <a:pt x="65706" y="307589"/>
                </a:lnTo>
                <a:lnTo>
                  <a:pt x="69527" y="311410"/>
                </a:lnTo>
                <a:cubicBezTo>
                  <a:pt x="71438" y="315231"/>
                  <a:pt x="77169" y="324784"/>
                  <a:pt x="84811" y="338157"/>
                </a:cubicBezTo>
                <a:lnTo>
                  <a:pt x="84811" y="338157"/>
                </a:lnTo>
                <a:close/>
                <a:moveTo>
                  <a:pt x="241471" y="254095"/>
                </a:moveTo>
                <a:lnTo>
                  <a:pt x="182246" y="202512"/>
                </a:lnTo>
                <a:cubicBezTo>
                  <a:pt x="176515" y="198691"/>
                  <a:pt x="170783" y="196781"/>
                  <a:pt x="165052" y="198691"/>
                </a:cubicBezTo>
                <a:cubicBezTo>
                  <a:pt x="159320" y="200602"/>
                  <a:pt x="153589" y="204423"/>
                  <a:pt x="151678" y="210154"/>
                </a:cubicBezTo>
                <a:lnTo>
                  <a:pt x="128752" y="278932"/>
                </a:lnTo>
                <a:cubicBezTo>
                  <a:pt x="126842" y="282753"/>
                  <a:pt x="126842" y="288484"/>
                  <a:pt x="128752" y="292305"/>
                </a:cubicBezTo>
                <a:lnTo>
                  <a:pt x="176515" y="420308"/>
                </a:lnTo>
                <a:lnTo>
                  <a:pt x="203262" y="420308"/>
                </a:lnTo>
                <a:lnTo>
                  <a:pt x="203262" y="439413"/>
                </a:lnTo>
                <a:lnTo>
                  <a:pt x="161231" y="439413"/>
                </a:lnTo>
                <a:cubicBezTo>
                  <a:pt x="159320" y="433682"/>
                  <a:pt x="100095" y="319052"/>
                  <a:pt x="86722" y="299947"/>
                </a:cubicBezTo>
                <a:lnTo>
                  <a:pt x="82901" y="296126"/>
                </a:lnTo>
                <a:cubicBezTo>
                  <a:pt x="71438" y="280842"/>
                  <a:pt x="63796" y="269379"/>
                  <a:pt x="71438" y="254095"/>
                </a:cubicBezTo>
                <a:cubicBezTo>
                  <a:pt x="73348" y="250274"/>
                  <a:pt x="77169" y="240722"/>
                  <a:pt x="82901" y="227349"/>
                </a:cubicBezTo>
                <a:cubicBezTo>
                  <a:pt x="92453" y="204423"/>
                  <a:pt x="105827" y="175765"/>
                  <a:pt x="111558" y="162392"/>
                </a:cubicBezTo>
                <a:cubicBezTo>
                  <a:pt x="115379" y="150929"/>
                  <a:pt x="126842" y="143287"/>
                  <a:pt x="138305" y="143287"/>
                </a:cubicBezTo>
                <a:lnTo>
                  <a:pt x="151678" y="143287"/>
                </a:lnTo>
                <a:cubicBezTo>
                  <a:pt x="159320" y="143287"/>
                  <a:pt x="166962" y="147108"/>
                  <a:pt x="172694" y="150929"/>
                </a:cubicBezTo>
                <a:lnTo>
                  <a:pt x="260576" y="238811"/>
                </a:lnTo>
                <a:lnTo>
                  <a:pt x="241471" y="254095"/>
                </a:lnTo>
                <a:close/>
                <a:moveTo>
                  <a:pt x="258666" y="277021"/>
                </a:moveTo>
                <a:cubicBezTo>
                  <a:pt x="258666" y="261737"/>
                  <a:pt x="272039" y="248364"/>
                  <a:pt x="287323" y="248364"/>
                </a:cubicBezTo>
                <a:lnTo>
                  <a:pt x="287323" y="248364"/>
                </a:lnTo>
                <a:lnTo>
                  <a:pt x="296876" y="248364"/>
                </a:lnTo>
                <a:cubicBezTo>
                  <a:pt x="312160" y="248364"/>
                  <a:pt x="325533" y="261737"/>
                  <a:pt x="325533" y="277021"/>
                </a:cubicBezTo>
                <a:lnTo>
                  <a:pt x="325533" y="305679"/>
                </a:lnTo>
                <a:lnTo>
                  <a:pt x="258666" y="305679"/>
                </a:lnTo>
                <a:lnTo>
                  <a:pt x="258666" y="277021"/>
                </a:lnTo>
                <a:close/>
                <a:moveTo>
                  <a:pt x="258666" y="362993"/>
                </a:moveTo>
                <a:lnTo>
                  <a:pt x="258666" y="324784"/>
                </a:lnTo>
                <a:lnTo>
                  <a:pt x="325533" y="324784"/>
                </a:lnTo>
                <a:lnTo>
                  <a:pt x="325533" y="362993"/>
                </a:lnTo>
                <a:lnTo>
                  <a:pt x="258666" y="362993"/>
                </a:lnTo>
                <a:close/>
                <a:moveTo>
                  <a:pt x="218546" y="57315"/>
                </a:moveTo>
                <a:cubicBezTo>
                  <a:pt x="218546" y="24836"/>
                  <a:pt x="193709" y="0"/>
                  <a:pt x="161231" y="0"/>
                </a:cubicBezTo>
                <a:cubicBezTo>
                  <a:pt x="128752" y="0"/>
                  <a:pt x="103916" y="24836"/>
                  <a:pt x="103916" y="57315"/>
                </a:cubicBezTo>
                <a:cubicBezTo>
                  <a:pt x="103916" y="89793"/>
                  <a:pt x="128752" y="114630"/>
                  <a:pt x="161231" y="114630"/>
                </a:cubicBezTo>
                <a:cubicBezTo>
                  <a:pt x="193709" y="114630"/>
                  <a:pt x="218546" y="89793"/>
                  <a:pt x="218546" y="57315"/>
                </a:cubicBezTo>
                <a:close/>
                <a:moveTo>
                  <a:pt x="124931" y="57315"/>
                </a:moveTo>
                <a:cubicBezTo>
                  <a:pt x="124931" y="36299"/>
                  <a:pt x="142126" y="19105"/>
                  <a:pt x="163141" y="19105"/>
                </a:cubicBezTo>
                <a:cubicBezTo>
                  <a:pt x="184157" y="19105"/>
                  <a:pt x="201351" y="36299"/>
                  <a:pt x="201351" y="57315"/>
                </a:cubicBezTo>
                <a:cubicBezTo>
                  <a:pt x="201351" y="78330"/>
                  <a:pt x="184157" y="95525"/>
                  <a:pt x="163141" y="95525"/>
                </a:cubicBezTo>
                <a:cubicBezTo>
                  <a:pt x="142126" y="95525"/>
                  <a:pt x="124931" y="78330"/>
                  <a:pt x="124931" y="5731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6" name="Graphic 150" descr="Person in bed icon.">
            <a:extLst>
              <a:ext uri="{FF2B5EF4-FFF2-40B4-BE49-F238E27FC236}">
                <a16:creationId xmlns:a16="http://schemas.microsoft.com/office/drawing/2014/main" id="{02379749-5FE5-40EE-A052-ADA7B1E89E4E}"/>
              </a:ext>
            </a:extLst>
          </p:cNvPr>
          <p:cNvSpPr>
            <a:spLocks noChangeAspect="1"/>
          </p:cNvSpPr>
          <p:nvPr/>
        </p:nvSpPr>
        <p:spPr>
          <a:xfrm>
            <a:off x="4620161" y="3408696"/>
            <a:ext cx="458518" cy="322873"/>
          </a:xfrm>
          <a:custGeom>
            <a:avLst/>
            <a:gdLst>
              <a:gd name="connsiteX0" fmla="*/ 28657 w 458518"/>
              <a:gd name="connsiteY0" fmla="*/ 118450 h 322873"/>
              <a:gd name="connsiteX1" fmla="*/ 82151 w 458518"/>
              <a:gd name="connsiteY1" fmla="*/ 171944 h 322873"/>
              <a:gd name="connsiteX2" fmla="*/ 133734 w 458518"/>
              <a:gd name="connsiteY2" fmla="*/ 118450 h 322873"/>
              <a:gd name="connsiteX3" fmla="*/ 80241 w 458518"/>
              <a:gd name="connsiteY3" fmla="*/ 66867 h 322873"/>
              <a:gd name="connsiteX4" fmla="*/ 28657 w 458518"/>
              <a:gd name="connsiteY4" fmla="*/ 118450 h 322873"/>
              <a:gd name="connsiteX5" fmla="*/ 114630 w 458518"/>
              <a:gd name="connsiteY5" fmla="*/ 118450 h 322873"/>
              <a:gd name="connsiteX6" fmla="*/ 80241 w 458518"/>
              <a:gd name="connsiteY6" fmla="*/ 152839 h 322873"/>
              <a:gd name="connsiteX7" fmla="*/ 45852 w 458518"/>
              <a:gd name="connsiteY7" fmla="*/ 118450 h 322873"/>
              <a:gd name="connsiteX8" fmla="*/ 80241 w 458518"/>
              <a:gd name="connsiteY8" fmla="*/ 84062 h 322873"/>
              <a:gd name="connsiteX9" fmla="*/ 114630 w 458518"/>
              <a:gd name="connsiteY9" fmla="*/ 118450 h 322873"/>
              <a:gd name="connsiteX10" fmla="*/ 458518 w 458518"/>
              <a:gd name="connsiteY10" fmla="*/ 231170 h 322873"/>
              <a:gd name="connsiteX11" fmla="*/ 458518 w 458518"/>
              <a:gd name="connsiteY11" fmla="*/ 114630 h 322873"/>
              <a:gd name="connsiteX12" fmla="*/ 410756 w 458518"/>
              <a:gd name="connsiteY12" fmla="*/ 66867 h 322873"/>
              <a:gd name="connsiteX13" fmla="*/ 162392 w 458518"/>
              <a:gd name="connsiteY13" fmla="*/ 66867 h 322873"/>
              <a:gd name="connsiteX14" fmla="*/ 143287 w 458518"/>
              <a:gd name="connsiteY14" fmla="*/ 85972 h 322873"/>
              <a:gd name="connsiteX15" fmla="*/ 143287 w 458518"/>
              <a:gd name="connsiteY15" fmla="*/ 181497 h 322873"/>
              <a:gd name="connsiteX16" fmla="*/ 19105 w 458518"/>
              <a:gd name="connsiteY16" fmla="*/ 181497 h 322873"/>
              <a:gd name="connsiteX17" fmla="*/ 19105 w 458518"/>
              <a:gd name="connsiteY17" fmla="*/ 0 h 322873"/>
              <a:gd name="connsiteX18" fmla="*/ 0 w 458518"/>
              <a:gd name="connsiteY18" fmla="*/ 0 h 322873"/>
              <a:gd name="connsiteX19" fmla="*/ 0 w 458518"/>
              <a:gd name="connsiteY19" fmla="*/ 322873 h 322873"/>
              <a:gd name="connsiteX20" fmla="*/ 19105 w 458518"/>
              <a:gd name="connsiteY20" fmla="*/ 322873 h 322873"/>
              <a:gd name="connsiteX21" fmla="*/ 19105 w 458518"/>
              <a:gd name="connsiteY21" fmla="*/ 267469 h 322873"/>
              <a:gd name="connsiteX22" fmla="*/ 439413 w 458518"/>
              <a:gd name="connsiteY22" fmla="*/ 267469 h 322873"/>
              <a:gd name="connsiteX23" fmla="*/ 439413 w 458518"/>
              <a:gd name="connsiteY23" fmla="*/ 322873 h 322873"/>
              <a:gd name="connsiteX24" fmla="*/ 458518 w 458518"/>
              <a:gd name="connsiteY24" fmla="*/ 322873 h 322873"/>
              <a:gd name="connsiteX25" fmla="*/ 458518 w 458518"/>
              <a:gd name="connsiteY25" fmla="*/ 231170 h 322873"/>
              <a:gd name="connsiteX26" fmla="*/ 439413 w 458518"/>
              <a:gd name="connsiteY26" fmla="*/ 248364 h 322873"/>
              <a:gd name="connsiteX27" fmla="*/ 19105 w 458518"/>
              <a:gd name="connsiteY27" fmla="*/ 248364 h 322873"/>
              <a:gd name="connsiteX28" fmla="*/ 19105 w 458518"/>
              <a:gd name="connsiteY28" fmla="*/ 200602 h 322873"/>
              <a:gd name="connsiteX29" fmla="*/ 439413 w 458518"/>
              <a:gd name="connsiteY29" fmla="*/ 200602 h 322873"/>
              <a:gd name="connsiteX30" fmla="*/ 439413 w 458518"/>
              <a:gd name="connsiteY30" fmla="*/ 248364 h 322873"/>
              <a:gd name="connsiteX31" fmla="*/ 439413 w 458518"/>
              <a:gd name="connsiteY31" fmla="*/ 181497 h 322873"/>
              <a:gd name="connsiteX32" fmla="*/ 162392 w 458518"/>
              <a:gd name="connsiteY32" fmla="*/ 181497 h 322873"/>
              <a:gd name="connsiteX33" fmla="*/ 162392 w 458518"/>
              <a:gd name="connsiteY33" fmla="*/ 85972 h 322873"/>
              <a:gd name="connsiteX34" fmla="*/ 410756 w 458518"/>
              <a:gd name="connsiteY34" fmla="*/ 85972 h 322873"/>
              <a:gd name="connsiteX35" fmla="*/ 439413 w 458518"/>
              <a:gd name="connsiteY35" fmla="*/ 114630 h 322873"/>
              <a:gd name="connsiteX36" fmla="*/ 439413 w 458518"/>
              <a:gd name="connsiteY36" fmla="*/ 181497 h 32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8518" h="322873">
                <a:moveTo>
                  <a:pt x="28657" y="118450"/>
                </a:moveTo>
                <a:cubicBezTo>
                  <a:pt x="28657" y="147108"/>
                  <a:pt x="51583" y="171944"/>
                  <a:pt x="82151" y="171944"/>
                </a:cubicBezTo>
                <a:cubicBezTo>
                  <a:pt x="112719" y="171944"/>
                  <a:pt x="133734" y="149018"/>
                  <a:pt x="133734" y="118450"/>
                </a:cubicBezTo>
                <a:cubicBezTo>
                  <a:pt x="133734" y="87883"/>
                  <a:pt x="110809" y="66867"/>
                  <a:pt x="80241" y="66867"/>
                </a:cubicBezTo>
                <a:cubicBezTo>
                  <a:pt x="49673" y="66867"/>
                  <a:pt x="28657" y="89793"/>
                  <a:pt x="28657" y="118450"/>
                </a:cubicBezTo>
                <a:close/>
                <a:moveTo>
                  <a:pt x="114630" y="118450"/>
                </a:moveTo>
                <a:cubicBezTo>
                  <a:pt x="114630" y="137555"/>
                  <a:pt x="99346" y="152839"/>
                  <a:pt x="80241" y="152839"/>
                </a:cubicBezTo>
                <a:cubicBezTo>
                  <a:pt x="61136" y="152839"/>
                  <a:pt x="45852" y="137555"/>
                  <a:pt x="45852" y="118450"/>
                </a:cubicBezTo>
                <a:cubicBezTo>
                  <a:pt x="45852" y="99346"/>
                  <a:pt x="61136" y="84062"/>
                  <a:pt x="80241" y="84062"/>
                </a:cubicBezTo>
                <a:cubicBezTo>
                  <a:pt x="99346" y="85972"/>
                  <a:pt x="114630" y="101256"/>
                  <a:pt x="114630" y="118450"/>
                </a:cubicBezTo>
                <a:close/>
                <a:moveTo>
                  <a:pt x="458518" y="231170"/>
                </a:moveTo>
                <a:lnTo>
                  <a:pt x="458518" y="114630"/>
                </a:lnTo>
                <a:cubicBezTo>
                  <a:pt x="458518" y="87883"/>
                  <a:pt x="437503" y="66867"/>
                  <a:pt x="410756" y="66867"/>
                </a:cubicBezTo>
                <a:lnTo>
                  <a:pt x="162392" y="66867"/>
                </a:lnTo>
                <a:cubicBezTo>
                  <a:pt x="150929" y="66867"/>
                  <a:pt x="143287" y="74509"/>
                  <a:pt x="143287" y="85972"/>
                </a:cubicBezTo>
                <a:lnTo>
                  <a:pt x="143287" y="181497"/>
                </a:lnTo>
                <a:lnTo>
                  <a:pt x="19105" y="181497"/>
                </a:lnTo>
                <a:lnTo>
                  <a:pt x="19105" y="0"/>
                </a:lnTo>
                <a:lnTo>
                  <a:pt x="0" y="0"/>
                </a:lnTo>
                <a:lnTo>
                  <a:pt x="0" y="322873"/>
                </a:lnTo>
                <a:lnTo>
                  <a:pt x="19105" y="322873"/>
                </a:lnTo>
                <a:lnTo>
                  <a:pt x="19105" y="267469"/>
                </a:lnTo>
                <a:lnTo>
                  <a:pt x="439413" y="267469"/>
                </a:lnTo>
                <a:lnTo>
                  <a:pt x="439413" y="322873"/>
                </a:lnTo>
                <a:lnTo>
                  <a:pt x="458518" y="322873"/>
                </a:lnTo>
                <a:lnTo>
                  <a:pt x="458518" y="231170"/>
                </a:lnTo>
                <a:close/>
                <a:moveTo>
                  <a:pt x="439413" y="248364"/>
                </a:moveTo>
                <a:lnTo>
                  <a:pt x="19105" y="248364"/>
                </a:lnTo>
                <a:lnTo>
                  <a:pt x="19105" y="200602"/>
                </a:lnTo>
                <a:lnTo>
                  <a:pt x="439413" y="200602"/>
                </a:lnTo>
                <a:lnTo>
                  <a:pt x="439413" y="248364"/>
                </a:lnTo>
                <a:close/>
                <a:moveTo>
                  <a:pt x="439413" y="181497"/>
                </a:moveTo>
                <a:lnTo>
                  <a:pt x="162392" y="181497"/>
                </a:lnTo>
                <a:lnTo>
                  <a:pt x="162392" y="85972"/>
                </a:lnTo>
                <a:lnTo>
                  <a:pt x="410756" y="85972"/>
                </a:lnTo>
                <a:cubicBezTo>
                  <a:pt x="426040" y="85972"/>
                  <a:pt x="439413" y="99346"/>
                  <a:pt x="439413" y="114630"/>
                </a:cubicBezTo>
                <a:lnTo>
                  <a:pt x="439413" y="18149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84" descr="Rehab icon.">
            <a:extLst>
              <a:ext uri="{FF2B5EF4-FFF2-40B4-BE49-F238E27FC236}">
                <a16:creationId xmlns:a16="http://schemas.microsoft.com/office/drawing/2014/main" id="{E17A1F51-8EF5-4D2C-B59C-D04688E18E3B}"/>
              </a:ext>
            </a:extLst>
          </p:cNvPr>
          <p:cNvSpPr/>
          <p:nvPr/>
        </p:nvSpPr>
        <p:spPr>
          <a:xfrm>
            <a:off x="5890644" y="3271768"/>
            <a:ext cx="383167" cy="459801"/>
          </a:xfrm>
          <a:custGeom>
            <a:avLst/>
            <a:gdLst>
              <a:gd name="connsiteX0" fmla="*/ 383168 w 383167"/>
              <a:gd name="connsiteY0" fmla="*/ 258638 h 459801"/>
              <a:gd name="connsiteX1" fmla="*/ 325692 w 383167"/>
              <a:gd name="connsiteY1" fmla="*/ 258638 h 459801"/>
              <a:gd name="connsiteX2" fmla="*/ 329524 w 383167"/>
              <a:gd name="connsiteY2" fmla="*/ 249059 h 459801"/>
              <a:gd name="connsiteX3" fmla="*/ 323777 w 383167"/>
              <a:gd name="connsiteY3" fmla="*/ 233732 h 459801"/>
              <a:gd name="connsiteX4" fmla="*/ 239480 w 383167"/>
              <a:gd name="connsiteY4" fmla="*/ 143688 h 459801"/>
              <a:gd name="connsiteX5" fmla="*/ 218405 w 383167"/>
              <a:gd name="connsiteY5" fmla="*/ 126445 h 459801"/>
              <a:gd name="connsiteX6" fmla="*/ 199247 w 383167"/>
              <a:gd name="connsiteY6" fmla="*/ 122614 h 459801"/>
              <a:gd name="connsiteX7" fmla="*/ 195415 w 383167"/>
              <a:gd name="connsiteY7" fmla="*/ 122614 h 459801"/>
              <a:gd name="connsiteX8" fmla="*/ 147519 w 383167"/>
              <a:gd name="connsiteY8" fmla="*/ 153267 h 459801"/>
              <a:gd name="connsiteX9" fmla="*/ 109203 w 383167"/>
              <a:gd name="connsiteY9" fmla="*/ 260554 h 459801"/>
              <a:gd name="connsiteX10" fmla="*/ 0 w 383167"/>
              <a:gd name="connsiteY10" fmla="*/ 260554 h 459801"/>
              <a:gd name="connsiteX11" fmla="*/ 0 w 383167"/>
              <a:gd name="connsiteY11" fmla="*/ 279712 h 459801"/>
              <a:gd name="connsiteX12" fmla="*/ 19158 w 383167"/>
              <a:gd name="connsiteY12" fmla="*/ 279712 h 459801"/>
              <a:gd name="connsiteX13" fmla="*/ 19158 w 383167"/>
              <a:gd name="connsiteY13" fmla="*/ 459801 h 459801"/>
              <a:gd name="connsiteX14" fmla="*/ 38317 w 383167"/>
              <a:gd name="connsiteY14" fmla="*/ 459801 h 459801"/>
              <a:gd name="connsiteX15" fmla="*/ 38317 w 383167"/>
              <a:gd name="connsiteY15" fmla="*/ 277796 h 459801"/>
              <a:gd name="connsiteX16" fmla="*/ 101539 w 383167"/>
              <a:gd name="connsiteY16" fmla="*/ 277796 h 459801"/>
              <a:gd name="connsiteX17" fmla="*/ 47896 w 383167"/>
              <a:gd name="connsiteY17" fmla="*/ 434895 h 459801"/>
              <a:gd name="connsiteX18" fmla="*/ 51728 w 383167"/>
              <a:gd name="connsiteY18" fmla="*/ 452138 h 459801"/>
              <a:gd name="connsiteX19" fmla="*/ 67054 w 383167"/>
              <a:gd name="connsiteY19" fmla="*/ 459801 h 459801"/>
              <a:gd name="connsiteX20" fmla="*/ 124529 w 383167"/>
              <a:gd name="connsiteY20" fmla="*/ 459801 h 459801"/>
              <a:gd name="connsiteX21" fmla="*/ 143688 w 383167"/>
              <a:gd name="connsiteY21" fmla="*/ 440643 h 459801"/>
              <a:gd name="connsiteX22" fmla="*/ 143688 w 383167"/>
              <a:gd name="connsiteY22" fmla="*/ 421484 h 459801"/>
              <a:gd name="connsiteX23" fmla="*/ 128361 w 383167"/>
              <a:gd name="connsiteY23" fmla="*/ 402326 h 459801"/>
              <a:gd name="connsiteX24" fmla="*/ 160930 w 383167"/>
              <a:gd name="connsiteY24" fmla="*/ 329524 h 459801"/>
              <a:gd name="connsiteX25" fmla="*/ 191584 w 383167"/>
              <a:gd name="connsiteY25" fmla="*/ 348682 h 459801"/>
              <a:gd name="connsiteX26" fmla="*/ 199247 w 383167"/>
              <a:gd name="connsiteY26" fmla="*/ 440643 h 459801"/>
              <a:gd name="connsiteX27" fmla="*/ 218405 w 383167"/>
              <a:gd name="connsiteY27" fmla="*/ 457885 h 459801"/>
              <a:gd name="connsiteX28" fmla="*/ 258638 w 383167"/>
              <a:gd name="connsiteY28" fmla="*/ 457885 h 459801"/>
              <a:gd name="connsiteX29" fmla="*/ 277796 w 383167"/>
              <a:gd name="connsiteY29" fmla="*/ 438727 h 459801"/>
              <a:gd name="connsiteX30" fmla="*/ 277796 w 383167"/>
              <a:gd name="connsiteY30" fmla="*/ 421484 h 459801"/>
              <a:gd name="connsiteX31" fmla="*/ 258638 w 383167"/>
              <a:gd name="connsiteY31" fmla="*/ 402326 h 459801"/>
              <a:gd name="connsiteX32" fmla="*/ 258638 w 383167"/>
              <a:gd name="connsiteY32" fmla="*/ 329524 h 459801"/>
              <a:gd name="connsiteX33" fmla="*/ 254806 w 383167"/>
              <a:gd name="connsiteY33" fmla="*/ 318029 h 459801"/>
              <a:gd name="connsiteX34" fmla="*/ 222237 w 383167"/>
              <a:gd name="connsiteY34" fmla="*/ 279712 h 459801"/>
              <a:gd name="connsiteX35" fmla="*/ 344851 w 383167"/>
              <a:gd name="connsiteY35" fmla="*/ 279712 h 459801"/>
              <a:gd name="connsiteX36" fmla="*/ 344851 w 383167"/>
              <a:gd name="connsiteY36" fmla="*/ 459801 h 459801"/>
              <a:gd name="connsiteX37" fmla="*/ 364009 w 383167"/>
              <a:gd name="connsiteY37" fmla="*/ 459801 h 459801"/>
              <a:gd name="connsiteX38" fmla="*/ 364009 w 383167"/>
              <a:gd name="connsiteY38" fmla="*/ 277796 h 459801"/>
              <a:gd name="connsiteX39" fmla="*/ 383168 w 383167"/>
              <a:gd name="connsiteY39" fmla="*/ 277796 h 459801"/>
              <a:gd name="connsiteX40" fmla="*/ 383168 w 383167"/>
              <a:gd name="connsiteY40" fmla="*/ 258638 h 459801"/>
              <a:gd name="connsiteX41" fmla="*/ 199247 w 383167"/>
              <a:gd name="connsiteY41" fmla="*/ 258638 h 459801"/>
              <a:gd name="connsiteX42" fmla="*/ 220321 w 383167"/>
              <a:gd name="connsiteY42" fmla="*/ 220321 h 459801"/>
              <a:gd name="connsiteX43" fmla="*/ 268217 w 383167"/>
              <a:gd name="connsiteY43" fmla="*/ 258638 h 459801"/>
              <a:gd name="connsiteX44" fmla="*/ 199247 w 383167"/>
              <a:gd name="connsiteY44" fmla="*/ 258638 h 459801"/>
              <a:gd name="connsiteX45" fmla="*/ 164762 w 383167"/>
              <a:gd name="connsiteY45" fmla="*/ 160930 h 459801"/>
              <a:gd name="connsiteX46" fmla="*/ 191584 w 383167"/>
              <a:gd name="connsiteY46" fmla="*/ 143688 h 459801"/>
              <a:gd name="connsiteX47" fmla="*/ 193500 w 383167"/>
              <a:gd name="connsiteY47" fmla="*/ 143688 h 459801"/>
              <a:gd name="connsiteX48" fmla="*/ 199247 w 383167"/>
              <a:gd name="connsiteY48" fmla="*/ 143688 h 459801"/>
              <a:gd name="connsiteX49" fmla="*/ 212658 w 383167"/>
              <a:gd name="connsiteY49" fmla="*/ 145604 h 459801"/>
              <a:gd name="connsiteX50" fmla="*/ 227985 w 383167"/>
              <a:gd name="connsiteY50" fmla="*/ 157099 h 459801"/>
              <a:gd name="connsiteX51" fmla="*/ 229901 w 383167"/>
              <a:gd name="connsiteY51" fmla="*/ 159015 h 459801"/>
              <a:gd name="connsiteX52" fmla="*/ 312282 w 383167"/>
              <a:gd name="connsiteY52" fmla="*/ 247143 h 459801"/>
              <a:gd name="connsiteX53" fmla="*/ 298871 w 383167"/>
              <a:gd name="connsiteY53" fmla="*/ 256722 h 459801"/>
              <a:gd name="connsiteX54" fmla="*/ 235648 w 383167"/>
              <a:gd name="connsiteY54" fmla="*/ 206910 h 459801"/>
              <a:gd name="connsiteX55" fmla="*/ 218405 w 383167"/>
              <a:gd name="connsiteY55" fmla="*/ 201163 h 459801"/>
              <a:gd name="connsiteX56" fmla="*/ 204995 w 383167"/>
              <a:gd name="connsiteY56" fmla="*/ 210742 h 459801"/>
              <a:gd name="connsiteX57" fmla="*/ 178173 w 383167"/>
              <a:gd name="connsiteY57" fmla="*/ 258638 h 459801"/>
              <a:gd name="connsiteX58" fmla="*/ 128361 w 383167"/>
              <a:gd name="connsiteY58" fmla="*/ 258638 h 459801"/>
              <a:gd name="connsiteX59" fmla="*/ 164762 w 383167"/>
              <a:gd name="connsiteY59" fmla="*/ 160930 h 459801"/>
              <a:gd name="connsiteX60" fmla="*/ 99624 w 383167"/>
              <a:gd name="connsiteY60" fmla="*/ 421484 h 459801"/>
              <a:gd name="connsiteX61" fmla="*/ 124529 w 383167"/>
              <a:gd name="connsiteY61" fmla="*/ 421484 h 459801"/>
              <a:gd name="connsiteX62" fmla="*/ 124529 w 383167"/>
              <a:gd name="connsiteY62" fmla="*/ 440643 h 459801"/>
              <a:gd name="connsiteX63" fmla="*/ 67054 w 383167"/>
              <a:gd name="connsiteY63" fmla="*/ 440643 h 459801"/>
              <a:gd name="connsiteX64" fmla="*/ 122614 w 383167"/>
              <a:gd name="connsiteY64" fmla="*/ 277796 h 459801"/>
              <a:gd name="connsiteX65" fmla="*/ 166678 w 383167"/>
              <a:gd name="connsiteY65" fmla="*/ 277796 h 459801"/>
              <a:gd name="connsiteX66" fmla="*/ 164762 w 383167"/>
              <a:gd name="connsiteY66" fmla="*/ 283544 h 459801"/>
              <a:gd name="connsiteX67" fmla="*/ 145604 w 383167"/>
              <a:gd name="connsiteY67" fmla="*/ 321861 h 459801"/>
              <a:gd name="connsiteX68" fmla="*/ 99624 w 383167"/>
              <a:gd name="connsiteY68" fmla="*/ 421484 h 459801"/>
              <a:gd name="connsiteX69" fmla="*/ 239480 w 383167"/>
              <a:gd name="connsiteY69" fmla="*/ 329524 h 459801"/>
              <a:gd name="connsiteX70" fmla="*/ 239480 w 383167"/>
              <a:gd name="connsiteY70" fmla="*/ 421484 h 459801"/>
              <a:gd name="connsiteX71" fmla="*/ 258638 w 383167"/>
              <a:gd name="connsiteY71" fmla="*/ 421484 h 459801"/>
              <a:gd name="connsiteX72" fmla="*/ 258638 w 383167"/>
              <a:gd name="connsiteY72" fmla="*/ 440643 h 459801"/>
              <a:gd name="connsiteX73" fmla="*/ 218405 w 383167"/>
              <a:gd name="connsiteY73" fmla="*/ 440643 h 459801"/>
              <a:gd name="connsiteX74" fmla="*/ 210742 w 383167"/>
              <a:gd name="connsiteY74" fmla="*/ 348682 h 459801"/>
              <a:gd name="connsiteX75" fmla="*/ 203079 w 383167"/>
              <a:gd name="connsiteY75" fmla="*/ 333356 h 459801"/>
              <a:gd name="connsiteX76" fmla="*/ 170510 w 383167"/>
              <a:gd name="connsiteY76" fmla="*/ 312282 h 459801"/>
              <a:gd name="connsiteX77" fmla="*/ 182005 w 383167"/>
              <a:gd name="connsiteY77" fmla="*/ 291207 h 459801"/>
              <a:gd name="connsiteX78" fmla="*/ 189668 w 383167"/>
              <a:gd name="connsiteY78" fmla="*/ 277796 h 459801"/>
              <a:gd name="connsiteX79" fmla="*/ 197331 w 383167"/>
              <a:gd name="connsiteY79" fmla="*/ 277796 h 459801"/>
              <a:gd name="connsiteX80" fmla="*/ 239480 w 383167"/>
              <a:gd name="connsiteY80" fmla="*/ 329524 h 459801"/>
              <a:gd name="connsiteX81" fmla="*/ 222237 w 383167"/>
              <a:gd name="connsiteY81" fmla="*/ 114950 h 459801"/>
              <a:gd name="connsiteX82" fmla="*/ 279712 w 383167"/>
              <a:gd name="connsiteY82" fmla="*/ 57475 h 459801"/>
              <a:gd name="connsiteX83" fmla="*/ 222237 w 383167"/>
              <a:gd name="connsiteY83" fmla="*/ 0 h 459801"/>
              <a:gd name="connsiteX84" fmla="*/ 164762 w 383167"/>
              <a:gd name="connsiteY84" fmla="*/ 57475 h 459801"/>
              <a:gd name="connsiteX85" fmla="*/ 222237 w 383167"/>
              <a:gd name="connsiteY85" fmla="*/ 114950 h 459801"/>
              <a:gd name="connsiteX86" fmla="*/ 222237 w 383167"/>
              <a:gd name="connsiteY86" fmla="*/ 19158 h 459801"/>
              <a:gd name="connsiteX87" fmla="*/ 260554 w 383167"/>
              <a:gd name="connsiteY87" fmla="*/ 57475 h 459801"/>
              <a:gd name="connsiteX88" fmla="*/ 222237 w 383167"/>
              <a:gd name="connsiteY88" fmla="*/ 95792 h 459801"/>
              <a:gd name="connsiteX89" fmla="*/ 183920 w 383167"/>
              <a:gd name="connsiteY89" fmla="*/ 57475 h 459801"/>
              <a:gd name="connsiteX90" fmla="*/ 222237 w 383167"/>
              <a:gd name="connsiteY90" fmla="*/ 19158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83167" h="459801">
                <a:moveTo>
                  <a:pt x="383168" y="258638"/>
                </a:moveTo>
                <a:lnTo>
                  <a:pt x="325692" y="258638"/>
                </a:lnTo>
                <a:cubicBezTo>
                  <a:pt x="327608" y="256722"/>
                  <a:pt x="329524" y="252891"/>
                  <a:pt x="329524" y="249059"/>
                </a:cubicBezTo>
                <a:cubicBezTo>
                  <a:pt x="329524" y="243311"/>
                  <a:pt x="327608" y="237564"/>
                  <a:pt x="323777" y="233732"/>
                </a:cubicBezTo>
                <a:lnTo>
                  <a:pt x="239480" y="143688"/>
                </a:lnTo>
                <a:cubicBezTo>
                  <a:pt x="233732" y="136024"/>
                  <a:pt x="226069" y="130277"/>
                  <a:pt x="218405" y="126445"/>
                </a:cubicBezTo>
                <a:cubicBezTo>
                  <a:pt x="212658" y="124529"/>
                  <a:pt x="204995" y="122614"/>
                  <a:pt x="199247" y="122614"/>
                </a:cubicBezTo>
                <a:lnTo>
                  <a:pt x="195415" y="122614"/>
                </a:lnTo>
                <a:cubicBezTo>
                  <a:pt x="174341" y="122614"/>
                  <a:pt x="155183" y="134109"/>
                  <a:pt x="147519" y="153267"/>
                </a:cubicBezTo>
                <a:cubicBezTo>
                  <a:pt x="145604" y="155183"/>
                  <a:pt x="141772" y="164762"/>
                  <a:pt x="109203" y="260554"/>
                </a:cubicBezTo>
                <a:lnTo>
                  <a:pt x="0" y="260554"/>
                </a:lnTo>
                <a:lnTo>
                  <a:pt x="0" y="279712"/>
                </a:lnTo>
                <a:lnTo>
                  <a:pt x="19158" y="279712"/>
                </a:lnTo>
                <a:lnTo>
                  <a:pt x="19158" y="459801"/>
                </a:lnTo>
                <a:lnTo>
                  <a:pt x="38317" y="459801"/>
                </a:lnTo>
                <a:lnTo>
                  <a:pt x="38317" y="277796"/>
                </a:lnTo>
                <a:lnTo>
                  <a:pt x="101539" y="277796"/>
                </a:lnTo>
                <a:cubicBezTo>
                  <a:pt x="76634" y="352514"/>
                  <a:pt x="47896" y="434895"/>
                  <a:pt x="47896" y="434895"/>
                </a:cubicBezTo>
                <a:cubicBezTo>
                  <a:pt x="45980" y="440643"/>
                  <a:pt x="47896" y="446390"/>
                  <a:pt x="51728" y="452138"/>
                </a:cubicBezTo>
                <a:cubicBezTo>
                  <a:pt x="55559" y="455969"/>
                  <a:pt x="61307" y="459801"/>
                  <a:pt x="67054" y="459801"/>
                </a:cubicBezTo>
                <a:lnTo>
                  <a:pt x="124529" y="459801"/>
                </a:lnTo>
                <a:cubicBezTo>
                  <a:pt x="136024" y="459801"/>
                  <a:pt x="143688" y="452138"/>
                  <a:pt x="143688" y="440643"/>
                </a:cubicBezTo>
                <a:lnTo>
                  <a:pt x="143688" y="421484"/>
                </a:lnTo>
                <a:cubicBezTo>
                  <a:pt x="143688" y="411905"/>
                  <a:pt x="137940" y="404242"/>
                  <a:pt x="128361" y="402326"/>
                </a:cubicBezTo>
                <a:lnTo>
                  <a:pt x="160930" y="329524"/>
                </a:lnTo>
                <a:lnTo>
                  <a:pt x="191584" y="348682"/>
                </a:lnTo>
                <a:lnTo>
                  <a:pt x="199247" y="440643"/>
                </a:lnTo>
                <a:cubicBezTo>
                  <a:pt x="199247" y="450222"/>
                  <a:pt x="208826" y="457885"/>
                  <a:pt x="218405" y="457885"/>
                </a:cubicBezTo>
                <a:lnTo>
                  <a:pt x="258638" y="457885"/>
                </a:lnTo>
                <a:cubicBezTo>
                  <a:pt x="270133" y="457885"/>
                  <a:pt x="277796" y="450222"/>
                  <a:pt x="277796" y="438727"/>
                </a:cubicBezTo>
                <a:lnTo>
                  <a:pt x="277796" y="421484"/>
                </a:lnTo>
                <a:cubicBezTo>
                  <a:pt x="277796" y="409989"/>
                  <a:pt x="270133" y="402326"/>
                  <a:pt x="258638" y="402326"/>
                </a:cubicBezTo>
                <a:lnTo>
                  <a:pt x="258638" y="329524"/>
                </a:lnTo>
                <a:cubicBezTo>
                  <a:pt x="258638" y="325692"/>
                  <a:pt x="256722" y="319945"/>
                  <a:pt x="254806" y="318029"/>
                </a:cubicBezTo>
                <a:lnTo>
                  <a:pt x="222237" y="279712"/>
                </a:lnTo>
                <a:lnTo>
                  <a:pt x="344851" y="279712"/>
                </a:lnTo>
                <a:lnTo>
                  <a:pt x="344851" y="459801"/>
                </a:lnTo>
                <a:lnTo>
                  <a:pt x="364009" y="459801"/>
                </a:lnTo>
                <a:lnTo>
                  <a:pt x="364009" y="277796"/>
                </a:lnTo>
                <a:lnTo>
                  <a:pt x="383168" y="277796"/>
                </a:lnTo>
                <a:lnTo>
                  <a:pt x="383168" y="258638"/>
                </a:lnTo>
                <a:close/>
                <a:moveTo>
                  <a:pt x="199247" y="258638"/>
                </a:moveTo>
                <a:lnTo>
                  <a:pt x="220321" y="220321"/>
                </a:lnTo>
                <a:lnTo>
                  <a:pt x="268217" y="258638"/>
                </a:lnTo>
                <a:lnTo>
                  <a:pt x="199247" y="258638"/>
                </a:lnTo>
                <a:close/>
                <a:moveTo>
                  <a:pt x="164762" y="160930"/>
                </a:moveTo>
                <a:cubicBezTo>
                  <a:pt x="168594" y="149435"/>
                  <a:pt x="180089" y="143688"/>
                  <a:pt x="191584" y="143688"/>
                </a:cubicBezTo>
                <a:lnTo>
                  <a:pt x="193500" y="143688"/>
                </a:lnTo>
                <a:lnTo>
                  <a:pt x="199247" y="143688"/>
                </a:lnTo>
                <a:cubicBezTo>
                  <a:pt x="203079" y="143688"/>
                  <a:pt x="208826" y="143688"/>
                  <a:pt x="212658" y="145604"/>
                </a:cubicBezTo>
                <a:cubicBezTo>
                  <a:pt x="218405" y="149435"/>
                  <a:pt x="224153" y="153267"/>
                  <a:pt x="227985" y="157099"/>
                </a:cubicBezTo>
                <a:lnTo>
                  <a:pt x="229901" y="159015"/>
                </a:lnTo>
                <a:lnTo>
                  <a:pt x="312282" y="247143"/>
                </a:lnTo>
                <a:lnTo>
                  <a:pt x="298871" y="256722"/>
                </a:lnTo>
                <a:lnTo>
                  <a:pt x="235648" y="206910"/>
                </a:lnTo>
                <a:cubicBezTo>
                  <a:pt x="231816" y="203079"/>
                  <a:pt x="224153" y="199247"/>
                  <a:pt x="218405" y="201163"/>
                </a:cubicBezTo>
                <a:cubicBezTo>
                  <a:pt x="212658" y="203079"/>
                  <a:pt x="206910" y="206910"/>
                  <a:pt x="204995" y="210742"/>
                </a:cubicBezTo>
                <a:lnTo>
                  <a:pt x="178173" y="258638"/>
                </a:lnTo>
                <a:lnTo>
                  <a:pt x="128361" y="258638"/>
                </a:lnTo>
                <a:cubicBezTo>
                  <a:pt x="155183" y="182005"/>
                  <a:pt x="162846" y="164762"/>
                  <a:pt x="164762" y="160930"/>
                </a:cubicBezTo>
                <a:close/>
                <a:moveTo>
                  <a:pt x="99624" y="421484"/>
                </a:moveTo>
                <a:lnTo>
                  <a:pt x="124529" y="421484"/>
                </a:lnTo>
                <a:lnTo>
                  <a:pt x="124529" y="440643"/>
                </a:lnTo>
                <a:lnTo>
                  <a:pt x="67054" y="440643"/>
                </a:lnTo>
                <a:cubicBezTo>
                  <a:pt x="67054" y="440643"/>
                  <a:pt x="95792" y="354430"/>
                  <a:pt x="122614" y="277796"/>
                </a:cubicBezTo>
                <a:lnTo>
                  <a:pt x="166678" y="277796"/>
                </a:lnTo>
                <a:lnTo>
                  <a:pt x="164762" y="283544"/>
                </a:lnTo>
                <a:lnTo>
                  <a:pt x="145604" y="321861"/>
                </a:lnTo>
                <a:lnTo>
                  <a:pt x="99624" y="421484"/>
                </a:lnTo>
                <a:close/>
                <a:moveTo>
                  <a:pt x="239480" y="329524"/>
                </a:moveTo>
                <a:lnTo>
                  <a:pt x="239480" y="421484"/>
                </a:lnTo>
                <a:lnTo>
                  <a:pt x="258638" y="421484"/>
                </a:lnTo>
                <a:lnTo>
                  <a:pt x="258638" y="440643"/>
                </a:lnTo>
                <a:lnTo>
                  <a:pt x="218405" y="440643"/>
                </a:lnTo>
                <a:lnTo>
                  <a:pt x="210742" y="348682"/>
                </a:lnTo>
                <a:cubicBezTo>
                  <a:pt x="210742" y="342935"/>
                  <a:pt x="206910" y="337187"/>
                  <a:pt x="203079" y="333356"/>
                </a:cubicBezTo>
                <a:lnTo>
                  <a:pt x="170510" y="312282"/>
                </a:lnTo>
                <a:lnTo>
                  <a:pt x="182005" y="291207"/>
                </a:lnTo>
                <a:lnTo>
                  <a:pt x="189668" y="277796"/>
                </a:lnTo>
                <a:lnTo>
                  <a:pt x="197331" y="277796"/>
                </a:lnTo>
                <a:lnTo>
                  <a:pt x="239480" y="329524"/>
                </a:lnTo>
                <a:close/>
                <a:moveTo>
                  <a:pt x="222237" y="114950"/>
                </a:moveTo>
                <a:cubicBezTo>
                  <a:pt x="254806" y="114950"/>
                  <a:pt x="279712" y="90044"/>
                  <a:pt x="279712" y="57475"/>
                </a:cubicBezTo>
                <a:cubicBezTo>
                  <a:pt x="279712" y="24906"/>
                  <a:pt x="254806" y="0"/>
                  <a:pt x="222237" y="0"/>
                </a:cubicBezTo>
                <a:cubicBezTo>
                  <a:pt x="189668" y="0"/>
                  <a:pt x="164762" y="24906"/>
                  <a:pt x="164762" y="57475"/>
                </a:cubicBezTo>
                <a:cubicBezTo>
                  <a:pt x="164762" y="90044"/>
                  <a:pt x="189668" y="114950"/>
                  <a:pt x="222237" y="114950"/>
                </a:cubicBezTo>
                <a:close/>
                <a:moveTo>
                  <a:pt x="222237" y="19158"/>
                </a:moveTo>
                <a:cubicBezTo>
                  <a:pt x="243311" y="19158"/>
                  <a:pt x="260554" y="36401"/>
                  <a:pt x="260554" y="57475"/>
                </a:cubicBezTo>
                <a:cubicBezTo>
                  <a:pt x="260554" y="78549"/>
                  <a:pt x="243311" y="95792"/>
                  <a:pt x="222237" y="95792"/>
                </a:cubicBezTo>
                <a:cubicBezTo>
                  <a:pt x="201163" y="95792"/>
                  <a:pt x="183920" y="78549"/>
                  <a:pt x="183920" y="57475"/>
                </a:cubicBezTo>
                <a:cubicBezTo>
                  <a:pt x="183920" y="36401"/>
                  <a:pt x="201163" y="19158"/>
                  <a:pt x="222237" y="1915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7" descr="Walker icon.">
            <a:extLst>
              <a:ext uri="{FF2B5EF4-FFF2-40B4-BE49-F238E27FC236}">
                <a16:creationId xmlns:a16="http://schemas.microsoft.com/office/drawing/2014/main" id="{1849FE2B-A095-46B4-B95F-F1F5FC17DEF9}"/>
              </a:ext>
            </a:extLst>
          </p:cNvPr>
          <p:cNvSpPr>
            <a:spLocks noChangeAspect="1"/>
          </p:cNvSpPr>
          <p:nvPr/>
        </p:nvSpPr>
        <p:spPr>
          <a:xfrm>
            <a:off x="7183767" y="3274686"/>
            <a:ext cx="247033" cy="456883"/>
          </a:xfrm>
          <a:custGeom>
            <a:avLst/>
            <a:gdLst>
              <a:gd name="connsiteX0" fmla="*/ 201345 w 247033"/>
              <a:gd name="connsiteY0" fmla="*/ 270322 h 456883"/>
              <a:gd name="connsiteX1" fmla="*/ 227997 w 247033"/>
              <a:gd name="connsiteY1" fmla="*/ 270322 h 456883"/>
              <a:gd name="connsiteX2" fmla="*/ 241323 w 247033"/>
              <a:gd name="connsiteY2" fmla="*/ 256997 h 456883"/>
              <a:gd name="connsiteX3" fmla="*/ 241323 w 247033"/>
              <a:gd name="connsiteY3" fmla="*/ 230345 h 456883"/>
              <a:gd name="connsiteX4" fmla="*/ 168983 w 247033"/>
              <a:gd name="connsiteY4" fmla="*/ 158005 h 456883"/>
              <a:gd name="connsiteX5" fmla="*/ 123294 w 247033"/>
              <a:gd name="connsiteY5" fmla="*/ 123739 h 456883"/>
              <a:gd name="connsiteX6" fmla="*/ 89028 w 247033"/>
              <a:gd name="connsiteY6" fmla="*/ 123739 h 456883"/>
              <a:gd name="connsiteX7" fmla="*/ 47147 w 247033"/>
              <a:gd name="connsiteY7" fmla="*/ 150391 h 456883"/>
              <a:gd name="connsiteX8" fmla="*/ 1459 w 247033"/>
              <a:gd name="connsiteY8" fmla="*/ 241767 h 456883"/>
              <a:gd name="connsiteX9" fmla="*/ 10977 w 247033"/>
              <a:gd name="connsiteY9" fmla="*/ 266515 h 456883"/>
              <a:gd name="connsiteX10" fmla="*/ 10977 w 247033"/>
              <a:gd name="connsiteY10" fmla="*/ 266515 h 456883"/>
              <a:gd name="connsiteX11" fmla="*/ 28111 w 247033"/>
              <a:gd name="connsiteY11" fmla="*/ 274130 h 456883"/>
              <a:gd name="connsiteX12" fmla="*/ 35725 w 247033"/>
              <a:gd name="connsiteY12" fmla="*/ 276033 h 456883"/>
              <a:gd name="connsiteX13" fmla="*/ 52858 w 247033"/>
              <a:gd name="connsiteY13" fmla="*/ 264611 h 456883"/>
              <a:gd name="connsiteX14" fmla="*/ 66184 w 247033"/>
              <a:gd name="connsiteY14" fmla="*/ 239864 h 456883"/>
              <a:gd name="connsiteX15" fmla="*/ 66184 w 247033"/>
              <a:gd name="connsiteY15" fmla="*/ 266515 h 456883"/>
              <a:gd name="connsiteX16" fmla="*/ 79510 w 247033"/>
              <a:gd name="connsiteY16" fmla="*/ 295070 h 456883"/>
              <a:gd name="connsiteX17" fmla="*/ 9074 w 247033"/>
              <a:gd name="connsiteY17" fmla="*/ 413098 h 456883"/>
              <a:gd name="connsiteX18" fmla="*/ 14785 w 247033"/>
              <a:gd name="connsiteY18" fmla="*/ 439750 h 456883"/>
              <a:gd name="connsiteX19" fmla="*/ 18592 w 247033"/>
              <a:gd name="connsiteY19" fmla="*/ 441654 h 456883"/>
              <a:gd name="connsiteX20" fmla="*/ 47147 w 247033"/>
              <a:gd name="connsiteY20" fmla="*/ 449268 h 456883"/>
              <a:gd name="connsiteX21" fmla="*/ 64280 w 247033"/>
              <a:gd name="connsiteY21" fmla="*/ 454979 h 456883"/>
              <a:gd name="connsiteX22" fmla="*/ 69991 w 247033"/>
              <a:gd name="connsiteY22" fmla="*/ 454979 h 456883"/>
              <a:gd name="connsiteX23" fmla="*/ 89028 w 247033"/>
              <a:gd name="connsiteY23" fmla="*/ 441654 h 456883"/>
              <a:gd name="connsiteX24" fmla="*/ 94739 w 247033"/>
              <a:gd name="connsiteY24" fmla="*/ 422617 h 456883"/>
              <a:gd name="connsiteX25" fmla="*/ 85221 w 247033"/>
              <a:gd name="connsiteY25" fmla="*/ 399773 h 456883"/>
              <a:gd name="connsiteX26" fmla="*/ 134717 w 247033"/>
              <a:gd name="connsiteY26" fmla="*/ 335048 h 456883"/>
              <a:gd name="connsiteX27" fmla="*/ 146139 w 247033"/>
              <a:gd name="connsiteY27" fmla="*/ 344566 h 456883"/>
              <a:gd name="connsiteX28" fmla="*/ 161368 w 247033"/>
              <a:gd name="connsiteY28" fmla="*/ 437846 h 456883"/>
              <a:gd name="connsiteX29" fmla="*/ 180405 w 247033"/>
              <a:gd name="connsiteY29" fmla="*/ 456883 h 456883"/>
              <a:gd name="connsiteX30" fmla="*/ 227997 w 247033"/>
              <a:gd name="connsiteY30" fmla="*/ 456883 h 456883"/>
              <a:gd name="connsiteX31" fmla="*/ 237515 w 247033"/>
              <a:gd name="connsiteY31" fmla="*/ 447365 h 456883"/>
              <a:gd name="connsiteX32" fmla="*/ 237515 w 247033"/>
              <a:gd name="connsiteY32" fmla="*/ 418809 h 456883"/>
              <a:gd name="connsiteX33" fmla="*/ 218478 w 247033"/>
              <a:gd name="connsiteY33" fmla="*/ 399773 h 456883"/>
              <a:gd name="connsiteX34" fmla="*/ 216575 w 247033"/>
              <a:gd name="connsiteY34" fmla="*/ 399773 h 456883"/>
              <a:gd name="connsiteX35" fmla="*/ 207056 w 247033"/>
              <a:gd name="connsiteY35" fmla="*/ 327433 h 456883"/>
              <a:gd name="connsiteX36" fmla="*/ 205153 w 247033"/>
              <a:gd name="connsiteY36" fmla="*/ 319818 h 456883"/>
              <a:gd name="connsiteX37" fmla="*/ 168983 w 247033"/>
              <a:gd name="connsiteY37" fmla="*/ 262708 h 456883"/>
              <a:gd name="connsiteX38" fmla="*/ 168983 w 247033"/>
              <a:gd name="connsiteY38" fmla="*/ 239864 h 456883"/>
              <a:gd name="connsiteX39" fmla="*/ 201345 w 247033"/>
              <a:gd name="connsiteY39" fmla="*/ 270322 h 456883"/>
              <a:gd name="connsiteX40" fmla="*/ 214671 w 247033"/>
              <a:gd name="connsiteY40" fmla="*/ 256997 h 456883"/>
              <a:gd name="connsiteX41" fmla="*/ 170886 w 247033"/>
              <a:gd name="connsiteY41" fmla="*/ 213212 h 456883"/>
              <a:gd name="connsiteX42" fmla="*/ 170886 w 247033"/>
              <a:gd name="connsiteY42" fmla="*/ 186561 h 456883"/>
              <a:gd name="connsiteX43" fmla="*/ 227997 w 247033"/>
              <a:gd name="connsiteY43" fmla="*/ 243671 h 456883"/>
              <a:gd name="connsiteX44" fmla="*/ 214671 w 247033"/>
              <a:gd name="connsiteY44" fmla="*/ 256997 h 456883"/>
              <a:gd name="connsiteX45" fmla="*/ 52858 w 247033"/>
              <a:gd name="connsiteY45" fmla="*/ 413098 h 456883"/>
              <a:gd name="connsiteX46" fmla="*/ 75702 w 247033"/>
              <a:gd name="connsiteY46" fmla="*/ 420713 h 456883"/>
              <a:gd name="connsiteX47" fmla="*/ 69991 w 247033"/>
              <a:gd name="connsiteY47" fmla="*/ 437846 h 456883"/>
              <a:gd name="connsiteX48" fmla="*/ 52858 w 247033"/>
              <a:gd name="connsiteY48" fmla="*/ 432135 h 456883"/>
              <a:gd name="connsiteX49" fmla="*/ 26207 w 247033"/>
              <a:gd name="connsiteY49" fmla="*/ 422617 h 456883"/>
              <a:gd name="connsiteX50" fmla="*/ 96643 w 247033"/>
              <a:gd name="connsiteY50" fmla="*/ 306492 h 456883"/>
              <a:gd name="connsiteX51" fmla="*/ 115680 w 247033"/>
              <a:gd name="connsiteY51" fmla="*/ 321722 h 456883"/>
              <a:gd name="connsiteX52" fmla="*/ 121391 w 247033"/>
              <a:gd name="connsiteY52" fmla="*/ 325529 h 456883"/>
              <a:gd name="connsiteX53" fmla="*/ 52858 w 247033"/>
              <a:gd name="connsiteY53" fmla="*/ 413098 h 456883"/>
              <a:gd name="connsiteX54" fmla="*/ 189923 w 247033"/>
              <a:gd name="connsiteY54" fmla="*/ 329336 h 456883"/>
              <a:gd name="connsiteX55" fmla="*/ 199442 w 247033"/>
              <a:gd name="connsiteY55" fmla="*/ 418809 h 456883"/>
              <a:gd name="connsiteX56" fmla="*/ 199442 w 247033"/>
              <a:gd name="connsiteY56" fmla="*/ 418809 h 456883"/>
              <a:gd name="connsiteX57" fmla="*/ 218478 w 247033"/>
              <a:gd name="connsiteY57" fmla="*/ 418809 h 456883"/>
              <a:gd name="connsiteX58" fmla="*/ 218478 w 247033"/>
              <a:gd name="connsiteY58" fmla="*/ 437846 h 456883"/>
              <a:gd name="connsiteX59" fmla="*/ 180405 w 247033"/>
              <a:gd name="connsiteY59" fmla="*/ 437846 h 456883"/>
              <a:gd name="connsiteX60" fmla="*/ 163272 w 247033"/>
              <a:gd name="connsiteY60" fmla="*/ 344566 h 456883"/>
              <a:gd name="connsiteX61" fmla="*/ 157561 w 247033"/>
              <a:gd name="connsiteY61" fmla="*/ 333144 h 456883"/>
              <a:gd name="connsiteX62" fmla="*/ 136620 w 247033"/>
              <a:gd name="connsiteY62" fmla="*/ 316011 h 456883"/>
              <a:gd name="connsiteX63" fmla="*/ 125198 w 247033"/>
              <a:gd name="connsiteY63" fmla="*/ 306492 h 456883"/>
              <a:gd name="connsiteX64" fmla="*/ 85221 w 247033"/>
              <a:gd name="connsiteY64" fmla="*/ 266515 h 456883"/>
              <a:gd name="connsiteX65" fmla="*/ 85221 w 247033"/>
              <a:gd name="connsiteY65" fmla="*/ 201790 h 456883"/>
              <a:gd name="connsiteX66" fmla="*/ 92836 w 247033"/>
              <a:gd name="connsiteY66" fmla="*/ 184657 h 456883"/>
              <a:gd name="connsiteX67" fmla="*/ 77606 w 247033"/>
              <a:gd name="connsiteY67" fmla="*/ 177042 h 456883"/>
              <a:gd name="connsiteX68" fmla="*/ 37629 w 247033"/>
              <a:gd name="connsiteY68" fmla="*/ 256997 h 456883"/>
              <a:gd name="connsiteX69" fmla="*/ 20496 w 247033"/>
              <a:gd name="connsiteY69" fmla="*/ 249382 h 456883"/>
              <a:gd name="connsiteX70" fmla="*/ 66184 w 247033"/>
              <a:gd name="connsiteY70" fmla="*/ 158005 h 456883"/>
              <a:gd name="connsiteX71" fmla="*/ 92836 w 247033"/>
              <a:gd name="connsiteY71" fmla="*/ 142776 h 456883"/>
              <a:gd name="connsiteX72" fmla="*/ 123294 w 247033"/>
              <a:gd name="connsiteY72" fmla="*/ 142776 h 456883"/>
              <a:gd name="connsiteX73" fmla="*/ 151850 w 247033"/>
              <a:gd name="connsiteY73" fmla="*/ 171331 h 456883"/>
              <a:gd name="connsiteX74" fmla="*/ 151850 w 247033"/>
              <a:gd name="connsiteY74" fmla="*/ 262708 h 456883"/>
              <a:gd name="connsiteX75" fmla="*/ 155657 w 247033"/>
              <a:gd name="connsiteY75" fmla="*/ 274130 h 456883"/>
              <a:gd name="connsiteX76" fmla="*/ 189923 w 247033"/>
              <a:gd name="connsiteY76" fmla="*/ 329336 h 456883"/>
              <a:gd name="connsiteX77" fmla="*/ 123294 w 247033"/>
              <a:gd name="connsiteY77" fmla="*/ 114221 h 456883"/>
              <a:gd name="connsiteX78" fmla="*/ 180405 w 247033"/>
              <a:gd name="connsiteY78" fmla="*/ 57110 h 456883"/>
              <a:gd name="connsiteX79" fmla="*/ 123294 w 247033"/>
              <a:gd name="connsiteY79" fmla="*/ 0 h 456883"/>
              <a:gd name="connsiteX80" fmla="*/ 66184 w 247033"/>
              <a:gd name="connsiteY80" fmla="*/ 57110 h 456883"/>
              <a:gd name="connsiteX81" fmla="*/ 123294 w 247033"/>
              <a:gd name="connsiteY81" fmla="*/ 114221 h 456883"/>
              <a:gd name="connsiteX82" fmla="*/ 123294 w 247033"/>
              <a:gd name="connsiteY82" fmla="*/ 19037 h 456883"/>
              <a:gd name="connsiteX83" fmla="*/ 161368 w 247033"/>
              <a:gd name="connsiteY83" fmla="*/ 57110 h 456883"/>
              <a:gd name="connsiteX84" fmla="*/ 123294 w 247033"/>
              <a:gd name="connsiteY84" fmla="*/ 95184 h 456883"/>
              <a:gd name="connsiteX85" fmla="*/ 85221 w 247033"/>
              <a:gd name="connsiteY85" fmla="*/ 57110 h 456883"/>
              <a:gd name="connsiteX86" fmla="*/ 123294 w 247033"/>
              <a:gd name="connsiteY86" fmla="*/ 19037 h 45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47033" h="456883">
                <a:moveTo>
                  <a:pt x="201345" y="270322"/>
                </a:moveTo>
                <a:cubicBezTo>
                  <a:pt x="208960" y="277937"/>
                  <a:pt x="220382" y="277937"/>
                  <a:pt x="227997" y="270322"/>
                </a:cubicBezTo>
                <a:lnTo>
                  <a:pt x="241323" y="256997"/>
                </a:lnTo>
                <a:cubicBezTo>
                  <a:pt x="248937" y="249382"/>
                  <a:pt x="248937" y="237960"/>
                  <a:pt x="241323" y="230345"/>
                </a:cubicBezTo>
                <a:lnTo>
                  <a:pt x="168983" y="158005"/>
                </a:lnTo>
                <a:cubicBezTo>
                  <a:pt x="163272" y="138969"/>
                  <a:pt x="144235" y="125643"/>
                  <a:pt x="123294" y="123739"/>
                </a:cubicBezTo>
                <a:lnTo>
                  <a:pt x="89028" y="123739"/>
                </a:lnTo>
                <a:cubicBezTo>
                  <a:pt x="71895" y="123739"/>
                  <a:pt x="54762" y="133258"/>
                  <a:pt x="47147" y="150391"/>
                </a:cubicBezTo>
                <a:lnTo>
                  <a:pt x="1459" y="241767"/>
                </a:lnTo>
                <a:cubicBezTo>
                  <a:pt x="-2348" y="251286"/>
                  <a:pt x="1459" y="262708"/>
                  <a:pt x="10977" y="266515"/>
                </a:cubicBezTo>
                <a:lnTo>
                  <a:pt x="10977" y="266515"/>
                </a:lnTo>
                <a:lnTo>
                  <a:pt x="28111" y="274130"/>
                </a:lnTo>
                <a:cubicBezTo>
                  <a:pt x="30014" y="276033"/>
                  <a:pt x="33822" y="276033"/>
                  <a:pt x="35725" y="276033"/>
                </a:cubicBezTo>
                <a:cubicBezTo>
                  <a:pt x="43340" y="276033"/>
                  <a:pt x="49051" y="272226"/>
                  <a:pt x="52858" y="264611"/>
                </a:cubicBezTo>
                <a:lnTo>
                  <a:pt x="66184" y="239864"/>
                </a:lnTo>
                <a:lnTo>
                  <a:pt x="66184" y="266515"/>
                </a:lnTo>
                <a:cubicBezTo>
                  <a:pt x="66184" y="277937"/>
                  <a:pt x="71895" y="287456"/>
                  <a:pt x="79510" y="295070"/>
                </a:cubicBezTo>
                <a:lnTo>
                  <a:pt x="9074" y="413098"/>
                </a:lnTo>
                <a:cubicBezTo>
                  <a:pt x="3363" y="422617"/>
                  <a:pt x="5266" y="434039"/>
                  <a:pt x="14785" y="439750"/>
                </a:cubicBezTo>
                <a:cubicBezTo>
                  <a:pt x="16688" y="441654"/>
                  <a:pt x="18592" y="441654"/>
                  <a:pt x="18592" y="441654"/>
                </a:cubicBezTo>
                <a:lnTo>
                  <a:pt x="47147" y="449268"/>
                </a:lnTo>
                <a:lnTo>
                  <a:pt x="64280" y="454979"/>
                </a:lnTo>
                <a:cubicBezTo>
                  <a:pt x="66184" y="454979"/>
                  <a:pt x="68088" y="454979"/>
                  <a:pt x="69991" y="454979"/>
                </a:cubicBezTo>
                <a:cubicBezTo>
                  <a:pt x="79510" y="454979"/>
                  <a:pt x="87125" y="449268"/>
                  <a:pt x="89028" y="441654"/>
                </a:cubicBezTo>
                <a:lnTo>
                  <a:pt x="94739" y="422617"/>
                </a:lnTo>
                <a:cubicBezTo>
                  <a:pt x="96643" y="413098"/>
                  <a:pt x="92836" y="405484"/>
                  <a:pt x="85221" y="399773"/>
                </a:cubicBezTo>
                <a:lnTo>
                  <a:pt x="134717" y="335048"/>
                </a:lnTo>
                <a:lnTo>
                  <a:pt x="146139" y="344566"/>
                </a:lnTo>
                <a:lnTo>
                  <a:pt x="161368" y="437846"/>
                </a:lnTo>
                <a:cubicBezTo>
                  <a:pt x="161368" y="449268"/>
                  <a:pt x="168983" y="456883"/>
                  <a:pt x="180405" y="456883"/>
                </a:cubicBezTo>
                <a:lnTo>
                  <a:pt x="227997" y="456883"/>
                </a:lnTo>
                <a:cubicBezTo>
                  <a:pt x="233708" y="456883"/>
                  <a:pt x="237515" y="453076"/>
                  <a:pt x="237515" y="447365"/>
                </a:cubicBezTo>
                <a:lnTo>
                  <a:pt x="237515" y="418809"/>
                </a:lnTo>
                <a:cubicBezTo>
                  <a:pt x="237515" y="407387"/>
                  <a:pt x="229901" y="399773"/>
                  <a:pt x="218478" y="399773"/>
                </a:cubicBezTo>
                <a:lnTo>
                  <a:pt x="216575" y="399773"/>
                </a:lnTo>
                <a:lnTo>
                  <a:pt x="207056" y="327433"/>
                </a:lnTo>
                <a:cubicBezTo>
                  <a:pt x="207056" y="325529"/>
                  <a:pt x="207056" y="323625"/>
                  <a:pt x="205153" y="319818"/>
                </a:cubicBezTo>
                <a:cubicBezTo>
                  <a:pt x="199442" y="310300"/>
                  <a:pt x="170886" y="264611"/>
                  <a:pt x="168983" y="262708"/>
                </a:cubicBezTo>
                <a:lnTo>
                  <a:pt x="168983" y="239864"/>
                </a:lnTo>
                <a:lnTo>
                  <a:pt x="201345" y="270322"/>
                </a:lnTo>
                <a:close/>
                <a:moveTo>
                  <a:pt x="214671" y="256997"/>
                </a:moveTo>
                <a:lnTo>
                  <a:pt x="170886" y="213212"/>
                </a:lnTo>
                <a:lnTo>
                  <a:pt x="170886" y="186561"/>
                </a:lnTo>
                <a:lnTo>
                  <a:pt x="227997" y="243671"/>
                </a:lnTo>
                <a:lnTo>
                  <a:pt x="214671" y="256997"/>
                </a:lnTo>
                <a:close/>
                <a:moveTo>
                  <a:pt x="52858" y="413098"/>
                </a:moveTo>
                <a:lnTo>
                  <a:pt x="75702" y="420713"/>
                </a:lnTo>
                <a:lnTo>
                  <a:pt x="69991" y="437846"/>
                </a:lnTo>
                <a:lnTo>
                  <a:pt x="52858" y="432135"/>
                </a:lnTo>
                <a:lnTo>
                  <a:pt x="26207" y="422617"/>
                </a:lnTo>
                <a:lnTo>
                  <a:pt x="96643" y="306492"/>
                </a:lnTo>
                <a:lnTo>
                  <a:pt x="115680" y="321722"/>
                </a:lnTo>
                <a:lnTo>
                  <a:pt x="121391" y="325529"/>
                </a:lnTo>
                <a:lnTo>
                  <a:pt x="52858" y="413098"/>
                </a:lnTo>
                <a:close/>
                <a:moveTo>
                  <a:pt x="189923" y="329336"/>
                </a:moveTo>
                <a:lnTo>
                  <a:pt x="199442" y="418809"/>
                </a:lnTo>
                <a:lnTo>
                  <a:pt x="199442" y="418809"/>
                </a:lnTo>
                <a:lnTo>
                  <a:pt x="218478" y="418809"/>
                </a:lnTo>
                <a:lnTo>
                  <a:pt x="218478" y="437846"/>
                </a:lnTo>
                <a:lnTo>
                  <a:pt x="180405" y="437846"/>
                </a:lnTo>
                <a:lnTo>
                  <a:pt x="163272" y="344566"/>
                </a:lnTo>
                <a:cubicBezTo>
                  <a:pt x="163272" y="340759"/>
                  <a:pt x="159464" y="336951"/>
                  <a:pt x="157561" y="333144"/>
                </a:cubicBezTo>
                <a:cubicBezTo>
                  <a:pt x="153753" y="331240"/>
                  <a:pt x="148042" y="325529"/>
                  <a:pt x="136620" y="316011"/>
                </a:cubicBezTo>
                <a:lnTo>
                  <a:pt x="125198" y="306492"/>
                </a:lnTo>
                <a:cubicBezTo>
                  <a:pt x="108065" y="295070"/>
                  <a:pt x="85221" y="276033"/>
                  <a:pt x="85221" y="266515"/>
                </a:cubicBezTo>
                <a:lnTo>
                  <a:pt x="85221" y="201790"/>
                </a:lnTo>
                <a:lnTo>
                  <a:pt x="92836" y="184657"/>
                </a:lnTo>
                <a:lnTo>
                  <a:pt x="77606" y="177042"/>
                </a:lnTo>
                <a:lnTo>
                  <a:pt x="37629" y="256997"/>
                </a:lnTo>
                <a:lnTo>
                  <a:pt x="20496" y="249382"/>
                </a:lnTo>
                <a:lnTo>
                  <a:pt x="66184" y="158005"/>
                </a:lnTo>
                <a:cubicBezTo>
                  <a:pt x="71895" y="148487"/>
                  <a:pt x="81414" y="142776"/>
                  <a:pt x="92836" y="142776"/>
                </a:cubicBezTo>
                <a:lnTo>
                  <a:pt x="123294" y="142776"/>
                </a:lnTo>
                <a:cubicBezTo>
                  <a:pt x="138524" y="142776"/>
                  <a:pt x="151850" y="156102"/>
                  <a:pt x="151850" y="171331"/>
                </a:cubicBezTo>
                <a:lnTo>
                  <a:pt x="151850" y="262708"/>
                </a:lnTo>
                <a:cubicBezTo>
                  <a:pt x="151850" y="266515"/>
                  <a:pt x="153753" y="270322"/>
                  <a:pt x="155657" y="274130"/>
                </a:cubicBezTo>
                <a:cubicBezTo>
                  <a:pt x="165175" y="289359"/>
                  <a:pt x="186116" y="321722"/>
                  <a:pt x="189923" y="329336"/>
                </a:cubicBezTo>
                <a:close/>
                <a:moveTo>
                  <a:pt x="123294" y="114221"/>
                </a:moveTo>
                <a:cubicBezTo>
                  <a:pt x="155657" y="114221"/>
                  <a:pt x="180405" y="89473"/>
                  <a:pt x="180405" y="57110"/>
                </a:cubicBezTo>
                <a:cubicBezTo>
                  <a:pt x="180405" y="24748"/>
                  <a:pt x="155657" y="0"/>
                  <a:pt x="123294" y="0"/>
                </a:cubicBezTo>
                <a:cubicBezTo>
                  <a:pt x="90932" y="0"/>
                  <a:pt x="66184" y="24748"/>
                  <a:pt x="66184" y="57110"/>
                </a:cubicBezTo>
                <a:cubicBezTo>
                  <a:pt x="66184" y="89473"/>
                  <a:pt x="90932" y="114221"/>
                  <a:pt x="123294" y="114221"/>
                </a:cubicBezTo>
                <a:close/>
                <a:moveTo>
                  <a:pt x="123294" y="19037"/>
                </a:moveTo>
                <a:cubicBezTo>
                  <a:pt x="144235" y="19037"/>
                  <a:pt x="161368" y="36170"/>
                  <a:pt x="161368" y="57110"/>
                </a:cubicBezTo>
                <a:cubicBezTo>
                  <a:pt x="161368" y="78051"/>
                  <a:pt x="144235" y="95184"/>
                  <a:pt x="123294" y="95184"/>
                </a:cubicBezTo>
                <a:cubicBezTo>
                  <a:pt x="102354" y="95184"/>
                  <a:pt x="85221" y="78051"/>
                  <a:pt x="85221" y="57110"/>
                </a:cubicBezTo>
                <a:cubicBezTo>
                  <a:pt x="85221" y="36170"/>
                  <a:pt x="102354" y="19037"/>
                  <a:pt x="123294" y="19037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36" descr="Jogger icon.">
            <a:extLst>
              <a:ext uri="{FF2B5EF4-FFF2-40B4-BE49-F238E27FC236}">
                <a16:creationId xmlns:a16="http://schemas.microsoft.com/office/drawing/2014/main" id="{E2AB9A25-4307-4325-B630-72BB6F7CD903}"/>
              </a:ext>
            </a:extLst>
          </p:cNvPr>
          <p:cNvSpPr>
            <a:spLocks noChangeAspect="1"/>
          </p:cNvSpPr>
          <p:nvPr/>
        </p:nvSpPr>
        <p:spPr>
          <a:xfrm>
            <a:off x="8399061" y="3273051"/>
            <a:ext cx="267468" cy="458518"/>
          </a:xfrm>
          <a:custGeom>
            <a:avLst/>
            <a:gdLst>
              <a:gd name="connsiteX0" fmla="*/ 133734 w 267468"/>
              <a:gd name="connsiteY0" fmla="*/ 114630 h 458518"/>
              <a:gd name="connsiteX1" fmla="*/ 191049 w 267468"/>
              <a:gd name="connsiteY1" fmla="*/ 57315 h 458518"/>
              <a:gd name="connsiteX2" fmla="*/ 133734 w 267468"/>
              <a:gd name="connsiteY2" fmla="*/ 0 h 458518"/>
              <a:gd name="connsiteX3" fmla="*/ 76420 w 267468"/>
              <a:gd name="connsiteY3" fmla="*/ 57315 h 458518"/>
              <a:gd name="connsiteX4" fmla="*/ 133734 w 267468"/>
              <a:gd name="connsiteY4" fmla="*/ 114630 h 458518"/>
              <a:gd name="connsiteX5" fmla="*/ 133734 w 267468"/>
              <a:gd name="connsiteY5" fmla="*/ 19105 h 458518"/>
              <a:gd name="connsiteX6" fmla="*/ 171944 w 267468"/>
              <a:gd name="connsiteY6" fmla="*/ 57315 h 458518"/>
              <a:gd name="connsiteX7" fmla="*/ 133734 w 267468"/>
              <a:gd name="connsiteY7" fmla="*/ 95525 h 458518"/>
              <a:gd name="connsiteX8" fmla="*/ 95525 w 267468"/>
              <a:gd name="connsiteY8" fmla="*/ 57315 h 458518"/>
              <a:gd name="connsiteX9" fmla="*/ 133734 w 267468"/>
              <a:gd name="connsiteY9" fmla="*/ 19105 h 458518"/>
              <a:gd name="connsiteX10" fmla="*/ 135645 w 267468"/>
              <a:gd name="connsiteY10" fmla="*/ 372546 h 458518"/>
              <a:gd name="connsiteX11" fmla="*/ 145197 w 267468"/>
              <a:gd name="connsiteY11" fmla="*/ 362993 h 458518"/>
              <a:gd name="connsiteX12" fmla="*/ 154750 w 267468"/>
              <a:gd name="connsiteY12" fmla="*/ 343889 h 458518"/>
              <a:gd name="connsiteX13" fmla="*/ 162392 w 267468"/>
              <a:gd name="connsiteY13" fmla="*/ 349620 h 458518"/>
              <a:gd name="connsiteX14" fmla="*/ 170034 w 267468"/>
              <a:gd name="connsiteY14" fmla="*/ 441324 h 458518"/>
              <a:gd name="connsiteX15" fmla="*/ 189139 w 267468"/>
              <a:gd name="connsiteY15" fmla="*/ 458518 h 458518"/>
              <a:gd name="connsiteX16" fmla="*/ 227349 w 267468"/>
              <a:gd name="connsiteY16" fmla="*/ 458518 h 458518"/>
              <a:gd name="connsiteX17" fmla="*/ 246453 w 267468"/>
              <a:gd name="connsiteY17" fmla="*/ 439413 h 458518"/>
              <a:gd name="connsiteX18" fmla="*/ 246453 w 267468"/>
              <a:gd name="connsiteY18" fmla="*/ 420308 h 458518"/>
              <a:gd name="connsiteX19" fmla="*/ 227349 w 267468"/>
              <a:gd name="connsiteY19" fmla="*/ 401203 h 458518"/>
              <a:gd name="connsiteX20" fmla="*/ 227349 w 267468"/>
              <a:gd name="connsiteY20" fmla="*/ 328605 h 458518"/>
              <a:gd name="connsiteX21" fmla="*/ 223528 w 267468"/>
              <a:gd name="connsiteY21" fmla="*/ 317142 h 458518"/>
              <a:gd name="connsiteX22" fmla="*/ 179586 w 267468"/>
              <a:gd name="connsiteY22" fmla="*/ 265558 h 458518"/>
              <a:gd name="connsiteX23" fmla="*/ 179586 w 267468"/>
              <a:gd name="connsiteY23" fmla="*/ 234990 h 458518"/>
              <a:gd name="connsiteX24" fmla="*/ 181497 w 267468"/>
              <a:gd name="connsiteY24" fmla="*/ 234990 h 458518"/>
              <a:gd name="connsiteX25" fmla="*/ 192960 w 267468"/>
              <a:gd name="connsiteY25" fmla="*/ 238811 h 458518"/>
              <a:gd name="connsiteX26" fmla="*/ 248364 w 267468"/>
              <a:gd name="connsiteY26" fmla="*/ 238811 h 458518"/>
              <a:gd name="connsiteX27" fmla="*/ 267469 w 267468"/>
              <a:gd name="connsiteY27" fmla="*/ 219707 h 458518"/>
              <a:gd name="connsiteX28" fmla="*/ 267469 w 267468"/>
              <a:gd name="connsiteY28" fmla="*/ 200602 h 458518"/>
              <a:gd name="connsiteX29" fmla="*/ 248364 w 267468"/>
              <a:gd name="connsiteY29" fmla="*/ 181497 h 458518"/>
              <a:gd name="connsiteX30" fmla="*/ 213975 w 267468"/>
              <a:gd name="connsiteY30" fmla="*/ 181497 h 458518"/>
              <a:gd name="connsiteX31" fmla="*/ 177676 w 267468"/>
              <a:gd name="connsiteY31" fmla="*/ 152839 h 458518"/>
              <a:gd name="connsiteX32" fmla="*/ 133734 w 267468"/>
              <a:gd name="connsiteY32" fmla="*/ 124182 h 458518"/>
              <a:gd name="connsiteX33" fmla="*/ 95525 w 267468"/>
              <a:gd name="connsiteY33" fmla="*/ 124182 h 458518"/>
              <a:gd name="connsiteX34" fmla="*/ 74509 w 267468"/>
              <a:gd name="connsiteY34" fmla="*/ 129913 h 458518"/>
              <a:gd name="connsiteX35" fmla="*/ 11463 w 267468"/>
              <a:gd name="connsiteY35" fmla="*/ 160481 h 458518"/>
              <a:gd name="connsiteX36" fmla="*/ 0 w 267468"/>
              <a:gd name="connsiteY36" fmla="*/ 177676 h 458518"/>
              <a:gd name="connsiteX37" fmla="*/ 0 w 267468"/>
              <a:gd name="connsiteY37" fmla="*/ 248364 h 458518"/>
              <a:gd name="connsiteX38" fmla="*/ 19105 w 267468"/>
              <a:gd name="connsiteY38" fmla="*/ 267469 h 458518"/>
              <a:gd name="connsiteX39" fmla="*/ 38210 w 267468"/>
              <a:gd name="connsiteY39" fmla="*/ 267469 h 458518"/>
              <a:gd name="connsiteX40" fmla="*/ 57315 w 267468"/>
              <a:gd name="connsiteY40" fmla="*/ 248364 h 458518"/>
              <a:gd name="connsiteX41" fmla="*/ 57315 w 267468"/>
              <a:gd name="connsiteY41" fmla="*/ 198691 h 458518"/>
              <a:gd name="connsiteX42" fmla="*/ 76420 w 267468"/>
              <a:gd name="connsiteY42" fmla="*/ 191049 h 458518"/>
              <a:gd name="connsiteX43" fmla="*/ 76420 w 267468"/>
              <a:gd name="connsiteY43" fmla="*/ 267469 h 458518"/>
              <a:gd name="connsiteX44" fmla="*/ 91704 w 267468"/>
              <a:gd name="connsiteY44" fmla="*/ 301858 h 458518"/>
              <a:gd name="connsiteX45" fmla="*/ 89793 w 267468"/>
              <a:gd name="connsiteY45" fmla="*/ 320963 h 458518"/>
              <a:gd name="connsiteX46" fmla="*/ 9552 w 267468"/>
              <a:gd name="connsiteY46" fmla="*/ 366814 h 458518"/>
              <a:gd name="connsiteX47" fmla="*/ 1910 w 267468"/>
              <a:gd name="connsiteY47" fmla="*/ 391651 h 458518"/>
              <a:gd name="connsiteX48" fmla="*/ 19105 w 267468"/>
              <a:gd name="connsiteY48" fmla="*/ 427950 h 458518"/>
              <a:gd name="connsiteX49" fmla="*/ 30568 w 267468"/>
              <a:gd name="connsiteY49" fmla="*/ 437503 h 458518"/>
              <a:gd name="connsiteX50" fmla="*/ 36299 w 267468"/>
              <a:gd name="connsiteY50" fmla="*/ 439413 h 458518"/>
              <a:gd name="connsiteX51" fmla="*/ 43941 w 267468"/>
              <a:gd name="connsiteY51" fmla="*/ 437503 h 458518"/>
              <a:gd name="connsiteX52" fmla="*/ 61136 w 267468"/>
              <a:gd name="connsiteY52" fmla="*/ 429861 h 458518"/>
              <a:gd name="connsiteX53" fmla="*/ 70688 w 267468"/>
              <a:gd name="connsiteY53" fmla="*/ 405024 h 458518"/>
              <a:gd name="connsiteX54" fmla="*/ 70688 w 267468"/>
              <a:gd name="connsiteY54" fmla="*/ 405024 h 458518"/>
              <a:gd name="connsiteX55" fmla="*/ 135645 w 267468"/>
              <a:gd name="connsiteY55" fmla="*/ 372546 h 458518"/>
              <a:gd name="connsiteX56" fmla="*/ 129913 w 267468"/>
              <a:gd name="connsiteY56" fmla="*/ 355351 h 458518"/>
              <a:gd name="connsiteX57" fmla="*/ 129913 w 267468"/>
              <a:gd name="connsiteY57" fmla="*/ 355351 h 458518"/>
              <a:gd name="connsiteX58" fmla="*/ 63046 w 267468"/>
              <a:gd name="connsiteY58" fmla="*/ 385919 h 458518"/>
              <a:gd name="connsiteX59" fmla="*/ 63046 w 267468"/>
              <a:gd name="connsiteY59" fmla="*/ 385919 h 458518"/>
              <a:gd name="connsiteX60" fmla="*/ 45852 w 267468"/>
              <a:gd name="connsiteY60" fmla="*/ 393561 h 458518"/>
              <a:gd name="connsiteX61" fmla="*/ 53494 w 267468"/>
              <a:gd name="connsiteY61" fmla="*/ 410756 h 458518"/>
              <a:gd name="connsiteX62" fmla="*/ 36299 w 267468"/>
              <a:gd name="connsiteY62" fmla="*/ 420308 h 458518"/>
              <a:gd name="connsiteX63" fmla="*/ 19105 w 267468"/>
              <a:gd name="connsiteY63" fmla="*/ 384009 h 458518"/>
              <a:gd name="connsiteX64" fmla="*/ 99346 w 267468"/>
              <a:gd name="connsiteY64" fmla="*/ 338157 h 458518"/>
              <a:gd name="connsiteX65" fmla="*/ 108898 w 267468"/>
              <a:gd name="connsiteY65" fmla="*/ 324784 h 458518"/>
              <a:gd name="connsiteX66" fmla="*/ 110809 w 267468"/>
              <a:gd name="connsiteY66" fmla="*/ 315231 h 458518"/>
              <a:gd name="connsiteX67" fmla="*/ 116540 w 267468"/>
              <a:gd name="connsiteY67" fmla="*/ 319052 h 458518"/>
              <a:gd name="connsiteX68" fmla="*/ 139466 w 267468"/>
              <a:gd name="connsiteY68" fmla="*/ 334336 h 458518"/>
              <a:gd name="connsiteX69" fmla="*/ 129913 w 267468"/>
              <a:gd name="connsiteY69" fmla="*/ 355351 h 458518"/>
              <a:gd name="connsiteX70" fmla="*/ 210154 w 267468"/>
              <a:gd name="connsiteY70" fmla="*/ 328605 h 458518"/>
              <a:gd name="connsiteX71" fmla="*/ 210154 w 267468"/>
              <a:gd name="connsiteY71" fmla="*/ 420308 h 458518"/>
              <a:gd name="connsiteX72" fmla="*/ 229259 w 267468"/>
              <a:gd name="connsiteY72" fmla="*/ 420308 h 458518"/>
              <a:gd name="connsiteX73" fmla="*/ 229259 w 267468"/>
              <a:gd name="connsiteY73" fmla="*/ 439413 h 458518"/>
              <a:gd name="connsiteX74" fmla="*/ 191049 w 267468"/>
              <a:gd name="connsiteY74" fmla="*/ 439413 h 458518"/>
              <a:gd name="connsiteX75" fmla="*/ 183407 w 267468"/>
              <a:gd name="connsiteY75" fmla="*/ 347710 h 458518"/>
              <a:gd name="connsiteX76" fmla="*/ 175765 w 267468"/>
              <a:gd name="connsiteY76" fmla="*/ 332426 h 458518"/>
              <a:gd name="connsiteX77" fmla="*/ 131824 w 267468"/>
              <a:gd name="connsiteY77" fmla="*/ 303768 h 458518"/>
              <a:gd name="connsiteX78" fmla="*/ 128003 w 267468"/>
              <a:gd name="connsiteY78" fmla="*/ 301858 h 458518"/>
              <a:gd name="connsiteX79" fmla="*/ 95525 w 267468"/>
              <a:gd name="connsiteY79" fmla="*/ 267469 h 458518"/>
              <a:gd name="connsiteX80" fmla="*/ 95525 w 267468"/>
              <a:gd name="connsiteY80" fmla="*/ 185318 h 458518"/>
              <a:gd name="connsiteX81" fmla="*/ 106988 w 267468"/>
              <a:gd name="connsiteY81" fmla="*/ 181497 h 458518"/>
              <a:gd name="connsiteX82" fmla="*/ 101256 w 267468"/>
              <a:gd name="connsiteY82" fmla="*/ 164302 h 458518"/>
              <a:gd name="connsiteX83" fmla="*/ 51583 w 267468"/>
              <a:gd name="connsiteY83" fmla="*/ 179586 h 458518"/>
              <a:gd name="connsiteX84" fmla="*/ 38210 w 267468"/>
              <a:gd name="connsiteY84" fmla="*/ 198691 h 458518"/>
              <a:gd name="connsiteX85" fmla="*/ 38210 w 267468"/>
              <a:gd name="connsiteY85" fmla="*/ 248364 h 458518"/>
              <a:gd name="connsiteX86" fmla="*/ 19105 w 267468"/>
              <a:gd name="connsiteY86" fmla="*/ 248364 h 458518"/>
              <a:gd name="connsiteX87" fmla="*/ 19105 w 267468"/>
              <a:gd name="connsiteY87" fmla="*/ 177676 h 458518"/>
              <a:gd name="connsiteX88" fmla="*/ 82151 w 267468"/>
              <a:gd name="connsiteY88" fmla="*/ 145197 h 458518"/>
              <a:gd name="connsiteX89" fmla="*/ 95525 w 267468"/>
              <a:gd name="connsiteY89" fmla="*/ 143287 h 458518"/>
              <a:gd name="connsiteX90" fmla="*/ 133734 w 267468"/>
              <a:gd name="connsiteY90" fmla="*/ 143287 h 458518"/>
              <a:gd name="connsiteX91" fmla="*/ 162392 w 267468"/>
              <a:gd name="connsiteY91" fmla="*/ 171944 h 458518"/>
              <a:gd name="connsiteX92" fmla="*/ 162392 w 267468"/>
              <a:gd name="connsiteY92" fmla="*/ 263648 h 458518"/>
              <a:gd name="connsiteX93" fmla="*/ 166213 w 267468"/>
              <a:gd name="connsiteY93" fmla="*/ 275111 h 458518"/>
              <a:gd name="connsiteX94" fmla="*/ 210154 w 267468"/>
              <a:gd name="connsiteY94" fmla="*/ 328605 h 458518"/>
              <a:gd name="connsiteX95" fmla="*/ 248364 w 267468"/>
              <a:gd name="connsiteY95" fmla="*/ 219707 h 458518"/>
              <a:gd name="connsiteX96" fmla="*/ 194870 w 267468"/>
              <a:gd name="connsiteY96" fmla="*/ 219707 h 458518"/>
              <a:gd name="connsiteX97" fmla="*/ 181497 w 267468"/>
              <a:gd name="connsiteY97" fmla="*/ 210154 h 458518"/>
              <a:gd name="connsiteX98" fmla="*/ 181497 w 267468"/>
              <a:gd name="connsiteY98" fmla="*/ 179586 h 458518"/>
              <a:gd name="connsiteX99" fmla="*/ 200602 w 267468"/>
              <a:gd name="connsiteY99" fmla="*/ 194870 h 458518"/>
              <a:gd name="connsiteX100" fmla="*/ 212065 w 267468"/>
              <a:gd name="connsiteY100" fmla="*/ 198691 h 458518"/>
              <a:gd name="connsiteX101" fmla="*/ 248364 w 267468"/>
              <a:gd name="connsiteY101" fmla="*/ 198691 h 458518"/>
              <a:gd name="connsiteX102" fmla="*/ 248364 w 267468"/>
              <a:gd name="connsiteY102" fmla="*/ 219707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67468" h="458518">
                <a:moveTo>
                  <a:pt x="133734" y="114630"/>
                </a:moveTo>
                <a:cubicBezTo>
                  <a:pt x="166213" y="114630"/>
                  <a:pt x="191049" y="89793"/>
                  <a:pt x="191049" y="57315"/>
                </a:cubicBezTo>
                <a:cubicBezTo>
                  <a:pt x="191049" y="24836"/>
                  <a:pt x="166213" y="0"/>
                  <a:pt x="133734" y="0"/>
                </a:cubicBezTo>
                <a:cubicBezTo>
                  <a:pt x="101256" y="0"/>
                  <a:pt x="76420" y="24836"/>
                  <a:pt x="76420" y="57315"/>
                </a:cubicBezTo>
                <a:cubicBezTo>
                  <a:pt x="76420" y="89793"/>
                  <a:pt x="101256" y="114630"/>
                  <a:pt x="133734" y="114630"/>
                </a:cubicBezTo>
                <a:close/>
                <a:moveTo>
                  <a:pt x="133734" y="19105"/>
                </a:moveTo>
                <a:cubicBezTo>
                  <a:pt x="154750" y="19105"/>
                  <a:pt x="171944" y="36299"/>
                  <a:pt x="171944" y="57315"/>
                </a:cubicBezTo>
                <a:cubicBezTo>
                  <a:pt x="171944" y="78330"/>
                  <a:pt x="154750" y="95525"/>
                  <a:pt x="133734" y="95525"/>
                </a:cubicBezTo>
                <a:cubicBezTo>
                  <a:pt x="112719" y="95525"/>
                  <a:pt x="95525" y="78330"/>
                  <a:pt x="95525" y="57315"/>
                </a:cubicBezTo>
                <a:cubicBezTo>
                  <a:pt x="95525" y="36299"/>
                  <a:pt x="112719" y="19105"/>
                  <a:pt x="133734" y="19105"/>
                </a:cubicBezTo>
                <a:close/>
                <a:moveTo>
                  <a:pt x="135645" y="372546"/>
                </a:moveTo>
                <a:cubicBezTo>
                  <a:pt x="139466" y="370635"/>
                  <a:pt x="143287" y="366814"/>
                  <a:pt x="145197" y="362993"/>
                </a:cubicBezTo>
                <a:lnTo>
                  <a:pt x="154750" y="343889"/>
                </a:lnTo>
                <a:lnTo>
                  <a:pt x="162392" y="349620"/>
                </a:lnTo>
                <a:lnTo>
                  <a:pt x="170034" y="441324"/>
                </a:lnTo>
                <a:cubicBezTo>
                  <a:pt x="171944" y="450876"/>
                  <a:pt x="179586" y="458518"/>
                  <a:pt x="189139" y="458518"/>
                </a:cubicBezTo>
                <a:lnTo>
                  <a:pt x="227349" y="458518"/>
                </a:lnTo>
                <a:cubicBezTo>
                  <a:pt x="238811" y="458518"/>
                  <a:pt x="246453" y="450876"/>
                  <a:pt x="246453" y="439413"/>
                </a:cubicBezTo>
                <a:lnTo>
                  <a:pt x="246453" y="420308"/>
                </a:lnTo>
                <a:cubicBezTo>
                  <a:pt x="246453" y="408845"/>
                  <a:pt x="238811" y="401203"/>
                  <a:pt x="227349" y="401203"/>
                </a:cubicBezTo>
                <a:lnTo>
                  <a:pt x="227349" y="328605"/>
                </a:lnTo>
                <a:cubicBezTo>
                  <a:pt x="227349" y="324784"/>
                  <a:pt x="225438" y="319052"/>
                  <a:pt x="223528" y="317142"/>
                </a:cubicBezTo>
                <a:lnTo>
                  <a:pt x="179586" y="265558"/>
                </a:lnTo>
                <a:lnTo>
                  <a:pt x="179586" y="234990"/>
                </a:lnTo>
                <a:lnTo>
                  <a:pt x="181497" y="234990"/>
                </a:lnTo>
                <a:cubicBezTo>
                  <a:pt x="185318" y="236901"/>
                  <a:pt x="189139" y="238811"/>
                  <a:pt x="192960" y="238811"/>
                </a:cubicBezTo>
                <a:lnTo>
                  <a:pt x="248364" y="238811"/>
                </a:lnTo>
                <a:cubicBezTo>
                  <a:pt x="259827" y="238811"/>
                  <a:pt x="267469" y="231170"/>
                  <a:pt x="267469" y="219707"/>
                </a:cubicBezTo>
                <a:lnTo>
                  <a:pt x="267469" y="200602"/>
                </a:lnTo>
                <a:cubicBezTo>
                  <a:pt x="267469" y="189139"/>
                  <a:pt x="259827" y="181497"/>
                  <a:pt x="248364" y="181497"/>
                </a:cubicBezTo>
                <a:lnTo>
                  <a:pt x="213975" y="181497"/>
                </a:lnTo>
                <a:lnTo>
                  <a:pt x="177676" y="152839"/>
                </a:lnTo>
                <a:cubicBezTo>
                  <a:pt x="170034" y="135645"/>
                  <a:pt x="152839" y="124182"/>
                  <a:pt x="133734" y="124182"/>
                </a:cubicBezTo>
                <a:lnTo>
                  <a:pt x="95525" y="124182"/>
                </a:lnTo>
                <a:cubicBezTo>
                  <a:pt x="87883" y="124182"/>
                  <a:pt x="80241" y="126092"/>
                  <a:pt x="74509" y="129913"/>
                </a:cubicBezTo>
                <a:lnTo>
                  <a:pt x="11463" y="160481"/>
                </a:lnTo>
                <a:cubicBezTo>
                  <a:pt x="3821" y="164302"/>
                  <a:pt x="0" y="170034"/>
                  <a:pt x="0" y="177676"/>
                </a:cubicBezTo>
                <a:lnTo>
                  <a:pt x="0" y="248364"/>
                </a:lnTo>
                <a:cubicBezTo>
                  <a:pt x="0" y="259827"/>
                  <a:pt x="7642" y="267469"/>
                  <a:pt x="19105" y="267469"/>
                </a:cubicBezTo>
                <a:lnTo>
                  <a:pt x="38210" y="267469"/>
                </a:lnTo>
                <a:cubicBezTo>
                  <a:pt x="49673" y="267469"/>
                  <a:pt x="57315" y="259827"/>
                  <a:pt x="57315" y="248364"/>
                </a:cubicBezTo>
                <a:lnTo>
                  <a:pt x="57315" y="198691"/>
                </a:lnTo>
                <a:lnTo>
                  <a:pt x="76420" y="191049"/>
                </a:lnTo>
                <a:lnTo>
                  <a:pt x="76420" y="267469"/>
                </a:lnTo>
                <a:cubicBezTo>
                  <a:pt x="76420" y="280842"/>
                  <a:pt x="82151" y="294216"/>
                  <a:pt x="91704" y="301858"/>
                </a:cubicBezTo>
                <a:lnTo>
                  <a:pt x="89793" y="320963"/>
                </a:lnTo>
                <a:lnTo>
                  <a:pt x="9552" y="366814"/>
                </a:lnTo>
                <a:cubicBezTo>
                  <a:pt x="0" y="372546"/>
                  <a:pt x="-1910" y="382098"/>
                  <a:pt x="1910" y="391651"/>
                </a:cubicBezTo>
                <a:lnTo>
                  <a:pt x="19105" y="427950"/>
                </a:lnTo>
                <a:cubicBezTo>
                  <a:pt x="21015" y="431771"/>
                  <a:pt x="24836" y="435592"/>
                  <a:pt x="30568" y="437503"/>
                </a:cubicBezTo>
                <a:cubicBezTo>
                  <a:pt x="32478" y="439413"/>
                  <a:pt x="34389" y="439413"/>
                  <a:pt x="36299" y="439413"/>
                </a:cubicBezTo>
                <a:cubicBezTo>
                  <a:pt x="38210" y="439413"/>
                  <a:pt x="42031" y="439413"/>
                  <a:pt x="43941" y="437503"/>
                </a:cubicBezTo>
                <a:lnTo>
                  <a:pt x="61136" y="429861"/>
                </a:lnTo>
                <a:cubicBezTo>
                  <a:pt x="70688" y="426040"/>
                  <a:pt x="74509" y="414577"/>
                  <a:pt x="70688" y="405024"/>
                </a:cubicBezTo>
                <a:lnTo>
                  <a:pt x="70688" y="405024"/>
                </a:lnTo>
                <a:lnTo>
                  <a:pt x="135645" y="372546"/>
                </a:lnTo>
                <a:moveTo>
                  <a:pt x="129913" y="355351"/>
                </a:moveTo>
                <a:lnTo>
                  <a:pt x="129913" y="355351"/>
                </a:lnTo>
                <a:lnTo>
                  <a:pt x="63046" y="385919"/>
                </a:lnTo>
                <a:lnTo>
                  <a:pt x="63046" y="385919"/>
                </a:lnTo>
                <a:lnTo>
                  <a:pt x="45852" y="393561"/>
                </a:lnTo>
                <a:lnTo>
                  <a:pt x="53494" y="410756"/>
                </a:lnTo>
                <a:lnTo>
                  <a:pt x="36299" y="420308"/>
                </a:lnTo>
                <a:lnTo>
                  <a:pt x="19105" y="384009"/>
                </a:lnTo>
                <a:lnTo>
                  <a:pt x="99346" y="338157"/>
                </a:lnTo>
                <a:cubicBezTo>
                  <a:pt x="105077" y="334336"/>
                  <a:pt x="106988" y="330515"/>
                  <a:pt x="108898" y="324784"/>
                </a:cubicBezTo>
                <a:lnTo>
                  <a:pt x="110809" y="315231"/>
                </a:lnTo>
                <a:lnTo>
                  <a:pt x="116540" y="319052"/>
                </a:lnTo>
                <a:lnTo>
                  <a:pt x="139466" y="334336"/>
                </a:lnTo>
                <a:lnTo>
                  <a:pt x="129913" y="355351"/>
                </a:lnTo>
                <a:close/>
                <a:moveTo>
                  <a:pt x="210154" y="328605"/>
                </a:moveTo>
                <a:lnTo>
                  <a:pt x="210154" y="420308"/>
                </a:lnTo>
                <a:lnTo>
                  <a:pt x="229259" y="420308"/>
                </a:lnTo>
                <a:lnTo>
                  <a:pt x="229259" y="439413"/>
                </a:lnTo>
                <a:lnTo>
                  <a:pt x="191049" y="439413"/>
                </a:lnTo>
                <a:lnTo>
                  <a:pt x="183407" y="347710"/>
                </a:lnTo>
                <a:cubicBezTo>
                  <a:pt x="183407" y="341978"/>
                  <a:pt x="179586" y="336247"/>
                  <a:pt x="175765" y="332426"/>
                </a:cubicBezTo>
                <a:lnTo>
                  <a:pt x="131824" y="303768"/>
                </a:lnTo>
                <a:lnTo>
                  <a:pt x="128003" y="301858"/>
                </a:lnTo>
                <a:cubicBezTo>
                  <a:pt x="108898" y="294216"/>
                  <a:pt x="95525" y="286574"/>
                  <a:pt x="95525" y="267469"/>
                </a:cubicBezTo>
                <a:lnTo>
                  <a:pt x="95525" y="185318"/>
                </a:lnTo>
                <a:lnTo>
                  <a:pt x="106988" y="181497"/>
                </a:lnTo>
                <a:lnTo>
                  <a:pt x="101256" y="164302"/>
                </a:lnTo>
                <a:lnTo>
                  <a:pt x="51583" y="179586"/>
                </a:lnTo>
                <a:cubicBezTo>
                  <a:pt x="43941" y="181497"/>
                  <a:pt x="38210" y="189139"/>
                  <a:pt x="38210" y="198691"/>
                </a:cubicBezTo>
                <a:lnTo>
                  <a:pt x="38210" y="248364"/>
                </a:lnTo>
                <a:lnTo>
                  <a:pt x="19105" y="248364"/>
                </a:lnTo>
                <a:lnTo>
                  <a:pt x="19105" y="177676"/>
                </a:lnTo>
                <a:lnTo>
                  <a:pt x="82151" y="145197"/>
                </a:lnTo>
                <a:cubicBezTo>
                  <a:pt x="85972" y="143287"/>
                  <a:pt x="91704" y="143287"/>
                  <a:pt x="95525" y="143287"/>
                </a:cubicBezTo>
                <a:lnTo>
                  <a:pt x="133734" y="143287"/>
                </a:lnTo>
                <a:cubicBezTo>
                  <a:pt x="149018" y="143287"/>
                  <a:pt x="162392" y="156660"/>
                  <a:pt x="162392" y="171944"/>
                </a:cubicBezTo>
                <a:lnTo>
                  <a:pt x="162392" y="263648"/>
                </a:lnTo>
                <a:cubicBezTo>
                  <a:pt x="162392" y="267469"/>
                  <a:pt x="164302" y="273200"/>
                  <a:pt x="166213" y="275111"/>
                </a:cubicBezTo>
                <a:lnTo>
                  <a:pt x="210154" y="328605"/>
                </a:lnTo>
                <a:close/>
                <a:moveTo>
                  <a:pt x="248364" y="219707"/>
                </a:moveTo>
                <a:lnTo>
                  <a:pt x="194870" y="219707"/>
                </a:lnTo>
                <a:lnTo>
                  <a:pt x="181497" y="210154"/>
                </a:lnTo>
                <a:lnTo>
                  <a:pt x="181497" y="179586"/>
                </a:lnTo>
                <a:lnTo>
                  <a:pt x="200602" y="194870"/>
                </a:lnTo>
                <a:cubicBezTo>
                  <a:pt x="204423" y="196781"/>
                  <a:pt x="208244" y="198691"/>
                  <a:pt x="212065" y="198691"/>
                </a:cubicBezTo>
                <a:lnTo>
                  <a:pt x="248364" y="198691"/>
                </a:lnTo>
                <a:lnTo>
                  <a:pt x="248364" y="21970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67" descr="Runner icon.">
            <a:extLst>
              <a:ext uri="{FF2B5EF4-FFF2-40B4-BE49-F238E27FC236}">
                <a16:creationId xmlns:a16="http://schemas.microsoft.com/office/drawing/2014/main" id="{1AFCD753-AE66-4880-A221-4F0A7706BD51}"/>
              </a:ext>
            </a:extLst>
          </p:cNvPr>
          <p:cNvSpPr>
            <a:spLocks noChangeAspect="1"/>
          </p:cNvSpPr>
          <p:nvPr/>
        </p:nvSpPr>
        <p:spPr>
          <a:xfrm>
            <a:off x="9570140" y="3268234"/>
            <a:ext cx="367399" cy="463335"/>
          </a:xfrm>
          <a:custGeom>
            <a:avLst/>
            <a:gdLst>
              <a:gd name="connsiteX0" fmla="*/ 282341 w 367399"/>
              <a:gd name="connsiteY0" fmla="*/ 113715 h 463335"/>
              <a:gd name="connsiteX1" fmla="*/ 307178 w 367399"/>
              <a:gd name="connsiteY1" fmla="*/ 119447 h 463335"/>
              <a:gd name="connsiteX2" fmla="*/ 324372 w 367399"/>
              <a:gd name="connsiteY2" fmla="*/ 115626 h 463335"/>
              <a:gd name="connsiteX3" fmla="*/ 358761 w 367399"/>
              <a:gd name="connsiteY3" fmla="*/ 86969 h 463335"/>
              <a:gd name="connsiteX4" fmla="*/ 339656 w 367399"/>
              <a:gd name="connsiteY4" fmla="*/ 8638 h 463335"/>
              <a:gd name="connsiteX5" fmla="*/ 261326 w 367399"/>
              <a:gd name="connsiteY5" fmla="*/ 27743 h 463335"/>
              <a:gd name="connsiteX6" fmla="*/ 257505 w 367399"/>
              <a:gd name="connsiteY6" fmla="*/ 35385 h 463335"/>
              <a:gd name="connsiteX7" fmla="*/ 253684 w 367399"/>
              <a:gd name="connsiteY7" fmla="*/ 79327 h 463335"/>
              <a:gd name="connsiteX8" fmla="*/ 282341 w 367399"/>
              <a:gd name="connsiteY8" fmla="*/ 113715 h 463335"/>
              <a:gd name="connsiteX9" fmla="*/ 274699 w 367399"/>
              <a:gd name="connsiteY9" fmla="*/ 44938 h 463335"/>
              <a:gd name="connsiteX10" fmla="*/ 297625 w 367399"/>
              <a:gd name="connsiteY10" fmla="*/ 25833 h 463335"/>
              <a:gd name="connsiteX11" fmla="*/ 309088 w 367399"/>
              <a:gd name="connsiteY11" fmla="*/ 23922 h 463335"/>
              <a:gd name="connsiteX12" fmla="*/ 326283 w 367399"/>
              <a:gd name="connsiteY12" fmla="*/ 27743 h 463335"/>
              <a:gd name="connsiteX13" fmla="*/ 345388 w 367399"/>
              <a:gd name="connsiteY13" fmla="*/ 50669 h 463335"/>
              <a:gd name="connsiteX14" fmla="*/ 343477 w 367399"/>
              <a:gd name="connsiteY14" fmla="*/ 79327 h 463335"/>
              <a:gd name="connsiteX15" fmla="*/ 320551 w 367399"/>
              <a:gd name="connsiteY15" fmla="*/ 98431 h 463335"/>
              <a:gd name="connsiteX16" fmla="*/ 272789 w 367399"/>
              <a:gd name="connsiteY16" fmla="*/ 73595 h 463335"/>
              <a:gd name="connsiteX17" fmla="*/ 274699 w 367399"/>
              <a:gd name="connsiteY17" fmla="*/ 44938 h 463335"/>
              <a:gd name="connsiteX18" fmla="*/ 274699 w 367399"/>
              <a:gd name="connsiteY18" fmla="*/ 44938 h 463335"/>
              <a:gd name="connsiteX19" fmla="*/ 353029 w 367399"/>
              <a:gd name="connsiteY19" fmla="*/ 224524 h 463335"/>
              <a:gd name="connsiteX20" fmla="*/ 322462 w 367399"/>
              <a:gd name="connsiteY20" fmla="*/ 209240 h 463335"/>
              <a:gd name="connsiteX21" fmla="*/ 303357 w 367399"/>
              <a:gd name="connsiteY21" fmla="*/ 167209 h 463335"/>
              <a:gd name="connsiteX22" fmla="*/ 301446 w 367399"/>
              <a:gd name="connsiteY22" fmla="*/ 150015 h 463335"/>
              <a:gd name="connsiteX23" fmla="*/ 278520 w 367399"/>
              <a:gd name="connsiteY23" fmla="*/ 121357 h 463335"/>
              <a:gd name="connsiteX24" fmla="*/ 261326 w 367399"/>
              <a:gd name="connsiteY24" fmla="*/ 111805 h 463335"/>
              <a:gd name="connsiteX25" fmla="*/ 261326 w 367399"/>
              <a:gd name="connsiteY25" fmla="*/ 111805 h 463335"/>
              <a:gd name="connsiteX26" fmla="*/ 244131 w 367399"/>
              <a:gd name="connsiteY26" fmla="*/ 102252 h 463335"/>
              <a:gd name="connsiteX27" fmla="*/ 221206 w 367399"/>
              <a:gd name="connsiteY27" fmla="*/ 98431 h 463335"/>
              <a:gd name="connsiteX28" fmla="*/ 152428 w 367399"/>
              <a:gd name="connsiteY28" fmla="*/ 98431 h 463335"/>
              <a:gd name="connsiteX29" fmla="*/ 135233 w 367399"/>
              <a:gd name="connsiteY29" fmla="*/ 107984 h 463335"/>
              <a:gd name="connsiteX30" fmla="*/ 102755 w 367399"/>
              <a:gd name="connsiteY30" fmla="*/ 169120 h 463335"/>
              <a:gd name="connsiteX31" fmla="*/ 110397 w 367399"/>
              <a:gd name="connsiteY31" fmla="*/ 195867 h 463335"/>
              <a:gd name="connsiteX32" fmla="*/ 110397 w 367399"/>
              <a:gd name="connsiteY32" fmla="*/ 195867 h 463335"/>
              <a:gd name="connsiteX33" fmla="*/ 127591 w 367399"/>
              <a:gd name="connsiteY33" fmla="*/ 203508 h 463335"/>
              <a:gd name="connsiteX34" fmla="*/ 137144 w 367399"/>
              <a:gd name="connsiteY34" fmla="*/ 205419 h 463335"/>
              <a:gd name="connsiteX35" fmla="*/ 142875 w 367399"/>
              <a:gd name="connsiteY35" fmla="*/ 203508 h 463335"/>
              <a:gd name="connsiteX36" fmla="*/ 152428 w 367399"/>
              <a:gd name="connsiteY36" fmla="*/ 193956 h 463335"/>
              <a:gd name="connsiteX37" fmla="*/ 177264 w 367399"/>
              <a:gd name="connsiteY37" fmla="*/ 151925 h 463335"/>
              <a:gd name="connsiteX38" fmla="*/ 194459 w 367399"/>
              <a:gd name="connsiteY38" fmla="*/ 153836 h 463335"/>
              <a:gd name="connsiteX39" fmla="*/ 160070 w 367399"/>
              <a:gd name="connsiteY39" fmla="*/ 218792 h 463335"/>
              <a:gd name="connsiteX40" fmla="*/ 154338 w 367399"/>
              <a:gd name="connsiteY40" fmla="*/ 239808 h 463335"/>
              <a:gd name="connsiteX41" fmla="*/ 110397 w 367399"/>
              <a:gd name="connsiteY41" fmla="*/ 276107 h 463335"/>
              <a:gd name="connsiteX42" fmla="*/ 45440 w 367399"/>
              <a:gd name="connsiteY42" fmla="*/ 243629 h 463335"/>
              <a:gd name="connsiteX43" fmla="*/ 20604 w 367399"/>
              <a:gd name="connsiteY43" fmla="*/ 251271 h 463335"/>
              <a:gd name="connsiteX44" fmla="*/ 1499 w 367399"/>
              <a:gd name="connsiteY44" fmla="*/ 287570 h 463335"/>
              <a:gd name="connsiteX45" fmla="*/ 9141 w 367399"/>
              <a:gd name="connsiteY45" fmla="*/ 312407 h 463335"/>
              <a:gd name="connsiteX46" fmla="*/ 24425 w 367399"/>
              <a:gd name="connsiteY46" fmla="*/ 321959 h 463335"/>
              <a:gd name="connsiteX47" fmla="*/ 49261 w 367399"/>
              <a:gd name="connsiteY47" fmla="*/ 312407 h 463335"/>
              <a:gd name="connsiteX48" fmla="*/ 49261 w 367399"/>
              <a:gd name="connsiteY48" fmla="*/ 310496 h 463335"/>
              <a:gd name="connsiteX49" fmla="*/ 102755 w 367399"/>
              <a:gd name="connsiteY49" fmla="*/ 339153 h 463335"/>
              <a:gd name="connsiteX50" fmla="*/ 121860 w 367399"/>
              <a:gd name="connsiteY50" fmla="*/ 339153 h 463335"/>
              <a:gd name="connsiteX51" fmla="*/ 184906 w 367399"/>
              <a:gd name="connsiteY51" fmla="*/ 300944 h 463335"/>
              <a:gd name="connsiteX52" fmla="*/ 190638 w 367399"/>
              <a:gd name="connsiteY52" fmla="*/ 306675 h 463335"/>
              <a:gd name="connsiteX53" fmla="*/ 202101 w 367399"/>
              <a:gd name="connsiteY53" fmla="*/ 318138 h 463335"/>
              <a:gd name="connsiteX54" fmla="*/ 223116 w 367399"/>
              <a:gd name="connsiteY54" fmla="*/ 339153 h 463335"/>
              <a:gd name="connsiteX55" fmla="*/ 223116 w 367399"/>
              <a:gd name="connsiteY55" fmla="*/ 444230 h 463335"/>
              <a:gd name="connsiteX56" fmla="*/ 228848 w 367399"/>
              <a:gd name="connsiteY56" fmla="*/ 457604 h 463335"/>
              <a:gd name="connsiteX57" fmla="*/ 242221 w 367399"/>
              <a:gd name="connsiteY57" fmla="*/ 463335 h 463335"/>
              <a:gd name="connsiteX58" fmla="*/ 261326 w 367399"/>
              <a:gd name="connsiteY58" fmla="*/ 463335 h 463335"/>
              <a:gd name="connsiteX59" fmla="*/ 280431 w 367399"/>
              <a:gd name="connsiteY59" fmla="*/ 463335 h 463335"/>
              <a:gd name="connsiteX60" fmla="*/ 280431 w 367399"/>
              <a:gd name="connsiteY60" fmla="*/ 463335 h 463335"/>
              <a:gd name="connsiteX61" fmla="*/ 299536 w 367399"/>
              <a:gd name="connsiteY61" fmla="*/ 444230 h 463335"/>
              <a:gd name="connsiteX62" fmla="*/ 299536 w 367399"/>
              <a:gd name="connsiteY62" fmla="*/ 425126 h 463335"/>
              <a:gd name="connsiteX63" fmla="*/ 282341 w 367399"/>
              <a:gd name="connsiteY63" fmla="*/ 406021 h 463335"/>
              <a:gd name="connsiteX64" fmla="*/ 289983 w 367399"/>
              <a:gd name="connsiteY64" fmla="*/ 329601 h 463335"/>
              <a:gd name="connsiteX65" fmla="*/ 288073 w 367399"/>
              <a:gd name="connsiteY65" fmla="*/ 318138 h 463335"/>
              <a:gd name="connsiteX66" fmla="*/ 257505 w 367399"/>
              <a:gd name="connsiteY66" fmla="*/ 266555 h 463335"/>
              <a:gd name="connsiteX67" fmla="*/ 270878 w 367399"/>
              <a:gd name="connsiteY67" fmla="*/ 241718 h 463335"/>
              <a:gd name="connsiteX68" fmla="*/ 270878 w 367399"/>
              <a:gd name="connsiteY68" fmla="*/ 243629 h 463335"/>
              <a:gd name="connsiteX69" fmla="*/ 280431 w 367399"/>
              <a:gd name="connsiteY69" fmla="*/ 253181 h 463335"/>
              <a:gd name="connsiteX70" fmla="*/ 328193 w 367399"/>
              <a:gd name="connsiteY70" fmla="*/ 278018 h 463335"/>
              <a:gd name="connsiteX71" fmla="*/ 337746 w 367399"/>
              <a:gd name="connsiteY71" fmla="*/ 279928 h 463335"/>
              <a:gd name="connsiteX72" fmla="*/ 343477 w 367399"/>
              <a:gd name="connsiteY72" fmla="*/ 279928 h 463335"/>
              <a:gd name="connsiteX73" fmla="*/ 354940 w 367399"/>
              <a:gd name="connsiteY73" fmla="*/ 270376 h 463335"/>
              <a:gd name="connsiteX74" fmla="*/ 364492 w 367399"/>
              <a:gd name="connsiteY74" fmla="*/ 253181 h 463335"/>
              <a:gd name="connsiteX75" fmla="*/ 353029 w 367399"/>
              <a:gd name="connsiteY75" fmla="*/ 224524 h 463335"/>
              <a:gd name="connsiteX76" fmla="*/ 353029 w 367399"/>
              <a:gd name="connsiteY76" fmla="*/ 224524 h 463335"/>
              <a:gd name="connsiteX77" fmla="*/ 114218 w 367399"/>
              <a:gd name="connsiteY77" fmla="*/ 325780 h 463335"/>
              <a:gd name="connsiteX78" fmla="*/ 43530 w 367399"/>
              <a:gd name="connsiteY78" fmla="*/ 287570 h 463335"/>
              <a:gd name="connsiteX79" fmla="*/ 33977 w 367399"/>
              <a:gd name="connsiteY79" fmla="*/ 306675 h 463335"/>
              <a:gd name="connsiteX80" fmla="*/ 18693 w 367399"/>
              <a:gd name="connsiteY80" fmla="*/ 299033 h 463335"/>
              <a:gd name="connsiteX81" fmla="*/ 37798 w 367399"/>
              <a:gd name="connsiteY81" fmla="*/ 262734 h 463335"/>
              <a:gd name="connsiteX82" fmla="*/ 102755 w 367399"/>
              <a:gd name="connsiteY82" fmla="*/ 295212 h 463335"/>
              <a:gd name="connsiteX83" fmla="*/ 123770 w 367399"/>
              <a:gd name="connsiteY83" fmla="*/ 293302 h 463335"/>
              <a:gd name="connsiteX84" fmla="*/ 160070 w 367399"/>
              <a:gd name="connsiteY84" fmla="*/ 264644 h 463335"/>
              <a:gd name="connsiteX85" fmla="*/ 171533 w 367399"/>
              <a:gd name="connsiteY85" fmla="*/ 287570 h 463335"/>
              <a:gd name="connsiteX86" fmla="*/ 173443 w 367399"/>
              <a:gd name="connsiteY86" fmla="*/ 289481 h 463335"/>
              <a:gd name="connsiteX87" fmla="*/ 114218 w 367399"/>
              <a:gd name="connsiteY87" fmla="*/ 325780 h 463335"/>
              <a:gd name="connsiteX88" fmla="*/ 240310 w 367399"/>
              <a:gd name="connsiteY88" fmla="*/ 274197 h 463335"/>
              <a:gd name="connsiteX89" fmla="*/ 270878 w 367399"/>
              <a:gd name="connsiteY89" fmla="*/ 325780 h 463335"/>
              <a:gd name="connsiteX90" fmla="*/ 261326 w 367399"/>
              <a:gd name="connsiteY90" fmla="*/ 425126 h 463335"/>
              <a:gd name="connsiteX91" fmla="*/ 280431 w 367399"/>
              <a:gd name="connsiteY91" fmla="*/ 425126 h 463335"/>
              <a:gd name="connsiteX92" fmla="*/ 280431 w 367399"/>
              <a:gd name="connsiteY92" fmla="*/ 444230 h 463335"/>
              <a:gd name="connsiteX93" fmla="*/ 261326 w 367399"/>
              <a:gd name="connsiteY93" fmla="*/ 444230 h 463335"/>
              <a:gd name="connsiteX94" fmla="*/ 242221 w 367399"/>
              <a:gd name="connsiteY94" fmla="*/ 444230 h 463335"/>
              <a:gd name="connsiteX95" fmla="*/ 242221 w 367399"/>
              <a:gd name="connsiteY95" fmla="*/ 342974 h 463335"/>
              <a:gd name="connsiteX96" fmla="*/ 236489 w 367399"/>
              <a:gd name="connsiteY96" fmla="*/ 329601 h 463335"/>
              <a:gd name="connsiteX97" fmla="*/ 217385 w 367399"/>
              <a:gd name="connsiteY97" fmla="*/ 308586 h 463335"/>
              <a:gd name="connsiteX98" fmla="*/ 205922 w 367399"/>
              <a:gd name="connsiteY98" fmla="*/ 297123 h 463335"/>
              <a:gd name="connsiteX99" fmla="*/ 188727 w 367399"/>
              <a:gd name="connsiteY99" fmla="*/ 278018 h 463335"/>
              <a:gd name="connsiteX100" fmla="*/ 179175 w 367399"/>
              <a:gd name="connsiteY100" fmla="*/ 230255 h 463335"/>
              <a:gd name="connsiteX101" fmla="*/ 217385 w 367399"/>
              <a:gd name="connsiteY101" fmla="*/ 157657 h 463335"/>
              <a:gd name="connsiteX102" fmla="*/ 232668 w 367399"/>
              <a:gd name="connsiteY102" fmla="*/ 159567 h 463335"/>
              <a:gd name="connsiteX103" fmla="*/ 234579 w 367399"/>
              <a:gd name="connsiteY103" fmla="*/ 140462 h 463335"/>
              <a:gd name="connsiteX104" fmla="*/ 175354 w 367399"/>
              <a:gd name="connsiteY104" fmla="*/ 134731 h 463335"/>
              <a:gd name="connsiteX105" fmla="*/ 163891 w 367399"/>
              <a:gd name="connsiteY105" fmla="*/ 140462 h 463335"/>
              <a:gd name="connsiteX106" fmla="*/ 135233 w 367399"/>
              <a:gd name="connsiteY106" fmla="*/ 188225 h 463335"/>
              <a:gd name="connsiteX107" fmla="*/ 119949 w 367399"/>
              <a:gd name="connsiteY107" fmla="*/ 178672 h 463335"/>
              <a:gd name="connsiteX108" fmla="*/ 152428 w 367399"/>
              <a:gd name="connsiteY108" fmla="*/ 115626 h 463335"/>
              <a:gd name="connsiteX109" fmla="*/ 223116 w 367399"/>
              <a:gd name="connsiteY109" fmla="*/ 115626 h 463335"/>
              <a:gd name="connsiteX110" fmla="*/ 236489 w 367399"/>
              <a:gd name="connsiteY110" fmla="*/ 119447 h 463335"/>
              <a:gd name="connsiteX111" fmla="*/ 270878 w 367399"/>
              <a:gd name="connsiteY111" fmla="*/ 138552 h 463335"/>
              <a:gd name="connsiteX112" fmla="*/ 284252 w 367399"/>
              <a:gd name="connsiteY112" fmla="*/ 155746 h 463335"/>
              <a:gd name="connsiteX113" fmla="*/ 282341 w 367399"/>
              <a:gd name="connsiteY113" fmla="*/ 176762 h 463335"/>
              <a:gd name="connsiteX114" fmla="*/ 267057 w 367399"/>
              <a:gd name="connsiteY114" fmla="*/ 205419 h 463335"/>
              <a:gd name="connsiteX115" fmla="*/ 267057 w 367399"/>
              <a:gd name="connsiteY115" fmla="*/ 205419 h 463335"/>
              <a:gd name="connsiteX116" fmla="*/ 240310 w 367399"/>
              <a:gd name="connsiteY116" fmla="*/ 257002 h 463335"/>
              <a:gd name="connsiteX117" fmla="*/ 240310 w 367399"/>
              <a:gd name="connsiteY117" fmla="*/ 274197 h 463335"/>
              <a:gd name="connsiteX118" fmla="*/ 240310 w 367399"/>
              <a:gd name="connsiteY118" fmla="*/ 274197 h 463335"/>
              <a:gd name="connsiteX119" fmla="*/ 335835 w 367399"/>
              <a:gd name="connsiteY119" fmla="*/ 258913 h 463335"/>
              <a:gd name="connsiteX120" fmla="*/ 288073 w 367399"/>
              <a:gd name="connsiteY120" fmla="*/ 234076 h 463335"/>
              <a:gd name="connsiteX121" fmla="*/ 280431 w 367399"/>
              <a:gd name="connsiteY121" fmla="*/ 218792 h 463335"/>
              <a:gd name="connsiteX122" fmla="*/ 293804 w 367399"/>
              <a:gd name="connsiteY122" fmla="*/ 192046 h 463335"/>
              <a:gd name="connsiteX123" fmla="*/ 305267 w 367399"/>
              <a:gd name="connsiteY123" fmla="*/ 214971 h 463335"/>
              <a:gd name="connsiteX124" fmla="*/ 314820 w 367399"/>
              <a:gd name="connsiteY124" fmla="*/ 224524 h 463335"/>
              <a:gd name="connsiteX125" fmla="*/ 345388 w 367399"/>
              <a:gd name="connsiteY125" fmla="*/ 239808 h 463335"/>
              <a:gd name="connsiteX126" fmla="*/ 335835 w 367399"/>
              <a:gd name="connsiteY126" fmla="*/ 258913 h 46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367399" h="463335">
                <a:moveTo>
                  <a:pt x="282341" y="113715"/>
                </a:moveTo>
                <a:cubicBezTo>
                  <a:pt x="289983" y="117536"/>
                  <a:pt x="299536" y="119447"/>
                  <a:pt x="307178" y="119447"/>
                </a:cubicBezTo>
                <a:cubicBezTo>
                  <a:pt x="312909" y="119447"/>
                  <a:pt x="318641" y="117536"/>
                  <a:pt x="324372" y="115626"/>
                </a:cubicBezTo>
                <a:cubicBezTo>
                  <a:pt x="339656" y="111805"/>
                  <a:pt x="351119" y="100342"/>
                  <a:pt x="358761" y="86969"/>
                </a:cubicBezTo>
                <a:cubicBezTo>
                  <a:pt x="375955" y="60222"/>
                  <a:pt x="366403" y="23922"/>
                  <a:pt x="339656" y="8638"/>
                </a:cubicBezTo>
                <a:cubicBezTo>
                  <a:pt x="312909" y="-8556"/>
                  <a:pt x="276610" y="996"/>
                  <a:pt x="261326" y="27743"/>
                </a:cubicBezTo>
                <a:cubicBezTo>
                  <a:pt x="259415" y="29654"/>
                  <a:pt x="259415" y="33475"/>
                  <a:pt x="257505" y="35385"/>
                </a:cubicBezTo>
                <a:cubicBezTo>
                  <a:pt x="249863" y="48759"/>
                  <a:pt x="249863" y="64043"/>
                  <a:pt x="253684" y="79327"/>
                </a:cubicBezTo>
                <a:cubicBezTo>
                  <a:pt x="257505" y="94610"/>
                  <a:pt x="268968" y="106073"/>
                  <a:pt x="282341" y="113715"/>
                </a:cubicBezTo>
                <a:close/>
                <a:moveTo>
                  <a:pt x="274699" y="44938"/>
                </a:moveTo>
                <a:cubicBezTo>
                  <a:pt x="278520" y="35385"/>
                  <a:pt x="288073" y="29654"/>
                  <a:pt x="297625" y="25833"/>
                </a:cubicBezTo>
                <a:cubicBezTo>
                  <a:pt x="299536" y="23922"/>
                  <a:pt x="305267" y="23922"/>
                  <a:pt x="309088" y="23922"/>
                </a:cubicBezTo>
                <a:cubicBezTo>
                  <a:pt x="314820" y="23922"/>
                  <a:pt x="320551" y="25833"/>
                  <a:pt x="326283" y="27743"/>
                </a:cubicBezTo>
                <a:cubicBezTo>
                  <a:pt x="335835" y="31564"/>
                  <a:pt x="341567" y="41117"/>
                  <a:pt x="345388" y="50669"/>
                </a:cubicBezTo>
                <a:cubicBezTo>
                  <a:pt x="349208" y="60222"/>
                  <a:pt x="347298" y="69774"/>
                  <a:pt x="343477" y="79327"/>
                </a:cubicBezTo>
                <a:cubicBezTo>
                  <a:pt x="339656" y="88879"/>
                  <a:pt x="330104" y="94610"/>
                  <a:pt x="320551" y="98431"/>
                </a:cubicBezTo>
                <a:cubicBezTo>
                  <a:pt x="299536" y="104163"/>
                  <a:pt x="278520" y="92700"/>
                  <a:pt x="272789" y="73595"/>
                </a:cubicBezTo>
                <a:cubicBezTo>
                  <a:pt x="268968" y="64043"/>
                  <a:pt x="270878" y="54490"/>
                  <a:pt x="274699" y="44938"/>
                </a:cubicBezTo>
                <a:lnTo>
                  <a:pt x="274699" y="44938"/>
                </a:lnTo>
                <a:close/>
                <a:moveTo>
                  <a:pt x="353029" y="224524"/>
                </a:moveTo>
                <a:lnTo>
                  <a:pt x="322462" y="209240"/>
                </a:lnTo>
                <a:lnTo>
                  <a:pt x="303357" y="167209"/>
                </a:lnTo>
                <a:cubicBezTo>
                  <a:pt x="303357" y="161478"/>
                  <a:pt x="303357" y="155746"/>
                  <a:pt x="301446" y="150015"/>
                </a:cubicBezTo>
                <a:cubicBezTo>
                  <a:pt x="297625" y="138552"/>
                  <a:pt x="289983" y="127089"/>
                  <a:pt x="278520" y="121357"/>
                </a:cubicBezTo>
                <a:lnTo>
                  <a:pt x="261326" y="111805"/>
                </a:lnTo>
                <a:lnTo>
                  <a:pt x="261326" y="111805"/>
                </a:lnTo>
                <a:lnTo>
                  <a:pt x="244131" y="102252"/>
                </a:lnTo>
                <a:cubicBezTo>
                  <a:pt x="236489" y="100342"/>
                  <a:pt x="228848" y="98431"/>
                  <a:pt x="221206" y="98431"/>
                </a:cubicBezTo>
                <a:lnTo>
                  <a:pt x="152428" y="98431"/>
                </a:lnTo>
                <a:cubicBezTo>
                  <a:pt x="144786" y="96521"/>
                  <a:pt x="139054" y="100342"/>
                  <a:pt x="135233" y="107984"/>
                </a:cubicBezTo>
                <a:lnTo>
                  <a:pt x="102755" y="169120"/>
                </a:lnTo>
                <a:cubicBezTo>
                  <a:pt x="97024" y="178672"/>
                  <a:pt x="100845" y="190135"/>
                  <a:pt x="110397" y="195867"/>
                </a:cubicBezTo>
                <a:cubicBezTo>
                  <a:pt x="110397" y="195867"/>
                  <a:pt x="110397" y="195867"/>
                  <a:pt x="110397" y="195867"/>
                </a:cubicBezTo>
                <a:lnTo>
                  <a:pt x="127591" y="203508"/>
                </a:lnTo>
                <a:cubicBezTo>
                  <a:pt x="129502" y="205419"/>
                  <a:pt x="133323" y="205419"/>
                  <a:pt x="137144" y="205419"/>
                </a:cubicBezTo>
                <a:cubicBezTo>
                  <a:pt x="139054" y="205419"/>
                  <a:pt x="140965" y="205419"/>
                  <a:pt x="142875" y="203508"/>
                </a:cubicBezTo>
                <a:cubicBezTo>
                  <a:pt x="146696" y="201598"/>
                  <a:pt x="150517" y="197777"/>
                  <a:pt x="152428" y="193956"/>
                </a:cubicBezTo>
                <a:lnTo>
                  <a:pt x="177264" y="151925"/>
                </a:lnTo>
                <a:lnTo>
                  <a:pt x="194459" y="153836"/>
                </a:lnTo>
                <a:cubicBezTo>
                  <a:pt x="182996" y="174851"/>
                  <a:pt x="160070" y="218792"/>
                  <a:pt x="160070" y="218792"/>
                </a:cubicBezTo>
                <a:cubicBezTo>
                  <a:pt x="156249" y="226434"/>
                  <a:pt x="154338" y="232166"/>
                  <a:pt x="154338" y="239808"/>
                </a:cubicBezTo>
                <a:lnTo>
                  <a:pt x="110397" y="276107"/>
                </a:lnTo>
                <a:cubicBezTo>
                  <a:pt x="97024" y="268465"/>
                  <a:pt x="62635" y="251271"/>
                  <a:pt x="45440" y="243629"/>
                </a:cubicBezTo>
                <a:cubicBezTo>
                  <a:pt x="35888" y="239808"/>
                  <a:pt x="26335" y="243629"/>
                  <a:pt x="20604" y="251271"/>
                </a:cubicBezTo>
                <a:lnTo>
                  <a:pt x="1499" y="287570"/>
                </a:lnTo>
                <a:cubicBezTo>
                  <a:pt x="-2322" y="297123"/>
                  <a:pt x="1499" y="306675"/>
                  <a:pt x="9141" y="312407"/>
                </a:cubicBezTo>
                <a:lnTo>
                  <a:pt x="24425" y="321959"/>
                </a:lnTo>
                <a:cubicBezTo>
                  <a:pt x="33977" y="325780"/>
                  <a:pt x="43530" y="321959"/>
                  <a:pt x="49261" y="312407"/>
                </a:cubicBezTo>
                <a:lnTo>
                  <a:pt x="49261" y="310496"/>
                </a:lnTo>
                <a:lnTo>
                  <a:pt x="102755" y="339153"/>
                </a:lnTo>
                <a:cubicBezTo>
                  <a:pt x="108487" y="342974"/>
                  <a:pt x="116129" y="342974"/>
                  <a:pt x="121860" y="339153"/>
                </a:cubicBezTo>
                <a:lnTo>
                  <a:pt x="184906" y="300944"/>
                </a:lnTo>
                <a:lnTo>
                  <a:pt x="190638" y="306675"/>
                </a:lnTo>
                <a:cubicBezTo>
                  <a:pt x="194459" y="310496"/>
                  <a:pt x="198280" y="314317"/>
                  <a:pt x="202101" y="318138"/>
                </a:cubicBezTo>
                <a:lnTo>
                  <a:pt x="223116" y="339153"/>
                </a:lnTo>
                <a:lnTo>
                  <a:pt x="223116" y="444230"/>
                </a:lnTo>
                <a:cubicBezTo>
                  <a:pt x="223116" y="449962"/>
                  <a:pt x="225027" y="453783"/>
                  <a:pt x="228848" y="457604"/>
                </a:cubicBezTo>
                <a:cubicBezTo>
                  <a:pt x="232668" y="461425"/>
                  <a:pt x="238400" y="463335"/>
                  <a:pt x="242221" y="463335"/>
                </a:cubicBezTo>
                <a:lnTo>
                  <a:pt x="261326" y="463335"/>
                </a:lnTo>
                <a:lnTo>
                  <a:pt x="280431" y="463335"/>
                </a:lnTo>
                <a:lnTo>
                  <a:pt x="280431" y="463335"/>
                </a:lnTo>
                <a:cubicBezTo>
                  <a:pt x="291894" y="463335"/>
                  <a:pt x="299536" y="455693"/>
                  <a:pt x="299536" y="444230"/>
                </a:cubicBezTo>
                <a:lnTo>
                  <a:pt x="299536" y="425126"/>
                </a:lnTo>
                <a:cubicBezTo>
                  <a:pt x="299536" y="415573"/>
                  <a:pt x="291894" y="407931"/>
                  <a:pt x="282341" y="406021"/>
                </a:cubicBezTo>
                <a:lnTo>
                  <a:pt x="289983" y="329601"/>
                </a:lnTo>
                <a:cubicBezTo>
                  <a:pt x="289983" y="325780"/>
                  <a:pt x="289983" y="321959"/>
                  <a:pt x="288073" y="318138"/>
                </a:cubicBezTo>
                <a:lnTo>
                  <a:pt x="257505" y="266555"/>
                </a:lnTo>
                <a:lnTo>
                  <a:pt x="270878" y="241718"/>
                </a:lnTo>
                <a:lnTo>
                  <a:pt x="270878" y="243629"/>
                </a:lnTo>
                <a:cubicBezTo>
                  <a:pt x="272789" y="247450"/>
                  <a:pt x="276610" y="251271"/>
                  <a:pt x="280431" y="253181"/>
                </a:cubicBezTo>
                <a:lnTo>
                  <a:pt x="328193" y="278018"/>
                </a:lnTo>
                <a:cubicBezTo>
                  <a:pt x="330104" y="279928"/>
                  <a:pt x="333925" y="279928"/>
                  <a:pt x="337746" y="279928"/>
                </a:cubicBezTo>
                <a:cubicBezTo>
                  <a:pt x="339656" y="279928"/>
                  <a:pt x="341567" y="279928"/>
                  <a:pt x="343477" y="279928"/>
                </a:cubicBezTo>
                <a:cubicBezTo>
                  <a:pt x="349208" y="278018"/>
                  <a:pt x="353029" y="274197"/>
                  <a:pt x="354940" y="270376"/>
                </a:cubicBezTo>
                <a:lnTo>
                  <a:pt x="364492" y="253181"/>
                </a:lnTo>
                <a:cubicBezTo>
                  <a:pt x="366403" y="243629"/>
                  <a:pt x="362582" y="230255"/>
                  <a:pt x="353029" y="224524"/>
                </a:cubicBezTo>
                <a:cubicBezTo>
                  <a:pt x="354940" y="224524"/>
                  <a:pt x="353029" y="224524"/>
                  <a:pt x="353029" y="224524"/>
                </a:cubicBezTo>
                <a:close/>
                <a:moveTo>
                  <a:pt x="114218" y="325780"/>
                </a:moveTo>
                <a:lnTo>
                  <a:pt x="43530" y="287570"/>
                </a:lnTo>
                <a:lnTo>
                  <a:pt x="33977" y="306675"/>
                </a:lnTo>
                <a:lnTo>
                  <a:pt x="18693" y="299033"/>
                </a:lnTo>
                <a:lnTo>
                  <a:pt x="37798" y="262734"/>
                </a:lnTo>
                <a:cubicBezTo>
                  <a:pt x="54993" y="270376"/>
                  <a:pt x="89382" y="289481"/>
                  <a:pt x="102755" y="295212"/>
                </a:cubicBezTo>
                <a:cubicBezTo>
                  <a:pt x="108487" y="299033"/>
                  <a:pt x="118039" y="297123"/>
                  <a:pt x="123770" y="293302"/>
                </a:cubicBezTo>
                <a:lnTo>
                  <a:pt x="160070" y="264644"/>
                </a:lnTo>
                <a:cubicBezTo>
                  <a:pt x="163891" y="272286"/>
                  <a:pt x="167712" y="279928"/>
                  <a:pt x="171533" y="287570"/>
                </a:cubicBezTo>
                <a:lnTo>
                  <a:pt x="173443" y="289481"/>
                </a:lnTo>
                <a:lnTo>
                  <a:pt x="114218" y="325780"/>
                </a:lnTo>
                <a:close/>
                <a:moveTo>
                  <a:pt x="240310" y="274197"/>
                </a:moveTo>
                <a:lnTo>
                  <a:pt x="270878" y="325780"/>
                </a:lnTo>
                <a:lnTo>
                  <a:pt x="261326" y="425126"/>
                </a:lnTo>
                <a:lnTo>
                  <a:pt x="280431" y="425126"/>
                </a:lnTo>
                <a:lnTo>
                  <a:pt x="280431" y="444230"/>
                </a:lnTo>
                <a:lnTo>
                  <a:pt x="261326" y="444230"/>
                </a:lnTo>
                <a:lnTo>
                  <a:pt x="242221" y="444230"/>
                </a:lnTo>
                <a:lnTo>
                  <a:pt x="242221" y="342974"/>
                </a:lnTo>
                <a:cubicBezTo>
                  <a:pt x="242221" y="337243"/>
                  <a:pt x="240310" y="333422"/>
                  <a:pt x="236489" y="329601"/>
                </a:cubicBezTo>
                <a:lnTo>
                  <a:pt x="217385" y="308586"/>
                </a:lnTo>
                <a:cubicBezTo>
                  <a:pt x="213564" y="304765"/>
                  <a:pt x="209743" y="300944"/>
                  <a:pt x="205922" y="297123"/>
                </a:cubicBezTo>
                <a:cubicBezTo>
                  <a:pt x="200190" y="291391"/>
                  <a:pt x="194459" y="285660"/>
                  <a:pt x="188727" y="278018"/>
                </a:cubicBezTo>
                <a:cubicBezTo>
                  <a:pt x="177264" y="260823"/>
                  <a:pt x="169622" y="247450"/>
                  <a:pt x="179175" y="230255"/>
                </a:cubicBezTo>
                <a:lnTo>
                  <a:pt x="217385" y="157657"/>
                </a:lnTo>
                <a:lnTo>
                  <a:pt x="232668" y="159567"/>
                </a:lnTo>
                <a:lnTo>
                  <a:pt x="234579" y="140462"/>
                </a:lnTo>
                <a:lnTo>
                  <a:pt x="175354" y="134731"/>
                </a:lnTo>
                <a:cubicBezTo>
                  <a:pt x="171533" y="134731"/>
                  <a:pt x="165801" y="136641"/>
                  <a:pt x="163891" y="140462"/>
                </a:cubicBezTo>
                <a:lnTo>
                  <a:pt x="135233" y="188225"/>
                </a:lnTo>
                <a:lnTo>
                  <a:pt x="119949" y="178672"/>
                </a:lnTo>
                <a:lnTo>
                  <a:pt x="152428" y="115626"/>
                </a:lnTo>
                <a:lnTo>
                  <a:pt x="223116" y="115626"/>
                </a:lnTo>
                <a:cubicBezTo>
                  <a:pt x="226937" y="115626"/>
                  <a:pt x="232668" y="117536"/>
                  <a:pt x="236489" y="119447"/>
                </a:cubicBezTo>
                <a:lnTo>
                  <a:pt x="270878" y="138552"/>
                </a:lnTo>
                <a:cubicBezTo>
                  <a:pt x="278520" y="142373"/>
                  <a:pt x="282341" y="148104"/>
                  <a:pt x="284252" y="155746"/>
                </a:cubicBezTo>
                <a:cubicBezTo>
                  <a:pt x="286162" y="163388"/>
                  <a:pt x="286162" y="171030"/>
                  <a:pt x="282341" y="176762"/>
                </a:cubicBezTo>
                <a:lnTo>
                  <a:pt x="267057" y="205419"/>
                </a:lnTo>
                <a:lnTo>
                  <a:pt x="267057" y="205419"/>
                </a:lnTo>
                <a:lnTo>
                  <a:pt x="240310" y="257002"/>
                </a:lnTo>
                <a:cubicBezTo>
                  <a:pt x="238400" y="262734"/>
                  <a:pt x="236489" y="268465"/>
                  <a:pt x="240310" y="274197"/>
                </a:cubicBezTo>
                <a:lnTo>
                  <a:pt x="240310" y="274197"/>
                </a:lnTo>
                <a:close/>
                <a:moveTo>
                  <a:pt x="335835" y="258913"/>
                </a:moveTo>
                <a:lnTo>
                  <a:pt x="288073" y="234076"/>
                </a:lnTo>
                <a:lnTo>
                  <a:pt x="280431" y="218792"/>
                </a:lnTo>
                <a:lnTo>
                  <a:pt x="293804" y="192046"/>
                </a:lnTo>
                <a:lnTo>
                  <a:pt x="305267" y="214971"/>
                </a:lnTo>
                <a:cubicBezTo>
                  <a:pt x="307178" y="218792"/>
                  <a:pt x="310999" y="222613"/>
                  <a:pt x="314820" y="224524"/>
                </a:cubicBezTo>
                <a:lnTo>
                  <a:pt x="345388" y="239808"/>
                </a:lnTo>
                <a:lnTo>
                  <a:pt x="335835" y="2589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71" descr="Yoga icon.">
            <a:extLst>
              <a:ext uri="{FF2B5EF4-FFF2-40B4-BE49-F238E27FC236}">
                <a16:creationId xmlns:a16="http://schemas.microsoft.com/office/drawing/2014/main" id="{0F8672CF-4CA9-4A26-8A57-D99F9F8B8172}"/>
              </a:ext>
            </a:extLst>
          </p:cNvPr>
          <p:cNvSpPr>
            <a:spLocks noChangeAspect="1"/>
          </p:cNvSpPr>
          <p:nvPr/>
        </p:nvSpPr>
        <p:spPr>
          <a:xfrm>
            <a:off x="10785412" y="3311261"/>
            <a:ext cx="401203" cy="420308"/>
          </a:xfrm>
          <a:custGeom>
            <a:avLst/>
            <a:gdLst>
              <a:gd name="connsiteX0" fmla="*/ 191049 w 401203"/>
              <a:gd name="connsiteY0" fmla="*/ 114630 h 420308"/>
              <a:gd name="connsiteX1" fmla="*/ 133734 w 401203"/>
              <a:gd name="connsiteY1" fmla="*/ 57315 h 420308"/>
              <a:gd name="connsiteX2" fmla="*/ 191049 w 401203"/>
              <a:gd name="connsiteY2" fmla="*/ 0 h 420308"/>
              <a:gd name="connsiteX3" fmla="*/ 248364 w 401203"/>
              <a:gd name="connsiteY3" fmla="*/ 57315 h 420308"/>
              <a:gd name="connsiteX4" fmla="*/ 191049 w 401203"/>
              <a:gd name="connsiteY4" fmla="*/ 114630 h 420308"/>
              <a:gd name="connsiteX5" fmla="*/ 191049 w 401203"/>
              <a:gd name="connsiteY5" fmla="*/ 19105 h 420308"/>
              <a:gd name="connsiteX6" fmla="*/ 152839 w 401203"/>
              <a:gd name="connsiteY6" fmla="*/ 57315 h 420308"/>
              <a:gd name="connsiteX7" fmla="*/ 191049 w 401203"/>
              <a:gd name="connsiteY7" fmla="*/ 95525 h 420308"/>
              <a:gd name="connsiteX8" fmla="*/ 229259 w 401203"/>
              <a:gd name="connsiteY8" fmla="*/ 57315 h 420308"/>
              <a:gd name="connsiteX9" fmla="*/ 191049 w 401203"/>
              <a:gd name="connsiteY9" fmla="*/ 19105 h 420308"/>
              <a:gd name="connsiteX10" fmla="*/ 382098 w 401203"/>
              <a:gd name="connsiteY10" fmla="*/ 420308 h 420308"/>
              <a:gd name="connsiteX11" fmla="*/ 338157 w 401203"/>
              <a:gd name="connsiteY11" fmla="*/ 420308 h 420308"/>
              <a:gd name="connsiteX12" fmla="*/ 326694 w 401203"/>
              <a:gd name="connsiteY12" fmla="*/ 416487 h 420308"/>
              <a:gd name="connsiteX13" fmla="*/ 189139 w 401203"/>
              <a:gd name="connsiteY13" fmla="*/ 315231 h 420308"/>
              <a:gd name="connsiteX14" fmla="*/ 97435 w 401203"/>
              <a:gd name="connsiteY14" fmla="*/ 315231 h 420308"/>
              <a:gd name="connsiteX15" fmla="*/ 105077 w 401203"/>
              <a:gd name="connsiteY15" fmla="*/ 399293 h 420308"/>
              <a:gd name="connsiteX16" fmla="*/ 87883 w 401203"/>
              <a:gd name="connsiteY16" fmla="*/ 420308 h 420308"/>
              <a:gd name="connsiteX17" fmla="*/ 85972 w 401203"/>
              <a:gd name="connsiteY17" fmla="*/ 420308 h 420308"/>
              <a:gd name="connsiteX18" fmla="*/ 38210 w 401203"/>
              <a:gd name="connsiteY18" fmla="*/ 420308 h 420308"/>
              <a:gd name="connsiteX19" fmla="*/ 19105 w 401203"/>
              <a:gd name="connsiteY19" fmla="*/ 401203 h 420308"/>
              <a:gd name="connsiteX20" fmla="*/ 19105 w 401203"/>
              <a:gd name="connsiteY20" fmla="*/ 382098 h 420308"/>
              <a:gd name="connsiteX21" fmla="*/ 36299 w 401203"/>
              <a:gd name="connsiteY21" fmla="*/ 362993 h 420308"/>
              <a:gd name="connsiteX22" fmla="*/ 21015 w 401203"/>
              <a:gd name="connsiteY22" fmla="*/ 271290 h 420308"/>
              <a:gd name="connsiteX23" fmla="*/ 24836 w 401203"/>
              <a:gd name="connsiteY23" fmla="*/ 256006 h 420308"/>
              <a:gd name="connsiteX24" fmla="*/ 40120 w 401203"/>
              <a:gd name="connsiteY24" fmla="*/ 248364 h 420308"/>
              <a:gd name="connsiteX25" fmla="*/ 133734 w 401203"/>
              <a:gd name="connsiteY25" fmla="*/ 248364 h 420308"/>
              <a:gd name="connsiteX26" fmla="*/ 133734 w 401203"/>
              <a:gd name="connsiteY26" fmla="*/ 181497 h 420308"/>
              <a:gd name="connsiteX27" fmla="*/ 19105 w 401203"/>
              <a:gd name="connsiteY27" fmla="*/ 181497 h 420308"/>
              <a:gd name="connsiteX28" fmla="*/ 0 w 401203"/>
              <a:gd name="connsiteY28" fmla="*/ 162392 h 420308"/>
              <a:gd name="connsiteX29" fmla="*/ 0 w 401203"/>
              <a:gd name="connsiteY29" fmla="*/ 143287 h 420308"/>
              <a:gd name="connsiteX30" fmla="*/ 19105 w 401203"/>
              <a:gd name="connsiteY30" fmla="*/ 124182 h 420308"/>
              <a:gd name="connsiteX31" fmla="*/ 362993 w 401203"/>
              <a:gd name="connsiteY31" fmla="*/ 124182 h 420308"/>
              <a:gd name="connsiteX32" fmla="*/ 382098 w 401203"/>
              <a:gd name="connsiteY32" fmla="*/ 143287 h 420308"/>
              <a:gd name="connsiteX33" fmla="*/ 382098 w 401203"/>
              <a:gd name="connsiteY33" fmla="*/ 162392 h 420308"/>
              <a:gd name="connsiteX34" fmla="*/ 362993 w 401203"/>
              <a:gd name="connsiteY34" fmla="*/ 181497 h 420308"/>
              <a:gd name="connsiteX35" fmla="*/ 248364 w 401203"/>
              <a:gd name="connsiteY35" fmla="*/ 181497 h 420308"/>
              <a:gd name="connsiteX36" fmla="*/ 248364 w 401203"/>
              <a:gd name="connsiteY36" fmla="*/ 254095 h 420308"/>
              <a:gd name="connsiteX37" fmla="*/ 357262 w 401203"/>
              <a:gd name="connsiteY37" fmla="*/ 362993 h 420308"/>
              <a:gd name="connsiteX38" fmla="*/ 382098 w 401203"/>
              <a:gd name="connsiteY38" fmla="*/ 362993 h 420308"/>
              <a:gd name="connsiteX39" fmla="*/ 401203 w 401203"/>
              <a:gd name="connsiteY39" fmla="*/ 382098 h 420308"/>
              <a:gd name="connsiteX40" fmla="*/ 401203 w 401203"/>
              <a:gd name="connsiteY40" fmla="*/ 401203 h 420308"/>
              <a:gd name="connsiteX41" fmla="*/ 382098 w 401203"/>
              <a:gd name="connsiteY41" fmla="*/ 420308 h 420308"/>
              <a:gd name="connsiteX42" fmla="*/ 89793 w 401203"/>
              <a:gd name="connsiteY42" fmla="*/ 296126 h 420308"/>
              <a:gd name="connsiteX43" fmla="*/ 189139 w 401203"/>
              <a:gd name="connsiteY43" fmla="*/ 296126 h 420308"/>
              <a:gd name="connsiteX44" fmla="*/ 200602 w 401203"/>
              <a:gd name="connsiteY44" fmla="*/ 299947 h 420308"/>
              <a:gd name="connsiteX45" fmla="*/ 338157 w 401203"/>
              <a:gd name="connsiteY45" fmla="*/ 401203 h 420308"/>
              <a:gd name="connsiteX46" fmla="*/ 382098 w 401203"/>
              <a:gd name="connsiteY46" fmla="*/ 401203 h 420308"/>
              <a:gd name="connsiteX47" fmla="*/ 382098 w 401203"/>
              <a:gd name="connsiteY47" fmla="*/ 382098 h 420308"/>
              <a:gd name="connsiteX48" fmla="*/ 349620 w 401203"/>
              <a:gd name="connsiteY48" fmla="*/ 382098 h 420308"/>
              <a:gd name="connsiteX49" fmla="*/ 234990 w 401203"/>
              <a:gd name="connsiteY49" fmla="*/ 267469 h 420308"/>
              <a:gd name="connsiteX50" fmla="*/ 229259 w 401203"/>
              <a:gd name="connsiteY50" fmla="*/ 254095 h 420308"/>
              <a:gd name="connsiteX51" fmla="*/ 229259 w 401203"/>
              <a:gd name="connsiteY51" fmla="*/ 181497 h 420308"/>
              <a:gd name="connsiteX52" fmla="*/ 248364 w 401203"/>
              <a:gd name="connsiteY52" fmla="*/ 162392 h 420308"/>
              <a:gd name="connsiteX53" fmla="*/ 362993 w 401203"/>
              <a:gd name="connsiteY53" fmla="*/ 162392 h 420308"/>
              <a:gd name="connsiteX54" fmla="*/ 362993 w 401203"/>
              <a:gd name="connsiteY54" fmla="*/ 143287 h 420308"/>
              <a:gd name="connsiteX55" fmla="*/ 19105 w 401203"/>
              <a:gd name="connsiteY55" fmla="*/ 143287 h 420308"/>
              <a:gd name="connsiteX56" fmla="*/ 19105 w 401203"/>
              <a:gd name="connsiteY56" fmla="*/ 162392 h 420308"/>
              <a:gd name="connsiteX57" fmla="*/ 133734 w 401203"/>
              <a:gd name="connsiteY57" fmla="*/ 162392 h 420308"/>
              <a:gd name="connsiteX58" fmla="*/ 152839 w 401203"/>
              <a:gd name="connsiteY58" fmla="*/ 181497 h 420308"/>
              <a:gd name="connsiteX59" fmla="*/ 152839 w 401203"/>
              <a:gd name="connsiteY59" fmla="*/ 248364 h 420308"/>
              <a:gd name="connsiteX60" fmla="*/ 133734 w 401203"/>
              <a:gd name="connsiteY60" fmla="*/ 267469 h 420308"/>
              <a:gd name="connsiteX61" fmla="*/ 40120 w 401203"/>
              <a:gd name="connsiteY61" fmla="*/ 267469 h 420308"/>
              <a:gd name="connsiteX62" fmla="*/ 59225 w 401203"/>
              <a:gd name="connsiteY62" fmla="*/ 382098 h 420308"/>
              <a:gd name="connsiteX63" fmla="*/ 38210 w 401203"/>
              <a:gd name="connsiteY63" fmla="*/ 382098 h 420308"/>
              <a:gd name="connsiteX64" fmla="*/ 38210 w 401203"/>
              <a:gd name="connsiteY64" fmla="*/ 401203 h 420308"/>
              <a:gd name="connsiteX65" fmla="*/ 84062 w 401203"/>
              <a:gd name="connsiteY65" fmla="*/ 401203 h 420308"/>
              <a:gd name="connsiteX66" fmla="*/ 76420 w 401203"/>
              <a:gd name="connsiteY66" fmla="*/ 309500 h 420308"/>
              <a:gd name="connsiteX67" fmla="*/ 80241 w 401203"/>
              <a:gd name="connsiteY67" fmla="*/ 299947 h 420308"/>
              <a:gd name="connsiteX68" fmla="*/ 89793 w 401203"/>
              <a:gd name="connsiteY68" fmla="*/ 296126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1203" h="420308">
                <a:moveTo>
                  <a:pt x="191049" y="114630"/>
                </a:moveTo>
                <a:cubicBezTo>
                  <a:pt x="158571" y="114630"/>
                  <a:pt x="133734" y="89793"/>
                  <a:pt x="133734" y="57315"/>
                </a:cubicBezTo>
                <a:cubicBezTo>
                  <a:pt x="133734" y="24836"/>
                  <a:pt x="158571" y="0"/>
                  <a:pt x="191049" y="0"/>
                </a:cubicBezTo>
                <a:cubicBezTo>
                  <a:pt x="223528" y="0"/>
                  <a:pt x="248364" y="24836"/>
                  <a:pt x="248364" y="57315"/>
                </a:cubicBezTo>
                <a:cubicBezTo>
                  <a:pt x="248364" y="89793"/>
                  <a:pt x="223528" y="114630"/>
                  <a:pt x="191049" y="114630"/>
                </a:cubicBezTo>
                <a:close/>
                <a:moveTo>
                  <a:pt x="191049" y="19105"/>
                </a:moveTo>
                <a:cubicBezTo>
                  <a:pt x="170034" y="19105"/>
                  <a:pt x="152839" y="36299"/>
                  <a:pt x="152839" y="57315"/>
                </a:cubicBezTo>
                <a:cubicBezTo>
                  <a:pt x="152839" y="78330"/>
                  <a:pt x="170034" y="95525"/>
                  <a:pt x="191049" y="95525"/>
                </a:cubicBezTo>
                <a:cubicBezTo>
                  <a:pt x="212065" y="95525"/>
                  <a:pt x="229259" y="78330"/>
                  <a:pt x="229259" y="57315"/>
                </a:cubicBezTo>
                <a:cubicBezTo>
                  <a:pt x="229259" y="36299"/>
                  <a:pt x="212065" y="19105"/>
                  <a:pt x="191049" y="19105"/>
                </a:cubicBezTo>
                <a:close/>
                <a:moveTo>
                  <a:pt x="382098" y="420308"/>
                </a:moveTo>
                <a:lnTo>
                  <a:pt x="338157" y="420308"/>
                </a:lnTo>
                <a:cubicBezTo>
                  <a:pt x="334336" y="420308"/>
                  <a:pt x="330515" y="418398"/>
                  <a:pt x="326694" y="416487"/>
                </a:cubicBezTo>
                <a:lnTo>
                  <a:pt x="189139" y="315231"/>
                </a:lnTo>
                <a:lnTo>
                  <a:pt x="97435" y="315231"/>
                </a:lnTo>
                <a:lnTo>
                  <a:pt x="105077" y="399293"/>
                </a:lnTo>
                <a:cubicBezTo>
                  <a:pt x="105077" y="410756"/>
                  <a:pt x="97435" y="418398"/>
                  <a:pt x="87883" y="420308"/>
                </a:cubicBezTo>
                <a:lnTo>
                  <a:pt x="85972" y="420308"/>
                </a:lnTo>
                <a:lnTo>
                  <a:pt x="38210" y="420308"/>
                </a:lnTo>
                <a:cubicBezTo>
                  <a:pt x="26747" y="420308"/>
                  <a:pt x="19105" y="412666"/>
                  <a:pt x="19105" y="401203"/>
                </a:cubicBezTo>
                <a:lnTo>
                  <a:pt x="19105" y="382098"/>
                </a:lnTo>
                <a:cubicBezTo>
                  <a:pt x="19105" y="372546"/>
                  <a:pt x="26747" y="362993"/>
                  <a:pt x="36299" y="362993"/>
                </a:cubicBezTo>
                <a:lnTo>
                  <a:pt x="21015" y="271290"/>
                </a:lnTo>
                <a:cubicBezTo>
                  <a:pt x="21015" y="265558"/>
                  <a:pt x="21015" y="259827"/>
                  <a:pt x="24836" y="256006"/>
                </a:cubicBezTo>
                <a:cubicBezTo>
                  <a:pt x="28657" y="250274"/>
                  <a:pt x="34389" y="248364"/>
                  <a:pt x="40120" y="248364"/>
                </a:cubicBezTo>
                <a:lnTo>
                  <a:pt x="133734" y="248364"/>
                </a:lnTo>
                <a:lnTo>
                  <a:pt x="133734" y="181497"/>
                </a:lnTo>
                <a:lnTo>
                  <a:pt x="19105" y="181497"/>
                </a:lnTo>
                <a:cubicBezTo>
                  <a:pt x="7642" y="181497"/>
                  <a:pt x="0" y="173855"/>
                  <a:pt x="0" y="162392"/>
                </a:cubicBezTo>
                <a:lnTo>
                  <a:pt x="0" y="143287"/>
                </a:lnTo>
                <a:cubicBezTo>
                  <a:pt x="0" y="131824"/>
                  <a:pt x="7642" y="124182"/>
                  <a:pt x="19105" y="124182"/>
                </a:cubicBezTo>
                <a:lnTo>
                  <a:pt x="362993" y="124182"/>
                </a:lnTo>
                <a:cubicBezTo>
                  <a:pt x="374456" y="124182"/>
                  <a:pt x="382098" y="131824"/>
                  <a:pt x="382098" y="143287"/>
                </a:cubicBezTo>
                <a:lnTo>
                  <a:pt x="382098" y="162392"/>
                </a:lnTo>
                <a:cubicBezTo>
                  <a:pt x="382098" y="173855"/>
                  <a:pt x="374456" y="181497"/>
                  <a:pt x="362993" y="181497"/>
                </a:cubicBezTo>
                <a:lnTo>
                  <a:pt x="248364" y="181497"/>
                </a:lnTo>
                <a:lnTo>
                  <a:pt x="248364" y="254095"/>
                </a:lnTo>
                <a:lnTo>
                  <a:pt x="357262" y="362993"/>
                </a:lnTo>
                <a:lnTo>
                  <a:pt x="382098" y="362993"/>
                </a:lnTo>
                <a:cubicBezTo>
                  <a:pt x="393561" y="362993"/>
                  <a:pt x="401203" y="370635"/>
                  <a:pt x="401203" y="382098"/>
                </a:cubicBezTo>
                <a:lnTo>
                  <a:pt x="401203" y="401203"/>
                </a:lnTo>
                <a:cubicBezTo>
                  <a:pt x="401203" y="412666"/>
                  <a:pt x="393561" y="420308"/>
                  <a:pt x="382098" y="420308"/>
                </a:cubicBezTo>
                <a:close/>
                <a:moveTo>
                  <a:pt x="89793" y="296126"/>
                </a:moveTo>
                <a:lnTo>
                  <a:pt x="189139" y="296126"/>
                </a:lnTo>
                <a:cubicBezTo>
                  <a:pt x="192960" y="296126"/>
                  <a:pt x="196781" y="298037"/>
                  <a:pt x="200602" y="299947"/>
                </a:cubicBezTo>
                <a:lnTo>
                  <a:pt x="338157" y="401203"/>
                </a:lnTo>
                <a:lnTo>
                  <a:pt x="382098" y="401203"/>
                </a:lnTo>
                <a:lnTo>
                  <a:pt x="382098" y="382098"/>
                </a:lnTo>
                <a:lnTo>
                  <a:pt x="349620" y="382098"/>
                </a:lnTo>
                <a:lnTo>
                  <a:pt x="234990" y="267469"/>
                </a:lnTo>
                <a:cubicBezTo>
                  <a:pt x="231170" y="263648"/>
                  <a:pt x="229259" y="259827"/>
                  <a:pt x="229259" y="254095"/>
                </a:cubicBezTo>
                <a:lnTo>
                  <a:pt x="229259" y="181497"/>
                </a:lnTo>
                <a:cubicBezTo>
                  <a:pt x="229259" y="170034"/>
                  <a:pt x="236901" y="162392"/>
                  <a:pt x="248364" y="162392"/>
                </a:cubicBezTo>
                <a:lnTo>
                  <a:pt x="362993" y="162392"/>
                </a:lnTo>
                <a:lnTo>
                  <a:pt x="362993" y="143287"/>
                </a:lnTo>
                <a:lnTo>
                  <a:pt x="19105" y="143287"/>
                </a:lnTo>
                <a:lnTo>
                  <a:pt x="19105" y="162392"/>
                </a:lnTo>
                <a:lnTo>
                  <a:pt x="133734" y="162392"/>
                </a:lnTo>
                <a:cubicBezTo>
                  <a:pt x="145197" y="162392"/>
                  <a:pt x="152839" y="170034"/>
                  <a:pt x="152839" y="181497"/>
                </a:cubicBezTo>
                <a:lnTo>
                  <a:pt x="152839" y="248364"/>
                </a:lnTo>
                <a:cubicBezTo>
                  <a:pt x="152839" y="259827"/>
                  <a:pt x="145197" y="267469"/>
                  <a:pt x="133734" y="267469"/>
                </a:cubicBezTo>
                <a:lnTo>
                  <a:pt x="40120" y="267469"/>
                </a:lnTo>
                <a:lnTo>
                  <a:pt x="59225" y="382098"/>
                </a:lnTo>
                <a:lnTo>
                  <a:pt x="38210" y="382098"/>
                </a:lnTo>
                <a:lnTo>
                  <a:pt x="38210" y="401203"/>
                </a:lnTo>
                <a:lnTo>
                  <a:pt x="84062" y="401203"/>
                </a:lnTo>
                <a:lnTo>
                  <a:pt x="76420" y="309500"/>
                </a:lnTo>
                <a:cubicBezTo>
                  <a:pt x="76420" y="305679"/>
                  <a:pt x="76420" y="301858"/>
                  <a:pt x="80241" y="299947"/>
                </a:cubicBezTo>
                <a:cubicBezTo>
                  <a:pt x="82151" y="298037"/>
                  <a:pt x="85972" y="296126"/>
                  <a:pt x="89793" y="29612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6" name="Graphic 51" descr="Person on a bike icon.">
            <a:extLst>
              <a:ext uri="{FF2B5EF4-FFF2-40B4-BE49-F238E27FC236}">
                <a16:creationId xmlns:a16="http://schemas.microsoft.com/office/drawing/2014/main" id="{BD61C0C6-FA89-4E07-A769-0BB8688E2F1E}"/>
              </a:ext>
            </a:extLst>
          </p:cNvPr>
          <p:cNvSpPr>
            <a:spLocks noChangeAspect="1"/>
          </p:cNvSpPr>
          <p:nvPr/>
        </p:nvSpPr>
        <p:spPr>
          <a:xfrm>
            <a:off x="957688" y="4237169"/>
            <a:ext cx="420624" cy="438912"/>
          </a:xfrm>
          <a:custGeom>
            <a:avLst/>
            <a:gdLst>
              <a:gd name="connsiteX0" fmla="*/ 183515 w 381012"/>
              <a:gd name="connsiteY0" fmla="*/ 87388 h 401985"/>
              <a:gd name="connsiteX1" fmla="*/ 214975 w 381012"/>
              <a:gd name="connsiteY1" fmla="*/ 75154 h 401985"/>
              <a:gd name="connsiteX2" fmla="*/ 227209 w 381012"/>
              <a:gd name="connsiteY2" fmla="*/ 43694 h 401985"/>
              <a:gd name="connsiteX3" fmla="*/ 214975 w 381012"/>
              <a:gd name="connsiteY3" fmla="*/ 12234 h 401985"/>
              <a:gd name="connsiteX4" fmla="*/ 183515 w 381012"/>
              <a:gd name="connsiteY4" fmla="*/ 0 h 401985"/>
              <a:gd name="connsiteX5" fmla="*/ 152055 w 381012"/>
              <a:gd name="connsiteY5" fmla="*/ 12234 h 401985"/>
              <a:gd name="connsiteX6" fmla="*/ 152055 w 381012"/>
              <a:gd name="connsiteY6" fmla="*/ 73406 h 401985"/>
              <a:gd name="connsiteX7" fmla="*/ 183515 w 381012"/>
              <a:gd name="connsiteY7" fmla="*/ 87388 h 401985"/>
              <a:gd name="connsiteX8" fmla="*/ 164290 w 381012"/>
              <a:gd name="connsiteY8" fmla="*/ 24469 h 401985"/>
              <a:gd name="connsiteX9" fmla="*/ 183515 w 381012"/>
              <a:gd name="connsiteY9" fmla="*/ 17478 h 401985"/>
              <a:gd name="connsiteX10" fmla="*/ 183515 w 381012"/>
              <a:gd name="connsiteY10" fmla="*/ 17478 h 401985"/>
              <a:gd name="connsiteX11" fmla="*/ 202740 w 381012"/>
              <a:gd name="connsiteY11" fmla="*/ 24469 h 401985"/>
              <a:gd name="connsiteX12" fmla="*/ 202740 w 381012"/>
              <a:gd name="connsiteY12" fmla="*/ 24469 h 401985"/>
              <a:gd name="connsiteX13" fmla="*/ 202740 w 381012"/>
              <a:gd name="connsiteY13" fmla="*/ 61172 h 401985"/>
              <a:gd name="connsiteX14" fmla="*/ 164290 w 381012"/>
              <a:gd name="connsiteY14" fmla="*/ 61172 h 401985"/>
              <a:gd name="connsiteX15" fmla="*/ 164290 w 381012"/>
              <a:gd name="connsiteY15" fmla="*/ 24469 h 401985"/>
              <a:gd name="connsiteX16" fmla="*/ 69911 w 381012"/>
              <a:gd name="connsiteY16" fmla="*/ 262164 h 401985"/>
              <a:gd name="connsiteX17" fmla="*/ 0 w 381012"/>
              <a:gd name="connsiteY17" fmla="*/ 332075 h 401985"/>
              <a:gd name="connsiteX18" fmla="*/ 69911 w 381012"/>
              <a:gd name="connsiteY18" fmla="*/ 401985 h 401985"/>
              <a:gd name="connsiteX19" fmla="*/ 138073 w 381012"/>
              <a:gd name="connsiteY19" fmla="*/ 340814 h 401985"/>
              <a:gd name="connsiteX20" fmla="*/ 164290 w 381012"/>
              <a:gd name="connsiteY20" fmla="*/ 340814 h 401985"/>
              <a:gd name="connsiteX21" fmla="*/ 174776 w 381012"/>
              <a:gd name="connsiteY21" fmla="*/ 351300 h 401985"/>
              <a:gd name="connsiteX22" fmla="*/ 214975 w 381012"/>
              <a:gd name="connsiteY22" fmla="*/ 365282 h 401985"/>
              <a:gd name="connsiteX23" fmla="*/ 220218 w 381012"/>
              <a:gd name="connsiteY23" fmla="*/ 367030 h 401985"/>
              <a:gd name="connsiteX24" fmla="*/ 227209 w 381012"/>
              <a:gd name="connsiteY24" fmla="*/ 365282 h 401985"/>
              <a:gd name="connsiteX25" fmla="*/ 235948 w 381012"/>
              <a:gd name="connsiteY25" fmla="*/ 354796 h 401985"/>
              <a:gd name="connsiteX26" fmla="*/ 241191 w 381012"/>
              <a:gd name="connsiteY26" fmla="*/ 337318 h 401985"/>
              <a:gd name="connsiteX27" fmla="*/ 241191 w 381012"/>
              <a:gd name="connsiteY27" fmla="*/ 337318 h 401985"/>
              <a:gd name="connsiteX28" fmla="*/ 241191 w 381012"/>
              <a:gd name="connsiteY28" fmla="*/ 332075 h 401985"/>
              <a:gd name="connsiteX29" fmla="*/ 311102 w 381012"/>
              <a:gd name="connsiteY29" fmla="*/ 401985 h 401985"/>
              <a:gd name="connsiteX30" fmla="*/ 381012 w 381012"/>
              <a:gd name="connsiteY30" fmla="*/ 332075 h 401985"/>
              <a:gd name="connsiteX31" fmla="*/ 311102 w 381012"/>
              <a:gd name="connsiteY31" fmla="*/ 262164 h 401985"/>
              <a:gd name="connsiteX32" fmla="*/ 309354 w 381012"/>
              <a:gd name="connsiteY32" fmla="*/ 262164 h 401985"/>
              <a:gd name="connsiteX33" fmla="*/ 297120 w 381012"/>
              <a:gd name="connsiteY33" fmla="*/ 174776 h 401985"/>
              <a:gd name="connsiteX34" fmla="*/ 314597 w 381012"/>
              <a:gd name="connsiteY34" fmla="*/ 174776 h 401985"/>
              <a:gd name="connsiteX35" fmla="*/ 314597 w 381012"/>
              <a:gd name="connsiteY35" fmla="*/ 157299 h 401985"/>
              <a:gd name="connsiteX36" fmla="*/ 297120 w 381012"/>
              <a:gd name="connsiteY36" fmla="*/ 157299 h 401985"/>
              <a:gd name="connsiteX37" fmla="*/ 286633 w 381012"/>
              <a:gd name="connsiteY37" fmla="*/ 136325 h 401985"/>
              <a:gd name="connsiteX38" fmla="*/ 181767 w 381012"/>
              <a:gd name="connsiteY38" fmla="*/ 97875 h 401985"/>
              <a:gd name="connsiteX39" fmla="*/ 148560 w 381012"/>
              <a:gd name="connsiteY39" fmla="*/ 99622 h 401985"/>
              <a:gd name="connsiteX40" fmla="*/ 125839 w 381012"/>
              <a:gd name="connsiteY40" fmla="*/ 125839 h 401985"/>
              <a:gd name="connsiteX41" fmla="*/ 108361 w 381012"/>
              <a:gd name="connsiteY41" fmla="*/ 174776 h 401985"/>
              <a:gd name="connsiteX42" fmla="*/ 110109 w 381012"/>
              <a:gd name="connsiteY42" fmla="*/ 209732 h 401985"/>
              <a:gd name="connsiteX43" fmla="*/ 96127 w 381012"/>
              <a:gd name="connsiteY43" fmla="*/ 209732 h 401985"/>
              <a:gd name="connsiteX44" fmla="*/ 96127 w 381012"/>
              <a:gd name="connsiteY44" fmla="*/ 227209 h 401985"/>
              <a:gd name="connsiteX45" fmla="*/ 108361 w 381012"/>
              <a:gd name="connsiteY45" fmla="*/ 227209 h 401985"/>
              <a:gd name="connsiteX46" fmla="*/ 90884 w 381012"/>
              <a:gd name="connsiteY46" fmla="*/ 265660 h 401985"/>
              <a:gd name="connsiteX47" fmla="*/ 69911 w 381012"/>
              <a:gd name="connsiteY47" fmla="*/ 262164 h 401985"/>
              <a:gd name="connsiteX48" fmla="*/ 69911 w 381012"/>
              <a:gd name="connsiteY48" fmla="*/ 384508 h 401985"/>
              <a:gd name="connsiteX49" fmla="*/ 17478 w 381012"/>
              <a:gd name="connsiteY49" fmla="*/ 332075 h 401985"/>
              <a:gd name="connsiteX50" fmla="*/ 69911 w 381012"/>
              <a:gd name="connsiteY50" fmla="*/ 279642 h 401985"/>
              <a:gd name="connsiteX51" fmla="*/ 122343 w 381012"/>
              <a:gd name="connsiteY51" fmla="*/ 332075 h 401985"/>
              <a:gd name="connsiteX52" fmla="*/ 69911 w 381012"/>
              <a:gd name="connsiteY52" fmla="*/ 384508 h 401985"/>
              <a:gd name="connsiteX53" fmla="*/ 312849 w 381012"/>
              <a:gd name="connsiteY53" fmla="*/ 279642 h 401985"/>
              <a:gd name="connsiteX54" fmla="*/ 365282 w 381012"/>
              <a:gd name="connsiteY54" fmla="*/ 332075 h 401985"/>
              <a:gd name="connsiteX55" fmla="*/ 311102 w 381012"/>
              <a:gd name="connsiteY55" fmla="*/ 384508 h 401985"/>
              <a:gd name="connsiteX56" fmla="*/ 260417 w 381012"/>
              <a:gd name="connsiteY56" fmla="*/ 332075 h 401985"/>
              <a:gd name="connsiteX57" fmla="*/ 312849 w 381012"/>
              <a:gd name="connsiteY57" fmla="*/ 279642 h 401985"/>
              <a:gd name="connsiteX58" fmla="*/ 295372 w 381012"/>
              <a:gd name="connsiteY58" fmla="*/ 265660 h 401985"/>
              <a:gd name="connsiteX59" fmla="*/ 244687 w 381012"/>
              <a:gd name="connsiteY59" fmla="*/ 330327 h 401985"/>
              <a:gd name="connsiteX60" fmla="*/ 234200 w 381012"/>
              <a:gd name="connsiteY60" fmla="*/ 314597 h 401985"/>
              <a:gd name="connsiteX61" fmla="*/ 234200 w 381012"/>
              <a:gd name="connsiteY61" fmla="*/ 314597 h 401985"/>
              <a:gd name="connsiteX62" fmla="*/ 262164 w 381012"/>
              <a:gd name="connsiteY62" fmla="*/ 230705 h 401985"/>
              <a:gd name="connsiteX63" fmla="*/ 262164 w 381012"/>
              <a:gd name="connsiteY63" fmla="*/ 225461 h 401985"/>
              <a:gd name="connsiteX64" fmla="*/ 288381 w 381012"/>
              <a:gd name="connsiteY64" fmla="*/ 225461 h 401985"/>
              <a:gd name="connsiteX65" fmla="*/ 295372 w 381012"/>
              <a:gd name="connsiteY65" fmla="*/ 265660 h 401985"/>
              <a:gd name="connsiteX66" fmla="*/ 284885 w 381012"/>
              <a:gd name="connsiteY66" fmla="*/ 209732 h 401985"/>
              <a:gd name="connsiteX67" fmla="*/ 251678 w 381012"/>
              <a:gd name="connsiteY67" fmla="*/ 209732 h 401985"/>
              <a:gd name="connsiteX68" fmla="*/ 249930 w 381012"/>
              <a:gd name="connsiteY68" fmla="*/ 209732 h 401985"/>
              <a:gd name="connsiteX69" fmla="*/ 200993 w 381012"/>
              <a:gd name="connsiteY69" fmla="*/ 192254 h 401985"/>
              <a:gd name="connsiteX70" fmla="*/ 209732 w 381012"/>
              <a:gd name="connsiteY70" fmla="*/ 167785 h 401985"/>
              <a:gd name="connsiteX71" fmla="*/ 281390 w 381012"/>
              <a:gd name="connsiteY71" fmla="*/ 192254 h 401985"/>
              <a:gd name="connsiteX72" fmla="*/ 284885 w 381012"/>
              <a:gd name="connsiteY72" fmla="*/ 209732 h 401985"/>
              <a:gd name="connsiteX73" fmla="*/ 124091 w 381012"/>
              <a:gd name="connsiteY73" fmla="*/ 180020 h 401985"/>
              <a:gd name="connsiteX74" fmla="*/ 139821 w 381012"/>
              <a:gd name="connsiteY74" fmla="*/ 132830 h 401985"/>
              <a:gd name="connsiteX75" fmla="*/ 153803 w 381012"/>
              <a:gd name="connsiteY75" fmla="*/ 113605 h 401985"/>
              <a:gd name="connsiteX76" fmla="*/ 173028 w 381012"/>
              <a:gd name="connsiteY76" fmla="*/ 111857 h 401985"/>
              <a:gd name="connsiteX77" fmla="*/ 277894 w 381012"/>
              <a:gd name="connsiteY77" fmla="*/ 150308 h 401985"/>
              <a:gd name="connsiteX78" fmla="*/ 272651 w 381012"/>
              <a:gd name="connsiteY78" fmla="*/ 171281 h 401985"/>
              <a:gd name="connsiteX79" fmla="*/ 200993 w 381012"/>
              <a:gd name="connsiteY79" fmla="*/ 143317 h 401985"/>
              <a:gd name="connsiteX80" fmla="*/ 181767 w 381012"/>
              <a:gd name="connsiteY80" fmla="*/ 200993 h 401985"/>
              <a:gd name="connsiteX81" fmla="*/ 246435 w 381012"/>
              <a:gd name="connsiteY81" fmla="*/ 225461 h 401985"/>
              <a:gd name="connsiteX82" fmla="*/ 213227 w 381012"/>
              <a:gd name="connsiteY82" fmla="*/ 325084 h 401985"/>
              <a:gd name="connsiteX83" fmla="*/ 227209 w 381012"/>
              <a:gd name="connsiteY83" fmla="*/ 332075 h 401985"/>
              <a:gd name="connsiteX84" fmla="*/ 227209 w 381012"/>
              <a:gd name="connsiteY84" fmla="*/ 332075 h 401985"/>
              <a:gd name="connsiteX85" fmla="*/ 221966 w 381012"/>
              <a:gd name="connsiteY85" fmla="*/ 349553 h 401985"/>
              <a:gd name="connsiteX86" fmla="*/ 183515 w 381012"/>
              <a:gd name="connsiteY86" fmla="*/ 335570 h 401985"/>
              <a:gd name="connsiteX87" fmla="*/ 183515 w 381012"/>
              <a:gd name="connsiteY87" fmla="*/ 328579 h 401985"/>
              <a:gd name="connsiteX88" fmla="*/ 213227 w 381012"/>
              <a:gd name="connsiteY88" fmla="*/ 242939 h 401985"/>
              <a:gd name="connsiteX89" fmla="*/ 139821 w 381012"/>
              <a:gd name="connsiteY89" fmla="*/ 216723 h 401985"/>
              <a:gd name="connsiteX90" fmla="*/ 131082 w 381012"/>
              <a:gd name="connsiteY90" fmla="*/ 209732 h 401985"/>
              <a:gd name="connsiteX91" fmla="*/ 131082 w 381012"/>
              <a:gd name="connsiteY91" fmla="*/ 209732 h 401985"/>
              <a:gd name="connsiteX92" fmla="*/ 131082 w 381012"/>
              <a:gd name="connsiteY92" fmla="*/ 209732 h 401985"/>
              <a:gd name="connsiteX93" fmla="*/ 124091 w 381012"/>
              <a:gd name="connsiteY93" fmla="*/ 180020 h 401985"/>
              <a:gd name="connsiteX94" fmla="*/ 127587 w 381012"/>
              <a:gd name="connsiteY94" fmla="*/ 228957 h 401985"/>
              <a:gd name="connsiteX95" fmla="*/ 134578 w 381012"/>
              <a:gd name="connsiteY95" fmla="*/ 232452 h 401985"/>
              <a:gd name="connsiteX96" fmla="*/ 190506 w 381012"/>
              <a:gd name="connsiteY96" fmla="*/ 253426 h 401985"/>
              <a:gd name="connsiteX97" fmla="*/ 166037 w 381012"/>
              <a:gd name="connsiteY97" fmla="*/ 323336 h 401985"/>
              <a:gd name="connsiteX98" fmla="*/ 139821 w 381012"/>
              <a:gd name="connsiteY98" fmla="*/ 323336 h 401985"/>
              <a:gd name="connsiteX99" fmla="*/ 106614 w 381012"/>
              <a:gd name="connsiteY99" fmla="*/ 274399 h 401985"/>
              <a:gd name="connsiteX100" fmla="*/ 127587 w 381012"/>
              <a:gd name="connsiteY100" fmla="*/ 228957 h 40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81012" h="401985">
                <a:moveTo>
                  <a:pt x="183515" y="87388"/>
                </a:moveTo>
                <a:cubicBezTo>
                  <a:pt x="195749" y="87388"/>
                  <a:pt x="206236" y="82145"/>
                  <a:pt x="214975" y="75154"/>
                </a:cubicBezTo>
                <a:cubicBezTo>
                  <a:pt x="221966" y="66415"/>
                  <a:pt x="227209" y="55928"/>
                  <a:pt x="227209" y="43694"/>
                </a:cubicBezTo>
                <a:cubicBezTo>
                  <a:pt x="227209" y="31460"/>
                  <a:pt x="221966" y="20973"/>
                  <a:pt x="214975" y="12234"/>
                </a:cubicBezTo>
                <a:cubicBezTo>
                  <a:pt x="206236" y="5243"/>
                  <a:pt x="195749" y="0"/>
                  <a:pt x="183515" y="0"/>
                </a:cubicBezTo>
                <a:cubicBezTo>
                  <a:pt x="171281" y="0"/>
                  <a:pt x="160794" y="5243"/>
                  <a:pt x="152055" y="12234"/>
                </a:cubicBezTo>
                <a:cubicBezTo>
                  <a:pt x="134578" y="29712"/>
                  <a:pt x="134578" y="57676"/>
                  <a:pt x="152055" y="73406"/>
                </a:cubicBezTo>
                <a:cubicBezTo>
                  <a:pt x="160794" y="82145"/>
                  <a:pt x="171281" y="87388"/>
                  <a:pt x="183515" y="87388"/>
                </a:cubicBezTo>
                <a:close/>
                <a:moveTo>
                  <a:pt x="164290" y="24469"/>
                </a:moveTo>
                <a:cubicBezTo>
                  <a:pt x="169533" y="20973"/>
                  <a:pt x="176524" y="17478"/>
                  <a:pt x="183515" y="17478"/>
                </a:cubicBezTo>
                <a:lnTo>
                  <a:pt x="183515" y="17478"/>
                </a:lnTo>
                <a:cubicBezTo>
                  <a:pt x="190506" y="17478"/>
                  <a:pt x="197497" y="20973"/>
                  <a:pt x="202740" y="24469"/>
                </a:cubicBezTo>
                <a:lnTo>
                  <a:pt x="202740" y="24469"/>
                </a:lnTo>
                <a:cubicBezTo>
                  <a:pt x="213227" y="34955"/>
                  <a:pt x="213227" y="50685"/>
                  <a:pt x="202740" y="61172"/>
                </a:cubicBezTo>
                <a:cubicBezTo>
                  <a:pt x="192254" y="71658"/>
                  <a:pt x="174776" y="71658"/>
                  <a:pt x="164290" y="61172"/>
                </a:cubicBezTo>
                <a:cubicBezTo>
                  <a:pt x="155551" y="50685"/>
                  <a:pt x="155551" y="34955"/>
                  <a:pt x="164290" y="24469"/>
                </a:cubicBezTo>
                <a:close/>
                <a:moveTo>
                  <a:pt x="69911" y="262164"/>
                </a:moveTo>
                <a:cubicBezTo>
                  <a:pt x="31460" y="262164"/>
                  <a:pt x="0" y="293624"/>
                  <a:pt x="0" y="332075"/>
                </a:cubicBezTo>
                <a:cubicBezTo>
                  <a:pt x="0" y="370526"/>
                  <a:pt x="31460" y="401985"/>
                  <a:pt x="69911" y="401985"/>
                </a:cubicBezTo>
                <a:cubicBezTo>
                  <a:pt x="104866" y="401985"/>
                  <a:pt x="134578" y="375769"/>
                  <a:pt x="138073" y="340814"/>
                </a:cubicBezTo>
                <a:lnTo>
                  <a:pt x="164290" y="340814"/>
                </a:lnTo>
                <a:cubicBezTo>
                  <a:pt x="166037" y="346057"/>
                  <a:pt x="169533" y="349553"/>
                  <a:pt x="174776" y="351300"/>
                </a:cubicBezTo>
                <a:lnTo>
                  <a:pt x="214975" y="365282"/>
                </a:lnTo>
                <a:cubicBezTo>
                  <a:pt x="216723" y="365282"/>
                  <a:pt x="218470" y="367030"/>
                  <a:pt x="220218" y="367030"/>
                </a:cubicBezTo>
                <a:cubicBezTo>
                  <a:pt x="221966" y="367030"/>
                  <a:pt x="225461" y="367030"/>
                  <a:pt x="227209" y="365282"/>
                </a:cubicBezTo>
                <a:cubicBezTo>
                  <a:pt x="230705" y="363535"/>
                  <a:pt x="234200" y="360039"/>
                  <a:pt x="235948" y="354796"/>
                </a:cubicBezTo>
                <a:lnTo>
                  <a:pt x="241191" y="337318"/>
                </a:lnTo>
                <a:lnTo>
                  <a:pt x="241191" y="337318"/>
                </a:lnTo>
                <a:cubicBezTo>
                  <a:pt x="241191" y="335570"/>
                  <a:pt x="241191" y="333823"/>
                  <a:pt x="241191" y="332075"/>
                </a:cubicBezTo>
                <a:cubicBezTo>
                  <a:pt x="241191" y="370526"/>
                  <a:pt x="272651" y="401985"/>
                  <a:pt x="311102" y="401985"/>
                </a:cubicBezTo>
                <a:cubicBezTo>
                  <a:pt x="349553" y="401985"/>
                  <a:pt x="381012" y="370526"/>
                  <a:pt x="381012" y="332075"/>
                </a:cubicBezTo>
                <a:cubicBezTo>
                  <a:pt x="381012" y="293624"/>
                  <a:pt x="349553" y="262164"/>
                  <a:pt x="311102" y="262164"/>
                </a:cubicBezTo>
                <a:lnTo>
                  <a:pt x="309354" y="262164"/>
                </a:lnTo>
                <a:lnTo>
                  <a:pt x="297120" y="174776"/>
                </a:lnTo>
                <a:lnTo>
                  <a:pt x="314597" y="174776"/>
                </a:lnTo>
                <a:lnTo>
                  <a:pt x="314597" y="157299"/>
                </a:lnTo>
                <a:lnTo>
                  <a:pt x="297120" y="157299"/>
                </a:lnTo>
                <a:cubicBezTo>
                  <a:pt x="298867" y="148560"/>
                  <a:pt x="295372" y="139821"/>
                  <a:pt x="286633" y="136325"/>
                </a:cubicBezTo>
                <a:lnTo>
                  <a:pt x="181767" y="97875"/>
                </a:lnTo>
                <a:cubicBezTo>
                  <a:pt x="171281" y="94379"/>
                  <a:pt x="159046" y="94379"/>
                  <a:pt x="148560" y="99622"/>
                </a:cubicBezTo>
                <a:cubicBezTo>
                  <a:pt x="138073" y="104866"/>
                  <a:pt x="129334" y="115352"/>
                  <a:pt x="125839" y="125839"/>
                </a:cubicBezTo>
                <a:lnTo>
                  <a:pt x="108361" y="174776"/>
                </a:lnTo>
                <a:cubicBezTo>
                  <a:pt x="104866" y="187011"/>
                  <a:pt x="104866" y="199245"/>
                  <a:pt x="110109" y="209732"/>
                </a:cubicBezTo>
                <a:lnTo>
                  <a:pt x="96127" y="209732"/>
                </a:lnTo>
                <a:lnTo>
                  <a:pt x="96127" y="227209"/>
                </a:lnTo>
                <a:lnTo>
                  <a:pt x="108361" y="227209"/>
                </a:lnTo>
                <a:lnTo>
                  <a:pt x="90884" y="265660"/>
                </a:lnTo>
                <a:cubicBezTo>
                  <a:pt x="83893" y="263912"/>
                  <a:pt x="76902" y="262164"/>
                  <a:pt x="69911" y="262164"/>
                </a:cubicBezTo>
                <a:close/>
                <a:moveTo>
                  <a:pt x="69911" y="384508"/>
                </a:moveTo>
                <a:cubicBezTo>
                  <a:pt x="40199" y="384508"/>
                  <a:pt x="17478" y="361787"/>
                  <a:pt x="17478" y="332075"/>
                </a:cubicBezTo>
                <a:cubicBezTo>
                  <a:pt x="17478" y="302363"/>
                  <a:pt x="40199" y="279642"/>
                  <a:pt x="69911" y="279642"/>
                </a:cubicBezTo>
                <a:cubicBezTo>
                  <a:pt x="99622" y="279642"/>
                  <a:pt x="122343" y="302363"/>
                  <a:pt x="122343" y="332075"/>
                </a:cubicBezTo>
                <a:cubicBezTo>
                  <a:pt x="122343" y="361787"/>
                  <a:pt x="99622" y="384508"/>
                  <a:pt x="69911" y="384508"/>
                </a:cubicBezTo>
                <a:close/>
                <a:moveTo>
                  <a:pt x="312849" y="279642"/>
                </a:moveTo>
                <a:cubicBezTo>
                  <a:pt x="342561" y="279642"/>
                  <a:pt x="365282" y="302363"/>
                  <a:pt x="365282" y="332075"/>
                </a:cubicBezTo>
                <a:cubicBezTo>
                  <a:pt x="365282" y="361787"/>
                  <a:pt x="340814" y="384508"/>
                  <a:pt x="311102" y="384508"/>
                </a:cubicBezTo>
                <a:cubicBezTo>
                  <a:pt x="281390" y="384508"/>
                  <a:pt x="260417" y="361787"/>
                  <a:pt x="260417" y="332075"/>
                </a:cubicBezTo>
                <a:cubicBezTo>
                  <a:pt x="260417" y="302363"/>
                  <a:pt x="283138" y="279642"/>
                  <a:pt x="312849" y="279642"/>
                </a:cubicBezTo>
                <a:close/>
                <a:moveTo>
                  <a:pt x="295372" y="265660"/>
                </a:moveTo>
                <a:cubicBezTo>
                  <a:pt x="265660" y="274399"/>
                  <a:pt x="246435" y="300615"/>
                  <a:pt x="244687" y="330327"/>
                </a:cubicBezTo>
                <a:cubicBezTo>
                  <a:pt x="244687" y="323336"/>
                  <a:pt x="239443" y="318093"/>
                  <a:pt x="234200" y="314597"/>
                </a:cubicBezTo>
                <a:lnTo>
                  <a:pt x="234200" y="314597"/>
                </a:lnTo>
                <a:lnTo>
                  <a:pt x="262164" y="230705"/>
                </a:lnTo>
                <a:cubicBezTo>
                  <a:pt x="262164" y="228957"/>
                  <a:pt x="262164" y="227209"/>
                  <a:pt x="262164" y="225461"/>
                </a:cubicBezTo>
                <a:lnTo>
                  <a:pt x="288381" y="225461"/>
                </a:lnTo>
                <a:lnTo>
                  <a:pt x="295372" y="265660"/>
                </a:lnTo>
                <a:close/>
                <a:moveTo>
                  <a:pt x="284885" y="209732"/>
                </a:moveTo>
                <a:lnTo>
                  <a:pt x="251678" y="209732"/>
                </a:lnTo>
                <a:lnTo>
                  <a:pt x="249930" y="209732"/>
                </a:lnTo>
                <a:lnTo>
                  <a:pt x="200993" y="192254"/>
                </a:lnTo>
                <a:lnTo>
                  <a:pt x="209732" y="167785"/>
                </a:lnTo>
                <a:lnTo>
                  <a:pt x="281390" y="192254"/>
                </a:lnTo>
                <a:lnTo>
                  <a:pt x="284885" y="209732"/>
                </a:lnTo>
                <a:close/>
                <a:moveTo>
                  <a:pt x="124091" y="180020"/>
                </a:moveTo>
                <a:lnTo>
                  <a:pt x="139821" y="132830"/>
                </a:lnTo>
                <a:cubicBezTo>
                  <a:pt x="141569" y="125839"/>
                  <a:pt x="146812" y="117100"/>
                  <a:pt x="153803" y="113605"/>
                </a:cubicBezTo>
                <a:cubicBezTo>
                  <a:pt x="160794" y="110109"/>
                  <a:pt x="164290" y="110109"/>
                  <a:pt x="173028" y="111857"/>
                </a:cubicBezTo>
                <a:lnTo>
                  <a:pt x="277894" y="150308"/>
                </a:lnTo>
                <a:lnTo>
                  <a:pt x="272651" y="171281"/>
                </a:lnTo>
                <a:lnTo>
                  <a:pt x="200993" y="143317"/>
                </a:lnTo>
                <a:lnTo>
                  <a:pt x="181767" y="200993"/>
                </a:lnTo>
                <a:lnTo>
                  <a:pt x="246435" y="225461"/>
                </a:lnTo>
                <a:lnTo>
                  <a:pt x="213227" y="325084"/>
                </a:lnTo>
                <a:lnTo>
                  <a:pt x="227209" y="332075"/>
                </a:lnTo>
                <a:lnTo>
                  <a:pt x="227209" y="332075"/>
                </a:lnTo>
                <a:lnTo>
                  <a:pt x="221966" y="349553"/>
                </a:lnTo>
                <a:lnTo>
                  <a:pt x="183515" y="335570"/>
                </a:lnTo>
                <a:lnTo>
                  <a:pt x="183515" y="328579"/>
                </a:lnTo>
                <a:lnTo>
                  <a:pt x="213227" y="242939"/>
                </a:lnTo>
                <a:lnTo>
                  <a:pt x="139821" y="216723"/>
                </a:lnTo>
                <a:cubicBezTo>
                  <a:pt x="136325" y="214975"/>
                  <a:pt x="132830" y="213227"/>
                  <a:pt x="131082" y="209732"/>
                </a:cubicBezTo>
                <a:lnTo>
                  <a:pt x="131082" y="209732"/>
                </a:lnTo>
                <a:lnTo>
                  <a:pt x="131082" y="209732"/>
                </a:lnTo>
                <a:cubicBezTo>
                  <a:pt x="122343" y="202740"/>
                  <a:pt x="120596" y="190506"/>
                  <a:pt x="124091" y="180020"/>
                </a:cubicBezTo>
                <a:close/>
                <a:moveTo>
                  <a:pt x="127587" y="228957"/>
                </a:moveTo>
                <a:cubicBezTo>
                  <a:pt x="129334" y="230705"/>
                  <a:pt x="132830" y="232452"/>
                  <a:pt x="134578" y="232452"/>
                </a:cubicBezTo>
                <a:lnTo>
                  <a:pt x="190506" y="253426"/>
                </a:lnTo>
                <a:lnTo>
                  <a:pt x="166037" y="323336"/>
                </a:lnTo>
                <a:lnTo>
                  <a:pt x="139821" y="323336"/>
                </a:lnTo>
                <a:cubicBezTo>
                  <a:pt x="136325" y="302363"/>
                  <a:pt x="124091" y="284885"/>
                  <a:pt x="106614" y="274399"/>
                </a:cubicBezTo>
                <a:lnTo>
                  <a:pt x="127587" y="228957"/>
                </a:lnTo>
                <a:close/>
              </a:path>
            </a:pathLst>
          </a:custGeom>
          <a:solidFill>
            <a:srgbClr val="0B315E"/>
          </a:solidFill>
          <a:ln w="174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5" descr="Hiker icon.">
            <a:extLst>
              <a:ext uri="{FF2B5EF4-FFF2-40B4-BE49-F238E27FC236}">
                <a16:creationId xmlns:a16="http://schemas.microsoft.com/office/drawing/2014/main" id="{947B8CCE-0941-4D4E-9465-5CE3DD26C264}"/>
              </a:ext>
            </a:extLst>
          </p:cNvPr>
          <p:cNvSpPr>
            <a:spLocks noChangeAspect="1"/>
          </p:cNvSpPr>
          <p:nvPr/>
        </p:nvSpPr>
        <p:spPr>
          <a:xfrm>
            <a:off x="2261288" y="4217563"/>
            <a:ext cx="284216" cy="458518"/>
          </a:xfrm>
          <a:custGeom>
            <a:avLst/>
            <a:gdLst>
              <a:gd name="connsiteX0" fmla="*/ 171498 w 284216"/>
              <a:gd name="connsiteY0" fmla="*/ 114630 h 458518"/>
              <a:gd name="connsiteX1" fmla="*/ 228813 w 284216"/>
              <a:gd name="connsiteY1" fmla="*/ 57315 h 458518"/>
              <a:gd name="connsiteX2" fmla="*/ 171498 w 284216"/>
              <a:gd name="connsiteY2" fmla="*/ 0 h 458518"/>
              <a:gd name="connsiteX3" fmla="*/ 114183 w 284216"/>
              <a:gd name="connsiteY3" fmla="*/ 57315 h 458518"/>
              <a:gd name="connsiteX4" fmla="*/ 171498 w 284216"/>
              <a:gd name="connsiteY4" fmla="*/ 114630 h 458518"/>
              <a:gd name="connsiteX5" fmla="*/ 171498 w 284216"/>
              <a:gd name="connsiteY5" fmla="*/ 19105 h 458518"/>
              <a:gd name="connsiteX6" fmla="*/ 209708 w 284216"/>
              <a:gd name="connsiteY6" fmla="*/ 57315 h 458518"/>
              <a:gd name="connsiteX7" fmla="*/ 171498 w 284216"/>
              <a:gd name="connsiteY7" fmla="*/ 95525 h 458518"/>
              <a:gd name="connsiteX8" fmla="*/ 133288 w 284216"/>
              <a:gd name="connsiteY8" fmla="*/ 57315 h 458518"/>
              <a:gd name="connsiteX9" fmla="*/ 171498 w 284216"/>
              <a:gd name="connsiteY9" fmla="*/ 19105 h 458518"/>
              <a:gd name="connsiteX10" fmla="*/ 284217 w 284216"/>
              <a:gd name="connsiteY10" fmla="*/ 238811 h 458518"/>
              <a:gd name="connsiteX11" fmla="*/ 278486 w 284216"/>
              <a:gd name="connsiteY11" fmla="*/ 225438 h 458518"/>
              <a:gd name="connsiteX12" fmla="*/ 267023 w 284216"/>
              <a:gd name="connsiteY12" fmla="*/ 213975 h 458518"/>
              <a:gd name="connsiteX13" fmla="*/ 267023 w 284216"/>
              <a:gd name="connsiteY13" fmla="*/ 152839 h 458518"/>
              <a:gd name="connsiteX14" fmla="*/ 247918 w 284216"/>
              <a:gd name="connsiteY14" fmla="*/ 152839 h 458518"/>
              <a:gd name="connsiteX15" fmla="*/ 247918 w 284216"/>
              <a:gd name="connsiteY15" fmla="*/ 194870 h 458518"/>
              <a:gd name="connsiteX16" fmla="*/ 190603 w 284216"/>
              <a:gd name="connsiteY16" fmla="*/ 139466 h 458518"/>
              <a:gd name="connsiteX17" fmla="*/ 156214 w 284216"/>
              <a:gd name="connsiteY17" fmla="*/ 126092 h 458518"/>
              <a:gd name="connsiteX18" fmla="*/ 142841 w 284216"/>
              <a:gd name="connsiteY18" fmla="*/ 126092 h 458518"/>
              <a:gd name="connsiteX19" fmla="*/ 119915 w 284216"/>
              <a:gd name="connsiteY19" fmla="*/ 131824 h 458518"/>
              <a:gd name="connsiteX20" fmla="*/ 95078 w 284216"/>
              <a:gd name="connsiteY20" fmla="*/ 118450 h 458518"/>
              <a:gd name="connsiteX21" fmla="*/ 56868 w 284216"/>
              <a:gd name="connsiteY21" fmla="*/ 118450 h 458518"/>
              <a:gd name="connsiteX22" fmla="*/ 28211 w 284216"/>
              <a:gd name="connsiteY22" fmla="*/ 145197 h 458518"/>
              <a:gd name="connsiteX23" fmla="*/ 1464 w 284216"/>
              <a:gd name="connsiteY23" fmla="*/ 206333 h 458518"/>
              <a:gd name="connsiteX24" fmla="*/ 11017 w 284216"/>
              <a:gd name="connsiteY24" fmla="*/ 231170 h 458518"/>
              <a:gd name="connsiteX25" fmla="*/ 58779 w 284216"/>
              <a:gd name="connsiteY25" fmla="*/ 252185 h 458518"/>
              <a:gd name="connsiteX26" fmla="*/ 58779 w 284216"/>
              <a:gd name="connsiteY26" fmla="*/ 277021 h 458518"/>
              <a:gd name="connsiteX27" fmla="*/ 11017 w 284216"/>
              <a:gd name="connsiteY27" fmla="*/ 431771 h 458518"/>
              <a:gd name="connsiteX28" fmla="*/ 24390 w 284216"/>
              <a:gd name="connsiteY28" fmla="*/ 454697 h 458518"/>
              <a:gd name="connsiteX29" fmla="*/ 30122 w 284216"/>
              <a:gd name="connsiteY29" fmla="*/ 454697 h 458518"/>
              <a:gd name="connsiteX30" fmla="*/ 87436 w 284216"/>
              <a:gd name="connsiteY30" fmla="*/ 454697 h 458518"/>
              <a:gd name="connsiteX31" fmla="*/ 106541 w 284216"/>
              <a:gd name="connsiteY31" fmla="*/ 435592 h 458518"/>
              <a:gd name="connsiteX32" fmla="*/ 106541 w 284216"/>
              <a:gd name="connsiteY32" fmla="*/ 416487 h 458518"/>
              <a:gd name="connsiteX33" fmla="*/ 91257 w 284216"/>
              <a:gd name="connsiteY33" fmla="*/ 397382 h 458518"/>
              <a:gd name="connsiteX34" fmla="*/ 106541 w 284216"/>
              <a:gd name="connsiteY34" fmla="*/ 355351 h 458518"/>
              <a:gd name="connsiteX35" fmla="*/ 152393 w 284216"/>
              <a:gd name="connsiteY35" fmla="*/ 443234 h 458518"/>
              <a:gd name="connsiteX36" fmla="*/ 167677 w 284216"/>
              <a:gd name="connsiteY36" fmla="*/ 452787 h 458518"/>
              <a:gd name="connsiteX37" fmla="*/ 209708 w 284216"/>
              <a:gd name="connsiteY37" fmla="*/ 452787 h 458518"/>
              <a:gd name="connsiteX38" fmla="*/ 228813 w 284216"/>
              <a:gd name="connsiteY38" fmla="*/ 433682 h 458518"/>
              <a:gd name="connsiteX39" fmla="*/ 228813 w 284216"/>
              <a:gd name="connsiteY39" fmla="*/ 414577 h 458518"/>
              <a:gd name="connsiteX40" fmla="*/ 209708 w 284216"/>
              <a:gd name="connsiteY40" fmla="*/ 395472 h 458518"/>
              <a:gd name="connsiteX41" fmla="*/ 198245 w 284216"/>
              <a:gd name="connsiteY41" fmla="*/ 395472 h 458518"/>
              <a:gd name="connsiteX42" fmla="*/ 156214 w 284216"/>
              <a:gd name="connsiteY42" fmla="*/ 280842 h 458518"/>
              <a:gd name="connsiteX43" fmla="*/ 179140 w 284216"/>
              <a:gd name="connsiteY43" fmla="*/ 212065 h 458518"/>
              <a:gd name="connsiteX44" fmla="*/ 238365 w 284216"/>
              <a:gd name="connsiteY44" fmla="*/ 263648 h 458518"/>
              <a:gd name="connsiteX45" fmla="*/ 249828 w 284216"/>
              <a:gd name="connsiteY45" fmla="*/ 267469 h 458518"/>
              <a:gd name="connsiteX46" fmla="*/ 249828 w 284216"/>
              <a:gd name="connsiteY46" fmla="*/ 458518 h 458518"/>
              <a:gd name="connsiteX47" fmla="*/ 268933 w 284216"/>
              <a:gd name="connsiteY47" fmla="*/ 458518 h 458518"/>
              <a:gd name="connsiteX48" fmla="*/ 268933 w 284216"/>
              <a:gd name="connsiteY48" fmla="*/ 263648 h 458518"/>
              <a:gd name="connsiteX49" fmla="*/ 280396 w 284216"/>
              <a:gd name="connsiteY49" fmla="*/ 252185 h 458518"/>
              <a:gd name="connsiteX50" fmla="*/ 284217 w 284216"/>
              <a:gd name="connsiteY50" fmla="*/ 238811 h 458518"/>
              <a:gd name="connsiteX51" fmla="*/ 45406 w 284216"/>
              <a:gd name="connsiteY51" fmla="*/ 152839 h 458518"/>
              <a:gd name="connsiteX52" fmla="*/ 62600 w 284216"/>
              <a:gd name="connsiteY52" fmla="*/ 135645 h 458518"/>
              <a:gd name="connsiteX53" fmla="*/ 74063 w 284216"/>
              <a:gd name="connsiteY53" fmla="*/ 133734 h 458518"/>
              <a:gd name="connsiteX54" fmla="*/ 87436 w 284216"/>
              <a:gd name="connsiteY54" fmla="*/ 137555 h 458518"/>
              <a:gd name="connsiteX55" fmla="*/ 114183 w 284216"/>
              <a:gd name="connsiteY55" fmla="*/ 149018 h 458518"/>
              <a:gd name="connsiteX56" fmla="*/ 74063 w 284216"/>
              <a:gd name="connsiteY56" fmla="*/ 238811 h 458518"/>
              <a:gd name="connsiteX57" fmla="*/ 18659 w 284216"/>
              <a:gd name="connsiteY57" fmla="*/ 213975 h 458518"/>
              <a:gd name="connsiteX58" fmla="*/ 45406 w 284216"/>
              <a:gd name="connsiteY58" fmla="*/ 152839 h 458518"/>
              <a:gd name="connsiteX59" fmla="*/ 62600 w 284216"/>
              <a:gd name="connsiteY59" fmla="*/ 420308 h 458518"/>
              <a:gd name="connsiteX60" fmla="*/ 85526 w 284216"/>
              <a:gd name="connsiteY60" fmla="*/ 420308 h 458518"/>
              <a:gd name="connsiteX61" fmla="*/ 85526 w 284216"/>
              <a:gd name="connsiteY61" fmla="*/ 439413 h 458518"/>
              <a:gd name="connsiteX62" fmla="*/ 28211 w 284216"/>
              <a:gd name="connsiteY62" fmla="*/ 439413 h 458518"/>
              <a:gd name="connsiteX63" fmla="*/ 70242 w 284216"/>
              <a:gd name="connsiteY63" fmla="*/ 301858 h 458518"/>
              <a:gd name="connsiteX64" fmla="*/ 74063 w 284216"/>
              <a:gd name="connsiteY64" fmla="*/ 307589 h 458518"/>
              <a:gd name="connsiteX65" fmla="*/ 75973 w 284216"/>
              <a:gd name="connsiteY65" fmla="*/ 311410 h 458518"/>
              <a:gd name="connsiteX66" fmla="*/ 91257 w 284216"/>
              <a:gd name="connsiteY66" fmla="*/ 338157 h 458518"/>
              <a:gd name="connsiteX67" fmla="*/ 62600 w 284216"/>
              <a:gd name="connsiteY67" fmla="*/ 420308 h 458518"/>
              <a:gd name="connsiteX68" fmla="*/ 190603 w 284216"/>
              <a:gd name="connsiteY68" fmla="*/ 202512 h 458518"/>
              <a:gd name="connsiteX69" fmla="*/ 173408 w 284216"/>
              <a:gd name="connsiteY69" fmla="*/ 198691 h 458518"/>
              <a:gd name="connsiteX70" fmla="*/ 160035 w 284216"/>
              <a:gd name="connsiteY70" fmla="*/ 210154 h 458518"/>
              <a:gd name="connsiteX71" fmla="*/ 137109 w 284216"/>
              <a:gd name="connsiteY71" fmla="*/ 278932 h 458518"/>
              <a:gd name="connsiteX72" fmla="*/ 137109 w 284216"/>
              <a:gd name="connsiteY72" fmla="*/ 292305 h 458518"/>
              <a:gd name="connsiteX73" fmla="*/ 184871 w 284216"/>
              <a:gd name="connsiteY73" fmla="*/ 420308 h 458518"/>
              <a:gd name="connsiteX74" fmla="*/ 209708 w 284216"/>
              <a:gd name="connsiteY74" fmla="*/ 420308 h 458518"/>
              <a:gd name="connsiteX75" fmla="*/ 209708 w 284216"/>
              <a:gd name="connsiteY75" fmla="*/ 439413 h 458518"/>
              <a:gd name="connsiteX76" fmla="*/ 167677 w 284216"/>
              <a:gd name="connsiteY76" fmla="*/ 439413 h 458518"/>
              <a:gd name="connsiteX77" fmla="*/ 93168 w 284216"/>
              <a:gd name="connsiteY77" fmla="*/ 299947 h 458518"/>
              <a:gd name="connsiteX78" fmla="*/ 89347 w 284216"/>
              <a:gd name="connsiteY78" fmla="*/ 296126 h 458518"/>
              <a:gd name="connsiteX79" fmla="*/ 75973 w 284216"/>
              <a:gd name="connsiteY79" fmla="*/ 257916 h 458518"/>
              <a:gd name="connsiteX80" fmla="*/ 79794 w 284216"/>
              <a:gd name="connsiteY80" fmla="*/ 257916 h 458518"/>
              <a:gd name="connsiteX81" fmla="*/ 91257 w 284216"/>
              <a:gd name="connsiteY81" fmla="*/ 248364 h 458518"/>
              <a:gd name="connsiteX82" fmla="*/ 131378 w 284216"/>
              <a:gd name="connsiteY82" fmla="*/ 158571 h 458518"/>
              <a:gd name="connsiteX83" fmla="*/ 133288 w 284216"/>
              <a:gd name="connsiteY83" fmla="*/ 145197 h 458518"/>
              <a:gd name="connsiteX84" fmla="*/ 144751 w 284216"/>
              <a:gd name="connsiteY84" fmla="*/ 143287 h 458518"/>
              <a:gd name="connsiteX85" fmla="*/ 158125 w 284216"/>
              <a:gd name="connsiteY85" fmla="*/ 143287 h 458518"/>
              <a:gd name="connsiteX86" fmla="*/ 179140 w 284216"/>
              <a:gd name="connsiteY86" fmla="*/ 150929 h 458518"/>
              <a:gd name="connsiteX87" fmla="*/ 267023 w 284216"/>
              <a:gd name="connsiteY87" fmla="*/ 238811 h 458518"/>
              <a:gd name="connsiteX88" fmla="*/ 251739 w 284216"/>
              <a:gd name="connsiteY88" fmla="*/ 254095 h 458518"/>
              <a:gd name="connsiteX89" fmla="*/ 190603 w 284216"/>
              <a:gd name="connsiteY89" fmla="*/ 202512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4216" h="458518">
                <a:moveTo>
                  <a:pt x="171498" y="114630"/>
                </a:moveTo>
                <a:cubicBezTo>
                  <a:pt x="203976" y="114630"/>
                  <a:pt x="228813" y="89793"/>
                  <a:pt x="228813" y="57315"/>
                </a:cubicBezTo>
                <a:cubicBezTo>
                  <a:pt x="228813" y="24836"/>
                  <a:pt x="203976" y="0"/>
                  <a:pt x="171498" y="0"/>
                </a:cubicBezTo>
                <a:cubicBezTo>
                  <a:pt x="139020" y="0"/>
                  <a:pt x="114183" y="24836"/>
                  <a:pt x="114183" y="57315"/>
                </a:cubicBezTo>
                <a:cubicBezTo>
                  <a:pt x="114183" y="89793"/>
                  <a:pt x="139020" y="114630"/>
                  <a:pt x="171498" y="114630"/>
                </a:cubicBezTo>
                <a:close/>
                <a:moveTo>
                  <a:pt x="171498" y="19105"/>
                </a:moveTo>
                <a:cubicBezTo>
                  <a:pt x="192513" y="19105"/>
                  <a:pt x="209708" y="36299"/>
                  <a:pt x="209708" y="57315"/>
                </a:cubicBezTo>
                <a:cubicBezTo>
                  <a:pt x="209708" y="78330"/>
                  <a:pt x="192513" y="95525"/>
                  <a:pt x="171498" y="95525"/>
                </a:cubicBezTo>
                <a:cubicBezTo>
                  <a:pt x="150483" y="95525"/>
                  <a:pt x="133288" y="78330"/>
                  <a:pt x="133288" y="57315"/>
                </a:cubicBezTo>
                <a:cubicBezTo>
                  <a:pt x="133288" y="36299"/>
                  <a:pt x="150483" y="19105"/>
                  <a:pt x="171498" y="19105"/>
                </a:cubicBezTo>
                <a:close/>
                <a:moveTo>
                  <a:pt x="284217" y="238811"/>
                </a:moveTo>
                <a:cubicBezTo>
                  <a:pt x="284217" y="233080"/>
                  <a:pt x="282306" y="229259"/>
                  <a:pt x="278486" y="225438"/>
                </a:cubicBezTo>
                <a:lnTo>
                  <a:pt x="267023" y="213975"/>
                </a:lnTo>
                <a:lnTo>
                  <a:pt x="267023" y="152839"/>
                </a:lnTo>
                <a:lnTo>
                  <a:pt x="247918" y="152839"/>
                </a:lnTo>
                <a:lnTo>
                  <a:pt x="247918" y="194870"/>
                </a:lnTo>
                <a:lnTo>
                  <a:pt x="190603" y="139466"/>
                </a:lnTo>
                <a:cubicBezTo>
                  <a:pt x="181050" y="129913"/>
                  <a:pt x="169587" y="126092"/>
                  <a:pt x="156214" y="126092"/>
                </a:cubicBezTo>
                <a:lnTo>
                  <a:pt x="142841" y="126092"/>
                </a:lnTo>
                <a:cubicBezTo>
                  <a:pt x="135199" y="126092"/>
                  <a:pt x="125646" y="128003"/>
                  <a:pt x="119915" y="131824"/>
                </a:cubicBezTo>
                <a:lnTo>
                  <a:pt x="95078" y="118450"/>
                </a:lnTo>
                <a:cubicBezTo>
                  <a:pt x="83615" y="112719"/>
                  <a:pt x="68331" y="112719"/>
                  <a:pt x="56868" y="118450"/>
                </a:cubicBezTo>
                <a:cubicBezTo>
                  <a:pt x="43495" y="122271"/>
                  <a:pt x="33943" y="131824"/>
                  <a:pt x="28211" y="145197"/>
                </a:cubicBezTo>
                <a:lnTo>
                  <a:pt x="1464" y="206333"/>
                </a:lnTo>
                <a:cubicBezTo>
                  <a:pt x="-2357" y="215886"/>
                  <a:pt x="1464" y="227349"/>
                  <a:pt x="11017" y="231170"/>
                </a:cubicBezTo>
                <a:lnTo>
                  <a:pt x="58779" y="252185"/>
                </a:lnTo>
                <a:cubicBezTo>
                  <a:pt x="56868" y="259827"/>
                  <a:pt x="56868" y="269379"/>
                  <a:pt x="58779" y="277021"/>
                </a:cubicBezTo>
                <a:lnTo>
                  <a:pt x="11017" y="431771"/>
                </a:lnTo>
                <a:cubicBezTo>
                  <a:pt x="7196" y="441324"/>
                  <a:pt x="12927" y="452787"/>
                  <a:pt x="24390" y="454697"/>
                </a:cubicBezTo>
                <a:cubicBezTo>
                  <a:pt x="26301" y="454697"/>
                  <a:pt x="28211" y="454697"/>
                  <a:pt x="30122" y="454697"/>
                </a:cubicBezTo>
                <a:lnTo>
                  <a:pt x="87436" y="454697"/>
                </a:lnTo>
                <a:cubicBezTo>
                  <a:pt x="98899" y="454697"/>
                  <a:pt x="106541" y="447055"/>
                  <a:pt x="106541" y="435592"/>
                </a:cubicBezTo>
                <a:lnTo>
                  <a:pt x="106541" y="416487"/>
                </a:lnTo>
                <a:cubicBezTo>
                  <a:pt x="106541" y="406935"/>
                  <a:pt x="100810" y="399293"/>
                  <a:pt x="91257" y="397382"/>
                </a:cubicBezTo>
                <a:lnTo>
                  <a:pt x="106541" y="355351"/>
                </a:lnTo>
                <a:cubicBezTo>
                  <a:pt x="123736" y="385919"/>
                  <a:pt x="142841" y="424129"/>
                  <a:pt x="152393" y="443234"/>
                </a:cubicBezTo>
                <a:cubicBezTo>
                  <a:pt x="156214" y="448966"/>
                  <a:pt x="161946" y="452787"/>
                  <a:pt x="167677" y="452787"/>
                </a:cubicBezTo>
                <a:lnTo>
                  <a:pt x="209708" y="452787"/>
                </a:lnTo>
                <a:cubicBezTo>
                  <a:pt x="221171" y="452787"/>
                  <a:pt x="228813" y="445145"/>
                  <a:pt x="228813" y="433682"/>
                </a:cubicBezTo>
                <a:lnTo>
                  <a:pt x="228813" y="414577"/>
                </a:lnTo>
                <a:cubicBezTo>
                  <a:pt x="228813" y="403114"/>
                  <a:pt x="221171" y="395472"/>
                  <a:pt x="209708" y="395472"/>
                </a:cubicBezTo>
                <a:lnTo>
                  <a:pt x="198245" y="395472"/>
                </a:lnTo>
                <a:lnTo>
                  <a:pt x="156214" y="280842"/>
                </a:lnTo>
                <a:lnTo>
                  <a:pt x="179140" y="212065"/>
                </a:lnTo>
                <a:lnTo>
                  <a:pt x="238365" y="263648"/>
                </a:lnTo>
                <a:cubicBezTo>
                  <a:pt x="242186" y="265558"/>
                  <a:pt x="246007" y="267469"/>
                  <a:pt x="249828" y="267469"/>
                </a:cubicBezTo>
                <a:lnTo>
                  <a:pt x="249828" y="458518"/>
                </a:lnTo>
                <a:lnTo>
                  <a:pt x="268933" y="458518"/>
                </a:lnTo>
                <a:lnTo>
                  <a:pt x="268933" y="263648"/>
                </a:lnTo>
                <a:lnTo>
                  <a:pt x="280396" y="252185"/>
                </a:lnTo>
                <a:cubicBezTo>
                  <a:pt x="282306" y="248364"/>
                  <a:pt x="284217" y="244543"/>
                  <a:pt x="284217" y="238811"/>
                </a:cubicBezTo>
                <a:close/>
                <a:moveTo>
                  <a:pt x="45406" y="152839"/>
                </a:moveTo>
                <a:cubicBezTo>
                  <a:pt x="49227" y="145197"/>
                  <a:pt x="54958" y="139466"/>
                  <a:pt x="62600" y="135645"/>
                </a:cubicBezTo>
                <a:cubicBezTo>
                  <a:pt x="66421" y="135645"/>
                  <a:pt x="70242" y="133734"/>
                  <a:pt x="74063" y="133734"/>
                </a:cubicBezTo>
                <a:cubicBezTo>
                  <a:pt x="77884" y="133734"/>
                  <a:pt x="83615" y="135645"/>
                  <a:pt x="87436" y="137555"/>
                </a:cubicBezTo>
                <a:lnTo>
                  <a:pt x="114183" y="149018"/>
                </a:lnTo>
                <a:lnTo>
                  <a:pt x="74063" y="238811"/>
                </a:lnTo>
                <a:lnTo>
                  <a:pt x="18659" y="213975"/>
                </a:lnTo>
                <a:lnTo>
                  <a:pt x="45406" y="152839"/>
                </a:lnTo>
                <a:close/>
                <a:moveTo>
                  <a:pt x="62600" y="420308"/>
                </a:moveTo>
                <a:lnTo>
                  <a:pt x="85526" y="420308"/>
                </a:lnTo>
                <a:lnTo>
                  <a:pt x="85526" y="439413"/>
                </a:lnTo>
                <a:lnTo>
                  <a:pt x="28211" y="439413"/>
                </a:lnTo>
                <a:lnTo>
                  <a:pt x="70242" y="301858"/>
                </a:lnTo>
                <a:lnTo>
                  <a:pt x="74063" y="307589"/>
                </a:lnTo>
                <a:lnTo>
                  <a:pt x="75973" y="311410"/>
                </a:lnTo>
                <a:cubicBezTo>
                  <a:pt x="81705" y="319052"/>
                  <a:pt x="87436" y="328605"/>
                  <a:pt x="91257" y="338157"/>
                </a:cubicBezTo>
                <a:lnTo>
                  <a:pt x="62600" y="420308"/>
                </a:lnTo>
                <a:close/>
                <a:moveTo>
                  <a:pt x="190603" y="202512"/>
                </a:moveTo>
                <a:cubicBezTo>
                  <a:pt x="184871" y="198691"/>
                  <a:pt x="179140" y="196781"/>
                  <a:pt x="173408" y="198691"/>
                </a:cubicBezTo>
                <a:cubicBezTo>
                  <a:pt x="167677" y="200602"/>
                  <a:pt x="161946" y="204423"/>
                  <a:pt x="160035" y="210154"/>
                </a:cubicBezTo>
                <a:lnTo>
                  <a:pt x="137109" y="278932"/>
                </a:lnTo>
                <a:cubicBezTo>
                  <a:pt x="135199" y="282753"/>
                  <a:pt x="135199" y="288484"/>
                  <a:pt x="137109" y="292305"/>
                </a:cubicBezTo>
                <a:lnTo>
                  <a:pt x="184871" y="420308"/>
                </a:lnTo>
                <a:lnTo>
                  <a:pt x="209708" y="420308"/>
                </a:lnTo>
                <a:lnTo>
                  <a:pt x="209708" y="439413"/>
                </a:lnTo>
                <a:lnTo>
                  <a:pt x="167677" y="439413"/>
                </a:lnTo>
                <a:cubicBezTo>
                  <a:pt x="165767" y="433682"/>
                  <a:pt x="106541" y="319052"/>
                  <a:pt x="93168" y="299947"/>
                </a:cubicBezTo>
                <a:lnTo>
                  <a:pt x="89347" y="296126"/>
                </a:lnTo>
                <a:cubicBezTo>
                  <a:pt x="77884" y="280842"/>
                  <a:pt x="72152" y="271290"/>
                  <a:pt x="75973" y="257916"/>
                </a:cubicBezTo>
                <a:lnTo>
                  <a:pt x="79794" y="257916"/>
                </a:lnTo>
                <a:cubicBezTo>
                  <a:pt x="85526" y="256006"/>
                  <a:pt x="89347" y="252185"/>
                  <a:pt x="91257" y="248364"/>
                </a:cubicBezTo>
                <a:lnTo>
                  <a:pt x="131378" y="158571"/>
                </a:lnTo>
                <a:cubicBezTo>
                  <a:pt x="133288" y="152839"/>
                  <a:pt x="133288" y="149018"/>
                  <a:pt x="133288" y="145197"/>
                </a:cubicBezTo>
                <a:cubicBezTo>
                  <a:pt x="137109" y="143287"/>
                  <a:pt x="140930" y="143287"/>
                  <a:pt x="144751" y="143287"/>
                </a:cubicBezTo>
                <a:lnTo>
                  <a:pt x="158125" y="143287"/>
                </a:lnTo>
                <a:cubicBezTo>
                  <a:pt x="165767" y="143287"/>
                  <a:pt x="173408" y="147108"/>
                  <a:pt x="179140" y="150929"/>
                </a:cubicBezTo>
                <a:lnTo>
                  <a:pt x="267023" y="238811"/>
                </a:lnTo>
                <a:lnTo>
                  <a:pt x="251739" y="254095"/>
                </a:lnTo>
                <a:lnTo>
                  <a:pt x="190603" y="20251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16" descr="Caregiver icon.">
            <a:extLst>
              <a:ext uri="{FF2B5EF4-FFF2-40B4-BE49-F238E27FC236}">
                <a16:creationId xmlns:a16="http://schemas.microsoft.com/office/drawing/2014/main" id="{F28C5CD0-E607-483E-8517-85813B2B22D2}"/>
              </a:ext>
            </a:extLst>
          </p:cNvPr>
          <p:cNvSpPr>
            <a:spLocks noChangeAspect="1"/>
          </p:cNvSpPr>
          <p:nvPr/>
        </p:nvSpPr>
        <p:spPr>
          <a:xfrm>
            <a:off x="3388214" y="4284939"/>
            <a:ext cx="458518" cy="345874"/>
          </a:xfrm>
          <a:custGeom>
            <a:avLst/>
            <a:gdLst>
              <a:gd name="connsiteX0" fmla="*/ 334336 w 458518"/>
              <a:gd name="connsiteY0" fmla="*/ 279008 h 345874"/>
              <a:gd name="connsiteX1" fmla="*/ 372546 w 458518"/>
              <a:gd name="connsiteY1" fmla="*/ 279008 h 345874"/>
              <a:gd name="connsiteX2" fmla="*/ 372546 w 458518"/>
              <a:gd name="connsiteY2" fmla="*/ 298113 h 345874"/>
              <a:gd name="connsiteX3" fmla="*/ 334336 w 458518"/>
              <a:gd name="connsiteY3" fmla="*/ 298113 h 345874"/>
              <a:gd name="connsiteX4" fmla="*/ 334336 w 458518"/>
              <a:gd name="connsiteY4" fmla="*/ 279008 h 345874"/>
              <a:gd name="connsiteX5" fmla="*/ 458518 w 458518"/>
              <a:gd name="connsiteY5" fmla="*/ 271366 h 345874"/>
              <a:gd name="connsiteX6" fmla="*/ 456608 w 458518"/>
              <a:gd name="connsiteY6" fmla="*/ 256082 h 345874"/>
              <a:gd name="connsiteX7" fmla="*/ 448966 w 458518"/>
              <a:gd name="connsiteY7" fmla="*/ 229335 h 345874"/>
              <a:gd name="connsiteX8" fmla="*/ 433682 w 458518"/>
              <a:gd name="connsiteY8" fmla="*/ 206409 h 345874"/>
              <a:gd name="connsiteX9" fmla="*/ 412666 w 458518"/>
              <a:gd name="connsiteY9" fmla="*/ 189215 h 345874"/>
              <a:gd name="connsiteX10" fmla="*/ 397382 w 458518"/>
              <a:gd name="connsiteY10" fmla="*/ 181573 h 345874"/>
              <a:gd name="connsiteX11" fmla="*/ 397382 w 458518"/>
              <a:gd name="connsiteY11" fmla="*/ 84138 h 345874"/>
              <a:gd name="connsiteX12" fmla="*/ 397382 w 458518"/>
              <a:gd name="connsiteY12" fmla="*/ 84138 h 345874"/>
              <a:gd name="connsiteX13" fmla="*/ 320963 w 458518"/>
              <a:gd name="connsiteY13" fmla="*/ 76 h 345874"/>
              <a:gd name="connsiteX14" fmla="*/ 236901 w 458518"/>
              <a:gd name="connsiteY14" fmla="*/ 76496 h 345874"/>
              <a:gd name="connsiteX15" fmla="*/ 236901 w 458518"/>
              <a:gd name="connsiteY15" fmla="*/ 84138 h 345874"/>
              <a:gd name="connsiteX16" fmla="*/ 236901 w 458518"/>
              <a:gd name="connsiteY16" fmla="*/ 84138 h 345874"/>
              <a:gd name="connsiteX17" fmla="*/ 236901 w 458518"/>
              <a:gd name="connsiteY17" fmla="*/ 183483 h 345874"/>
              <a:gd name="connsiteX18" fmla="*/ 234990 w 458518"/>
              <a:gd name="connsiteY18" fmla="*/ 185394 h 345874"/>
              <a:gd name="connsiteX19" fmla="*/ 233080 w 458518"/>
              <a:gd name="connsiteY19" fmla="*/ 185394 h 345874"/>
              <a:gd name="connsiteX20" fmla="*/ 217796 w 458518"/>
              <a:gd name="connsiteY20" fmla="*/ 179662 h 345874"/>
              <a:gd name="connsiteX21" fmla="*/ 187228 w 458518"/>
              <a:gd name="connsiteY21" fmla="*/ 175841 h 345874"/>
              <a:gd name="connsiteX22" fmla="*/ 101256 w 458518"/>
              <a:gd name="connsiteY22" fmla="*/ 175841 h 345874"/>
              <a:gd name="connsiteX23" fmla="*/ 85972 w 458518"/>
              <a:gd name="connsiteY23" fmla="*/ 177752 h 345874"/>
              <a:gd name="connsiteX24" fmla="*/ 59225 w 458518"/>
              <a:gd name="connsiteY24" fmla="*/ 185394 h 345874"/>
              <a:gd name="connsiteX25" fmla="*/ 36299 w 458518"/>
              <a:gd name="connsiteY25" fmla="*/ 200678 h 345874"/>
              <a:gd name="connsiteX26" fmla="*/ 17194 w 458518"/>
              <a:gd name="connsiteY26" fmla="*/ 221693 h 345874"/>
              <a:gd name="connsiteX27" fmla="*/ 5731 w 458518"/>
              <a:gd name="connsiteY27" fmla="*/ 246529 h 345874"/>
              <a:gd name="connsiteX28" fmla="*/ 0 w 458518"/>
              <a:gd name="connsiteY28" fmla="*/ 279008 h 345874"/>
              <a:gd name="connsiteX29" fmla="*/ 0 w 458518"/>
              <a:gd name="connsiteY29" fmla="*/ 326770 h 345874"/>
              <a:gd name="connsiteX30" fmla="*/ 19105 w 458518"/>
              <a:gd name="connsiteY30" fmla="*/ 345875 h 345874"/>
              <a:gd name="connsiteX31" fmla="*/ 439413 w 458518"/>
              <a:gd name="connsiteY31" fmla="*/ 345875 h 345874"/>
              <a:gd name="connsiteX32" fmla="*/ 458518 w 458518"/>
              <a:gd name="connsiteY32" fmla="*/ 326770 h 345874"/>
              <a:gd name="connsiteX33" fmla="*/ 458518 w 458518"/>
              <a:gd name="connsiteY33" fmla="*/ 271366 h 345874"/>
              <a:gd name="connsiteX34" fmla="*/ 378277 w 458518"/>
              <a:gd name="connsiteY34" fmla="*/ 210230 h 345874"/>
              <a:gd name="connsiteX35" fmla="*/ 336247 w 458518"/>
              <a:gd name="connsiteY35" fmla="*/ 242708 h 345874"/>
              <a:gd name="connsiteX36" fmla="*/ 355351 w 458518"/>
              <a:gd name="connsiteY36" fmla="*/ 194946 h 345874"/>
              <a:gd name="connsiteX37" fmla="*/ 357262 w 458518"/>
              <a:gd name="connsiteY37" fmla="*/ 194946 h 345874"/>
              <a:gd name="connsiteX38" fmla="*/ 368725 w 458518"/>
              <a:gd name="connsiteY38" fmla="*/ 194946 h 345874"/>
              <a:gd name="connsiteX39" fmla="*/ 378277 w 458518"/>
              <a:gd name="connsiteY39" fmla="*/ 210230 h 345874"/>
              <a:gd name="connsiteX40" fmla="*/ 261737 w 458518"/>
              <a:gd name="connsiteY40" fmla="*/ 194946 h 345874"/>
              <a:gd name="connsiteX41" fmla="*/ 261737 w 458518"/>
              <a:gd name="connsiteY41" fmla="*/ 194946 h 345874"/>
              <a:gd name="connsiteX42" fmla="*/ 273200 w 458518"/>
              <a:gd name="connsiteY42" fmla="*/ 193036 h 345874"/>
              <a:gd name="connsiteX43" fmla="*/ 275111 w 458518"/>
              <a:gd name="connsiteY43" fmla="*/ 193036 h 345874"/>
              <a:gd name="connsiteX44" fmla="*/ 294216 w 458518"/>
              <a:gd name="connsiteY44" fmla="*/ 240798 h 345874"/>
              <a:gd name="connsiteX45" fmla="*/ 252185 w 458518"/>
              <a:gd name="connsiteY45" fmla="*/ 208320 h 345874"/>
              <a:gd name="connsiteX46" fmla="*/ 261737 w 458518"/>
              <a:gd name="connsiteY46" fmla="*/ 194946 h 345874"/>
              <a:gd name="connsiteX47" fmla="*/ 296126 w 458518"/>
              <a:gd name="connsiteY47" fmla="*/ 193036 h 345874"/>
              <a:gd name="connsiteX48" fmla="*/ 336247 w 458518"/>
              <a:gd name="connsiteY48" fmla="*/ 193036 h 345874"/>
              <a:gd name="connsiteX49" fmla="*/ 317142 w 458518"/>
              <a:gd name="connsiteY49" fmla="*/ 242708 h 345874"/>
              <a:gd name="connsiteX50" fmla="*/ 296126 w 458518"/>
              <a:gd name="connsiteY50" fmla="*/ 193036 h 345874"/>
              <a:gd name="connsiteX51" fmla="*/ 326694 w 458518"/>
              <a:gd name="connsiteY51" fmla="*/ 66943 h 345874"/>
              <a:gd name="connsiteX52" fmla="*/ 326694 w 458518"/>
              <a:gd name="connsiteY52" fmla="*/ 66943 h 345874"/>
              <a:gd name="connsiteX53" fmla="*/ 340068 w 458518"/>
              <a:gd name="connsiteY53" fmla="*/ 86048 h 345874"/>
              <a:gd name="connsiteX54" fmla="*/ 345799 w 458518"/>
              <a:gd name="connsiteY54" fmla="*/ 91780 h 345874"/>
              <a:gd name="connsiteX55" fmla="*/ 374456 w 458518"/>
              <a:gd name="connsiteY55" fmla="*/ 103242 h 345874"/>
              <a:gd name="connsiteX56" fmla="*/ 298037 w 458518"/>
              <a:gd name="connsiteY56" fmla="*/ 145273 h 345874"/>
              <a:gd name="connsiteX57" fmla="*/ 256006 w 458518"/>
              <a:gd name="connsiteY57" fmla="*/ 101332 h 345874"/>
              <a:gd name="connsiteX58" fmla="*/ 261737 w 458518"/>
              <a:gd name="connsiteY58" fmla="*/ 89869 h 345874"/>
              <a:gd name="connsiteX59" fmla="*/ 275111 w 458518"/>
              <a:gd name="connsiteY59" fmla="*/ 84138 h 345874"/>
              <a:gd name="connsiteX60" fmla="*/ 286574 w 458518"/>
              <a:gd name="connsiteY60" fmla="*/ 84138 h 345874"/>
              <a:gd name="connsiteX61" fmla="*/ 326694 w 458518"/>
              <a:gd name="connsiteY61" fmla="*/ 66943 h 345874"/>
              <a:gd name="connsiteX62" fmla="*/ 376367 w 458518"/>
              <a:gd name="connsiteY62" fmla="*/ 82227 h 345874"/>
              <a:gd name="connsiteX63" fmla="*/ 357262 w 458518"/>
              <a:gd name="connsiteY63" fmla="*/ 74585 h 345874"/>
              <a:gd name="connsiteX64" fmla="*/ 353441 w 458518"/>
              <a:gd name="connsiteY64" fmla="*/ 70764 h 345874"/>
              <a:gd name="connsiteX65" fmla="*/ 343889 w 458518"/>
              <a:gd name="connsiteY65" fmla="*/ 45928 h 345874"/>
              <a:gd name="connsiteX66" fmla="*/ 343889 w 458518"/>
              <a:gd name="connsiteY66" fmla="*/ 28733 h 345874"/>
              <a:gd name="connsiteX67" fmla="*/ 376367 w 458518"/>
              <a:gd name="connsiteY67" fmla="*/ 82227 h 345874"/>
              <a:gd name="connsiteX68" fmla="*/ 315231 w 458518"/>
              <a:gd name="connsiteY68" fmla="*/ 21091 h 345874"/>
              <a:gd name="connsiteX69" fmla="*/ 322873 w 458518"/>
              <a:gd name="connsiteY69" fmla="*/ 23002 h 345874"/>
              <a:gd name="connsiteX70" fmla="*/ 322873 w 458518"/>
              <a:gd name="connsiteY70" fmla="*/ 28733 h 345874"/>
              <a:gd name="connsiteX71" fmla="*/ 313321 w 458518"/>
              <a:gd name="connsiteY71" fmla="*/ 53570 h 345874"/>
              <a:gd name="connsiteX72" fmla="*/ 286574 w 458518"/>
              <a:gd name="connsiteY72" fmla="*/ 63122 h 345874"/>
              <a:gd name="connsiteX73" fmla="*/ 275111 w 458518"/>
              <a:gd name="connsiteY73" fmla="*/ 63122 h 345874"/>
              <a:gd name="connsiteX74" fmla="*/ 256006 w 458518"/>
              <a:gd name="connsiteY74" fmla="*/ 68854 h 345874"/>
              <a:gd name="connsiteX75" fmla="*/ 315231 w 458518"/>
              <a:gd name="connsiteY75" fmla="*/ 21091 h 345874"/>
              <a:gd name="connsiteX76" fmla="*/ 254095 w 458518"/>
              <a:gd name="connsiteY76" fmla="*/ 135721 h 345874"/>
              <a:gd name="connsiteX77" fmla="*/ 366814 w 458518"/>
              <a:gd name="connsiteY77" fmla="*/ 147184 h 345874"/>
              <a:gd name="connsiteX78" fmla="*/ 378277 w 458518"/>
              <a:gd name="connsiteY78" fmla="*/ 135721 h 345874"/>
              <a:gd name="connsiteX79" fmla="*/ 378277 w 458518"/>
              <a:gd name="connsiteY79" fmla="*/ 175841 h 345874"/>
              <a:gd name="connsiteX80" fmla="*/ 359172 w 458518"/>
              <a:gd name="connsiteY80" fmla="*/ 173931 h 345874"/>
              <a:gd name="connsiteX81" fmla="*/ 275111 w 458518"/>
              <a:gd name="connsiteY81" fmla="*/ 173931 h 345874"/>
              <a:gd name="connsiteX82" fmla="*/ 259827 w 458518"/>
              <a:gd name="connsiteY82" fmla="*/ 175841 h 345874"/>
              <a:gd name="connsiteX83" fmla="*/ 254095 w 458518"/>
              <a:gd name="connsiteY83" fmla="*/ 177752 h 345874"/>
              <a:gd name="connsiteX84" fmla="*/ 254095 w 458518"/>
              <a:gd name="connsiteY84" fmla="*/ 135721 h 345874"/>
              <a:gd name="connsiteX85" fmla="*/ 19105 w 458518"/>
              <a:gd name="connsiteY85" fmla="*/ 279008 h 345874"/>
              <a:gd name="connsiteX86" fmla="*/ 22926 w 458518"/>
              <a:gd name="connsiteY86" fmla="*/ 248440 h 345874"/>
              <a:gd name="connsiteX87" fmla="*/ 32478 w 458518"/>
              <a:gd name="connsiteY87" fmla="*/ 229335 h 345874"/>
              <a:gd name="connsiteX88" fmla="*/ 47762 w 458518"/>
              <a:gd name="connsiteY88" fmla="*/ 212140 h 345874"/>
              <a:gd name="connsiteX89" fmla="*/ 66867 w 458518"/>
              <a:gd name="connsiteY89" fmla="*/ 200678 h 345874"/>
              <a:gd name="connsiteX90" fmla="*/ 89793 w 458518"/>
              <a:gd name="connsiteY90" fmla="*/ 194946 h 345874"/>
              <a:gd name="connsiteX91" fmla="*/ 103167 w 458518"/>
              <a:gd name="connsiteY91" fmla="*/ 194946 h 345874"/>
              <a:gd name="connsiteX92" fmla="*/ 187228 w 458518"/>
              <a:gd name="connsiteY92" fmla="*/ 194946 h 345874"/>
              <a:gd name="connsiteX93" fmla="*/ 210154 w 458518"/>
              <a:gd name="connsiteY93" fmla="*/ 198767 h 345874"/>
              <a:gd name="connsiteX94" fmla="*/ 210154 w 458518"/>
              <a:gd name="connsiteY94" fmla="*/ 198767 h 345874"/>
              <a:gd name="connsiteX95" fmla="*/ 208244 w 458518"/>
              <a:gd name="connsiteY95" fmla="*/ 200678 h 345874"/>
              <a:gd name="connsiteX96" fmla="*/ 189139 w 458518"/>
              <a:gd name="connsiteY96" fmla="*/ 221693 h 345874"/>
              <a:gd name="connsiteX97" fmla="*/ 177676 w 458518"/>
              <a:gd name="connsiteY97" fmla="*/ 246529 h 345874"/>
              <a:gd name="connsiteX98" fmla="*/ 171944 w 458518"/>
              <a:gd name="connsiteY98" fmla="*/ 279008 h 345874"/>
              <a:gd name="connsiteX99" fmla="*/ 171944 w 458518"/>
              <a:gd name="connsiteY99" fmla="*/ 326770 h 345874"/>
              <a:gd name="connsiteX100" fmla="*/ 76420 w 458518"/>
              <a:gd name="connsiteY100" fmla="*/ 326770 h 345874"/>
              <a:gd name="connsiteX101" fmla="*/ 76420 w 458518"/>
              <a:gd name="connsiteY101" fmla="*/ 288560 h 345874"/>
              <a:gd name="connsiteX102" fmla="*/ 57315 w 458518"/>
              <a:gd name="connsiteY102" fmla="*/ 288560 h 345874"/>
              <a:gd name="connsiteX103" fmla="*/ 57315 w 458518"/>
              <a:gd name="connsiteY103" fmla="*/ 326770 h 345874"/>
              <a:gd name="connsiteX104" fmla="*/ 19105 w 458518"/>
              <a:gd name="connsiteY104" fmla="*/ 326770 h 345874"/>
              <a:gd name="connsiteX105" fmla="*/ 19105 w 458518"/>
              <a:gd name="connsiteY105" fmla="*/ 279008 h 345874"/>
              <a:gd name="connsiteX106" fmla="*/ 248364 w 458518"/>
              <a:gd name="connsiteY106" fmla="*/ 326770 h 345874"/>
              <a:gd name="connsiteX107" fmla="*/ 248364 w 458518"/>
              <a:gd name="connsiteY107" fmla="*/ 288560 h 345874"/>
              <a:gd name="connsiteX108" fmla="*/ 229259 w 458518"/>
              <a:gd name="connsiteY108" fmla="*/ 288560 h 345874"/>
              <a:gd name="connsiteX109" fmla="*/ 229259 w 458518"/>
              <a:gd name="connsiteY109" fmla="*/ 326770 h 345874"/>
              <a:gd name="connsiteX110" fmla="*/ 191049 w 458518"/>
              <a:gd name="connsiteY110" fmla="*/ 326770 h 345874"/>
              <a:gd name="connsiteX111" fmla="*/ 191049 w 458518"/>
              <a:gd name="connsiteY111" fmla="*/ 279008 h 345874"/>
              <a:gd name="connsiteX112" fmla="*/ 194870 w 458518"/>
              <a:gd name="connsiteY112" fmla="*/ 248440 h 345874"/>
              <a:gd name="connsiteX113" fmla="*/ 204423 w 458518"/>
              <a:gd name="connsiteY113" fmla="*/ 229335 h 345874"/>
              <a:gd name="connsiteX114" fmla="*/ 219707 w 458518"/>
              <a:gd name="connsiteY114" fmla="*/ 212140 h 345874"/>
              <a:gd name="connsiteX115" fmla="*/ 233080 w 458518"/>
              <a:gd name="connsiteY115" fmla="*/ 204499 h 345874"/>
              <a:gd name="connsiteX116" fmla="*/ 227349 w 458518"/>
              <a:gd name="connsiteY116" fmla="*/ 215961 h 345874"/>
              <a:gd name="connsiteX117" fmla="*/ 307589 w 458518"/>
              <a:gd name="connsiteY117" fmla="*/ 275187 h 345874"/>
              <a:gd name="connsiteX118" fmla="*/ 307589 w 458518"/>
              <a:gd name="connsiteY118" fmla="*/ 326770 h 345874"/>
              <a:gd name="connsiteX119" fmla="*/ 248364 w 458518"/>
              <a:gd name="connsiteY119" fmla="*/ 326770 h 345874"/>
              <a:gd name="connsiteX120" fmla="*/ 401203 w 458518"/>
              <a:gd name="connsiteY120" fmla="*/ 326770 h 345874"/>
              <a:gd name="connsiteX121" fmla="*/ 401203 w 458518"/>
              <a:gd name="connsiteY121" fmla="*/ 288560 h 345874"/>
              <a:gd name="connsiteX122" fmla="*/ 382098 w 458518"/>
              <a:gd name="connsiteY122" fmla="*/ 288560 h 345874"/>
              <a:gd name="connsiteX123" fmla="*/ 382098 w 458518"/>
              <a:gd name="connsiteY123" fmla="*/ 326770 h 345874"/>
              <a:gd name="connsiteX124" fmla="*/ 324784 w 458518"/>
              <a:gd name="connsiteY124" fmla="*/ 326770 h 345874"/>
              <a:gd name="connsiteX125" fmla="*/ 324784 w 458518"/>
              <a:gd name="connsiteY125" fmla="*/ 273276 h 345874"/>
              <a:gd name="connsiteX126" fmla="*/ 405024 w 458518"/>
              <a:gd name="connsiteY126" fmla="*/ 214051 h 345874"/>
              <a:gd name="connsiteX127" fmla="*/ 397382 w 458518"/>
              <a:gd name="connsiteY127" fmla="*/ 202588 h 345874"/>
              <a:gd name="connsiteX128" fmla="*/ 401203 w 458518"/>
              <a:gd name="connsiteY128" fmla="*/ 204499 h 345874"/>
              <a:gd name="connsiteX129" fmla="*/ 418398 w 458518"/>
              <a:gd name="connsiteY129" fmla="*/ 219782 h 345874"/>
              <a:gd name="connsiteX130" fmla="*/ 429861 w 458518"/>
              <a:gd name="connsiteY130" fmla="*/ 236977 h 345874"/>
              <a:gd name="connsiteX131" fmla="*/ 437503 w 458518"/>
              <a:gd name="connsiteY131" fmla="*/ 257992 h 345874"/>
              <a:gd name="connsiteX132" fmla="*/ 437503 w 458518"/>
              <a:gd name="connsiteY132" fmla="*/ 269455 h 345874"/>
              <a:gd name="connsiteX133" fmla="*/ 437503 w 458518"/>
              <a:gd name="connsiteY133" fmla="*/ 324859 h 345874"/>
              <a:gd name="connsiteX134" fmla="*/ 401203 w 458518"/>
              <a:gd name="connsiteY134" fmla="*/ 326770 h 345874"/>
              <a:gd name="connsiteX135" fmla="*/ 139466 w 458518"/>
              <a:gd name="connsiteY135" fmla="*/ 164378 h 345874"/>
              <a:gd name="connsiteX136" fmla="*/ 219707 w 458518"/>
              <a:gd name="connsiteY136" fmla="*/ 84138 h 345874"/>
              <a:gd name="connsiteX137" fmla="*/ 139466 w 458518"/>
              <a:gd name="connsiteY137" fmla="*/ 1986 h 345874"/>
              <a:gd name="connsiteX138" fmla="*/ 59225 w 458518"/>
              <a:gd name="connsiteY138" fmla="*/ 84138 h 345874"/>
              <a:gd name="connsiteX139" fmla="*/ 59225 w 458518"/>
              <a:gd name="connsiteY139" fmla="*/ 84138 h 345874"/>
              <a:gd name="connsiteX140" fmla="*/ 139466 w 458518"/>
              <a:gd name="connsiteY140" fmla="*/ 164378 h 345874"/>
              <a:gd name="connsiteX141" fmla="*/ 139466 w 458518"/>
              <a:gd name="connsiteY141" fmla="*/ 164378 h 345874"/>
              <a:gd name="connsiteX142" fmla="*/ 139466 w 458518"/>
              <a:gd name="connsiteY142" fmla="*/ 21091 h 345874"/>
              <a:gd name="connsiteX143" fmla="*/ 200602 w 458518"/>
              <a:gd name="connsiteY143" fmla="*/ 82227 h 345874"/>
              <a:gd name="connsiteX144" fmla="*/ 139466 w 458518"/>
              <a:gd name="connsiteY144" fmla="*/ 143363 h 345874"/>
              <a:gd name="connsiteX145" fmla="*/ 78330 w 458518"/>
              <a:gd name="connsiteY145" fmla="*/ 82227 h 345874"/>
              <a:gd name="connsiteX146" fmla="*/ 139466 w 458518"/>
              <a:gd name="connsiteY146" fmla="*/ 21091 h 345874"/>
              <a:gd name="connsiteX147" fmla="*/ 139466 w 458518"/>
              <a:gd name="connsiteY147" fmla="*/ 21091 h 34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458518" h="345874">
                <a:moveTo>
                  <a:pt x="334336" y="279008"/>
                </a:moveTo>
                <a:lnTo>
                  <a:pt x="372546" y="279008"/>
                </a:lnTo>
                <a:lnTo>
                  <a:pt x="372546" y="298113"/>
                </a:lnTo>
                <a:lnTo>
                  <a:pt x="334336" y="298113"/>
                </a:lnTo>
                <a:lnTo>
                  <a:pt x="334336" y="279008"/>
                </a:lnTo>
                <a:close/>
                <a:moveTo>
                  <a:pt x="458518" y="271366"/>
                </a:moveTo>
                <a:cubicBezTo>
                  <a:pt x="458518" y="265634"/>
                  <a:pt x="458518" y="261813"/>
                  <a:pt x="456608" y="256082"/>
                </a:cubicBezTo>
                <a:cubicBezTo>
                  <a:pt x="454697" y="246529"/>
                  <a:pt x="452787" y="236977"/>
                  <a:pt x="448966" y="229335"/>
                </a:cubicBezTo>
                <a:cubicBezTo>
                  <a:pt x="445145" y="221693"/>
                  <a:pt x="439413" y="214051"/>
                  <a:pt x="433682" y="206409"/>
                </a:cubicBezTo>
                <a:cubicBezTo>
                  <a:pt x="427950" y="198767"/>
                  <a:pt x="420308" y="193036"/>
                  <a:pt x="412666" y="189215"/>
                </a:cubicBezTo>
                <a:cubicBezTo>
                  <a:pt x="406935" y="185394"/>
                  <a:pt x="403114" y="183483"/>
                  <a:pt x="397382" y="181573"/>
                </a:cubicBezTo>
                <a:lnTo>
                  <a:pt x="397382" y="84138"/>
                </a:lnTo>
                <a:lnTo>
                  <a:pt x="397382" y="84138"/>
                </a:lnTo>
                <a:cubicBezTo>
                  <a:pt x="399293" y="40196"/>
                  <a:pt x="364904" y="1986"/>
                  <a:pt x="320963" y="76"/>
                </a:cubicBezTo>
                <a:cubicBezTo>
                  <a:pt x="277021" y="-1835"/>
                  <a:pt x="238811" y="32554"/>
                  <a:pt x="236901" y="76496"/>
                </a:cubicBezTo>
                <a:cubicBezTo>
                  <a:pt x="236901" y="78406"/>
                  <a:pt x="236901" y="82227"/>
                  <a:pt x="236901" y="84138"/>
                </a:cubicBezTo>
                <a:lnTo>
                  <a:pt x="236901" y="84138"/>
                </a:lnTo>
                <a:lnTo>
                  <a:pt x="236901" y="183483"/>
                </a:lnTo>
                <a:cubicBezTo>
                  <a:pt x="234990" y="183483"/>
                  <a:pt x="234990" y="183483"/>
                  <a:pt x="234990" y="185394"/>
                </a:cubicBezTo>
                <a:lnTo>
                  <a:pt x="233080" y="185394"/>
                </a:lnTo>
                <a:cubicBezTo>
                  <a:pt x="227349" y="183483"/>
                  <a:pt x="223528" y="181573"/>
                  <a:pt x="217796" y="179662"/>
                </a:cubicBezTo>
                <a:cubicBezTo>
                  <a:pt x="208244" y="177752"/>
                  <a:pt x="198691" y="175841"/>
                  <a:pt x="187228" y="175841"/>
                </a:cubicBezTo>
                <a:lnTo>
                  <a:pt x="101256" y="175841"/>
                </a:lnTo>
                <a:cubicBezTo>
                  <a:pt x="95525" y="175841"/>
                  <a:pt x="91704" y="175841"/>
                  <a:pt x="85972" y="177752"/>
                </a:cubicBezTo>
                <a:cubicBezTo>
                  <a:pt x="76420" y="179662"/>
                  <a:pt x="66867" y="181573"/>
                  <a:pt x="59225" y="185394"/>
                </a:cubicBezTo>
                <a:cubicBezTo>
                  <a:pt x="51583" y="189215"/>
                  <a:pt x="42031" y="194946"/>
                  <a:pt x="36299" y="200678"/>
                </a:cubicBezTo>
                <a:cubicBezTo>
                  <a:pt x="28657" y="206409"/>
                  <a:pt x="22926" y="214051"/>
                  <a:pt x="17194" y="221693"/>
                </a:cubicBezTo>
                <a:cubicBezTo>
                  <a:pt x="11463" y="229335"/>
                  <a:pt x="7642" y="236977"/>
                  <a:pt x="5731" y="246529"/>
                </a:cubicBezTo>
                <a:cubicBezTo>
                  <a:pt x="1910" y="254171"/>
                  <a:pt x="0" y="267545"/>
                  <a:pt x="0" y="279008"/>
                </a:cubicBezTo>
                <a:lnTo>
                  <a:pt x="0" y="326770"/>
                </a:lnTo>
                <a:cubicBezTo>
                  <a:pt x="0" y="338233"/>
                  <a:pt x="7642" y="345875"/>
                  <a:pt x="19105" y="345875"/>
                </a:cubicBezTo>
                <a:lnTo>
                  <a:pt x="439413" y="345875"/>
                </a:lnTo>
                <a:cubicBezTo>
                  <a:pt x="450876" y="345875"/>
                  <a:pt x="458518" y="338233"/>
                  <a:pt x="458518" y="326770"/>
                </a:cubicBezTo>
                <a:cubicBezTo>
                  <a:pt x="458518" y="309576"/>
                  <a:pt x="458518" y="277097"/>
                  <a:pt x="458518" y="271366"/>
                </a:cubicBezTo>
                <a:close/>
                <a:moveTo>
                  <a:pt x="378277" y="210230"/>
                </a:moveTo>
                <a:lnTo>
                  <a:pt x="336247" y="242708"/>
                </a:lnTo>
                <a:lnTo>
                  <a:pt x="355351" y="194946"/>
                </a:lnTo>
                <a:lnTo>
                  <a:pt x="357262" y="194946"/>
                </a:lnTo>
                <a:cubicBezTo>
                  <a:pt x="361083" y="194946"/>
                  <a:pt x="364904" y="194946"/>
                  <a:pt x="368725" y="194946"/>
                </a:cubicBezTo>
                <a:lnTo>
                  <a:pt x="378277" y="210230"/>
                </a:lnTo>
                <a:close/>
                <a:moveTo>
                  <a:pt x="261737" y="194946"/>
                </a:moveTo>
                <a:lnTo>
                  <a:pt x="261737" y="194946"/>
                </a:lnTo>
                <a:cubicBezTo>
                  <a:pt x="265558" y="194946"/>
                  <a:pt x="269379" y="194946"/>
                  <a:pt x="273200" y="193036"/>
                </a:cubicBezTo>
                <a:lnTo>
                  <a:pt x="275111" y="193036"/>
                </a:lnTo>
                <a:lnTo>
                  <a:pt x="294216" y="240798"/>
                </a:lnTo>
                <a:lnTo>
                  <a:pt x="252185" y="208320"/>
                </a:lnTo>
                <a:lnTo>
                  <a:pt x="261737" y="194946"/>
                </a:lnTo>
                <a:close/>
                <a:moveTo>
                  <a:pt x="296126" y="193036"/>
                </a:moveTo>
                <a:lnTo>
                  <a:pt x="336247" y="193036"/>
                </a:lnTo>
                <a:lnTo>
                  <a:pt x="317142" y="242708"/>
                </a:lnTo>
                <a:lnTo>
                  <a:pt x="296126" y="193036"/>
                </a:lnTo>
                <a:close/>
                <a:moveTo>
                  <a:pt x="326694" y="66943"/>
                </a:moveTo>
                <a:lnTo>
                  <a:pt x="326694" y="66943"/>
                </a:lnTo>
                <a:cubicBezTo>
                  <a:pt x="330515" y="74585"/>
                  <a:pt x="334336" y="80317"/>
                  <a:pt x="340068" y="86048"/>
                </a:cubicBezTo>
                <a:cubicBezTo>
                  <a:pt x="341978" y="87959"/>
                  <a:pt x="343889" y="89869"/>
                  <a:pt x="345799" y="91780"/>
                </a:cubicBezTo>
                <a:cubicBezTo>
                  <a:pt x="353441" y="97511"/>
                  <a:pt x="364904" y="103242"/>
                  <a:pt x="374456" y="103242"/>
                </a:cubicBezTo>
                <a:cubicBezTo>
                  <a:pt x="364904" y="135721"/>
                  <a:pt x="330515" y="154826"/>
                  <a:pt x="298037" y="145273"/>
                </a:cubicBezTo>
                <a:cubicBezTo>
                  <a:pt x="277021" y="139542"/>
                  <a:pt x="261737" y="122347"/>
                  <a:pt x="256006" y="101332"/>
                </a:cubicBezTo>
                <a:cubicBezTo>
                  <a:pt x="256006" y="97511"/>
                  <a:pt x="257916" y="91780"/>
                  <a:pt x="261737" y="89869"/>
                </a:cubicBezTo>
                <a:cubicBezTo>
                  <a:pt x="265558" y="86048"/>
                  <a:pt x="269379" y="84138"/>
                  <a:pt x="275111" y="84138"/>
                </a:cubicBezTo>
                <a:lnTo>
                  <a:pt x="286574" y="84138"/>
                </a:lnTo>
                <a:cubicBezTo>
                  <a:pt x="301858" y="82227"/>
                  <a:pt x="315231" y="76496"/>
                  <a:pt x="326694" y="66943"/>
                </a:cubicBezTo>
                <a:close/>
                <a:moveTo>
                  <a:pt x="376367" y="82227"/>
                </a:moveTo>
                <a:cubicBezTo>
                  <a:pt x="368725" y="82227"/>
                  <a:pt x="362993" y="78406"/>
                  <a:pt x="357262" y="74585"/>
                </a:cubicBezTo>
                <a:lnTo>
                  <a:pt x="353441" y="70764"/>
                </a:lnTo>
                <a:cubicBezTo>
                  <a:pt x="345799" y="63122"/>
                  <a:pt x="341978" y="55480"/>
                  <a:pt x="343889" y="45928"/>
                </a:cubicBezTo>
                <a:lnTo>
                  <a:pt x="343889" y="28733"/>
                </a:lnTo>
                <a:cubicBezTo>
                  <a:pt x="362993" y="38286"/>
                  <a:pt x="376367" y="59301"/>
                  <a:pt x="376367" y="82227"/>
                </a:cubicBezTo>
                <a:close/>
                <a:moveTo>
                  <a:pt x="315231" y="21091"/>
                </a:moveTo>
                <a:cubicBezTo>
                  <a:pt x="317142" y="21091"/>
                  <a:pt x="320963" y="21091"/>
                  <a:pt x="322873" y="23002"/>
                </a:cubicBezTo>
                <a:lnTo>
                  <a:pt x="322873" y="28733"/>
                </a:lnTo>
                <a:cubicBezTo>
                  <a:pt x="322873" y="38286"/>
                  <a:pt x="319052" y="47838"/>
                  <a:pt x="313321" y="53570"/>
                </a:cubicBezTo>
                <a:cubicBezTo>
                  <a:pt x="305679" y="59301"/>
                  <a:pt x="296126" y="63122"/>
                  <a:pt x="286574" y="63122"/>
                </a:cubicBezTo>
                <a:lnTo>
                  <a:pt x="275111" y="63122"/>
                </a:lnTo>
                <a:cubicBezTo>
                  <a:pt x="267469" y="63122"/>
                  <a:pt x="261737" y="65033"/>
                  <a:pt x="256006" y="68854"/>
                </a:cubicBezTo>
                <a:cubicBezTo>
                  <a:pt x="261737" y="40196"/>
                  <a:pt x="286574" y="21091"/>
                  <a:pt x="315231" y="21091"/>
                </a:cubicBezTo>
                <a:close/>
                <a:moveTo>
                  <a:pt x="254095" y="135721"/>
                </a:moveTo>
                <a:cubicBezTo>
                  <a:pt x="280842" y="170110"/>
                  <a:pt x="332426" y="175841"/>
                  <a:pt x="366814" y="147184"/>
                </a:cubicBezTo>
                <a:cubicBezTo>
                  <a:pt x="370635" y="143363"/>
                  <a:pt x="374456" y="139542"/>
                  <a:pt x="378277" y="135721"/>
                </a:cubicBezTo>
                <a:lnTo>
                  <a:pt x="378277" y="175841"/>
                </a:lnTo>
                <a:cubicBezTo>
                  <a:pt x="372546" y="173931"/>
                  <a:pt x="364904" y="173931"/>
                  <a:pt x="359172" y="173931"/>
                </a:cubicBezTo>
                <a:lnTo>
                  <a:pt x="275111" y="173931"/>
                </a:lnTo>
                <a:cubicBezTo>
                  <a:pt x="269379" y="173931"/>
                  <a:pt x="265558" y="173931"/>
                  <a:pt x="259827" y="175841"/>
                </a:cubicBezTo>
                <a:lnTo>
                  <a:pt x="254095" y="177752"/>
                </a:lnTo>
                <a:lnTo>
                  <a:pt x="254095" y="135721"/>
                </a:lnTo>
                <a:close/>
                <a:moveTo>
                  <a:pt x="19105" y="279008"/>
                </a:moveTo>
                <a:cubicBezTo>
                  <a:pt x="19105" y="269455"/>
                  <a:pt x="21015" y="257992"/>
                  <a:pt x="22926" y="248440"/>
                </a:cubicBezTo>
                <a:cubicBezTo>
                  <a:pt x="24836" y="240798"/>
                  <a:pt x="28657" y="235066"/>
                  <a:pt x="32478" y="229335"/>
                </a:cubicBezTo>
                <a:cubicBezTo>
                  <a:pt x="36299" y="223603"/>
                  <a:pt x="42031" y="217872"/>
                  <a:pt x="47762" y="212140"/>
                </a:cubicBezTo>
                <a:cubicBezTo>
                  <a:pt x="53494" y="206409"/>
                  <a:pt x="59225" y="202588"/>
                  <a:pt x="66867" y="200678"/>
                </a:cubicBezTo>
                <a:cubicBezTo>
                  <a:pt x="74509" y="196857"/>
                  <a:pt x="82151" y="194946"/>
                  <a:pt x="89793" y="194946"/>
                </a:cubicBezTo>
                <a:cubicBezTo>
                  <a:pt x="93614" y="194946"/>
                  <a:pt x="97435" y="194946"/>
                  <a:pt x="103167" y="194946"/>
                </a:cubicBezTo>
                <a:lnTo>
                  <a:pt x="187228" y="194946"/>
                </a:lnTo>
                <a:cubicBezTo>
                  <a:pt x="194870" y="194946"/>
                  <a:pt x="202512" y="196857"/>
                  <a:pt x="210154" y="198767"/>
                </a:cubicBezTo>
                <a:lnTo>
                  <a:pt x="210154" y="198767"/>
                </a:lnTo>
                <a:lnTo>
                  <a:pt x="208244" y="200678"/>
                </a:lnTo>
                <a:cubicBezTo>
                  <a:pt x="200602" y="206409"/>
                  <a:pt x="194870" y="214051"/>
                  <a:pt x="189139" y="221693"/>
                </a:cubicBezTo>
                <a:cubicBezTo>
                  <a:pt x="183407" y="229335"/>
                  <a:pt x="179586" y="236977"/>
                  <a:pt x="177676" y="246529"/>
                </a:cubicBezTo>
                <a:cubicBezTo>
                  <a:pt x="171944" y="254171"/>
                  <a:pt x="171944" y="267545"/>
                  <a:pt x="171944" y="279008"/>
                </a:cubicBezTo>
                <a:cubicBezTo>
                  <a:pt x="171944" y="303844"/>
                  <a:pt x="171944" y="317218"/>
                  <a:pt x="171944" y="326770"/>
                </a:cubicBezTo>
                <a:lnTo>
                  <a:pt x="76420" y="326770"/>
                </a:lnTo>
                <a:lnTo>
                  <a:pt x="76420" y="288560"/>
                </a:lnTo>
                <a:lnTo>
                  <a:pt x="57315" y="288560"/>
                </a:lnTo>
                <a:lnTo>
                  <a:pt x="57315" y="326770"/>
                </a:lnTo>
                <a:lnTo>
                  <a:pt x="19105" y="326770"/>
                </a:lnTo>
                <a:lnTo>
                  <a:pt x="19105" y="279008"/>
                </a:lnTo>
                <a:close/>
                <a:moveTo>
                  <a:pt x="248364" y="326770"/>
                </a:moveTo>
                <a:lnTo>
                  <a:pt x="248364" y="288560"/>
                </a:lnTo>
                <a:lnTo>
                  <a:pt x="229259" y="288560"/>
                </a:lnTo>
                <a:lnTo>
                  <a:pt x="229259" y="326770"/>
                </a:lnTo>
                <a:lnTo>
                  <a:pt x="191049" y="326770"/>
                </a:lnTo>
                <a:lnTo>
                  <a:pt x="191049" y="279008"/>
                </a:lnTo>
                <a:cubicBezTo>
                  <a:pt x="191049" y="269455"/>
                  <a:pt x="192960" y="257992"/>
                  <a:pt x="194870" y="248440"/>
                </a:cubicBezTo>
                <a:cubicBezTo>
                  <a:pt x="196781" y="240798"/>
                  <a:pt x="200602" y="235066"/>
                  <a:pt x="204423" y="229335"/>
                </a:cubicBezTo>
                <a:cubicBezTo>
                  <a:pt x="208244" y="223603"/>
                  <a:pt x="213975" y="217872"/>
                  <a:pt x="219707" y="212140"/>
                </a:cubicBezTo>
                <a:cubicBezTo>
                  <a:pt x="223528" y="208320"/>
                  <a:pt x="227349" y="206409"/>
                  <a:pt x="233080" y="204499"/>
                </a:cubicBezTo>
                <a:lnTo>
                  <a:pt x="227349" y="215961"/>
                </a:lnTo>
                <a:lnTo>
                  <a:pt x="307589" y="275187"/>
                </a:lnTo>
                <a:lnTo>
                  <a:pt x="307589" y="326770"/>
                </a:lnTo>
                <a:lnTo>
                  <a:pt x="248364" y="326770"/>
                </a:lnTo>
                <a:close/>
                <a:moveTo>
                  <a:pt x="401203" y="326770"/>
                </a:moveTo>
                <a:lnTo>
                  <a:pt x="401203" y="288560"/>
                </a:lnTo>
                <a:lnTo>
                  <a:pt x="382098" y="288560"/>
                </a:lnTo>
                <a:lnTo>
                  <a:pt x="382098" y="326770"/>
                </a:lnTo>
                <a:lnTo>
                  <a:pt x="324784" y="326770"/>
                </a:lnTo>
                <a:lnTo>
                  <a:pt x="324784" y="273276"/>
                </a:lnTo>
                <a:lnTo>
                  <a:pt x="405024" y="214051"/>
                </a:lnTo>
                <a:lnTo>
                  <a:pt x="397382" y="202588"/>
                </a:lnTo>
                <a:lnTo>
                  <a:pt x="401203" y="204499"/>
                </a:lnTo>
                <a:cubicBezTo>
                  <a:pt x="406935" y="208320"/>
                  <a:pt x="412666" y="214051"/>
                  <a:pt x="418398" y="219782"/>
                </a:cubicBezTo>
                <a:cubicBezTo>
                  <a:pt x="424129" y="225514"/>
                  <a:pt x="427950" y="231245"/>
                  <a:pt x="429861" y="236977"/>
                </a:cubicBezTo>
                <a:cubicBezTo>
                  <a:pt x="433682" y="242708"/>
                  <a:pt x="435592" y="250350"/>
                  <a:pt x="437503" y="257992"/>
                </a:cubicBezTo>
                <a:cubicBezTo>
                  <a:pt x="437503" y="261813"/>
                  <a:pt x="437503" y="265634"/>
                  <a:pt x="437503" y="269455"/>
                </a:cubicBezTo>
                <a:cubicBezTo>
                  <a:pt x="437503" y="275187"/>
                  <a:pt x="437503" y="307665"/>
                  <a:pt x="437503" y="324859"/>
                </a:cubicBezTo>
                <a:lnTo>
                  <a:pt x="401203" y="326770"/>
                </a:lnTo>
                <a:close/>
                <a:moveTo>
                  <a:pt x="139466" y="164378"/>
                </a:moveTo>
                <a:cubicBezTo>
                  <a:pt x="183407" y="164378"/>
                  <a:pt x="219707" y="128079"/>
                  <a:pt x="219707" y="84138"/>
                </a:cubicBezTo>
                <a:cubicBezTo>
                  <a:pt x="219707" y="38286"/>
                  <a:pt x="183407" y="1986"/>
                  <a:pt x="139466" y="1986"/>
                </a:cubicBezTo>
                <a:cubicBezTo>
                  <a:pt x="95525" y="1986"/>
                  <a:pt x="59225" y="38286"/>
                  <a:pt x="59225" y="84138"/>
                </a:cubicBezTo>
                <a:lnTo>
                  <a:pt x="59225" y="84138"/>
                </a:lnTo>
                <a:cubicBezTo>
                  <a:pt x="57315" y="128079"/>
                  <a:pt x="93614" y="164378"/>
                  <a:pt x="139466" y="164378"/>
                </a:cubicBezTo>
                <a:lnTo>
                  <a:pt x="139466" y="164378"/>
                </a:lnTo>
                <a:close/>
                <a:moveTo>
                  <a:pt x="139466" y="21091"/>
                </a:moveTo>
                <a:cubicBezTo>
                  <a:pt x="173855" y="21091"/>
                  <a:pt x="200602" y="47838"/>
                  <a:pt x="200602" y="82227"/>
                </a:cubicBezTo>
                <a:cubicBezTo>
                  <a:pt x="200602" y="116616"/>
                  <a:pt x="173855" y="143363"/>
                  <a:pt x="139466" y="143363"/>
                </a:cubicBezTo>
                <a:cubicBezTo>
                  <a:pt x="105077" y="143363"/>
                  <a:pt x="78330" y="116616"/>
                  <a:pt x="78330" y="82227"/>
                </a:cubicBezTo>
                <a:cubicBezTo>
                  <a:pt x="76420" y="49749"/>
                  <a:pt x="105077" y="21091"/>
                  <a:pt x="139466" y="21091"/>
                </a:cubicBezTo>
                <a:lnTo>
                  <a:pt x="139466" y="2109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130" descr="Front-store colleague 1 icon.">
            <a:extLst>
              <a:ext uri="{FF2B5EF4-FFF2-40B4-BE49-F238E27FC236}">
                <a16:creationId xmlns:a16="http://schemas.microsoft.com/office/drawing/2014/main" id="{799740EE-CA2C-4881-90D3-BE5EC4721E60}"/>
              </a:ext>
            </a:extLst>
          </p:cNvPr>
          <p:cNvSpPr>
            <a:spLocks noChangeAspect="1"/>
          </p:cNvSpPr>
          <p:nvPr/>
        </p:nvSpPr>
        <p:spPr>
          <a:xfrm>
            <a:off x="4639266" y="4179284"/>
            <a:ext cx="420308" cy="424370"/>
          </a:xfrm>
          <a:custGeom>
            <a:avLst/>
            <a:gdLst>
              <a:gd name="connsiteX0" fmla="*/ 248364 w 420308"/>
              <a:gd name="connsiteY0" fmla="*/ 328846 h 424370"/>
              <a:gd name="connsiteX1" fmla="*/ 305679 w 420308"/>
              <a:gd name="connsiteY1" fmla="*/ 328846 h 424370"/>
              <a:gd name="connsiteX2" fmla="*/ 305679 w 420308"/>
              <a:gd name="connsiteY2" fmla="*/ 347950 h 424370"/>
              <a:gd name="connsiteX3" fmla="*/ 248364 w 420308"/>
              <a:gd name="connsiteY3" fmla="*/ 347950 h 424370"/>
              <a:gd name="connsiteX4" fmla="*/ 248364 w 420308"/>
              <a:gd name="connsiteY4" fmla="*/ 328846 h 424370"/>
              <a:gd name="connsiteX5" fmla="*/ 315231 w 420308"/>
              <a:gd name="connsiteY5" fmla="*/ 239052 h 424370"/>
              <a:gd name="connsiteX6" fmla="*/ 315231 w 420308"/>
              <a:gd name="connsiteY6" fmla="*/ 111049 h 424370"/>
              <a:gd name="connsiteX7" fmla="*/ 215886 w 420308"/>
              <a:gd name="connsiteY7" fmla="*/ 241 h 424370"/>
              <a:gd name="connsiteX8" fmla="*/ 105077 w 420308"/>
              <a:gd name="connsiteY8" fmla="*/ 97676 h 424370"/>
              <a:gd name="connsiteX9" fmla="*/ 105077 w 420308"/>
              <a:gd name="connsiteY9" fmla="*/ 111049 h 424370"/>
              <a:gd name="connsiteX10" fmla="*/ 105077 w 420308"/>
              <a:gd name="connsiteY10" fmla="*/ 239052 h 424370"/>
              <a:gd name="connsiteX11" fmla="*/ 0 w 420308"/>
              <a:gd name="connsiteY11" fmla="*/ 376608 h 424370"/>
              <a:gd name="connsiteX12" fmla="*/ 0 w 420308"/>
              <a:gd name="connsiteY12" fmla="*/ 405265 h 424370"/>
              <a:gd name="connsiteX13" fmla="*/ 19105 w 420308"/>
              <a:gd name="connsiteY13" fmla="*/ 424370 h 424370"/>
              <a:gd name="connsiteX14" fmla="*/ 401203 w 420308"/>
              <a:gd name="connsiteY14" fmla="*/ 424370 h 424370"/>
              <a:gd name="connsiteX15" fmla="*/ 420308 w 420308"/>
              <a:gd name="connsiteY15" fmla="*/ 405265 h 424370"/>
              <a:gd name="connsiteX16" fmla="*/ 420308 w 420308"/>
              <a:gd name="connsiteY16" fmla="*/ 376608 h 424370"/>
              <a:gd name="connsiteX17" fmla="*/ 315231 w 420308"/>
              <a:gd name="connsiteY17" fmla="*/ 239052 h 424370"/>
              <a:gd name="connsiteX18" fmla="*/ 231170 w 420308"/>
              <a:gd name="connsiteY18" fmla="*/ 70929 h 424370"/>
              <a:gd name="connsiteX19" fmla="*/ 294216 w 420308"/>
              <a:gd name="connsiteY19" fmla="*/ 124423 h 424370"/>
              <a:gd name="connsiteX20" fmla="*/ 196781 w 420308"/>
              <a:gd name="connsiteY20" fmla="*/ 197022 h 424370"/>
              <a:gd name="connsiteX21" fmla="*/ 124182 w 420308"/>
              <a:gd name="connsiteY21" fmla="*/ 118691 h 424370"/>
              <a:gd name="connsiteX22" fmla="*/ 152839 w 420308"/>
              <a:gd name="connsiteY22" fmla="*/ 97676 h 424370"/>
              <a:gd name="connsiteX23" fmla="*/ 175765 w 420308"/>
              <a:gd name="connsiteY23" fmla="*/ 97676 h 424370"/>
              <a:gd name="connsiteX24" fmla="*/ 231170 w 420308"/>
              <a:gd name="connsiteY24" fmla="*/ 70929 h 424370"/>
              <a:gd name="connsiteX25" fmla="*/ 296126 w 420308"/>
              <a:gd name="connsiteY25" fmla="*/ 103407 h 424370"/>
              <a:gd name="connsiteX26" fmla="*/ 248364 w 420308"/>
              <a:gd name="connsiteY26" fmla="*/ 51824 h 424370"/>
              <a:gd name="connsiteX27" fmla="*/ 248364 w 420308"/>
              <a:gd name="connsiteY27" fmla="*/ 32719 h 424370"/>
              <a:gd name="connsiteX28" fmla="*/ 296126 w 420308"/>
              <a:gd name="connsiteY28" fmla="*/ 103407 h 424370"/>
              <a:gd name="connsiteX29" fmla="*/ 210154 w 420308"/>
              <a:gd name="connsiteY29" fmla="*/ 23167 h 424370"/>
              <a:gd name="connsiteX30" fmla="*/ 229259 w 420308"/>
              <a:gd name="connsiteY30" fmla="*/ 25077 h 424370"/>
              <a:gd name="connsiteX31" fmla="*/ 229259 w 420308"/>
              <a:gd name="connsiteY31" fmla="*/ 28898 h 424370"/>
              <a:gd name="connsiteX32" fmla="*/ 175765 w 420308"/>
              <a:gd name="connsiteY32" fmla="*/ 78571 h 424370"/>
              <a:gd name="connsiteX33" fmla="*/ 152839 w 420308"/>
              <a:gd name="connsiteY33" fmla="*/ 78571 h 424370"/>
              <a:gd name="connsiteX34" fmla="*/ 128003 w 420308"/>
              <a:gd name="connsiteY34" fmla="*/ 84303 h 424370"/>
              <a:gd name="connsiteX35" fmla="*/ 210154 w 420308"/>
              <a:gd name="connsiteY35" fmla="*/ 23167 h 424370"/>
              <a:gd name="connsiteX36" fmla="*/ 124182 w 420308"/>
              <a:gd name="connsiteY36" fmla="*/ 170275 h 424370"/>
              <a:gd name="connsiteX37" fmla="*/ 269379 w 420308"/>
              <a:gd name="connsiteY37" fmla="*/ 197022 h 424370"/>
              <a:gd name="connsiteX38" fmla="*/ 296126 w 420308"/>
              <a:gd name="connsiteY38" fmla="*/ 170275 h 424370"/>
              <a:gd name="connsiteX39" fmla="*/ 296126 w 420308"/>
              <a:gd name="connsiteY39" fmla="*/ 235231 h 424370"/>
              <a:gd name="connsiteX40" fmla="*/ 277021 w 420308"/>
              <a:gd name="connsiteY40" fmla="*/ 233321 h 424370"/>
              <a:gd name="connsiteX41" fmla="*/ 143287 w 420308"/>
              <a:gd name="connsiteY41" fmla="*/ 233321 h 424370"/>
              <a:gd name="connsiteX42" fmla="*/ 124182 w 420308"/>
              <a:gd name="connsiteY42" fmla="*/ 235231 h 424370"/>
              <a:gd name="connsiteX43" fmla="*/ 124182 w 420308"/>
              <a:gd name="connsiteY43" fmla="*/ 170275 h 424370"/>
              <a:gd name="connsiteX44" fmla="*/ 152839 w 420308"/>
              <a:gd name="connsiteY44" fmla="*/ 252426 h 424370"/>
              <a:gd name="connsiteX45" fmla="*/ 194870 w 420308"/>
              <a:gd name="connsiteY45" fmla="*/ 252426 h 424370"/>
              <a:gd name="connsiteX46" fmla="*/ 152839 w 420308"/>
              <a:gd name="connsiteY46" fmla="*/ 288725 h 424370"/>
              <a:gd name="connsiteX47" fmla="*/ 152839 w 420308"/>
              <a:gd name="connsiteY47" fmla="*/ 252426 h 424370"/>
              <a:gd name="connsiteX48" fmla="*/ 210154 w 420308"/>
              <a:gd name="connsiteY48" fmla="*/ 252426 h 424370"/>
              <a:gd name="connsiteX49" fmla="*/ 210154 w 420308"/>
              <a:gd name="connsiteY49" fmla="*/ 252426 h 424370"/>
              <a:gd name="connsiteX50" fmla="*/ 210154 w 420308"/>
              <a:gd name="connsiteY50" fmla="*/ 252426 h 424370"/>
              <a:gd name="connsiteX51" fmla="*/ 210154 w 420308"/>
              <a:gd name="connsiteY51" fmla="*/ 252426 h 424370"/>
              <a:gd name="connsiteX52" fmla="*/ 267469 w 420308"/>
              <a:gd name="connsiteY52" fmla="*/ 252426 h 424370"/>
              <a:gd name="connsiteX53" fmla="*/ 267469 w 420308"/>
              <a:gd name="connsiteY53" fmla="*/ 290636 h 424370"/>
              <a:gd name="connsiteX54" fmla="*/ 225438 w 420308"/>
              <a:gd name="connsiteY54" fmla="*/ 252426 h 424370"/>
              <a:gd name="connsiteX55" fmla="*/ 267469 w 420308"/>
              <a:gd name="connsiteY55" fmla="*/ 252426 h 424370"/>
              <a:gd name="connsiteX56" fmla="*/ 401203 w 420308"/>
              <a:gd name="connsiteY56" fmla="*/ 405265 h 424370"/>
              <a:gd name="connsiteX57" fmla="*/ 343889 w 420308"/>
              <a:gd name="connsiteY57" fmla="*/ 405265 h 424370"/>
              <a:gd name="connsiteX58" fmla="*/ 343889 w 420308"/>
              <a:gd name="connsiteY58" fmla="*/ 347950 h 424370"/>
              <a:gd name="connsiteX59" fmla="*/ 324784 w 420308"/>
              <a:gd name="connsiteY59" fmla="*/ 347950 h 424370"/>
              <a:gd name="connsiteX60" fmla="*/ 324784 w 420308"/>
              <a:gd name="connsiteY60" fmla="*/ 405265 h 424370"/>
              <a:gd name="connsiteX61" fmla="*/ 95525 w 420308"/>
              <a:gd name="connsiteY61" fmla="*/ 405265 h 424370"/>
              <a:gd name="connsiteX62" fmla="*/ 95525 w 420308"/>
              <a:gd name="connsiteY62" fmla="*/ 347950 h 424370"/>
              <a:gd name="connsiteX63" fmla="*/ 76420 w 420308"/>
              <a:gd name="connsiteY63" fmla="*/ 347950 h 424370"/>
              <a:gd name="connsiteX64" fmla="*/ 76420 w 420308"/>
              <a:gd name="connsiteY64" fmla="*/ 405265 h 424370"/>
              <a:gd name="connsiteX65" fmla="*/ 19105 w 420308"/>
              <a:gd name="connsiteY65" fmla="*/ 405265 h 424370"/>
              <a:gd name="connsiteX66" fmla="*/ 19105 w 420308"/>
              <a:gd name="connsiteY66" fmla="*/ 376608 h 424370"/>
              <a:gd name="connsiteX67" fmla="*/ 133734 w 420308"/>
              <a:gd name="connsiteY67" fmla="*/ 252426 h 424370"/>
              <a:gd name="connsiteX68" fmla="*/ 133734 w 420308"/>
              <a:gd name="connsiteY68" fmla="*/ 307830 h 424370"/>
              <a:gd name="connsiteX69" fmla="*/ 139466 w 420308"/>
              <a:gd name="connsiteY69" fmla="*/ 317383 h 424370"/>
              <a:gd name="connsiteX70" fmla="*/ 147108 w 420308"/>
              <a:gd name="connsiteY70" fmla="*/ 319293 h 424370"/>
              <a:gd name="connsiteX71" fmla="*/ 200602 w 420308"/>
              <a:gd name="connsiteY71" fmla="*/ 273441 h 424370"/>
              <a:gd name="connsiteX72" fmla="*/ 200602 w 420308"/>
              <a:gd name="connsiteY72" fmla="*/ 319293 h 424370"/>
              <a:gd name="connsiteX73" fmla="*/ 219707 w 420308"/>
              <a:gd name="connsiteY73" fmla="*/ 319293 h 424370"/>
              <a:gd name="connsiteX74" fmla="*/ 219707 w 420308"/>
              <a:gd name="connsiteY74" fmla="*/ 273441 h 424370"/>
              <a:gd name="connsiteX75" fmla="*/ 267469 w 420308"/>
              <a:gd name="connsiteY75" fmla="*/ 315472 h 424370"/>
              <a:gd name="connsiteX76" fmla="*/ 275111 w 420308"/>
              <a:gd name="connsiteY76" fmla="*/ 317383 h 424370"/>
              <a:gd name="connsiteX77" fmla="*/ 280842 w 420308"/>
              <a:gd name="connsiteY77" fmla="*/ 315472 h 424370"/>
              <a:gd name="connsiteX78" fmla="*/ 286574 w 420308"/>
              <a:gd name="connsiteY78" fmla="*/ 305920 h 424370"/>
              <a:gd name="connsiteX79" fmla="*/ 286574 w 420308"/>
              <a:gd name="connsiteY79" fmla="*/ 252426 h 424370"/>
              <a:gd name="connsiteX80" fmla="*/ 401203 w 420308"/>
              <a:gd name="connsiteY80" fmla="*/ 376608 h 424370"/>
              <a:gd name="connsiteX81" fmla="*/ 401203 w 420308"/>
              <a:gd name="connsiteY81" fmla="*/ 405265 h 42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20308" h="424370">
                <a:moveTo>
                  <a:pt x="248364" y="328846"/>
                </a:moveTo>
                <a:lnTo>
                  <a:pt x="305679" y="328846"/>
                </a:lnTo>
                <a:lnTo>
                  <a:pt x="305679" y="347950"/>
                </a:lnTo>
                <a:lnTo>
                  <a:pt x="248364" y="347950"/>
                </a:lnTo>
                <a:lnTo>
                  <a:pt x="248364" y="328846"/>
                </a:lnTo>
                <a:close/>
                <a:moveTo>
                  <a:pt x="315231" y="239052"/>
                </a:moveTo>
                <a:lnTo>
                  <a:pt x="315231" y="111049"/>
                </a:lnTo>
                <a:cubicBezTo>
                  <a:pt x="319052" y="53735"/>
                  <a:pt x="275111" y="4062"/>
                  <a:pt x="215886" y="241"/>
                </a:cubicBezTo>
                <a:cubicBezTo>
                  <a:pt x="156660" y="-3580"/>
                  <a:pt x="108898" y="38451"/>
                  <a:pt x="105077" y="97676"/>
                </a:cubicBezTo>
                <a:cubicBezTo>
                  <a:pt x="105077" y="101497"/>
                  <a:pt x="105077" y="105318"/>
                  <a:pt x="105077" y="111049"/>
                </a:cubicBezTo>
                <a:lnTo>
                  <a:pt x="105077" y="239052"/>
                </a:lnTo>
                <a:cubicBezTo>
                  <a:pt x="43941" y="256247"/>
                  <a:pt x="0" y="313562"/>
                  <a:pt x="0" y="376608"/>
                </a:cubicBezTo>
                <a:lnTo>
                  <a:pt x="0" y="405265"/>
                </a:lnTo>
                <a:cubicBezTo>
                  <a:pt x="0" y="416728"/>
                  <a:pt x="7642" y="424370"/>
                  <a:pt x="19105" y="424370"/>
                </a:cubicBezTo>
                <a:lnTo>
                  <a:pt x="401203" y="424370"/>
                </a:lnTo>
                <a:cubicBezTo>
                  <a:pt x="412666" y="424370"/>
                  <a:pt x="420308" y="416728"/>
                  <a:pt x="420308" y="405265"/>
                </a:cubicBezTo>
                <a:lnTo>
                  <a:pt x="420308" y="376608"/>
                </a:lnTo>
                <a:cubicBezTo>
                  <a:pt x="420308" y="311651"/>
                  <a:pt x="378277" y="256247"/>
                  <a:pt x="315231" y="239052"/>
                </a:cubicBezTo>
                <a:close/>
                <a:moveTo>
                  <a:pt x="231170" y="70929"/>
                </a:moveTo>
                <a:cubicBezTo>
                  <a:pt x="238811" y="99586"/>
                  <a:pt x="263648" y="120602"/>
                  <a:pt x="294216" y="124423"/>
                </a:cubicBezTo>
                <a:cubicBezTo>
                  <a:pt x="288484" y="172185"/>
                  <a:pt x="244543" y="204664"/>
                  <a:pt x="196781" y="197022"/>
                </a:cubicBezTo>
                <a:cubicBezTo>
                  <a:pt x="156660" y="191290"/>
                  <a:pt x="126092" y="158812"/>
                  <a:pt x="124182" y="118691"/>
                </a:cubicBezTo>
                <a:cubicBezTo>
                  <a:pt x="128003" y="105318"/>
                  <a:pt x="139466" y="97676"/>
                  <a:pt x="152839" y="97676"/>
                </a:cubicBezTo>
                <a:lnTo>
                  <a:pt x="175765" y="97676"/>
                </a:lnTo>
                <a:cubicBezTo>
                  <a:pt x="198691" y="97676"/>
                  <a:pt x="217796" y="88124"/>
                  <a:pt x="231170" y="70929"/>
                </a:cubicBezTo>
                <a:close/>
                <a:moveTo>
                  <a:pt x="296126" y="103407"/>
                </a:moveTo>
                <a:cubicBezTo>
                  <a:pt x="269379" y="101497"/>
                  <a:pt x="248364" y="78571"/>
                  <a:pt x="248364" y="51824"/>
                </a:cubicBezTo>
                <a:lnTo>
                  <a:pt x="248364" y="32719"/>
                </a:lnTo>
                <a:cubicBezTo>
                  <a:pt x="275111" y="46093"/>
                  <a:pt x="294216" y="72840"/>
                  <a:pt x="296126" y="103407"/>
                </a:cubicBezTo>
                <a:close/>
                <a:moveTo>
                  <a:pt x="210154" y="23167"/>
                </a:moveTo>
                <a:cubicBezTo>
                  <a:pt x="215886" y="23167"/>
                  <a:pt x="223528" y="23167"/>
                  <a:pt x="229259" y="25077"/>
                </a:cubicBezTo>
                <a:lnTo>
                  <a:pt x="229259" y="28898"/>
                </a:lnTo>
                <a:cubicBezTo>
                  <a:pt x="227349" y="55645"/>
                  <a:pt x="204423" y="76661"/>
                  <a:pt x="175765" y="78571"/>
                </a:cubicBezTo>
                <a:lnTo>
                  <a:pt x="152839" y="78571"/>
                </a:lnTo>
                <a:cubicBezTo>
                  <a:pt x="143287" y="76661"/>
                  <a:pt x="135645" y="80482"/>
                  <a:pt x="128003" y="84303"/>
                </a:cubicBezTo>
                <a:cubicBezTo>
                  <a:pt x="139466" y="48003"/>
                  <a:pt x="171944" y="23167"/>
                  <a:pt x="210154" y="23167"/>
                </a:cubicBezTo>
                <a:close/>
                <a:moveTo>
                  <a:pt x="124182" y="170275"/>
                </a:moveTo>
                <a:cubicBezTo>
                  <a:pt x="156660" y="218037"/>
                  <a:pt x="221617" y="229500"/>
                  <a:pt x="269379" y="197022"/>
                </a:cubicBezTo>
                <a:cubicBezTo>
                  <a:pt x="278932" y="189380"/>
                  <a:pt x="288484" y="181738"/>
                  <a:pt x="296126" y="170275"/>
                </a:cubicBezTo>
                <a:lnTo>
                  <a:pt x="296126" y="235231"/>
                </a:lnTo>
                <a:cubicBezTo>
                  <a:pt x="290395" y="233321"/>
                  <a:pt x="282753" y="233321"/>
                  <a:pt x="277021" y="233321"/>
                </a:cubicBezTo>
                <a:lnTo>
                  <a:pt x="143287" y="233321"/>
                </a:lnTo>
                <a:cubicBezTo>
                  <a:pt x="137555" y="233321"/>
                  <a:pt x="129913" y="233321"/>
                  <a:pt x="124182" y="235231"/>
                </a:cubicBezTo>
                <a:lnTo>
                  <a:pt x="124182" y="170275"/>
                </a:lnTo>
                <a:close/>
                <a:moveTo>
                  <a:pt x="152839" y="252426"/>
                </a:moveTo>
                <a:lnTo>
                  <a:pt x="194870" y="252426"/>
                </a:lnTo>
                <a:lnTo>
                  <a:pt x="152839" y="288725"/>
                </a:lnTo>
                <a:lnTo>
                  <a:pt x="152839" y="252426"/>
                </a:lnTo>
                <a:close/>
                <a:moveTo>
                  <a:pt x="210154" y="252426"/>
                </a:moveTo>
                <a:lnTo>
                  <a:pt x="210154" y="252426"/>
                </a:lnTo>
                <a:lnTo>
                  <a:pt x="210154" y="252426"/>
                </a:lnTo>
                <a:lnTo>
                  <a:pt x="210154" y="252426"/>
                </a:lnTo>
                <a:close/>
                <a:moveTo>
                  <a:pt x="267469" y="252426"/>
                </a:moveTo>
                <a:lnTo>
                  <a:pt x="267469" y="290636"/>
                </a:lnTo>
                <a:lnTo>
                  <a:pt x="225438" y="252426"/>
                </a:lnTo>
                <a:lnTo>
                  <a:pt x="267469" y="252426"/>
                </a:lnTo>
                <a:close/>
                <a:moveTo>
                  <a:pt x="401203" y="405265"/>
                </a:moveTo>
                <a:lnTo>
                  <a:pt x="343889" y="405265"/>
                </a:lnTo>
                <a:lnTo>
                  <a:pt x="343889" y="347950"/>
                </a:lnTo>
                <a:lnTo>
                  <a:pt x="324784" y="347950"/>
                </a:lnTo>
                <a:lnTo>
                  <a:pt x="324784" y="405265"/>
                </a:lnTo>
                <a:lnTo>
                  <a:pt x="95525" y="405265"/>
                </a:lnTo>
                <a:lnTo>
                  <a:pt x="95525" y="347950"/>
                </a:lnTo>
                <a:lnTo>
                  <a:pt x="76420" y="347950"/>
                </a:lnTo>
                <a:lnTo>
                  <a:pt x="76420" y="405265"/>
                </a:lnTo>
                <a:lnTo>
                  <a:pt x="19105" y="405265"/>
                </a:lnTo>
                <a:lnTo>
                  <a:pt x="19105" y="376608"/>
                </a:lnTo>
                <a:cubicBezTo>
                  <a:pt x="19105" y="311651"/>
                  <a:pt x="68778" y="258157"/>
                  <a:pt x="133734" y="252426"/>
                </a:cubicBezTo>
                <a:lnTo>
                  <a:pt x="133734" y="307830"/>
                </a:lnTo>
                <a:cubicBezTo>
                  <a:pt x="133734" y="311651"/>
                  <a:pt x="135645" y="315472"/>
                  <a:pt x="139466" y="317383"/>
                </a:cubicBezTo>
                <a:lnTo>
                  <a:pt x="147108" y="319293"/>
                </a:lnTo>
                <a:lnTo>
                  <a:pt x="200602" y="273441"/>
                </a:lnTo>
                <a:lnTo>
                  <a:pt x="200602" y="319293"/>
                </a:lnTo>
                <a:lnTo>
                  <a:pt x="219707" y="319293"/>
                </a:lnTo>
                <a:lnTo>
                  <a:pt x="219707" y="273441"/>
                </a:lnTo>
                <a:lnTo>
                  <a:pt x="267469" y="315472"/>
                </a:lnTo>
                <a:cubicBezTo>
                  <a:pt x="269379" y="317383"/>
                  <a:pt x="271290" y="317383"/>
                  <a:pt x="275111" y="317383"/>
                </a:cubicBezTo>
                <a:cubicBezTo>
                  <a:pt x="277021" y="317383"/>
                  <a:pt x="278932" y="317383"/>
                  <a:pt x="280842" y="315472"/>
                </a:cubicBezTo>
                <a:cubicBezTo>
                  <a:pt x="284663" y="313562"/>
                  <a:pt x="286574" y="309741"/>
                  <a:pt x="286574" y="305920"/>
                </a:cubicBezTo>
                <a:lnTo>
                  <a:pt x="286574" y="252426"/>
                </a:lnTo>
                <a:cubicBezTo>
                  <a:pt x="351530" y="256247"/>
                  <a:pt x="401203" y="311651"/>
                  <a:pt x="401203" y="376608"/>
                </a:cubicBezTo>
                <a:lnTo>
                  <a:pt x="401203" y="40526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131" descr="Front-store colleague 2 icon.">
            <a:extLst>
              <a:ext uri="{FF2B5EF4-FFF2-40B4-BE49-F238E27FC236}">
                <a16:creationId xmlns:a16="http://schemas.microsoft.com/office/drawing/2014/main" id="{9C93222E-7174-4150-B2E3-FCA557B392C5}"/>
              </a:ext>
            </a:extLst>
          </p:cNvPr>
          <p:cNvSpPr>
            <a:spLocks noChangeAspect="1"/>
          </p:cNvSpPr>
          <p:nvPr/>
        </p:nvSpPr>
        <p:spPr>
          <a:xfrm>
            <a:off x="5872073" y="4183346"/>
            <a:ext cx="420308" cy="420308"/>
          </a:xfrm>
          <a:custGeom>
            <a:avLst/>
            <a:gdLst>
              <a:gd name="connsiteX0" fmla="*/ 248364 w 420308"/>
              <a:gd name="connsiteY0" fmla="*/ 324784 h 420308"/>
              <a:gd name="connsiteX1" fmla="*/ 305679 w 420308"/>
              <a:gd name="connsiteY1" fmla="*/ 324784 h 420308"/>
              <a:gd name="connsiteX2" fmla="*/ 305679 w 420308"/>
              <a:gd name="connsiteY2" fmla="*/ 343889 h 420308"/>
              <a:gd name="connsiteX3" fmla="*/ 248364 w 420308"/>
              <a:gd name="connsiteY3" fmla="*/ 343889 h 420308"/>
              <a:gd name="connsiteX4" fmla="*/ 248364 w 420308"/>
              <a:gd name="connsiteY4" fmla="*/ 324784 h 420308"/>
              <a:gd name="connsiteX5" fmla="*/ 277021 w 420308"/>
              <a:gd name="connsiteY5" fmla="*/ 229259 h 420308"/>
              <a:gd name="connsiteX6" fmla="*/ 143287 w 420308"/>
              <a:gd name="connsiteY6" fmla="*/ 229259 h 420308"/>
              <a:gd name="connsiteX7" fmla="*/ 0 w 420308"/>
              <a:gd name="connsiteY7" fmla="*/ 372546 h 420308"/>
              <a:gd name="connsiteX8" fmla="*/ 0 w 420308"/>
              <a:gd name="connsiteY8" fmla="*/ 401203 h 420308"/>
              <a:gd name="connsiteX9" fmla="*/ 19105 w 420308"/>
              <a:gd name="connsiteY9" fmla="*/ 420308 h 420308"/>
              <a:gd name="connsiteX10" fmla="*/ 401203 w 420308"/>
              <a:gd name="connsiteY10" fmla="*/ 420308 h 420308"/>
              <a:gd name="connsiteX11" fmla="*/ 420308 w 420308"/>
              <a:gd name="connsiteY11" fmla="*/ 401203 h 420308"/>
              <a:gd name="connsiteX12" fmla="*/ 420308 w 420308"/>
              <a:gd name="connsiteY12" fmla="*/ 372546 h 420308"/>
              <a:gd name="connsiteX13" fmla="*/ 278932 w 420308"/>
              <a:gd name="connsiteY13" fmla="*/ 229259 h 420308"/>
              <a:gd name="connsiteX14" fmla="*/ 277021 w 420308"/>
              <a:gd name="connsiteY14" fmla="*/ 229259 h 420308"/>
              <a:gd name="connsiteX15" fmla="*/ 152839 w 420308"/>
              <a:gd name="connsiteY15" fmla="*/ 248364 h 420308"/>
              <a:gd name="connsiteX16" fmla="*/ 194870 w 420308"/>
              <a:gd name="connsiteY16" fmla="*/ 248364 h 420308"/>
              <a:gd name="connsiteX17" fmla="*/ 152839 w 420308"/>
              <a:gd name="connsiteY17" fmla="*/ 284663 h 420308"/>
              <a:gd name="connsiteX18" fmla="*/ 152839 w 420308"/>
              <a:gd name="connsiteY18" fmla="*/ 248364 h 420308"/>
              <a:gd name="connsiteX19" fmla="*/ 267469 w 420308"/>
              <a:gd name="connsiteY19" fmla="*/ 248364 h 420308"/>
              <a:gd name="connsiteX20" fmla="*/ 267469 w 420308"/>
              <a:gd name="connsiteY20" fmla="*/ 286574 h 420308"/>
              <a:gd name="connsiteX21" fmla="*/ 225438 w 420308"/>
              <a:gd name="connsiteY21" fmla="*/ 248364 h 420308"/>
              <a:gd name="connsiteX22" fmla="*/ 267469 w 420308"/>
              <a:gd name="connsiteY22" fmla="*/ 248364 h 420308"/>
              <a:gd name="connsiteX23" fmla="*/ 401203 w 420308"/>
              <a:gd name="connsiteY23" fmla="*/ 401203 h 420308"/>
              <a:gd name="connsiteX24" fmla="*/ 343889 w 420308"/>
              <a:gd name="connsiteY24" fmla="*/ 401203 h 420308"/>
              <a:gd name="connsiteX25" fmla="*/ 343889 w 420308"/>
              <a:gd name="connsiteY25" fmla="*/ 343889 h 420308"/>
              <a:gd name="connsiteX26" fmla="*/ 324784 w 420308"/>
              <a:gd name="connsiteY26" fmla="*/ 343889 h 420308"/>
              <a:gd name="connsiteX27" fmla="*/ 324784 w 420308"/>
              <a:gd name="connsiteY27" fmla="*/ 401203 h 420308"/>
              <a:gd name="connsiteX28" fmla="*/ 95525 w 420308"/>
              <a:gd name="connsiteY28" fmla="*/ 401203 h 420308"/>
              <a:gd name="connsiteX29" fmla="*/ 95525 w 420308"/>
              <a:gd name="connsiteY29" fmla="*/ 343889 h 420308"/>
              <a:gd name="connsiteX30" fmla="*/ 76420 w 420308"/>
              <a:gd name="connsiteY30" fmla="*/ 343889 h 420308"/>
              <a:gd name="connsiteX31" fmla="*/ 76420 w 420308"/>
              <a:gd name="connsiteY31" fmla="*/ 401203 h 420308"/>
              <a:gd name="connsiteX32" fmla="*/ 19105 w 420308"/>
              <a:gd name="connsiteY32" fmla="*/ 401203 h 420308"/>
              <a:gd name="connsiteX33" fmla="*/ 19105 w 420308"/>
              <a:gd name="connsiteY33" fmla="*/ 372546 h 420308"/>
              <a:gd name="connsiteX34" fmla="*/ 133734 w 420308"/>
              <a:gd name="connsiteY34" fmla="*/ 248364 h 420308"/>
              <a:gd name="connsiteX35" fmla="*/ 133734 w 420308"/>
              <a:gd name="connsiteY35" fmla="*/ 303768 h 420308"/>
              <a:gd name="connsiteX36" fmla="*/ 139466 w 420308"/>
              <a:gd name="connsiteY36" fmla="*/ 313321 h 420308"/>
              <a:gd name="connsiteX37" fmla="*/ 147108 w 420308"/>
              <a:gd name="connsiteY37" fmla="*/ 317142 h 420308"/>
              <a:gd name="connsiteX38" fmla="*/ 200602 w 420308"/>
              <a:gd name="connsiteY38" fmla="*/ 271290 h 420308"/>
              <a:gd name="connsiteX39" fmla="*/ 200602 w 420308"/>
              <a:gd name="connsiteY39" fmla="*/ 317142 h 420308"/>
              <a:gd name="connsiteX40" fmla="*/ 219707 w 420308"/>
              <a:gd name="connsiteY40" fmla="*/ 317142 h 420308"/>
              <a:gd name="connsiteX41" fmla="*/ 219707 w 420308"/>
              <a:gd name="connsiteY41" fmla="*/ 271290 h 420308"/>
              <a:gd name="connsiteX42" fmla="*/ 267469 w 420308"/>
              <a:gd name="connsiteY42" fmla="*/ 313321 h 420308"/>
              <a:gd name="connsiteX43" fmla="*/ 284663 w 420308"/>
              <a:gd name="connsiteY43" fmla="*/ 311410 h 420308"/>
              <a:gd name="connsiteX44" fmla="*/ 286574 w 420308"/>
              <a:gd name="connsiteY44" fmla="*/ 303768 h 420308"/>
              <a:gd name="connsiteX45" fmla="*/ 286574 w 420308"/>
              <a:gd name="connsiteY45" fmla="*/ 248364 h 420308"/>
              <a:gd name="connsiteX46" fmla="*/ 401203 w 420308"/>
              <a:gd name="connsiteY46" fmla="*/ 372546 h 420308"/>
              <a:gd name="connsiteX47" fmla="*/ 401203 w 420308"/>
              <a:gd name="connsiteY47" fmla="*/ 401203 h 420308"/>
              <a:gd name="connsiteX48" fmla="*/ 210154 w 420308"/>
              <a:gd name="connsiteY48" fmla="*/ 212065 h 420308"/>
              <a:gd name="connsiteX49" fmla="*/ 315231 w 420308"/>
              <a:gd name="connsiteY49" fmla="*/ 106988 h 420308"/>
              <a:gd name="connsiteX50" fmla="*/ 210154 w 420308"/>
              <a:gd name="connsiteY50" fmla="*/ 0 h 420308"/>
              <a:gd name="connsiteX51" fmla="*/ 105077 w 420308"/>
              <a:gd name="connsiteY51" fmla="*/ 105077 h 420308"/>
              <a:gd name="connsiteX52" fmla="*/ 105077 w 420308"/>
              <a:gd name="connsiteY52" fmla="*/ 105077 h 420308"/>
              <a:gd name="connsiteX53" fmla="*/ 210154 w 420308"/>
              <a:gd name="connsiteY53" fmla="*/ 212065 h 420308"/>
              <a:gd name="connsiteX54" fmla="*/ 210154 w 420308"/>
              <a:gd name="connsiteY54" fmla="*/ 19105 h 420308"/>
              <a:gd name="connsiteX55" fmla="*/ 296126 w 420308"/>
              <a:gd name="connsiteY55" fmla="*/ 105077 h 420308"/>
              <a:gd name="connsiteX56" fmla="*/ 210154 w 420308"/>
              <a:gd name="connsiteY56" fmla="*/ 191049 h 420308"/>
              <a:gd name="connsiteX57" fmla="*/ 124182 w 420308"/>
              <a:gd name="connsiteY57" fmla="*/ 105077 h 420308"/>
              <a:gd name="connsiteX58" fmla="*/ 210154 w 420308"/>
              <a:gd name="connsiteY58" fmla="*/ 19105 h 420308"/>
              <a:gd name="connsiteX59" fmla="*/ 210154 w 420308"/>
              <a:gd name="connsiteY59" fmla="*/ 1910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20308" h="420308">
                <a:moveTo>
                  <a:pt x="248364" y="324784"/>
                </a:moveTo>
                <a:lnTo>
                  <a:pt x="305679" y="324784"/>
                </a:lnTo>
                <a:lnTo>
                  <a:pt x="305679" y="343889"/>
                </a:lnTo>
                <a:lnTo>
                  <a:pt x="248364" y="343889"/>
                </a:lnTo>
                <a:lnTo>
                  <a:pt x="248364" y="324784"/>
                </a:lnTo>
                <a:close/>
                <a:moveTo>
                  <a:pt x="277021" y="229259"/>
                </a:move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7262" y="229259"/>
                  <a:pt x="278932" y="229259"/>
                </a:cubicBezTo>
                <a:cubicBezTo>
                  <a:pt x="278932" y="229259"/>
                  <a:pt x="277021" y="229259"/>
                  <a:pt x="277021" y="229259"/>
                </a:cubicBezTo>
                <a:close/>
                <a:moveTo>
                  <a:pt x="152839" y="248364"/>
                </a:moveTo>
                <a:lnTo>
                  <a:pt x="194870" y="248364"/>
                </a:lnTo>
                <a:lnTo>
                  <a:pt x="152839" y="284663"/>
                </a:lnTo>
                <a:lnTo>
                  <a:pt x="152839" y="248364"/>
                </a:lnTo>
                <a:close/>
                <a:moveTo>
                  <a:pt x="267469" y="248364"/>
                </a:moveTo>
                <a:lnTo>
                  <a:pt x="267469" y="286574"/>
                </a:lnTo>
                <a:lnTo>
                  <a:pt x="225438" y="248364"/>
                </a:lnTo>
                <a:lnTo>
                  <a:pt x="267469" y="248364"/>
                </a:lnTo>
                <a:close/>
                <a:moveTo>
                  <a:pt x="401203" y="401203"/>
                </a:move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ubicBezTo>
                  <a:pt x="19105" y="307589"/>
                  <a:pt x="68778" y="254095"/>
                  <a:pt x="133734" y="248364"/>
                </a:cubicBezTo>
                <a:lnTo>
                  <a:pt x="133734" y="303768"/>
                </a:lnTo>
                <a:cubicBezTo>
                  <a:pt x="133734" y="307589"/>
                  <a:pt x="135645" y="311410"/>
                  <a:pt x="139466" y="313321"/>
                </a:cubicBezTo>
                <a:lnTo>
                  <a:pt x="147108" y="317142"/>
                </a:lnTo>
                <a:lnTo>
                  <a:pt x="200602" y="271290"/>
                </a:lnTo>
                <a:lnTo>
                  <a:pt x="200602" y="317142"/>
                </a:lnTo>
                <a:lnTo>
                  <a:pt x="219707" y="317142"/>
                </a:lnTo>
                <a:lnTo>
                  <a:pt x="219707" y="271290"/>
                </a:lnTo>
                <a:lnTo>
                  <a:pt x="267469" y="313321"/>
                </a:lnTo>
                <a:cubicBezTo>
                  <a:pt x="273200" y="317142"/>
                  <a:pt x="280842" y="317142"/>
                  <a:pt x="284663" y="311410"/>
                </a:cubicBezTo>
                <a:cubicBezTo>
                  <a:pt x="286574" y="309500"/>
                  <a:pt x="286574" y="307589"/>
                  <a:pt x="286574" y="303768"/>
                </a:cubicBezTo>
                <a:lnTo>
                  <a:pt x="286574" y="248364"/>
                </a:lnTo>
                <a:cubicBezTo>
                  <a:pt x="351530" y="252185"/>
                  <a:pt x="401203" y="307589"/>
                  <a:pt x="401203" y="372546"/>
                </a:cubicBezTo>
                <a:lnTo>
                  <a:pt x="401203" y="401203"/>
                </a:lnTo>
                <a:close/>
                <a:moveTo>
                  <a:pt x="210154" y="212065"/>
                </a:moveTo>
                <a:cubicBezTo>
                  <a:pt x="269379" y="212065"/>
                  <a:pt x="315231" y="164302"/>
                  <a:pt x="315231" y="106988"/>
                </a:cubicBezTo>
                <a:cubicBezTo>
                  <a:pt x="317142" y="47762"/>
                  <a:pt x="26937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ubicBezTo>
                  <a:pt x="105077" y="105077"/>
                  <a:pt x="105077" y="105077"/>
                  <a:pt x="105077" y="105077"/>
                </a:cubicBezTo>
                <a:cubicBezTo>
                  <a:pt x="105077" y="164302"/>
                  <a:pt x="152839" y="212065"/>
                  <a:pt x="210154" y="212065"/>
                </a:cubicBezTo>
                <a:close/>
                <a:moveTo>
                  <a:pt x="210154" y="19105"/>
                </a:moveTo>
                <a:cubicBezTo>
                  <a:pt x="257916" y="19105"/>
                  <a:pt x="296126" y="57315"/>
                  <a:pt x="296126" y="105077"/>
                </a:cubicBezTo>
                <a:cubicBezTo>
                  <a:pt x="296126" y="152839"/>
                  <a:pt x="257916" y="191049"/>
                  <a:pt x="210154" y="191049"/>
                </a:cubicBezTo>
                <a:cubicBezTo>
                  <a:pt x="162392" y="191049"/>
                  <a:pt x="124182" y="152839"/>
                  <a:pt x="124182" y="105077"/>
                </a:cubicBezTo>
                <a:cubicBezTo>
                  <a:pt x="124182" y="59225"/>
                  <a:pt x="162392" y="19105"/>
                  <a:pt x="210154" y="19105"/>
                </a:cubicBezTo>
                <a:cubicBezTo>
                  <a:pt x="210154" y="19105"/>
                  <a:pt x="210154" y="19105"/>
                  <a:pt x="210154" y="191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3" name="Graphic 54" descr="Person with headset icon.">
            <a:extLst>
              <a:ext uri="{FF2B5EF4-FFF2-40B4-BE49-F238E27FC236}">
                <a16:creationId xmlns:a16="http://schemas.microsoft.com/office/drawing/2014/main" id="{C48D44A8-26F2-48C0-A5D6-69768DFE7145}"/>
              </a:ext>
            </a:extLst>
          </p:cNvPr>
          <p:cNvSpPr>
            <a:spLocks noChangeAspect="1"/>
          </p:cNvSpPr>
          <p:nvPr/>
        </p:nvSpPr>
        <p:spPr>
          <a:xfrm>
            <a:off x="7096614" y="4174690"/>
            <a:ext cx="421338" cy="428964"/>
          </a:xfrm>
          <a:custGeom>
            <a:avLst/>
            <a:gdLst>
              <a:gd name="connsiteX0" fmla="*/ 0 w 421338"/>
              <a:gd name="connsiteY0" fmla="*/ 413712 h 428964"/>
              <a:gd name="connsiteX1" fmla="*/ 15252 w 421338"/>
              <a:gd name="connsiteY1" fmla="*/ 428964 h 428964"/>
              <a:gd name="connsiteX2" fmla="*/ 406086 w 421338"/>
              <a:gd name="connsiteY2" fmla="*/ 428964 h 428964"/>
              <a:gd name="connsiteX3" fmla="*/ 421338 w 421338"/>
              <a:gd name="connsiteY3" fmla="*/ 413712 h 428964"/>
              <a:gd name="connsiteX4" fmla="*/ 421338 w 421338"/>
              <a:gd name="connsiteY4" fmla="*/ 404180 h 428964"/>
              <a:gd name="connsiteX5" fmla="*/ 272631 w 421338"/>
              <a:gd name="connsiteY5" fmla="*/ 255472 h 428964"/>
              <a:gd name="connsiteX6" fmla="*/ 148708 w 421338"/>
              <a:gd name="connsiteY6" fmla="*/ 255472 h 428964"/>
              <a:gd name="connsiteX7" fmla="*/ 0 w 421338"/>
              <a:gd name="connsiteY7" fmla="*/ 406086 h 428964"/>
              <a:gd name="connsiteX8" fmla="*/ 0 w 421338"/>
              <a:gd name="connsiteY8" fmla="*/ 413712 h 428964"/>
              <a:gd name="connsiteX9" fmla="*/ 247846 w 421338"/>
              <a:gd name="connsiteY9" fmla="*/ 276444 h 428964"/>
              <a:gd name="connsiteX10" fmla="*/ 209716 w 421338"/>
              <a:gd name="connsiteY10" fmla="*/ 314574 h 428964"/>
              <a:gd name="connsiteX11" fmla="*/ 171586 w 421338"/>
              <a:gd name="connsiteY11" fmla="*/ 276444 h 428964"/>
              <a:gd name="connsiteX12" fmla="*/ 247846 w 421338"/>
              <a:gd name="connsiteY12" fmla="*/ 276444 h 428964"/>
              <a:gd name="connsiteX13" fmla="*/ 19065 w 421338"/>
              <a:gd name="connsiteY13" fmla="*/ 406086 h 428964"/>
              <a:gd name="connsiteX14" fmla="*/ 148708 w 421338"/>
              <a:gd name="connsiteY14" fmla="*/ 276444 h 428964"/>
              <a:gd name="connsiteX15" fmla="*/ 152521 w 421338"/>
              <a:gd name="connsiteY15" fmla="*/ 276444 h 428964"/>
              <a:gd name="connsiteX16" fmla="*/ 209716 w 421338"/>
              <a:gd name="connsiteY16" fmla="*/ 333639 h 428964"/>
              <a:gd name="connsiteX17" fmla="*/ 266911 w 421338"/>
              <a:gd name="connsiteY17" fmla="*/ 276444 h 428964"/>
              <a:gd name="connsiteX18" fmla="*/ 270724 w 421338"/>
              <a:gd name="connsiteY18" fmla="*/ 276444 h 428964"/>
              <a:gd name="connsiteX19" fmla="*/ 400367 w 421338"/>
              <a:gd name="connsiteY19" fmla="*/ 406086 h 428964"/>
              <a:gd name="connsiteX20" fmla="*/ 400367 w 421338"/>
              <a:gd name="connsiteY20" fmla="*/ 409899 h 428964"/>
              <a:gd name="connsiteX21" fmla="*/ 343172 w 421338"/>
              <a:gd name="connsiteY21" fmla="*/ 409899 h 428964"/>
              <a:gd name="connsiteX22" fmla="*/ 343172 w 421338"/>
              <a:gd name="connsiteY22" fmla="*/ 371769 h 428964"/>
              <a:gd name="connsiteX23" fmla="*/ 324106 w 421338"/>
              <a:gd name="connsiteY23" fmla="*/ 371769 h 428964"/>
              <a:gd name="connsiteX24" fmla="*/ 324106 w 421338"/>
              <a:gd name="connsiteY24" fmla="*/ 409899 h 428964"/>
              <a:gd name="connsiteX25" fmla="*/ 95325 w 421338"/>
              <a:gd name="connsiteY25" fmla="*/ 409899 h 428964"/>
              <a:gd name="connsiteX26" fmla="*/ 95325 w 421338"/>
              <a:gd name="connsiteY26" fmla="*/ 371769 h 428964"/>
              <a:gd name="connsiteX27" fmla="*/ 76260 w 421338"/>
              <a:gd name="connsiteY27" fmla="*/ 371769 h 428964"/>
              <a:gd name="connsiteX28" fmla="*/ 76260 w 421338"/>
              <a:gd name="connsiteY28" fmla="*/ 409899 h 428964"/>
              <a:gd name="connsiteX29" fmla="*/ 19065 w 421338"/>
              <a:gd name="connsiteY29" fmla="*/ 409899 h 428964"/>
              <a:gd name="connsiteX30" fmla="*/ 19065 w 421338"/>
              <a:gd name="connsiteY30" fmla="*/ 406086 h 428964"/>
              <a:gd name="connsiteX31" fmla="*/ 57195 w 421338"/>
              <a:gd name="connsiteY31" fmla="*/ 123923 h 428964"/>
              <a:gd name="connsiteX32" fmla="*/ 57195 w 421338"/>
              <a:gd name="connsiteY32" fmla="*/ 171586 h 428964"/>
              <a:gd name="connsiteX33" fmla="*/ 76260 w 421338"/>
              <a:gd name="connsiteY33" fmla="*/ 190651 h 428964"/>
              <a:gd name="connsiteX34" fmla="*/ 116297 w 421338"/>
              <a:gd name="connsiteY34" fmla="*/ 190651 h 428964"/>
              <a:gd name="connsiteX35" fmla="*/ 209716 w 421338"/>
              <a:gd name="connsiteY35" fmla="*/ 247846 h 428964"/>
              <a:gd name="connsiteX36" fmla="*/ 303135 w 421338"/>
              <a:gd name="connsiteY36" fmla="*/ 190651 h 428964"/>
              <a:gd name="connsiteX37" fmla="*/ 343172 w 421338"/>
              <a:gd name="connsiteY37" fmla="*/ 190651 h 428964"/>
              <a:gd name="connsiteX38" fmla="*/ 362237 w 421338"/>
              <a:gd name="connsiteY38" fmla="*/ 171586 h 428964"/>
              <a:gd name="connsiteX39" fmla="*/ 362237 w 421338"/>
              <a:gd name="connsiteY39" fmla="*/ 123923 h 428964"/>
              <a:gd name="connsiteX40" fmla="*/ 343172 w 421338"/>
              <a:gd name="connsiteY40" fmla="*/ 104858 h 428964"/>
              <a:gd name="connsiteX41" fmla="*/ 343172 w 421338"/>
              <a:gd name="connsiteY41" fmla="*/ 104858 h 428964"/>
              <a:gd name="connsiteX42" fmla="*/ 335545 w 421338"/>
              <a:gd name="connsiteY42" fmla="*/ 85793 h 428964"/>
              <a:gd name="connsiteX43" fmla="*/ 308854 w 421338"/>
              <a:gd name="connsiteY43" fmla="*/ 41943 h 428964"/>
              <a:gd name="connsiteX44" fmla="*/ 209716 w 421338"/>
              <a:gd name="connsiteY44" fmla="*/ 0 h 428964"/>
              <a:gd name="connsiteX45" fmla="*/ 110577 w 421338"/>
              <a:gd name="connsiteY45" fmla="*/ 41943 h 428964"/>
              <a:gd name="connsiteX46" fmla="*/ 81980 w 421338"/>
              <a:gd name="connsiteY46" fmla="*/ 87699 h 428964"/>
              <a:gd name="connsiteX47" fmla="*/ 76260 w 421338"/>
              <a:gd name="connsiteY47" fmla="*/ 104858 h 428964"/>
              <a:gd name="connsiteX48" fmla="*/ 76260 w 421338"/>
              <a:gd name="connsiteY48" fmla="*/ 104858 h 428964"/>
              <a:gd name="connsiteX49" fmla="*/ 57195 w 421338"/>
              <a:gd name="connsiteY49" fmla="*/ 123923 h 428964"/>
              <a:gd name="connsiteX50" fmla="*/ 289789 w 421338"/>
              <a:gd name="connsiteY50" fmla="*/ 171586 h 428964"/>
              <a:gd name="connsiteX51" fmla="*/ 249753 w 421338"/>
              <a:gd name="connsiteY51" fmla="*/ 171586 h 428964"/>
              <a:gd name="connsiteX52" fmla="*/ 219248 w 421338"/>
              <a:gd name="connsiteY52" fmla="*/ 148708 h 428964"/>
              <a:gd name="connsiteX53" fmla="*/ 188744 w 421338"/>
              <a:gd name="connsiteY53" fmla="*/ 179212 h 428964"/>
              <a:gd name="connsiteX54" fmla="*/ 219248 w 421338"/>
              <a:gd name="connsiteY54" fmla="*/ 209716 h 428964"/>
              <a:gd name="connsiteX55" fmla="*/ 247846 w 421338"/>
              <a:gd name="connsiteY55" fmla="*/ 190651 h 428964"/>
              <a:gd name="connsiteX56" fmla="*/ 278350 w 421338"/>
              <a:gd name="connsiteY56" fmla="*/ 190651 h 428964"/>
              <a:gd name="connsiteX57" fmla="*/ 207809 w 421338"/>
              <a:gd name="connsiteY57" fmla="*/ 228781 h 428964"/>
              <a:gd name="connsiteX58" fmla="*/ 122017 w 421338"/>
              <a:gd name="connsiteY58" fmla="*/ 142988 h 428964"/>
              <a:gd name="connsiteX59" fmla="*/ 207809 w 421338"/>
              <a:gd name="connsiteY59" fmla="*/ 57195 h 428964"/>
              <a:gd name="connsiteX60" fmla="*/ 293602 w 421338"/>
              <a:gd name="connsiteY60" fmla="*/ 142988 h 428964"/>
              <a:gd name="connsiteX61" fmla="*/ 289789 w 421338"/>
              <a:gd name="connsiteY61" fmla="*/ 171586 h 428964"/>
              <a:gd name="connsiteX62" fmla="*/ 232594 w 421338"/>
              <a:gd name="connsiteY62" fmla="*/ 179212 h 428964"/>
              <a:gd name="connsiteX63" fmla="*/ 221155 w 421338"/>
              <a:gd name="connsiteY63" fmla="*/ 190651 h 428964"/>
              <a:gd name="connsiteX64" fmla="*/ 209716 w 421338"/>
              <a:gd name="connsiteY64" fmla="*/ 179212 h 428964"/>
              <a:gd name="connsiteX65" fmla="*/ 221155 w 421338"/>
              <a:gd name="connsiteY65" fmla="*/ 167773 h 428964"/>
              <a:gd name="connsiteX66" fmla="*/ 232594 w 421338"/>
              <a:gd name="connsiteY66" fmla="*/ 179212 h 428964"/>
              <a:gd name="connsiteX67" fmla="*/ 343172 w 421338"/>
              <a:gd name="connsiteY67" fmla="*/ 123923 h 428964"/>
              <a:gd name="connsiteX68" fmla="*/ 343172 w 421338"/>
              <a:gd name="connsiteY68" fmla="*/ 171586 h 428964"/>
              <a:gd name="connsiteX69" fmla="*/ 314574 w 421338"/>
              <a:gd name="connsiteY69" fmla="*/ 171586 h 428964"/>
              <a:gd name="connsiteX70" fmla="*/ 314574 w 421338"/>
              <a:gd name="connsiteY70" fmla="*/ 123923 h 428964"/>
              <a:gd name="connsiteX71" fmla="*/ 343172 w 421338"/>
              <a:gd name="connsiteY71" fmla="*/ 123923 h 428964"/>
              <a:gd name="connsiteX72" fmla="*/ 101045 w 421338"/>
              <a:gd name="connsiteY72" fmla="*/ 93419 h 428964"/>
              <a:gd name="connsiteX73" fmla="*/ 123923 w 421338"/>
              <a:gd name="connsiteY73" fmla="*/ 55289 h 428964"/>
              <a:gd name="connsiteX74" fmla="*/ 209716 w 421338"/>
              <a:gd name="connsiteY74" fmla="*/ 19065 h 428964"/>
              <a:gd name="connsiteX75" fmla="*/ 295509 w 421338"/>
              <a:gd name="connsiteY75" fmla="*/ 55289 h 428964"/>
              <a:gd name="connsiteX76" fmla="*/ 318387 w 421338"/>
              <a:gd name="connsiteY76" fmla="*/ 93419 h 428964"/>
              <a:gd name="connsiteX77" fmla="*/ 322200 w 421338"/>
              <a:gd name="connsiteY77" fmla="*/ 104858 h 428964"/>
              <a:gd name="connsiteX78" fmla="*/ 306948 w 421338"/>
              <a:gd name="connsiteY78" fmla="*/ 104858 h 428964"/>
              <a:gd name="connsiteX79" fmla="*/ 209716 w 421338"/>
              <a:gd name="connsiteY79" fmla="*/ 38130 h 428964"/>
              <a:gd name="connsiteX80" fmla="*/ 112484 w 421338"/>
              <a:gd name="connsiteY80" fmla="*/ 104858 h 428964"/>
              <a:gd name="connsiteX81" fmla="*/ 97232 w 421338"/>
              <a:gd name="connsiteY81" fmla="*/ 104858 h 428964"/>
              <a:gd name="connsiteX82" fmla="*/ 101045 w 421338"/>
              <a:gd name="connsiteY82" fmla="*/ 93419 h 428964"/>
              <a:gd name="connsiteX83" fmla="*/ 104858 w 421338"/>
              <a:gd name="connsiteY83" fmla="*/ 123923 h 428964"/>
              <a:gd name="connsiteX84" fmla="*/ 104858 w 421338"/>
              <a:gd name="connsiteY84" fmla="*/ 171586 h 428964"/>
              <a:gd name="connsiteX85" fmla="*/ 76260 w 421338"/>
              <a:gd name="connsiteY85" fmla="*/ 171586 h 428964"/>
              <a:gd name="connsiteX86" fmla="*/ 76260 w 421338"/>
              <a:gd name="connsiteY86" fmla="*/ 123923 h 428964"/>
              <a:gd name="connsiteX87" fmla="*/ 104858 w 421338"/>
              <a:gd name="connsiteY87" fmla="*/ 123923 h 42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21338" h="428964">
                <a:moveTo>
                  <a:pt x="0" y="413712"/>
                </a:moveTo>
                <a:cubicBezTo>
                  <a:pt x="0" y="421338"/>
                  <a:pt x="5720" y="428964"/>
                  <a:pt x="15252" y="428964"/>
                </a:cubicBezTo>
                <a:lnTo>
                  <a:pt x="406086" y="428964"/>
                </a:lnTo>
                <a:cubicBezTo>
                  <a:pt x="413712" y="428964"/>
                  <a:pt x="421338" y="423245"/>
                  <a:pt x="421338" y="413712"/>
                </a:cubicBezTo>
                <a:lnTo>
                  <a:pt x="421338" y="404180"/>
                </a:lnTo>
                <a:cubicBezTo>
                  <a:pt x="421338" y="322200"/>
                  <a:pt x="354611" y="255472"/>
                  <a:pt x="272631" y="255472"/>
                </a:cubicBezTo>
                <a:lnTo>
                  <a:pt x="148708" y="255472"/>
                </a:lnTo>
                <a:cubicBezTo>
                  <a:pt x="66728" y="257379"/>
                  <a:pt x="0" y="324106"/>
                  <a:pt x="0" y="406086"/>
                </a:cubicBezTo>
                <a:lnTo>
                  <a:pt x="0" y="413712"/>
                </a:lnTo>
                <a:close/>
                <a:moveTo>
                  <a:pt x="247846" y="276444"/>
                </a:moveTo>
                <a:cubicBezTo>
                  <a:pt x="247846" y="303135"/>
                  <a:pt x="236407" y="314574"/>
                  <a:pt x="209716" y="314574"/>
                </a:cubicBezTo>
                <a:cubicBezTo>
                  <a:pt x="183025" y="314574"/>
                  <a:pt x="171586" y="303135"/>
                  <a:pt x="171586" y="276444"/>
                </a:cubicBezTo>
                <a:lnTo>
                  <a:pt x="247846" y="276444"/>
                </a:lnTo>
                <a:close/>
                <a:moveTo>
                  <a:pt x="19065" y="406086"/>
                </a:moveTo>
                <a:cubicBezTo>
                  <a:pt x="19065" y="333639"/>
                  <a:pt x="76260" y="276444"/>
                  <a:pt x="148708" y="276444"/>
                </a:cubicBezTo>
                <a:lnTo>
                  <a:pt x="152521" y="276444"/>
                </a:lnTo>
                <a:cubicBezTo>
                  <a:pt x="152521" y="312667"/>
                  <a:pt x="173492" y="333639"/>
                  <a:pt x="209716" y="333639"/>
                </a:cubicBezTo>
                <a:cubicBezTo>
                  <a:pt x="245940" y="333639"/>
                  <a:pt x="266911" y="312667"/>
                  <a:pt x="266911" y="276444"/>
                </a:cubicBezTo>
                <a:lnTo>
                  <a:pt x="270724" y="276444"/>
                </a:lnTo>
                <a:cubicBezTo>
                  <a:pt x="341265" y="276444"/>
                  <a:pt x="400367" y="333639"/>
                  <a:pt x="400367" y="406086"/>
                </a:cubicBezTo>
                <a:lnTo>
                  <a:pt x="400367" y="409899"/>
                </a:lnTo>
                <a:lnTo>
                  <a:pt x="343172" y="409899"/>
                </a:lnTo>
                <a:lnTo>
                  <a:pt x="343172" y="371769"/>
                </a:lnTo>
                <a:lnTo>
                  <a:pt x="324106" y="371769"/>
                </a:lnTo>
                <a:lnTo>
                  <a:pt x="324106" y="409899"/>
                </a:lnTo>
                <a:lnTo>
                  <a:pt x="95325" y="409899"/>
                </a:lnTo>
                <a:lnTo>
                  <a:pt x="95325" y="371769"/>
                </a:lnTo>
                <a:lnTo>
                  <a:pt x="76260" y="371769"/>
                </a:lnTo>
                <a:lnTo>
                  <a:pt x="76260" y="409899"/>
                </a:lnTo>
                <a:lnTo>
                  <a:pt x="19065" y="409899"/>
                </a:lnTo>
                <a:lnTo>
                  <a:pt x="19065" y="406086"/>
                </a:lnTo>
                <a:close/>
                <a:moveTo>
                  <a:pt x="57195" y="123923"/>
                </a:moveTo>
                <a:lnTo>
                  <a:pt x="57195" y="171586"/>
                </a:lnTo>
                <a:cubicBezTo>
                  <a:pt x="57195" y="183025"/>
                  <a:pt x="64821" y="190651"/>
                  <a:pt x="76260" y="190651"/>
                </a:cubicBezTo>
                <a:lnTo>
                  <a:pt x="116297" y="190651"/>
                </a:lnTo>
                <a:cubicBezTo>
                  <a:pt x="133456" y="224968"/>
                  <a:pt x="169679" y="247846"/>
                  <a:pt x="209716" y="247846"/>
                </a:cubicBezTo>
                <a:cubicBezTo>
                  <a:pt x="249753" y="247846"/>
                  <a:pt x="285976" y="224968"/>
                  <a:pt x="303135" y="190651"/>
                </a:cubicBezTo>
                <a:lnTo>
                  <a:pt x="343172" y="190651"/>
                </a:lnTo>
                <a:cubicBezTo>
                  <a:pt x="354611" y="190651"/>
                  <a:pt x="362237" y="183025"/>
                  <a:pt x="362237" y="171586"/>
                </a:cubicBezTo>
                <a:lnTo>
                  <a:pt x="362237" y="123923"/>
                </a:lnTo>
                <a:cubicBezTo>
                  <a:pt x="362237" y="112484"/>
                  <a:pt x="354611" y="104858"/>
                  <a:pt x="343172" y="104858"/>
                </a:cubicBezTo>
                <a:lnTo>
                  <a:pt x="343172" y="104858"/>
                </a:lnTo>
                <a:lnTo>
                  <a:pt x="335545" y="85793"/>
                </a:lnTo>
                <a:cubicBezTo>
                  <a:pt x="329826" y="68634"/>
                  <a:pt x="320293" y="55289"/>
                  <a:pt x="308854" y="41943"/>
                </a:cubicBezTo>
                <a:cubicBezTo>
                  <a:pt x="282163" y="15252"/>
                  <a:pt x="247846" y="0"/>
                  <a:pt x="209716" y="0"/>
                </a:cubicBezTo>
                <a:cubicBezTo>
                  <a:pt x="171586" y="0"/>
                  <a:pt x="135362" y="15252"/>
                  <a:pt x="110577" y="41943"/>
                </a:cubicBezTo>
                <a:cubicBezTo>
                  <a:pt x="99138" y="55289"/>
                  <a:pt x="89606" y="70541"/>
                  <a:pt x="81980" y="87699"/>
                </a:cubicBezTo>
                <a:lnTo>
                  <a:pt x="76260" y="104858"/>
                </a:lnTo>
                <a:lnTo>
                  <a:pt x="76260" y="104858"/>
                </a:lnTo>
                <a:cubicBezTo>
                  <a:pt x="64821" y="104858"/>
                  <a:pt x="57195" y="112484"/>
                  <a:pt x="57195" y="123923"/>
                </a:cubicBezTo>
                <a:close/>
                <a:moveTo>
                  <a:pt x="289789" y="171586"/>
                </a:moveTo>
                <a:lnTo>
                  <a:pt x="249753" y="171586"/>
                </a:lnTo>
                <a:cubicBezTo>
                  <a:pt x="245940" y="158240"/>
                  <a:pt x="234501" y="148708"/>
                  <a:pt x="219248" y="148708"/>
                </a:cubicBezTo>
                <a:cubicBezTo>
                  <a:pt x="202090" y="148708"/>
                  <a:pt x="188744" y="162053"/>
                  <a:pt x="188744" y="179212"/>
                </a:cubicBezTo>
                <a:cubicBezTo>
                  <a:pt x="188744" y="196370"/>
                  <a:pt x="202090" y="209716"/>
                  <a:pt x="219248" y="209716"/>
                </a:cubicBezTo>
                <a:cubicBezTo>
                  <a:pt x="232594" y="209716"/>
                  <a:pt x="244033" y="202090"/>
                  <a:pt x="247846" y="190651"/>
                </a:cubicBezTo>
                <a:lnTo>
                  <a:pt x="278350" y="190651"/>
                </a:lnTo>
                <a:cubicBezTo>
                  <a:pt x="263098" y="213529"/>
                  <a:pt x="236407" y="228781"/>
                  <a:pt x="207809" y="228781"/>
                </a:cubicBezTo>
                <a:cubicBezTo>
                  <a:pt x="160147" y="228781"/>
                  <a:pt x="122017" y="190651"/>
                  <a:pt x="122017" y="142988"/>
                </a:cubicBezTo>
                <a:cubicBezTo>
                  <a:pt x="122017" y="95325"/>
                  <a:pt x="160147" y="57195"/>
                  <a:pt x="207809" y="57195"/>
                </a:cubicBezTo>
                <a:cubicBezTo>
                  <a:pt x="255472" y="57195"/>
                  <a:pt x="293602" y="95325"/>
                  <a:pt x="293602" y="142988"/>
                </a:cubicBezTo>
                <a:cubicBezTo>
                  <a:pt x="293602" y="152521"/>
                  <a:pt x="293602" y="162053"/>
                  <a:pt x="289789" y="171586"/>
                </a:cubicBezTo>
                <a:close/>
                <a:moveTo>
                  <a:pt x="232594" y="179212"/>
                </a:moveTo>
                <a:cubicBezTo>
                  <a:pt x="232594" y="184931"/>
                  <a:pt x="226874" y="190651"/>
                  <a:pt x="221155" y="190651"/>
                </a:cubicBezTo>
                <a:cubicBezTo>
                  <a:pt x="215435" y="190651"/>
                  <a:pt x="209716" y="184931"/>
                  <a:pt x="209716" y="179212"/>
                </a:cubicBezTo>
                <a:cubicBezTo>
                  <a:pt x="209716" y="173492"/>
                  <a:pt x="215435" y="167773"/>
                  <a:pt x="221155" y="167773"/>
                </a:cubicBezTo>
                <a:cubicBezTo>
                  <a:pt x="226874" y="167773"/>
                  <a:pt x="232594" y="173492"/>
                  <a:pt x="232594" y="179212"/>
                </a:cubicBezTo>
                <a:close/>
                <a:moveTo>
                  <a:pt x="343172" y="123923"/>
                </a:moveTo>
                <a:lnTo>
                  <a:pt x="343172" y="171586"/>
                </a:lnTo>
                <a:lnTo>
                  <a:pt x="314574" y="171586"/>
                </a:lnTo>
                <a:lnTo>
                  <a:pt x="314574" y="123923"/>
                </a:lnTo>
                <a:lnTo>
                  <a:pt x="343172" y="123923"/>
                </a:lnTo>
                <a:close/>
                <a:moveTo>
                  <a:pt x="101045" y="93419"/>
                </a:moveTo>
                <a:cubicBezTo>
                  <a:pt x="106764" y="80073"/>
                  <a:pt x="114391" y="66728"/>
                  <a:pt x="123923" y="55289"/>
                </a:cubicBezTo>
                <a:cubicBezTo>
                  <a:pt x="144895" y="32411"/>
                  <a:pt x="175399" y="19065"/>
                  <a:pt x="209716" y="19065"/>
                </a:cubicBezTo>
                <a:cubicBezTo>
                  <a:pt x="242127" y="19065"/>
                  <a:pt x="272631" y="32411"/>
                  <a:pt x="295509" y="55289"/>
                </a:cubicBezTo>
                <a:cubicBezTo>
                  <a:pt x="305041" y="66728"/>
                  <a:pt x="314574" y="78167"/>
                  <a:pt x="318387" y="93419"/>
                </a:cubicBezTo>
                <a:lnTo>
                  <a:pt x="322200" y="104858"/>
                </a:lnTo>
                <a:lnTo>
                  <a:pt x="306948" y="104858"/>
                </a:lnTo>
                <a:cubicBezTo>
                  <a:pt x="291696" y="66728"/>
                  <a:pt x="253566" y="38130"/>
                  <a:pt x="209716" y="38130"/>
                </a:cubicBezTo>
                <a:cubicBezTo>
                  <a:pt x="165866" y="38130"/>
                  <a:pt x="127736" y="66728"/>
                  <a:pt x="112484" y="104858"/>
                </a:cubicBezTo>
                <a:lnTo>
                  <a:pt x="97232" y="104858"/>
                </a:lnTo>
                <a:lnTo>
                  <a:pt x="101045" y="93419"/>
                </a:lnTo>
                <a:close/>
                <a:moveTo>
                  <a:pt x="104858" y="123923"/>
                </a:moveTo>
                <a:lnTo>
                  <a:pt x="104858" y="171586"/>
                </a:lnTo>
                <a:lnTo>
                  <a:pt x="76260" y="171586"/>
                </a:lnTo>
                <a:lnTo>
                  <a:pt x="76260" y="123923"/>
                </a:lnTo>
                <a:lnTo>
                  <a:pt x="104858" y="12392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Graphic 20" descr="Nurse with headset icon.">
            <a:extLst>
              <a:ext uri="{FF2B5EF4-FFF2-40B4-BE49-F238E27FC236}">
                <a16:creationId xmlns:a16="http://schemas.microsoft.com/office/drawing/2014/main" id="{A49790AC-0C62-427A-A4B6-2A75CF1376A5}"/>
              </a:ext>
            </a:extLst>
          </p:cNvPr>
          <p:cNvSpPr/>
          <p:nvPr/>
        </p:nvSpPr>
        <p:spPr>
          <a:xfrm>
            <a:off x="8322114" y="4172322"/>
            <a:ext cx="421362" cy="431332"/>
          </a:xfrm>
          <a:custGeom>
            <a:avLst/>
            <a:gdLst>
              <a:gd name="connsiteX0" fmla="*/ 445597 w 594309"/>
              <a:gd name="connsiteY0" fmla="*/ 369348 h 608370"/>
              <a:gd name="connsiteX1" fmla="*/ 445597 w 594309"/>
              <a:gd name="connsiteY1" fmla="*/ 270387 h 608370"/>
              <a:gd name="connsiteX2" fmla="*/ 486155 w 594309"/>
              <a:gd name="connsiteY2" fmla="*/ 270387 h 608370"/>
              <a:gd name="connsiteX3" fmla="*/ 513194 w 594309"/>
              <a:gd name="connsiteY3" fmla="*/ 243348 h 608370"/>
              <a:gd name="connsiteX4" fmla="*/ 513194 w 594309"/>
              <a:gd name="connsiteY4" fmla="*/ 175751 h 608370"/>
              <a:gd name="connsiteX5" fmla="*/ 486155 w 594309"/>
              <a:gd name="connsiteY5" fmla="*/ 148713 h 608370"/>
              <a:gd name="connsiteX6" fmla="*/ 485074 w 594309"/>
              <a:gd name="connsiteY6" fmla="*/ 148713 h 608370"/>
              <a:gd name="connsiteX7" fmla="*/ 475881 w 594309"/>
              <a:gd name="connsiteY7" fmla="*/ 123026 h 608370"/>
              <a:gd name="connsiteX8" fmla="*/ 436945 w 594309"/>
              <a:gd name="connsiteY8" fmla="*/ 60837 h 608370"/>
              <a:gd name="connsiteX9" fmla="*/ 296614 w 594309"/>
              <a:gd name="connsiteY9" fmla="*/ 0 h 608370"/>
              <a:gd name="connsiteX10" fmla="*/ 156284 w 594309"/>
              <a:gd name="connsiteY10" fmla="*/ 60837 h 608370"/>
              <a:gd name="connsiteX11" fmla="*/ 117348 w 594309"/>
              <a:gd name="connsiteY11" fmla="*/ 123567 h 608370"/>
              <a:gd name="connsiteX12" fmla="*/ 108425 w 594309"/>
              <a:gd name="connsiteY12" fmla="*/ 148442 h 608370"/>
              <a:gd name="connsiteX13" fmla="*/ 108155 w 594309"/>
              <a:gd name="connsiteY13" fmla="*/ 148442 h 608370"/>
              <a:gd name="connsiteX14" fmla="*/ 81116 w 594309"/>
              <a:gd name="connsiteY14" fmla="*/ 175481 h 608370"/>
              <a:gd name="connsiteX15" fmla="*/ 81116 w 594309"/>
              <a:gd name="connsiteY15" fmla="*/ 243348 h 608370"/>
              <a:gd name="connsiteX16" fmla="*/ 108155 w 594309"/>
              <a:gd name="connsiteY16" fmla="*/ 270387 h 608370"/>
              <a:gd name="connsiteX17" fmla="*/ 148713 w 594309"/>
              <a:gd name="connsiteY17" fmla="*/ 270387 h 608370"/>
              <a:gd name="connsiteX18" fmla="*/ 148713 w 594309"/>
              <a:gd name="connsiteY18" fmla="*/ 372322 h 608370"/>
              <a:gd name="connsiteX19" fmla="*/ 0 w 594309"/>
              <a:gd name="connsiteY19" fmla="*/ 554293 h 608370"/>
              <a:gd name="connsiteX20" fmla="*/ 0 w 594309"/>
              <a:gd name="connsiteY20" fmla="*/ 581331 h 608370"/>
              <a:gd name="connsiteX21" fmla="*/ 27039 w 594309"/>
              <a:gd name="connsiteY21" fmla="*/ 608370 h 608370"/>
              <a:gd name="connsiteX22" fmla="*/ 567271 w 594309"/>
              <a:gd name="connsiteY22" fmla="*/ 608370 h 608370"/>
              <a:gd name="connsiteX23" fmla="*/ 594310 w 594309"/>
              <a:gd name="connsiteY23" fmla="*/ 581331 h 608370"/>
              <a:gd name="connsiteX24" fmla="*/ 594310 w 594309"/>
              <a:gd name="connsiteY24" fmla="*/ 554293 h 608370"/>
              <a:gd name="connsiteX25" fmla="*/ 445597 w 594309"/>
              <a:gd name="connsiteY25" fmla="*/ 369619 h 608370"/>
              <a:gd name="connsiteX26" fmla="*/ 350692 w 594309"/>
              <a:gd name="connsiteY26" fmla="*/ 94365 h 608370"/>
              <a:gd name="connsiteX27" fmla="*/ 416666 w 594309"/>
              <a:gd name="connsiteY27" fmla="*/ 188189 h 608370"/>
              <a:gd name="connsiteX28" fmla="*/ 350692 w 594309"/>
              <a:gd name="connsiteY28" fmla="*/ 113562 h 608370"/>
              <a:gd name="connsiteX29" fmla="*/ 350692 w 594309"/>
              <a:gd name="connsiteY29" fmla="*/ 94365 h 608370"/>
              <a:gd name="connsiteX30" fmla="*/ 215769 w 594309"/>
              <a:gd name="connsiteY30" fmla="*/ 178185 h 608370"/>
              <a:gd name="connsiteX31" fmla="*/ 249026 w 594309"/>
              <a:gd name="connsiteY31" fmla="*/ 178185 h 608370"/>
              <a:gd name="connsiteX32" fmla="*/ 327709 w 594309"/>
              <a:gd name="connsiteY32" fmla="*/ 140331 h 608370"/>
              <a:gd name="connsiteX33" fmla="*/ 416936 w 594309"/>
              <a:gd name="connsiteY33" fmla="*/ 215228 h 608370"/>
              <a:gd name="connsiteX34" fmla="*/ 410717 w 594309"/>
              <a:gd name="connsiteY34" fmla="*/ 243348 h 608370"/>
              <a:gd name="connsiteX35" fmla="*/ 357451 w 594309"/>
              <a:gd name="connsiteY35" fmla="*/ 243348 h 608370"/>
              <a:gd name="connsiteX36" fmla="*/ 314730 w 594309"/>
              <a:gd name="connsiteY36" fmla="*/ 209279 h 608370"/>
              <a:gd name="connsiteX37" fmla="*/ 270657 w 594309"/>
              <a:gd name="connsiteY37" fmla="*/ 253352 h 608370"/>
              <a:gd name="connsiteX38" fmla="*/ 314730 w 594309"/>
              <a:gd name="connsiteY38" fmla="*/ 297425 h 608370"/>
              <a:gd name="connsiteX39" fmla="*/ 355288 w 594309"/>
              <a:gd name="connsiteY39" fmla="*/ 270657 h 608370"/>
              <a:gd name="connsiteX40" fmla="*/ 397739 w 594309"/>
              <a:gd name="connsiteY40" fmla="*/ 270657 h 608370"/>
              <a:gd name="connsiteX41" fmla="*/ 297155 w 594309"/>
              <a:gd name="connsiteY41" fmla="*/ 324194 h 608370"/>
              <a:gd name="connsiteX42" fmla="*/ 176563 w 594309"/>
              <a:gd name="connsiteY42" fmla="*/ 210090 h 608370"/>
              <a:gd name="connsiteX43" fmla="*/ 216039 w 594309"/>
              <a:gd name="connsiteY43" fmla="*/ 178455 h 608370"/>
              <a:gd name="connsiteX44" fmla="*/ 183863 w 594309"/>
              <a:gd name="connsiteY44" fmla="*/ 159528 h 608370"/>
              <a:gd name="connsiteX45" fmla="*/ 296885 w 594309"/>
              <a:gd name="connsiteY45" fmla="*/ 81386 h 608370"/>
              <a:gd name="connsiteX46" fmla="*/ 323382 w 594309"/>
              <a:gd name="connsiteY46" fmla="*/ 84361 h 608370"/>
              <a:gd name="connsiteX47" fmla="*/ 249026 w 594309"/>
              <a:gd name="connsiteY47" fmla="*/ 151146 h 608370"/>
              <a:gd name="connsiteX48" fmla="*/ 215769 w 594309"/>
              <a:gd name="connsiteY48" fmla="*/ 151146 h 608370"/>
              <a:gd name="connsiteX49" fmla="*/ 183863 w 594309"/>
              <a:gd name="connsiteY49" fmla="*/ 159528 h 608370"/>
              <a:gd name="connsiteX50" fmla="*/ 331494 w 594309"/>
              <a:gd name="connsiteY50" fmla="*/ 253082 h 608370"/>
              <a:gd name="connsiteX51" fmla="*/ 314460 w 594309"/>
              <a:gd name="connsiteY51" fmla="*/ 270116 h 608370"/>
              <a:gd name="connsiteX52" fmla="*/ 297425 w 594309"/>
              <a:gd name="connsiteY52" fmla="*/ 253082 h 608370"/>
              <a:gd name="connsiteX53" fmla="*/ 314460 w 594309"/>
              <a:gd name="connsiteY53" fmla="*/ 236048 h 608370"/>
              <a:gd name="connsiteX54" fmla="*/ 331494 w 594309"/>
              <a:gd name="connsiteY54" fmla="*/ 253082 h 608370"/>
              <a:gd name="connsiteX55" fmla="*/ 486155 w 594309"/>
              <a:gd name="connsiteY55" fmla="*/ 243348 h 608370"/>
              <a:gd name="connsiteX56" fmla="*/ 445597 w 594309"/>
              <a:gd name="connsiteY56" fmla="*/ 243348 h 608370"/>
              <a:gd name="connsiteX57" fmla="*/ 445597 w 594309"/>
              <a:gd name="connsiteY57" fmla="*/ 175751 h 608370"/>
              <a:gd name="connsiteX58" fmla="*/ 486155 w 594309"/>
              <a:gd name="connsiteY58" fmla="*/ 175751 h 608370"/>
              <a:gd name="connsiteX59" fmla="*/ 486155 w 594309"/>
              <a:gd name="connsiteY59" fmla="*/ 243348 h 608370"/>
              <a:gd name="connsiteX60" fmla="*/ 142223 w 594309"/>
              <a:gd name="connsiteY60" fmla="*/ 132489 h 608370"/>
              <a:gd name="connsiteX61" fmla="*/ 175751 w 594309"/>
              <a:gd name="connsiteY61" fmla="*/ 78683 h 608370"/>
              <a:gd name="connsiteX62" fmla="*/ 296344 w 594309"/>
              <a:gd name="connsiteY62" fmla="*/ 26768 h 608370"/>
              <a:gd name="connsiteX63" fmla="*/ 416936 w 594309"/>
              <a:gd name="connsiteY63" fmla="*/ 78683 h 608370"/>
              <a:gd name="connsiteX64" fmla="*/ 450464 w 594309"/>
              <a:gd name="connsiteY64" fmla="*/ 132219 h 608370"/>
              <a:gd name="connsiteX65" fmla="*/ 456413 w 594309"/>
              <a:gd name="connsiteY65" fmla="*/ 148442 h 608370"/>
              <a:gd name="connsiteX66" fmla="*/ 435052 w 594309"/>
              <a:gd name="connsiteY66" fmla="*/ 148442 h 608370"/>
              <a:gd name="connsiteX67" fmla="*/ 297155 w 594309"/>
              <a:gd name="connsiteY67" fmla="*/ 54077 h 608370"/>
              <a:gd name="connsiteX68" fmla="*/ 159258 w 594309"/>
              <a:gd name="connsiteY68" fmla="*/ 148172 h 608370"/>
              <a:gd name="connsiteX69" fmla="*/ 136816 w 594309"/>
              <a:gd name="connsiteY69" fmla="*/ 148172 h 608370"/>
              <a:gd name="connsiteX70" fmla="*/ 142223 w 594309"/>
              <a:gd name="connsiteY70" fmla="*/ 132760 h 608370"/>
              <a:gd name="connsiteX71" fmla="*/ 107614 w 594309"/>
              <a:gd name="connsiteY71" fmla="*/ 243078 h 608370"/>
              <a:gd name="connsiteX72" fmla="*/ 107614 w 594309"/>
              <a:gd name="connsiteY72" fmla="*/ 175211 h 608370"/>
              <a:gd name="connsiteX73" fmla="*/ 148172 w 594309"/>
              <a:gd name="connsiteY73" fmla="*/ 175211 h 608370"/>
              <a:gd name="connsiteX74" fmla="*/ 148172 w 594309"/>
              <a:gd name="connsiteY74" fmla="*/ 243078 h 608370"/>
              <a:gd name="connsiteX75" fmla="*/ 107614 w 594309"/>
              <a:gd name="connsiteY75" fmla="*/ 243078 h 608370"/>
              <a:gd name="connsiteX76" fmla="*/ 175211 w 594309"/>
              <a:gd name="connsiteY76" fmla="*/ 286880 h 608370"/>
              <a:gd name="connsiteX77" fmla="*/ 296885 w 594309"/>
              <a:gd name="connsiteY77" fmla="*/ 350692 h 608370"/>
              <a:gd name="connsiteX78" fmla="*/ 418559 w 594309"/>
              <a:gd name="connsiteY78" fmla="*/ 286880 h 608370"/>
              <a:gd name="connsiteX79" fmla="*/ 418559 w 594309"/>
              <a:gd name="connsiteY79" fmla="*/ 365292 h 608370"/>
              <a:gd name="connsiteX80" fmla="*/ 405039 w 594309"/>
              <a:gd name="connsiteY80" fmla="*/ 364481 h 608370"/>
              <a:gd name="connsiteX81" fmla="*/ 209550 w 594309"/>
              <a:gd name="connsiteY81" fmla="*/ 364481 h 608370"/>
              <a:gd name="connsiteX82" fmla="*/ 175211 w 594309"/>
              <a:gd name="connsiteY82" fmla="*/ 366915 h 608370"/>
              <a:gd name="connsiteX83" fmla="*/ 175211 w 594309"/>
              <a:gd name="connsiteY83" fmla="*/ 286610 h 608370"/>
              <a:gd name="connsiteX84" fmla="*/ 361777 w 594309"/>
              <a:gd name="connsiteY84" fmla="*/ 391790 h 608370"/>
              <a:gd name="connsiteX85" fmla="*/ 296885 w 594309"/>
              <a:gd name="connsiteY85" fmla="*/ 465876 h 608370"/>
              <a:gd name="connsiteX86" fmla="*/ 231992 w 594309"/>
              <a:gd name="connsiteY86" fmla="*/ 391790 h 608370"/>
              <a:gd name="connsiteX87" fmla="*/ 361507 w 594309"/>
              <a:gd name="connsiteY87" fmla="*/ 391790 h 608370"/>
              <a:gd name="connsiteX88" fmla="*/ 567271 w 594309"/>
              <a:gd name="connsiteY88" fmla="*/ 581061 h 608370"/>
              <a:gd name="connsiteX89" fmla="*/ 486155 w 594309"/>
              <a:gd name="connsiteY89" fmla="*/ 581061 h 608370"/>
              <a:gd name="connsiteX90" fmla="*/ 486155 w 594309"/>
              <a:gd name="connsiteY90" fmla="*/ 526984 h 608370"/>
              <a:gd name="connsiteX91" fmla="*/ 459117 w 594309"/>
              <a:gd name="connsiteY91" fmla="*/ 526984 h 608370"/>
              <a:gd name="connsiteX92" fmla="*/ 459117 w 594309"/>
              <a:gd name="connsiteY92" fmla="*/ 581061 h 608370"/>
              <a:gd name="connsiteX93" fmla="*/ 134653 w 594309"/>
              <a:gd name="connsiteY93" fmla="*/ 581061 h 608370"/>
              <a:gd name="connsiteX94" fmla="*/ 134653 w 594309"/>
              <a:gd name="connsiteY94" fmla="*/ 526984 h 608370"/>
              <a:gd name="connsiteX95" fmla="*/ 107614 w 594309"/>
              <a:gd name="connsiteY95" fmla="*/ 526984 h 608370"/>
              <a:gd name="connsiteX96" fmla="*/ 107614 w 594309"/>
              <a:gd name="connsiteY96" fmla="*/ 581061 h 608370"/>
              <a:gd name="connsiteX97" fmla="*/ 26498 w 594309"/>
              <a:gd name="connsiteY97" fmla="*/ 581061 h 608370"/>
              <a:gd name="connsiteX98" fmla="*/ 26498 w 594309"/>
              <a:gd name="connsiteY98" fmla="*/ 554022 h 608370"/>
              <a:gd name="connsiteX99" fmla="*/ 196571 w 594309"/>
              <a:gd name="connsiteY99" fmla="*/ 392331 h 608370"/>
              <a:gd name="connsiteX100" fmla="*/ 296885 w 594309"/>
              <a:gd name="connsiteY100" fmla="*/ 506975 h 608370"/>
              <a:gd name="connsiteX101" fmla="*/ 397739 w 594309"/>
              <a:gd name="connsiteY101" fmla="*/ 391790 h 608370"/>
              <a:gd name="connsiteX102" fmla="*/ 405039 w 594309"/>
              <a:gd name="connsiteY102" fmla="*/ 391790 h 608370"/>
              <a:gd name="connsiteX103" fmla="*/ 567271 w 594309"/>
              <a:gd name="connsiteY103" fmla="*/ 554022 h 608370"/>
              <a:gd name="connsiteX104" fmla="*/ 567271 w 594309"/>
              <a:gd name="connsiteY104" fmla="*/ 581061 h 608370"/>
              <a:gd name="connsiteX105" fmla="*/ 351773 w 594309"/>
              <a:gd name="connsiteY105" fmla="*/ 499945 h 608370"/>
              <a:gd name="connsiteX106" fmla="*/ 432078 w 594309"/>
              <a:gd name="connsiteY106" fmla="*/ 499945 h 608370"/>
              <a:gd name="connsiteX107" fmla="*/ 432078 w 594309"/>
              <a:gd name="connsiteY107" fmla="*/ 526984 h 608370"/>
              <a:gd name="connsiteX108" fmla="*/ 351773 w 594309"/>
              <a:gd name="connsiteY108" fmla="*/ 526984 h 608370"/>
              <a:gd name="connsiteX109" fmla="*/ 351773 w 594309"/>
              <a:gd name="connsiteY109" fmla="*/ 499945 h 60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594309" h="608370">
                <a:moveTo>
                  <a:pt x="445597" y="369348"/>
                </a:moveTo>
                <a:lnTo>
                  <a:pt x="445597" y="270387"/>
                </a:lnTo>
                <a:lnTo>
                  <a:pt x="486155" y="270387"/>
                </a:lnTo>
                <a:cubicBezTo>
                  <a:pt x="501026" y="270387"/>
                  <a:pt x="513194" y="258219"/>
                  <a:pt x="513194" y="243348"/>
                </a:cubicBezTo>
                <a:lnTo>
                  <a:pt x="513194" y="175751"/>
                </a:lnTo>
                <a:cubicBezTo>
                  <a:pt x="513194" y="160880"/>
                  <a:pt x="501026" y="148713"/>
                  <a:pt x="486155" y="148713"/>
                </a:cubicBezTo>
                <a:lnTo>
                  <a:pt x="485074" y="148713"/>
                </a:lnTo>
                <a:lnTo>
                  <a:pt x="475881" y="123026"/>
                </a:lnTo>
                <a:cubicBezTo>
                  <a:pt x="466687" y="99773"/>
                  <a:pt x="453709" y="78953"/>
                  <a:pt x="436945" y="60837"/>
                </a:cubicBezTo>
                <a:cubicBezTo>
                  <a:pt x="400983" y="21631"/>
                  <a:pt x="350962" y="0"/>
                  <a:pt x="296614" y="0"/>
                </a:cubicBezTo>
                <a:cubicBezTo>
                  <a:pt x="242266" y="0"/>
                  <a:pt x="192245" y="21631"/>
                  <a:pt x="156284" y="60837"/>
                </a:cubicBezTo>
                <a:cubicBezTo>
                  <a:pt x="139790" y="78953"/>
                  <a:pt x="126541" y="99773"/>
                  <a:pt x="117348" y="123567"/>
                </a:cubicBezTo>
                <a:lnTo>
                  <a:pt x="108425" y="148442"/>
                </a:lnTo>
                <a:lnTo>
                  <a:pt x="108155" y="148442"/>
                </a:lnTo>
                <a:cubicBezTo>
                  <a:pt x="93283" y="148442"/>
                  <a:pt x="81116" y="160610"/>
                  <a:pt x="81116" y="175481"/>
                </a:cubicBezTo>
                <a:lnTo>
                  <a:pt x="81116" y="243348"/>
                </a:lnTo>
                <a:cubicBezTo>
                  <a:pt x="81116" y="258219"/>
                  <a:pt x="93283" y="270387"/>
                  <a:pt x="108155" y="270387"/>
                </a:cubicBezTo>
                <a:lnTo>
                  <a:pt x="148713" y="270387"/>
                </a:lnTo>
                <a:lnTo>
                  <a:pt x="148713" y="372322"/>
                </a:lnTo>
                <a:cubicBezTo>
                  <a:pt x="59755" y="394224"/>
                  <a:pt x="0" y="463984"/>
                  <a:pt x="0" y="554293"/>
                </a:cubicBezTo>
                <a:lnTo>
                  <a:pt x="0" y="581331"/>
                </a:lnTo>
                <a:cubicBezTo>
                  <a:pt x="0" y="596203"/>
                  <a:pt x="12167" y="608370"/>
                  <a:pt x="27039" y="608370"/>
                </a:cubicBezTo>
                <a:lnTo>
                  <a:pt x="567271" y="608370"/>
                </a:lnTo>
                <a:cubicBezTo>
                  <a:pt x="582143" y="608370"/>
                  <a:pt x="594310" y="596203"/>
                  <a:pt x="594310" y="581331"/>
                </a:cubicBezTo>
                <a:lnTo>
                  <a:pt x="594310" y="554293"/>
                </a:lnTo>
                <a:cubicBezTo>
                  <a:pt x="594310" y="463984"/>
                  <a:pt x="530499" y="388275"/>
                  <a:pt x="445597" y="369619"/>
                </a:cubicBezTo>
                <a:close/>
                <a:moveTo>
                  <a:pt x="350692" y="94365"/>
                </a:moveTo>
                <a:cubicBezTo>
                  <a:pt x="386383" y="112210"/>
                  <a:pt x="411799" y="146820"/>
                  <a:pt x="416666" y="188189"/>
                </a:cubicBezTo>
                <a:cubicBezTo>
                  <a:pt x="379623" y="183593"/>
                  <a:pt x="350692" y="152228"/>
                  <a:pt x="350692" y="113562"/>
                </a:cubicBezTo>
                <a:lnTo>
                  <a:pt x="350692" y="94365"/>
                </a:lnTo>
                <a:close/>
                <a:moveTo>
                  <a:pt x="215769" y="178185"/>
                </a:moveTo>
                <a:lnTo>
                  <a:pt x="249026" y="178185"/>
                </a:lnTo>
                <a:cubicBezTo>
                  <a:pt x="280661" y="178185"/>
                  <a:pt x="308782" y="163314"/>
                  <a:pt x="327709" y="140331"/>
                </a:cubicBezTo>
                <a:cubicBezTo>
                  <a:pt x="338795" y="180889"/>
                  <a:pt x="373945" y="211172"/>
                  <a:pt x="416936" y="215228"/>
                </a:cubicBezTo>
                <a:cubicBezTo>
                  <a:pt x="415855" y="224962"/>
                  <a:pt x="413962" y="234425"/>
                  <a:pt x="410717" y="243348"/>
                </a:cubicBezTo>
                <a:lnTo>
                  <a:pt x="357451" y="243348"/>
                </a:lnTo>
                <a:cubicBezTo>
                  <a:pt x="352855" y="223880"/>
                  <a:pt x="335550" y="209279"/>
                  <a:pt x="314730" y="209279"/>
                </a:cubicBezTo>
                <a:cubicBezTo>
                  <a:pt x="290395" y="209279"/>
                  <a:pt x="270657" y="229018"/>
                  <a:pt x="270657" y="253352"/>
                </a:cubicBezTo>
                <a:cubicBezTo>
                  <a:pt x="270657" y="277687"/>
                  <a:pt x="290395" y="297425"/>
                  <a:pt x="314730" y="297425"/>
                </a:cubicBezTo>
                <a:cubicBezTo>
                  <a:pt x="332846" y="297425"/>
                  <a:pt x="348528" y="286340"/>
                  <a:pt x="355288" y="270657"/>
                </a:cubicBezTo>
                <a:lnTo>
                  <a:pt x="397739" y="270657"/>
                </a:lnTo>
                <a:cubicBezTo>
                  <a:pt x="375837" y="302833"/>
                  <a:pt x="339065" y="324194"/>
                  <a:pt x="297155" y="324194"/>
                </a:cubicBezTo>
                <a:cubicBezTo>
                  <a:pt x="232803" y="324194"/>
                  <a:pt x="180348" y="273631"/>
                  <a:pt x="176563" y="210090"/>
                </a:cubicBezTo>
                <a:cubicBezTo>
                  <a:pt x="180618" y="191975"/>
                  <a:pt x="196842" y="178455"/>
                  <a:pt x="216039" y="178455"/>
                </a:cubicBezTo>
                <a:close/>
                <a:moveTo>
                  <a:pt x="183863" y="159528"/>
                </a:moveTo>
                <a:cubicBezTo>
                  <a:pt x="201438" y="113833"/>
                  <a:pt x="245241" y="81386"/>
                  <a:pt x="296885" y="81386"/>
                </a:cubicBezTo>
                <a:cubicBezTo>
                  <a:pt x="306078" y="81386"/>
                  <a:pt x="314730" y="82468"/>
                  <a:pt x="323382" y="84361"/>
                </a:cubicBezTo>
                <a:cubicBezTo>
                  <a:pt x="319056" y="121944"/>
                  <a:pt x="287421" y="151146"/>
                  <a:pt x="249026" y="151146"/>
                </a:cubicBezTo>
                <a:lnTo>
                  <a:pt x="215769" y="151146"/>
                </a:lnTo>
                <a:cubicBezTo>
                  <a:pt x="204142" y="151146"/>
                  <a:pt x="193326" y="154391"/>
                  <a:pt x="183863" y="159528"/>
                </a:cubicBezTo>
                <a:close/>
                <a:moveTo>
                  <a:pt x="331494" y="253082"/>
                </a:moveTo>
                <a:cubicBezTo>
                  <a:pt x="331494" y="262545"/>
                  <a:pt x="323923" y="270116"/>
                  <a:pt x="314460" y="270116"/>
                </a:cubicBezTo>
                <a:cubicBezTo>
                  <a:pt x="304996" y="270116"/>
                  <a:pt x="297425" y="262545"/>
                  <a:pt x="297425" y="253082"/>
                </a:cubicBezTo>
                <a:cubicBezTo>
                  <a:pt x="297425" y="243618"/>
                  <a:pt x="304996" y="236048"/>
                  <a:pt x="314460" y="236048"/>
                </a:cubicBezTo>
                <a:cubicBezTo>
                  <a:pt x="323923" y="236048"/>
                  <a:pt x="331494" y="243618"/>
                  <a:pt x="331494" y="253082"/>
                </a:cubicBezTo>
                <a:close/>
                <a:moveTo>
                  <a:pt x="486155" y="243348"/>
                </a:moveTo>
                <a:lnTo>
                  <a:pt x="445597" y="243348"/>
                </a:lnTo>
                <a:lnTo>
                  <a:pt x="445597" y="175751"/>
                </a:lnTo>
                <a:lnTo>
                  <a:pt x="486155" y="175751"/>
                </a:lnTo>
                <a:lnTo>
                  <a:pt x="486155" y="243348"/>
                </a:lnTo>
                <a:close/>
                <a:moveTo>
                  <a:pt x="142223" y="132489"/>
                </a:moveTo>
                <a:cubicBezTo>
                  <a:pt x="150335" y="112210"/>
                  <a:pt x="161421" y="94095"/>
                  <a:pt x="175751" y="78683"/>
                </a:cubicBezTo>
                <a:cubicBezTo>
                  <a:pt x="206575" y="45155"/>
                  <a:pt x="249567" y="26768"/>
                  <a:pt x="296344" y="26768"/>
                </a:cubicBezTo>
                <a:cubicBezTo>
                  <a:pt x="343121" y="26768"/>
                  <a:pt x="386112" y="45155"/>
                  <a:pt x="416936" y="78683"/>
                </a:cubicBezTo>
                <a:cubicBezTo>
                  <a:pt x="431267" y="94365"/>
                  <a:pt x="442623" y="112481"/>
                  <a:pt x="450464" y="132219"/>
                </a:cubicBezTo>
                <a:lnTo>
                  <a:pt x="456413" y="148442"/>
                </a:lnTo>
                <a:lnTo>
                  <a:pt x="435052" y="148442"/>
                </a:lnTo>
                <a:cubicBezTo>
                  <a:pt x="413421" y="93283"/>
                  <a:pt x="359885" y="54077"/>
                  <a:pt x="297155" y="54077"/>
                </a:cubicBezTo>
                <a:cubicBezTo>
                  <a:pt x="234425" y="54077"/>
                  <a:pt x="180889" y="93013"/>
                  <a:pt x="159258" y="148172"/>
                </a:cubicBezTo>
                <a:lnTo>
                  <a:pt x="136816" y="148172"/>
                </a:lnTo>
                <a:lnTo>
                  <a:pt x="142223" y="132760"/>
                </a:lnTo>
                <a:close/>
                <a:moveTo>
                  <a:pt x="107614" y="243078"/>
                </a:moveTo>
                <a:lnTo>
                  <a:pt x="107614" y="175211"/>
                </a:lnTo>
                <a:lnTo>
                  <a:pt x="148172" y="175211"/>
                </a:lnTo>
                <a:lnTo>
                  <a:pt x="148172" y="243078"/>
                </a:lnTo>
                <a:lnTo>
                  <a:pt x="107614" y="243078"/>
                </a:lnTo>
                <a:close/>
                <a:moveTo>
                  <a:pt x="175211" y="286880"/>
                </a:moveTo>
                <a:cubicBezTo>
                  <a:pt x="201979" y="325275"/>
                  <a:pt x="246593" y="350692"/>
                  <a:pt x="296885" y="350692"/>
                </a:cubicBezTo>
                <a:cubicBezTo>
                  <a:pt x="347176" y="350692"/>
                  <a:pt x="391790" y="325546"/>
                  <a:pt x="418559" y="286880"/>
                </a:cubicBezTo>
                <a:lnTo>
                  <a:pt x="418559" y="365292"/>
                </a:lnTo>
                <a:cubicBezTo>
                  <a:pt x="413962" y="365022"/>
                  <a:pt x="409636" y="364481"/>
                  <a:pt x="405039" y="364481"/>
                </a:cubicBezTo>
                <a:lnTo>
                  <a:pt x="209550" y="364481"/>
                </a:lnTo>
                <a:cubicBezTo>
                  <a:pt x="197653" y="364481"/>
                  <a:pt x="186296" y="365563"/>
                  <a:pt x="175211" y="366915"/>
                </a:cubicBezTo>
                <a:lnTo>
                  <a:pt x="175211" y="286610"/>
                </a:lnTo>
                <a:close/>
                <a:moveTo>
                  <a:pt x="361777" y="391790"/>
                </a:moveTo>
                <a:lnTo>
                  <a:pt x="296885" y="465876"/>
                </a:lnTo>
                <a:lnTo>
                  <a:pt x="231992" y="391790"/>
                </a:lnTo>
                <a:lnTo>
                  <a:pt x="361507" y="391790"/>
                </a:lnTo>
                <a:close/>
                <a:moveTo>
                  <a:pt x="567271" y="581061"/>
                </a:moveTo>
                <a:lnTo>
                  <a:pt x="486155" y="581061"/>
                </a:lnTo>
                <a:lnTo>
                  <a:pt x="486155" y="526984"/>
                </a:lnTo>
                <a:lnTo>
                  <a:pt x="459117" y="526984"/>
                </a:lnTo>
                <a:lnTo>
                  <a:pt x="459117" y="581061"/>
                </a:lnTo>
                <a:lnTo>
                  <a:pt x="134653" y="581061"/>
                </a:lnTo>
                <a:lnTo>
                  <a:pt x="134653" y="526984"/>
                </a:lnTo>
                <a:lnTo>
                  <a:pt x="107614" y="526984"/>
                </a:lnTo>
                <a:lnTo>
                  <a:pt x="107614" y="581061"/>
                </a:lnTo>
                <a:lnTo>
                  <a:pt x="26498" y="581061"/>
                </a:lnTo>
                <a:lnTo>
                  <a:pt x="26498" y="554022"/>
                </a:lnTo>
                <a:cubicBezTo>
                  <a:pt x="26498" y="462361"/>
                  <a:pt x="95717" y="397468"/>
                  <a:pt x="196571" y="392331"/>
                </a:cubicBezTo>
                <a:lnTo>
                  <a:pt x="296885" y="506975"/>
                </a:lnTo>
                <a:lnTo>
                  <a:pt x="397739" y="391790"/>
                </a:lnTo>
                <a:lnTo>
                  <a:pt x="405039" y="391790"/>
                </a:lnTo>
                <a:cubicBezTo>
                  <a:pt x="494537" y="391790"/>
                  <a:pt x="567271" y="464524"/>
                  <a:pt x="567271" y="554022"/>
                </a:cubicBezTo>
                <a:lnTo>
                  <a:pt x="567271" y="581061"/>
                </a:lnTo>
                <a:close/>
                <a:moveTo>
                  <a:pt x="351773" y="499945"/>
                </a:moveTo>
                <a:lnTo>
                  <a:pt x="432078" y="499945"/>
                </a:lnTo>
                <a:lnTo>
                  <a:pt x="432078" y="526984"/>
                </a:lnTo>
                <a:lnTo>
                  <a:pt x="351773" y="526984"/>
                </a:lnTo>
                <a:lnTo>
                  <a:pt x="351773" y="499945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9" descr="Nurse/doctor icon.">
            <a:extLst>
              <a:ext uri="{FF2B5EF4-FFF2-40B4-BE49-F238E27FC236}">
                <a16:creationId xmlns:a16="http://schemas.microsoft.com/office/drawing/2014/main" id="{4407EE02-C25F-440B-9018-F129D9A800F9}"/>
              </a:ext>
            </a:extLst>
          </p:cNvPr>
          <p:cNvSpPr>
            <a:spLocks noChangeAspect="1"/>
          </p:cNvSpPr>
          <p:nvPr/>
        </p:nvSpPr>
        <p:spPr>
          <a:xfrm>
            <a:off x="9553210" y="4183346"/>
            <a:ext cx="420308" cy="420308"/>
          </a:xfrm>
          <a:custGeom>
            <a:avLst/>
            <a:gdLst>
              <a:gd name="connsiteX0" fmla="*/ 210154 w 420308"/>
              <a:gd name="connsiteY0" fmla="*/ 210154 h 420308"/>
              <a:gd name="connsiteX1" fmla="*/ 315231 w 420308"/>
              <a:gd name="connsiteY1" fmla="*/ 105077 h 420308"/>
              <a:gd name="connsiteX2" fmla="*/ 210154 w 420308"/>
              <a:gd name="connsiteY2" fmla="*/ 0 h 420308"/>
              <a:gd name="connsiteX3" fmla="*/ 105077 w 420308"/>
              <a:gd name="connsiteY3" fmla="*/ 105077 h 420308"/>
              <a:gd name="connsiteX4" fmla="*/ 210154 w 420308"/>
              <a:gd name="connsiteY4" fmla="*/ 210154 h 420308"/>
              <a:gd name="connsiteX5" fmla="*/ 210154 w 420308"/>
              <a:gd name="connsiteY5" fmla="*/ 19105 h 420308"/>
              <a:gd name="connsiteX6" fmla="*/ 286574 w 420308"/>
              <a:gd name="connsiteY6" fmla="*/ 66867 h 420308"/>
              <a:gd name="connsiteX7" fmla="*/ 242632 w 420308"/>
              <a:gd name="connsiteY7" fmla="*/ 66867 h 420308"/>
              <a:gd name="connsiteX8" fmla="*/ 200602 w 420308"/>
              <a:gd name="connsiteY8" fmla="*/ 43941 h 420308"/>
              <a:gd name="connsiteX9" fmla="*/ 177676 w 420308"/>
              <a:gd name="connsiteY9" fmla="*/ 66867 h 420308"/>
              <a:gd name="connsiteX10" fmla="*/ 133734 w 420308"/>
              <a:gd name="connsiteY10" fmla="*/ 66867 h 420308"/>
              <a:gd name="connsiteX11" fmla="*/ 210154 w 420308"/>
              <a:gd name="connsiteY11" fmla="*/ 19105 h 420308"/>
              <a:gd name="connsiteX12" fmla="*/ 225438 w 420308"/>
              <a:gd name="connsiteY12" fmla="*/ 76420 h 420308"/>
              <a:gd name="connsiteX13" fmla="*/ 212065 w 420308"/>
              <a:gd name="connsiteY13" fmla="*/ 93614 h 420308"/>
              <a:gd name="connsiteX14" fmla="*/ 194870 w 420308"/>
              <a:gd name="connsiteY14" fmla="*/ 80241 h 420308"/>
              <a:gd name="connsiteX15" fmla="*/ 194870 w 420308"/>
              <a:gd name="connsiteY15" fmla="*/ 76420 h 420308"/>
              <a:gd name="connsiteX16" fmla="*/ 208244 w 420308"/>
              <a:gd name="connsiteY16" fmla="*/ 59225 h 420308"/>
              <a:gd name="connsiteX17" fmla="*/ 225438 w 420308"/>
              <a:gd name="connsiteY17" fmla="*/ 72599 h 420308"/>
              <a:gd name="connsiteX18" fmla="*/ 225438 w 420308"/>
              <a:gd name="connsiteY18" fmla="*/ 76420 h 420308"/>
              <a:gd name="connsiteX19" fmla="*/ 126092 w 420308"/>
              <a:gd name="connsiteY19" fmla="*/ 85972 h 420308"/>
              <a:gd name="connsiteX20" fmla="*/ 177676 w 420308"/>
              <a:gd name="connsiteY20" fmla="*/ 85972 h 420308"/>
              <a:gd name="connsiteX21" fmla="*/ 219707 w 420308"/>
              <a:gd name="connsiteY21" fmla="*/ 108898 h 420308"/>
              <a:gd name="connsiteX22" fmla="*/ 242632 w 420308"/>
              <a:gd name="connsiteY22" fmla="*/ 85972 h 420308"/>
              <a:gd name="connsiteX23" fmla="*/ 294216 w 420308"/>
              <a:gd name="connsiteY23" fmla="*/ 85972 h 420308"/>
              <a:gd name="connsiteX24" fmla="*/ 296126 w 420308"/>
              <a:gd name="connsiteY24" fmla="*/ 105077 h 420308"/>
              <a:gd name="connsiteX25" fmla="*/ 210154 w 420308"/>
              <a:gd name="connsiteY25" fmla="*/ 191049 h 420308"/>
              <a:gd name="connsiteX26" fmla="*/ 124182 w 420308"/>
              <a:gd name="connsiteY26" fmla="*/ 105077 h 420308"/>
              <a:gd name="connsiteX27" fmla="*/ 126092 w 420308"/>
              <a:gd name="connsiteY27" fmla="*/ 85972 h 420308"/>
              <a:gd name="connsiteX28" fmla="*/ 126092 w 420308"/>
              <a:gd name="connsiteY28" fmla="*/ 85972 h 420308"/>
              <a:gd name="connsiteX29" fmla="*/ 286574 w 420308"/>
              <a:gd name="connsiteY29" fmla="*/ 334336 h 420308"/>
              <a:gd name="connsiteX30" fmla="*/ 267469 w 420308"/>
              <a:gd name="connsiteY30" fmla="*/ 334336 h 420308"/>
              <a:gd name="connsiteX31" fmla="*/ 267469 w 420308"/>
              <a:gd name="connsiteY31" fmla="*/ 353441 h 420308"/>
              <a:gd name="connsiteX32" fmla="*/ 248364 w 420308"/>
              <a:gd name="connsiteY32" fmla="*/ 353441 h 420308"/>
              <a:gd name="connsiteX33" fmla="*/ 248364 w 420308"/>
              <a:gd name="connsiteY33" fmla="*/ 372546 h 420308"/>
              <a:gd name="connsiteX34" fmla="*/ 267469 w 420308"/>
              <a:gd name="connsiteY34" fmla="*/ 372546 h 420308"/>
              <a:gd name="connsiteX35" fmla="*/ 267469 w 420308"/>
              <a:gd name="connsiteY35" fmla="*/ 391651 h 420308"/>
              <a:gd name="connsiteX36" fmla="*/ 286574 w 420308"/>
              <a:gd name="connsiteY36" fmla="*/ 391651 h 420308"/>
              <a:gd name="connsiteX37" fmla="*/ 286574 w 420308"/>
              <a:gd name="connsiteY37" fmla="*/ 372546 h 420308"/>
              <a:gd name="connsiteX38" fmla="*/ 305679 w 420308"/>
              <a:gd name="connsiteY38" fmla="*/ 372546 h 420308"/>
              <a:gd name="connsiteX39" fmla="*/ 305679 w 420308"/>
              <a:gd name="connsiteY39" fmla="*/ 353441 h 420308"/>
              <a:gd name="connsiteX40" fmla="*/ 286574 w 420308"/>
              <a:gd name="connsiteY40" fmla="*/ 353441 h 420308"/>
              <a:gd name="connsiteX41" fmla="*/ 286574 w 420308"/>
              <a:gd name="connsiteY41" fmla="*/ 334336 h 420308"/>
              <a:gd name="connsiteX42" fmla="*/ 277021 w 420308"/>
              <a:gd name="connsiteY42" fmla="*/ 229259 h 420308"/>
              <a:gd name="connsiteX43" fmla="*/ 143287 w 420308"/>
              <a:gd name="connsiteY43" fmla="*/ 229259 h 420308"/>
              <a:gd name="connsiteX44" fmla="*/ 0 w 420308"/>
              <a:gd name="connsiteY44" fmla="*/ 372546 h 420308"/>
              <a:gd name="connsiteX45" fmla="*/ 0 w 420308"/>
              <a:gd name="connsiteY45" fmla="*/ 401203 h 420308"/>
              <a:gd name="connsiteX46" fmla="*/ 19105 w 420308"/>
              <a:gd name="connsiteY46" fmla="*/ 420308 h 420308"/>
              <a:gd name="connsiteX47" fmla="*/ 401203 w 420308"/>
              <a:gd name="connsiteY47" fmla="*/ 420308 h 420308"/>
              <a:gd name="connsiteX48" fmla="*/ 420308 w 420308"/>
              <a:gd name="connsiteY48" fmla="*/ 401203 h 420308"/>
              <a:gd name="connsiteX49" fmla="*/ 420308 w 420308"/>
              <a:gd name="connsiteY49" fmla="*/ 372546 h 420308"/>
              <a:gd name="connsiteX50" fmla="*/ 280842 w 420308"/>
              <a:gd name="connsiteY50" fmla="*/ 229259 h 420308"/>
              <a:gd name="connsiteX51" fmla="*/ 277021 w 420308"/>
              <a:gd name="connsiteY51" fmla="*/ 229259 h 420308"/>
              <a:gd name="connsiteX52" fmla="*/ 288484 w 420308"/>
              <a:gd name="connsiteY52" fmla="*/ 248364 h 420308"/>
              <a:gd name="connsiteX53" fmla="*/ 301858 w 420308"/>
              <a:gd name="connsiteY53" fmla="*/ 269379 h 420308"/>
              <a:gd name="connsiteX54" fmla="*/ 231170 w 420308"/>
              <a:gd name="connsiteY54" fmla="*/ 322873 h 420308"/>
              <a:gd name="connsiteX55" fmla="*/ 259827 w 420308"/>
              <a:gd name="connsiteY55" fmla="*/ 248364 h 420308"/>
              <a:gd name="connsiteX56" fmla="*/ 277021 w 420308"/>
              <a:gd name="connsiteY56" fmla="*/ 248364 h 420308"/>
              <a:gd name="connsiteX57" fmla="*/ 288484 w 420308"/>
              <a:gd name="connsiteY57" fmla="*/ 248364 h 420308"/>
              <a:gd name="connsiteX58" fmla="*/ 288484 w 420308"/>
              <a:gd name="connsiteY58" fmla="*/ 248364 h 420308"/>
              <a:gd name="connsiteX59" fmla="*/ 179586 w 420308"/>
              <a:gd name="connsiteY59" fmla="*/ 248364 h 420308"/>
              <a:gd name="connsiteX60" fmla="*/ 238811 w 420308"/>
              <a:gd name="connsiteY60" fmla="*/ 248364 h 420308"/>
              <a:gd name="connsiteX61" fmla="*/ 210154 w 420308"/>
              <a:gd name="connsiteY61" fmla="*/ 324784 h 420308"/>
              <a:gd name="connsiteX62" fmla="*/ 179586 w 420308"/>
              <a:gd name="connsiteY62" fmla="*/ 248364 h 420308"/>
              <a:gd name="connsiteX63" fmla="*/ 143287 w 420308"/>
              <a:gd name="connsiteY63" fmla="*/ 248364 h 420308"/>
              <a:gd name="connsiteX64" fmla="*/ 158571 w 420308"/>
              <a:gd name="connsiteY64" fmla="*/ 248364 h 420308"/>
              <a:gd name="connsiteX65" fmla="*/ 187228 w 420308"/>
              <a:gd name="connsiteY65" fmla="*/ 322873 h 420308"/>
              <a:gd name="connsiteX66" fmla="*/ 116540 w 420308"/>
              <a:gd name="connsiteY66" fmla="*/ 271290 h 420308"/>
              <a:gd name="connsiteX67" fmla="*/ 129913 w 420308"/>
              <a:gd name="connsiteY67" fmla="*/ 250274 h 420308"/>
              <a:gd name="connsiteX68" fmla="*/ 143287 w 420308"/>
              <a:gd name="connsiteY68" fmla="*/ 248364 h 420308"/>
              <a:gd name="connsiteX69" fmla="*/ 19105 w 420308"/>
              <a:gd name="connsiteY69" fmla="*/ 372546 h 420308"/>
              <a:gd name="connsiteX70" fmla="*/ 105077 w 420308"/>
              <a:gd name="connsiteY70" fmla="*/ 256006 h 420308"/>
              <a:gd name="connsiteX71" fmla="*/ 93614 w 420308"/>
              <a:gd name="connsiteY71" fmla="*/ 277021 h 420308"/>
              <a:gd name="connsiteX72" fmla="*/ 200602 w 420308"/>
              <a:gd name="connsiteY72" fmla="*/ 357262 h 420308"/>
              <a:gd name="connsiteX73" fmla="*/ 200602 w 420308"/>
              <a:gd name="connsiteY73" fmla="*/ 401203 h 420308"/>
              <a:gd name="connsiteX74" fmla="*/ 95525 w 420308"/>
              <a:gd name="connsiteY74" fmla="*/ 401203 h 420308"/>
              <a:gd name="connsiteX75" fmla="*/ 95525 w 420308"/>
              <a:gd name="connsiteY75" fmla="*/ 343889 h 420308"/>
              <a:gd name="connsiteX76" fmla="*/ 76420 w 420308"/>
              <a:gd name="connsiteY76" fmla="*/ 343889 h 420308"/>
              <a:gd name="connsiteX77" fmla="*/ 76420 w 420308"/>
              <a:gd name="connsiteY77" fmla="*/ 401203 h 420308"/>
              <a:gd name="connsiteX78" fmla="*/ 19105 w 420308"/>
              <a:gd name="connsiteY78" fmla="*/ 401203 h 420308"/>
              <a:gd name="connsiteX79" fmla="*/ 19105 w 420308"/>
              <a:gd name="connsiteY79" fmla="*/ 372546 h 420308"/>
              <a:gd name="connsiteX80" fmla="*/ 401203 w 420308"/>
              <a:gd name="connsiteY80" fmla="*/ 401203 h 420308"/>
              <a:gd name="connsiteX81" fmla="*/ 343889 w 420308"/>
              <a:gd name="connsiteY81" fmla="*/ 401203 h 420308"/>
              <a:gd name="connsiteX82" fmla="*/ 343889 w 420308"/>
              <a:gd name="connsiteY82" fmla="*/ 343889 h 420308"/>
              <a:gd name="connsiteX83" fmla="*/ 324784 w 420308"/>
              <a:gd name="connsiteY83" fmla="*/ 343889 h 420308"/>
              <a:gd name="connsiteX84" fmla="*/ 324784 w 420308"/>
              <a:gd name="connsiteY84" fmla="*/ 401203 h 420308"/>
              <a:gd name="connsiteX85" fmla="*/ 219707 w 420308"/>
              <a:gd name="connsiteY85" fmla="*/ 401203 h 420308"/>
              <a:gd name="connsiteX86" fmla="*/ 219707 w 420308"/>
              <a:gd name="connsiteY86" fmla="*/ 355351 h 420308"/>
              <a:gd name="connsiteX87" fmla="*/ 326694 w 420308"/>
              <a:gd name="connsiteY87" fmla="*/ 275111 h 420308"/>
              <a:gd name="connsiteX88" fmla="*/ 313321 w 420308"/>
              <a:gd name="connsiteY88" fmla="*/ 254095 h 420308"/>
              <a:gd name="connsiteX89" fmla="*/ 401203 w 420308"/>
              <a:gd name="connsiteY89" fmla="*/ 372546 h 420308"/>
              <a:gd name="connsiteX90" fmla="*/ 401203 w 420308"/>
              <a:gd name="connsiteY90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420308" h="420308">
                <a:moveTo>
                  <a:pt x="210154" y="210154"/>
                </a:moveTo>
                <a:cubicBezTo>
                  <a:pt x="267469" y="210154"/>
                  <a:pt x="315231" y="162392"/>
                  <a:pt x="315231" y="105077"/>
                </a:cubicBezTo>
                <a:cubicBezTo>
                  <a:pt x="315231" y="47762"/>
                  <a:pt x="26746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ubicBezTo>
                  <a:pt x="105077" y="162392"/>
                  <a:pt x="152839" y="210154"/>
                  <a:pt x="210154" y="210154"/>
                </a:cubicBezTo>
                <a:close/>
                <a:moveTo>
                  <a:pt x="210154" y="19105"/>
                </a:moveTo>
                <a:cubicBezTo>
                  <a:pt x="242632" y="19105"/>
                  <a:pt x="271290" y="38210"/>
                  <a:pt x="286574" y="66867"/>
                </a:cubicBezTo>
                <a:lnTo>
                  <a:pt x="242632" y="66867"/>
                </a:lnTo>
                <a:cubicBezTo>
                  <a:pt x="236901" y="49673"/>
                  <a:pt x="219707" y="38210"/>
                  <a:pt x="200602" y="43941"/>
                </a:cubicBezTo>
                <a:cubicBezTo>
                  <a:pt x="189139" y="47762"/>
                  <a:pt x="181497" y="55404"/>
                  <a:pt x="177676" y="66867"/>
                </a:cubicBezTo>
                <a:lnTo>
                  <a:pt x="133734" y="66867"/>
                </a:lnTo>
                <a:cubicBezTo>
                  <a:pt x="149018" y="38210"/>
                  <a:pt x="177676" y="19105"/>
                  <a:pt x="210154" y="19105"/>
                </a:cubicBezTo>
                <a:close/>
                <a:moveTo>
                  <a:pt x="225438" y="76420"/>
                </a:moveTo>
                <a:cubicBezTo>
                  <a:pt x="225438" y="84062"/>
                  <a:pt x="219707" y="91704"/>
                  <a:pt x="212065" y="93614"/>
                </a:cubicBezTo>
                <a:cubicBezTo>
                  <a:pt x="204423" y="93614"/>
                  <a:pt x="196781" y="87883"/>
                  <a:pt x="194870" y="80241"/>
                </a:cubicBezTo>
                <a:cubicBezTo>
                  <a:pt x="194870" y="78330"/>
                  <a:pt x="194870" y="78330"/>
                  <a:pt x="194870" y="76420"/>
                </a:cubicBezTo>
                <a:cubicBezTo>
                  <a:pt x="194870" y="68778"/>
                  <a:pt x="200602" y="61136"/>
                  <a:pt x="208244" y="59225"/>
                </a:cubicBezTo>
                <a:cubicBezTo>
                  <a:pt x="215886" y="59225"/>
                  <a:pt x="223528" y="64957"/>
                  <a:pt x="225438" y="72599"/>
                </a:cubicBezTo>
                <a:cubicBezTo>
                  <a:pt x="225438" y="74509"/>
                  <a:pt x="225438" y="74509"/>
                  <a:pt x="225438" y="76420"/>
                </a:cubicBezTo>
                <a:close/>
                <a:moveTo>
                  <a:pt x="126092" y="85972"/>
                </a:moveTo>
                <a:lnTo>
                  <a:pt x="177676" y="85972"/>
                </a:lnTo>
                <a:cubicBezTo>
                  <a:pt x="183407" y="103167"/>
                  <a:pt x="200602" y="114630"/>
                  <a:pt x="219707" y="108898"/>
                </a:cubicBezTo>
                <a:cubicBezTo>
                  <a:pt x="231170" y="105077"/>
                  <a:pt x="238811" y="97435"/>
                  <a:pt x="242632" y="85972"/>
                </a:cubicBezTo>
                <a:lnTo>
                  <a:pt x="294216" y="85972"/>
                </a:lnTo>
                <a:cubicBezTo>
                  <a:pt x="296126" y="91704"/>
                  <a:pt x="296126" y="99346"/>
                  <a:pt x="296126" y="105077"/>
                </a:cubicBezTo>
                <a:cubicBezTo>
                  <a:pt x="296126" y="152839"/>
                  <a:pt x="257916" y="191049"/>
                  <a:pt x="210154" y="191049"/>
                </a:cubicBezTo>
                <a:cubicBezTo>
                  <a:pt x="162392" y="191049"/>
                  <a:pt x="124182" y="152839"/>
                  <a:pt x="124182" y="105077"/>
                </a:cubicBezTo>
                <a:cubicBezTo>
                  <a:pt x="124182" y="99346"/>
                  <a:pt x="124182" y="91704"/>
                  <a:pt x="126092" y="85972"/>
                </a:cubicBezTo>
                <a:lnTo>
                  <a:pt x="126092" y="85972"/>
                </a:lnTo>
                <a:close/>
                <a:moveTo>
                  <a:pt x="286574" y="334336"/>
                </a:moveTo>
                <a:lnTo>
                  <a:pt x="267469" y="334336"/>
                </a:lnTo>
                <a:lnTo>
                  <a:pt x="267469" y="353441"/>
                </a:lnTo>
                <a:lnTo>
                  <a:pt x="248364" y="353441"/>
                </a:lnTo>
                <a:lnTo>
                  <a:pt x="248364" y="372546"/>
                </a:lnTo>
                <a:lnTo>
                  <a:pt x="267469" y="372546"/>
                </a:lnTo>
                <a:lnTo>
                  <a:pt x="267469" y="391651"/>
                </a:lnTo>
                <a:lnTo>
                  <a:pt x="286574" y="391651"/>
                </a:lnTo>
                <a:lnTo>
                  <a:pt x="286574" y="372546"/>
                </a:lnTo>
                <a:lnTo>
                  <a:pt x="305679" y="372546"/>
                </a:lnTo>
                <a:lnTo>
                  <a:pt x="305679" y="353441"/>
                </a:lnTo>
                <a:lnTo>
                  <a:pt x="286574" y="353441"/>
                </a:lnTo>
                <a:lnTo>
                  <a:pt x="286574" y="334336"/>
                </a:lnTo>
                <a:close/>
                <a:moveTo>
                  <a:pt x="277021" y="229259"/>
                </a:move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9172" y="231170"/>
                  <a:pt x="280842" y="229259"/>
                </a:cubicBezTo>
                <a:cubicBezTo>
                  <a:pt x="278932" y="229259"/>
                  <a:pt x="278932" y="229259"/>
                  <a:pt x="277021" y="229259"/>
                </a:cubicBezTo>
                <a:close/>
                <a:moveTo>
                  <a:pt x="288484" y="248364"/>
                </a:moveTo>
                <a:lnTo>
                  <a:pt x="301858" y="269379"/>
                </a:lnTo>
                <a:lnTo>
                  <a:pt x="231170" y="322873"/>
                </a:lnTo>
                <a:lnTo>
                  <a:pt x="259827" y="248364"/>
                </a:lnTo>
                <a:lnTo>
                  <a:pt x="277021" y="248364"/>
                </a:lnTo>
                <a:cubicBezTo>
                  <a:pt x="280842" y="248364"/>
                  <a:pt x="284663" y="248364"/>
                  <a:pt x="288484" y="248364"/>
                </a:cubicBezTo>
                <a:lnTo>
                  <a:pt x="288484" y="248364"/>
                </a:lnTo>
                <a:close/>
                <a:moveTo>
                  <a:pt x="179586" y="248364"/>
                </a:moveTo>
                <a:lnTo>
                  <a:pt x="238811" y="248364"/>
                </a:lnTo>
                <a:lnTo>
                  <a:pt x="210154" y="324784"/>
                </a:lnTo>
                <a:lnTo>
                  <a:pt x="179586" y="248364"/>
                </a:lnTo>
                <a:close/>
                <a:moveTo>
                  <a:pt x="143287" y="248364"/>
                </a:moveTo>
                <a:lnTo>
                  <a:pt x="158571" y="248364"/>
                </a:lnTo>
                <a:lnTo>
                  <a:pt x="187228" y="322873"/>
                </a:lnTo>
                <a:lnTo>
                  <a:pt x="116540" y="271290"/>
                </a:lnTo>
                <a:lnTo>
                  <a:pt x="129913" y="250274"/>
                </a:lnTo>
                <a:cubicBezTo>
                  <a:pt x="135645" y="248364"/>
                  <a:pt x="139466" y="248364"/>
                  <a:pt x="143287" y="248364"/>
                </a:cubicBezTo>
                <a:close/>
                <a:moveTo>
                  <a:pt x="19105" y="372546"/>
                </a:moveTo>
                <a:cubicBezTo>
                  <a:pt x="19105" y="319052"/>
                  <a:pt x="53494" y="271290"/>
                  <a:pt x="105077" y="256006"/>
                </a:cubicBezTo>
                <a:lnTo>
                  <a:pt x="93614" y="277021"/>
                </a:lnTo>
                <a:lnTo>
                  <a:pt x="200602" y="357262"/>
                </a:lnTo>
                <a:lnTo>
                  <a:pt x="200602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lose/>
                <a:moveTo>
                  <a:pt x="401203" y="401203"/>
                </a:move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219707" y="401203"/>
                </a:lnTo>
                <a:lnTo>
                  <a:pt x="219707" y="355351"/>
                </a:lnTo>
                <a:lnTo>
                  <a:pt x="326694" y="275111"/>
                </a:lnTo>
                <a:lnTo>
                  <a:pt x="313321" y="254095"/>
                </a:lnTo>
                <a:cubicBezTo>
                  <a:pt x="364904" y="269379"/>
                  <a:pt x="401203" y="317142"/>
                  <a:pt x="401203" y="372546"/>
                </a:cubicBezTo>
                <a:lnTo>
                  <a:pt x="401203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Graphic 18" descr="Nurse/doctor 2 icon.">
            <a:extLst>
              <a:ext uri="{FF2B5EF4-FFF2-40B4-BE49-F238E27FC236}">
                <a16:creationId xmlns:a16="http://schemas.microsoft.com/office/drawing/2014/main" id="{F764367F-FA0C-4351-BC34-E066DBC19D2E}"/>
              </a:ext>
            </a:extLst>
          </p:cNvPr>
          <p:cNvSpPr/>
          <p:nvPr/>
        </p:nvSpPr>
        <p:spPr>
          <a:xfrm>
            <a:off x="10784665" y="4181908"/>
            <a:ext cx="421746" cy="421746"/>
          </a:xfrm>
          <a:custGeom>
            <a:avLst/>
            <a:gdLst>
              <a:gd name="connsiteX0" fmla="*/ 405580 w 594850"/>
              <a:gd name="connsiteY0" fmla="*/ 500215 h 594850"/>
              <a:gd name="connsiteX1" fmla="*/ 432619 w 594850"/>
              <a:gd name="connsiteY1" fmla="*/ 500215 h 594850"/>
              <a:gd name="connsiteX2" fmla="*/ 432619 w 594850"/>
              <a:gd name="connsiteY2" fmla="*/ 527254 h 594850"/>
              <a:gd name="connsiteX3" fmla="*/ 405580 w 594850"/>
              <a:gd name="connsiteY3" fmla="*/ 527254 h 594850"/>
              <a:gd name="connsiteX4" fmla="*/ 405580 w 594850"/>
              <a:gd name="connsiteY4" fmla="*/ 554293 h 594850"/>
              <a:gd name="connsiteX5" fmla="*/ 378541 w 594850"/>
              <a:gd name="connsiteY5" fmla="*/ 554293 h 594850"/>
              <a:gd name="connsiteX6" fmla="*/ 378541 w 594850"/>
              <a:gd name="connsiteY6" fmla="*/ 527254 h 594850"/>
              <a:gd name="connsiteX7" fmla="*/ 352314 w 594850"/>
              <a:gd name="connsiteY7" fmla="*/ 527254 h 594850"/>
              <a:gd name="connsiteX8" fmla="*/ 352314 w 594850"/>
              <a:gd name="connsiteY8" fmla="*/ 500215 h 594850"/>
              <a:gd name="connsiteX9" fmla="*/ 378541 w 594850"/>
              <a:gd name="connsiteY9" fmla="*/ 500215 h 594850"/>
              <a:gd name="connsiteX10" fmla="*/ 378541 w 594850"/>
              <a:gd name="connsiteY10" fmla="*/ 473177 h 594850"/>
              <a:gd name="connsiteX11" fmla="*/ 405580 w 594850"/>
              <a:gd name="connsiteY11" fmla="*/ 473177 h 594850"/>
              <a:gd name="connsiteX12" fmla="*/ 405580 w 594850"/>
              <a:gd name="connsiteY12" fmla="*/ 500215 h 594850"/>
              <a:gd name="connsiteX13" fmla="*/ 445868 w 594850"/>
              <a:gd name="connsiteY13" fmla="*/ 331764 h 594850"/>
              <a:gd name="connsiteX14" fmla="*/ 445868 w 594850"/>
              <a:gd name="connsiteY14" fmla="*/ 151957 h 594850"/>
              <a:gd name="connsiteX15" fmla="*/ 445868 w 594850"/>
              <a:gd name="connsiteY15" fmla="*/ 148713 h 594850"/>
              <a:gd name="connsiteX16" fmla="*/ 297155 w 594850"/>
              <a:gd name="connsiteY16" fmla="*/ 0 h 594850"/>
              <a:gd name="connsiteX17" fmla="*/ 148713 w 594850"/>
              <a:gd name="connsiteY17" fmla="*/ 148713 h 594850"/>
              <a:gd name="connsiteX18" fmla="*/ 148713 w 594850"/>
              <a:gd name="connsiteY18" fmla="*/ 332305 h 594850"/>
              <a:gd name="connsiteX19" fmla="*/ 0 w 594850"/>
              <a:gd name="connsiteY19" fmla="*/ 526984 h 594850"/>
              <a:gd name="connsiteX20" fmla="*/ 0 w 594850"/>
              <a:gd name="connsiteY20" fmla="*/ 567812 h 594850"/>
              <a:gd name="connsiteX21" fmla="*/ 27039 w 594850"/>
              <a:gd name="connsiteY21" fmla="*/ 594851 h 594850"/>
              <a:gd name="connsiteX22" fmla="*/ 567812 w 594850"/>
              <a:gd name="connsiteY22" fmla="*/ 594851 h 594850"/>
              <a:gd name="connsiteX23" fmla="*/ 594851 w 594850"/>
              <a:gd name="connsiteY23" fmla="*/ 567812 h 594850"/>
              <a:gd name="connsiteX24" fmla="*/ 594851 w 594850"/>
              <a:gd name="connsiteY24" fmla="*/ 526984 h 594850"/>
              <a:gd name="connsiteX25" fmla="*/ 445868 w 594850"/>
              <a:gd name="connsiteY25" fmla="*/ 331494 h 594850"/>
              <a:gd name="connsiteX26" fmla="*/ 428022 w 594850"/>
              <a:gd name="connsiteY26" fmla="*/ 383949 h 594850"/>
              <a:gd name="connsiteX27" fmla="*/ 326897 w 594850"/>
              <a:gd name="connsiteY27" fmla="*/ 460739 h 594850"/>
              <a:gd name="connsiteX28" fmla="*/ 369889 w 594850"/>
              <a:gd name="connsiteY28" fmla="*/ 351503 h 594850"/>
              <a:gd name="connsiteX29" fmla="*/ 392601 w 594850"/>
              <a:gd name="connsiteY29" fmla="*/ 351503 h 594850"/>
              <a:gd name="connsiteX30" fmla="*/ 409095 w 594850"/>
              <a:gd name="connsiteY30" fmla="*/ 352314 h 594850"/>
              <a:gd name="connsiteX31" fmla="*/ 408825 w 594850"/>
              <a:gd name="connsiteY31" fmla="*/ 352314 h 594850"/>
              <a:gd name="connsiteX32" fmla="*/ 428022 w 594850"/>
              <a:gd name="connsiteY32" fmla="*/ 383949 h 594850"/>
              <a:gd name="connsiteX33" fmla="*/ 187648 w 594850"/>
              <a:gd name="connsiteY33" fmla="*/ 352314 h 594850"/>
              <a:gd name="connsiteX34" fmla="*/ 203331 w 594850"/>
              <a:gd name="connsiteY34" fmla="*/ 351503 h 594850"/>
              <a:gd name="connsiteX35" fmla="*/ 225502 w 594850"/>
              <a:gd name="connsiteY35" fmla="*/ 351503 h 594850"/>
              <a:gd name="connsiteX36" fmla="*/ 268764 w 594850"/>
              <a:gd name="connsiteY36" fmla="*/ 461009 h 594850"/>
              <a:gd name="connsiteX37" fmla="*/ 168992 w 594850"/>
              <a:gd name="connsiteY37" fmla="*/ 383949 h 594850"/>
              <a:gd name="connsiteX38" fmla="*/ 187919 w 594850"/>
              <a:gd name="connsiteY38" fmla="*/ 352584 h 594850"/>
              <a:gd name="connsiteX39" fmla="*/ 187919 w 594850"/>
              <a:gd name="connsiteY39" fmla="*/ 352584 h 594850"/>
              <a:gd name="connsiteX40" fmla="*/ 297696 w 594850"/>
              <a:gd name="connsiteY40" fmla="*/ 460739 h 594850"/>
              <a:gd name="connsiteX41" fmla="*/ 254434 w 594850"/>
              <a:gd name="connsiteY41" fmla="*/ 351232 h 594850"/>
              <a:gd name="connsiteX42" fmla="*/ 340687 w 594850"/>
              <a:gd name="connsiteY42" fmla="*/ 351232 h 594850"/>
              <a:gd name="connsiteX43" fmla="*/ 297425 w 594850"/>
              <a:gd name="connsiteY43" fmla="*/ 460739 h 594850"/>
              <a:gd name="connsiteX44" fmla="*/ 327438 w 594850"/>
              <a:gd name="connsiteY44" fmla="*/ 93013 h 594850"/>
              <a:gd name="connsiteX45" fmla="*/ 416666 w 594850"/>
              <a:gd name="connsiteY45" fmla="*/ 167910 h 594850"/>
              <a:gd name="connsiteX46" fmla="*/ 296885 w 594850"/>
              <a:gd name="connsiteY46" fmla="*/ 270387 h 594850"/>
              <a:gd name="connsiteX47" fmla="*/ 176563 w 594850"/>
              <a:gd name="connsiteY47" fmla="*/ 161691 h 594850"/>
              <a:gd name="connsiteX48" fmla="*/ 215498 w 594850"/>
              <a:gd name="connsiteY48" fmla="*/ 130867 h 594850"/>
              <a:gd name="connsiteX49" fmla="*/ 248756 w 594850"/>
              <a:gd name="connsiteY49" fmla="*/ 130867 h 594850"/>
              <a:gd name="connsiteX50" fmla="*/ 327438 w 594850"/>
              <a:gd name="connsiteY50" fmla="*/ 93013 h 594850"/>
              <a:gd name="connsiteX51" fmla="*/ 418018 w 594850"/>
              <a:gd name="connsiteY51" fmla="*/ 140871 h 594850"/>
              <a:gd name="connsiteX52" fmla="*/ 350421 w 594850"/>
              <a:gd name="connsiteY52" fmla="*/ 66245 h 594850"/>
              <a:gd name="connsiteX53" fmla="*/ 350421 w 594850"/>
              <a:gd name="connsiteY53" fmla="*/ 39747 h 594850"/>
              <a:gd name="connsiteX54" fmla="*/ 418018 w 594850"/>
              <a:gd name="connsiteY54" fmla="*/ 140871 h 594850"/>
              <a:gd name="connsiteX55" fmla="*/ 297425 w 594850"/>
              <a:gd name="connsiteY55" fmla="*/ 27039 h 594850"/>
              <a:gd name="connsiteX56" fmla="*/ 323923 w 594850"/>
              <a:gd name="connsiteY56" fmla="*/ 30013 h 594850"/>
              <a:gd name="connsiteX57" fmla="*/ 323923 w 594850"/>
              <a:gd name="connsiteY57" fmla="*/ 34609 h 594850"/>
              <a:gd name="connsiteX58" fmla="*/ 249297 w 594850"/>
              <a:gd name="connsiteY58" fmla="*/ 103828 h 594850"/>
              <a:gd name="connsiteX59" fmla="*/ 216039 w 594850"/>
              <a:gd name="connsiteY59" fmla="*/ 103828 h 594850"/>
              <a:gd name="connsiteX60" fmla="*/ 181700 w 594850"/>
              <a:gd name="connsiteY60" fmla="*/ 113292 h 594850"/>
              <a:gd name="connsiteX61" fmla="*/ 297425 w 594850"/>
              <a:gd name="connsiteY61" fmla="*/ 27039 h 594850"/>
              <a:gd name="connsiteX62" fmla="*/ 175751 w 594850"/>
              <a:gd name="connsiteY62" fmla="*/ 233884 h 594850"/>
              <a:gd name="connsiteX63" fmla="*/ 297425 w 594850"/>
              <a:gd name="connsiteY63" fmla="*/ 297425 h 594850"/>
              <a:gd name="connsiteX64" fmla="*/ 418829 w 594850"/>
              <a:gd name="connsiteY64" fmla="*/ 234155 h 594850"/>
              <a:gd name="connsiteX65" fmla="*/ 418829 w 594850"/>
              <a:gd name="connsiteY65" fmla="*/ 326357 h 594850"/>
              <a:gd name="connsiteX66" fmla="*/ 392872 w 594850"/>
              <a:gd name="connsiteY66" fmla="*/ 324464 h 594850"/>
              <a:gd name="connsiteX67" fmla="*/ 203601 w 594850"/>
              <a:gd name="connsiteY67" fmla="*/ 324464 h 594850"/>
              <a:gd name="connsiteX68" fmla="*/ 175751 w 594850"/>
              <a:gd name="connsiteY68" fmla="*/ 326627 h 594850"/>
              <a:gd name="connsiteX69" fmla="*/ 175751 w 594850"/>
              <a:gd name="connsiteY69" fmla="*/ 233884 h 594850"/>
              <a:gd name="connsiteX70" fmla="*/ 108155 w 594850"/>
              <a:gd name="connsiteY70" fmla="*/ 486696 h 594850"/>
              <a:gd name="connsiteX71" fmla="*/ 108155 w 594850"/>
              <a:gd name="connsiteY71" fmla="*/ 567812 h 594850"/>
              <a:gd name="connsiteX72" fmla="*/ 27039 w 594850"/>
              <a:gd name="connsiteY72" fmla="*/ 567812 h 594850"/>
              <a:gd name="connsiteX73" fmla="*/ 27039 w 594850"/>
              <a:gd name="connsiteY73" fmla="*/ 526984 h 594850"/>
              <a:gd name="connsiteX74" fmla="*/ 152228 w 594850"/>
              <a:gd name="connsiteY74" fmla="*/ 359074 h 594850"/>
              <a:gd name="connsiteX75" fmla="*/ 133571 w 594850"/>
              <a:gd name="connsiteY75" fmla="*/ 390438 h 594850"/>
              <a:gd name="connsiteX76" fmla="*/ 283906 w 594850"/>
              <a:gd name="connsiteY76" fmla="*/ 506705 h 594850"/>
              <a:gd name="connsiteX77" fmla="*/ 283906 w 594850"/>
              <a:gd name="connsiteY77" fmla="*/ 567812 h 594850"/>
              <a:gd name="connsiteX78" fmla="*/ 135193 w 594850"/>
              <a:gd name="connsiteY78" fmla="*/ 567812 h 594850"/>
              <a:gd name="connsiteX79" fmla="*/ 135193 w 594850"/>
              <a:gd name="connsiteY79" fmla="*/ 486696 h 594850"/>
              <a:gd name="connsiteX80" fmla="*/ 108155 w 594850"/>
              <a:gd name="connsiteY80" fmla="*/ 486696 h 594850"/>
              <a:gd name="connsiteX81" fmla="*/ 567812 w 594850"/>
              <a:gd name="connsiteY81" fmla="*/ 567812 h 594850"/>
              <a:gd name="connsiteX82" fmla="*/ 486696 w 594850"/>
              <a:gd name="connsiteY82" fmla="*/ 567812 h 594850"/>
              <a:gd name="connsiteX83" fmla="*/ 486696 w 594850"/>
              <a:gd name="connsiteY83" fmla="*/ 486696 h 594850"/>
              <a:gd name="connsiteX84" fmla="*/ 459657 w 594850"/>
              <a:gd name="connsiteY84" fmla="*/ 486696 h 594850"/>
              <a:gd name="connsiteX85" fmla="*/ 459657 w 594850"/>
              <a:gd name="connsiteY85" fmla="*/ 567812 h 594850"/>
              <a:gd name="connsiteX86" fmla="*/ 310945 w 594850"/>
              <a:gd name="connsiteY86" fmla="*/ 567812 h 594850"/>
              <a:gd name="connsiteX87" fmla="*/ 310945 w 594850"/>
              <a:gd name="connsiteY87" fmla="*/ 506705 h 594850"/>
              <a:gd name="connsiteX88" fmla="*/ 463984 w 594850"/>
              <a:gd name="connsiteY88" fmla="*/ 390438 h 594850"/>
              <a:gd name="connsiteX89" fmla="*/ 444786 w 594850"/>
              <a:gd name="connsiteY89" fmla="*/ 359074 h 594850"/>
              <a:gd name="connsiteX90" fmla="*/ 567812 w 594850"/>
              <a:gd name="connsiteY90" fmla="*/ 526984 h 594850"/>
              <a:gd name="connsiteX91" fmla="*/ 567812 w 594850"/>
              <a:gd name="connsiteY91" fmla="*/ 567812 h 59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594850" h="594850">
                <a:moveTo>
                  <a:pt x="405580" y="500215"/>
                </a:moveTo>
                <a:lnTo>
                  <a:pt x="432619" y="500215"/>
                </a:lnTo>
                <a:lnTo>
                  <a:pt x="432619" y="527254"/>
                </a:lnTo>
                <a:lnTo>
                  <a:pt x="405580" y="527254"/>
                </a:lnTo>
                <a:lnTo>
                  <a:pt x="405580" y="554293"/>
                </a:lnTo>
                <a:lnTo>
                  <a:pt x="378541" y="554293"/>
                </a:lnTo>
                <a:lnTo>
                  <a:pt x="378541" y="527254"/>
                </a:lnTo>
                <a:lnTo>
                  <a:pt x="352314" y="527254"/>
                </a:lnTo>
                <a:lnTo>
                  <a:pt x="352314" y="500215"/>
                </a:lnTo>
                <a:lnTo>
                  <a:pt x="378541" y="500215"/>
                </a:lnTo>
                <a:lnTo>
                  <a:pt x="378541" y="473177"/>
                </a:lnTo>
                <a:lnTo>
                  <a:pt x="405580" y="473177"/>
                </a:lnTo>
                <a:lnTo>
                  <a:pt x="405580" y="500215"/>
                </a:lnTo>
                <a:close/>
                <a:moveTo>
                  <a:pt x="445868" y="331764"/>
                </a:moveTo>
                <a:lnTo>
                  <a:pt x="445868" y="151957"/>
                </a:lnTo>
                <a:cubicBezTo>
                  <a:pt x="445868" y="151957"/>
                  <a:pt x="445868" y="149794"/>
                  <a:pt x="445868" y="148713"/>
                </a:cubicBezTo>
                <a:cubicBezTo>
                  <a:pt x="445868" y="66786"/>
                  <a:pt x="379082" y="0"/>
                  <a:pt x="297155" y="0"/>
                </a:cubicBezTo>
                <a:cubicBezTo>
                  <a:pt x="215228" y="0"/>
                  <a:pt x="148713" y="66786"/>
                  <a:pt x="148713" y="148713"/>
                </a:cubicBezTo>
                <a:lnTo>
                  <a:pt x="148713" y="332305"/>
                </a:lnTo>
                <a:cubicBezTo>
                  <a:pt x="63000" y="356640"/>
                  <a:pt x="0" y="434782"/>
                  <a:pt x="0" y="526984"/>
                </a:cubicBezTo>
                <a:lnTo>
                  <a:pt x="0" y="567812"/>
                </a:lnTo>
                <a:cubicBezTo>
                  <a:pt x="0" y="582683"/>
                  <a:pt x="12167" y="594851"/>
                  <a:pt x="27039" y="594851"/>
                </a:cubicBezTo>
                <a:lnTo>
                  <a:pt x="567812" y="594851"/>
                </a:lnTo>
                <a:cubicBezTo>
                  <a:pt x="582683" y="594851"/>
                  <a:pt x="594851" y="582683"/>
                  <a:pt x="594851" y="567812"/>
                </a:cubicBezTo>
                <a:lnTo>
                  <a:pt x="594851" y="526984"/>
                </a:lnTo>
                <a:cubicBezTo>
                  <a:pt x="594851" y="432348"/>
                  <a:pt x="532662" y="354747"/>
                  <a:pt x="445868" y="331494"/>
                </a:cubicBezTo>
                <a:close/>
                <a:moveTo>
                  <a:pt x="428022" y="383949"/>
                </a:moveTo>
                <a:lnTo>
                  <a:pt x="326897" y="460739"/>
                </a:lnTo>
                <a:lnTo>
                  <a:pt x="369889" y="351503"/>
                </a:lnTo>
                <a:lnTo>
                  <a:pt x="392601" y="351503"/>
                </a:lnTo>
                <a:cubicBezTo>
                  <a:pt x="398280" y="351503"/>
                  <a:pt x="403687" y="351773"/>
                  <a:pt x="409095" y="352314"/>
                </a:cubicBezTo>
                <a:lnTo>
                  <a:pt x="408825" y="352314"/>
                </a:lnTo>
                <a:lnTo>
                  <a:pt x="428022" y="383949"/>
                </a:lnTo>
                <a:close/>
                <a:moveTo>
                  <a:pt x="187648" y="352314"/>
                </a:moveTo>
                <a:cubicBezTo>
                  <a:pt x="192786" y="351773"/>
                  <a:pt x="198193" y="351503"/>
                  <a:pt x="203331" y="351503"/>
                </a:cubicBezTo>
                <a:lnTo>
                  <a:pt x="225502" y="351503"/>
                </a:lnTo>
                <a:lnTo>
                  <a:pt x="268764" y="461009"/>
                </a:lnTo>
                <a:lnTo>
                  <a:pt x="168992" y="383949"/>
                </a:lnTo>
                <a:lnTo>
                  <a:pt x="187919" y="352584"/>
                </a:lnTo>
                <a:lnTo>
                  <a:pt x="187919" y="352584"/>
                </a:lnTo>
                <a:close/>
                <a:moveTo>
                  <a:pt x="297696" y="460739"/>
                </a:moveTo>
                <a:lnTo>
                  <a:pt x="254434" y="351232"/>
                </a:lnTo>
                <a:lnTo>
                  <a:pt x="340687" y="351232"/>
                </a:lnTo>
                <a:lnTo>
                  <a:pt x="297425" y="460739"/>
                </a:lnTo>
                <a:close/>
                <a:moveTo>
                  <a:pt x="327438" y="93013"/>
                </a:moveTo>
                <a:cubicBezTo>
                  <a:pt x="338524" y="133571"/>
                  <a:pt x="373674" y="163854"/>
                  <a:pt x="416666" y="167910"/>
                </a:cubicBezTo>
                <a:cubicBezTo>
                  <a:pt x="407473" y="225773"/>
                  <a:pt x="357451" y="270387"/>
                  <a:pt x="296885" y="270387"/>
                </a:cubicBezTo>
                <a:cubicBezTo>
                  <a:pt x="236318" y="270387"/>
                  <a:pt x="183052" y="222528"/>
                  <a:pt x="176563" y="161691"/>
                </a:cubicBezTo>
                <a:cubicBezTo>
                  <a:pt x="181159" y="143846"/>
                  <a:pt x="196841" y="130867"/>
                  <a:pt x="215498" y="130867"/>
                </a:cubicBezTo>
                <a:lnTo>
                  <a:pt x="248756" y="130867"/>
                </a:lnTo>
                <a:cubicBezTo>
                  <a:pt x="280391" y="130867"/>
                  <a:pt x="308511" y="115996"/>
                  <a:pt x="327438" y="93013"/>
                </a:cubicBezTo>
                <a:close/>
                <a:moveTo>
                  <a:pt x="418018" y="140871"/>
                </a:moveTo>
                <a:cubicBezTo>
                  <a:pt x="380164" y="136816"/>
                  <a:pt x="350421" y="105180"/>
                  <a:pt x="350421" y="66245"/>
                </a:cubicBezTo>
                <a:lnTo>
                  <a:pt x="350421" y="39747"/>
                </a:lnTo>
                <a:cubicBezTo>
                  <a:pt x="388546" y="58404"/>
                  <a:pt x="415044" y="96258"/>
                  <a:pt x="418018" y="140871"/>
                </a:cubicBezTo>
                <a:close/>
                <a:moveTo>
                  <a:pt x="297425" y="27039"/>
                </a:moveTo>
                <a:cubicBezTo>
                  <a:pt x="306618" y="27039"/>
                  <a:pt x="315271" y="28120"/>
                  <a:pt x="323923" y="30013"/>
                </a:cubicBezTo>
                <a:lnTo>
                  <a:pt x="323923" y="34609"/>
                </a:lnTo>
                <a:cubicBezTo>
                  <a:pt x="320679" y="73275"/>
                  <a:pt x="288773" y="103828"/>
                  <a:pt x="249297" y="103828"/>
                </a:cubicBezTo>
                <a:lnTo>
                  <a:pt x="216039" y="103828"/>
                </a:lnTo>
                <a:cubicBezTo>
                  <a:pt x="203601" y="103828"/>
                  <a:pt x="191704" y="107344"/>
                  <a:pt x="181700" y="113292"/>
                </a:cubicBezTo>
                <a:cubicBezTo>
                  <a:pt x="197112" y="63541"/>
                  <a:pt x="242807" y="27039"/>
                  <a:pt x="297425" y="27039"/>
                </a:cubicBezTo>
                <a:close/>
                <a:moveTo>
                  <a:pt x="175751" y="233884"/>
                </a:moveTo>
                <a:cubicBezTo>
                  <a:pt x="202790" y="272279"/>
                  <a:pt x="247133" y="297425"/>
                  <a:pt x="297425" y="297425"/>
                </a:cubicBezTo>
                <a:cubicBezTo>
                  <a:pt x="347717" y="297425"/>
                  <a:pt x="392061" y="272279"/>
                  <a:pt x="418829" y="234155"/>
                </a:cubicBezTo>
                <a:lnTo>
                  <a:pt x="418829" y="326357"/>
                </a:lnTo>
                <a:cubicBezTo>
                  <a:pt x="410177" y="325275"/>
                  <a:pt x="401795" y="324464"/>
                  <a:pt x="392872" y="324464"/>
                </a:cubicBezTo>
                <a:lnTo>
                  <a:pt x="203601" y="324464"/>
                </a:lnTo>
                <a:cubicBezTo>
                  <a:pt x="194138" y="324464"/>
                  <a:pt x="184944" y="325546"/>
                  <a:pt x="175751" y="326627"/>
                </a:cubicBezTo>
                <a:lnTo>
                  <a:pt x="175751" y="233884"/>
                </a:lnTo>
                <a:close/>
                <a:moveTo>
                  <a:pt x="108155" y="486696"/>
                </a:moveTo>
                <a:lnTo>
                  <a:pt x="108155" y="567812"/>
                </a:lnTo>
                <a:lnTo>
                  <a:pt x="27039" y="567812"/>
                </a:lnTo>
                <a:lnTo>
                  <a:pt x="27039" y="526984"/>
                </a:lnTo>
                <a:cubicBezTo>
                  <a:pt x="27039" y="448301"/>
                  <a:pt x="80034" y="381245"/>
                  <a:pt x="152228" y="359074"/>
                </a:cubicBezTo>
                <a:lnTo>
                  <a:pt x="133571" y="390438"/>
                </a:lnTo>
                <a:lnTo>
                  <a:pt x="283906" y="506705"/>
                </a:lnTo>
                <a:lnTo>
                  <a:pt x="283906" y="567812"/>
                </a:lnTo>
                <a:lnTo>
                  <a:pt x="135193" y="567812"/>
                </a:lnTo>
                <a:lnTo>
                  <a:pt x="135193" y="486696"/>
                </a:lnTo>
                <a:lnTo>
                  <a:pt x="108155" y="486696"/>
                </a:lnTo>
                <a:close/>
                <a:moveTo>
                  <a:pt x="567812" y="567812"/>
                </a:moveTo>
                <a:lnTo>
                  <a:pt x="486696" y="567812"/>
                </a:lnTo>
                <a:lnTo>
                  <a:pt x="486696" y="486696"/>
                </a:lnTo>
                <a:lnTo>
                  <a:pt x="459657" y="486696"/>
                </a:lnTo>
                <a:lnTo>
                  <a:pt x="459657" y="567812"/>
                </a:lnTo>
                <a:lnTo>
                  <a:pt x="310945" y="567812"/>
                </a:lnTo>
                <a:lnTo>
                  <a:pt x="310945" y="506705"/>
                </a:lnTo>
                <a:lnTo>
                  <a:pt x="463984" y="390438"/>
                </a:lnTo>
                <a:lnTo>
                  <a:pt x="444786" y="359074"/>
                </a:lnTo>
                <a:cubicBezTo>
                  <a:pt x="516709" y="380975"/>
                  <a:pt x="567812" y="446949"/>
                  <a:pt x="567812" y="526984"/>
                </a:cubicBezTo>
                <a:lnTo>
                  <a:pt x="567812" y="567812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0" descr="Nurse practitioner 1 icon.">
            <a:extLst>
              <a:ext uri="{FF2B5EF4-FFF2-40B4-BE49-F238E27FC236}">
                <a16:creationId xmlns:a16="http://schemas.microsoft.com/office/drawing/2014/main" id="{59215E3E-7F81-4C73-A564-16070314EDA0}"/>
              </a:ext>
            </a:extLst>
          </p:cNvPr>
          <p:cNvSpPr>
            <a:spLocks noChangeAspect="1"/>
          </p:cNvSpPr>
          <p:nvPr/>
        </p:nvSpPr>
        <p:spPr>
          <a:xfrm>
            <a:off x="957846" y="5129894"/>
            <a:ext cx="420308" cy="426271"/>
          </a:xfrm>
          <a:custGeom>
            <a:avLst/>
            <a:gdLst>
              <a:gd name="connsiteX0" fmla="*/ 248364 w 420308"/>
              <a:gd name="connsiteY0" fmla="*/ 330746 h 426271"/>
              <a:gd name="connsiteX1" fmla="*/ 305679 w 420308"/>
              <a:gd name="connsiteY1" fmla="*/ 330746 h 426271"/>
              <a:gd name="connsiteX2" fmla="*/ 305679 w 420308"/>
              <a:gd name="connsiteY2" fmla="*/ 349851 h 426271"/>
              <a:gd name="connsiteX3" fmla="*/ 248364 w 420308"/>
              <a:gd name="connsiteY3" fmla="*/ 349851 h 426271"/>
              <a:gd name="connsiteX4" fmla="*/ 248364 w 420308"/>
              <a:gd name="connsiteY4" fmla="*/ 330746 h 426271"/>
              <a:gd name="connsiteX5" fmla="*/ 315231 w 420308"/>
              <a:gd name="connsiteY5" fmla="*/ 240953 h 426271"/>
              <a:gd name="connsiteX6" fmla="*/ 315231 w 420308"/>
              <a:gd name="connsiteY6" fmla="*/ 111040 h 426271"/>
              <a:gd name="connsiteX7" fmla="*/ 215886 w 420308"/>
              <a:gd name="connsiteY7" fmla="*/ 231 h 426271"/>
              <a:gd name="connsiteX8" fmla="*/ 105077 w 420308"/>
              <a:gd name="connsiteY8" fmla="*/ 99577 h 426271"/>
              <a:gd name="connsiteX9" fmla="*/ 105077 w 420308"/>
              <a:gd name="connsiteY9" fmla="*/ 112950 h 426271"/>
              <a:gd name="connsiteX10" fmla="*/ 105077 w 420308"/>
              <a:gd name="connsiteY10" fmla="*/ 242864 h 426271"/>
              <a:gd name="connsiteX11" fmla="*/ 0 w 420308"/>
              <a:gd name="connsiteY11" fmla="*/ 378509 h 426271"/>
              <a:gd name="connsiteX12" fmla="*/ 0 w 420308"/>
              <a:gd name="connsiteY12" fmla="*/ 407166 h 426271"/>
              <a:gd name="connsiteX13" fmla="*/ 19105 w 420308"/>
              <a:gd name="connsiteY13" fmla="*/ 426271 h 426271"/>
              <a:gd name="connsiteX14" fmla="*/ 401203 w 420308"/>
              <a:gd name="connsiteY14" fmla="*/ 426271 h 426271"/>
              <a:gd name="connsiteX15" fmla="*/ 420308 w 420308"/>
              <a:gd name="connsiteY15" fmla="*/ 407166 h 426271"/>
              <a:gd name="connsiteX16" fmla="*/ 420308 w 420308"/>
              <a:gd name="connsiteY16" fmla="*/ 378509 h 426271"/>
              <a:gd name="connsiteX17" fmla="*/ 315231 w 420308"/>
              <a:gd name="connsiteY17" fmla="*/ 240953 h 426271"/>
              <a:gd name="connsiteX18" fmla="*/ 231170 w 420308"/>
              <a:gd name="connsiteY18" fmla="*/ 70920 h 426271"/>
              <a:gd name="connsiteX19" fmla="*/ 294216 w 420308"/>
              <a:gd name="connsiteY19" fmla="*/ 124413 h 426271"/>
              <a:gd name="connsiteX20" fmla="*/ 198691 w 420308"/>
              <a:gd name="connsiteY20" fmla="*/ 197012 h 426271"/>
              <a:gd name="connsiteX21" fmla="*/ 124182 w 420308"/>
              <a:gd name="connsiteY21" fmla="*/ 120592 h 426271"/>
              <a:gd name="connsiteX22" fmla="*/ 152839 w 420308"/>
              <a:gd name="connsiteY22" fmla="*/ 97666 h 426271"/>
              <a:gd name="connsiteX23" fmla="*/ 175765 w 420308"/>
              <a:gd name="connsiteY23" fmla="*/ 97666 h 426271"/>
              <a:gd name="connsiteX24" fmla="*/ 231170 w 420308"/>
              <a:gd name="connsiteY24" fmla="*/ 70920 h 426271"/>
              <a:gd name="connsiteX25" fmla="*/ 296126 w 420308"/>
              <a:gd name="connsiteY25" fmla="*/ 105308 h 426271"/>
              <a:gd name="connsiteX26" fmla="*/ 248364 w 420308"/>
              <a:gd name="connsiteY26" fmla="*/ 53725 h 426271"/>
              <a:gd name="connsiteX27" fmla="*/ 248364 w 420308"/>
              <a:gd name="connsiteY27" fmla="*/ 34620 h 426271"/>
              <a:gd name="connsiteX28" fmla="*/ 296126 w 420308"/>
              <a:gd name="connsiteY28" fmla="*/ 105308 h 426271"/>
              <a:gd name="connsiteX29" fmla="*/ 210154 w 420308"/>
              <a:gd name="connsiteY29" fmla="*/ 25068 h 426271"/>
              <a:gd name="connsiteX30" fmla="*/ 229259 w 420308"/>
              <a:gd name="connsiteY30" fmla="*/ 26978 h 426271"/>
              <a:gd name="connsiteX31" fmla="*/ 229259 w 420308"/>
              <a:gd name="connsiteY31" fmla="*/ 30799 h 426271"/>
              <a:gd name="connsiteX32" fmla="*/ 175765 w 420308"/>
              <a:gd name="connsiteY32" fmla="*/ 80472 h 426271"/>
              <a:gd name="connsiteX33" fmla="*/ 152839 w 420308"/>
              <a:gd name="connsiteY33" fmla="*/ 80472 h 426271"/>
              <a:gd name="connsiteX34" fmla="*/ 128003 w 420308"/>
              <a:gd name="connsiteY34" fmla="*/ 86204 h 426271"/>
              <a:gd name="connsiteX35" fmla="*/ 210154 w 420308"/>
              <a:gd name="connsiteY35" fmla="*/ 25068 h 426271"/>
              <a:gd name="connsiteX36" fmla="*/ 124182 w 420308"/>
              <a:gd name="connsiteY36" fmla="*/ 172176 h 426271"/>
              <a:gd name="connsiteX37" fmla="*/ 269379 w 420308"/>
              <a:gd name="connsiteY37" fmla="*/ 198923 h 426271"/>
              <a:gd name="connsiteX38" fmla="*/ 296126 w 420308"/>
              <a:gd name="connsiteY38" fmla="*/ 172176 h 426271"/>
              <a:gd name="connsiteX39" fmla="*/ 296126 w 420308"/>
              <a:gd name="connsiteY39" fmla="*/ 237132 h 426271"/>
              <a:gd name="connsiteX40" fmla="*/ 277021 w 420308"/>
              <a:gd name="connsiteY40" fmla="*/ 235222 h 426271"/>
              <a:gd name="connsiteX41" fmla="*/ 143287 w 420308"/>
              <a:gd name="connsiteY41" fmla="*/ 235222 h 426271"/>
              <a:gd name="connsiteX42" fmla="*/ 124182 w 420308"/>
              <a:gd name="connsiteY42" fmla="*/ 237132 h 426271"/>
              <a:gd name="connsiteX43" fmla="*/ 124182 w 420308"/>
              <a:gd name="connsiteY43" fmla="*/ 172176 h 426271"/>
              <a:gd name="connsiteX44" fmla="*/ 256006 w 420308"/>
              <a:gd name="connsiteY44" fmla="*/ 254327 h 426271"/>
              <a:gd name="connsiteX45" fmla="*/ 210154 w 420308"/>
              <a:gd name="connsiteY45" fmla="*/ 307821 h 426271"/>
              <a:gd name="connsiteX46" fmla="*/ 164302 w 420308"/>
              <a:gd name="connsiteY46" fmla="*/ 254327 h 426271"/>
              <a:gd name="connsiteX47" fmla="*/ 256006 w 420308"/>
              <a:gd name="connsiteY47" fmla="*/ 254327 h 426271"/>
              <a:gd name="connsiteX48" fmla="*/ 401203 w 420308"/>
              <a:gd name="connsiteY48" fmla="*/ 407166 h 426271"/>
              <a:gd name="connsiteX49" fmla="*/ 343889 w 420308"/>
              <a:gd name="connsiteY49" fmla="*/ 407166 h 426271"/>
              <a:gd name="connsiteX50" fmla="*/ 343889 w 420308"/>
              <a:gd name="connsiteY50" fmla="*/ 349851 h 426271"/>
              <a:gd name="connsiteX51" fmla="*/ 324784 w 420308"/>
              <a:gd name="connsiteY51" fmla="*/ 349851 h 426271"/>
              <a:gd name="connsiteX52" fmla="*/ 324784 w 420308"/>
              <a:gd name="connsiteY52" fmla="*/ 407166 h 426271"/>
              <a:gd name="connsiteX53" fmla="*/ 95525 w 420308"/>
              <a:gd name="connsiteY53" fmla="*/ 407166 h 426271"/>
              <a:gd name="connsiteX54" fmla="*/ 95525 w 420308"/>
              <a:gd name="connsiteY54" fmla="*/ 349851 h 426271"/>
              <a:gd name="connsiteX55" fmla="*/ 76420 w 420308"/>
              <a:gd name="connsiteY55" fmla="*/ 349851 h 426271"/>
              <a:gd name="connsiteX56" fmla="*/ 76420 w 420308"/>
              <a:gd name="connsiteY56" fmla="*/ 407166 h 426271"/>
              <a:gd name="connsiteX57" fmla="*/ 19105 w 420308"/>
              <a:gd name="connsiteY57" fmla="*/ 407166 h 426271"/>
              <a:gd name="connsiteX58" fmla="*/ 19105 w 420308"/>
              <a:gd name="connsiteY58" fmla="*/ 378509 h 426271"/>
              <a:gd name="connsiteX59" fmla="*/ 139466 w 420308"/>
              <a:gd name="connsiteY59" fmla="*/ 254327 h 426271"/>
              <a:gd name="connsiteX60" fmla="*/ 210154 w 420308"/>
              <a:gd name="connsiteY60" fmla="*/ 334567 h 426271"/>
              <a:gd name="connsiteX61" fmla="*/ 280842 w 420308"/>
              <a:gd name="connsiteY61" fmla="*/ 254327 h 426271"/>
              <a:gd name="connsiteX62" fmla="*/ 401203 w 420308"/>
              <a:gd name="connsiteY62" fmla="*/ 378509 h 426271"/>
              <a:gd name="connsiteX63" fmla="*/ 401203 w 420308"/>
              <a:gd name="connsiteY63" fmla="*/ 378509 h 426271"/>
              <a:gd name="connsiteX64" fmla="*/ 401203 w 420308"/>
              <a:gd name="connsiteY64" fmla="*/ 407166 h 42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20308" h="426271">
                <a:moveTo>
                  <a:pt x="248364" y="330746"/>
                </a:moveTo>
                <a:lnTo>
                  <a:pt x="305679" y="330746"/>
                </a:lnTo>
                <a:lnTo>
                  <a:pt x="305679" y="349851"/>
                </a:lnTo>
                <a:lnTo>
                  <a:pt x="248364" y="349851"/>
                </a:lnTo>
                <a:lnTo>
                  <a:pt x="248364" y="330746"/>
                </a:lnTo>
                <a:close/>
                <a:moveTo>
                  <a:pt x="315231" y="240953"/>
                </a:moveTo>
                <a:lnTo>
                  <a:pt x="315231" y="111040"/>
                </a:lnTo>
                <a:cubicBezTo>
                  <a:pt x="319052" y="53725"/>
                  <a:pt x="275111" y="4052"/>
                  <a:pt x="215886" y="231"/>
                </a:cubicBezTo>
                <a:cubicBezTo>
                  <a:pt x="156660" y="-3590"/>
                  <a:pt x="108898" y="40352"/>
                  <a:pt x="105077" y="99577"/>
                </a:cubicBezTo>
                <a:cubicBezTo>
                  <a:pt x="105077" y="103398"/>
                  <a:pt x="105077" y="107219"/>
                  <a:pt x="105077" y="112950"/>
                </a:cubicBezTo>
                <a:lnTo>
                  <a:pt x="105077" y="242864"/>
                </a:lnTo>
                <a:cubicBezTo>
                  <a:pt x="43941" y="258148"/>
                  <a:pt x="0" y="313552"/>
                  <a:pt x="0" y="378509"/>
                </a:cubicBezTo>
                <a:lnTo>
                  <a:pt x="0" y="407166"/>
                </a:lnTo>
                <a:cubicBezTo>
                  <a:pt x="0" y="418629"/>
                  <a:pt x="7642" y="426271"/>
                  <a:pt x="19105" y="426271"/>
                </a:cubicBezTo>
                <a:lnTo>
                  <a:pt x="401203" y="426271"/>
                </a:lnTo>
                <a:cubicBezTo>
                  <a:pt x="412666" y="426271"/>
                  <a:pt x="420308" y="418629"/>
                  <a:pt x="420308" y="407166"/>
                </a:cubicBezTo>
                <a:lnTo>
                  <a:pt x="420308" y="378509"/>
                </a:lnTo>
                <a:cubicBezTo>
                  <a:pt x="420308" y="313552"/>
                  <a:pt x="378277" y="258148"/>
                  <a:pt x="315231" y="240953"/>
                </a:cubicBezTo>
                <a:close/>
                <a:moveTo>
                  <a:pt x="231170" y="70920"/>
                </a:moveTo>
                <a:cubicBezTo>
                  <a:pt x="238811" y="99577"/>
                  <a:pt x="263648" y="120592"/>
                  <a:pt x="294216" y="124413"/>
                </a:cubicBezTo>
                <a:cubicBezTo>
                  <a:pt x="288484" y="172176"/>
                  <a:pt x="244543" y="204654"/>
                  <a:pt x="198691" y="197012"/>
                </a:cubicBezTo>
                <a:cubicBezTo>
                  <a:pt x="158571" y="191281"/>
                  <a:pt x="128003" y="158802"/>
                  <a:pt x="124182" y="120592"/>
                </a:cubicBezTo>
                <a:cubicBezTo>
                  <a:pt x="128003" y="107219"/>
                  <a:pt x="139466" y="97666"/>
                  <a:pt x="152839" y="97666"/>
                </a:cubicBezTo>
                <a:lnTo>
                  <a:pt x="175765" y="97666"/>
                </a:lnTo>
                <a:cubicBezTo>
                  <a:pt x="198691" y="97666"/>
                  <a:pt x="217796" y="88114"/>
                  <a:pt x="231170" y="70920"/>
                </a:cubicBezTo>
                <a:close/>
                <a:moveTo>
                  <a:pt x="296126" y="105308"/>
                </a:moveTo>
                <a:cubicBezTo>
                  <a:pt x="269379" y="103398"/>
                  <a:pt x="248364" y="80472"/>
                  <a:pt x="248364" y="53725"/>
                </a:cubicBezTo>
                <a:lnTo>
                  <a:pt x="248364" y="34620"/>
                </a:lnTo>
                <a:cubicBezTo>
                  <a:pt x="275111" y="47994"/>
                  <a:pt x="294216" y="74741"/>
                  <a:pt x="296126" y="105308"/>
                </a:cubicBezTo>
                <a:close/>
                <a:moveTo>
                  <a:pt x="210154" y="25068"/>
                </a:moveTo>
                <a:cubicBezTo>
                  <a:pt x="215886" y="25068"/>
                  <a:pt x="223528" y="25068"/>
                  <a:pt x="229259" y="26978"/>
                </a:cubicBezTo>
                <a:lnTo>
                  <a:pt x="229259" y="30799"/>
                </a:lnTo>
                <a:cubicBezTo>
                  <a:pt x="227349" y="57546"/>
                  <a:pt x="204423" y="78562"/>
                  <a:pt x="175765" y="80472"/>
                </a:cubicBezTo>
                <a:lnTo>
                  <a:pt x="152839" y="80472"/>
                </a:lnTo>
                <a:cubicBezTo>
                  <a:pt x="143287" y="78562"/>
                  <a:pt x="135645" y="82383"/>
                  <a:pt x="128003" y="86204"/>
                </a:cubicBezTo>
                <a:cubicBezTo>
                  <a:pt x="139466" y="49904"/>
                  <a:pt x="171944" y="25068"/>
                  <a:pt x="210154" y="25068"/>
                </a:cubicBezTo>
                <a:close/>
                <a:moveTo>
                  <a:pt x="124182" y="172176"/>
                </a:moveTo>
                <a:cubicBezTo>
                  <a:pt x="156660" y="219938"/>
                  <a:pt x="223528" y="231401"/>
                  <a:pt x="269379" y="198923"/>
                </a:cubicBezTo>
                <a:cubicBezTo>
                  <a:pt x="278932" y="191281"/>
                  <a:pt x="288484" y="183639"/>
                  <a:pt x="296126" y="172176"/>
                </a:cubicBezTo>
                <a:lnTo>
                  <a:pt x="296126" y="237132"/>
                </a:lnTo>
                <a:cubicBezTo>
                  <a:pt x="290395" y="237132"/>
                  <a:pt x="282753" y="235222"/>
                  <a:pt x="277021" y="235222"/>
                </a:cubicBezTo>
                <a:lnTo>
                  <a:pt x="143287" y="235222"/>
                </a:lnTo>
                <a:cubicBezTo>
                  <a:pt x="137555" y="235222"/>
                  <a:pt x="129913" y="235222"/>
                  <a:pt x="124182" y="237132"/>
                </a:cubicBezTo>
                <a:lnTo>
                  <a:pt x="124182" y="172176"/>
                </a:lnTo>
                <a:close/>
                <a:moveTo>
                  <a:pt x="256006" y="254327"/>
                </a:moveTo>
                <a:lnTo>
                  <a:pt x="210154" y="307821"/>
                </a:lnTo>
                <a:lnTo>
                  <a:pt x="164302" y="254327"/>
                </a:lnTo>
                <a:lnTo>
                  <a:pt x="256006" y="254327"/>
                </a:lnTo>
                <a:close/>
                <a:moveTo>
                  <a:pt x="401203" y="407166"/>
                </a:moveTo>
                <a:lnTo>
                  <a:pt x="343889" y="407166"/>
                </a:lnTo>
                <a:lnTo>
                  <a:pt x="343889" y="349851"/>
                </a:lnTo>
                <a:lnTo>
                  <a:pt x="324784" y="349851"/>
                </a:lnTo>
                <a:lnTo>
                  <a:pt x="324784" y="407166"/>
                </a:lnTo>
                <a:lnTo>
                  <a:pt x="95525" y="407166"/>
                </a:lnTo>
                <a:lnTo>
                  <a:pt x="95525" y="349851"/>
                </a:lnTo>
                <a:lnTo>
                  <a:pt x="76420" y="349851"/>
                </a:lnTo>
                <a:lnTo>
                  <a:pt x="76420" y="407166"/>
                </a:lnTo>
                <a:lnTo>
                  <a:pt x="19105" y="407166"/>
                </a:lnTo>
                <a:lnTo>
                  <a:pt x="19105" y="378509"/>
                </a:lnTo>
                <a:cubicBezTo>
                  <a:pt x="19105" y="311642"/>
                  <a:pt x="72599" y="256237"/>
                  <a:pt x="139466" y="254327"/>
                </a:cubicBezTo>
                <a:lnTo>
                  <a:pt x="210154" y="334567"/>
                </a:lnTo>
                <a:lnTo>
                  <a:pt x="280842" y="254327"/>
                </a:lnTo>
                <a:cubicBezTo>
                  <a:pt x="347710" y="254327"/>
                  <a:pt x="403114" y="311642"/>
                  <a:pt x="401203" y="378509"/>
                </a:cubicBezTo>
                <a:lnTo>
                  <a:pt x="401203" y="378509"/>
                </a:lnTo>
                <a:lnTo>
                  <a:pt x="401203" y="40716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2" name="Graphic 50" descr="Nurse practitioner 2 icon.">
            <a:extLst>
              <a:ext uri="{FF2B5EF4-FFF2-40B4-BE49-F238E27FC236}">
                <a16:creationId xmlns:a16="http://schemas.microsoft.com/office/drawing/2014/main" id="{0F88A858-157B-4C92-9D53-0EAE1303F3F8}"/>
              </a:ext>
            </a:extLst>
          </p:cNvPr>
          <p:cNvSpPr>
            <a:spLocks noChangeAspect="1"/>
          </p:cNvSpPr>
          <p:nvPr/>
        </p:nvSpPr>
        <p:spPr>
          <a:xfrm>
            <a:off x="2191200" y="5131773"/>
            <a:ext cx="424392" cy="424392"/>
          </a:xfrm>
          <a:custGeom>
            <a:avLst/>
            <a:gdLst>
              <a:gd name="connsiteX0" fmla="*/ 244182 w 413230"/>
              <a:gd name="connsiteY0" fmla="*/ 319315 h 413230"/>
              <a:gd name="connsiteX1" fmla="*/ 300531 w 413230"/>
              <a:gd name="connsiteY1" fmla="*/ 319315 h 413230"/>
              <a:gd name="connsiteX2" fmla="*/ 300531 w 413230"/>
              <a:gd name="connsiteY2" fmla="*/ 338098 h 413230"/>
              <a:gd name="connsiteX3" fmla="*/ 244182 w 413230"/>
              <a:gd name="connsiteY3" fmla="*/ 338098 h 413230"/>
              <a:gd name="connsiteX4" fmla="*/ 244182 w 413230"/>
              <a:gd name="connsiteY4" fmla="*/ 319315 h 413230"/>
              <a:gd name="connsiteX5" fmla="*/ 274235 w 413230"/>
              <a:gd name="connsiteY5" fmla="*/ 225399 h 413230"/>
              <a:gd name="connsiteX6" fmla="*/ 140874 w 413230"/>
              <a:gd name="connsiteY6" fmla="*/ 225399 h 413230"/>
              <a:gd name="connsiteX7" fmla="*/ 0 w 413230"/>
              <a:gd name="connsiteY7" fmla="*/ 366273 h 413230"/>
              <a:gd name="connsiteX8" fmla="*/ 0 w 413230"/>
              <a:gd name="connsiteY8" fmla="*/ 394447 h 413230"/>
              <a:gd name="connsiteX9" fmla="*/ 18783 w 413230"/>
              <a:gd name="connsiteY9" fmla="*/ 413231 h 413230"/>
              <a:gd name="connsiteX10" fmla="*/ 394447 w 413230"/>
              <a:gd name="connsiteY10" fmla="*/ 413231 h 413230"/>
              <a:gd name="connsiteX11" fmla="*/ 413231 w 413230"/>
              <a:gd name="connsiteY11" fmla="*/ 394447 h 413230"/>
              <a:gd name="connsiteX12" fmla="*/ 413231 w 413230"/>
              <a:gd name="connsiteY12" fmla="*/ 366273 h 413230"/>
              <a:gd name="connsiteX13" fmla="*/ 274235 w 413230"/>
              <a:gd name="connsiteY13" fmla="*/ 225399 h 413230"/>
              <a:gd name="connsiteX14" fmla="*/ 251695 w 413230"/>
              <a:gd name="connsiteY14" fmla="*/ 244182 h 413230"/>
              <a:gd name="connsiteX15" fmla="*/ 206615 w 413230"/>
              <a:gd name="connsiteY15" fmla="*/ 296775 h 413230"/>
              <a:gd name="connsiteX16" fmla="*/ 161536 w 413230"/>
              <a:gd name="connsiteY16" fmla="*/ 244182 h 413230"/>
              <a:gd name="connsiteX17" fmla="*/ 251695 w 413230"/>
              <a:gd name="connsiteY17" fmla="*/ 244182 h 413230"/>
              <a:gd name="connsiteX18" fmla="*/ 394447 w 413230"/>
              <a:gd name="connsiteY18" fmla="*/ 394447 h 413230"/>
              <a:gd name="connsiteX19" fmla="*/ 338098 w 413230"/>
              <a:gd name="connsiteY19" fmla="*/ 394447 h 413230"/>
              <a:gd name="connsiteX20" fmla="*/ 338098 w 413230"/>
              <a:gd name="connsiteY20" fmla="*/ 338098 h 413230"/>
              <a:gd name="connsiteX21" fmla="*/ 319315 w 413230"/>
              <a:gd name="connsiteY21" fmla="*/ 338098 h 413230"/>
              <a:gd name="connsiteX22" fmla="*/ 319315 w 413230"/>
              <a:gd name="connsiteY22" fmla="*/ 394447 h 413230"/>
              <a:gd name="connsiteX23" fmla="*/ 93916 w 413230"/>
              <a:gd name="connsiteY23" fmla="*/ 394447 h 413230"/>
              <a:gd name="connsiteX24" fmla="*/ 93916 w 413230"/>
              <a:gd name="connsiteY24" fmla="*/ 338098 h 413230"/>
              <a:gd name="connsiteX25" fmla="*/ 75133 w 413230"/>
              <a:gd name="connsiteY25" fmla="*/ 338098 h 413230"/>
              <a:gd name="connsiteX26" fmla="*/ 75133 w 413230"/>
              <a:gd name="connsiteY26" fmla="*/ 394447 h 413230"/>
              <a:gd name="connsiteX27" fmla="*/ 18783 w 413230"/>
              <a:gd name="connsiteY27" fmla="*/ 394447 h 413230"/>
              <a:gd name="connsiteX28" fmla="*/ 18783 w 413230"/>
              <a:gd name="connsiteY28" fmla="*/ 366273 h 413230"/>
              <a:gd name="connsiteX29" fmla="*/ 137117 w 413230"/>
              <a:gd name="connsiteY29" fmla="*/ 244182 h 413230"/>
              <a:gd name="connsiteX30" fmla="*/ 206615 w 413230"/>
              <a:gd name="connsiteY30" fmla="*/ 323071 h 413230"/>
              <a:gd name="connsiteX31" fmla="*/ 276113 w 413230"/>
              <a:gd name="connsiteY31" fmla="*/ 244182 h 413230"/>
              <a:gd name="connsiteX32" fmla="*/ 394447 w 413230"/>
              <a:gd name="connsiteY32" fmla="*/ 366273 h 413230"/>
              <a:gd name="connsiteX33" fmla="*/ 394447 w 413230"/>
              <a:gd name="connsiteY33" fmla="*/ 394447 h 413230"/>
              <a:gd name="connsiteX34" fmla="*/ 206615 w 413230"/>
              <a:gd name="connsiteY34" fmla="*/ 206615 h 413230"/>
              <a:gd name="connsiteX35" fmla="*/ 309923 w 413230"/>
              <a:gd name="connsiteY35" fmla="*/ 103308 h 413230"/>
              <a:gd name="connsiteX36" fmla="*/ 206615 w 413230"/>
              <a:gd name="connsiteY36" fmla="*/ 0 h 413230"/>
              <a:gd name="connsiteX37" fmla="*/ 103308 w 413230"/>
              <a:gd name="connsiteY37" fmla="*/ 103308 h 413230"/>
              <a:gd name="connsiteX38" fmla="*/ 206615 w 413230"/>
              <a:gd name="connsiteY38" fmla="*/ 206615 h 413230"/>
              <a:gd name="connsiteX39" fmla="*/ 206615 w 413230"/>
              <a:gd name="connsiteY39" fmla="*/ 18783 h 413230"/>
              <a:gd name="connsiteX40" fmla="*/ 291140 w 413230"/>
              <a:gd name="connsiteY40" fmla="*/ 103308 h 413230"/>
              <a:gd name="connsiteX41" fmla="*/ 206615 w 413230"/>
              <a:gd name="connsiteY41" fmla="*/ 187832 h 413230"/>
              <a:gd name="connsiteX42" fmla="*/ 122091 w 413230"/>
              <a:gd name="connsiteY42" fmla="*/ 103308 h 413230"/>
              <a:gd name="connsiteX43" fmla="*/ 206615 w 413230"/>
              <a:gd name="connsiteY43" fmla="*/ 18783 h 413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13230" h="413230">
                <a:moveTo>
                  <a:pt x="244182" y="319315"/>
                </a:moveTo>
                <a:lnTo>
                  <a:pt x="300531" y="319315"/>
                </a:lnTo>
                <a:lnTo>
                  <a:pt x="300531" y="338098"/>
                </a:lnTo>
                <a:lnTo>
                  <a:pt x="244182" y="338098"/>
                </a:lnTo>
                <a:lnTo>
                  <a:pt x="244182" y="319315"/>
                </a:lnTo>
                <a:close/>
                <a:moveTo>
                  <a:pt x="274235" y="225399"/>
                </a:moveTo>
                <a:lnTo>
                  <a:pt x="140874" y="225399"/>
                </a:lnTo>
                <a:cubicBezTo>
                  <a:pt x="61985" y="225399"/>
                  <a:pt x="0" y="287383"/>
                  <a:pt x="0" y="366273"/>
                </a:cubicBezTo>
                <a:lnTo>
                  <a:pt x="0" y="394447"/>
                </a:lnTo>
                <a:cubicBezTo>
                  <a:pt x="0" y="405717"/>
                  <a:pt x="7513" y="413231"/>
                  <a:pt x="18783" y="413231"/>
                </a:cubicBezTo>
                <a:lnTo>
                  <a:pt x="394447" y="413231"/>
                </a:lnTo>
                <a:cubicBezTo>
                  <a:pt x="405717" y="413231"/>
                  <a:pt x="413231" y="405717"/>
                  <a:pt x="413231" y="394447"/>
                </a:cubicBezTo>
                <a:lnTo>
                  <a:pt x="413231" y="366273"/>
                </a:lnTo>
                <a:cubicBezTo>
                  <a:pt x="413231" y="289261"/>
                  <a:pt x="353124" y="227277"/>
                  <a:pt x="274235" y="225399"/>
                </a:cubicBezTo>
                <a:close/>
                <a:moveTo>
                  <a:pt x="251695" y="244182"/>
                </a:moveTo>
                <a:lnTo>
                  <a:pt x="206615" y="296775"/>
                </a:lnTo>
                <a:lnTo>
                  <a:pt x="161536" y="244182"/>
                </a:lnTo>
                <a:lnTo>
                  <a:pt x="251695" y="244182"/>
                </a:lnTo>
                <a:close/>
                <a:moveTo>
                  <a:pt x="394447" y="394447"/>
                </a:moveTo>
                <a:lnTo>
                  <a:pt x="338098" y="394447"/>
                </a:lnTo>
                <a:lnTo>
                  <a:pt x="338098" y="338098"/>
                </a:lnTo>
                <a:lnTo>
                  <a:pt x="319315" y="338098"/>
                </a:lnTo>
                <a:lnTo>
                  <a:pt x="319315" y="394447"/>
                </a:lnTo>
                <a:lnTo>
                  <a:pt x="93916" y="394447"/>
                </a:lnTo>
                <a:lnTo>
                  <a:pt x="93916" y="338098"/>
                </a:lnTo>
                <a:lnTo>
                  <a:pt x="75133" y="338098"/>
                </a:lnTo>
                <a:lnTo>
                  <a:pt x="75133" y="394447"/>
                </a:lnTo>
                <a:lnTo>
                  <a:pt x="18783" y="394447"/>
                </a:lnTo>
                <a:lnTo>
                  <a:pt x="18783" y="366273"/>
                </a:lnTo>
                <a:cubicBezTo>
                  <a:pt x="18783" y="298653"/>
                  <a:pt x="69498" y="246060"/>
                  <a:pt x="137117" y="244182"/>
                </a:cubicBezTo>
                <a:lnTo>
                  <a:pt x="206615" y="323071"/>
                </a:lnTo>
                <a:lnTo>
                  <a:pt x="276113" y="244182"/>
                </a:lnTo>
                <a:cubicBezTo>
                  <a:pt x="341854" y="247938"/>
                  <a:pt x="394447" y="300531"/>
                  <a:pt x="394447" y="366273"/>
                </a:cubicBezTo>
                <a:lnTo>
                  <a:pt x="394447" y="394447"/>
                </a:lnTo>
                <a:close/>
                <a:moveTo>
                  <a:pt x="206615" y="206615"/>
                </a:moveTo>
                <a:cubicBezTo>
                  <a:pt x="262965" y="206615"/>
                  <a:pt x="309923" y="159657"/>
                  <a:pt x="309923" y="103308"/>
                </a:cubicBezTo>
                <a:cubicBezTo>
                  <a:pt x="309923" y="46958"/>
                  <a:pt x="262965" y="0"/>
                  <a:pt x="206615" y="0"/>
                </a:cubicBezTo>
                <a:cubicBezTo>
                  <a:pt x="150266" y="0"/>
                  <a:pt x="103308" y="46958"/>
                  <a:pt x="103308" y="103308"/>
                </a:cubicBezTo>
                <a:cubicBezTo>
                  <a:pt x="103308" y="159657"/>
                  <a:pt x="150266" y="206615"/>
                  <a:pt x="206615" y="206615"/>
                </a:cubicBezTo>
                <a:close/>
                <a:moveTo>
                  <a:pt x="206615" y="18783"/>
                </a:moveTo>
                <a:cubicBezTo>
                  <a:pt x="253573" y="18783"/>
                  <a:pt x="291140" y="56350"/>
                  <a:pt x="291140" y="103308"/>
                </a:cubicBezTo>
                <a:cubicBezTo>
                  <a:pt x="291140" y="150266"/>
                  <a:pt x="253573" y="187832"/>
                  <a:pt x="206615" y="187832"/>
                </a:cubicBezTo>
                <a:cubicBezTo>
                  <a:pt x="159657" y="187832"/>
                  <a:pt x="122091" y="150266"/>
                  <a:pt x="122091" y="103308"/>
                </a:cubicBezTo>
                <a:cubicBezTo>
                  <a:pt x="122091" y="56350"/>
                  <a:pt x="159657" y="18783"/>
                  <a:pt x="206615" y="1878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60" descr="Pharmacist icon.">
            <a:extLst>
              <a:ext uri="{FF2B5EF4-FFF2-40B4-BE49-F238E27FC236}">
                <a16:creationId xmlns:a16="http://schemas.microsoft.com/office/drawing/2014/main" id="{77EB9FE2-8307-4587-B19F-4B54B99FEFF1}"/>
              </a:ext>
            </a:extLst>
          </p:cNvPr>
          <p:cNvSpPr>
            <a:spLocks noChangeAspect="1"/>
          </p:cNvSpPr>
          <p:nvPr/>
        </p:nvSpPr>
        <p:spPr>
          <a:xfrm>
            <a:off x="3407319" y="5183482"/>
            <a:ext cx="420308" cy="420308"/>
          </a:xfrm>
          <a:custGeom>
            <a:avLst/>
            <a:gdLst>
              <a:gd name="connsiteX0" fmla="*/ 210154 w 420308"/>
              <a:gd name="connsiteY0" fmla="*/ 210154 h 420308"/>
              <a:gd name="connsiteX1" fmla="*/ 315231 w 420308"/>
              <a:gd name="connsiteY1" fmla="*/ 105077 h 420308"/>
              <a:gd name="connsiteX2" fmla="*/ 210154 w 420308"/>
              <a:gd name="connsiteY2" fmla="*/ 0 h 420308"/>
              <a:gd name="connsiteX3" fmla="*/ 105077 w 420308"/>
              <a:gd name="connsiteY3" fmla="*/ 105077 h 420308"/>
              <a:gd name="connsiteX4" fmla="*/ 210154 w 420308"/>
              <a:gd name="connsiteY4" fmla="*/ 210154 h 420308"/>
              <a:gd name="connsiteX5" fmla="*/ 210154 w 420308"/>
              <a:gd name="connsiteY5" fmla="*/ 19105 h 420308"/>
              <a:gd name="connsiteX6" fmla="*/ 296126 w 420308"/>
              <a:gd name="connsiteY6" fmla="*/ 105077 h 420308"/>
              <a:gd name="connsiteX7" fmla="*/ 210154 w 420308"/>
              <a:gd name="connsiteY7" fmla="*/ 191049 h 420308"/>
              <a:gd name="connsiteX8" fmla="*/ 124182 w 420308"/>
              <a:gd name="connsiteY8" fmla="*/ 105077 h 420308"/>
              <a:gd name="connsiteX9" fmla="*/ 210154 w 420308"/>
              <a:gd name="connsiteY9" fmla="*/ 19105 h 420308"/>
              <a:gd name="connsiteX10" fmla="*/ 248364 w 420308"/>
              <a:gd name="connsiteY10" fmla="*/ 353441 h 420308"/>
              <a:gd name="connsiteX11" fmla="*/ 305679 w 420308"/>
              <a:gd name="connsiteY11" fmla="*/ 353441 h 420308"/>
              <a:gd name="connsiteX12" fmla="*/ 305679 w 420308"/>
              <a:gd name="connsiteY12" fmla="*/ 372546 h 420308"/>
              <a:gd name="connsiteX13" fmla="*/ 248364 w 420308"/>
              <a:gd name="connsiteY13" fmla="*/ 372546 h 420308"/>
              <a:gd name="connsiteX14" fmla="*/ 248364 w 420308"/>
              <a:gd name="connsiteY14" fmla="*/ 353441 h 420308"/>
              <a:gd name="connsiteX15" fmla="*/ 277021 w 420308"/>
              <a:gd name="connsiteY15" fmla="*/ 229259 h 420308"/>
              <a:gd name="connsiteX16" fmla="*/ 143287 w 420308"/>
              <a:gd name="connsiteY16" fmla="*/ 229259 h 420308"/>
              <a:gd name="connsiteX17" fmla="*/ 0 w 420308"/>
              <a:gd name="connsiteY17" fmla="*/ 372546 h 420308"/>
              <a:gd name="connsiteX18" fmla="*/ 0 w 420308"/>
              <a:gd name="connsiteY18" fmla="*/ 401203 h 420308"/>
              <a:gd name="connsiteX19" fmla="*/ 19105 w 420308"/>
              <a:gd name="connsiteY19" fmla="*/ 420308 h 420308"/>
              <a:gd name="connsiteX20" fmla="*/ 401203 w 420308"/>
              <a:gd name="connsiteY20" fmla="*/ 420308 h 420308"/>
              <a:gd name="connsiteX21" fmla="*/ 420308 w 420308"/>
              <a:gd name="connsiteY21" fmla="*/ 401203 h 420308"/>
              <a:gd name="connsiteX22" fmla="*/ 420308 w 420308"/>
              <a:gd name="connsiteY22" fmla="*/ 372546 h 420308"/>
              <a:gd name="connsiteX23" fmla="*/ 280842 w 420308"/>
              <a:gd name="connsiteY23" fmla="*/ 229259 h 420308"/>
              <a:gd name="connsiteX24" fmla="*/ 277021 w 420308"/>
              <a:gd name="connsiteY24" fmla="*/ 229259 h 420308"/>
              <a:gd name="connsiteX25" fmla="*/ 288484 w 420308"/>
              <a:gd name="connsiteY25" fmla="*/ 248364 h 420308"/>
              <a:gd name="connsiteX26" fmla="*/ 301858 w 420308"/>
              <a:gd name="connsiteY26" fmla="*/ 269379 h 420308"/>
              <a:gd name="connsiteX27" fmla="*/ 231170 w 420308"/>
              <a:gd name="connsiteY27" fmla="*/ 324784 h 420308"/>
              <a:gd name="connsiteX28" fmla="*/ 261737 w 420308"/>
              <a:gd name="connsiteY28" fmla="*/ 248364 h 420308"/>
              <a:gd name="connsiteX29" fmla="*/ 278932 w 420308"/>
              <a:gd name="connsiteY29" fmla="*/ 248364 h 420308"/>
              <a:gd name="connsiteX30" fmla="*/ 288484 w 420308"/>
              <a:gd name="connsiteY30" fmla="*/ 248364 h 420308"/>
              <a:gd name="connsiteX31" fmla="*/ 288484 w 420308"/>
              <a:gd name="connsiteY31" fmla="*/ 248364 h 420308"/>
              <a:gd name="connsiteX32" fmla="*/ 179586 w 420308"/>
              <a:gd name="connsiteY32" fmla="*/ 248364 h 420308"/>
              <a:gd name="connsiteX33" fmla="*/ 240722 w 420308"/>
              <a:gd name="connsiteY33" fmla="*/ 248364 h 420308"/>
              <a:gd name="connsiteX34" fmla="*/ 210154 w 420308"/>
              <a:gd name="connsiteY34" fmla="*/ 324784 h 420308"/>
              <a:gd name="connsiteX35" fmla="*/ 179586 w 420308"/>
              <a:gd name="connsiteY35" fmla="*/ 248364 h 420308"/>
              <a:gd name="connsiteX36" fmla="*/ 143287 w 420308"/>
              <a:gd name="connsiteY36" fmla="*/ 248364 h 420308"/>
              <a:gd name="connsiteX37" fmla="*/ 158571 w 420308"/>
              <a:gd name="connsiteY37" fmla="*/ 248364 h 420308"/>
              <a:gd name="connsiteX38" fmla="*/ 189139 w 420308"/>
              <a:gd name="connsiteY38" fmla="*/ 324784 h 420308"/>
              <a:gd name="connsiteX39" fmla="*/ 118450 w 420308"/>
              <a:gd name="connsiteY39" fmla="*/ 271290 h 420308"/>
              <a:gd name="connsiteX40" fmla="*/ 131824 w 420308"/>
              <a:gd name="connsiteY40" fmla="*/ 250274 h 420308"/>
              <a:gd name="connsiteX41" fmla="*/ 143287 w 420308"/>
              <a:gd name="connsiteY41" fmla="*/ 248364 h 420308"/>
              <a:gd name="connsiteX42" fmla="*/ 19105 w 420308"/>
              <a:gd name="connsiteY42" fmla="*/ 372546 h 420308"/>
              <a:gd name="connsiteX43" fmla="*/ 106988 w 420308"/>
              <a:gd name="connsiteY43" fmla="*/ 254095 h 420308"/>
              <a:gd name="connsiteX44" fmla="*/ 93614 w 420308"/>
              <a:gd name="connsiteY44" fmla="*/ 275111 h 420308"/>
              <a:gd name="connsiteX45" fmla="*/ 200602 w 420308"/>
              <a:gd name="connsiteY45" fmla="*/ 355351 h 420308"/>
              <a:gd name="connsiteX46" fmla="*/ 200602 w 420308"/>
              <a:gd name="connsiteY46" fmla="*/ 401203 h 420308"/>
              <a:gd name="connsiteX47" fmla="*/ 95525 w 420308"/>
              <a:gd name="connsiteY47" fmla="*/ 401203 h 420308"/>
              <a:gd name="connsiteX48" fmla="*/ 95525 w 420308"/>
              <a:gd name="connsiteY48" fmla="*/ 343889 h 420308"/>
              <a:gd name="connsiteX49" fmla="*/ 76420 w 420308"/>
              <a:gd name="connsiteY49" fmla="*/ 343889 h 420308"/>
              <a:gd name="connsiteX50" fmla="*/ 76420 w 420308"/>
              <a:gd name="connsiteY50" fmla="*/ 401203 h 420308"/>
              <a:gd name="connsiteX51" fmla="*/ 19105 w 420308"/>
              <a:gd name="connsiteY51" fmla="*/ 401203 h 420308"/>
              <a:gd name="connsiteX52" fmla="*/ 19105 w 420308"/>
              <a:gd name="connsiteY52" fmla="*/ 372546 h 420308"/>
              <a:gd name="connsiteX53" fmla="*/ 401203 w 420308"/>
              <a:gd name="connsiteY53" fmla="*/ 401203 h 420308"/>
              <a:gd name="connsiteX54" fmla="*/ 343889 w 420308"/>
              <a:gd name="connsiteY54" fmla="*/ 401203 h 420308"/>
              <a:gd name="connsiteX55" fmla="*/ 343889 w 420308"/>
              <a:gd name="connsiteY55" fmla="*/ 343889 h 420308"/>
              <a:gd name="connsiteX56" fmla="*/ 324784 w 420308"/>
              <a:gd name="connsiteY56" fmla="*/ 343889 h 420308"/>
              <a:gd name="connsiteX57" fmla="*/ 324784 w 420308"/>
              <a:gd name="connsiteY57" fmla="*/ 401203 h 420308"/>
              <a:gd name="connsiteX58" fmla="*/ 219707 w 420308"/>
              <a:gd name="connsiteY58" fmla="*/ 401203 h 420308"/>
              <a:gd name="connsiteX59" fmla="*/ 219707 w 420308"/>
              <a:gd name="connsiteY59" fmla="*/ 357262 h 420308"/>
              <a:gd name="connsiteX60" fmla="*/ 326694 w 420308"/>
              <a:gd name="connsiteY60" fmla="*/ 277021 h 420308"/>
              <a:gd name="connsiteX61" fmla="*/ 313321 w 420308"/>
              <a:gd name="connsiteY61" fmla="*/ 256006 h 420308"/>
              <a:gd name="connsiteX62" fmla="*/ 401203 w 420308"/>
              <a:gd name="connsiteY62" fmla="*/ 374456 h 420308"/>
              <a:gd name="connsiteX63" fmla="*/ 401203 w 420308"/>
              <a:gd name="connsiteY63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20308" h="420308">
                <a:moveTo>
                  <a:pt x="210154" y="210154"/>
                </a:moveTo>
                <a:cubicBezTo>
                  <a:pt x="267469" y="210154"/>
                  <a:pt x="315231" y="162392"/>
                  <a:pt x="315231" y="105077"/>
                </a:cubicBezTo>
                <a:cubicBezTo>
                  <a:pt x="315231" y="47762"/>
                  <a:pt x="267469" y="0"/>
                  <a:pt x="210154" y="0"/>
                </a:cubicBezTo>
                <a:cubicBezTo>
                  <a:pt x="152839" y="0"/>
                  <a:pt x="105077" y="47762"/>
                  <a:pt x="105077" y="105077"/>
                </a:cubicBezTo>
                <a:cubicBezTo>
                  <a:pt x="105077" y="162392"/>
                  <a:pt x="152839" y="210154"/>
                  <a:pt x="210154" y="210154"/>
                </a:cubicBezTo>
                <a:close/>
                <a:moveTo>
                  <a:pt x="210154" y="19105"/>
                </a:moveTo>
                <a:cubicBezTo>
                  <a:pt x="257916" y="19105"/>
                  <a:pt x="296126" y="57315"/>
                  <a:pt x="296126" y="105077"/>
                </a:cubicBezTo>
                <a:cubicBezTo>
                  <a:pt x="296126" y="152839"/>
                  <a:pt x="257916" y="191049"/>
                  <a:pt x="210154" y="191049"/>
                </a:cubicBezTo>
                <a:cubicBezTo>
                  <a:pt x="162392" y="191049"/>
                  <a:pt x="124182" y="152839"/>
                  <a:pt x="124182" y="105077"/>
                </a:cubicBezTo>
                <a:cubicBezTo>
                  <a:pt x="124182" y="57315"/>
                  <a:pt x="162392" y="19105"/>
                  <a:pt x="210154" y="19105"/>
                </a:cubicBezTo>
                <a:close/>
                <a:moveTo>
                  <a:pt x="248364" y="353441"/>
                </a:moveTo>
                <a:lnTo>
                  <a:pt x="305679" y="353441"/>
                </a:lnTo>
                <a:lnTo>
                  <a:pt x="305679" y="372546"/>
                </a:lnTo>
                <a:lnTo>
                  <a:pt x="248364" y="372546"/>
                </a:lnTo>
                <a:lnTo>
                  <a:pt x="248364" y="353441"/>
                </a:lnTo>
                <a:close/>
                <a:moveTo>
                  <a:pt x="277021" y="229259"/>
                </a:move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9172" y="231170"/>
                  <a:pt x="280842" y="229259"/>
                </a:cubicBezTo>
                <a:cubicBezTo>
                  <a:pt x="278932" y="229259"/>
                  <a:pt x="278932" y="229259"/>
                  <a:pt x="277021" y="229259"/>
                </a:cubicBezTo>
                <a:close/>
                <a:moveTo>
                  <a:pt x="288484" y="248364"/>
                </a:moveTo>
                <a:lnTo>
                  <a:pt x="301858" y="269379"/>
                </a:lnTo>
                <a:lnTo>
                  <a:pt x="231170" y="324784"/>
                </a:lnTo>
                <a:lnTo>
                  <a:pt x="261737" y="248364"/>
                </a:lnTo>
                <a:lnTo>
                  <a:pt x="278932" y="248364"/>
                </a:lnTo>
                <a:cubicBezTo>
                  <a:pt x="280842" y="248364"/>
                  <a:pt x="284663" y="248364"/>
                  <a:pt x="288484" y="248364"/>
                </a:cubicBezTo>
                <a:lnTo>
                  <a:pt x="288484" y="248364"/>
                </a:lnTo>
                <a:close/>
                <a:moveTo>
                  <a:pt x="179586" y="248364"/>
                </a:moveTo>
                <a:lnTo>
                  <a:pt x="240722" y="248364"/>
                </a:lnTo>
                <a:lnTo>
                  <a:pt x="210154" y="324784"/>
                </a:lnTo>
                <a:lnTo>
                  <a:pt x="179586" y="248364"/>
                </a:lnTo>
                <a:close/>
                <a:moveTo>
                  <a:pt x="143287" y="248364"/>
                </a:moveTo>
                <a:lnTo>
                  <a:pt x="158571" y="248364"/>
                </a:lnTo>
                <a:lnTo>
                  <a:pt x="189139" y="324784"/>
                </a:lnTo>
                <a:lnTo>
                  <a:pt x="118450" y="271290"/>
                </a:lnTo>
                <a:lnTo>
                  <a:pt x="131824" y="250274"/>
                </a:lnTo>
                <a:cubicBezTo>
                  <a:pt x="135645" y="248364"/>
                  <a:pt x="139466" y="248364"/>
                  <a:pt x="143287" y="248364"/>
                </a:cubicBezTo>
                <a:close/>
                <a:moveTo>
                  <a:pt x="19105" y="372546"/>
                </a:moveTo>
                <a:cubicBezTo>
                  <a:pt x="19105" y="319052"/>
                  <a:pt x="55404" y="271290"/>
                  <a:pt x="106988" y="254095"/>
                </a:cubicBezTo>
                <a:lnTo>
                  <a:pt x="93614" y="275111"/>
                </a:lnTo>
                <a:lnTo>
                  <a:pt x="200602" y="355351"/>
                </a:lnTo>
                <a:lnTo>
                  <a:pt x="200602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lose/>
                <a:moveTo>
                  <a:pt x="401203" y="401203"/>
                </a:move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219707" y="401203"/>
                </a:lnTo>
                <a:lnTo>
                  <a:pt x="219707" y="357262"/>
                </a:lnTo>
                <a:lnTo>
                  <a:pt x="326694" y="277021"/>
                </a:lnTo>
                <a:lnTo>
                  <a:pt x="313321" y="256006"/>
                </a:lnTo>
                <a:cubicBezTo>
                  <a:pt x="364904" y="271290"/>
                  <a:pt x="401203" y="319052"/>
                  <a:pt x="401203" y="374456"/>
                </a:cubicBezTo>
                <a:lnTo>
                  <a:pt x="401203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61" descr="Female pharmacy technician 1 icon.">
            <a:extLst>
              <a:ext uri="{FF2B5EF4-FFF2-40B4-BE49-F238E27FC236}">
                <a16:creationId xmlns:a16="http://schemas.microsoft.com/office/drawing/2014/main" id="{6EA93846-F96D-4DC5-99DC-DAD18AA5ABEE}"/>
              </a:ext>
            </a:extLst>
          </p:cNvPr>
          <p:cNvSpPr>
            <a:spLocks noChangeAspect="1"/>
          </p:cNvSpPr>
          <p:nvPr/>
        </p:nvSpPr>
        <p:spPr>
          <a:xfrm>
            <a:off x="4639266" y="5127993"/>
            <a:ext cx="420308" cy="428172"/>
          </a:xfrm>
          <a:custGeom>
            <a:avLst/>
            <a:gdLst>
              <a:gd name="connsiteX0" fmla="*/ 248364 w 420308"/>
              <a:gd name="connsiteY0" fmla="*/ 332648 h 428172"/>
              <a:gd name="connsiteX1" fmla="*/ 305679 w 420308"/>
              <a:gd name="connsiteY1" fmla="*/ 332648 h 428172"/>
              <a:gd name="connsiteX2" fmla="*/ 305679 w 420308"/>
              <a:gd name="connsiteY2" fmla="*/ 351753 h 428172"/>
              <a:gd name="connsiteX3" fmla="*/ 248364 w 420308"/>
              <a:gd name="connsiteY3" fmla="*/ 351753 h 428172"/>
              <a:gd name="connsiteX4" fmla="*/ 248364 w 420308"/>
              <a:gd name="connsiteY4" fmla="*/ 332648 h 428172"/>
              <a:gd name="connsiteX5" fmla="*/ 340068 w 420308"/>
              <a:gd name="connsiteY5" fmla="*/ 250497 h 428172"/>
              <a:gd name="connsiteX6" fmla="*/ 347710 w 420308"/>
              <a:gd name="connsiteY6" fmla="*/ 239034 h 428172"/>
              <a:gd name="connsiteX7" fmla="*/ 347710 w 420308"/>
              <a:gd name="connsiteY7" fmla="*/ 219929 h 428172"/>
              <a:gd name="connsiteX8" fmla="*/ 315231 w 420308"/>
              <a:gd name="connsiteY8" fmla="*/ 124405 h 428172"/>
              <a:gd name="connsiteX9" fmla="*/ 315231 w 420308"/>
              <a:gd name="connsiteY9" fmla="*/ 111031 h 428172"/>
              <a:gd name="connsiteX10" fmla="*/ 215886 w 420308"/>
              <a:gd name="connsiteY10" fmla="*/ 223 h 428172"/>
              <a:gd name="connsiteX11" fmla="*/ 105077 w 420308"/>
              <a:gd name="connsiteY11" fmla="*/ 99568 h 428172"/>
              <a:gd name="connsiteX12" fmla="*/ 105077 w 420308"/>
              <a:gd name="connsiteY12" fmla="*/ 112942 h 428172"/>
              <a:gd name="connsiteX13" fmla="*/ 105077 w 420308"/>
              <a:gd name="connsiteY13" fmla="*/ 124405 h 428172"/>
              <a:gd name="connsiteX14" fmla="*/ 72599 w 420308"/>
              <a:gd name="connsiteY14" fmla="*/ 219929 h 428172"/>
              <a:gd name="connsiteX15" fmla="*/ 72599 w 420308"/>
              <a:gd name="connsiteY15" fmla="*/ 239034 h 428172"/>
              <a:gd name="connsiteX16" fmla="*/ 80241 w 420308"/>
              <a:gd name="connsiteY16" fmla="*/ 250497 h 428172"/>
              <a:gd name="connsiteX17" fmla="*/ 0 w 420308"/>
              <a:gd name="connsiteY17" fmla="*/ 380411 h 428172"/>
              <a:gd name="connsiteX18" fmla="*/ 0 w 420308"/>
              <a:gd name="connsiteY18" fmla="*/ 409068 h 428172"/>
              <a:gd name="connsiteX19" fmla="*/ 19105 w 420308"/>
              <a:gd name="connsiteY19" fmla="*/ 428173 h 428172"/>
              <a:gd name="connsiteX20" fmla="*/ 401203 w 420308"/>
              <a:gd name="connsiteY20" fmla="*/ 428173 h 428172"/>
              <a:gd name="connsiteX21" fmla="*/ 420308 w 420308"/>
              <a:gd name="connsiteY21" fmla="*/ 409068 h 428172"/>
              <a:gd name="connsiteX22" fmla="*/ 420308 w 420308"/>
              <a:gd name="connsiteY22" fmla="*/ 380411 h 428172"/>
              <a:gd name="connsiteX23" fmla="*/ 340068 w 420308"/>
              <a:gd name="connsiteY23" fmla="*/ 250497 h 428172"/>
              <a:gd name="connsiteX24" fmla="*/ 231170 w 420308"/>
              <a:gd name="connsiteY24" fmla="*/ 72821 h 428172"/>
              <a:gd name="connsiteX25" fmla="*/ 294216 w 420308"/>
              <a:gd name="connsiteY25" fmla="*/ 126315 h 428172"/>
              <a:gd name="connsiteX26" fmla="*/ 196781 w 420308"/>
              <a:gd name="connsiteY26" fmla="*/ 198914 h 428172"/>
              <a:gd name="connsiteX27" fmla="*/ 124182 w 420308"/>
              <a:gd name="connsiteY27" fmla="*/ 126315 h 428172"/>
              <a:gd name="connsiteX28" fmla="*/ 152839 w 420308"/>
              <a:gd name="connsiteY28" fmla="*/ 99568 h 428172"/>
              <a:gd name="connsiteX29" fmla="*/ 175765 w 420308"/>
              <a:gd name="connsiteY29" fmla="*/ 99568 h 428172"/>
              <a:gd name="connsiteX30" fmla="*/ 231170 w 420308"/>
              <a:gd name="connsiteY30" fmla="*/ 72821 h 428172"/>
              <a:gd name="connsiteX31" fmla="*/ 296126 w 420308"/>
              <a:gd name="connsiteY31" fmla="*/ 107210 h 428172"/>
              <a:gd name="connsiteX32" fmla="*/ 248364 w 420308"/>
              <a:gd name="connsiteY32" fmla="*/ 55627 h 428172"/>
              <a:gd name="connsiteX33" fmla="*/ 248364 w 420308"/>
              <a:gd name="connsiteY33" fmla="*/ 36522 h 428172"/>
              <a:gd name="connsiteX34" fmla="*/ 296126 w 420308"/>
              <a:gd name="connsiteY34" fmla="*/ 107210 h 428172"/>
              <a:gd name="connsiteX35" fmla="*/ 210154 w 420308"/>
              <a:gd name="connsiteY35" fmla="*/ 26970 h 428172"/>
              <a:gd name="connsiteX36" fmla="*/ 229259 w 420308"/>
              <a:gd name="connsiteY36" fmla="*/ 28880 h 428172"/>
              <a:gd name="connsiteX37" fmla="*/ 229259 w 420308"/>
              <a:gd name="connsiteY37" fmla="*/ 32701 h 428172"/>
              <a:gd name="connsiteX38" fmla="*/ 175765 w 420308"/>
              <a:gd name="connsiteY38" fmla="*/ 82374 h 428172"/>
              <a:gd name="connsiteX39" fmla="*/ 152839 w 420308"/>
              <a:gd name="connsiteY39" fmla="*/ 82374 h 428172"/>
              <a:gd name="connsiteX40" fmla="*/ 128003 w 420308"/>
              <a:gd name="connsiteY40" fmla="*/ 90016 h 428172"/>
              <a:gd name="connsiteX41" fmla="*/ 210154 w 420308"/>
              <a:gd name="connsiteY41" fmla="*/ 26970 h 428172"/>
              <a:gd name="connsiteX42" fmla="*/ 89793 w 420308"/>
              <a:gd name="connsiteY42" fmla="*/ 231392 h 428172"/>
              <a:gd name="connsiteX43" fmla="*/ 118450 w 420308"/>
              <a:gd name="connsiteY43" fmla="*/ 164525 h 428172"/>
              <a:gd name="connsiteX44" fmla="*/ 261737 w 420308"/>
              <a:gd name="connsiteY44" fmla="*/ 204645 h 428172"/>
              <a:gd name="connsiteX45" fmla="*/ 301858 w 420308"/>
              <a:gd name="connsiteY45" fmla="*/ 164525 h 428172"/>
              <a:gd name="connsiteX46" fmla="*/ 330515 w 420308"/>
              <a:gd name="connsiteY46" fmla="*/ 229482 h 428172"/>
              <a:gd name="connsiteX47" fmla="*/ 319052 w 420308"/>
              <a:gd name="connsiteY47" fmla="*/ 242855 h 428172"/>
              <a:gd name="connsiteX48" fmla="*/ 277021 w 420308"/>
              <a:gd name="connsiteY48" fmla="*/ 237124 h 428172"/>
              <a:gd name="connsiteX49" fmla="*/ 143287 w 420308"/>
              <a:gd name="connsiteY49" fmla="*/ 237124 h 428172"/>
              <a:gd name="connsiteX50" fmla="*/ 101256 w 420308"/>
              <a:gd name="connsiteY50" fmla="*/ 242855 h 428172"/>
              <a:gd name="connsiteX51" fmla="*/ 89793 w 420308"/>
              <a:gd name="connsiteY51" fmla="*/ 231392 h 428172"/>
              <a:gd name="connsiteX52" fmla="*/ 256006 w 420308"/>
              <a:gd name="connsiteY52" fmla="*/ 256229 h 428172"/>
              <a:gd name="connsiteX53" fmla="*/ 210154 w 420308"/>
              <a:gd name="connsiteY53" fmla="*/ 307812 h 428172"/>
              <a:gd name="connsiteX54" fmla="*/ 164302 w 420308"/>
              <a:gd name="connsiteY54" fmla="*/ 256229 h 428172"/>
              <a:gd name="connsiteX55" fmla="*/ 256006 w 420308"/>
              <a:gd name="connsiteY55" fmla="*/ 256229 h 428172"/>
              <a:gd name="connsiteX56" fmla="*/ 401203 w 420308"/>
              <a:gd name="connsiteY56" fmla="*/ 409068 h 428172"/>
              <a:gd name="connsiteX57" fmla="*/ 343889 w 420308"/>
              <a:gd name="connsiteY57" fmla="*/ 409068 h 428172"/>
              <a:gd name="connsiteX58" fmla="*/ 343889 w 420308"/>
              <a:gd name="connsiteY58" fmla="*/ 351753 h 428172"/>
              <a:gd name="connsiteX59" fmla="*/ 324784 w 420308"/>
              <a:gd name="connsiteY59" fmla="*/ 351753 h 428172"/>
              <a:gd name="connsiteX60" fmla="*/ 324784 w 420308"/>
              <a:gd name="connsiteY60" fmla="*/ 409068 h 428172"/>
              <a:gd name="connsiteX61" fmla="*/ 95525 w 420308"/>
              <a:gd name="connsiteY61" fmla="*/ 409068 h 428172"/>
              <a:gd name="connsiteX62" fmla="*/ 95525 w 420308"/>
              <a:gd name="connsiteY62" fmla="*/ 351753 h 428172"/>
              <a:gd name="connsiteX63" fmla="*/ 76420 w 420308"/>
              <a:gd name="connsiteY63" fmla="*/ 351753 h 428172"/>
              <a:gd name="connsiteX64" fmla="*/ 76420 w 420308"/>
              <a:gd name="connsiteY64" fmla="*/ 409068 h 428172"/>
              <a:gd name="connsiteX65" fmla="*/ 19105 w 420308"/>
              <a:gd name="connsiteY65" fmla="*/ 409068 h 428172"/>
              <a:gd name="connsiteX66" fmla="*/ 19105 w 420308"/>
              <a:gd name="connsiteY66" fmla="*/ 380411 h 428172"/>
              <a:gd name="connsiteX67" fmla="*/ 139466 w 420308"/>
              <a:gd name="connsiteY67" fmla="*/ 256229 h 428172"/>
              <a:gd name="connsiteX68" fmla="*/ 210154 w 420308"/>
              <a:gd name="connsiteY68" fmla="*/ 338380 h 428172"/>
              <a:gd name="connsiteX69" fmla="*/ 280842 w 420308"/>
              <a:gd name="connsiteY69" fmla="*/ 256229 h 428172"/>
              <a:gd name="connsiteX70" fmla="*/ 401203 w 420308"/>
              <a:gd name="connsiteY70" fmla="*/ 380411 h 428172"/>
              <a:gd name="connsiteX71" fmla="*/ 401203 w 420308"/>
              <a:gd name="connsiteY71" fmla="*/ 409068 h 42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20308" h="428172">
                <a:moveTo>
                  <a:pt x="248364" y="332648"/>
                </a:moveTo>
                <a:lnTo>
                  <a:pt x="305679" y="332648"/>
                </a:lnTo>
                <a:lnTo>
                  <a:pt x="305679" y="351753"/>
                </a:lnTo>
                <a:lnTo>
                  <a:pt x="248364" y="351753"/>
                </a:lnTo>
                <a:lnTo>
                  <a:pt x="248364" y="332648"/>
                </a:lnTo>
                <a:close/>
                <a:moveTo>
                  <a:pt x="340068" y="250497"/>
                </a:moveTo>
                <a:cubicBezTo>
                  <a:pt x="343889" y="246676"/>
                  <a:pt x="345799" y="242855"/>
                  <a:pt x="347710" y="239034"/>
                </a:cubicBezTo>
                <a:cubicBezTo>
                  <a:pt x="351530" y="233303"/>
                  <a:pt x="351530" y="225661"/>
                  <a:pt x="347710" y="219929"/>
                </a:cubicBezTo>
                <a:cubicBezTo>
                  <a:pt x="328605" y="191272"/>
                  <a:pt x="317142" y="158793"/>
                  <a:pt x="315231" y="124405"/>
                </a:cubicBezTo>
                <a:cubicBezTo>
                  <a:pt x="315231" y="120584"/>
                  <a:pt x="315231" y="116763"/>
                  <a:pt x="315231" y="111031"/>
                </a:cubicBezTo>
                <a:cubicBezTo>
                  <a:pt x="319052" y="53716"/>
                  <a:pt x="275111" y="4044"/>
                  <a:pt x="215886" y="223"/>
                </a:cubicBezTo>
                <a:cubicBezTo>
                  <a:pt x="156660" y="-3598"/>
                  <a:pt x="108898" y="42253"/>
                  <a:pt x="105077" y="99568"/>
                </a:cubicBezTo>
                <a:cubicBezTo>
                  <a:pt x="105077" y="103389"/>
                  <a:pt x="105077" y="107210"/>
                  <a:pt x="105077" y="112942"/>
                </a:cubicBezTo>
                <a:cubicBezTo>
                  <a:pt x="105077" y="116763"/>
                  <a:pt x="105077" y="120584"/>
                  <a:pt x="105077" y="124405"/>
                </a:cubicBezTo>
                <a:cubicBezTo>
                  <a:pt x="103167" y="158793"/>
                  <a:pt x="91704" y="191272"/>
                  <a:pt x="72599" y="219929"/>
                </a:cubicBezTo>
                <a:cubicBezTo>
                  <a:pt x="68778" y="225661"/>
                  <a:pt x="68778" y="233303"/>
                  <a:pt x="72599" y="239034"/>
                </a:cubicBezTo>
                <a:cubicBezTo>
                  <a:pt x="74509" y="242855"/>
                  <a:pt x="78330" y="246676"/>
                  <a:pt x="80241" y="250497"/>
                </a:cubicBezTo>
                <a:cubicBezTo>
                  <a:pt x="30568" y="275333"/>
                  <a:pt x="0" y="325006"/>
                  <a:pt x="0" y="380411"/>
                </a:cubicBezTo>
                <a:lnTo>
                  <a:pt x="0" y="409068"/>
                </a:lnTo>
                <a:cubicBezTo>
                  <a:pt x="0" y="420531"/>
                  <a:pt x="7642" y="428173"/>
                  <a:pt x="19105" y="428173"/>
                </a:cubicBezTo>
                <a:lnTo>
                  <a:pt x="401203" y="428173"/>
                </a:lnTo>
                <a:cubicBezTo>
                  <a:pt x="412666" y="428173"/>
                  <a:pt x="420308" y="420531"/>
                  <a:pt x="420308" y="409068"/>
                </a:cubicBezTo>
                <a:lnTo>
                  <a:pt x="420308" y="380411"/>
                </a:lnTo>
                <a:cubicBezTo>
                  <a:pt x="420308" y="325006"/>
                  <a:pt x="389740" y="275333"/>
                  <a:pt x="340068" y="250497"/>
                </a:cubicBezTo>
                <a:close/>
                <a:moveTo>
                  <a:pt x="231170" y="72821"/>
                </a:moveTo>
                <a:cubicBezTo>
                  <a:pt x="238811" y="101479"/>
                  <a:pt x="263648" y="122494"/>
                  <a:pt x="294216" y="126315"/>
                </a:cubicBezTo>
                <a:cubicBezTo>
                  <a:pt x="286574" y="174077"/>
                  <a:pt x="242632" y="204645"/>
                  <a:pt x="196781" y="198914"/>
                </a:cubicBezTo>
                <a:cubicBezTo>
                  <a:pt x="158571" y="193182"/>
                  <a:pt x="129913" y="162614"/>
                  <a:pt x="124182" y="126315"/>
                </a:cubicBezTo>
                <a:cubicBezTo>
                  <a:pt x="128003" y="111031"/>
                  <a:pt x="139466" y="101479"/>
                  <a:pt x="152839" y="99568"/>
                </a:cubicBezTo>
                <a:lnTo>
                  <a:pt x="175765" y="99568"/>
                </a:lnTo>
                <a:cubicBezTo>
                  <a:pt x="198691" y="99568"/>
                  <a:pt x="217796" y="90016"/>
                  <a:pt x="231170" y="72821"/>
                </a:cubicBezTo>
                <a:close/>
                <a:moveTo>
                  <a:pt x="296126" y="107210"/>
                </a:moveTo>
                <a:cubicBezTo>
                  <a:pt x="269379" y="105300"/>
                  <a:pt x="248364" y="82374"/>
                  <a:pt x="248364" y="55627"/>
                </a:cubicBezTo>
                <a:lnTo>
                  <a:pt x="248364" y="36522"/>
                </a:lnTo>
                <a:cubicBezTo>
                  <a:pt x="275111" y="49895"/>
                  <a:pt x="294216" y="76642"/>
                  <a:pt x="296126" y="107210"/>
                </a:cubicBezTo>
                <a:close/>
                <a:moveTo>
                  <a:pt x="210154" y="26970"/>
                </a:moveTo>
                <a:cubicBezTo>
                  <a:pt x="215886" y="26970"/>
                  <a:pt x="223528" y="26970"/>
                  <a:pt x="229259" y="28880"/>
                </a:cubicBezTo>
                <a:lnTo>
                  <a:pt x="229259" y="32701"/>
                </a:lnTo>
                <a:cubicBezTo>
                  <a:pt x="227349" y="59448"/>
                  <a:pt x="204423" y="80463"/>
                  <a:pt x="175765" y="82374"/>
                </a:cubicBezTo>
                <a:lnTo>
                  <a:pt x="152839" y="82374"/>
                </a:lnTo>
                <a:cubicBezTo>
                  <a:pt x="143287" y="80463"/>
                  <a:pt x="135645" y="84284"/>
                  <a:pt x="128003" y="90016"/>
                </a:cubicBezTo>
                <a:cubicBezTo>
                  <a:pt x="137555" y="51806"/>
                  <a:pt x="171944" y="26970"/>
                  <a:pt x="210154" y="26970"/>
                </a:cubicBezTo>
                <a:close/>
                <a:moveTo>
                  <a:pt x="89793" y="231392"/>
                </a:moveTo>
                <a:cubicBezTo>
                  <a:pt x="103167" y="210377"/>
                  <a:pt x="112719" y="189361"/>
                  <a:pt x="118450" y="164525"/>
                </a:cubicBezTo>
                <a:cubicBezTo>
                  <a:pt x="147108" y="216108"/>
                  <a:pt x="210154" y="233303"/>
                  <a:pt x="261737" y="204645"/>
                </a:cubicBezTo>
                <a:cubicBezTo>
                  <a:pt x="278932" y="195093"/>
                  <a:pt x="292305" y="181719"/>
                  <a:pt x="301858" y="164525"/>
                </a:cubicBezTo>
                <a:cubicBezTo>
                  <a:pt x="307589" y="187451"/>
                  <a:pt x="317142" y="210377"/>
                  <a:pt x="330515" y="229482"/>
                </a:cubicBezTo>
                <a:cubicBezTo>
                  <a:pt x="326694" y="235213"/>
                  <a:pt x="322873" y="239034"/>
                  <a:pt x="319052" y="242855"/>
                </a:cubicBezTo>
                <a:cubicBezTo>
                  <a:pt x="305679" y="239034"/>
                  <a:pt x="292305" y="237124"/>
                  <a:pt x="277021" y="237124"/>
                </a:cubicBezTo>
                <a:lnTo>
                  <a:pt x="143287" y="237124"/>
                </a:lnTo>
                <a:cubicBezTo>
                  <a:pt x="128003" y="237124"/>
                  <a:pt x="114630" y="239034"/>
                  <a:pt x="101256" y="242855"/>
                </a:cubicBezTo>
                <a:cubicBezTo>
                  <a:pt x="95525" y="240945"/>
                  <a:pt x="91704" y="235213"/>
                  <a:pt x="89793" y="231392"/>
                </a:cubicBezTo>
                <a:close/>
                <a:moveTo>
                  <a:pt x="256006" y="256229"/>
                </a:moveTo>
                <a:lnTo>
                  <a:pt x="210154" y="307812"/>
                </a:lnTo>
                <a:lnTo>
                  <a:pt x="164302" y="256229"/>
                </a:lnTo>
                <a:lnTo>
                  <a:pt x="256006" y="256229"/>
                </a:lnTo>
                <a:close/>
                <a:moveTo>
                  <a:pt x="401203" y="409068"/>
                </a:moveTo>
                <a:lnTo>
                  <a:pt x="343889" y="409068"/>
                </a:lnTo>
                <a:lnTo>
                  <a:pt x="343889" y="351753"/>
                </a:lnTo>
                <a:lnTo>
                  <a:pt x="324784" y="351753"/>
                </a:lnTo>
                <a:lnTo>
                  <a:pt x="324784" y="409068"/>
                </a:lnTo>
                <a:lnTo>
                  <a:pt x="95525" y="409068"/>
                </a:lnTo>
                <a:lnTo>
                  <a:pt x="95525" y="351753"/>
                </a:lnTo>
                <a:lnTo>
                  <a:pt x="76420" y="351753"/>
                </a:lnTo>
                <a:lnTo>
                  <a:pt x="76420" y="409068"/>
                </a:lnTo>
                <a:lnTo>
                  <a:pt x="19105" y="409068"/>
                </a:lnTo>
                <a:lnTo>
                  <a:pt x="19105" y="380411"/>
                </a:lnTo>
                <a:cubicBezTo>
                  <a:pt x="19105" y="313543"/>
                  <a:pt x="72599" y="258139"/>
                  <a:pt x="139466" y="256229"/>
                </a:cubicBezTo>
                <a:lnTo>
                  <a:pt x="210154" y="338380"/>
                </a:lnTo>
                <a:lnTo>
                  <a:pt x="280842" y="256229"/>
                </a:lnTo>
                <a:cubicBezTo>
                  <a:pt x="347710" y="258139"/>
                  <a:pt x="401203" y="313543"/>
                  <a:pt x="401203" y="380411"/>
                </a:cubicBezTo>
                <a:lnTo>
                  <a:pt x="401203" y="40906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62" descr="Male pharmacy technician icon.">
            <a:extLst>
              <a:ext uri="{FF2B5EF4-FFF2-40B4-BE49-F238E27FC236}">
                <a16:creationId xmlns:a16="http://schemas.microsoft.com/office/drawing/2014/main" id="{773D5CBC-33E2-4704-AC71-85E21A8323D5}"/>
              </a:ext>
            </a:extLst>
          </p:cNvPr>
          <p:cNvSpPr>
            <a:spLocks noChangeAspect="1"/>
          </p:cNvSpPr>
          <p:nvPr/>
        </p:nvSpPr>
        <p:spPr>
          <a:xfrm>
            <a:off x="5872073" y="5135857"/>
            <a:ext cx="420308" cy="420308"/>
          </a:xfrm>
          <a:custGeom>
            <a:avLst/>
            <a:gdLst>
              <a:gd name="connsiteX0" fmla="*/ 248364 w 420308"/>
              <a:gd name="connsiteY0" fmla="*/ 324784 h 420308"/>
              <a:gd name="connsiteX1" fmla="*/ 305679 w 420308"/>
              <a:gd name="connsiteY1" fmla="*/ 324784 h 420308"/>
              <a:gd name="connsiteX2" fmla="*/ 305679 w 420308"/>
              <a:gd name="connsiteY2" fmla="*/ 343889 h 420308"/>
              <a:gd name="connsiteX3" fmla="*/ 248364 w 420308"/>
              <a:gd name="connsiteY3" fmla="*/ 343889 h 420308"/>
              <a:gd name="connsiteX4" fmla="*/ 248364 w 420308"/>
              <a:gd name="connsiteY4" fmla="*/ 324784 h 420308"/>
              <a:gd name="connsiteX5" fmla="*/ 277021 w 420308"/>
              <a:gd name="connsiteY5" fmla="*/ 229259 h 420308"/>
              <a:gd name="connsiteX6" fmla="*/ 143287 w 420308"/>
              <a:gd name="connsiteY6" fmla="*/ 229259 h 420308"/>
              <a:gd name="connsiteX7" fmla="*/ 0 w 420308"/>
              <a:gd name="connsiteY7" fmla="*/ 372546 h 420308"/>
              <a:gd name="connsiteX8" fmla="*/ 0 w 420308"/>
              <a:gd name="connsiteY8" fmla="*/ 401203 h 420308"/>
              <a:gd name="connsiteX9" fmla="*/ 19105 w 420308"/>
              <a:gd name="connsiteY9" fmla="*/ 420308 h 420308"/>
              <a:gd name="connsiteX10" fmla="*/ 401203 w 420308"/>
              <a:gd name="connsiteY10" fmla="*/ 420308 h 420308"/>
              <a:gd name="connsiteX11" fmla="*/ 420308 w 420308"/>
              <a:gd name="connsiteY11" fmla="*/ 401203 h 420308"/>
              <a:gd name="connsiteX12" fmla="*/ 420308 w 420308"/>
              <a:gd name="connsiteY12" fmla="*/ 372546 h 420308"/>
              <a:gd name="connsiteX13" fmla="*/ 278932 w 420308"/>
              <a:gd name="connsiteY13" fmla="*/ 229259 h 420308"/>
              <a:gd name="connsiteX14" fmla="*/ 277021 w 420308"/>
              <a:gd name="connsiteY14" fmla="*/ 229259 h 420308"/>
              <a:gd name="connsiteX15" fmla="*/ 256006 w 420308"/>
              <a:gd name="connsiteY15" fmla="*/ 248364 h 420308"/>
              <a:gd name="connsiteX16" fmla="*/ 210154 w 420308"/>
              <a:gd name="connsiteY16" fmla="*/ 299947 h 420308"/>
              <a:gd name="connsiteX17" fmla="*/ 164302 w 420308"/>
              <a:gd name="connsiteY17" fmla="*/ 248364 h 420308"/>
              <a:gd name="connsiteX18" fmla="*/ 256006 w 420308"/>
              <a:gd name="connsiteY18" fmla="*/ 248364 h 420308"/>
              <a:gd name="connsiteX19" fmla="*/ 401203 w 420308"/>
              <a:gd name="connsiteY19" fmla="*/ 401203 h 420308"/>
              <a:gd name="connsiteX20" fmla="*/ 343889 w 420308"/>
              <a:gd name="connsiteY20" fmla="*/ 401203 h 420308"/>
              <a:gd name="connsiteX21" fmla="*/ 343889 w 420308"/>
              <a:gd name="connsiteY21" fmla="*/ 343889 h 420308"/>
              <a:gd name="connsiteX22" fmla="*/ 324784 w 420308"/>
              <a:gd name="connsiteY22" fmla="*/ 343889 h 420308"/>
              <a:gd name="connsiteX23" fmla="*/ 324784 w 420308"/>
              <a:gd name="connsiteY23" fmla="*/ 401203 h 420308"/>
              <a:gd name="connsiteX24" fmla="*/ 95525 w 420308"/>
              <a:gd name="connsiteY24" fmla="*/ 401203 h 420308"/>
              <a:gd name="connsiteX25" fmla="*/ 95525 w 420308"/>
              <a:gd name="connsiteY25" fmla="*/ 343889 h 420308"/>
              <a:gd name="connsiteX26" fmla="*/ 76420 w 420308"/>
              <a:gd name="connsiteY26" fmla="*/ 343889 h 420308"/>
              <a:gd name="connsiteX27" fmla="*/ 76420 w 420308"/>
              <a:gd name="connsiteY27" fmla="*/ 401203 h 420308"/>
              <a:gd name="connsiteX28" fmla="*/ 19105 w 420308"/>
              <a:gd name="connsiteY28" fmla="*/ 401203 h 420308"/>
              <a:gd name="connsiteX29" fmla="*/ 19105 w 420308"/>
              <a:gd name="connsiteY29" fmla="*/ 372546 h 420308"/>
              <a:gd name="connsiteX30" fmla="*/ 139466 w 420308"/>
              <a:gd name="connsiteY30" fmla="*/ 248364 h 420308"/>
              <a:gd name="connsiteX31" fmla="*/ 210154 w 420308"/>
              <a:gd name="connsiteY31" fmla="*/ 330515 h 420308"/>
              <a:gd name="connsiteX32" fmla="*/ 280842 w 420308"/>
              <a:gd name="connsiteY32" fmla="*/ 248364 h 420308"/>
              <a:gd name="connsiteX33" fmla="*/ 401203 w 420308"/>
              <a:gd name="connsiteY33" fmla="*/ 372546 h 420308"/>
              <a:gd name="connsiteX34" fmla="*/ 401203 w 420308"/>
              <a:gd name="connsiteY34" fmla="*/ 401203 h 420308"/>
              <a:gd name="connsiteX35" fmla="*/ 210154 w 420308"/>
              <a:gd name="connsiteY35" fmla="*/ 212065 h 420308"/>
              <a:gd name="connsiteX36" fmla="*/ 315231 w 420308"/>
              <a:gd name="connsiteY36" fmla="*/ 106988 h 420308"/>
              <a:gd name="connsiteX37" fmla="*/ 210154 w 420308"/>
              <a:gd name="connsiteY37" fmla="*/ 0 h 420308"/>
              <a:gd name="connsiteX38" fmla="*/ 105077 w 420308"/>
              <a:gd name="connsiteY38" fmla="*/ 105077 h 420308"/>
              <a:gd name="connsiteX39" fmla="*/ 105077 w 420308"/>
              <a:gd name="connsiteY39" fmla="*/ 105077 h 420308"/>
              <a:gd name="connsiteX40" fmla="*/ 210154 w 420308"/>
              <a:gd name="connsiteY40" fmla="*/ 212065 h 420308"/>
              <a:gd name="connsiteX41" fmla="*/ 210154 w 420308"/>
              <a:gd name="connsiteY41" fmla="*/ 212065 h 420308"/>
              <a:gd name="connsiteX42" fmla="*/ 210154 w 420308"/>
              <a:gd name="connsiteY42" fmla="*/ 192960 h 420308"/>
              <a:gd name="connsiteX43" fmla="*/ 126092 w 420308"/>
              <a:gd name="connsiteY43" fmla="*/ 118450 h 420308"/>
              <a:gd name="connsiteX44" fmla="*/ 185318 w 420308"/>
              <a:gd name="connsiteY44" fmla="*/ 82151 h 420308"/>
              <a:gd name="connsiteX45" fmla="*/ 296126 w 420308"/>
              <a:gd name="connsiteY45" fmla="*/ 89793 h 420308"/>
              <a:gd name="connsiteX46" fmla="*/ 298037 w 420308"/>
              <a:gd name="connsiteY46" fmla="*/ 105077 h 420308"/>
              <a:gd name="connsiteX47" fmla="*/ 210154 w 420308"/>
              <a:gd name="connsiteY47" fmla="*/ 192960 h 420308"/>
              <a:gd name="connsiteX48" fmla="*/ 210154 w 420308"/>
              <a:gd name="connsiteY48" fmla="*/ 192960 h 420308"/>
              <a:gd name="connsiteX49" fmla="*/ 210154 w 420308"/>
              <a:gd name="connsiteY49" fmla="*/ 21015 h 420308"/>
              <a:gd name="connsiteX50" fmla="*/ 288484 w 420308"/>
              <a:gd name="connsiteY50" fmla="*/ 72599 h 420308"/>
              <a:gd name="connsiteX51" fmla="*/ 286574 w 420308"/>
              <a:gd name="connsiteY51" fmla="*/ 74509 h 420308"/>
              <a:gd name="connsiteX52" fmla="*/ 191049 w 420308"/>
              <a:gd name="connsiteY52" fmla="*/ 64957 h 420308"/>
              <a:gd name="connsiteX53" fmla="*/ 179586 w 420308"/>
              <a:gd name="connsiteY53" fmla="*/ 63046 h 420308"/>
              <a:gd name="connsiteX54" fmla="*/ 170034 w 420308"/>
              <a:gd name="connsiteY54" fmla="*/ 70688 h 420308"/>
              <a:gd name="connsiteX55" fmla="*/ 124182 w 420308"/>
              <a:gd name="connsiteY55" fmla="*/ 97435 h 420308"/>
              <a:gd name="connsiteX56" fmla="*/ 210154 w 420308"/>
              <a:gd name="connsiteY56" fmla="*/ 21015 h 420308"/>
              <a:gd name="connsiteX57" fmla="*/ 210154 w 420308"/>
              <a:gd name="connsiteY57" fmla="*/ 2101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20308" h="420308">
                <a:moveTo>
                  <a:pt x="248364" y="324784"/>
                </a:moveTo>
                <a:lnTo>
                  <a:pt x="305679" y="324784"/>
                </a:lnTo>
                <a:lnTo>
                  <a:pt x="305679" y="343889"/>
                </a:lnTo>
                <a:lnTo>
                  <a:pt x="248364" y="343889"/>
                </a:lnTo>
                <a:lnTo>
                  <a:pt x="248364" y="324784"/>
                </a:lnTo>
                <a:close/>
                <a:moveTo>
                  <a:pt x="277021" y="229259"/>
                </a:moveTo>
                <a:lnTo>
                  <a:pt x="143287" y="229259"/>
                </a:lnTo>
                <a:cubicBezTo>
                  <a:pt x="64957" y="229259"/>
                  <a:pt x="0" y="294216"/>
                  <a:pt x="0" y="372546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72546"/>
                </a:lnTo>
                <a:cubicBezTo>
                  <a:pt x="420308" y="294216"/>
                  <a:pt x="357262" y="229259"/>
                  <a:pt x="278932" y="229259"/>
                </a:cubicBezTo>
                <a:cubicBezTo>
                  <a:pt x="278932" y="229259"/>
                  <a:pt x="277021" y="229259"/>
                  <a:pt x="277021" y="229259"/>
                </a:cubicBezTo>
                <a:close/>
                <a:moveTo>
                  <a:pt x="256006" y="248364"/>
                </a:moveTo>
                <a:lnTo>
                  <a:pt x="210154" y="299947"/>
                </a:lnTo>
                <a:lnTo>
                  <a:pt x="164302" y="248364"/>
                </a:lnTo>
                <a:lnTo>
                  <a:pt x="256006" y="248364"/>
                </a:lnTo>
                <a:close/>
                <a:moveTo>
                  <a:pt x="401203" y="401203"/>
                </a:moveTo>
                <a:lnTo>
                  <a:pt x="343889" y="401203"/>
                </a:lnTo>
                <a:lnTo>
                  <a:pt x="343889" y="343889"/>
                </a:lnTo>
                <a:lnTo>
                  <a:pt x="324784" y="343889"/>
                </a:lnTo>
                <a:lnTo>
                  <a:pt x="324784" y="401203"/>
                </a:lnTo>
                <a:lnTo>
                  <a:pt x="95525" y="401203"/>
                </a:lnTo>
                <a:lnTo>
                  <a:pt x="95525" y="343889"/>
                </a:lnTo>
                <a:lnTo>
                  <a:pt x="76420" y="343889"/>
                </a:lnTo>
                <a:lnTo>
                  <a:pt x="76420" y="401203"/>
                </a:lnTo>
                <a:lnTo>
                  <a:pt x="19105" y="401203"/>
                </a:lnTo>
                <a:lnTo>
                  <a:pt x="19105" y="372546"/>
                </a:lnTo>
                <a:cubicBezTo>
                  <a:pt x="19105" y="305679"/>
                  <a:pt x="72599" y="250274"/>
                  <a:pt x="139466" y="248364"/>
                </a:cubicBezTo>
                <a:lnTo>
                  <a:pt x="210154" y="330515"/>
                </a:lnTo>
                <a:lnTo>
                  <a:pt x="280842" y="248364"/>
                </a:lnTo>
                <a:cubicBezTo>
                  <a:pt x="347710" y="250274"/>
                  <a:pt x="401203" y="305679"/>
                  <a:pt x="401203" y="372546"/>
                </a:cubicBezTo>
                <a:lnTo>
                  <a:pt x="401203" y="401203"/>
                </a:lnTo>
                <a:close/>
                <a:moveTo>
                  <a:pt x="210154" y="212065"/>
                </a:moveTo>
                <a:cubicBezTo>
                  <a:pt x="269379" y="212065"/>
                  <a:pt x="315231" y="164302"/>
                  <a:pt x="315231" y="106988"/>
                </a:cubicBezTo>
                <a:cubicBezTo>
                  <a:pt x="317142" y="47762"/>
                  <a:pt x="269379" y="0"/>
                  <a:pt x="210154" y="0"/>
                </a:cubicBezTo>
                <a:cubicBezTo>
                  <a:pt x="150929" y="0"/>
                  <a:pt x="105077" y="45852"/>
                  <a:pt x="105077" y="105077"/>
                </a:cubicBezTo>
                <a:cubicBezTo>
                  <a:pt x="105077" y="105077"/>
                  <a:pt x="105077" y="105077"/>
                  <a:pt x="105077" y="105077"/>
                </a:cubicBezTo>
                <a:cubicBezTo>
                  <a:pt x="105077" y="164302"/>
                  <a:pt x="152839" y="210154"/>
                  <a:pt x="210154" y="212065"/>
                </a:cubicBezTo>
                <a:cubicBezTo>
                  <a:pt x="210154" y="212065"/>
                  <a:pt x="210154" y="212065"/>
                  <a:pt x="210154" y="212065"/>
                </a:cubicBezTo>
                <a:close/>
                <a:moveTo>
                  <a:pt x="210154" y="192960"/>
                </a:moveTo>
                <a:cubicBezTo>
                  <a:pt x="166213" y="192960"/>
                  <a:pt x="129913" y="160481"/>
                  <a:pt x="126092" y="118450"/>
                </a:cubicBezTo>
                <a:cubicBezTo>
                  <a:pt x="149018" y="114630"/>
                  <a:pt x="171944" y="103167"/>
                  <a:pt x="185318" y="82151"/>
                </a:cubicBezTo>
                <a:cubicBezTo>
                  <a:pt x="215886" y="108898"/>
                  <a:pt x="261737" y="112719"/>
                  <a:pt x="296126" y="89793"/>
                </a:cubicBezTo>
                <a:cubicBezTo>
                  <a:pt x="298037" y="95525"/>
                  <a:pt x="298037" y="99346"/>
                  <a:pt x="298037" y="105077"/>
                </a:cubicBezTo>
                <a:cubicBezTo>
                  <a:pt x="296126" y="152839"/>
                  <a:pt x="257916" y="191049"/>
                  <a:pt x="210154" y="192960"/>
                </a:cubicBezTo>
                <a:cubicBezTo>
                  <a:pt x="210154" y="192960"/>
                  <a:pt x="210154" y="192960"/>
                  <a:pt x="210154" y="192960"/>
                </a:cubicBezTo>
                <a:close/>
                <a:moveTo>
                  <a:pt x="210154" y="21015"/>
                </a:moveTo>
                <a:cubicBezTo>
                  <a:pt x="244543" y="21015"/>
                  <a:pt x="275111" y="42031"/>
                  <a:pt x="288484" y="72599"/>
                </a:cubicBezTo>
                <a:lnTo>
                  <a:pt x="286574" y="74509"/>
                </a:lnTo>
                <a:cubicBezTo>
                  <a:pt x="246453" y="105077"/>
                  <a:pt x="206333" y="78330"/>
                  <a:pt x="191049" y="64957"/>
                </a:cubicBezTo>
                <a:cubicBezTo>
                  <a:pt x="187228" y="63046"/>
                  <a:pt x="183407" y="61136"/>
                  <a:pt x="179586" y="63046"/>
                </a:cubicBezTo>
                <a:cubicBezTo>
                  <a:pt x="175765" y="63046"/>
                  <a:pt x="171944" y="66867"/>
                  <a:pt x="170034" y="70688"/>
                </a:cubicBezTo>
                <a:cubicBezTo>
                  <a:pt x="160481" y="85972"/>
                  <a:pt x="143287" y="95525"/>
                  <a:pt x="124182" y="97435"/>
                </a:cubicBezTo>
                <a:cubicBezTo>
                  <a:pt x="128003" y="53494"/>
                  <a:pt x="166213" y="19105"/>
                  <a:pt x="210154" y="21015"/>
                </a:cubicBezTo>
                <a:lnTo>
                  <a:pt x="210154" y="210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15" descr="Board of directors icon.">
            <a:extLst>
              <a:ext uri="{FF2B5EF4-FFF2-40B4-BE49-F238E27FC236}">
                <a16:creationId xmlns:a16="http://schemas.microsoft.com/office/drawing/2014/main" id="{34F76895-F39A-649C-ABA3-E82950D355AE}"/>
              </a:ext>
            </a:extLst>
          </p:cNvPr>
          <p:cNvSpPr>
            <a:spLocks noChangeAspect="1"/>
          </p:cNvSpPr>
          <p:nvPr/>
        </p:nvSpPr>
        <p:spPr>
          <a:xfrm>
            <a:off x="7069447" y="5259781"/>
            <a:ext cx="458518" cy="344009"/>
          </a:xfrm>
          <a:custGeom>
            <a:avLst/>
            <a:gdLst>
              <a:gd name="connsiteX0" fmla="*/ 229259 w 458518"/>
              <a:gd name="connsiteY0" fmla="*/ 105198 h 344009"/>
              <a:gd name="connsiteX1" fmla="*/ 282753 w 458518"/>
              <a:gd name="connsiteY1" fmla="*/ 53614 h 344009"/>
              <a:gd name="connsiteX2" fmla="*/ 282753 w 458518"/>
              <a:gd name="connsiteY2" fmla="*/ 53614 h 344009"/>
              <a:gd name="connsiteX3" fmla="*/ 229259 w 458518"/>
              <a:gd name="connsiteY3" fmla="*/ 121 h 344009"/>
              <a:gd name="connsiteX4" fmla="*/ 175765 w 458518"/>
              <a:gd name="connsiteY4" fmla="*/ 51704 h 344009"/>
              <a:gd name="connsiteX5" fmla="*/ 229259 w 458518"/>
              <a:gd name="connsiteY5" fmla="*/ 105198 h 344009"/>
              <a:gd name="connsiteX6" fmla="*/ 229259 w 458518"/>
              <a:gd name="connsiteY6" fmla="*/ 105198 h 344009"/>
              <a:gd name="connsiteX7" fmla="*/ 229259 w 458518"/>
              <a:gd name="connsiteY7" fmla="*/ 19225 h 344009"/>
              <a:gd name="connsiteX8" fmla="*/ 263648 w 458518"/>
              <a:gd name="connsiteY8" fmla="*/ 51704 h 344009"/>
              <a:gd name="connsiteX9" fmla="*/ 229259 w 458518"/>
              <a:gd name="connsiteY9" fmla="*/ 86093 h 344009"/>
              <a:gd name="connsiteX10" fmla="*/ 194870 w 458518"/>
              <a:gd name="connsiteY10" fmla="*/ 51704 h 344009"/>
              <a:gd name="connsiteX11" fmla="*/ 229259 w 458518"/>
              <a:gd name="connsiteY11" fmla="*/ 19225 h 344009"/>
              <a:gd name="connsiteX12" fmla="*/ 105077 w 458518"/>
              <a:gd name="connsiteY12" fmla="*/ 105198 h 344009"/>
              <a:gd name="connsiteX13" fmla="*/ 158571 w 458518"/>
              <a:gd name="connsiteY13" fmla="*/ 53614 h 344009"/>
              <a:gd name="connsiteX14" fmla="*/ 105077 w 458518"/>
              <a:gd name="connsiteY14" fmla="*/ 121 h 344009"/>
              <a:gd name="connsiteX15" fmla="*/ 51583 w 458518"/>
              <a:gd name="connsiteY15" fmla="*/ 53614 h 344009"/>
              <a:gd name="connsiteX16" fmla="*/ 105077 w 458518"/>
              <a:gd name="connsiteY16" fmla="*/ 105198 h 344009"/>
              <a:gd name="connsiteX17" fmla="*/ 105077 w 458518"/>
              <a:gd name="connsiteY17" fmla="*/ 19225 h 344009"/>
              <a:gd name="connsiteX18" fmla="*/ 139466 w 458518"/>
              <a:gd name="connsiteY18" fmla="*/ 53614 h 344009"/>
              <a:gd name="connsiteX19" fmla="*/ 105077 w 458518"/>
              <a:gd name="connsiteY19" fmla="*/ 86093 h 344009"/>
              <a:gd name="connsiteX20" fmla="*/ 70688 w 458518"/>
              <a:gd name="connsiteY20" fmla="*/ 53614 h 344009"/>
              <a:gd name="connsiteX21" fmla="*/ 105077 w 458518"/>
              <a:gd name="connsiteY21" fmla="*/ 19225 h 344009"/>
              <a:gd name="connsiteX22" fmla="*/ 105077 w 458518"/>
              <a:gd name="connsiteY22" fmla="*/ 19225 h 344009"/>
              <a:gd name="connsiteX23" fmla="*/ 439413 w 458518"/>
              <a:gd name="connsiteY23" fmla="*/ 248484 h 344009"/>
              <a:gd name="connsiteX24" fmla="*/ 439413 w 458518"/>
              <a:gd name="connsiteY24" fmla="*/ 143407 h 344009"/>
              <a:gd name="connsiteX25" fmla="*/ 410756 w 458518"/>
              <a:gd name="connsiteY25" fmla="*/ 114750 h 344009"/>
              <a:gd name="connsiteX26" fmla="*/ 401203 w 458518"/>
              <a:gd name="connsiteY26" fmla="*/ 114750 h 344009"/>
              <a:gd name="connsiteX27" fmla="*/ 401203 w 458518"/>
              <a:gd name="connsiteY27" fmla="*/ 47883 h 344009"/>
              <a:gd name="connsiteX28" fmla="*/ 347710 w 458518"/>
              <a:gd name="connsiteY28" fmla="*/ 121 h 344009"/>
              <a:gd name="connsiteX29" fmla="*/ 345799 w 458518"/>
              <a:gd name="connsiteY29" fmla="*/ 121 h 344009"/>
              <a:gd name="connsiteX30" fmla="*/ 296126 w 458518"/>
              <a:gd name="connsiteY30" fmla="*/ 57435 h 344009"/>
              <a:gd name="connsiteX31" fmla="*/ 296126 w 458518"/>
              <a:gd name="connsiteY31" fmla="*/ 114750 h 344009"/>
              <a:gd name="connsiteX32" fmla="*/ 47762 w 458518"/>
              <a:gd name="connsiteY32" fmla="*/ 114750 h 344009"/>
              <a:gd name="connsiteX33" fmla="*/ 19105 w 458518"/>
              <a:gd name="connsiteY33" fmla="*/ 143407 h 344009"/>
              <a:gd name="connsiteX34" fmla="*/ 19105 w 458518"/>
              <a:gd name="connsiteY34" fmla="*/ 248484 h 344009"/>
              <a:gd name="connsiteX35" fmla="*/ 5731 w 458518"/>
              <a:gd name="connsiteY35" fmla="*/ 254216 h 344009"/>
              <a:gd name="connsiteX36" fmla="*/ 0 w 458518"/>
              <a:gd name="connsiteY36" fmla="*/ 267589 h 344009"/>
              <a:gd name="connsiteX37" fmla="*/ 0 w 458518"/>
              <a:gd name="connsiteY37" fmla="*/ 324904 h 344009"/>
              <a:gd name="connsiteX38" fmla="*/ 19105 w 458518"/>
              <a:gd name="connsiteY38" fmla="*/ 344009 h 344009"/>
              <a:gd name="connsiteX39" fmla="*/ 439413 w 458518"/>
              <a:gd name="connsiteY39" fmla="*/ 344009 h 344009"/>
              <a:gd name="connsiteX40" fmla="*/ 458518 w 458518"/>
              <a:gd name="connsiteY40" fmla="*/ 324904 h 344009"/>
              <a:gd name="connsiteX41" fmla="*/ 458518 w 458518"/>
              <a:gd name="connsiteY41" fmla="*/ 267589 h 344009"/>
              <a:gd name="connsiteX42" fmla="*/ 439413 w 458518"/>
              <a:gd name="connsiteY42" fmla="*/ 248484 h 344009"/>
              <a:gd name="connsiteX43" fmla="*/ 420308 w 458518"/>
              <a:gd name="connsiteY43" fmla="*/ 143407 h 344009"/>
              <a:gd name="connsiteX44" fmla="*/ 420308 w 458518"/>
              <a:gd name="connsiteY44" fmla="*/ 248484 h 344009"/>
              <a:gd name="connsiteX45" fmla="*/ 401203 w 458518"/>
              <a:gd name="connsiteY45" fmla="*/ 248484 h 344009"/>
              <a:gd name="connsiteX46" fmla="*/ 401203 w 458518"/>
              <a:gd name="connsiteY46" fmla="*/ 172065 h 344009"/>
              <a:gd name="connsiteX47" fmla="*/ 382098 w 458518"/>
              <a:gd name="connsiteY47" fmla="*/ 172065 h 344009"/>
              <a:gd name="connsiteX48" fmla="*/ 382098 w 458518"/>
              <a:gd name="connsiteY48" fmla="*/ 248484 h 344009"/>
              <a:gd name="connsiteX49" fmla="*/ 324784 w 458518"/>
              <a:gd name="connsiteY49" fmla="*/ 248484 h 344009"/>
              <a:gd name="connsiteX50" fmla="*/ 324784 w 458518"/>
              <a:gd name="connsiteY50" fmla="*/ 143407 h 344009"/>
              <a:gd name="connsiteX51" fmla="*/ 322873 w 458518"/>
              <a:gd name="connsiteY51" fmla="*/ 133855 h 344009"/>
              <a:gd name="connsiteX52" fmla="*/ 410756 w 458518"/>
              <a:gd name="connsiteY52" fmla="*/ 133855 h 344009"/>
              <a:gd name="connsiteX53" fmla="*/ 420308 w 458518"/>
              <a:gd name="connsiteY53" fmla="*/ 143407 h 344009"/>
              <a:gd name="connsiteX54" fmla="*/ 315231 w 458518"/>
              <a:gd name="connsiteY54" fmla="*/ 57435 h 344009"/>
              <a:gd name="connsiteX55" fmla="*/ 315231 w 458518"/>
              <a:gd name="connsiteY55" fmla="*/ 57435 h 344009"/>
              <a:gd name="connsiteX56" fmla="*/ 322873 w 458518"/>
              <a:gd name="connsiteY56" fmla="*/ 57435 h 344009"/>
              <a:gd name="connsiteX57" fmla="*/ 330515 w 458518"/>
              <a:gd name="connsiteY57" fmla="*/ 57435 h 344009"/>
              <a:gd name="connsiteX58" fmla="*/ 353441 w 458518"/>
              <a:gd name="connsiteY58" fmla="*/ 49793 h 344009"/>
              <a:gd name="connsiteX59" fmla="*/ 376367 w 458518"/>
              <a:gd name="connsiteY59" fmla="*/ 68898 h 344009"/>
              <a:gd name="connsiteX60" fmla="*/ 347710 w 458518"/>
              <a:gd name="connsiteY60" fmla="*/ 88003 h 344009"/>
              <a:gd name="connsiteX61" fmla="*/ 315231 w 458518"/>
              <a:gd name="connsiteY61" fmla="*/ 61256 h 344009"/>
              <a:gd name="connsiteX62" fmla="*/ 315231 w 458518"/>
              <a:gd name="connsiteY62" fmla="*/ 57435 h 344009"/>
              <a:gd name="connsiteX63" fmla="*/ 315231 w 458518"/>
              <a:gd name="connsiteY63" fmla="*/ 57435 h 344009"/>
              <a:gd name="connsiteX64" fmla="*/ 382098 w 458518"/>
              <a:gd name="connsiteY64" fmla="*/ 47883 h 344009"/>
              <a:gd name="connsiteX65" fmla="*/ 382098 w 458518"/>
              <a:gd name="connsiteY65" fmla="*/ 47883 h 344009"/>
              <a:gd name="connsiteX66" fmla="*/ 366814 w 458518"/>
              <a:gd name="connsiteY66" fmla="*/ 30688 h 344009"/>
              <a:gd name="connsiteX67" fmla="*/ 366814 w 458518"/>
              <a:gd name="connsiteY67" fmla="*/ 24957 h 344009"/>
              <a:gd name="connsiteX68" fmla="*/ 382098 w 458518"/>
              <a:gd name="connsiteY68" fmla="*/ 47883 h 344009"/>
              <a:gd name="connsiteX69" fmla="*/ 345799 w 458518"/>
              <a:gd name="connsiteY69" fmla="*/ 19225 h 344009"/>
              <a:gd name="connsiteX70" fmla="*/ 349620 w 458518"/>
              <a:gd name="connsiteY70" fmla="*/ 19225 h 344009"/>
              <a:gd name="connsiteX71" fmla="*/ 349620 w 458518"/>
              <a:gd name="connsiteY71" fmla="*/ 21136 h 344009"/>
              <a:gd name="connsiteX72" fmla="*/ 330515 w 458518"/>
              <a:gd name="connsiteY72" fmla="*/ 36420 h 344009"/>
              <a:gd name="connsiteX73" fmla="*/ 322873 w 458518"/>
              <a:gd name="connsiteY73" fmla="*/ 36420 h 344009"/>
              <a:gd name="connsiteX74" fmla="*/ 320963 w 458518"/>
              <a:gd name="connsiteY74" fmla="*/ 36420 h 344009"/>
              <a:gd name="connsiteX75" fmla="*/ 345799 w 458518"/>
              <a:gd name="connsiteY75" fmla="*/ 19225 h 344009"/>
              <a:gd name="connsiteX76" fmla="*/ 315231 w 458518"/>
              <a:gd name="connsiteY76" fmla="*/ 95645 h 344009"/>
              <a:gd name="connsiteX77" fmla="*/ 347710 w 458518"/>
              <a:gd name="connsiteY77" fmla="*/ 105198 h 344009"/>
              <a:gd name="connsiteX78" fmla="*/ 382098 w 458518"/>
              <a:gd name="connsiteY78" fmla="*/ 89914 h 344009"/>
              <a:gd name="connsiteX79" fmla="*/ 382098 w 458518"/>
              <a:gd name="connsiteY79" fmla="*/ 114750 h 344009"/>
              <a:gd name="connsiteX80" fmla="*/ 315231 w 458518"/>
              <a:gd name="connsiteY80" fmla="*/ 114750 h 344009"/>
              <a:gd name="connsiteX81" fmla="*/ 315231 w 458518"/>
              <a:gd name="connsiteY81" fmla="*/ 95645 h 344009"/>
              <a:gd name="connsiteX82" fmla="*/ 296126 w 458518"/>
              <a:gd name="connsiteY82" fmla="*/ 133855 h 344009"/>
              <a:gd name="connsiteX83" fmla="*/ 305679 w 458518"/>
              <a:gd name="connsiteY83" fmla="*/ 143407 h 344009"/>
              <a:gd name="connsiteX84" fmla="*/ 305679 w 458518"/>
              <a:gd name="connsiteY84" fmla="*/ 248484 h 344009"/>
              <a:gd name="connsiteX85" fmla="*/ 286574 w 458518"/>
              <a:gd name="connsiteY85" fmla="*/ 248484 h 344009"/>
              <a:gd name="connsiteX86" fmla="*/ 286574 w 458518"/>
              <a:gd name="connsiteY86" fmla="*/ 172065 h 344009"/>
              <a:gd name="connsiteX87" fmla="*/ 267469 w 458518"/>
              <a:gd name="connsiteY87" fmla="*/ 172065 h 344009"/>
              <a:gd name="connsiteX88" fmla="*/ 267469 w 458518"/>
              <a:gd name="connsiteY88" fmla="*/ 248484 h 344009"/>
              <a:gd name="connsiteX89" fmla="*/ 191049 w 458518"/>
              <a:gd name="connsiteY89" fmla="*/ 248484 h 344009"/>
              <a:gd name="connsiteX90" fmla="*/ 191049 w 458518"/>
              <a:gd name="connsiteY90" fmla="*/ 172065 h 344009"/>
              <a:gd name="connsiteX91" fmla="*/ 171944 w 458518"/>
              <a:gd name="connsiteY91" fmla="*/ 172065 h 344009"/>
              <a:gd name="connsiteX92" fmla="*/ 171944 w 458518"/>
              <a:gd name="connsiteY92" fmla="*/ 248484 h 344009"/>
              <a:gd name="connsiteX93" fmla="*/ 152839 w 458518"/>
              <a:gd name="connsiteY93" fmla="*/ 248484 h 344009"/>
              <a:gd name="connsiteX94" fmla="*/ 152839 w 458518"/>
              <a:gd name="connsiteY94" fmla="*/ 143407 h 344009"/>
              <a:gd name="connsiteX95" fmla="*/ 162392 w 458518"/>
              <a:gd name="connsiteY95" fmla="*/ 133855 h 344009"/>
              <a:gd name="connsiteX96" fmla="*/ 296126 w 458518"/>
              <a:gd name="connsiteY96" fmla="*/ 133855 h 344009"/>
              <a:gd name="connsiteX97" fmla="*/ 47762 w 458518"/>
              <a:gd name="connsiteY97" fmla="*/ 133855 h 344009"/>
              <a:gd name="connsiteX98" fmla="*/ 135645 w 458518"/>
              <a:gd name="connsiteY98" fmla="*/ 133855 h 344009"/>
              <a:gd name="connsiteX99" fmla="*/ 133734 w 458518"/>
              <a:gd name="connsiteY99" fmla="*/ 143407 h 344009"/>
              <a:gd name="connsiteX100" fmla="*/ 133734 w 458518"/>
              <a:gd name="connsiteY100" fmla="*/ 248484 h 344009"/>
              <a:gd name="connsiteX101" fmla="*/ 76420 w 458518"/>
              <a:gd name="connsiteY101" fmla="*/ 248484 h 344009"/>
              <a:gd name="connsiteX102" fmla="*/ 76420 w 458518"/>
              <a:gd name="connsiteY102" fmla="*/ 172065 h 344009"/>
              <a:gd name="connsiteX103" fmla="*/ 57315 w 458518"/>
              <a:gd name="connsiteY103" fmla="*/ 172065 h 344009"/>
              <a:gd name="connsiteX104" fmla="*/ 57315 w 458518"/>
              <a:gd name="connsiteY104" fmla="*/ 248484 h 344009"/>
              <a:gd name="connsiteX105" fmla="*/ 38210 w 458518"/>
              <a:gd name="connsiteY105" fmla="*/ 248484 h 344009"/>
              <a:gd name="connsiteX106" fmla="*/ 38210 w 458518"/>
              <a:gd name="connsiteY106" fmla="*/ 143407 h 344009"/>
              <a:gd name="connsiteX107" fmla="*/ 47762 w 458518"/>
              <a:gd name="connsiteY107" fmla="*/ 133855 h 344009"/>
              <a:gd name="connsiteX108" fmla="*/ 439413 w 458518"/>
              <a:gd name="connsiteY108" fmla="*/ 334457 h 344009"/>
              <a:gd name="connsiteX109" fmla="*/ 439413 w 458518"/>
              <a:gd name="connsiteY109" fmla="*/ 324904 h 344009"/>
              <a:gd name="connsiteX110" fmla="*/ 19105 w 458518"/>
              <a:gd name="connsiteY110" fmla="*/ 324904 h 344009"/>
              <a:gd name="connsiteX111" fmla="*/ 19105 w 458518"/>
              <a:gd name="connsiteY111" fmla="*/ 267589 h 344009"/>
              <a:gd name="connsiteX112" fmla="*/ 439413 w 458518"/>
              <a:gd name="connsiteY112" fmla="*/ 267589 h 344009"/>
              <a:gd name="connsiteX113" fmla="*/ 439413 w 458518"/>
              <a:gd name="connsiteY113" fmla="*/ 324904 h 344009"/>
              <a:gd name="connsiteX114" fmla="*/ 439413 w 458518"/>
              <a:gd name="connsiteY114" fmla="*/ 324904 h 344009"/>
              <a:gd name="connsiteX115" fmla="*/ 439413 w 458518"/>
              <a:gd name="connsiteY115" fmla="*/ 334457 h 3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458518" h="344009">
                <a:moveTo>
                  <a:pt x="229259" y="105198"/>
                </a:moveTo>
                <a:cubicBezTo>
                  <a:pt x="257916" y="105198"/>
                  <a:pt x="282753" y="82272"/>
                  <a:pt x="282753" y="53614"/>
                </a:cubicBezTo>
                <a:cubicBezTo>
                  <a:pt x="282753" y="53614"/>
                  <a:pt x="282753" y="53614"/>
                  <a:pt x="282753" y="53614"/>
                </a:cubicBezTo>
                <a:cubicBezTo>
                  <a:pt x="282753" y="23046"/>
                  <a:pt x="257916" y="121"/>
                  <a:pt x="229259" y="121"/>
                </a:cubicBezTo>
                <a:cubicBezTo>
                  <a:pt x="200602" y="121"/>
                  <a:pt x="175765" y="23046"/>
                  <a:pt x="175765" y="51704"/>
                </a:cubicBezTo>
                <a:cubicBezTo>
                  <a:pt x="175765" y="82272"/>
                  <a:pt x="200602" y="105198"/>
                  <a:pt x="229259" y="105198"/>
                </a:cubicBezTo>
                <a:cubicBezTo>
                  <a:pt x="229259" y="105198"/>
                  <a:pt x="229259" y="105198"/>
                  <a:pt x="229259" y="105198"/>
                </a:cubicBezTo>
                <a:close/>
                <a:moveTo>
                  <a:pt x="229259" y="19225"/>
                </a:moveTo>
                <a:cubicBezTo>
                  <a:pt x="248364" y="19225"/>
                  <a:pt x="263648" y="32599"/>
                  <a:pt x="263648" y="51704"/>
                </a:cubicBezTo>
                <a:cubicBezTo>
                  <a:pt x="263648" y="70809"/>
                  <a:pt x="248364" y="86093"/>
                  <a:pt x="229259" y="86093"/>
                </a:cubicBezTo>
                <a:cubicBezTo>
                  <a:pt x="210154" y="86093"/>
                  <a:pt x="194870" y="70809"/>
                  <a:pt x="194870" y="51704"/>
                </a:cubicBezTo>
                <a:cubicBezTo>
                  <a:pt x="194870" y="32599"/>
                  <a:pt x="210154" y="19225"/>
                  <a:pt x="229259" y="19225"/>
                </a:cubicBezTo>
                <a:close/>
                <a:moveTo>
                  <a:pt x="105077" y="105198"/>
                </a:moveTo>
                <a:cubicBezTo>
                  <a:pt x="133734" y="105198"/>
                  <a:pt x="158571" y="82272"/>
                  <a:pt x="158571" y="53614"/>
                </a:cubicBezTo>
                <a:cubicBezTo>
                  <a:pt x="158571" y="23046"/>
                  <a:pt x="135645" y="121"/>
                  <a:pt x="105077" y="121"/>
                </a:cubicBezTo>
                <a:cubicBezTo>
                  <a:pt x="76420" y="121"/>
                  <a:pt x="51583" y="23046"/>
                  <a:pt x="51583" y="53614"/>
                </a:cubicBezTo>
                <a:cubicBezTo>
                  <a:pt x="51583" y="82272"/>
                  <a:pt x="76420" y="105198"/>
                  <a:pt x="105077" y="105198"/>
                </a:cubicBezTo>
                <a:close/>
                <a:moveTo>
                  <a:pt x="105077" y="19225"/>
                </a:moveTo>
                <a:cubicBezTo>
                  <a:pt x="124182" y="19225"/>
                  <a:pt x="139466" y="34509"/>
                  <a:pt x="139466" y="53614"/>
                </a:cubicBezTo>
                <a:cubicBezTo>
                  <a:pt x="139466" y="72719"/>
                  <a:pt x="122271" y="88003"/>
                  <a:pt x="105077" y="86093"/>
                </a:cubicBezTo>
                <a:cubicBezTo>
                  <a:pt x="85972" y="86093"/>
                  <a:pt x="70688" y="70809"/>
                  <a:pt x="70688" y="53614"/>
                </a:cubicBezTo>
                <a:cubicBezTo>
                  <a:pt x="70688" y="34509"/>
                  <a:pt x="85972" y="19225"/>
                  <a:pt x="105077" y="19225"/>
                </a:cubicBezTo>
                <a:cubicBezTo>
                  <a:pt x="105077" y="19225"/>
                  <a:pt x="105077" y="19225"/>
                  <a:pt x="105077" y="19225"/>
                </a:cubicBezTo>
                <a:close/>
                <a:moveTo>
                  <a:pt x="439413" y="248484"/>
                </a:moveTo>
                <a:lnTo>
                  <a:pt x="439413" y="143407"/>
                </a:lnTo>
                <a:cubicBezTo>
                  <a:pt x="439413" y="128123"/>
                  <a:pt x="426040" y="114750"/>
                  <a:pt x="410756" y="114750"/>
                </a:cubicBezTo>
                <a:lnTo>
                  <a:pt x="401203" y="114750"/>
                </a:lnTo>
                <a:lnTo>
                  <a:pt x="401203" y="47883"/>
                </a:lnTo>
                <a:cubicBezTo>
                  <a:pt x="399293" y="19225"/>
                  <a:pt x="374456" y="-1790"/>
                  <a:pt x="347710" y="121"/>
                </a:cubicBezTo>
                <a:cubicBezTo>
                  <a:pt x="347710" y="121"/>
                  <a:pt x="345799" y="121"/>
                  <a:pt x="345799" y="121"/>
                </a:cubicBezTo>
                <a:cubicBezTo>
                  <a:pt x="317142" y="2031"/>
                  <a:pt x="294216" y="28778"/>
                  <a:pt x="296126" y="57435"/>
                </a:cubicBezTo>
                <a:lnTo>
                  <a:pt x="296126" y="114750"/>
                </a:lnTo>
                <a:lnTo>
                  <a:pt x="47762" y="114750"/>
                </a:lnTo>
                <a:cubicBezTo>
                  <a:pt x="32478" y="114750"/>
                  <a:pt x="19105" y="128123"/>
                  <a:pt x="19105" y="143407"/>
                </a:cubicBezTo>
                <a:lnTo>
                  <a:pt x="19105" y="248484"/>
                </a:lnTo>
                <a:cubicBezTo>
                  <a:pt x="13373" y="248484"/>
                  <a:pt x="9552" y="250395"/>
                  <a:pt x="5731" y="254216"/>
                </a:cubicBezTo>
                <a:cubicBezTo>
                  <a:pt x="1910" y="258037"/>
                  <a:pt x="0" y="261858"/>
                  <a:pt x="0" y="267589"/>
                </a:cubicBezTo>
                <a:lnTo>
                  <a:pt x="0" y="324904"/>
                </a:lnTo>
                <a:cubicBezTo>
                  <a:pt x="0" y="336367"/>
                  <a:pt x="7642" y="344009"/>
                  <a:pt x="19105" y="344009"/>
                </a:cubicBezTo>
                <a:lnTo>
                  <a:pt x="439413" y="344009"/>
                </a:lnTo>
                <a:cubicBezTo>
                  <a:pt x="450876" y="344009"/>
                  <a:pt x="458518" y="336367"/>
                  <a:pt x="458518" y="324904"/>
                </a:cubicBezTo>
                <a:lnTo>
                  <a:pt x="458518" y="267589"/>
                </a:lnTo>
                <a:cubicBezTo>
                  <a:pt x="458518" y="256126"/>
                  <a:pt x="450876" y="248484"/>
                  <a:pt x="439413" y="248484"/>
                </a:cubicBezTo>
                <a:close/>
                <a:moveTo>
                  <a:pt x="420308" y="143407"/>
                </a:moveTo>
                <a:lnTo>
                  <a:pt x="420308" y="248484"/>
                </a:lnTo>
                <a:lnTo>
                  <a:pt x="401203" y="248484"/>
                </a:lnTo>
                <a:lnTo>
                  <a:pt x="401203" y="172065"/>
                </a:lnTo>
                <a:lnTo>
                  <a:pt x="382098" y="172065"/>
                </a:lnTo>
                <a:lnTo>
                  <a:pt x="382098" y="248484"/>
                </a:lnTo>
                <a:lnTo>
                  <a:pt x="324784" y="248484"/>
                </a:lnTo>
                <a:lnTo>
                  <a:pt x="324784" y="143407"/>
                </a:lnTo>
                <a:cubicBezTo>
                  <a:pt x="324784" y="139586"/>
                  <a:pt x="324784" y="137676"/>
                  <a:pt x="322873" y="133855"/>
                </a:cubicBezTo>
                <a:lnTo>
                  <a:pt x="410756" y="133855"/>
                </a:lnTo>
                <a:cubicBezTo>
                  <a:pt x="416487" y="133855"/>
                  <a:pt x="420308" y="137676"/>
                  <a:pt x="420308" y="143407"/>
                </a:cubicBezTo>
                <a:close/>
                <a:moveTo>
                  <a:pt x="315231" y="57435"/>
                </a:moveTo>
                <a:lnTo>
                  <a:pt x="315231" y="57435"/>
                </a:lnTo>
                <a:cubicBezTo>
                  <a:pt x="317142" y="57435"/>
                  <a:pt x="320963" y="57435"/>
                  <a:pt x="322873" y="57435"/>
                </a:cubicBezTo>
                <a:lnTo>
                  <a:pt x="330515" y="57435"/>
                </a:lnTo>
                <a:cubicBezTo>
                  <a:pt x="338157" y="57435"/>
                  <a:pt x="347710" y="55525"/>
                  <a:pt x="353441" y="49793"/>
                </a:cubicBezTo>
                <a:cubicBezTo>
                  <a:pt x="359172" y="59346"/>
                  <a:pt x="366814" y="65077"/>
                  <a:pt x="376367" y="68898"/>
                </a:cubicBezTo>
                <a:cubicBezTo>
                  <a:pt x="370635" y="80361"/>
                  <a:pt x="359172" y="88003"/>
                  <a:pt x="347710" y="88003"/>
                </a:cubicBezTo>
                <a:cubicBezTo>
                  <a:pt x="330515" y="89914"/>
                  <a:pt x="317142" y="78451"/>
                  <a:pt x="315231" y="61256"/>
                </a:cubicBezTo>
                <a:cubicBezTo>
                  <a:pt x="315231" y="61256"/>
                  <a:pt x="315231" y="59346"/>
                  <a:pt x="315231" y="57435"/>
                </a:cubicBezTo>
                <a:lnTo>
                  <a:pt x="315231" y="57435"/>
                </a:lnTo>
                <a:close/>
                <a:moveTo>
                  <a:pt x="382098" y="47883"/>
                </a:moveTo>
                <a:lnTo>
                  <a:pt x="382098" y="47883"/>
                </a:lnTo>
                <a:cubicBezTo>
                  <a:pt x="374456" y="45972"/>
                  <a:pt x="368725" y="38330"/>
                  <a:pt x="366814" y="30688"/>
                </a:cubicBezTo>
                <a:lnTo>
                  <a:pt x="366814" y="24957"/>
                </a:lnTo>
                <a:cubicBezTo>
                  <a:pt x="376367" y="28778"/>
                  <a:pt x="382098" y="38330"/>
                  <a:pt x="382098" y="47883"/>
                </a:cubicBezTo>
                <a:close/>
                <a:moveTo>
                  <a:pt x="345799" y="19225"/>
                </a:moveTo>
                <a:lnTo>
                  <a:pt x="349620" y="19225"/>
                </a:lnTo>
                <a:lnTo>
                  <a:pt x="349620" y="21136"/>
                </a:lnTo>
                <a:cubicBezTo>
                  <a:pt x="349620" y="30688"/>
                  <a:pt x="340068" y="38330"/>
                  <a:pt x="330515" y="36420"/>
                </a:cubicBezTo>
                <a:lnTo>
                  <a:pt x="322873" y="36420"/>
                </a:lnTo>
                <a:lnTo>
                  <a:pt x="320963" y="36420"/>
                </a:lnTo>
                <a:cubicBezTo>
                  <a:pt x="324784" y="26867"/>
                  <a:pt x="334336" y="19225"/>
                  <a:pt x="345799" y="19225"/>
                </a:cubicBezTo>
                <a:close/>
                <a:moveTo>
                  <a:pt x="315231" y="95645"/>
                </a:moveTo>
                <a:cubicBezTo>
                  <a:pt x="324784" y="103287"/>
                  <a:pt x="336247" y="107108"/>
                  <a:pt x="347710" y="105198"/>
                </a:cubicBezTo>
                <a:cubicBezTo>
                  <a:pt x="361083" y="105198"/>
                  <a:pt x="372546" y="99466"/>
                  <a:pt x="382098" y="89914"/>
                </a:cubicBezTo>
                <a:lnTo>
                  <a:pt x="382098" y="114750"/>
                </a:lnTo>
                <a:lnTo>
                  <a:pt x="315231" y="114750"/>
                </a:lnTo>
                <a:lnTo>
                  <a:pt x="315231" y="95645"/>
                </a:lnTo>
                <a:close/>
                <a:moveTo>
                  <a:pt x="296126" y="133855"/>
                </a:moveTo>
                <a:cubicBezTo>
                  <a:pt x="301858" y="133855"/>
                  <a:pt x="305679" y="137676"/>
                  <a:pt x="305679" y="143407"/>
                </a:cubicBezTo>
                <a:lnTo>
                  <a:pt x="305679" y="248484"/>
                </a:lnTo>
                <a:lnTo>
                  <a:pt x="286574" y="248484"/>
                </a:lnTo>
                <a:lnTo>
                  <a:pt x="286574" y="172065"/>
                </a:lnTo>
                <a:lnTo>
                  <a:pt x="267469" y="172065"/>
                </a:lnTo>
                <a:lnTo>
                  <a:pt x="267469" y="248484"/>
                </a:lnTo>
                <a:lnTo>
                  <a:pt x="191049" y="248484"/>
                </a:lnTo>
                <a:lnTo>
                  <a:pt x="191049" y="172065"/>
                </a:lnTo>
                <a:lnTo>
                  <a:pt x="171944" y="172065"/>
                </a:lnTo>
                <a:lnTo>
                  <a:pt x="171944" y="248484"/>
                </a:lnTo>
                <a:lnTo>
                  <a:pt x="152839" y="248484"/>
                </a:lnTo>
                <a:lnTo>
                  <a:pt x="152839" y="143407"/>
                </a:lnTo>
                <a:cubicBezTo>
                  <a:pt x="152839" y="137676"/>
                  <a:pt x="156660" y="133855"/>
                  <a:pt x="162392" y="133855"/>
                </a:cubicBezTo>
                <a:lnTo>
                  <a:pt x="296126" y="133855"/>
                </a:lnTo>
                <a:close/>
                <a:moveTo>
                  <a:pt x="47762" y="133855"/>
                </a:moveTo>
                <a:lnTo>
                  <a:pt x="135645" y="133855"/>
                </a:lnTo>
                <a:cubicBezTo>
                  <a:pt x="133734" y="137676"/>
                  <a:pt x="133734" y="139586"/>
                  <a:pt x="133734" y="143407"/>
                </a:cubicBezTo>
                <a:lnTo>
                  <a:pt x="133734" y="248484"/>
                </a:lnTo>
                <a:lnTo>
                  <a:pt x="76420" y="248484"/>
                </a:lnTo>
                <a:lnTo>
                  <a:pt x="76420" y="172065"/>
                </a:lnTo>
                <a:lnTo>
                  <a:pt x="57315" y="172065"/>
                </a:lnTo>
                <a:lnTo>
                  <a:pt x="57315" y="248484"/>
                </a:lnTo>
                <a:lnTo>
                  <a:pt x="38210" y="248484"/>
                </a:lnTo>
                <a:lnTo>
                  <a:pt x="38210" y="143407"/>
                </a:lnTo>
                <a:cubicBezTo>
                  <a:pt x="38210" y="137676"/>
                  <a:pt x="42031" y="133855"/>
                  <a:pt x="47762" y="133855"/>
                </a:cubicBezTo>
                <a:close/>
                <a:moveTo>
                  <a:pt x="439413" y="334457"/>
                </a:moveTo>
                <a:lnTo>
                  <a:pt x="439413" y="324904"/>
                </a:lnTo>
                <a:lnTo>
                  <a:pt x="19105" y="324904"/>
                </a:lnTo>
                <a:lnTo>
                  <a:pt x="19105" y="267589"/>
                </a:lnTo>
                <a:lnTo>
                  <a:pt x="439413" y="267589"/>
                </a:lnTo>
                <a:lnTo>
                  <a:pt x="439413" y="324904"/>
                </a:lnTo>
                <a:lnTo>
                  <a:pt x="439413" y="324904"/>
                </a:lnTo>
                <a:lnTo>
                  <a:pt x="439413" y="33445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43" descr="Business person 1 icon.">
            <a:extLst>
              <a:ext uri="{FF2B5EF4-FFF2-40B4-BE49-F238E27FC236}">
                <a16:creationId xmlns:a16="http://schemas.microsoft.com/office/drawing/2014/main" id="{314A930E-4A62-5E63-BBCF-9BC2FE6CFA1F}"/>
              </a:ext>
            </a:extLst>
          </p:cNvPr>
          <p:cNvSpPr/>
          <p:nvPr/>
        </p:nvSpPr>
        <p:spPr>
          <a:xfrm>
            <a:off x="8314182" y="5176327"/>
            <a:ext cx="421484" cy="427463"/>
          </a:xfrm>
          <a:custGeom>
            <a:avLst/>
            <a:gdLst>
              <a:gd name="connsiteX0" fmla="*/ 316113 w 421484"/>
              <a:gd name="connsiteY0" fmla="*/ 239712 h 427463"/>
              <a:gd name="connsiteX1" fmla="*/ 316113 w 421484"/>
              <a:gd name="connsiteY1" fmla="*/ 111351 h 427463"/>
              <a:gd name="connsiteX2" fmla="*/ 216490 w 421484"/>
              <a:gd name="connsiteY2" fmla="*/ 232 h 427463"/>
              <a:gd name="connsiteX3" fmla="*/ 105371 w 421484"/>
              <a:gd name="connsiteY3" fmla="*/ 99856 h 427463"/>
              <a:gd name="connsiteX4" fmla="*/ 105371 w 421484"/>
              <a:gd name="connsiteY4" fmla="*/ 113266 h 427463"/>
              <a:gd name="connsiteX5" fmla="*/ 105371 w 421484"/>
              <a:gd name="connsiteY5" fmla="*/ 241628 h 427463"/>
              <a:gd name="connsiteX6" fmla="*/ 0 w 421484"/>
              <a:gd name="connsiteY6" fmla="*/ 379568 h 427463"/>
              <a:gd name="connsiteX7" fmla="*/ 0 w 421484"/>
              <a:gd name="connsiteY7" fmla="*/ 408305 h 427463"/>
              <a:gd name="connsiteX8" fmla="*/ 19158 w 421484"/>
              <a:gd name="connsiteY8" fmla="*/ 427464 h 427463"/>
              <a:gd name="connsiteX9" fmla="*/ 402326 w 421484"/>
              <a:gd name="connsiteY9" fmla="*/ 427464 h 427463"/>
              <a:gd name="connsiteX10" fmla="*/ 421484 w 421484"/>
              <a:gd name="connsiteY10" fmla="*/ 408305 h 427463"/>
              <a:gd name="connsiteX11" fmla="*/ 421484 w 421484"/>
              <a:gd name="connsiteY11" fmla="*/ 379568 h 427463"/>
              <a:gd name="connsiteX12" fmla="*/ 316113 w 421484"/>
              <a:gd name="connsiteY12" fmla="*/ 239712 h 427463"/>
              <a:gd name="connsiteX13" fmla="*/ 231816 w 421484"/>
              <a:gd name="connsiteY13" fmla="*/ 71118 h 427463"/>
              <a:gd name="connsiteX14" fmla="*/ 295039 w 421484"/>
              <a:gd name="connsiteY14" fmla="*/ 124761 h 427463"/>
              <a:gd name="connsiteX15" fmla="*/ 199247 w 421484"/>
              <a:gd name="connsiteY15" fmla="*/ 197563 h 427463"/>
              <a:gd name="connsiteX16" fmla="*/ 124529 w 421484"/>
              <a:gd name="connsiteY16" fmla="*/ 120930 h 427463"/>
              <a:gd name="connsiteX17" fmla="*/ 153267 w 421484"/>
              <a:gd name="connsiteY17" fmla="*/ 97940 h 427463"/>
              <a:gd name="connsiteX18" fmla="*/ 176257 w 421484"/>
              <a:gd name="connsiteY18" fmla="*/ 97940 h 427463"/>
              <a:gd name="connsiteX19" fmla="*/ 231816 w 421484"/>
              <a:gd name="connsiteY19" fmla="*/ 71118 h 427463"/>
              <a:gd name="connsiteX20" fmla="*/ 296955 w 421484"/>
              <a:gd name="connsiteY20" fmla="*/ 105603 h 427463"/>
              <a:gd name="connsiteX21" fmla="*/ 249059 w 421484"/>
              <a:gd name="connsiteY21" fmla="*/ 53875 h 427463"/>
              <a:gd name="connsiteX22" fmla="*/ 249059 w 421484"/>
              <a:gd name="connsiteY22" fmla="*/ 34717 h 427463"/>
              <a:gd name="connsiteX23" fmla="*/ 296955 w 421484"/>
              <a:gd name="connsiteY23" fmla="*/ 105603 h 427463"/>
              <a:gd name="connsiteX24" fmla="*/ 210742 w 421484"/>
              <a:gd name="connsiteY24" fmla="*/ 25138 h 427463"/>
              <a:gd name="connsiteX25" fmla="*/ 229901 w 421484"/>
              <a:gd name="connsiteY25" fmla="*/ 27054 h 427463"/>
              <a:gd name="connsiteX26" fmla="*/ 229901 w 421484"/>
              <a:gd name="connsiteY26" fmla="*/ 30885 h 427463"/>
              <a:gd name="connsiteX27" fmla="*/ 176257 w 421484"/>
              <a:gd name="connsiteY27" fmla="*/ 80697 h 427463"/>
              <a:gd name="connsiteX28" fmla="*/ 153267 w 421484"/>
              <a:gd name="connsiteY28" fmla="*/ 80697 h 427463"/>
              <a:gd name="connsiteX29" fmla="*/ 128361 w 421484"/>
              <a:gd name="connsiteY29" fmla="*/ 86445 h 427463"/>
              <a:gd name="connsiteX30" fmla="*/ 210742 w 421484"/>
              <a:gd name="connsiteY30" fmla="*/ 25138 h 427463"/>
              <a:gd name="connsiteX31" fmla="*/ 124529 w 421484"/>
              <a:gd name="connsiteY31" fmla="*/ 172657 h 427463"/>
              <a:gd name="connsiteX32" fmla="*/ 270133 w 421484"/>
              <a:gd name="connsiteY32" fmla="*/ 199479 h 427463"/>
              <a:gd name="connsiteX33" fmla="*/ 296955 w 421484"/>
              <a:gd name="connsiteY33" fmla="*/ 172657 h 427463"/>
              <a:gd name="connsiteX34" fmla="*/ 296955 w 421484"/>
              <a:gd name="connsiteY34" fmla="*/ 235880 h 427463"/>
              <a:gd name="connsiteX35" fmla="*/ 277796 w 421484"/>
              <a:gd name="connsiteY35" fmla="*/ 233964 h 427463"/>
              <a:gd name="connsiteX36" fmla="*/ 143688 w 421484"/>
              <a:gd name="connsiteY36" fmla="*/ 233964 h 427463"/>
              <a:gd name="connsiteX37" fmla="*/ 124529 w 421484"/>
              <a:gd name="connsiteY37" fmla="*/ 235880 h 427463"/>
              <a:gd name="connsiteX38" fmla="*/ 124529 w 421484"/>
              <a:gd name="connsiteY38" fmla="*/ 172657 h 427463"/>
              <a:gd name="connsiteX39" fmla="*/ 241396 w 421484"/>
              <a:gd name="connsiteY39" fmla="*/ 255038 h 427463"/>
              <a:gd name="connsiteX40" fmla="*/ 210742 w 421484"/>
              <a:gd name="connsiteY40" fmla="*/ 304850 h 427463"/>
              <a:gd name="connsiteX41" fmla="*/ 180089 w 421484"/>
              <a:gd name="connsiteY41" fmla="*/ 255038 h 427463"/>
              <a:gd name="connsiteX42" fmla="*/ 241396 w 421484"/>
              <a:gd name="connsiteY42" fmla="*/ 255038 h 427463"/>
              <a:gd name="connsiteX43" fmla="*/ 402326 w 421484"/>
              <a:gd name="connsiteY43" fmla="*/ 408305 h 427463"/>
              <a:gd name="connsiteX44" fmla="*/ 344851 w 421484"/>
              <a:gd name="connsiteY44" fmla="*/ 408305 h 427463"/>
              <a:gd name="connsiteX45" fmla="*/ 344851 w 421484"/>
              <a:gd name="connsiteY45" fmla="*/ 350830 h 427463"/>
              <a:gd name="connsiteX46" fmla="*/ 325692 w 421484"/>
              <a:gd name="connsiteY46" fmla="*/ 350830 h 427463"/>
              <a:gd name="connsiteX47" fmla="*/ 325692 w 421484"/>
              <a:gd name="connsiteY47" fmla="*/ 408305 h 427463"/>
              <a:gd name="connsiteX48" fmla="*/ 95792 w 421484"/>
              <a:gd name="connsiteY48" fmla="*/ 408305 h 427463"/>
              <a:gd name="connsiteX49" fmla="*/ 95792 w 421484"/>
              <a:gd name="connsiteY49" fmla="*/ 350830 h 427463"/>
              <a:gd name="connsiteX50" fmla="*/ 76634 w 421484"/>
              <a:gd name="connsiteY50" fmla="*/ 350830 h 427463"/>
              <a:gd name="connsiteX51" fmla="*/ 76634 w 421484"/>
              <a:gd name="connsiteY51" fmla="*/ 408305 h 427463"/>
              <a:gd name="connsiteX52" fmla="*/ 19158 w 421484"/>
              <a:gd name="connsiteY52" fmla="*/ 408305 h 427463"/>
              <a:gd name="connsiteX53" fmla="*/ 19158 w 421484"/>
              <a:gd name="connsiteY53" fmla="*/ 379568 h 427463"/>
              <a:gd name="connsiteX54" fmla="*/ 143688 w 421484"/>
              <a:gd name="connsiteY54" fmla="*/ 255038 h 427463"/>
              <a:gd name="connsiteX55" fmla="*/ 157099 w 421484"/>
              <a:gd name="connsiteY55" fmla="*/ 255038 h 427463"/>
              <a:gd name="connsiteX56" fmla="*/ 210742 w 421484"/>
              <a:gd name="connsiteY56" fmla="*/ 339335 h 427463"/>
              <a:gd name="connsiteX57" fmla="*/ 264386 w 421484"/>
              <a:gd name="connsiteY57" fmla="*/ 255038 h 427463"/>
              <a:gd name="connsiteX58" fmla="*/ 277796 w 421484"/>
              <a:gd name="connsiteY58" fmla="*/ 255038 h 427463"/>
              <a:gd name="connsiteX59" fmla="*/ 402326 w 421484"/>
              <a:gd name="connsiteY59" fmla="*/ 377652 h 427463"/>
              <a:gd name="connsiteX60" fmla="*/ 402326 w 421484"/>
              <a:gd name="connsiteY60" fmla="*/ 379568 h 427463"/>
              <a:gd name="connsiteX61" fmla="*/ 402326 w 421484"/>
              <a:gd name="connsiteY61" fmla="*/ 408305 h 427463"/>
              <a:gd name="connsiteX62" fmla="*/ 210742 w 421484"/>
              <a:gd name="connsiteY62" fmla="*/ 379568 h 427463"/>
              <a:gd name="connsiteX63" fmla="*/ 220321 w 421484"/>
              <a:gd name="connsiteY63" fmla="*/ 389147 h 427463"/>
              <a:gd name="connsiteX64" fmla="*/ 210742 w 421484"/>
              <a:gd name="connsiteY64" fmla="*/ 398726 h 427463"/>
              <a:gd name="connsiteX65" fmla="*/ 201163 w 421484"/>
              <a:gd name="connsiteY65" fmla="*/ 389147 h 427463"/>
              <a:gd name="connsiteX66" fmla="*/ 210742 w 421484"/>
              <a:gd name="connsiteY66" fmla="*/ 379568 h 427463"/>
              <a:gd name="connsiteX67" fmla="*/ 210742 w 421484"/>
              <a:gd name="connsiteY67" fmla="*/ 350830 h 427463"/>
              <a:gd name="connsiteX68" fmla="*/ 220321 w 421484"/>
              <a:gd name="connsiteY68" fmla="*/ 360409 h 427463"/>
              <a:gd name="connsiteX69" fmla="*/ 210742 w 421484"/>
              <a:gd name="connsiteY69" fmla="*/ 369989 h 427463"/>
              <a:gd name="connsiteX70" fmla="*/ 201163 w 421484"/>
              <a:gd name="connsiteY70" fmla="*/ 360409 h 427463"/>
              <a:gd name="connsiteX71" fmla="*/ 210742 w 421484"/>
              <a:gd name="connsiteY71" fmla="*/ 350830 h 42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21484" h="427463">
                <a:moveTo>
                  <a:pt x="316113" y="239712"/>
                </a:moveTo>
                <a:lnTo>
                  <a:pt x="316113" y="111351"/>
                </a:lnTo>
                <a:cubicBezTo>
                  <a:pt x="319945" y="53875"/>
                  <a:pt x="275881" y="4064"/>
                  <a:pt x="216490" y="232"/>
                </a:cubicBezTo>
                <a:cubicBezTo>
                  <a:pt x="157099" y="-3600"/>
                  <a:pt x="109203" y="40465"/>
                  <a:pt x="105371" y="99856"/>
                </a:cubicBezTo>
                <a:cubicBezTo>
                  <a:pt x="105371" y="103687"/>
                  <a:pt x="105371" y="107519"/>
                  <a:pt x="105371" y="113266"/>
                </a:cubicBezTo>
                <a:lnTo>
                  <a:pt x="105371" y="241628"/>
                </a:lnTo>
                <a:cubicBezTo>
                  <a:pt x="44064" y="258870"/>
                  <a:pt x="0" y="314429"/>
                  <a:pt x="0" y="379568"/>
                </a:cubicBezTo>
                <a:lnTo>
                  <a:pt x="0" y="408305"/>
                </a:lnTo>
                <a:cubicBezTo>
                  <a:pt x="0" y="419800"/>
                  <a:pt x="7663" y="427464"/>
                  <a:pt x="19158" y="427464"/>
                </a:cubicBezTo>
                <a:lnTo>
                  <a:pt x="402326" y="427464"/>
                </a:lnTo>
                <a:cubicBezTo>
                  <a:pt x="413821" y="427464"/>
                  <a:pt x="421484" y="419800"/>
                  <a:pt x="421484" y="408305"/>
                </a:cubicBezTo>
                <a:lnTo>
                  <a:pt x="421484" y="379568"/>
                </a:lnTo>
                <a:cubicBezTo>
                  <a:pt x="421484" y="314429"/>
                  <a:pt x="379336" y="256954"/>
                  <a:pt x="316113" y="239712"/>
                </a:cubicBezTo>
                <a:close/>
                <a:moveTo>
                  <a:pt x="231816" y="71118"/>
                </a:moveTo>
                <a:cubicBezTo>
                  <a:pt x="239480" y="99856"/>
                  <a:pt x="264386" y="120930"/>
                  <a:pt x="295039" y="124761"/>
                </a:cubicBezTo>
                <a:cubicBezTo>
                  <a:pt x="289291" y="172657"/>
                  <a:pt x="245227" y="205227"/>
                  <a:pt x="199247" y="197563"/>
                </a:cubicBezTo>
                <a:cubicBezTo>
                  <a:pt x="159015" y="191816"/>
                  <a:pt x="128361" y="159247"/>
                  <a:pt x="124529" y="120930"/>
                </a:cubicBezTo>
                <a:cubicBezTo>
                  <a:pt x="128361" y="107519"/>
                  <a:pt x="139856" y="97940"/>
                  <a:pt x="153267" y="97940"/>
                </a:cubicBezTo>
                <a:lnTo>
                  <a:pt x="176257" y="97940"/>
                </a:lnTo>
                <a:cubicBezTo>
                  <a:pt x="199247" y="97940"/>
                  <a:pt x="218405" y="88361"/>
                  <a:pt x="231816" y="71118"/>
                </a:cubicBezTo>
                <a:close/>
                <a:moveTo>
                  <a:pt x="296955" y="105603"/>
                </a:moveTo>
                <a:cubicBezTo>
                  <a:pt x="270133" y="103687"/>
                  <a:pt x="249059" y="80697"/>
                  <a:pt x="249059" y="53875"/>
                </a:cubicBezTo>
                <a:lnTo>
                  <a:pt x="249059" y="34717"/>
                </a:lnTo>
                <a:cubicBezTo>
                  <a:pt x="275881" y="48128"/>
                  <a:pt x="295039" y="74950"/>
                  <a:pt x="296955" y="105603"/>
                </a:cubicBezTo>
                <a:close/>
                <a:moveTo>
                  <a:pt x="210742" y="25138"/>
                </a:moveTo>
                <a:cubicBezTo>
                  <a:pt x="216490" y="25138"/>
                  <a:pt x="224153" y="25138"/>
                  <a:pt x="229901" y="27054"/>
                </a:cubicBezTo>
                <a:lnTo>
                  <a:pt x="229901" y="30885"/>
                </a:lnTo>
                <a:cubicBezTo>
                  <a:pt x="227985" y="57707"/>
                  <a:pt x="204995" y="78781"/>
                  <a:pt x="176257" y="80697"/>
                </a:cubicBezTo>
                <a:lnTo>
                  <a:pt x="153267" y="80697"/>
                </a:lnTo>
                <a:cubicBezTo>
                  <a:pt x="143688" y="78781"/>
                  <a:pt x="136024" y="82613"/>
                  <a:pt x="128361" y="86445"/>
                </a:cubicBezTo>
                <a:cubicBezTo>
                  <a:pt x="139856" y="50044"/>
                  <a:pt x="172425" y="25138"/>
                  <a:pt x="210742" y="25138"/>
                </a:cubicBezTo>
                <a:close/>
                <a:moveTo>
                  <a:pt x="124529" y="172657"/>
                </a:moveTo>
                <a:cubicBezTo>
                  <a:pt x="157099" y="220553"/>
                  <a:pt x="224153" y="232048"/>
                  <a:pt x="270133" y="199479"/>
                </a:cubicBezTo>
                <a:cubicBezTo>
                  <a:pt x="279712" y="191816"/>
                  <a:pt x="289291" y="184152"/>
                  <a:pt x="296955" y="172657"/>
                </a:cubicBezTo>
                <a:lnTo>
                  <a:pt x="296955" y="235880"/>
                </a:lnTo>
                <a:cubicBezTo>
                  <a:pt x="291207" y="233964"/>
                  <a:pt x="283544" y="233964"/>
                  <a:pt x="277796" y="233964"/>
                </a:cubicBezTo>
                <a:lnTo>
                  <a:pt x="143688" y="233964"/>
                </a:lnTo>
                <a:cubicBezTo>
                  <a:pt x="137940" y="233964"/>
                  <a:pt x="130277" y="233964"/>
                  <a:pt x="124529" y="235880"/>
                </a:cubicBezTo>
                <a:lnTo>
                  <a:pt x="124529" y="172657"/>
                </a:lnTo>
                <a:close/>
                <a:moveTo>
                  <a:pt x="241396" y="255038"/>
                </a:moveTo>
                <a:lnTo>
                  <a:pt x="210742" y="304850"/>
                </a:lnTo>
                <a:lnTo>
                  <a:pt x="180089" y="255038"/>
                </a:lnTo>
                <a:lnTo>
                  <a:pt x="241396" y="255038"/>
                </a:lnTo>
                <a:close/>
                <a:moveTo>
                  <a:pt x="402326" y="408305"/>
                </a:moveTo>
                <a:lnTo>
                  <a:pt x="344851" y="408305"/>
                </a:lnTo>
                <a:lnTo>
                  <a:pt x="344851" y="350830"/>
                </a:lnTo>
                <a:lnTo>
                  <a:pt x="325692" y="350830"/>
                </a:lnTo>
                <a:lnTo>
                  <a:pt x="325692" y="408305"/>
                </a:lnTo>
                <a:lnTo>
                  <a:pt x="95792" y="408305"/>
                </a:lnTo>
                <a:lnTo>
                  <a:pt x="95792" y="350830"/>
                </a:lnTo>
                <a:lnTo>
                  <a:pt x="76634" y="350830"/>
                </a:lnTo>
                <a:lnTo>
                  <a:pt x="76634" y="408305"/>
                </a:lnTo>
                <a:lnTo>
                  <a:pt x="19158" y="408305"/>
                </a:lnTo>
                <a:lnTo>
                  <a:pt x="19158" y="379568"/>
                </a:lnTo>
                <a:cubicBezTo>
                  <a:pt x="19158" y="310598"/>
                  <a:pt x="74718" y="255038"/>
                  <a:pt x="143688" y="255038"/>
                </a:cubicBezTo>
                <a:lnTo>
                  <a:pt x="157099" y="255038"/>
                </a:lnTo>
                <a:lnTo>
                  <a:pt x="210742" y="339335"/>
                </a:lnTo>
                <a:lnTo>
                  <a:pt x="264386" y="255038"/>
                </a:lnTo>
                <a:lnTo>
                  <a:pt x="277796" y="255038"/>
                </a:lnTo>
                <a:cubicBezTo>
                  <a:pt x="346767" y="255038"/>
                  <a:pt x="402326" y="310598"/>
                  <a:pt x="402326" y="377652"/>
                </a:cubicBezTo>
                <a:cubicBezTo>
                  <a:pt x="402326" y="377652"/>
                  <a:pt x="402326" y="379568"/>
                  <a:pt x="402326" y="379568"/>
                </a:cubicBezTo>
                <a:lnTo>
                  <a:pt x="402326" y="408305"/>
                </a:lnTo>
                <a:close/>
                <a:moveTo>
                  <a:pt x="210742" y="379568"/>
                </a:moveTo>
                <a:cubicBezTo>
                  <a:pt x="216490" y="379568"/>
                  <a:pt x="220321" y="383400"/>
                  <a:pt x="220321" y="389147"/>
                </a:cubicBezTo>
                <a:cubicBezTo>
                  <a:pt x="220321" y="394895"/>
                  <a:pt x="216490" y="398726"/>
                  <a:pt x="210742" y="398726"/>
                </a:cubicBezTo>
                <a:cubicBezTo>
                  <a:pt x="204995" y="398726"/>
                  <a:pt x="201163" y="394895"/>
                  <a:pt x="201163" y="389147"/>
                </a:cubicBezTo>
                <a:cubicBezTo>
                  <a:pt x="201163" y="383400"/>
                  <a:pt x="204995" y="379568"/>
                  <a:pt x="210742" y="379568"/>
                </a:cubicBezTo>
                <a:close/>
                <a:moveTo>
                  <a:pt x="210742" y="350830"/>
                </a:moveTo>
                <a:cubicBezTo>
                  <a:pt x="216490" y="350830"/>
                  <a:pt x="220321" y="354662"/>
                  <a:pt x="220321" y="360409"/>
                </a:cubicBezTo>
                <a:cubicBezTo>
                  <a:pt x="220321" y="366157"/>
                  <a:pt x="216490" y="369989"/>
                  <a:pt x="210742" y="369989"/>
                </a:cubicBezTo>
                <a:cubicBezTo>
                  <a:pt x="204995" y="369989"/>
                  <a:pt x="201163" y="366157"/>
                  <a:pt x="201163" y="360409"/>
                </a:cubicBezTo>
                <a:cubicBezTo>
                  <a:pt x="201163" y="354662"/>
                  <a:pt x="204995" y="350830"/>
                  <a:pt x="210742" y="35083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45" descr="Business person 2 icon.">
            <a:extLst>
              <a:ext uri="{FF2B5EF4-FFF2-40B4-BE49-F238E27FC236}">
                <a16:creationId xmlns:a16="http://schemas.microsoft.com/office/drawing/2014/main" id="{904BEDA3-60A4-71D3-574E-5453782FBBC1}"/>
              </a:ext>
            </a:extLst>
          </p:cNvPr>
          <p:cNvSpPr/>
          <p:nvPr/>
        </p:nvSpPr>
        <p:spPr>
          <a:xfrm>
            <a:off x="9553210" y="5182306"/>
            <a:ext cx="421484" cy="421484"/>
          </a:xfrm>
          <a:custGeom>
            <a:avLst/>
            <a:gdLst>
              <a:gd name="connsiteX0" fmla="*/ 210742 w 421484"/>
              <a:gd name="connsiteY0" fmla="*/ 210742 h 421484"/>
              <a:gd name="connsiteX1" fmla="*/ 316113 w 421484"/>
              <a:gd name="connsiteY1" fmla="*/ 105371 h 421484"/>
              <a:gd name="connsiteX2" fmla="*/ 210742 w 421484"/>
              <a:gd name="connsiteY2" fmla="*/ 0 h 421484"/>
              <a:gd name="connsiteX3" fmla="*/ 105371 w 421484"/>
              <a:gd name="connsiteY3" fmla="*/ 105371 h 421484"/>
              <a:gd name="connsiteX4" fmla="*/ 105371 w 421484"/>
              <a:gd name="connsiteY4" fmla="*/ 105371 h 421484"/>
              <a:gd name="connsiteX5" fmla="*/ 210742 w 421484"/>
              <a:gd name="connsiteY5" fmla="*/ 210742 h 421484"/>
              <a:gd name="connsiteX6" fmla="*/ 210742 w 421484"/>
              <a:gd name="connsiteY6" fmla="*/ 19158 h 421484"/>
              <a:gd name="connsiteX7" fmla="*/ 289291 w 421484"/>
              <a:gd name="connsiteY7" fmla="*/ 70886 h 421484"/>
              <a:gd name="connsiteX8" fmla="*/ 287376 w 421484"/>
              <a:gd name="connsiteY8" fmla="*/ 72802 h 421484"/>
              <a:gd name="connsiteX9" fmla="*/ 191584 w 421484"/>
              <a:gd name="connsiteY9" fmla="*/ 63223 h 421484"/>
              <a:gd name="connsiteX10" fmla="*/ 180089 w 421484"/>
              <a:gd name="connsiteY10" fmla="*/ 59391 h 421484"/>
              <a:gd name="connsiteX11" fmla="*/ 170510 w 421484"/>
              <a:gd name="connsiteY11" fmla="*/ 68970 h 421484"/>
              <a:gd name="connsiteX12" fmla="*/ 124529 w 421484"/>
              <a:gd name="connsiteY12" fmla="*/ 97708 h 421484"/>
              <a:gd name="connsiteX13" fmla="*/ 210742 w 421484"/>
              <a:gd name="connsiteY13" fmla="*/ 19158 h 421484"/>
              <a:gd name="connsiteX14" fmla="*/ 185836 w 421484"/>
              <a:gd name="connsiteY14" fmla="*/ 82381 h 421484"/>
              <a:gd name="connsiteX15" fmla="*/ 296955 w 421484"/>
              <a:gd name="connsiteY15" fmla="*/ 90044 h 421484"/>
              <a:gd name="connsiteX16" fmla="*/ 298871 w 421484"/>
              <a:gd name="connsiteY16" fmla="*/ 105371 h 421484"/>
              <a:gd name="connsiteX17" fmla="*/ 212658 w 421484"/>
              <a:gd name="connsiteY17" fmla="*/ 189668 h 421484"/>
              <a:gd name="connsiteX18" fmla="*/ 126445 w 421484"/>
              <a:gd name="connsiteY18" fmla="*/ 116866 h 421484"/>
              <a:gd name="connsiteX19" fmla="*/ 126445 w 421484"/>
              <a:gd name="connsiteY19" fmla="*/ 116866 h 421484"/>
              <a:gd name="connsiteX20" fmla="*/ 185836 w 421484"/>
              <a:gd name="connsiteY20" fmla="*/ 82381 h 421484"/>
              <a:gd name="connsiteX21" fmla="*/ 277796 w 421484"/>
              <a:gd name="connsiteY21" fmla="*/ 229901 h 421484"/>
              <a:gd name="connsiteX22" fmla="*/ 143688 w 421484"/>
              <a:gd name="connsiteY22" fmla="*/ 229901 h 421484"/>
              <a:gd name="connsiteX23" fmla="*/ 0 w 421484"/>
              <a:gd name="connsiteY23" fmla="*/ 373588 h 421484"/>
              <a:gd name="connsiteX24" fmla="*/ 0 w 421484"/>
              <a:gd name="connsiteY24" fmla="*/ 402326 h 421484"/>
              <a:gd name="connsiteX25" fmla="*/ 19158 w 421484"/>
              <a:gd name="connsiteY25" fmla="*/ 421484 h 421484"/>
              <a:gd name="connsiteX26" fmla="*/ 402326 w 421484"/>
              <a:gd name="connsiteY26" fmla="*/ 421484 h 421484"/>
              <a:gd name="connsiteX27" fmla="*/ 421484 w 421484"/>
              <a:gd name="connsiteY27" fmla="*/ 402326 h 421484"/>
              <a:gd name="connsiteX28" fmla="*/ 421484 w 421484"/>
              <a:gd name="connsiteY28" fmla="*/ 373588 h 421484"/>
              <a:gd name="connsiteX29" fmla="*/ 279712 w 421484"/>
              <a:gd name="connsiteY29" fmla="*/ 229901 h 421484"/>
              <a:gd name="connsiteX30" fmla="*/ 277796 w 421484"/>
              <a:gd name="connsiteY30" fmla="*/ 229901 h 421484"/>
              <a:gd name="connsiteX31" fmla="*/ 245227 w 421484"/>
              <a:gd name="connsiteY31" fmla="*/ 249059 h 421484"/>
              <a:gd name="connsiteX32" fmla="*/ 270133 w 421484"/>
              <a:gd name="connsiteY32" fmla="*/ 249059 h 421484"/>
              <a:gd name="connsiteX33" fmla="*/ 256722 w 421484"/>
              <a:gd name="connsiteY33" fmla="*/ 270133 h 421484"/>
              <a:gd name="connsiteX34" fmla="*/ 243311 w 421484"/>
              <a:gd name="connsiteY34" fmla="*/ 252891 h 421484"/>
              <a:gd name="connsiteX35" fmla="*/ 239480 w 421484"/>
              <a:gd name="connsiteY35" fmla="*/ 249059 h 421484"/>
              <a:gd name="connsiteX36" fmla="*/ 245227 w 421484"/>
              <a:gd name="connsiteY36" fmla="*/ 249059 h 421484"/>
              <a:gd name="connsiteX37" fmla="*/ 204995 w 421484"/>
              <a:gd name="connsiteY37" fmla="*/ 249059 h 421484"/>
              <a:gd name="connsiteX38" fmla="*/ 224153 w 421484"/>
              <a:gd name="connsiteY38" fmla="*/ 249059 h 421484"/>
              <a:gd name="connsiteX39" fmla="*/ 220321 w 421484"/>
              <a:gd name="connsiteY39" fmla="*/ 256722 h 421484"/>
              <a:gd name="connsiteX40" fmla="*/ 214574 w 421484"/>
              <a:gd name="connsiteY40" fmla="*/ 270133 h 421484"/>
              <a:gd name="connsiteX41" fmla="*/ 203079 w 421484"/>
              <a:gd name="connsiteY41" fmla="*/ 270133 h 421484"/>
              <a:gd name="connsiteX42" fmla="*/ 197331 w 421484"/>
              <a:gd name="connsiteY42" fmla="*/ 256722 h 421484"/>
              <a:gd name="connsiteX43" fmla="*/ 195415 w 421484"/>
              <a:gd name="connsiteY43" fmla="*/ 249059 h 421484"/>
              <a:gd name="connsiteX44" fmla="*/ 204995 w 421484"/>
              <a:gd name="connsiteY44" fmla="*/ 249059 h 421484"/>
              <a:gd name="connsiteX45" fmla="*/ 180089 w 421484"/>
              <a:gd name="connsiteY45" fmla="*/ 249059 h 421484"/>
              <a:gd name="connsiteX46" fmla="*/ 162846 w 421484"/>
              <a:gd name="connsiteY46" fmla="*/ 268217 h 421484"/>
              <a:gd name="connsiteX47" fmla="*/ 151351 w 421484"/>
              <a:gd name="connsiteY47" fmla="*/ 249059 h 421484"/>
              <a:gd name="connsiteX48" fmla="*/ 180089 w 421484"/>
              <a:gd name="connsiteY48" fmla="*/ 249059 h 421484"/>
              <a:gd name="connsiteX49" fmla="*/ 126445 w 421484"/>
              <a:gd name="connsiteY49" fmla="*/ 252891 h 421484"/>
              <a:gd name="connsiteX50" fmla="*/ 126445 w 421484"/>
              <a:gd name="connsiteY50" fmla="*/ 252891 h 421484"/>
              <a:gd name="connsiteX51" fmla="*/ 159015 w 421484"/>
              <a:gd name="connsiteY51" fmla="*/ 306534 h 421484"/>
              <a:gd name="connsiteX52" fmla="*/ 182005 w 421484"/>
              <a:gd name="connsiteY52" fmla="*/ 277796 h 421484"/>
              <a:gd name="connsiteX53" fmla="*/ 185836 w 421484"/>
              <a:gd name="connsiteY53" fmla="*/ 289291 h 421484"/>
              <a:gd name="connsiteX54" fmla="*/ 166678 w 421484"/>
              <a:gd name="connsiteY54" fmla="*/ 371672 h 421484"/>
              <a:gd name="connsiteX55" fmla="*/ 204995 w 421484"/>
              <a:gd name="connsiteY55" fmla="*/ 404242 h 421484"/>
              <a:gd name="connsiteX56" fmla="*/ 95792 w 421484"/>
              <a:gd name="connsiteY56" fmla="*/ 404242 h 421484"/>
              <a:gd name="connsiteX57" fmla="*/ 95792 w 421484"/>
              <a:gd name="connsiteY57" fmla="*/ 346767 h 421484"/>
              <a:gd name="connsiteX58" fmla="*/ 76634 w 421484"/>
              <a:gd name="connsiteY58" fmla="*/ 346767 h 421484"/>
              <a:gd name="connsiteX59" fmla="*/ 76634 w 421484"/>
              <a:gd name="connsiteY59" fmla="*/ 404242 h 421484"/>
              <a:gd name="connsiteX60" fmla="*/ 19158 w 421484"/>
              <a:gd name="connsiteY60" fmla="*/ 404242 h 421484"/>
              <a:gd name="connsiteX61" fmla="*/ 19158 w 421484"/>
              <a:gd name="connsiteY61" fmla="*/ 375504 h 421484"/>
              <a:gd name="connsiteX62" fmla="*/ 53643 w 421484"/>
              <a:gd name="connsiteY62" fmla="*/ 291207 h 421484"/>
              <a:gd name="connsiteX63" fmla="*/ 126445 w 421484"/>
              <a:gd name="connsiteY63" fmla="*/ 252891 h 421484"/>
              <a:gd name="connsiteX64" fmla="*/ 193500 w 421484"/>
              <a:gd name="connsiteY64" fmla="*/ 360177 h 421484"/>
              <a:gd name="connsiteX65" fmla="*/ 208826 w 421484"/>
              <a:gd name="connsiteY65" fmla="*/ 289291 h 421484"/>
              <a:gd name="connsiteX66" fmla="*/ 212658 w 421484"/>
              <a:gd name="connsiteY66" fmla="*/ 289291 h 421484"/>
              <a:gd name="connsiteX67" fmla="*/ 229901 w 421484"/>
              <a:gd name="connsiteY67" fmla="*/ 360177 h 421484"/>
              <a:gd name="connsiteX68" fmla="*/ 212658 w 421484"/>
              <a:gd name="connsiteY68" fmla="*/ 379336 h 421484"/>
              <a:gd name="connsiteX69" fmla="*/ 193500 w 421484"/>
              <a:gd name="connsiteY69" fmla="*/ 360177 h 421484"/>
              <a:gd name="connsiteX70" fmla="*/ 402326 w 421484"/>
              <a:gd name="connsiteY70" fmla="*/ 373588 h 421484"/>
              <a:gd name="connsiteX71" fmla="*/ 402326 w 421484"/>
              <a:gd name="connsiteY71" fmla="*/ 402326 h 421484"/>
              <a:gd name="connsiteX72" fmla="*/ 344851 w 421484"/>
              <a:gd name="connsiteY72" fmla="*/ 402326 h 421484"/>
              <a:gd name="connsiteX73" fmla="*/ 344851 w 421484"/>
              <a:gd name="connsiteY73" fmla="*/ 344851 h 421484"/>
              <a:gd name="connsiteX74" fmla="*/ 325692 w 421484"/>
              <a:gd name="connsiteY74" fmla="*/ 344851 h 421484"/>
              <a:gd name="connsiteX75" fmla="*/ 325692 w 421484"/>
              <a:gd name="connsiteY75" fmla="*/ 402326 h 421484"/>
              <a:gd name="connsiteX76" fmla="*/ 214574 w 421484"/>
              <a:gd name="connsiteY76" fmla="*/ 402326 h 421484"/>
              <a:gd name="connsiteX77" fmla="*/ 249059 w 421484"/>
              <a:gd name="connsiteY77" fmla="*/ 367841 h 421484"/>
              <a:gd name="connsiteX78" fmla="*/ 229901 w 421484"/>
              <a:gd name="connsiteY78" fmla="*/ 285460 h 421484"/>
              <a:gd name="connsiteX79" fmla="*/ 233732 w 421484"/>
              <a:gd name="connsiteY79" fmla="*/ 275881 h 421484"/>
              <a:gd name="connsiteX80" fmla="*/ 256722 w 421484"/>
              <a:gd name="connsiteY80" fmla="*/ 304618 h 421484"/>
              <a:gd name="connsiteX81" fmla="*/ 289291 w 421484"/>
              <a:gd name="connsiteY81" fmla="*/ 250975 h 421484"/>
              <a:gd name="connsiteX82" fmla="*/ 291207 w 421484"/>
              <a:gd name="connsiteY82" fmla="*/ 250975 h 421484"/>
              <a:gd name="connsiteX83" fmla="*/ 310366 w 421484"/>
              <a:gd name="connsiteY83" fmla="*/ 254806 h 421484"/>
              <a:gd name="connsiteX84" fmla="*/ 318029 w 421484"/>
              <a:gd name="connsiteY84" fmla="*/ 256722 h 421484"/>
              <a:gd name="connsiteX85" fmla="*/ 333356 w 421484"/>
              <a:gd name="connsiteY85" fmla="*/ 262470 h 421484"/>
              <a:gd name="connsiteX86" fmla="*/ 344851 w 421484"/>
              <a:gd name="connsiteY86" fmla="*/ 268217 h 421484"/>
              <a:gd name="connsiteX87" fmla="*/ 402326 w 421484"/>
              <a:gd name="connsiteY87" fmla="*/ 373588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21484" h="421484">
                <a:moveTo>
                  <a:pt x="210742" y="210742"/>
                </a:moveTo>
                <a:cubicBezTo>
                  <a:pt x="268217" y="210742"/>
                  <a:pt x="316113" y="162846"/>
                  <a:pt x="316113" y="105371"/>
                </a:cubicBezTo>
                <a:cubicBezTo>
                  <a:pt x="316113" y="47896"/>
                  <a:pt x="268217" y="0"/>
                  <a:pt x="210742" y="0"/>
                </a:cubicBezTo>
                <a:cubicBezTo>
                  <a:pt x="153267" y="0"/>
                  <a:pt x="105371" y="47896"/>
                  <a:pt x="105371" y="105371"/>
                </a:cubicBezTo>
                <a:lnTo>
                  <a:pt x="105371" y="105371"/>
                </a:lnTo>
                <a:cubicBezTo>
                  <a:pt x="105371" y="164762"/>
                  <a:pt x="153267" y="210742"/>
                  <a:pt x="210742" y="210742"/>
                </a:cubicBezTo>
                <a:close/>
                <a:moveTo>
                  <a:pt x="210742" y="19158"/>
                </a:moveTo>
                <a:cubicBezTo>
                  <a:pt x="245227" y="19158"/>
                  <a:pt x="275881" y="40233"/>
                  <a:pt x="289291" y="70886"/>
                </a:cubicBezTo>
                <a:lnTo>
                  <a:pt x="287376" y="72802"/>
                </a:lnTo>
                <a:cubicBezTo>
                  <a:pt x="247143" y="103455"/>
                  <a:pt x="206910" y="76634"/>
                  <a:pt x="191584" y="63223"/>
                </a:cubicBezTo>
                <a:cubicBezTo>
                  <a:pt x="187752" y="61307"/>
                  <a:pt x="183920" y="59391"/>
                  <a:pt x="180089" y="59391"/>
                </a:cubicBezTo>
                <a:cubicBezTo>
                  <a:pt x="176257" y="61307"/>
                  <a:pt x="172425" y="65138"/>
                  <a:pt x="170510" y="68970"/>
                </a:cubicBezTo>
                <a:cubicBezTo>
                  <a:pt x="160930" y="84297"/>
                  <a:pt x="143688" y="95792"/>
                  <a:pt x="124529" y="97708"/>
                </a:cubicBezTo>
                <a:cubicBezTo>
                  <a:pt x="128361" y="53643"/>
                  <a:pt x="166678" y="19158"/>
                  <a:pt x="210742" y="19158"/>
                </a:cubicBezTo>
                <a:close/>
                <a:moveTo>
                  <a:pt x="185836" y="82381"/>
                </a:moveTo>
                <a:cubicBezTo>
                  <a:pt x="216490" y="109203"/>
                  <a:pt x="260554" y="113034"/>
                  <a:pt x="296955" y="90044"/>
                </a:cubicBezTo>
                <a:cubicBezTo>
                  <a:pt x="298871" y="95792"/>
                  <a:pt x="298871" y="99624"/>
                  <a:pt x="298871" y="105371"/>
                </a:cubicBezTo>
                <a:cubicBezTo>
                  <a:pt x="302702" y="153267"/>
                  <a:pt x="260554" y="189668"/>
                  <a:pt x="212658" y="189668"/>
                </a:cubicBezTo>
                <a:cubicBezTo>
                  <a:pt x="166678" y="189668"/>
                  <a:pt x="130277" y="159015"/>
                  <a:pt x="126445" y="116866"/>
                </a:cubicBezTo>
                <a:lnTo>
                  <a:pt x="126445" y="116866"/>
                </a:lnTo>
                <a:cubicBezTo>
                  <a:pt x="149435" y="114950"/>
                  <a:pt x="170510" y="103455"/>
                  <a:pt x="185836" y="82381"/>
                </a:cubicBezTo>
                <a:close/>
                <a:moveTo>
                  <a:pt x="277796" y="229901"/>
                </a:moveTo>
                <a:lnTo>
                  <a:pt x="143688" y="229901"/>
                </a:lnTo>
                <a:cubicBezTo>
                  <a:pt x="65138" y="229901"/>
                  <a:pt x="0" y="295039"/>
                  <a:pt x="0" y="373588"/>
                </a:cubicBezTo>
                <a:lnTo>
                  <a:pt x="0" y="402326"/>
                </a:lnTo>
                <a:cubicBezTo>
                  <a:pt x="0" y="413821"/>
                  <a:pt x="7663" y="421484"/>
                  <a:pt x="19158" y="421484"/>
                </a:cubicBezTo>
                <a:lnTo>
                  <a:pt x="402326" y="421484"/>
                </a:lnTo>
                <a:cubicBezTo>
                  <a:pt x="413821" y="421484"/>
                  <a:pt x="421484" y="413821"/>
                  <a:pt x="421484" y="402326"/>
                </a:cubicBezTo>
                <a:lnTo>
                  <a:pt x="421484" y="373588"/>
                </a:lnTo>
                <a:cubicBezTo>
                  <a:pt x="421484" y="295039"/>
                  <a:pt x="358262" y="229901"/>
                  <a:pt x="279712" y="229901"/>
                </a:cubicBezTo>
                <a:lnTo>
                  <a:pt x="277796" y="229901"/>
                </a:lnTo>
                <a:close/>
                <a:moveTo>
                  <a:pt x="245227" y="249059"/>
                </a:moveTo>
                <a:lnTo>
                  <a:pt x="270133" y="249059"/>
                </a:lnTo>
                <a:lnTo>
                  <a:pt x="256722" y="270133"/>
                </a:lnTo>
                <a:lnTo>
                  <a:pt x="243311" y="252891"/>
                </a:lnTo>
                <a:lnTo>
                  <a:pt x="239480" y="249059"/>
                </a:lnTo>
                <a:lnTo>
                  <a:pt x="245227" y="249059"/>
                </a:lnTo>
                <a:close/>
                <a:moveTo>
                  <a:pt x="204995" y="249059"/>
                </a:moveTo>
                <a:lnTo>
                  <a:pt x="224153" y="249059"/>
                </a:lnTo>
                <a:lnTo>
                  <a:pt x="220321" y="256722"/>
                </a:lnTo>
                <a:lnTo>
                  <a:pt x="214574" y="270133"/>
                </a:lnTo>
                <a:lnTo>
                  <a:pt x="203079" y="270133"/>
                </a:lnTo>
                <a:lnTo>
                  <a:pt x="197331" y="256722"/>
                </a:lnTo>
                <a:lnTo>
                  <a:pt x="195415" y="249059"/>
                </a:lnTo>
                <a:lnTo>
                  <a:pt x="204995" y="249059"/>
                </a:lnTo>
                <a:close/>
                <a:moveTo>
                  <a:pt x="180089" y="249059"/>
                </a:moveTo>
                <a:lnTo>
                  <a:pt x="162846" y="268217"/>
                </a:lnTo>
                <a:lnTo>
                  <a:pt x="151351" y="249059"/>
                </a:lnTo>
                <a:lnTo>
                  <a:pt x="180089" y="249059"/>
                </a:lnTo>
                <a:close/>
                <a:moveTo>
                  <a:pt x="126445" y="252891"/>
                </a:moveTo>
                <a:lnTo>
                  <a:pt x="126445" y="252891"/>
                </a:lnTo>
                <a:lnTo>
                  <a:pt x="159015" y="306534"/>
                </a:lnTo>
                <a:lnTo>
                  <a:pt x="182005" y="277796"/>
                </a:lnTo>
                <a:lnTo>
                  <a:pt x="185836" y="289291"/>
                </a:lnTo>
                <a:lnTo>
                  <a:pt x="166678" y="371672"/>
                </a:lnTo>
                <a:lnTo>
                  <a:pt x="204995" y="404242"/>
                </a:lnTo>
                <a:lnTo>
                  <a:pt x="95792" y="404242"/>
                </a:lnTo>
                <a:lnTo>
                  <a:pt x="95792" y="346767"/>
                </a:lnTo>
                <a:lnTo>
                  <a:pt x="76634" y="346767"/>
                </a:lnTo>
                <a:lnTo>
                  <a:pt x="76634" y="404242"/>
                </a:lnTo>
                <a:lnTo>
                  <a:pt x="19158" y="404242"/>
                </a:lnTo>
                <a:lnTo>
                  <a:pt x="19158" y="375504"/>
                </a:lnTo>
                <a:cubicBezTo>
                  <a:pt x="19158" y="375504"/>
                  <a:pt x="22990" y="319945"/>
                  <a:pt x="53643" y="291207"/>
                </a:cubicBezTo>
                <a:cubicBezTo>
                  <a:pt x="82381" y="262470"/>
                  <a:pt x="93876" y="258638"/>
                  <a:pt x="126445" y="252891"/>
                </a:cubicBezTo>
                <a:close/>
                <a:moveTo>
                  <a:pt x="193500" y="360177"/>
                </a:moveTo>
                <a:lnTo>
                  <a:pt x="208826" y="289291"/>
                </a:lnTo>
                <a:lnTo>
                  <a:pt x="212658" y="289291"/>
                </a:lnTo>
                <a:lnTo>
                  <a:pt x="229901" y="360177"/>
                </a:lnTo>
                <a:lnTo>
                  <a:pt x="212658" y="379336"/>
                </a:lnTo>
                <a:lnTo>
                  <a:pt x="193500" y="360177"/>
                </a:lnTo>
                <a:close/>
                <a:moveTo>
                  <a:pt x="402326" y="373588"/>
                </a:moveTo>
                <a:lnTo>
                  <a:pt x="402326" y="402326"/>
                </a:lnTo>
                <a:lnTo>
                  <a:pt x="344851" y="402326"/>
                </a:lnTo>
                <a:lnTo>
                  <a:pt x="344851" y="344851"/>
                </a:lnTo>
                <a:lnTo>
                  <a:pt x="325692" y="344851"/>
                </a:lnTo>
                <a:lnTo>
                  <a:pt x="325692" y="402326"/>
                </a:lnTo>
                <a:lnTo>
                  <a:pt x="214574" y="402326"/>
                </a:lnTo>
                <a:lnTo>
                  <a:pt x="249059" y="367841"/>
                </a:lnTo>
                <a:lnTo>
                  <a:pt x="229901" y="285460"/>
                </a:lnTo>
                <a:lnTo>
                  <a:pt x="233732" y="275881"/>
                </a:lnTo>
                <a:lnTo>
                  <a:pt x="256722" y="304618"/>
                </a:lnTo>
                <a:lnTo>
                  <a:pt x="289291" y="250975"/>
                </a:lnTo>
                <a:lnTo>
                  <a:pt x="291207" y="250975"/>
                </a:lnTo>
                <a:cubicBezTo>
                  <a:pt x="296955" y="250975"/>
                  <a:pt x="304618" y="252891"/>
                  <a:pt x="310366" y="254806"/>
                </a:cubicBezTo>
                <a:lnTo>
                  <a:pt x="318029" y="256722"/>
                </a:lnTo>
                <a:cubicBezTo>
                  <a:pt x="323777" y="258638"/>
                  <a:pt x="327608" y="260554"/>
                  <a:pt x="333356" y="262470"/>
                </a:cubicBezTo>
                <a:cubicBezTo>
                  <a:pt x="339103" y="264386"/>
                  <a:pt x="344851" y="268217"/>
                  <a:pt x="344851" y="268217"/>
                </a:cubicBezTo>
                <a:cubicBezTo>
                  <a:pt x="344851" y="268217"/>
                  <a:pt x="398494" y="302702"/>
                  <a:pt x="402326" y="37358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0277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D55F-E50C-49CD-B008-4D9F2DA6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People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(2 of 2)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319EE4-632D-4780-9A23-868E1E1D5541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0432"/>
          <a:ext cx="11061126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014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014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standing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standing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People standing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Unisex bathroom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 not enter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Entering, leaving, evacuation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on stairs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lifting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 lifting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Manager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Supervisor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7" name="Graphic 50" descr="Person standing 1 icon.">
            <a:extLst>
              <a:ext uri="{FF2B5EF4-FFF2-40B4-BE49-F238E27FC236}">
                <a16:creationId xmlns:a16="http://schemas.microsoft.com/office/drawing/2014/main" id="{9EFE9883-7567-4421-B717-84A46EA89431}"/>
              </a:ext>
            </a:extLst>
          </p:cNvPr>
          <p:cNvSpPr/>
          <p:nvPr/>
        </p:nvSpPr>
        <p:spPr>
          <a:xfrm>
            <a:off x="1080970" y="1395690"/>
            <a:ext cx="190650" cy="419430"/>
          </a:xfrm>
          <a:custGeom>
            <a:avLst/>
            <a:gdLst>
              <a:gd name="connsiteX0" fmla="*/ 147563 w 190650"/>
              <a:gd name="connsiteY0" fmla="*/ 52238 h 419430"/>
              <a:gd name="connsiteX1" fmla="*/ 95325 w 190650"/>
              <a:gd name="connsiteY1" fmla="*/ 0 h 419430"/>
              <a:gd name="connsiteX2" fmla="*/ 42896 w 190650"/>
              <a:gd name="connsiteY2" fmla="*/ 52238 h 419430"/>
              <a:gd name="connsiteX3" fmla="*/ 95325 w 190650"/>
              <a:gd name="connsiteY3" fmla="*/ 104476 h 419430"/>
              <a:gd name="connsiteX4" fmla="*/ 147563 w 190650"/>
              <a:gd name="connsiteY4" fmla="*/ 52238 h 419430"/>
              <a:gd name="connsiteX5" fmla="*/ 61961 w 190650"/>
              <a:gd name="connsiteY5" fmla="*/ 52238 h 419430"/>
              <a:gd name="connsiteX6" fmla="*/ 95325 w 190650"/>
              <a:gd name="connsiteY6" fmla="*/ 19065 h 419430"/>
              <a:gd name="connsiteX7" fmla="*/ 128498 w 190650"/>
              <a:gd name="connsiteY7" fmla="*/ 52238 h 419430"/>
              <a:gd name="connsiteX8" fmla="*/ 95325 w 190650"/>
              <a:gd name="connsiteY8" fmla="*/ 85411 h 419430"/>
              <a:gd name="connsiteX9" fmla="*/ 61961 w 190650"/>
              <a:gd name="connsiteY9" fmla="*/ 52238 h 419430"/>
              <a:gd name="connsiteX10" fmla="*/ 171585 w 190650"/>
              <a:gd name="connsiteY10" fmla="*/ 276443 h 419430"/>
              <a:gd name="connsiteX11" fmla="*/ 190650 w 190650"/>
              <a:gd name="connsiteY11" fmla="*/ 257378 h 419430"/>
              <a:gd name="connsiteX12" fmla="*/ 190650 w 190650"/>
              <a:gd name="connsiteY12" fmla="*/ 179974 h 419430"/>
              <a:gd name="connsiteX13" fmla="*/ 124113 w 190650"/>
              <a:gd name="connsiteY13" fmla="*/ 114390 h 419430"/>
              <a:gd name="connsiteX14" fmla="*/ 66918 w 190650"/>
              <a:gd name="connsiteY14" fmla="*/ 114390 h 419430"/>
              <a:gd name="connsiteX15" fmla="*/ 0 w 190650"/>
              <a:gd name="connsiteY15" fmla="*/ 181118 h 419430"/>
              <a:gd name="connsiteX16" fmla="*/ 0 w 190650"/>
              <a:gd name="connsiteY16" fmla="*/ 257378 h 419430"/>
              <a:gd name="connsiteX17" fmla="*/ 19065 w 190650"/>
              <a:gd name="connsiteY17" fmla="*/ 276443 h 419430"/>
              <a:gd name="connsiteX18" fmla="*/ 38130 w 190650"/>
              <a:gd name="connsiteY18" fmla="*/ 276443 h 419430"/>
              <a:gd name="connsiteX19" fmla="*/ 38130 w 190650"/>
              <a:gd name="connsiteY19" fmla="*/ 362235 h 419430"/>
              <a:gd name="connsiteX20" fmla="*/ 19065 w 190650"/>
              <a:gd name="connsiteY20" fmla="*/ 381300 h 419430"/>
              <a:gd name="connsiteX21" fmla="*/ 19065 w 190650"/>
              <a:gd name="connsiteY21" fmla="*/ 400365 h 419430"/>
              <a:gd name="connsiteX22" fmla="*/ 38130 w 190650"/>
              <a:gd name="connsiteY22" fmla="*/ 419430 h 419430"/>
              <a:gd name="connsiteX23" fmla="*/ 152520 w 190650"/>
              <a:gd name="connsiteY23" fmla="*/ 419430 h 419430"/>
              <a:gd name="connsiteX24" fmla="*/ 171585 w 190650"/>
              <a:gd name="connsiteY24" fmla="*/ 400365 h 419430"/>
              <a:gd name="connsiteX25" fmla="*/ 171585 w 190650"/>
              <a:gd name="connsiteY25" fmla="*/ 381300 h 419430"/>
              <a:gd name="connsiteX26" fmla="*/ 152520 w 190650"/>
              <a:gd name="connsiteY26" fmla="*/ 362235 h 419430"/>
              <a:gd name="connsiteX27" fmla="*/ 152520 w 190650"/>
              <a:gd name="connsiteY27" fmla="*/ 276443 h 419430"/>
              <a:gd name="connsiteX28" fmla="*/ 171585 w 190650"/>
              <a:gd name="connsiteY28" fmla="*/ 276443 h 419430"/>
              <a:gd name="connsiteX29" fmla="*/ 152520 w 190650"/>
              <a:gd name="connsiteY29" fmla="*/ 381300 h 419430"/>
              <a:gd name="connsiteX30" fmla="*/ 152520 w 190650"/>
              <a:gd name="connsiteY30" fmla="*/ 400365 h 419430"/>
              <a:gd name="connsiteX31" fmla="*/ 104858 w 190650"/>
              <a:gd name="connsiteY31" fmla="*/ 400365 h 419430"/>
              <a:gd name="connsiteX32" fmla="*/ 104858 w 190650"/>
              <a:gd name="connsiteY32" fmla="*/ 266910 h 419430"/>
              <a:gd name="connsiteX33" fmla="*/ 85793 w 190650"/>
              <a:gd name="connsiteY33" fmla="*/ 266910 h 419430"/>
              <a:gd name="connsiteX34" fmla="*/ 85793 w 190650"/>
              <a:gd name="connsiteY34" fmla="*/ 400365 h 419430"/>
              <a:gd name="connsiteX35" fmla="*/ 38130 w 190650"/>
              <a:gd name="connsiteY35" fmla="*/ 400365 h 419430"/>
              <a:gd name="connsiteX36" fmla="*/ 38130 w 190650"/>
              <a:gd name="connsiteY36" fmla="*/ 381300 h 419430"/>
              <a:gd name="connsiteX37" fmla="*/ 57195 w 190650"/>
              <a:gd name="connsiteY37" fmla="*/ 381300 h 419430"/>
              <a:gd name="connsiteX38" fmla="*/ 57195 w 190650"/>
              <a:gd name="connsiteY38" fmla="*/ 171585 h 419430"/>
              <a:gd name="connsiteX39" fmla="*/ 38130 w 190650"/>
              <a:gd name="connsiteY39" fmla="*/ 171585 h 419430"/>
              <a:gd name="connsiteX40" fmla="*/ 38130 w 190650"/>
              <a:gd name="connsiteY40" fmla="*/ 257378 h 419430"/>
              <a:gd name="connsiteX41" fmla="*/ 19065 w 190650"/>
              <a:gd name="connsiteY41" fmla="*/ 257378 h 419430"/>
              <a:gd name="connsiteX42" fmla="*/ 19065 w 190650"/>
              <a:gd name="connsiteY42" fmla="*/ 179974 h 419430"/>
              <a:gd name="connsiteX43" fmla="*/ 66918 w 190650"/>
              <a:gd name="connsiteY43" fmla="*/ 133455 h 419430"/>
              <a:gd name="connsiteX44" fmla="*/ 124113 w 190650"/>
              <a:gd name="connsiteY44" fmla="*/ 133455 h 419430"/>
              <a:gd name="connsiteX45" fmla="*/ 171585 w 190650"/>
              <a:gd name="connsiteY45" fmla="*/ 181118 h 419430"/>
              <a:gd name="connsiteX46" fmla="*/ 171585 w 190650"/>
              <a:gd name="connsiteY46" fmla="*/ 257378 h 419430"/>
              <a:gd name="connsiteX47" fmla="*/ 152520 w 190650"/>
              <a:gd name="connsiteY47" fmla="*/ 257378 h 419430"/>
              <a:gd name="connsiteX48" fmla="*/ 152520 w 190650"/>
              <a:gd name="connsiteY48" fmla="*/ 171585 h 419430"/>
              <a:gd name="connsiteX49" fmla="*/ 133455 w 190650"/>
              <a:gd name="connsiteY49" fmla="*/ 171585 h 419430"/>
              <a:gd name="connsiteX50" fmla="*/ 133455 w 190650"/>
              <a:gd name="connsiteY50" fmla="*/ 381300 h 419430"/>
              <a:gd name="connsiteX51" fmla="*/ 152520 w 190650"/>
              <a:gd name="connsiteY51" fmla="*/ 381300 h 4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90650" h="419430">
                <a:moveTo>
                  <a:pt x="147563" y="52238"/>
                </a:moveTo>
                <a:cubicBezTo>
                  <a:pt x="147563" y="23450"/>
                  <a:pt x="124113" y="0"/>
                  <a:pt x="95325" y="0"/>
                </a:cubicBezTo>
                <a:cubicBezTo>
                  <a:pt x="66537" y="0"/>
                  <a:pt x="42896" y="23450"/>
                  <a:pt x="42896" y="52238"/>
                </a:cubicBezTo>
                <a:cubicBezTo>
                  <a:pt x="42896" y="81026"/>
                  <a:pt x="66346" y="104476"/>
                  <a:pt x="95325" y="104476"/>
                </a:cubicBezTo>
                <a:cubicBezTo>
                  <a:pt x="124304" y="104476"/>
                  <a:pt x="147563" y="81026"/>
                  <a:pt x="147563" y="52238"/>
                </a:cubicBezTo>
                <a:close/>
                <a:moveTo>
                  <a:pt x="61961" y="52238"/>
                </a:moveTo>
                <a:cubicBezTo>
                  <a:pt x="61961" y="33936"/>
                  <a:pt x="76832" y="19065"/>
                  <a:pt x="95325" y="19065"/>
                </a:cubicBezTo>
                <a:cubicBezTo>
                  <a:pt x="113818" y="19065"/>
                  <a:pt x="128498" y="33936"/>
                  <a:pt x="128498" y="52238"/>
                </a:cubicBezTo>
                <a:cubicBezTo>
                  <a:pt x="128498" y="70541"/>
                  <a:pt x="113627" y="85411"/>
                  <a:pt x="95325" y="85411"/>
                </a:cubicBezTo>
                <a:cubicBezTo>
                  <a:pt x="77023" y="85411"/>
                  <a:pt x="61961" y="70541"/>
                  <a:pt x="61961" y="52238"/>
                </a:cubicBezTo>
                <a:close/>
                <a:moveTo>
                  <a:pt x="171585" y="276443"/>
                </a:moveTo>
                <a:cubicBezTo>
                  <a:pt x="182071" y="276443"/>
                  <a:pt x="190650" y="267863"/>
                  <a:pt x="190650" y="257378"/>
                </a:cubicBezTo>
                <a:lnTo>
                  <a:pt x="190650" y="179974"/>
                </a:lnTo>
                <a:cubicBezTo>
                  <a:pt x="190650" y="143369"/>
                  <a:pt x="161481" y="114581"/>
                  <a:pt x="124113" y="114390"/>
                </a:cubicBezTo>
                <a:lnTo>
                  <a:pt x="66918" y="114390"/>
                </a:lnTo>
                <a:cubicBezTo>
                  <a:pt x="29932" y="114390"/>
                  <a:pt x="0" y="143941"/>
                  <a:pt x="0" y="181118"/>
                </a:cubicBezTo>
                <a:lnTo>
                  <a:pt x="0" y="257378"/>
                </a:lnTo>
                <a:cubicBezTo>
                  <a:pt x="0" y="267863"/>
                  <a:pt x="8579" y="276443"/>
                  <a:pt x="19065" y="276443"/>
                </a:cubicBezTo>
                <a:lnTo>
                  <a:pt x="38130" y="276443"/>
                </a:lnTo>
                <a:lnTo>
                  <a:pt x="38130" y="362235"/>
                </a:lnTo>
                <a:cubicBezTo>
                  <a:pt x="27644" y="362235"/>
                  <a:pt x="19065" y="370814"/>
                  <a:pt x="19065" y="381300"/>
                </a:cubicBezTo>
                <a:lnTo>
                  <a:pt x="19065" y="400365"/>
                </a:lnTo>
                <a:cubicBezTo>
                  <a:pt x="19065" y="410851"/>
                  <a:pt x="27644" y="419430"/>
                  <a:pt x="38130" y="419430"/>
                </a:cubicBezTo>
                <a:lnTo>
                  <a:pt x="152520" y="419430"/>
                </a:lnTo>
                <a:cubicBezTo>
                  <a:pt x="163006" y="419430"/>
                  <a:pt x="171585" y="410851"/>
                  <a:pt x="171585" y="400365"/>
                </a:cubicBezTo>
                <a:lnTo>
                  <a:pt x="171585" y="381300"/>
                </a:lnTo>
                <a:cubicBezTo>
                  <a:pt x="171585" y="370814"/>
                  <a:pt x="163006" y="362235"/>
                  <a:pt x="152520" y="362235"/>
                </a:cubicBezTo>
                <a:lnTo>
                  <a:pt x="152520" y="276443"/>
                </a:lnTo>
                <a:lnTo>
                  <a:pt x="171585" y="276443"/>
                </a:lnTo>
                <a:close/>
                <a:moveTo>
                  <a:pt x="152520" y="381300"/>
                </a:moveTo>
                <a:lnTo>
                  <a:pt x="152520" y="400365"/>
                </a:lnTo>
                <a:lnTo>
                  <a:pt x="104858" y="400365"/>
                </a:lnTo>
                <a:lnTo>
                  <a:pt x="104858" y="266910"/>
                </a:lnTo>
                <a:lnTo>
                  <a:pt x="85793" y="266910"/>
                </a:lnTo>
                <a:lnTo>
                  <a:pt x="85793" y="400365"/>
                </a:lnTo>
                <a:lnTo>
                  <a:pt x="38130" y="400365"/>
                </a:lnTo>
                <a:lnTo>
                  <a:pt x="38130" y="381300"/>
                </a:lnTo>
                <a:lnTo>
                  <a:pt x="57195" y="381300"/>
                </a:lnTo>
                <a:lnTo>
                  <a:pt x="57195" y="171585"/>
                </a:lnTo>
                <a:lnTo>
                  <a:pt x="38130" y="171585"/>
                </a:lnTo>
                <a:lnTo>
                  <a:pt x="38130" y="257378"/>
                </a:lnTo>
                <a:lnTo>
                  <a:pt x="19065" y="257378"/>
                </a:lnTo>
                <a:lnTo>
                  <a:pt x="19065" y="179974"/>
                </a:lnTo>
                <a:cubicBezTo>
                  <a:pt x="19065" y="154427"/>
                  <a:pt x="40608" y="133646"/>
                  <a:pt x="66918" y="133455"/>
                </a:cubicBezTo>
                <a:lnTo>
                  <a:pt x="124113" y="133455"/>
                </a:lnTo>
                <a:cubicBezTo>
                  <a:pt x="150804" y="133455"/>
                  <a:pt x="171585" y="154045"/>
                  <a:pt x="171585" y="181118"/>
                </a:cubicBezTo>
                <a:lnTo>
                  <a:pt x="171585" y="257378"/>
                </a:lnTo>
                <a:lnTo>
                  <a:pt x="152520" y="257378"/>
                </a:lnTo>
                <a:lnTo>
                  <a:pt x="152520" y="171585"/>
                </a:lnTo>
                <a:lnTo>
                  <a:pt x="133455" y="171585"/>
                </a:lnTo>
                <a:lnTo>
                  <a:pt x="133455" y="381300"/>
                </a:lnTo>
                <a:lnTo>
                  <a:pt x="152520" y="38130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51" descr="Person standing 2 icon.">
            <a:extLst>
              <a:ext uri="{FF2B5EF4-FFF2-40B4-BE49-F238E27FC236}">
                <a16:creationId xmlns:a16="http://schemas.microsoft.com/office/drawing/2014/main" id="{276DC578-FC43-499D-9A28-9A8BD34EC223}"/>
              </a:ext>
            </a:extLst>
          </p:cNvPr>
          <p:cNvSpPr/>
          <p:nvPr/>
        </p:nvSpPr>
        <p:spPr>
          <a:xfrm>
            <a:off x="2314605" y="1395690"/>
            <a:ext cx="191031" cy="419430"/>
          </a:xfrm>
          <a:custGeom>
            <a:avLst/>
            <a:gdLst>
              <a:gd name="connsiteX0" fmla="*/ 190650 w 191031"/>
              <a:gd name="connsiteY0" fmla="*/ 257378 h 419430"/>
              <a:gd name="connsiteX1" fmla="*/ 190650 w 191031"/>
              <a:gd name="connsiteY1" fmla="*/ 179974 h 419430"/>
              <a:gd name="connsiteX2" fmla="*/ 124113 w 191031"/>
              <a:gd name="connsiteY2" fmla="*/ 114390 h 419430"/>
              <a:gd name="connsiteX3" fmla="*/ 66918 w 191031"/>
              <a:gd name="connsiteY3" fmla="*/ 114390 h 419430"/>
              <a:gd name="connsiteX4" fmla="*/ 0 w 191031"/>
              <a:gd name="connsiteY4" fmla="*/ 181118 h 419430"/>
              <a:gd name="connsiteX5" fmla="*/ 0 w 191031"/>
              <a:gd name="connsiteY5" fmla="*/ 257378 h 419430"/>
              <a:gd name="connsiteX6" fmla="*/ 19065 w 191031"/>
              <a:gd name="connsiteY6" fmla="*/ 276443 h 419430"/>
              <a:gd name="connsiteX7" fmla="*/ 21925 w 191031"/>
              <a:gd name="connsiteY7" fmla="*/ 276443 h 419430"/>
              <a:gd name="connsiteX8" fmla="*/ 20972 w 191031"/>
              <a:gd name="connsiteY8" fmla="*/ 283115 h 419430"/>
              <a:gd name="connsiteX9" fmla="*/ 25356 w 191031"/>
              <a:gd name="connsiteY9" fmla="*/ 298367 h 419430"/>
              <a:gd name="connsiteX10" fmla="*/ 38321 w 191031"/>
              <a:gd name="connsiteY10" fmla="*/ 304659 h 419430"/>
              <a:gd name="connsiteX11" fmla="*/ 38321 w 191031"/>
              <a:gd name="connsiteY11" fmla="*/ 362235 h 419430"/>
              <a:gd name="connsiteX12" fmla="*/ 19256 w 191031"/>
              <a:gd name="connsiteY12" fmla="*/ 381300 h 419430"/>
              <a:gd name="connsiteX13" fmla="*/ 19256 w 191031"/>
              <a:gd name="connsiteY13" fmla="*/ 400365 h 419430"/>
              <a:gd name="connsiteX14" fmla="*/ 38321 w 191031"/>
              <a:gd name="connsiteY14" fmla="*/ 419430 h 419430"/>
              <a:gd name="connsiteX15" fmla="*/ 152711 w 191031"/>
              <a:gd name="connsiteY15" fmla="*/ 419430 h 419430"/>
              <a:gd name="connsiteX16" fmla="*/ 171776 w 191031"/>
              <a:gd name="connsiteY16" fmla="*/ 400365 h 419430"/>
              <a:gd name="connsiteX17" fmla="*/ 171776 w 191031"/>
              <a:gd name="connsiteY17" fmla="*/ 381300 h 419430"/>
              <a:gd name="connsiteX18" fmla="*/ 152711 w 191031"/>
              <a:gd name="connsiteY18" fmla="*/ 362235 h 419430"/>
              <a:gd name="connsiteX19" fmla="*/ 152711 w 191031"/>
              <a:gd name="connsiteY19" fmla="*/ 304659 h 419430"/>
              <a:gd name="connsiteX20" fmla="*/ 165675 w 191031"/>
              <a:gd name="connsiteY20" fmla="*/ 298367 h 419430"/>
              <a:gd name="connsiteX21" fmla="*/ 170060 w 191031"/>
              <a:gd name="connsiteY21" fmla="*/ 283115 h 419430"/>
              <a:gd name="connsiteX22" fmla="*/ 169107 w 191031"/>
              <a:gd name="connsiteY22" fmla="*/ 276443 h 419430"/>
              <a:gd name="connsiteX23" fmla="*/ 171966 w 191031"/>
              <a:gd name="connsiteY23" fmla="*/ 276443 h 419430"/>
              <a:gd name="connsiteX24" fmla="*/ 191031 w 191031"/>
              <a:gd name="connsiteY24" fmla="*/ 257378 h 419430"/>
              <a:gd name="connsiteX25" fmla="*/ 165866 w 191031"/>
              <a:gd name="connsiteY25" fmla="*/ 257378 h 419430"/>
              <a:gd name="connsiteX26" fmla="*/ 152520 w 191031"/>
              <a:gd name="connsiteY26" fmla="*/ 171585 h 419430"/>
              <a:gd name="connsiteX27" fmla="*/ 133455 w 191031"/>
              <a:gd name="connsiteY27" fmla="*/ 171585 h 419430"/>
              <a:gd name="connsiteX28" fmla="*/ 150995 w 191031"/>
              <a:gd name="connsiteY28" fmla="*/ 285975 h 419430"/>
              <a:gd name="connsiteX29" fmla="*/ 133455 w 191031"/>
              <a:gd name="connsiteY29" fmla="*/ 285975 h 419430"/>
              <a:gd name="connsiteX30" fmla="*/ 133455 w 191031"/>
              <a:gd name="connsiteY30" fmla="*/ 381300 h 419430"/>
              <a:gd name="connsiteX31" fmla="*/ 152520 w 191031"/>
              <a:gd name="connsiteY31" fmla="*/ 381300 h 419430"/>
              <a:gd name="connsiteX32" fmla="*/ 152520 w 191031"/>
              <a:gd name="connsiteY32" fmla="*/ 400365 h 419430"/>
              <a:gd name="connsiteX33" fmla="*/ 104858 w 191031"/>
              <a:gd name="connsiteY33" fmla="*/ 400365 h 419430"/>
              <a:gd name="connsiteX34" fmla="*/ 104858 w 191031"/>
              <a:gd name="connsiteY34" fmla="*/ 295508 h 419430"/>
              <a:gd name="connsiteX35" fmla="*/ 85793 w 191031"/>
              <a:gd name="connsiteY35" fmla="*/ 295508 h 419430"/>
              <a:gd name="connsiteX36" fmla="*/ 85793 w 191031"/>
              <a:gd name="connsiteY36" fmla="*/ 400365 h 419430"/>
              <a:gd name="connsiteX37" fmla="*/ 38130 w 191031"/>
              <a:gd name="connsiteY37" fmla="*/ 400365 h 419430"/>
              <a:gd name="connsiteX38" fmla="*/ 38130 w 191031"/>
              <a:gd name="connsiteY38" fmla="*/ 381300 h 419430"/>
              <a:gd name="connsiteX39" fmla="*/ 57195 w 191031"/>
              <a:gd name="connsiteY39" fmla="*/ 381300 h 419430"/>
              <a:gd name="connsiteX40" fmla="*/ 57195 w 191031"/>
              <a:gd name="connsiteY40" fmla="*/ 285975 h 419430"/>
              <a:gd name="connsiteX41" fmla="*/ 39655 w 191031"/>
              <a:gd name="connsiteY41" fmla="*/ 285975 h 419430"/>
              <a:gd name="connsiteX42" fmla="*/ 57195 w 191031"/>
              <a:gd name="connsiteY42" fmla="*/ 171585 h 419430"/>
              <a:gd name="connsiteX43" fmla="*/ 38130 w 191031"/>
              <a:gd name="connsiteY43" fmla="*/ 171585 h 419430"/>
              <a:gd name="connsiteX44" fmla="*/ 24785 w 191031"/>
              <a:gd name="connsiteY44" fmla="*/ 257378 h 419430"/>
              <a:gd name="connsiteX45" fmla="*/ 19065 w 191031"/>
              <a:gd name="connsiteY45" fmla="*/ 257378 h 419430"/>
              <a:gd name="connsiteX46" fmla="*/ 19065 w 191031"/>
              <a:gd name="connsiteY46" fmla="*/ 179974 h 419430"/>
              <a:gd name="connsiteX47" fmla="*/ 66918 w 191031"/>
              <a:gd name="connsiteY47" fmla="*/ 133455 h 419430"/>
              <a:gd name="connsiteX48" fmla="*/ 124113 w 191031"/>
              <a:gd name="connsiteY48" fmla="*/ 133455 h 419430"/>
              <a:gd name="connsiteX49" fmla="*/ 171585 w 191031"/>
              <a:gd name="connsiteY49" fmla="*/ 181118 h 419430"/>
              <a:gd name="connsiteX50" fmla="*/ 171585 w 191031"/>
              <a:gd name="connsiteY50" fmla="*/ 257378 h 419430"/>
              <a:gd name="connsiteX51" fmla="*/ 165866 w 191031"/>
              <a:gd name="connsiteY51" fmla="*/ 257378 h 419430"/>
              <a:gd name="connsiteX52" fmla="*/ 42896 w 191031"/>
              <a:gd name="connsiteY52" fmla="*/ 52238 h 419430"/>
              <a:gd name="connsiteX53" fmla="*/ 95325 w 191031"/>
              <a:gd name="connsiteY53" fmla="*/ 104476 h 419430"/>
              <a:gd name="connsiteX54" fmla="*/ 147563 w 191031"/>
              <a:gd name="connsiteY54" fmla="*/ 52238 h 419430"/>
              <a:gd name="connsiteX55" fmla="*/ 95325 w 191031"/>
              <a:gd name="connsiteY55" fmla="*/ 0 h 419430"/>
              <a:gd name="connsiteX56" fmla="*/ 42896 w 191031"/>
              <a:gd name="connsiteY56" fmla="*/ 52238 h 419430"/>
              <a:gd name="connsiteX57" fmla="*/ 128498 w 191031"/>
              <a:gd name="connsiteY57" fmla="*/ 52238 h 419430"/>
              <a:gd name="connsiteX58" fmla="*/ 95325 w 191031"/>
              <a:gd name="connsiteY58" fmla="*/ 85411 h 419430"/>
              <a:gd name="connsiteX59" fmla="*/ 61961 w 191031"/>
              <a:gd name="connsiteY59" fmla="*/ 52238 h 419430"/>
              <a:gd name="connsiteX60" fmla="*/ 95325 w 191031"/>
              <a:gd name="connsiteY60" fmla="*/ 19065 h 419430"/>
              <a:gd name="connsiteX61" fmla="*/ 128498 w 191031"/>
              <a:gd name="connsiteY61" fmla="*/ 52238 h 4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91031" h="419430">
                <a:moveTo>
                  <a:pt x="190650" y="257378"/>
                </a:moveTo>
                <a:lnTo>
                  <a:pt x="190650" y="179974"/>
                </a:lnTo>
                <a:cubicBezTo>
                  <a:pt x="190650" y="143369"/>
                  <a:pt x="161481" y="114581"/>
                  <a:pt x="124113" y="114390"/>
                </a:cubicBezTo>
                <a:lnTo>
                  <a:pt x="66918" y="114390"/>
                </a:lnTo>
                <a:cubicBezTo>
                  <a:pt x="29932" y="114390"/>
                  <a:pt x="0" y="143941"/>
                  <a:pt x="0" y="181118"/>
                </a:cubicBezTo>
                <a:lnTo>
                  <a:pt x="0" y="257378"/>
                </a:lnTo>
                <a:cubicBezTo>
                  <a:pt x="0" y="267863"/>
                  <a:pt x="8579" y="276443"/>
                  <a:pt x="19065" y="276443"/>
                </a:cubicBezTo>
                <a:lnTo>
                  <a:pt x="21925" y="276443"/>
                </a:lnTo>
                <a:lnTo>
                  <a:pt x="20972" y="283115"/>
                </a:lnTo>
                <a:cubicBezTo>
                  <a:pt x="20209" y="288644"/>
                  <a:pt x="21734" y="294173"/>
                  <a:pt x="25356" y="298367"/>
                </a:cubicBezTo>
                <a:cubicBezTo>
                  <a:pt x="28598" y="302180"/>
                  <a:pt x="33364" y="304277"/>
                  <a:pt x="38321" y="304659"/>
                </a:cubicBezTo>
                <a:lnTo>
                  <a:pt x="38321" y="362235"/>
                </a:lnTo>
                <a:cubicBezTo>
                  <a:pt x="27835" y="362235"/>
                  <a:pt x="19256" y="370814"/>
                  <a:pt x="19256" y="381300"/>
                </a:cubicBezTo>
                <a:lnTo>
                  <a:pt x="19256" y="400365"/>
                </a:lnTo>
                <a:cubicBezTo>
                  <a:pt x="19256" y="410851"/>
                  <a:pt x="27835" y="419430"/>
                  <a:pt x="38321" y="419430"/>
                </a:cubicBezTo>
                <a:lnTo>
                  <a:pt x="152711" y="419430"/>
                </a:lnTo>
                <a:cubicBezTo>
                  <a:pt x="163196" y="419430"/>
                  <a:pt x="171776" y="410851"/>
                  <a:pt x="171776" y="400365"/>
                </a:cubicBezTo>
                <a:lnTo>
                  <a:pt x="171776" y="381300"/>
                </a:lnTo>
                <a:cubicBezTo>
                  <a:pt x="171776" y="370814"/>
                  <a:pt x="163196" y="362235"/>
                  <a:pt x="152711" y="362235"/>
                </a:cubicBezTo>
                <a:lnTo>
                  <a:pt x="152711" y="304659"/>
                </a:lnTo>
                <a:cubicBezTo>
                  <a:pt x="157668" y="304277"/>
                  <a:pt x="162434" y="302180"/>
                  <a:pt x="165675" y="298367"/>
                </a:cubicBezTo>
                <a:cubicBezTo>
                  <a:pt x="169297" y="294173"/>
                  <a:pt x="170822" y="288644"/>
                  <a:pt x="170060" y="283115"/>
                </a:cubicBezTo>
                <a:lnTo>
                  <a:pt x="169107" y="276443"/>
                </a:lnTo>
                <a:lnTo>
                  <a:pt x="171966" y="276443"/>
                </a:lnTo>
                <a:cubicBezTo>
                  <a:pt x="182452" y="276443"/>
                  <a:pt x="191031" y="267863"/>
                  <a:pt x="191031" y="257378"/>
                </a:cubicBezTo>
                <a:close/>
                <a:moveTo>
                  <a:pt x="165866" y="257378"/>
                </a:moveTo>
                <a:lnTo>
                  <a:pt x="152520" y="171585"/>
                </a:lnTo>
                <a:lnTo>
                  <a:pt x="133455" y="171585"/>
                </a:lnTo>
                <a:lnTo>
                  <a:pt x="150995" y="285975"/>
                </a:lnTo>
                <a:lnTo>
                  <a:pt x="133455" y="285975"/>
                </a:lnTo>
                <a:lnTo>
                  <a:pt x="133455" y="381300"/>
                </a:lnTo>
                <a:lnTo>
                  <a:pt x="152520" y="381300"/>
                </a:lnTo>
                <a:lnTo>
                  <a:pt x="152520" y="400365"/>
                </a:lnTo>
                <a:lnTo>
                  <a:pt x="104858" y="400365"/>
                </a:lnTo>
                <a:lnTo>
                  <a:pt x="104858" y="295508"/>
                </a:lnTo>
                <a:lnTo>
                  <a:pt x="85793" y="295508"/>
                </a:lnTo>
                <a:lnTo>
                  <a:pt x="85793" y="400365"/>
                </a:lnTo>
                <a:lnTo>
                  <a:pt x="38130" y="400365"/>
                </a:lnTo>
                <a:lnTo>
                  <a:pt x="38130" y="381300"/>
                </a:lnTo>
                <a:lnTo>
                  <a:pt x="57195" y="381300"/>
                </a:lnTo>
                <a:lnTo>
                  <a:pt x="57195" y="285975"/>
                </a:lnTo>
                <a:lnTo>
                  <a:pt x="39655" y="285975"/>
                </a:lnTo>
                <a:lnTo>
                  <a:pt x="57195" y="171585"/>
                </a:lnTo>
                <a:lnTo>
                  <a:pt x="38130" y="171585"/>
                </a:lnTo>
                <a:lnTo>
                  <a:pt x="24785" y="257378"/>
                </a:lnTo>
                <a:lnTo>
                  <a:pt x="19065" y="257378"/>
                </a:lnTo>
                <a:lnTo>
                  <a:pt x="19065" y="179974"/>
                </a:lnTo>
                <a:cubicBezTo>
                  <a:pt x="19065" y="154427"/>
                  <a:pt x="40608" y="133646"/>
                  <a:pt x="66918" y="133455"/>
                </a:cubicBezTo>
                <a:lnTo>
                  <a:pt x="124113" y="133455"/>
                </a:lnTo>
                <a:cubicBezTo>
                  <a:pt x="150804" y="133455"/>
                  <a:pt x="171585" y="154045"/>
                  <a:pt x="171585" y="181118"/>
                </a:cubicBezTo>
                <a:lnTo>
                  <a:pt x="171585" y="257378"/>
                </a:lnTo>
                <a:lnTo>
                  <a:pt x="165866" y="257378"/>
                </a:lnTo>
                <a:close/>
                <a:moveTo>
                  <a:pt x="42896" y="52238"/>
                </a:moveTo>
                <a:cubicBezTo>
                  <a:pt x="42896" y="81026"/>
                  <a:pt x="66346" y="104476"/>
                  <a:pt x="95325" y="104476"/>
                </a:cubicBezTo>
                <a:cubicBezTo>
                  <a:pt x="124304" y="104476"/>
                  <a:pt x="147563" y="81026"/>
                  <a:pt x="147563" y="52238"/>
                </a:cubicBezTo>
                <a:cubicBezTo>
                  <a:pt x="147563" y="23450"/>
                  <a:pt x="124113" y="0"/>
                  <a:pt x="95325" y="0"/>
                </a:cubicBezTo>
                <a:cubicBezTo>
                  <a:pt x="66537" y="0"/>
                  <a:pt x="42896" y="23450"/>
                  <a:pt x="42896" y="52238"/>
                </a:cubicBezTo>
                <a:close/>
                <a:moveTo>
                  <a:pt x="128498" y="52238"/>
                </a:moveTo>
                <a:cubicBezTo>
                  <a:pt x="128498" y="70541"/>
                  <a:pt x="113627" y="85411"/>
                  <a:pt x="95325" y="85411"/>
                </a:cubicBezTo>
                <a:cubicBezTo>
                  <a:pt x="77023" y="85411"/>
                  <a:pt x="61961" y="70541"/>
                  <a:pt x="61961" y="52238"/>
                </a:cubicBezTo>
                <a:cubicBezTo>
                  <a:pt x="61961" y="33936"/>
                  <a:pt x="76832" y="19065"/>
                  <a:pt x="95325" y="19065"/>
                </a:cubicBezTo>
                <a:cubicBezTo>
                  <a:pt x="113818" y="19065"/>
                  <a:pt x="128498" y="33936"/>
                  <a:pt x="128498" y="5223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49" descr="People standing 1 icon.">
            <a:extLst>
              <a:ext uri="{FF2B5EF4-FFF2-40B4-BE49-F238E27FC236}">
                <a16:creationId xmlns:a16="http://schemas.microsoft.com/office/drawing/2014/main" id="{B72255AF-FA6C-4CD0-B5A9-37D5D5DC4BCD}"/>
              </a:ext>
            </a:extLst>
          </p:cNvPr>
          <p:cNvSpPr>
            <a:spLocks noChangeAspect="1"/>
          </p:cNvSpPr>
          <p:nvPr/>
        </p:nvSpPr>
        <p:spPr>
          <a:xfrm>
            <a:off x="3414797" y="1394296"/>
            <a:ext cx="420308" cy="422218"/>
          </a:xfrm>
          <a:custGeom>
            <a:avLst/>
            <a:gdLst>
              <a:gd name="connsiteX0" fmla="*/ 150929 w 420308"/>
              <a:gd name="connsiteY0" fmla="*/ 51583 h 422218"/>
              <a:gd name="connsiteX1" fmla="*/ 99346 w 420308"/>
              <a:gd name="connsiteY1" fmla="*/ 0 h 422218"/>
              <a:gd name="connsiteX2" fmla="*/ 45852 w 420308"/>
              <a:gd name="connsiteY2" fmla="*/ 51583 h 422218"/>
              <a:gd name="connsiteX3" fmla="*/ 97435 w 420308"/>
              <a:gd name="connsiteY3" fmla="*/ 105077 h 422218"/>
              <a:gd name="connsiteX4" fmla="*/ 97435 w 420308"/>
              <a:gd name="connsiteY4" fmla="*/ 105077 h 422218"/>
              <a:gd name="connsiteX5" fmla="*/ 150929 w 420308"/>
              <a:gd name="connsiteY5" fmla="*/ 51583 h 422218"/>
              <a:gd name="connsiteX6" fmla="*/ 64957 w 420308"/>
              <a:gd name="connsiteY6" fmla="*/ 51583 h 422218"/>
              <a:gd name="connsiteX7" fmla="*/ 97435 w 420308"/>
              <a:gd name="connsiteY7" fmla="*/ 17194 h 422218"/>
              <a:gd name="connsiteX8" fmla="*/ 131824 w 420308"/>
              <a:gd name="connsiteY8" fmla="*/ 49673 h 422218"/>
              <a:gd name="connsiteX9" fmla="*/ 99346 w 420308"/>
              <a:gd name="connsiteY9" fmla="*/ 84062 h 422218"/>
              <a:gd name="connsiteX10" fmla="*/ 99346 w 420308"/>
              <a:gd name="connsiteY10" fmla="*/ 84062 h 422218"/>
              <a:gd name="connsiteX11" fmla="*/ 64957 w 420308"/>
              <a:gd name="connsiteY11" fmla="*/ 51583 h 422218"/>
              <a:gd name="connsiteX12" fmla="*/ 171944 w 420308"/>
              <a:gd name="connsiteY12" fmla="*/ 277021 h 422218"/>
              <a:gd name="connsiteX13" fmla="*/ 191049 w 420308"/>
              <a:gd name="connsiteY13" fmla="*/ 257916 h 422218"/>
              <a:gd name="connsiteX14" fmla="*/ 191049 w 420308"/>
              <a:gd name="connsiteY14" fmla="*/ 179586 h 422218"/>
              <a:gd name="connsiteX15" fmla="*/ 126092 w 420308"/>
              <a:gd name="connsiteY15" fmla="*/ 114630 h 422218"/>
              <a:gd name="connsiteX16" fmla="*/ 124182 w 420308"/>
              <a:gd name="connsiteY16" fmla="*/ 114630 h 422218"/>
              <a:gd name="connsiteX17" fmla="*/ 66867 w 420308"/>
              <a:gd name="connsiteY17" fmla="*/ 114630 h 422218"/>
              <a:gd name="connsiteX18" fmla="*/ 0 w 420308"/>
              <a:gd name="connsiteY18" fmla="*/ 181497 h 422218"/>
              <a:gd name="connsiteX19" fmla="*/ 0 w 420308"/>
              <a:gd name="connsiteY19" fmla="*/ 257916 h 422218"/>
              <a:gd name="connsiteX20" fmla="*/ 19105 w 420308"/>
              <a:gd name="connsiteY20" fmla="*/ 277021 h 422218"/>
              <a:gd name="connsiteX21" fmla="*/ 38210 w 420308"/>
              <a:gd name="connsiteY21" fmla="*/ 277021 h 422218"/>
              <a:gd name="connsiteX22" fmla="*/ 38210 w 420308"/>
              <a:gd name="connsiteY22" fmla="*/ 362993 h 422218"/>
              <a:gd name="connsiteX23" fmla="*/ 19105 w 420308"/>
              <a:gd name="connsiteY23" fmla="*/ 382098 h 422218"/>
              <a:gd name="connsiteX24" fmla="*/ 19105 w 420308"/>
              <a:gd name="connsiteY24" fmla="*/ 401203 h 422218"/>
              <a:gd name="connsiteX25" fmla="*/ 38210 w 420308"/>
              <a:gd name="connsiteY25" fmla="*/ 420308 h 422218"/>
              <a:gd name="connsiteX26" fmla="*/ 152839 w 420308"/>
              <a:gd name="connsiteY26" fmla="*/ 420308 h 422218"/>
              <a:gd name="connsiteX27" fmla="*/ 171944 w 420308"/>
              <a:gd name="connsiteY27" fmla="*/ 401203 h 422218"/>
              <a:gd name="connsiteX28" fmla="*/ 171944 w 420308"/>
              <a:gd name="connsiteY28" fmla="*/ 382098 h 422218"/>
              <a:gd name="connsiteX29" fmla="*/ 152839 w 420308"/>
              <a:gd name="connsiteY29" fmla="*/ 362993 h 422218"/>
              <a:gd name="connsiteX30" fmla="*/ 152839 w 420308"/>
              <a:gd name="connsiteY30" fmla="*/ 277021 h 422218"/>
              <a:gd name="connsiteX31" fmla="*/ 171944 w 420308"/>
              <a:gd name="connsiteY31" fmla="*/ 277021 h 422218"/>
              <a:gd name="connsiteX32" fmla="*/ 152839 w 420308"/>
              <a:gd name="connsiteY32" fmla="*/ 382098 h 422218"/>
              <a:gd name="connsiteX33" fmla="*/ 152839 w 420308"/>
              <a:gd name="connsiteY33" fmla="*/ 401203 h 422218"/>
              <a:gd name="connsiteX34" fmla="*/ 105077 w 420308"/>
              <a:gd name="connsiteY34" fmla="*/ 401203 h 422218"/>
              <a:gd name="connsiteX35" fmla="*/ 105077 w 420308"/>
              <a:gd name="connsiteY35" fmla="*/ 267469 h 422218"/>
              <a:gd name="connsiteX36" fmla="*/ 85972 w 420308"/>
              <a:gd name="connsiteY36" fmla="*/ 267469 h 422218"/>
              <a:gd name="connsiteX37" fmla="*/ 85972 w 420308"/>
              <a:gd name="connsiteY37" fmla="*/ 401203 h 422218"/>
              <a:gd name="connsiteX38" fmla="*/ 38210 w 420308"/>
              <a:gd name="connsiteY38" fmla="*/ 401203 h 422218"/>
              <a:gd name="connsiteX39" fmla="*/ 38210 w 420308"/>
              <a:gd name="connsiteY39" fmla="*/ 382098 h 422218"/>
              <a:gd name="connsiteX40" fmla="*/ 57315 w 420308"/>
              <a:gd name="connsiteY40" fmla="*/ 382098 h 422218"/>
              <a:gd name="connsiteX41" fmla="*/ 57315 w 420308"/>
              <a:gd name="connsiteY41" fmla="*/ 171944 h 422218"/>
              <a:gd name="connsiteX42" fmla="*/ 38210 w 420308"/>
              <a:gd name="connsiteY42" fmla="*/ 171944 h 422218"/>
              <a:gd name="connsiteX43" fmla="*/ 38210 w 420308"/>
              <a:gd name="connsiteY43" fmla="*/ 257916 h 422218"/>
              <a:gd name="connsiteX44" fmla="*/ 19105 w 420308"/>
              <a:gd name="connsiteY44" fmla="*/ 257916 h 422218"/>
              <a:gd name="connsiteX45" fmla="*/ 19105 w 420308"/>
              <a:gd name="connsiteY45" fmla="*/ 179586 h 422218"/>
              <a:gd name="connsiteX46" fmla="*/ 66867 w 420308"/>
              <a:gd name="connsiteY46" fmla="*/ 133734 h 422218"/>
              <a:gd name="connsiteX47" fmla="*/ 124182 w 420308"/>
              <a:gd name="connsiteY47" fmla="*/ 133734 h 422218"/>
              <a:gd name="connsiteX48" fmla="*/ 171944 w 420308"/>
              <a:gd name="connsiteY48" fmla="*/ 179586 h 422218"/>
              <a:gd name="connsiteX49" fmla="*/ 171944 w 420308"/>
              <a:gd name="connsiteY49" fmla="*/ 181497 h 422218"/>
              <a:gd name="connsiteX50" fmla="*/ 171944 w 420308"/>
              <a:gd name="connsiteY50" fmla="*/ 257916 h 422218"/>
              <a:gd name="connsiteX51" fmla="*/ 152839 w 420308"/>
              <a:gd name="connsiteY51" fmla="*/ 257916 h 422218"/>
              <a:gd name="connsiteX52" fmla="*/ 152839 w 420308"/>
              <a:gd name="connsiteY52" fmla="*/ 171944 h 422218"/>
              <a:gd name="connsiteX53" fmla="*/ 133734 w 420308"/>
              <a:gd name="connsiteY53" fmla="*/ 171944 h 422218"/>
              <a:gd name="connsiteX54" fmla="*/ 133734 w 420308"/>
              <a:gd name="connsiteY54" fmla="*/ 382098 h 422218"/>
              <a:gd name="connsiteX55" fmla="*/ 152839 w 420308"/>
              <a:gd name="connsiteY55" fmla="*/ 382098 h 422218"/>
              <a:gd name="connsiteX56" fmla="*/ 420308 w 420308"/>
              <a:gd name="connsiteY56" fmla="*/ 257916 h 422218"/>
              <a:gd name="connsiteX57" fmla="*/ 420308 w 420308"/>
              <a:gd name="connsiteY57" fmla="*/ 179586 h 422218"/>
              <a:gd name="connsiteX58" fmla="*/ 355351 w 420308"/>
              <a:gd name="connsiteY58" fmla="*/ 114630 h 422218"/>
              <a:gd name="connsiteX59" fmla="*/ 353441 w 420308"/>
              <a:gd name="connsiteY59" fmla="*/ 114630 h 422218"/>
              <a:gd name="connsiteX60" fmla="*/ 296126 w 420308"/>
              <a:gd name="connsiteY60" fmla="*/ 114630 h 422218"/>
              <a:gd name="connsiteX61" fmla="*/ 229259 w 420308"/>
              <a:gd name="connsiteY61" fmla="*/ 181497 h 422218"/>
              <a:gd name="connsiteX62" fmla="*/ 229259 w 420308"/>
              <a:gd name="connsiteY62" fmla="*/ 257916 h 422218"/>
              <a:gd name="connsiteX63" fmla="*/ 248364 w 420308"/>
              <a:gd name="connsiteY63" fmla="*/ 277021 h 422218"/>
              <a:gd name="connsiteX64" fmla="*/ 250274 w 420308"/>
              <a:gd name="connsiteY64" fmla="*/ 277021 h 422218"/>
              <a:gd name="connsiteX65" fmla="*/ 248364 w 420308"/>
              <a:gd name="connsiteY65" fmla="*/ 284663 h 422218"/>
              <a:gd name="connsiteX66" fmla="*/ 252185 w 420308"/>
              <a:gd name="connsiteY66" fmla="*/ 299947 h 422218"/>
              <a:gd name="connsiteX67" fmla="*/ 265558 w 420308"/>
              <a:gd name="connsiteY67" fmla="*/ 307589 h 422218"/>
              <a:gd name="connsiteX68" fmla="*/ 265558 w 420308"/>
              <a:gd name="connsiteY68" fmla="*/ 364904 h 422218"/>
              <a:gd name="connsiteX69" fmla="*/ 246453 w 420308"/>
              <a:gd name="connsiteY69" fmla="*/ 384009 h 422218"/>
              <a:gd name="connsiteX70" fmla="*/ 246453 w 420308"/>
              <a:gd name="connsiteY70" fmla="*/ 403114 h 422218"/>
              <a:gd name="connsiteX71" fmla="*/ 265558 w 420308"/>
              <a:gd name="connsiteY71" fmla="*/ 422219 h 422218"/>
              <a:gd name="connsiteX72" fmla="*/ 380188 w 420308"/>
              <a:gd name="connsiteY72" fmla="*/ 422219 h 422218"/>
              <a:gd name="connsiteX73" fmla="*/ 399293 w 420308"/>
              <a:gd name="connsiteY73" fmla="*/ 403114 h 422218"/>
              <a:gd name="connsiteX74" fmla="*/ 399293 w 420308"/>
              <a:gd name="connsiteY74" fmla="*/ 384009 h 422218"/>
              <a:gd name="connsiteX75" fmla="*/ 380188 w 420308"/>
              <a:gd name="connsiteY75" fmla="*/ 364904 h 422218"/>
              <a:gd name="connsiteX76" fmla="*/ 380188 w 420308"/>
              <a:gd name="connsiteY76" fmla="*/ 307589 h 422218"/>
              <a:gd name="connsiteX77" fmla="*/ 393561 w 420308"/>
              <a:gd name="connsiteY77" fmla="*/ 301858 h 422218"/>
              <a:gd name="connsiteX78" fmla="*/ 397382 w 420308"/>
              <a:gd name="connsiteY78" fmla="*/ 286574 h 422218"/>
              <a:gd name="connsiteX79" fmla="*/ 395472 w 420308"/>
              <a:gd name="connsiteY79" fmla="*/ 278932 h 422218"/>
              <a:gd name="connsiteX80" fmla="*/ 401203 w 420308"/>
              <a:gd name="connsiteY80" fmla="*/ 278932 h 422218"/>
              <a:gd name="connsiteX81" fmla="*/ 420308 w 420308"/>
              <a:gd name="connsiteY81" fmla="*/ 257916 h 422218"/>
              <a:gd name="connsiteX82" fmla="*/ 420308 w 420308"/>
              <a:gd name="connsiteY82" fmla="*/ 257916 h 422218"/>
              <a:gd name="connsiteX83" fmla="*/ 395472 w 420308"/>
              <a:gd name="connsiteY83" fmla="*/ 257916 h 422218"/>
              <a:gd name="connsiteX84" fmla="*/ 382098 w 420308"/>
              <a:gd name="connsiteY84" fmla="*/ 171944 h 422218"/>
              <a:gd name="connsiteX85" fmla="*/ 362993 w 420308"/>
              <a:gd name="connsiteY85" fmla="*/ 171944 h 422218"/>
              <a:gd name="connsiteX86" fmla="*/ 380188 w 420308"/>
              <a:gd name="connsiteY86" fmla="*/ 286574 h 422218"/>
              <a:gd name="connsiteX87" fmla="*/ 362993 w 420308"/>
              <a:gd name="connsiteY87" fmla="*/ 286574 h 422218"/>
              <a:gd name="connsiteX88" fmla="*/ 362993 w 420308"/>
              <a:gd name="connsiteY88" fmla="*/ 382098 h 422218"/>
              <a:gd name="connsiteX89" fmla="*/ 382098 w 420308"/>
              <a:gd name="connsiteY89" fmla="*/ 382098 h 422218"/>
              <a:gd name="connsiteX90" fmla="*/ 382098 w 420308"/>
              <a:gd name="connsiteY90" fmla="*/ 401203 h 422218"/>
              <a:gd name="connsiteX91" fmla="*/ 334336 w 420308"/>
              <a:gd name="connsiteY91" fmla="*/ 401203 h 422218"/>
              <a:gd name="connsiteX92" fmla="*/ 334336 w 420308"/>
              <a:gd name="connsiteY92" fmla="*/ 296126 h 422218"/>
              <a:gd name="connsiteX93" fmla="*/ 315231 w 420308"/>
              <a:gd name="connsiteY93" fmla="*/ 296126 h 422218"/>
              <a:gd name="connsiteX94" fmla="*/ 315231 w 420308"/>
              <a:gd name="connsiteY94" fmla="*/ 401203 h 422218"/>
              <a:gd name="connsiteX95" fmla="*/ 267469 w 420308"/>
              <a:gd name="connsiteY95" fmla="*/ 401203 h 422218"/>
              <a:gd name="connsiteX96" fmla="*/ 267469 w 420308"/>
              <a:gd name="connsiteY96" fmla="*/ 382098 h 422218"/>
              <a:gd name="connsiteX97" fmla="*/ 286574 w 420308"/>
              <a:gd name="connsiteY97" fmla="*/ 382098 h 422218"/>
              <a:gd name="connsiteX98" fmla="*/ 286574 w 420308"/>
              <a:gd name="connsiteY98" fmla="*/ 286574 h 422218"/>
              <a:gd name="connsiteX99" fmla="*/ 269379 w 420308"/>
              <a:gd name="connsiteY99" fmla="*/ 286574 h 422218"/>
              <a:gd name="connsiteX100" fmla="*/ 286574 w 420308"/>
              <a:gd name="connsiteY100" fmla="*/ 171944 h 422218"/>
              <a:gd name="connsiteX101" fmla="*/ 267469 w 420308"/>
              <a:gd name="connsiteY101" fmla="*/ 171944 h 422218"/>
              <a:gd name="connsiteX102" fmla="*/ 254095 w 420308"/>
              <a:gd name="connsiteY102" fmla="*/ 257916 h 422218"/>
              <a:gd name="connsiteX103" fmla="*/ 248364 w 420308"/>
              <a:gd name="connsiteY103" fmla="*/ 257916 h 422218"/>
              <a:gd name="connsiteX104" fmla="*/ 248364 w 420308"/>
              <a:gd name="connsiteY104" fmla="*/ 179586 h 422218"/>
              <a:gd name="connsiteX105" fmla="*/ 296126 w 420308"/>
              <a:gd name="connsiteY105" fmla="*/ 133734 h 422218"/>
              <a:gd name="connsiteX106" fmla="*/ 353441 w 420308"/>
              <a:gd name="connsiteY106" fmla="*/ 133734 h 422218"/>
              <a:gd name="connsiteX107" fmla="*/ 401203 w 420308"/>
              <a:gd name="connsiteY107" fmla="*/ 179586 h 422218"/>
              <a:gd name="connsiteX108" fmla="*/ 401203 w 420308"/>
              <a:gd name="connsiteY108" fmla="*/ 181497 h 422218"/>
              <a:gd name="connsiteX109" fmla="*/ 401203 w 420308"/>
              <a:gd name="connsiteY109" fmla="*/ 257916 h 422218"/>
              <a:gd name="connsiteX110" fmla="*/ 395472 w 420308"/>
              <a:gd name="connsiteY110" fmla="*/ 257916 h 422218"/>
              <a:gd name="connsiteX111" fmla="*/ 267469 w 420308"/>
              <a:gd name="connsiteY111" fmla="*/ 51583 h 422218"/>
              <a:gd name="connsiteX112" fmla="*/ 319052 w 420308"/>
              <a:gd name="connsiteY112" fmla="*/ 105077 h 422218"/>
              <a:gd name="connsiteX113" fmla="*/ 372546 w 420308"/>
              <a:gd name="connsiteY113" fmla="*/ 53494 h 422218"/>
              <a:gd name="connsiteX114" fmla="*/ 320963 w 420308"/>
              <a:gd name="connsiteY114" fmla="*/ 0 h 422218"/>
              <a:gd name="connsiteX115" fmla="*/ 267469 w 420308"/>
              <a:gd name="connsiteY115" fmla="*/ 51583 h 422218"/>
              <a:gd name="connsiteX116" fmla="*/ 267469 w 420308"/>
              <a:gd name="connsiteY116" fmla="*/ 51583 h 422218"/>
              <a:gd name="connsiteX117" fmla="*/ 353441 w 420308"/>
              <a:gd name="connsiteY117" fmla="*/ 51583 h 422218"/>
              <a:gd name="connsiteX118" fmla="*/ 320963 w 420308"/>
              <a:gd name="connsiteY118" fmla="*/ 85972 h 422218"/>
              <a:gd name="connsiteX119" fmla="*/ 286574 w 420308"/>
              <a:gd name="connsiteY119" fmla="*/ 53494 h 422218"/>
              <a:gd name="connsiteX120" fmla="*/ 319052 w 420308"/>
              <a:gd name="connsiteY120" fmla="*/ 19105 h 422218"/>
              <a:gd name="connsiteX121" fmla="*/ 319052 w 420308"/>
              <a:gd name="connsiteY121" fmla="*/ 19105 h 422218"/>
              <a:gd name="connsiteX122" fmla="*/ 353441 w 420308"/>
              <a:gd name="connsiteY122" fmla="*/ 51583 h 422218"/>
              <a:gd name="connsiteX123" fmla="*/ 353441 w 420308"/>
              <a:gd name="connsiteY123" fmla="*/ 51583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20308" h="422218">
                <a:moveTo>
                  <a:pt x="150929" y="51583"/>
                </a:moveTo>
                <a:cubicBezTo>
                  <a:pt x="150929" y="22926"/>
                  <a:pt x="128003" y="0"/>
                  <a:pt x="99346" y="0"/>
                </a:cubicBezTo>
                <a:cubicBezTo>
                  <a:pt x="70688" y="0"/>
                  <a:pt x="45852" y="22926"/>
                  <a:pt x="45852" y="51583"/>
                </a:cubicBezTo>
                <a:cubicBezTo>
                  <a:pt x="45852" y="80241"/>
                  <a:pt x="68778" y="105077"/>
                  <a:pt x="97435" y="105077"/>
                </a:cubicBezTo>
                <a:lnTo>
                  <a:pt x="97435" y="105077"/>
                </a:lnTo>
                <a:cubicBezTo>
                  <a:pt x="128003" y="105077"/>
                  <a:pt x="150929" y="80241"/>
                  <a:pt x="150929" y="51583"/>
                </a:cubicBezTo>
                <a:close/>
                <a:moveTo>
                  <a:pt x="64957" y="51583"/>
                </a:moveTo>
                <a:cubicBezTo>
                  <a:pt x="64957" y="32478"/>
                  <a:pt x="80241" y="17194"/>
                  <a:pt x="97435" y="17194"/>
                </a:cubicBezTo>
                <a:cubicBezTo>
                  <a:pt x="114630" y="17194"/>
                  <a:pt x="131824" y="32478"/>
                  <a:pt x="131824" y="49673"/>
                </a:cubicBezTo>
                <a:cubicBezTo>
                  <a:pt x="131824" y="68778"/>
                  <a:pt x="116540" y="84062"/>
                  <a:pt x="99346" y="84062"/>
                </a:cubicBezTo>
                <a:lnTo>
                  <a:pt x="99346" y="84062"/>
                </a:lnTo>
                <a:cubicBezTo>
                  <a:pt x="80241" y="85972"/>
                  <a:pt x="66867" y="70688"/>
                  <a:pt x="64957" y="51583"/>
                </a:cubicBezTo>
                <a:close/>
                <a:moveTo>
                  <a:pt x="171944" y="277021"/>
                </a:moveTo>
                <a:cubicBezTo>
                  <a:pt x="183407" y="277021"/>
                  <a:pt x="191049" y="269379"/>
                  <a:pt x="191049" y="257916"/>
                </a:cubicBezTo>
                <a:lnTo>
                  <a:pt x="191049" y="179586"/>
                </a:lnTo>
                <a:cubicBezTo>
                  <a:pt x="191049" y="143287"/>
                  <a:pt x="162392" y="114630"/>
                  <a:pt x="126092" y="114630"/>
                </a:cubicBezTo>
                <a:cubicBezTo>
                  <a:pt x="126092" y="114630"/>
                  <a:pt x="126092" y="114630"/>
                  <a:pt x="124182" y="114630"/>
                </a:cubicBezTo>
                <a:lnTo>
                  <a:pt x="66867" y="114630"/>
                </a:lnTo>
                <a:cubicBezTo>
                  <a:pt x="30568" y="114630"/>
                  <a:pt x="0" y="145197"/>
                  <a:pt x="0" y="181497"/>
                </a:cubicBezTo>
                <a:lnTo>
                  <a:pt x="0" y="257916"/>
                </a:lnTo>
                <a:cubicBezTo>
                  <a:pt x="0" y="269379"/>
                  <a:pt x="7642" y="277021"/>
                  <a:pt x="19105" y="277021"/>
                </a:cubicBezTo>
                <a:lnTo>
                  <a:pt x="38210" y="277021"/>
                </a:lnTo>
                <a:lnTo>
                  <a:pt x="38210" y="362993"/>
                </a:lnTo>
                <a:cubicBezTo>
                  <a:pt x="26747" y="362993"/>
                  <a:pt x="19105" y="370635"/>
                  <a:pt x="19105" y="382098"/>
                </a:cubicBezTo>
                <a:lnTo>
                  <a:pt x="19105" y="401203"/>
                </a:lnTo>
                <a:cubicBezTo>
                  <a:pt x="19105" y="412666"/>
                  <a:pt x="26747" y="420308"/>
                  <a:pt x="38210" y="420308"/>
                </a:cubicBezTo>
                <a:lnTo>
                  <a:pt x="152839" y="420308"/>
                </a:lnTo>
                <a:cubicBezTo>
                  <a:pt x="164302" y="420308"/>
                  <a:pt x="171944" y="412666"/>
                  <a:pt x="171944" y="401203"/>
                </a:cubicBezTo>
                <a:lnTo>
                  <a:pt x="171944" y="382098"/>
                </a:lnTo>
                <a:cubicBezTo>
                  <a:pt x="171944" y="370635"/>
                  <a:pt x="164302" y="362993"/>
                  <a:pt x="152839" y="362993"/>
                </a:cubicBezTo>
                <a:lnTo>
                  <a:pt x="152839" y="277021"/>
                </a:lnTo>
                <a:lnTo>
                  <a:pt x="171944" y="277021"/>
                </a:lnTo>
                <a:close/>
                <a:moveTo>
                  <a:pt x="152839" y="382098"/>
                </a:moveTo>
                <a:lnTo>
                  <a:pt x="152839" y="401203"/>
                </a:lnTo>
                <a:lnTo>
                  <a:pt x="105077" y="401203"/>
                </a:lnTo>
                <a:lnTo>
                  <a:pt x="105077" y="267469"/>
                </a:lnTo>
                <a:lnTo>
                  <a:pt x="85972" y="267469"/>
                </a:lnTo>
                <a:lnTo>
                  <a:pt x="85972" y="401203"/>
                </a:lnTo>
                <a:lnTo>
                  <a:pt x="38210" y="401203"/>
                </a:lnTo>
                <a:lnTo>
                  <a:pt x="38210" y="382098"/>
                </a:lnTo>
                <a:lnTo>
                  <a:pt x="57315" y="382098"/>
                </a:lnTo>
                <a:lnTo>
                  <a:pt x="57315" y="171944"/>
                </a:lnTo>
                <a:lnTo>
                  <a:pt x="38210" y="171944"/>
                </a:lnTo>
                <a:lnTo>
                  <a:pt x="38210" y="257916"/>
                </a:lnTo>
                <a:lnTo>
                  <a:pt x="19105" y="257916"/>
                </a:lnTo>
                <a:lnTo>
                  <a:pt x="19105" y="179586"/>
                </a:lnTo>
                <a:cubicBezTo>
                  <a:pt x="19105" y="154750"/>
                  <a:pt x="40120" y="133734"/>
                  <a:pt x="66867" y="133734"/>
                </a:cubicBezTo>
                <a:lnTo>
                  <a:pt x="124182" y="133734"/>
                </a:lnTo>
                <a:cubicBezTo>
                  <a:pt x="150929" y="133734"/>
                  <a:pt x="171944" y="154750"/>
                  <a:pt x="171944" y="179586"/>
                </a:cubicBezTo>
                <a:cubicBezTo>
                  <a:pt x="171944" y="179586"/>
                  <a:pt x="171944" y="179586"/>
                  <a:pt x="171944" y="181497"/>
                </a:cubicBezTo>
                <a:lnTo>
                  <a:pt x="171944" y="257916"/>
                </a:lnTo>
                <a:lnTo>
                  <a:pt x="152839" y="257916"/>
                </a:lnTo>
                <a:lnTo>
                  <a:pt x="152839" y="171944"/>
                </a:lnTo>
                <a:lnTo>
                  <a:pt x="133734" y="171944"/>
                </a:lnTo>
                <a:lnTo>
                  <a:pt x="133734" y="382098"/>
                </a:lnTo>
                <a:lnTo>
                  <a:pt x="152839" y="382098"/>
                </a:lnTo>
                <a:close/>
                <a:moveTo>
                  <a:pt x="420308" y="257916"/>
                </a:moveTo>
                <a:lnTo>
                  <a:pt x="420308" y="179586"/>
                </a:lnTo>
                <a:cubicBezTo>
                  <a:pt x="420308" y="143287"/>
                  <a:pt x="391651" y="114630"/>
                  <a:pt x="355351" y="114630"/>
                </a:cubicBezTo>
                <a:cubicBezTo>
                  <a:pt x="355351" y="114630"/>
                  <a:pt x="355351" y="114630"/>
                  <a:pt x="353441" y="114630"/>
                </a:cubicBezTo>
                <a:lnTo>
                  <a:pt x="296126" y="114630"/>
                </a:lnTo>
                <a:cubicBezTo>
                  <a:pt x="259827" y="114630"/>
                  <a:pt x="229259" y="145197"/>
                  <a:pt x="229259" y="181497"/>
                </a:cubicBezTo>
                <a:lnTo>
                  <a:pt x="229259" y="257916"/>
                </a:lnTo>
                <a:cubicBezTo>
                  <a:pt x="229259" y="269379"/>
                  <a:pt x="236901" y="277021"/>
                  <a:pt x="248364" y="277021"/>
                </a:cubicBezTo>
                <a:lnTo>
                  <a:pt x="250274" y="277021"/>
                </a:lnTo>
                <a:lnTo>
                  <a:pt x="248364" y="284663"/>
                </a:lnTo>
                <a:cubicBezTo>
                  <a:pt x="248364" y="290395"/>
                  <a:pt x="248364" y="296126"/>
                  <a:pt x="252185" y="299947"/>
                </a:cubicBezTo>
                <a:cubicBezTo>
                  <a:pt x="256006" y="303768"/>
                  <a:pt x="259827" y="305679"/>
                  <a:pt x="265558" y="307589"/>
                </a:cubicBezTo>
                <a:lnTo>
                  <a:pt x="265558" y="364904"/>
                </a:lnTo>
                <a:cubicBezTo>
                  <a:pt x="254095" y="364904"/>
                  <a:pt x="246453" y="372546"/>
                  <a:pt x="246453" y="384009"/>
                </a:cubicBezTo>
                <a:lnTo>
                  <a:pt x="246453" y="403114"/>
                </a:lnTo>
                <a:cubicBezTo>
                  <a:pt x="246453" y="414577"/>
                  <a:pt x="254095" y="422219"/>
                  <a:pt x="265558" y="422219"/>
                </a:cubicBezTo>
                <a:lnTo>
                  <a:pt x="380188" y="422219"/>
                </a:lnTo>
                <a:cubicBezTo>
                  <a:pt x="391651" y="422219"/>
                  <a:pt x="399293" y="414577"/>
                  <a:pt x="399293" y="403114"/>
                </a:cubicBezTo>
                <a:lnTo>
                  <a:pt x="399293" y="384009"/>
                </a:lnTo>
                <a:cubicBezTo>
                  <a:pt x="399293" y="372546"/>
                  <a:pt x="391651" y="364904"/>
                  <a:pt x="380188" y="364904"/>
                </a:cubicBezTo>
                <a:lnTo>
                  <a:pt x="380188" y="307589"/>
                </a:lnTo>
                <a:cubicBezTo>
                  <a:pt x="385919" y="307589"/>
                  <a:pt x="389740" y="305679"/>
                  <a:pt x="393561" y="301858"/>
                </a:cubicBezTo>
                <a:cubicBezTo>
                  <a:pt x="397382" y="298037"/>
                  <a:pt x="399293" y="292305"/>
                  <a:pt x="397382" y="286574"/>
                </a:cubicBezTo>
                <a:lnTo>
                  <a:pt x="395472" y="278932"/>
                </a:lnTo>
                <a:lnTo>
                  <a:pt x="401203" y="278932"/>
                </a:lnTo>
                <a:cubicBezTo>
                  <a:pt x="412666" y="277021"/>
                  <a:pt x="420308" y="269379"/>
                  <a:pt x="420308" y="257916"/>
                </a:cubicBezTo>
                <a:lnTo>
                  <a:pt x="420308" y="257916"/>
                </a:lnTo>
                <a:close/>
                <a:moveTo>
                  <a:pt x="395472" y="257916"/>
                </a:moveTo>
                <a:lnTo>
                  <a:pt x="382098" y="171944"/>
                </a:lnTo>
                <a:lnTo>
                  <a:pt x="362993" y="171944"/>
                </a:lnTo>
                <a:lnTo>
                  <a:pt x="380188" y="286574"/>
                </a:lnTo>
                <a:lnTo>
                  <a:pt x="362993" y="286574"/>
                </a:lnTo>
                <a:lnTo>
                  <a:pt x="362993" y="382098"/>
                </a:lnTo>
                <a:lnTo>
                  <a:pt x="382098" y="382098"/>
                </a:lnTo>
                <a:lnTo>
                  <a:pt x="382098" y="401203"/>
                </a:lnTo>
                <a:lnTo>
                  <a:pt x="334336" y="401203"/>
                </a:lnTo>
                <a:lnTo>
                  <a:pt x="334336" y="296126"/>
                </a:lnTo>
                <a:lnTo>
                  <a:pt x="315231" y="296126"/>
                </a:lnTo>
                <a:lnTo>
                  <a:pt x="315231" y="401203"/>
                </a:lnTo>
                <a:lnTo>
                  <a:pt x="267469" y="401203"/>
                </a:lnTo>
                <a:lnTo>
                  <a:pt x="267469" y="382098"/>
                </a:lnTo>
                <a:lnTo>
                  <a:pt x="286574" y="382098"/>
                </a:lnTo>
                <a:lnTo>
                  <a:pt x="286574" y="286574"/>
                </a:lnTo>
                <a:lnTo>
                  <a:pt x="269379" y="286574"/>
                </a:lnTo>
                <a:lnTo>
                  <a:pt x="286574" y="171944"/>
                </a:lnTo>
                <a:lnTo>
                  <a:pt x="267469" y="171944"/>
                </a:lnTo>
                <a:lnTo>
                  <a:pt x="254095" y="257916"/>
                </a:lnTo>
                <a:lnTo>
                  <a:pt x="248364" y="257916"/>
                </a:lnTo>
                <a:lnTo>
                  <a:pt x="248364" y="179586"/>
                </a:lnTo>
                <a:cubicBezTo>
                  <a:pt x="248364" y="154750"/>
                  <a:pt x="269379" y="133734"/>
                  <a:pt x="296126" y="133734"/>
                </a:cubicBezTo>
                <a:lnTo>
                  <a:pt x="353441" y="133734"/>
                </a:lnTo>
                <a:cubicBezTo>
                  <a:pt x="380188" y="133734"/>
                  <a:pt x="401203" y="154750"/>
                  <a:pt x="401203" y="179586"/>
                </a:cubicBezTo>
                <a:cubicBezTo>
                  <a:pt x="401203" y="179586"/>
                  <a:pt x="401203" y="179586"/>
                  <a:pt x="401203" y="181497"/>
                </a:cubicBezTo>
                <a:lnTo>
                  <a:pt x="401203" y="257916"/>
                </a:lnTo>
                <a:lnTo>
                  <a:pt x="395472" y="257916"/>
                </a:lnTo>
                <a:close/>
                <a:moveTo>
                  <a:pt x="267469" y="51583"/>
                </a:moveTo>
                <a:cubicBezTo>
                  <a:pt x="267469" y="80241"/>
                  <a:pt x="290395" y="105077"/>
                  <a:pt x="319052" y="105077"/>
                </a:cubicBezTo>
                <a:cubicBezTo>
                  <a:pt x="347710" y="105077"/>
                  <a:pt x="372546" y="82151"/>
                  <a:pt x="372546" y="53494"/>
                </a:cubicBezTo>
                <a:cubicBezTo>
                  <a:pt x="372546" y="24836"/>
                  <a:pt x="349620" y="0"/>
                  <a:pt x="320963" y="0"/>
                </a:cubicBezTo>
                <a:cubicBezTo>
                  <a:pt x="290395" y="0"/>
                  <a:pt x="267469" y="22926"/>
                  <a:pt x="267469" y="51583"/>
                </a:cubicBezTo>
                <a:lnTo>
                  <a:pt x="267469" y="51583"/>
                </a:lnTo>
                <a:close/>
                <a:moveTo>
                  <a:pt x="353441" y="51583"/>
                </a:moveTo>
                <a:cubicBezTo>
                  <a:pt x="353441" y="70688"/>
                  <a:pt x="338157" y="85972"/>
                  <a:pt x="320963" y="85972"/>
                </a:cubicBezTo>
                <a:cubicBezTo>
                  <a:pt x="301858" y="85972"/>
                  <a:pt x="286574" y="70688"/>
                  <a:pt x="286574" y="53494"/>
                </a:cubicBezTo>
                <a:cubicBezTo>
                  <a:pt x="286574" y="34389"/>
                  <a:pt x="301858" y="19105"/>
                  <a:pt x="319052" y="19105"/>
                </a:cubicBezTo>
                <a:lnTo>
                  <a:pt x="319052" y="19105"/>
                </a:lnTo>
                <a:cubicBezTo>
                  <a:pt x="338157" y="19105"/>
                  <a:pt x="353441" y="34389"/>
                  <a:pt x="353441" y="51583"/>
                </a:cubicBezTo>
                <a:lnTo>
                  <a:pt x="353441" y="5158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54" descr="Unisex bathroom icon.">
            <a:extLst>
              <a:ext uri="{FF2B5EF4-FFF2-40B4-BE49-F238E27FC236}">
                <a16:creationId xmlns:a16="http://schemas.microsoft.com/office/drawing/2014/main" id="{82131287-A6C4-4334-BC7A-83DDC361B9B7}"/>
              </a:ext>
            </a:extLst>
          </p:cNvPr>
          <p:cNvSpPr/>
          <p:nvPr/>
        </p:nvSpPr>
        <p:spPr>
          <a:xfrm>
            <a:off x="4650627" y="1396453"/>
            <a:ext cx="419430" cy="417904"/>
          </a:xfrm>
          <a:custGeom>
            <a:avLst/>
            <a:gdLst>
              <a:gd name="connsiteX0" fmla="*/ 200183 w 419430"/>
              <a:gd name="connsiteY0" fmla="*/ 0 h 417904"/>
              <a:gd name="connsiteX1" fmla="*/ 219248 w 419430"/>
              <a:gd name="connsiteY1" fmla="*/ 0 h 417904"/>
              <a:gd name="connsiteX2" fmla="*/ 219248 w 419430"/>
              <a:gd name="connsiteY2" fmla="*/ 417905 h 417904"/>
              <a:gd name="connsiteX3" fmla="*/ 200183 w 419430"/>
              <a:gd name="connsiteY3" fmla="*/ 417905 h 417904"/>
              <a:gd name="connsiteX4" fmla="*/ 200183 w 419430"/>
              <a:gd name="connsiteY4" fmla="*/ 0 h 417904"/>
              <a:gd name="connsiteX5" fmla="*/ 285784 w 419430"/>
              <a:gd name="connsiteY5" fmla="*/ 65965 h 417904"/>
              <a:gd name="connsiteX6" fmla="*/ 333447 w 419430"/>
              <a:gd name="connsiteY6" fmla="*/ 18302 h 417904"/>
              <a:gd name="connsiteX7" fmla="*/ 381109 w 419430"/>
              <a:gd name="connsiteY7" fmla="*/ 65965 h 417904"/>
              <a:gd name="connsiteX8" fmla="*/ 333447 w 419430"/>
              <a:gd name="connsiteY8" fmla="*/ 113627 h 417904"/>
              <a:gd name="connsiteX9" fmla="*/ 285784 w 419430"/>
              <a:gd name="connsiteY9" fmla="*/ 65965 h 417904"/>
              <a:gd name="connsiteX10" fmla="*/ 304849 w 419430"/>
              <a:gd name="connsiteY10" fmla="*/ 65965 h 417904"/>
              <a:gd name="connsiteX11" fmla="*/ 333447 w 419430"/>
              <a:gd name="connsiteY11" fmla="*/ 94562 h 417904"/>
              <a:gd name="connsiteX12" fmla="*/ 362044 w 419430"/>
              <a:gd name="connsiteY12" fmla="*/ 65965 h 417904"/>
              <a:gd name="connsiteX13" fmla="*/ 333447 w 419430"/>
              <a:gd name="connsiteY13" fmla="*/ 37367 h 417904"/>
              <a:gd name="connsiteX14" fmla="*/ 304849 w 419430"/>
              <a:gd name="connsiteY14" fmla="*/ 65965 h 417904"/>
              <a:gd name="connsiteX15" fmla="*/ 419430 w 419430"/>
              <a:gd name="connsiteY15" fmla="*/ 183215 h 417904"/>
              <a:gd name="connsiteX16" fmla="*/ 419430 w 419430"/>
              <a:gd name="connsiteY16" fmla="*/ 252993 h 417904"/>
              <a:gd name="connsiteX17" fmla="*/ 403606 w 419430"/>
              <a:gd name="connsiteY17" fmla="*/ 270723 h 417904"/>
              <a:gd name="connsiteX18" fmla="*/ 403987 w 419430"/>
              <a:gd name="connsiteY18" fmla="*/ 272820 h 417904"/>
              <a:gd name="connsiteX19" fmla="*/ 400556 w 419430"/>
              <a:gd name="connsiteY19" fmla="*/ 288644 h 417904"/>
              <a:gd name="connsiteX20" fmla="*/ 386638 w 419430"/>
              <a:gd name="connsiteY20" fmla="*/ 295126 h 417904"/>
              <a:gd name="connsiteX21" fmla="*/ 385113 w 419430"/>
              <a:gd name="connsiteY21" fmla="*/ 295126 h 417904"/>
              <a:gd name="connsiteX22" fmla="*/ 385113 w 419430"/>
              <a:gd name="connsiteY22" fmla="*/ 346602 h 417904"/>
              <a:gd name="connsiteX23" fmla="*/ 402272 w 419430"/>
              <a:gd name="connsiteY23" fmla="*/ 364713 h 417904"/>
              <a:gd name="connsiteX24" fmla="*/ 402272 w 419430"/>
              <a:gd name="connsiteY24" fmla="*/ 381872 h 417904"/>
              <a:gd name="connsiteX25" fmla="*/ 384160 w 419430"/>
              <a:gd name="connsiteY25" fmla="*/ 399984 h 417904"/>
              <a:gd name="connsiteX26" fmla="*/ 280637 w 419430"/>
              <a:gd name="connsiteY26" fmla="*/ 399984 h 417904"/>
              <a:gd name="connsiteX27" fmla="*/ 262525 w 419430"/>
              <a:gd name="connsiteY27" fmla="*/ 381872 h 417904"/>
              <a:gd name="connsiteX28" fmla="*/ 262525 w 419430"/>
              <a:gd name="connsiteY28" fmla="*/ 364713 h 417904"/>
              <a:gd name="connsiteX29" fmla="*/ 280637 w 419430"/>
              <a:gd name="connsiteY29" fmla="*/ 346602 h 417904"/>
              <a:gd name="connsiteX30" fmla="*/ 282353 w 419430"/>
              <a:gd name="connsiteY30" fmla="*/ 346602 h 417904"/>
              <a:gd name="connsiteX31" fmla="*/ 282353 w 419430"/>
              <a:gd name="connsiteY31" fmla="*/ 294936 h 417904"/>
              <a:gd name="connsiteX32" fmla="*/ 277777 w 419430"/>
              <a:gd name="connsiteY32" fmla="*/ 294936 h 417904"/>
              <a:gd name="connsiteX33" fmla="*/ 263669 w 419430"/>
              <a:gd name="connsiteY33" fmla="*/ 288453 h 417904"/>
              <a:gd name="connsiteX34" fmla="*/ 260237 w 419430"/>
              <a:gd name="connsiteY34" fmla="*/ 272820 h 417904"/>
              <a:gd name="connsiteX35" fmla="*/ 260619 w 419430"/>
              <a:gd name="connsiteY35" fmla="*/ 270532 h 417904"/>
              <a:gd name="connsiteX36" fmla="*/ 245176 w 419430"/>
              <a:gd name="connsiteY36" fmla="*/ 252993 h 417904"/>
              <a:gd name="connsiteX37" fmla="*/ 245176 w 419430"/>
              <a:gd name="connsiteY37" fmla="*/ 184359 h 417904"/>
              <a:gd name="connsiteX38" fmla="*/ 306565 w 419430"/>
              <a:gd name="connsiteY38" fmla="*/ 123351 h 417904"/>
              <a:gd name="connsiteX39" fmla="*/ 358422 w 419430"/>
              <a:gd name="connsiteY39" fmla="*/ 123351 h 417904"/>
              <a:gd name="connsiteX40" fmla="*/ 419430 w 419430"/>
              <a:gd name="connsiteY40" fmla="*/ 183405 h 417904"/>
              <a:gd name="connsiteX41" fmla="*/ 400365 w 419430"/>
              <a:gd name="connsiteY41" fmla="*/ 184359 h 417904"/>
              <a:gd name="connsiteX42" fmla="*/ 358422 w 419430"/>
              <a:gd name="connsiteY42" fmla="*/ 142416 h 417904"/>
              <a:gd name="connsiteX43" fmla="*/ 306756 w 419430"/>
              <a:gd name="connsiteY43" fmla="*/ 142416 h 417904"/>
              <a:gd name="connsiteX44" fmla="*/ 264241 w 419430"/>
              <a:gd name="connsiteY44" fmla="*/ 183405 h 417904"/>
              <a:gd name="connsiteX45" fmla="*/ 264241 w 419430"/>
              <a:gd name="connsiteY45" fmla="*/ 252611 h 417904"/>
              <a:gd name="connsiteX46" fmla="*/ 279493 w 419430"/>
              <a:gd name="connsiteY46" fmla="*/ 177114 h 417904"/>
              <a:gd name="connsiteX47" fmla="*/ 298939 w 419430"/>
              <a:gd name="connsiteY47" fmla="*/ 177114 h 417904"/>
              <a:gd name="connsiteX48" fmla="*/ 278921 w 419430"/>
              <a:gd name="connsiteY48" fmla="*/ 276252 h 417904"/>
              <a:gd name="connsiteX49" fmla="*/ 301418 w 419430"/>
              <a:gd name="connsiteY49" fmla="*/ 276252 h 417904"/>
              <a:gd name="connsiteX50" fmla="*/ 301036 w 419430"/>
              <a:gd name="connsiteY50" fmla="*/ 365667 h 417904"/>
              <a:gd name="connsiteX51" fmla="*/ 281590 w 419430"/>
              <a:gd name="connsiteY51" fmla="*/ 365667 h 417904"/>
              <a:gd name="connsiteX52" fmla="*/ 281590 w 419430"/>
              <a:gd name="connsiteY52" fmla="*/ 381872 h 417904"/>
              <a:gd name="connsiteX53" fmla="*/ 324105 w 419430"/>
              <a:gd name="connsiteY53" fmla="*/ 381872 h 417904"/>
              <a:gd name="connsiteX54" fmla="*/ 324486 w 419430"/>
              <a:gd name="connsiteY54" fmla="*/ 285594 h 417904"/>
              <a:gd name="connsiteX55" fmla="*/ 343361 w 419430"/>
              <a:gd name="connsiteY55" fmla="*/ 285594 h 417904"/>
              <a:gd name="connsiteX56" fmla="*/ 342979 w 419430"/>
              <a:gd name="connsiteY56" fmla="*/ 381872 h 417904"/>
              <a:gd name="connsiteX57" fmla="*/ 383969 w 419430"/>
              <a:gd name="connsiteY57" fmla="*/ 381872 h 417904"/>
              <a:gd name="connsiteX58" fmla="*/ 383588 w 419430"/>
              <a:gd name="connsiteY58" fmla="*/ 365667 h 417904"/>
              <a:gd name="connsiteX59" fmla="*/ 365857 w 419430"/>
              <a:gd name="connsiteY59" fmla="*/ 365667 h 417904"/>
              <a:gd name="connsiteX60" fmla="*/ 365857 w 419430"/>
              <a:gd name="connsiteY60" fmla="*/ 276061 h 417904"/>
              <a:gd name="connsiteX61" fmla="*/ 386257 w 419430"/>
              <a:gd name="connsiteY61" fmla="*/ 276061 h 417904"/>
              <a:gd name="connsiteX62" fmla="*/ 364904 w 419430"/>
              <a:gd name="connsiteY62" fmla="*/ 177305 h 417904"/>
              <a:gd name="connsiteX63" fmla="*/ 384732 w 419430"/>
              <a:gd name="connsiteY63" fmla="*/ 177686 h 417904"/>
              <a:gd name="connsiteX64" fmla="*/ 399984 w 419430"/>
              <a:gd name="connsiteY64" fmla="*/ 252802 h 417904"/>
              <a:gd name="connsiteX65" fmla="*/ 399984 w 419430"/>
              <a:gd name="connsiteY65" fmla="*/ 184740 h 417904"/>
              <a:gd name="connsiteX66" fmla="*/ 38130 w 419430"/>
              <a:gd name="connsiteY66" fmla="*/ 65965 h 417904"/>
              <a:gd name="connsiteX67" fmla="*/ 85793 w 419430"/>
              <a:gd name="connsiteY67" fmla="*/ 18302 h 417904"/>
              <a:gd name="connsiteX68" fmla="*/ 133455 w 419430"/>
              <a:gd name="connsiteY68" fmla="*/ 65965 h 417904"/>
              <a:gd name="connsiteX69" fmla="*/ 85793 w 419430"/>
              <a:gd name="connsiteY69" fmla="*/ 113627 h 417904"/>
              <a:gd name="connsiteX70" fmla="*/ 38130 w 419430"/>
              <a:gd name="connsiteY70" fmla="*/ 65965 h 417904"/>
              <a:gd name="connsiteX71" fmla="*/ 57195 w 419430"/>
              <a:gd name="connsiteY71" fmla="*/ 65965 h 417904"/>
              <a:gd name="connsiteX72" fmla="*/ 85793 w 419430"/>
              <a:gd name="connsiteY72" fmla="*/ 94562 h 417904"/>
              <a:gd name="connsiteX73" fmla="*/ 114390 w 419430"/>
              <a:gd name="connsiteY73" fmla="*/ 65965 h 417904"/>
              <a:gd name="connsiteX74" fmla="*/ 85793 w 419430"/>
              <a:gd name="connsiteY74" fmla="*/ 37367 h 417904"/>
              <a:gd name="connsiteX75" fmla="*/ 57195 w 419430"/>
              <a:gd name="connsiteY75" fmla="*/ 65965 h 417904"/>
              <a:gd name="connsiteX76" fmla="*/ 171585 w 419430"/>
              <a:gd name="connsiteY76" fmla="*/ 182833 h 417904"/>
              <a:gd name="connsiteX77" fmla="*/ 171585 w 419430"/>
              <a:gd name="connsiteY77" fmla="*/ 252611 h 417904"/>
              <a:gd name="connsiteX78" fmla="*/ 153664 w 419430"/>
              <a:gd name="connsiteY78" fmla="*/ 270723 h 417904"/>
              <a:gd name="connsiteX79" fmla="*/ 138031 w 419430"/>
              <a:gd name="connsiteY79" fmla="*/ 270723 h 417904"/>
              <a:gd name="connsiteX80" fmla="*/ 138031 w 419430"/>
              <a:gd name="connsiteY80" fmla="*/ 346411 h 417904"/>
              <a:gd name="connsiteX81" fmla="*/ 140128 w 419430"/>
              <a:gd name="connsiteY81" fmla="*/ 346411 h 417904"/>
              <a:gd name="connsiteX82" fmla="*/ 158240 w 419430"/>
              <a:gd name="connsiteY82" fmla="*/ 364523 h 417904"/>
              <a:gd name="connsiteX83" fmla="*/ 158240 w 419430"/>
              <a:gd name="connsiteY83" fmla="*/ 381681 h 417904"/>
              <a:gd name="connsiteX84" fmla="*/ 140128 w 419430"/>
              <a:gd name="connsiteY84" fmla="*/ 399793 h 417904"/>
              <a:gd name="connsiteX85" fmla="*/ 31457 w 419430"/>
              <a:gd name="connsiteY85" fmla="*/ 399793 h 417904"/>
              <a:gd name="connsiteX86" fmla="*/ 12964 w 419430"/>
              <a:gd name="connsiteY86" fmla="*/ 381300 h 417904"/>
              <a:gd name="connsiteX87" fmla="*/ 12964 w 419430"/>
              <a:gd name="connsiteY87" fmla="*/ 364142 h 417904"/>
              <a:gd name="connsiteX88" fmla="*/ 31076 w 419430"/>
              <a:gd name="connsiteY88" fmla="*/ 346030 h 417904"/>
              <a:gd name="connsiteX89" fmla="*/ 33364 w 419430"/>
              <a:gd name="connsiteY89" fmla="*/ 346030 h 417904"/>
              <a:gd name="connsiteX90" fmla="*/ 33364 w 419430"/>
              <a:gd name="connsiteY90" fmla="*/ 270723 h 417904"/>
              <a:gd name="connsiteX91" fmla="*/ 17921 w 419430"/>
              <a:gd name="connsiteY91" fmla="*/ 270723 h 417904"/>
              <a:gd name="connsiteX92" fmla="*/ 0 w 419430"/>
              <a:gd name="connsiteY92" fmla="*/ 252611 h 417904"/>
              <a:gd name="connsiteX93" fmla="*/ 0 w 419430"/>
              <a:gd name="connsiteY93" fmla="*/ 183977 h 417904"/>
              <a:gd name="connsiteX94" fmla="*/ 60055 w 419430"/>
              <a:gd name="connsiteY94" fmla="*/ 123351 h 417904"/>
              <a:gd name="connsiteX95" fmla="*/ 111721 w 419430"/>
              <a:gd name="connsiteY95" fmla="*/ 123351 h 417904"/>
              <a:gd name="connsiteX96" fmla="*/ 171585 w 419430"/>
              <a:gd name="connsiteY96" fmla="*/ 182833 h 417904"/>
              <a:gd name="connsiteX97" fmla="*/ 152520 w 419430"/>
              <a:gd name="connsiteY97" fmla="*/ 251658 h 417904"/>
              <a:gd name="connsiteX98" fmla="*/ 152520 w 419430"/>
              <a:gd name="connsiteY98" fmla="*/ 183977 h 417904"/>
              <a:gd name="connsiteX99" fmla="*/ 111340 w 419430"/>
              <a:gd name="connsiteY99" fmla="*/ 142225 h 417904"/>
              <a:gd name="connsiteX100" fmla="*/ 60627 w 419430"/>
              <a:gd name="connsiteY100" fmla="*/ 142225 h 417904"/>
              <a:gd name="connsiteX101" fmla="*/ 19065 w 419430"/>
              <a:gd name="connsiteY101" fmla="*/ 183024 h 417904"/>
              <a:gd name="connsiteX102" fmla="*/ 19065 w 419430"/>
              <a:gd name="connsiteY102" fmla="*/ 252802 h 417904"/>
              <a:gd name="connsiteX103" fmla="*/ 32792 w 419430"/>
              <a:gd name="connsiteY103" fmla="*/ 252802 h 417904"/>
              <a:gd name="connsiteX104" fmla="*/ 33173 w 419430"/>
              <a:gd name="connsiteY104" fmla="*/ 174826 h 417904"/>
              <a:gd name="connsiteX105" fmla="*/ 52238 w 419430"/>
              <a:gd name="connsiteY105" fmla="*/ 174826 h 417904"/>
              <a:gd name="connsiteX106" fmla="*/ 52238 w 419430"/>
              <a:gd name="connsiteY106" fmla="*/ 365667 h 417904"/>
              <a:gd name="connsiteX107" fmla="*/ 32029 w 419430"/>
              <a:gd name="connsiteY107" fmla="*/ 365667 h 417904"/>
              <a:gd name="connsiteX108" fmla="*/ 32029 w 419430"/>
              <a:gd name="connsiteY108" fmla="*/ 382063 h 417904"/>
              <a:gd name="connsiteX109" fmla="*/ 76069 w 419430"/>
              <a:gd name="connsiteY109" fmla="*/ 382063 h 417904"/>
              <a:gd name="connsiteX110" fmla="*/ 76069 w 419430"/>
              <a:gd name="connsiteY110" fmla="*/ 256996 h 417904"/>
              <a:gd name="connsiteX111" fmla="*/ 95134 w 419430"/>
              <a:gd name="connsiteY111" fmla="*/ 256996 h 417904"/>
              <a:gd name="connsiteX112" fmla="*/ 95134 w 419430"/>
              <a:gd name="connsiteY112" fmla="*/ 382063 h 417904"/>
              <a:gd name="connsiteX113" fmla="*/ 139937 w 419430"/>
              <a:gd name="connsiteY113" fmla="*/ 382063 h 417904"/>
              <a:gd name="connsiteX114" fmla="*/ 139937 w 419430"/>
              <a:gd name="connsiteY114" fmla="*/ 365857 h 417904"/>
              <a:gd name="connsiteX115" fmla="*/ 118584 w 419430"/>
              <a:gd name="connsiteY115" fmla="*/ 365857 h 417904"/>
              <a:gd name="connsiteX116" fmla="*/ 118966 w 419430"/>
              <a:gd name="connsiteY116" fmla="*/ 175207 h 417904"/>
              <a:gd name="connsiteX117" fmla="*/ 138031 w 419430"/>
              <a:gd name="connsiteY117" fmla="*/ 175207 h 417904"/>
              <a:gd name="connsiteX118" fmla="*/ 138031 w 419430"/>
              <a:gd name="connsiteY118" fmla="*/ 252039 h 417904"/>
              <a:gd name="connsiteX119" fmla="*/ 152520 w 419430"/>
              <a:gd name="connsiteY119" fmla="*/ 252039 h 4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19430" h="417904">
                <a:moveTo>
                  <a:pt x="200183" y="0"/>
                </a:moveTo>
                <a:lnTo>
                  <a:pt x="219248" y="0"/>
                </a:lnTo>
                <a:lnTo>
                  <a:pt x="219248" y="417905"/>
                </a:lnTo>
                <a:lnTo>
                  <a:pt x="200183" y="417905"/>
                </a:lnTo>
                <a:lnTo>
                  <a:pt x="200183" y="0"/>
                </a:lnTo>
                <a:close/>
                <a:moveTo>
                  <a:pt x="285784" y="65965"/>
                </a:moveTo>
                <a:cubicBezTo>
                  <a:pt x="285784" y="39655"/>
                  <a:pt x="307137" y="18302"/>
                  <a:pt x="333447" y="18302"/>
                </a:cubicBezTo>
                <a:cubicBezTo>
                  <a:pt x="359757" y="18302"/>
                  <a:pt x="381109" y="39655"/>
                  <a:pt x="381109" y="65965"/>
                </a:cubicBezTo>
                <a:cubicBezTo>
                  <a:pt x="381109" y="92275"/>
                  <a:pt x="359757" y="113627"/>
                  <a:pt x="333447" y="113627"/>
                </a:cubicBezTo>
                <a:cubicBezTo>
                  <a:pt x="307137" y="113627"/>
                  <a:pt x="285784" y="92275"/>
                  <a:pt x="285784" y="65965"/>
                </a:cubicBezTo>
                <a:close/>
                <a:moveTo>
                  <a:pt x="304849" y="65965"/>
                </a:moveTo>
                <a:cubicBezTo>
                  <a:pt x="304849" y="81789"/>
                  <a:pt x="317623" y="94562"/>
                  <a:pt x="333447" y="94562"/>
                </a:cubicBezTo>
                <a:cubicBezTo>
                  <a:pt x="349271" y="94562"/>
                  <a:pt x="362044" y="81789"/>
                  <a:pt x="362044" y="65965"/>
                </a:cubicBezTo>
                <a:cubicBezTo>
                  <a:pt x="362044" y="50141"/>
                  <a:pt x="349271" y="37367"/>
                  <a:pt x="333447" y="37367"/>
                </a:cubicBezTo>
                <a:cubicBezTo>
                  <a:pt x="317623" y="37367"/>
                  <a:pt x="304849" y="50141"/>
                  <a:pt x="304849" y="65965"/>
                </a:cubicBezTo>
                <a:close/>
                <a:moveTo>
                  <a:pt x="419430" y="183215"/>
                </a:moveTo>
                <a:lnTo>
                  <a:pt x="419430" y="252993"/>
                </a:lnTo>
                <a:cubicBezTo>
                  <a:pt x="419430" y="262144"/>
                  <a:pt x="412376" y="269388"/>
                  <a:pt x="403606" y="270723"/>
                </a:cubicBezTo>
                <a:lnTo>
                  <a:pt x="403987" y="272820"/>
                </a:lnTo>
                <a:cubicBezTo>
                  <a:pt x="405131" y="278540"/>
                  <a:pt x="403987" y="284259"/>
                  <a:pt x="400556" y="288644"/>
                </a:cubicBezTo>
                <a:cubicBezTo>
                  <a:pt x="397315" y="292838"/>
                  <a:pt x="392358" y="295126"/>
                  <a:pt x="386638" y="295126"/>
                </a:cubicBezTo>
                <a:lnTo>
                  <a:pt x="385113" y="295126"/>
                </a:lnTo>
                <a:lnTo>
                  <a:pt x="385113" y="346602"/>
                </a:lnTo>
                <a:cubicBezTo>
                  <a:pt x="394646" y="347174"/>
                  <a:pt x="402272" y="354990"/>
                  <a:pt x="402272" y="364713"/>
                </a:cubicBezTo>
                <a:lnTo>
                  <a:pt x="402272" y="381872"/>
                </a:lnTo>
                <a:cubicBezTo>
                  <a:pt x="402272" y="391786"/>
                  <a:pt x="394074" y="399984"/>
                  <a:pt x="384160" y="399984"/>
                </a:cubicBezTo>
                <a:lnTo>
                  <a:pt x="280637" y="399984"/>
                </a:lnTo>
                <a:cubicBezTo>
                  <a:pt x="270532" y="399984"/>
                  <a:pt x="262525" y="391786"/>
                  <a:pt x="262525" y="381872"/>
                </a:cubicBezTo>
                <a:lnTo>
                  <a:pt x="262525" y="364713"/>
                </a:lnTo>
                <a:cubicBezTo>
                  <a:pt x="262525" y="354800"/>
                  <a:pt x="270723" y="346602"/>
                  <a:pt x="280637" y="346602"/>
                </a:cubicBezTo>
                <a:lnTo>
                  <a:pt x="282353" y="346602"/>
                </a:lnTo>
                <a:cubicBezTo>
                  <a:pt x="282353" y="346602"/>
                  <a:pt x="282353" y="294936"/>
                  <a:pt x="282353" y="294936"/>
                </a:cubicBezTo>
                <a:lnTo>
                  <a:pt x="277777" y="294936"/>
                </a:lnTo>
                <a:cubicBezTo>
                  <a:pt x="272058" y="294936"/>
                  <a:pt x="267101" y="292648"/>
                  <a:pt x="263669" y="288453"/>
                </a:cubicBezTo>
                <a:cubicBezTo>
                  <a:pt x="260237" y="284259"/>
                  <a:pt x="259093" y="278540"/>
                  <a:pt x="260237" y="272820"/>
                </a:cubicBezTo>
                <a:lnTo>
                  <a:pt x="260619" y="270532"/>
                </a:lnTo>
                <a:cubicBezTo>
                  <a:pt x="252039" y="269198"/>
                  <a:pt x="245176" y="261953"/>
                  <a:pt x="245176" y="252993"/>
                </a:cubicBezTo>
                <a:lnTo>
                  <a:pt x="245176" y="184359"/>
                </a:lnTo>
                <a:cubicBezTo>
                  <a:pt x="245176" y="150423"/>
                  <a:pt x="272820" y="123541"/>
                  <a:pt x="306565" y="123351"/>
                </a:cubicBezTo>
                <a:lnTo>
                  <a:pt x="358422" y="123351"/>
                </a:lnTo>
                <a:cubicBezTo>
                  <a:pt x="392739" y="123351"/>
                  <a:pt x="419430" y="149851"/>
                  <a:pt x="419430" y="183405"/>
                </a:cubicBezTo>
                <a:close/>
                <a:moveTo>
                  <a:pt x="400365" y="184359"/>
                </a:moveTo>
                <a:cubicBezTo>
                  <a:pt x="400365" y="160527"/>
                  <a:pt x="381872" y="142416"/>
                  <a:pt x="358422" y="142416"/>
                </a:cubicBezTo>
                <a:lnTo>
                  <a:pt x="306756" y="142416"/>
                </a:lnTo>
                <a:cubicBezTo>
                  <a:pt x="283306" y="142416"/>
                  <a:pt x="264241" y="160909"/>
                  <a:pt x="264241" y="183405"/>
                </a:cubicBezTo>
                <a:lnTo>
                  <a:pt x="264241" y="252611"/>
                </a:lnTo>
                <a:lnTo>
                  <a:pt x="279493" y="177114"/>
                </a:lnTo>
                <a:lnTo>
                  <a:pt x="298939" y="177114"/>
                </a:lnTo>
                <a:lnTo>
                  <a:pt x="278921" y="276252"/>
                </a:lnTo>
                <a:lnTo>
                  <a:pt x="301418" y="276252"/>
                </a:lnTo>
                <a:cubicBezTo>
                  <a:pt x="301418" y="276252"/>
                  <a:pt x="301036" y="365667"/>
                  <a:pt x="301036" y="365667"/>
                </a:cubicBezTo>
                <a:lnTo>
                  <a:pt x="281590" y="365667"/>
                </a:lnTo>
                <a:cubicBezTo>
                  <a:pt x="281590" y="365667"/>
                  <a:pt x="281590" y="381872"/>
                  <a:pt x="281590" y="381872"/>
                </a:cubicBezTo>
                <a:lnTo>
                  <a:pt x="324105" y="381872"/>
                </a:lnTo>
                <a:cubicBezTo>
                  <a:pt x="324105" y="381872"/>
                  <a:pt x="324486" y="285594"/>
                  <a:pt x="324486" y="285594"/>
                </a:cubicBezTo>
                <a:lnTo>
                  <a:pt x="343361" y="285594"/>
                </a:lnTo>
                <a:cubicBezTo>
                  <a:pt x="343361" y="285594"/>
                  <a:pt x="342979" y="381872"/>
                  <a:pt x="342979" y="381872"/>
                </a:cubicBezTo>
                <a:lnTo>
                  <a:pt x="383969" y="381872"/>
                </a:lnTo>
                <a:lnTo>
                  <a:pt x="383588" y="365667"/>
                </a:lnTo>
                <a:lnTo>
                  <a:pt x="365857" y="365667"/>
                </a:lnTo>
                <a:cubicBezTo>
                  <a:pt x="365857" y="365667"/>
                  <a:pt x="365857" y="276061"/>
                  <a:pt x="365857" y="276061"/>
                </a:cubicBezTo>
                <a:lnTo>
                  <a:pt x="386257" y="276061"/>
                </a:lnTo>
                <a:lnTo>
                  <a:pt x="364904" y="177305"/>
                </a:lnTo>
                <a:lnTo>
                  <a:pt x="384732" y="177686"/>
                </a:lnTo>
                <a:lnTo>
                  <a:pt x="399984" y="252802"/>
                </a:lnTo>
                <a:lnTo>
                  <a:pt x="399984" y="184740"/>
                </a:lnTo>
                <a:close/>
                <a:moveTo>
                  <a:pt x="38130" y="65965"/>
                </a:moveTo>
                <a:cubicBezTo>
                  <a:pt x="38130" y="39655"/>
                  <a:pt x="59483" y="18302"/>
                  <a:pt x="85793" y="18302"/>
                </a:cubicBezTo>
                <a:cubicBezTo>
                  <a:pt x="112102" y="18302"/>
                  <a:pt x="133455" y="39655"/>
                  <a:pt x="133455" y="65965"/>
                </a:cubicBezTo>
                <a:cubicBezTo>
                  <a:pt x="133455" y="92275"/>
                  <a:pt x="112102" y="113627"/>
                  <a:pt x="85793" y="113627"/>
                </a:cubicBezTo>
                <a:cubicBezTo>
                  <a:pt x="59483" y="113627"/>
                  <a:pt x="38130" y="92275"/>
                  <a:pt x="38130" y="65965"/>
                </a:cubicBezTo>
                <a:close/>
                <a:moveTo>
                  <a:pt x="57195" y="65965"/>
                </a:moveTo>
                <a:cubicBezTo>
                  <a:pt x="57195" y="81789"/>
                  <a:pt x="69969" y="94562"/>
                  <a:pt x="85793" y="94562"/>
                </a:cubicBezTo>
                <a:cubicBezTo>
                  <a:pt x="101616" y="94562"/>
                  <a:pt x="114390" y="81789"/>
                  <a:pt x="114390" y="65965"/>
                </a:cubicBezTo>
                <a:cubicBezTo>
                  <a:pt x="114390" y="50141"/>
                  <a:pt x="101616" y="37367"/>
                  <a:pt x="85793" y="37367"/>
                </a:cubicBezTo>
                <a:cubicBezTo>
                  <a:pt x="69969" y="37367"/>
                  <a:pt x="57195" y="50141"/>
                  <a:pt x="57195" y="65965"/>
                </a:cubicBezTo>
                <a:close/>
                <a:moveTo>
                  <a:pt x="171585" y="182833"/>
                </a:moveTo>
                <a:lnTo>
                  <a:pt x="171585" y="252611"/>
                </a:lnTo>
                <a:cubicBezTo>
                  <a:pt x="171585" y="262525"/>
                  <a:pt x="163578" y="270723"/>
                  <a:pt x="153664" y="270723"/>
                </a:cubicBezTo>
                <a:lnTo>
                  <a:pt x="138031" y="270723"/>
                </a:lnTo>
                <a:lnTo>
                  <a:pt x="138031" y="346411"/>
                </a:lnTo>
                <a:cubicBezTo>
                  <a:pt x="138031" y="346411"/>
                  <a:pt x="140128" y="346411"/>
                  <a:pt x="140128" y="346411"/>
                </a:cubicBezTo>
                <a:cubicBezTo>
                  <a:pt x="150042" y="346411"/>
                  <a:pt x="158240" y="354609"/>
                  <a:pt x="158240" y="364523"/>
                </a:cubicBezTo>
                <a:lnTo>
                  <a:pt x="158240" y="381681"/>
                </a:lnTo>
                <a:cubicBezTo>
                  <a:pt x="158240" y="391595"/>
                  <a:pt x="150042" y="399793"/>
                  <a:pt x="140128" y="399793"/>
                </a:cubicBezTo>
                <a:lnTo>
                  <a:pt x="31457" y="399793"/>
                </a:lnTo>
                <a:cubicBezTo>
                  <a:pt x="21543" y="399793"/>
                  <a:pt x="12964" y="391404"/>
                  <a:pt x="12964" y="381300"/>
                </a:cubicBezTo>
                <a:lnTo>
                  <a:pt x="12964" y="364142"/>
                </a:lnTo>
                <a:cubicBezTo>
                  <a:pt x="12964" y="354228"/>
                  <a:pt x="21162" y="346030"/>
                  <a:pt x="31076" y="346030"/>
                </a:cubicBezTo>
                <a:lnTo>
                  <a:pt x="33364" y="346030"/>
                </a:lnTo>
                <a:lnTo>
                  <a:pt x="33364" y="270723"/>
                </a:lnTo>
                <a:lnTo>
                  <a:pt x="17921" y="270723"/>
                </a:lnTo>
                <a:cubicBezTo>
                  <a:pt x="8007" y="270723"/>
                  <a:pt x="0" y="262525"/>
                  <a:pt x="0" y="252611"/>
                </a:cubicBezTo>
                <a:lnTo>
                  <a:pt x="0" y="183977"/>
                </a:lnTo>
                <a:cubicBezTo>
                  <a:pt x="0" y="150042"/>
                  <a:pt x="26691" y="123541"/>
                  <a:pt x="60055" y="123351"/>
                </a:cubicBezTo>
                <a:lnTo>
                  <a:pt x="111721" y="123351"/>
                </a:lnTo>
                <a:cubicBezTo>
                  <a:pt x="145466" y="123351"/>
                  <a:pt x="171585" y="149279"/>
                  <a:pt x="171585" y="182833"/>
                </a:cubicBezTo>
                <a:close/>
                <a:moveTo>
                  <a:pt x="152520" y="251658"/>
                </a:moveTo>
                <a:lnTo>
                  <a:pt x="152520" y="183977"/>
                </a:lnTo>
                <a:cubicBezTo>
                  <a:pt x="152520" y="160146"/>
                  <a:pt x="134408" y="142225"/>
                  <a:pt x="111340" y="142225"/>
                </a:cubicBezTo>
                <a:lnTo>
                  <a:pt x="60627" y="142225"/>
                </a:lnTo>
                <a:cubicBezTo>
                  <a:pt x="37749" y="142225"/>
                  <a:pt x="19065" y="160527"/>
                  <a:pt x="19065" y="183024"/>
                </a:cubicBezTo>
                <a:lnTo>
                  <a:pt x="19065" y="252802"/>
                </a:lnTo>
                <a:lnTo>
                  <a:pt x="32792" y="252802"/>
                </a:lnTo>
                <a:cubicBezTo>
                  <a:pt x="32792" y="252802"/>
                  <a:pt x="33173" y="174826"/>
                  <a:pt x="33173" y="174826"/>
                </a:cubicBezTo>
                <a:lnTo>
                  <a:pt x="52238" y="174826"/>
                </a:lnTo>
                <a:cubicBezTo>
                  <a:pt x="52238" y="174826"/>
                  <a:pt x="52238" y="365667"/>
                  <a:pt x="52238" y="365667"/>
                </a:cubicBezTo>
                <a:lnTo>
                  <a:pt x="32029" y="365667"/>
                </a:lnTo>
                <a:cubicBezTo>
                  <a:pt x="32029" y="365667"/>
                  <a:pt x="32029" y="382063"/>
                  <a:pt x="32029" y="382063"/>
                </a:cubicBezTo>
                <a:lnTo>
                  <a:pt x="76069" y="382063"/>
                </a:lnTo>
                <a:cubicBezTo>
                  <a:pt x="76069" y="382063"/>
                  <a:pt x="76069" y="256996"/>
                  <a:pt x="76069" y="256996"/>
                </a:cubicBezTo>
                <a:lnTo>
                  <a:pt x="95134" y="256996"/>
                </a:lnTo>
                <a:lnTo>
                  <a:pt x="95134" y="382063"/>
                </a:lnTo>
                <a:lnTo>
                  <a:pt x="139937" y="382063"/>
                </a:lnTo>
                <a:lnTo>
                  <a:pt x="139937" y="365857"/>
                </a:lnTo>
                <a:cubicBezTo>
                  <a:pt x="139937" y="365857"/>
                  <a:pt x="118584" y="365857"/>
                  <a:pt x="118584" y="365857"/>
                </a:cubicBezTo>
                <a:lnTo>
                  <a:pt x="118966" y="175207"/>
                </a:lnTo>
                <a:lnTo>
                  <a:pt x="138031" y="175207"/>
                </a:lnTo>
                <a:cubicBezTo>
                  <a:pt x="138031" y="175207"/>
                  <a:pt x="138031" y="252039"/>
                  <a:pt x="138031" y="252039"/>
                </a:cubicBezTo>
                <a:lnTo>
                  <a:pt x="152520" y="2520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49" descr="Do not enter icon.">
            <a:extLst>
              <a:ext uri="{FF2B5EF4-FFF2-40B4-BE49-F238E27FC236}">
                <a16:creationId xmlns:a16="http://schemas.microsoft.com/office/drawing/2014/main" id="{439B4AEA-A12A-4557-9E1F-99719805C075}"/>
              </a:ext>
            </a:extLst>
          </p:cNvPr>
          <p:cNvSpPr/>
          <p:nvPr/>
        </p:nvSpPr>
        <p:spPr>
          <a:xfrm>
            <a:off x="5855016" y="1376625"/>
            <a:ext cx="457560" cy="457560"/>
          </a:xfrm>
          <a:custGeom>
            <a:avLst/>
            <a:gdLst>
              <a:gd name="connsiteX0" fmla="*/ 228780 w 457560"/>
              <a:gd name="connsiteY0" fmla="*/ 133646 h 457560"/>
              <a:gd name="connsiteX1" fmla="*/ 276443 w 457560"/>
              <a:gd name="connsiteY1" fmla="*/ 85983 h 457560"/>
              <a:gd name="connsiteX2" fmla="*/ 228780 w 457560"/>
              <a:gd name="connsiteY2" fmla="*/ 38321 h 457560"/>
              <a:gd name="connsiteX3" fmla="*/ 181118 w 457560"/>
              <a:gd name="connsiteY3" fmla="*/ 85983 h 457560"/>
              <a:gd name="connsiteX4" fmla="*/ 228780 w 457560"/>
              <a:gd name="connsiteY4" fmla="*/ 133646 h 457560"/>
              <a:gd name="connsiteX5" fmla="*/ 228780 w 457560"/>
              <a:gd name="connsiteY5" fmla="*/ 57386 h 457560"/>
              <a:gd name="connsiteX6" fmla="*/ 257378 w 457560"/>
              <a:gd name="connsiteY6" fmla="*/ 85983 h 457560"/>
              <a:gd name="connsiteX7" fmla="*/ 228780 w 457560"/>
              <a:gd name="connsiteY7" fmla="*/ 114581 h 457560"/>
              <a:gd name="connsiteX8" fmla="*/ 200183 w 457560"/>
              <a:gd name="connsiteY8" fmla="*/ 85983 h 457560"/>
              <a:gd name="connsiteX9" fmla="*/ 228780 w 457560"/>
              <a:gd name="connsiteY9" fmla="*/ 57386 h 457560"/>
              <a:gd name="connsiteX10" fmla="*/ 254518 w 457560"/>
              <a:gd name="connsiteY10" fmla="*/ 143178 h 457560"/>
              <a:gd name="connsiteX11" fmla="*/ 203424 w 457560"/>
              <a:gd name="connsiteY11" fmla="*/ 143178 h 457560"/>
              <a:gd name="connsiteX12" fmla="*/ 142606 w 457560"/>
              <a:gd name="connsiteY12" fmla="*/ 204186 h 457560"/>
              <a:gd name="connsiteX13" fmla="*/ 142606 w 457560"/>
              <a:gd name="connsiteY13" fmla="*/ 272820 h 457560"/>
              <a:gd name="connsiteX14" fmla="*/ 160718 w 457560"/>
              <a:gd name="connsiteY14" fmla="*/ 290932 h 457560"/>
              <a:gd name="connsiteX15" fmla="*/ 176733 w 457560"/>
              <a:gd name="connsiteY15" fmla="*/ 290932 h 457560"/>
              <a:gd name="connsiteX16" fmla="*/ 176733 w 457560"/>
              <a:gd name="connsiteY16" fmla="*/ 366048 h 457560"/>
              <a:gd name="connsiteX17" fmla="*/ 159765 w 457560"/>
              <a:gd name="connsiteY17" fmla="*/ 384160 h 457560"/>
              <a:gd name="connsiteX18" fmla="*/ 159765 w 457560"/>
              <a:gd name="connsiteY18" fmla="*/ 401318 h 457560"/>
              <a:gd name="connsiteX19" fmla="*/ 177876 w 457560"/>
              <a:gd name="connsiteY19" fmla="*/ 419430 h 457560"/>
              <a:gd name="connsiteX20" fmla="*/ 280256 w 457560"/>
              <a:gd name="connsiteY20" fmla="*/ 419430 h 457560"/>
              <a:gd name="connsiteX21" fmla="*/ 298367 w 457560"/>
              <a:gd name="connsiteY21" fmla="*/ 401318 h 457560"/>
              <a:gd name="connsiteX22" fmla="*/ 298367 w 457560"/>
              <a:gd name="connsiteY22" fmla="*/ 384160 h 457560"/>
              <a:gd name="connsiteX23" fmla="*/ 281209 w 457560"/>
              <a:gd name="connsiteY23" fmla="*/ 366048 h 457560"/>
              <a:gd name="connsiteX24" fmla="*/ 281209 w 457560"/>
              <a:gd name="connsiteY24" fmla="*/ 290932 h 457560"/>
              <a:gd name="connsiteX25" fmla="*/ 297223 w 457560"/>
              <a:gd name="connsiteY25" fmla="*/ 290932 h 457560"/>
              <a:gd name="connsiteX26" fmla="*/ 315335 w 457560"/>
              <a:gd name="connsiteY26" fmla="*/ 272820 h 457560"/>
              <a:gd name="connsiteX27" fmla="*/ 315335 w 457560"/>
              <a:gd name="connsiteY27" fmla="*/ 203233 h 457560"/>
              <a:gd name="connsiteX28" fmla="*/ 254899 w 457560"/>
              <a:gd name="connsiteY28" fmla="*/ 143369 h 457560"/>
              <a:gd name="connsiteX29" fmla="*/ 280827 w 457560"/>
              <a:gd name="connsiteY29" fmla="*/ 271867 h 457560"/>
              <a:gd name="connsiteX30" fmla="*/ 280827 w 457560"/>
              <a:gd name="connsiteY30" fmla="*/ 195607 h 457560"/>
              <a:gd name="connsiteX31" fmla="*/ 261762 w 457560"/>
              <a:gd name="connsiteY31" fmla="*/ 195607 h 457560"/>
              <a:gd name="connsiteX32" fmla="*/ 261762 w 457560"/>
              <a:gd name="connsiteY32" fmla="*/ 385113 h 457560"/>
              <a:gd name="connsiteX33" fmla="*/ 279684 w 457560"/>
              <a:gd name="connsiteY33" fmla="*/ 385113 h 457560"/>
              <a:gd name="connsiteX34" fmla="*/ 279684 w 457560"/>
              <a:gd name="connsiteY34" fmla="*/ 400746 h 457560"/>
              <a:gd name="connsiteX35" fmla="*/ 238313 w 457560"/>
              <a:gd name="connsiteY35" fmla="*/ 401128 h 457560"/>
              <a:gd name="connsiteX36" fmla="*/ 238313 w 457560"/>
              <a:gd name="connsiteY36" fmla="*/ 281590 h 457560"/>
              <a:gd name="connsiteX37" fmla="*/ 219248 w 457560"/>
              <a:gd name="connsiteY37" fmla="*/ 281590 h 457560"/>
              <a:gd name="connsiteX38" fmla="*/ 219248 w 457560"/>
              <a:gd name="connsiteY38" fmla="*/ 400556 h 457560"/>
              <a:gd name="connsiteX39" fmla="*/ 178639 w 457560"/>
              <a:gd name="connsiteY39" fmla="*/ 400937 h 457560"/>
              <a:gd name="connsiteX40" fmla="*/ 178639 w 457560"/>
              <a:gd name="connsiteY40" fmla="*/ 385113 h 457560"/>
              <a:gd name="connsiteX41" fmla="*/ 195607 w 457560"/>
              <a:gd name="connsiteY41" fmla="*/ 385113 h 457560"/>
              <a:gd name="connsiteX42" fmla="*/ 195607 w 457560"/>
              <a:gd name="connsiteY42" fmla="*/ 195607 h 457560"/>
              <a:gd name="connsiteX43" fmla="*/ 176542 w 457560"/>
              <a:gd name="connsiteY43" fmla="*/ 195607 h 457560"/>
              <a:gd name="connsiteX44" fmla="*/ 176542 w 457560"/>
              <a:gd name="connsiteY44" fmla="*/ 272248 h 457560"/>
              <a:gd name="connsiteX45" fmla="*/ 161481 w 457560"/>
              <a:gd name="connsiteY45" fmla="*/ 272820 h 457560"/>
              <a:gd name="connsiteX46" fmla="*/ 161481 w 457560"/>
              <a:gd name="connsiteY46" fmla="*/ 203042 h 457560"/>
              <a:gd name="connsiteX47" fmla="*/ 203233 w 457560"/>
              <a:gd name="connsiteY47" fmla="*/ 162053 h 457560"/>
              <a:gd name="connsiteX48" fmla="*/ 254327 w 457560"/>
              <a:gd name="connsiteY48" fmla="*/ 162053 h 457560"/>
              <a:gd name="connsiteX49" fmla="*/ 295698 w 457560"/>
              <a:gd name="connsiteY49" fmla="*/ 203996 h 457560"/>
              <a:gd name="connsiteX50" fmla="*/ 296651 w 457560"/>
              <a:gd name="connsiteY50" fmla="*/ 271676 h 457560"/>
              <a:gd name="connsiteX51" fmla="*/ 280637 w 457560"/>
              <a:gd name="connsiteY51" fmla="*/ 271676 h 457560"/>
              <a:gd name="connsiteX52" fmla="*/ 228780 w 457560"/>
              <a:gd name="connsiteY52" fmla="*/ 0 h 457560"/>
              <a:gd name="connsiteX53" fmla="*/ 0 w 457560"/>
              <a:gd name="connsiteY53" fmla="*/ 228780 h 457560"/>
              <a:gd name="connsiteX54" fmla="*/ 228780 w 457560"/>
              <a:gd name="connsiteY54" fmla="*/ 457560 h 457560"/>
              <a:gd name="connsiteX55" fmla="*/ 457560 w 457560"/>
              <a:gd name="connsiteY55" fmla="*/ 228780 h 457560"/>
              <a:gd name="connsiteX56" fmla="*/ 228780 w 457560"/>
              <a:gd name="connsiteY56" fmla="*/ 0 h 457560"/>
              <a:gd name="connsiteX57" fmla="*/ 383969 w 457560"/>
              <a:gd name="connsiteY57" fmla="*/ 369289 h 457560"/>
              <a:gd name="connsiteX58" fmla="*/ 316670 w 457560"/>
              <a:gd name="connsiteY58" fmla="*/ 301990 h 457560"/>
              <a:gd name="connsiteX59" fmla="*/ 303134 w 457560"/>
              <a:gd name="connsiteY59" fmla="*/ 315526 h 457560"/>
              <a:gd name="connsiteX60" fmla="*/ 370624 w 457560"/>
              <a:gd name="connsiteY60" fmla="*/ 383016 h 457560"/>
              <a:gd name="connsiteX61" fmla="*/ 228780 w 457560"/>
              <a:gd name="connsiteY61" fmla="*/ 438686 h 457560"/>
              <a:gd name="connsiteX62" fmla="*/ 19065 w 457560"/>
              <a:gd name="connsiteY62" fmla="*/ 228971 h 457560"/>
              <a:gd name="connsiteX63" fmla="*/ 73591 w 457560"/>
              <a:gd name="connsiteY63" fmla="*/ 88462 h 457560"/>
              <a:gd name="connsiteX64" fmla="*/ 137459 w 457560"/>
              <a:gd name="connsiteY64" fmla="*/ 151376 h 457560"/>
              <a:gd name="connsiteX65" fmla="*/ 150804 w 457560"/>
              <a:gd name="connsiteY65" fmla="*/ 137840 h 457560"/>
              <a:gd name="connsiteX66" fmla="*/ 86936 w 457560"/>
              <a:gd name="connsiteY66" fmla="*/ 75116 h 457560"/>
              <a:gd name="connsiteX67" fmla="*/ 228780 w 457560"/>
              <a:gd name="connsiteY67" fmla="*/ 19446 h 457560"/>
              <a:gd name="connsiteX68" fmla="*/ 438495 w 457560"/>
              <a:gd name="connsiteY68" fmla="*/ 229161 h 457560"/>
              <a:gd name="connsiteX69" fmla="*/ 383969 w 457560"/>
              <a:gd name="connsiteY69" fmla="*/ 369670 h 457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57560" h="457560">
                <a:moveTo>
                  <a:pt x="228780" y="133646"/>
                </a:moveTo>
                <a:cubicBezTo>
                  <a:pt x="255090" y="133646"/>
                  <a:pt x="276443" y="112293"/>
                  <a:pt x="276443" y="85983"/>
                </a:cubicBezTo>
                <a:cubicBezTo>
                  <a:pt x="276443" y="59673"/>
                  <a:pt x="255090" y="38321"/>
                  <a:pt x="228780" y="38321"/>
                </a:cubicBezTo>
                <a:cubicBezTo>
                  <a:pt x="202470" y="38321"/>
                  <a:pt x="181118" y="59673"/>
                  <a:pt x="181118" y="85983"/>
                </a:cubicBezTo>
                <a:cubicBezTo>
                  <a:pt x="181118" y="112293"/>
                  <a:pt x="202470" y="133646"/>
                  <a:pt x="228780" y="133646"/>
                </a:cubicBezTo>
                <a:close/>
                <a:moveTo>
                  <a:pt x="228780" y="57386"/>
                </a:moveTo>
                <a:cubicBezTo>
                  <a:pt x="244604" y="57386"/>
                  <a:pt x="257378" y="70159"/>
                  <a:pt x="257378" y="85983"/>
                </a:cubicBezTo>
                <a:cubicBezTo>
                  <a:pt x="257378" y="101807"/>
                  <a:pt x="244604" y="114581"/>
                  <a:pt x="228780" y="114581"/>
                </a:cubicBezTo>
                <a:cubicBezTo>
                  <a:pt x="212956" y="114581"/>
                  <a:pt x="200183" y="101807"/>
                  <a:pt x="200183" y="85983"/>
                </a:cubicBezTo>
                <a:cubicBezTo>
                  <a:pt x="200183" y="70159"/>
                  <a:pt x="212956" y="57386"/>
                  <a:pt x="228780" y="57386"/>
                </a:cubicBezTo>
                <a:close/>
                <a:moveTo>
                  <a:pt x="254518" y="143178"/>
                </a:moveTo>
                <a:lnTo>
                  <a:pt x="203424" y="143178"/>
                </a:lnTo>
                <a:cubicBezTo>
                  <a:pt x="169869" y="143178"/>
                  <a:pt x="142606" y="170250"/>
                  <a:pt x="142606" y="204186"/>
                </a:cubicBezTo>
                <a:lnTo>
                  <a:pt x="142606" y="272820"/>
                </a:lnTo>
                <a:cubicBezTo>
                  <a:pt x="142606" y="282734"/>
                  <a:pt x="150614" y="290932"/>
                  <a:pt x="160718" y="290932"/>
                </a:cubicBezTo>
                <a:lnTo>
                  <a:pt x="176733" y="290932"/>
                </a:lnTo>
                <a:lnTo>
                  <a:pt x="176733" y="366048"/>
                </a:lnTo>
                <a:cubicBezTo>
                  <a:pt x="167200" y="366620"/>
                  <a:pt x="159765" y="374437"/>
                  <a:pt x="159765" y="384160"/>
                </a:cubicBezTo>
                <a:lnTo>
                  <a:pt x="159765" y="401318"/>
                </a:lnTo>
                <a:cubicBezTo>
                  <a:pt x="159765" y="411232"/>
                  <a:pt x="167772" y="419430"/>
                  <a:pt x="177876" y="419430"/>
                </a:cubicBezTo>
                <a:lnTo>
                  <a:pt x="280256" y="419430"/>
                </a:lnTo>
                <a:cubicBezTo>
                  <a:pt x="290169" y="419430"/>
                  <a:pt x="298367" y="411232"/>
                  <a:pt x="298367" y="401318"/>
                </a:cubicBezTo>
                <a:lnTo>
                  <a:pt x="298367" y="384160"/>
                </a:lnTo>
                <a:cubicBezTo>
                  <a:pt x="298367" y="374437"/>
                  <a:pt x="290741" y="366620"/>
                  <a:pt x="281209" y="366048"/>
                </a:cubicBezTo>
                <a:lnTo>
                  <a:pt x="281209" y="290932"/>
                </a:lnTo>
                <a:lnTo>
                  <a:pt x="297223" y="290932"/>
                </a:lnTo>
                <a:cubicBezTo>
                  <a:pt x="307137" y="290932"/>
                  <a:pt x="315335" y="282734"/>
                  <a:pt x="315335" y="272820"/>
                </a:cubicBezTo>
                <a:lnTo>
                  <a:pt x="315335" y="203233"/>
                </a:lnTo>
                <a:cubicBezTo>
                  <a:pt x="315335" y="169869"/>
                  <a:pt x="288835" y="143369"/>
                  <a:pt x="254899" y="143369"/>
                </a:cubicBezTo>
                <a:close/>
                <a:moveTo>
                  <a:pt x="280827" y="271867"/>
                </a:moveTo>
                <a:lnTo>
                  <a:pt x="280827" y="195607"/>
                </a:lnTo>
                <a:lnTo>
                  <a:pt x="261762" y="195607"/>
                </a:lnTo>
                <a:lnTo>
                  <a:pt x="261762" y="385113"/>
                </a:lnTo>
                <a:cubicBezTo>
                  <a:pt x="261762" y="385113"/>
                  <a:pt x="279684" y="385113"/>
                  <a:pt x="279684" y="385113"/>
                </a:cubicBezTo>
                <a:lnTo>
                  <a:pt x="279684" y="400746"/>
                </a:lnTo>
                <a:cubicBezTo>
                  <a:pt x="279684" y="400746"/>
                  <a:pt x="238313" y="401128"/>
                  <a:pt x="238313" y="401128"/>
                </a:cubicBezTo>
                <a:lnTo>
                  <a:pt x="238313" y="281590"/>
                </a:lnTo>
                <a:lnTo>
                  <a:pt x="219248" y="281590"/>
                </a:lnTo>
                <a:lnTo>
                  <a:pt x="219248" y="400556"/>
                </a:lnTo>
                <a:lnTo>
                  <a:pt x="178639" y="400937"/>
                </a:lnTo>
                <a:lnTo>
                  <a:pt x="178639" y="385113"/>
                </a:lnTo>
                <a:cubicBezTo>
                  <a:pt x="178639" y="385113"/>
                  <a:pt x="195607" y="385113"/>
                  <a:pt x="195607" y="385113"/>
                </a:cubicBezTo>
                <a:lnTo>
                  <a:pt x="195607" y="195607"/>
                </a:lnTo>
                <a:lnTo>
                  <a:pt x="176542" y="195607"/>
                </a:lnTo>
                <a:lnTo>
                  <a:pt x="176542" y="272248"/>
                </a:lnTo>
                <a:lnTo>
                  <a:pt x="161481" y="272820"/>
                </a:lnTo>
                <a:lnTo>
                  <a:pt x="161481" y="203042"/>
                </a:lnTo>
                <a:cubicBezTo>
                  <a:pt x="161481" y="180546"/>
                  <a:pt x="180355" y="162243"/>
                  <a:pt x="203233" y="162053"/>
                </a:cubicBezTo>
                <a:lnTo>
                  <a:pt x="254327" y="162053"/>
                </a:lnTo>
                <a:cubicBezTo>
                  <a:pt x="277586" y="162053"/>
                  <a:pt x="295698" y="180164"/>
                  <a:pt x="295698" y="203996"/>
                </a:cubicBezTo>
                <a:lnTo>
                  <a:pt x="296651" y="271676"/>
                </a:lnTo>
                <a:lnTo>
                  <a:pt x="280637" y="271676"/>
                </a:lnTo>
                <a:close/>
                <a:moveTo>
                  <a:pt x="228780" y="0"/>
                </a:moveTo>
                <a:cubicBezTo>
                  <a:pt x="102570" y="0"/>
                  <a:pt x="0" y="102570"/>
                  <a:pt x="0" y="228780"/>
                </a:cubicBezTo>
                <a:cubicBezTo>
                  <a:pt x="0" y="354990"/>
                  <a:pt x="102570" y="457560"/>
                  <a:pt x="228780" y="457560"/>
                </a:cubicBezTo>
                <a:cubicBezTo>
                  <a:pt x="354990" y="457560"/>
                  <a:pt x="457560" y="354990"/>
                  <a:pt x="457560" y="228780"/>
                </a:cubicBezTo>
                <a:cubicBezTo>
                  <a:pt x="457560" y="102570"/>
                  <a:pt x="354990" y="0"/>
                  <a:pt x="228780" y="0"/>
                </a:cubicBezTo>
                <a:close/>
                <a:moveTo>
                  <a:pt x="383969" y="369289"/>
                </a:moveTo>
                <a:lnTo>
                  <a:pt x="316670" y="301990"/>
                </a:lnTo>
                <a:lnTo>
                  <a:pt x="303134" y="315526"/>
                </a:lnTo>
                <a:lnTo>
                  <a:pt x="370624" y="383016"/>
                </a:lnTo>
                <a:cubicBezTo>
                  <a:pt x="333256" y="417524"/>
                  <a:pt x="283497" y="438686"/>
                  <a:pt x="228780" y="438686"/>
                </a:cubicBezTo>
                <a:cubicBezTo>
                  <a:pt x="113055" y="438686"/>
                  <a:pt x="19065" y="344695"/>
                  <a:pt x="19065" y="228971"/>
                </a:cubicBezTo>
                <a:cubicBezTo>
                  <a:pt x="19065" y="174826"/>
                  <a:pt x="39846" y="125638"/>
                  <a:pt x="73591" y="88462"/>
                </a:cubicBezTo>
                <a:lnTo>
                  <a:pt x="137459" y="151376"/>
                </a:lnTo>
                <a:lnTo>
                  <a:pt x="150804" y="137840"/>
                </a:lnTo>
                <a:lnTo>
                  <a:pt x="86936" y="75116"/>
                </a:lnTo>
                <a:cubicBezTo>
                  <a:pt x="124304" y="40608"/>
                  <a:pt x="174063" y="19446"/>
                  <a:pt x="228780" y="19446"/>
                </a:cubicBezTo>
                <a:cubicBezTo>
                  <a:pt x="344505" y="19446"/>
                  <a:pt x="438495" y="113437"/>
                  <a:pt x="438495" y="229161"/>
                </a:cubicBezTo>
                <a:cubicBezTo>
                  <a:pt x="438495" y="283306"/>
                  <a:pt x="417714" y="332303"/>
                  <a:pt x="383969" y="36967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0" descr="Entering, leaving, evacuation icon.">
            <a:extLst>
              <a:ext uri="{FF2B5EF4-FFF2-40B4-BE49-F238E27FC236}">
                <a16:creationId xmlns:a16="http://schemas.microsoft.com/office/drawing/2014/main" id="{18E9FB77-F4A9-4F83-9B2D-AE4EA9B54373}"/>
              </a:ext>
            </a:extLst>
          </p:cNvPr>
          <p:cNvSpPr/>
          <p:nvPr/>
        </p:nvSpPr>
        <p:spPr>
          <a:xfrm>
            <a:off x="7103097" y="1326789"/>
            <a:ext cx="419620" cy="400746"/>
          </a:xfrm>
          <a:custGeom>
            <a:avLst/>
            <a:gdLst>
              <a:gd name="connsiteX0" fmla="*/ 19256 w 419620"/>
              <a:gd name="connsiteY0" fmla="*/ 381300 h 400746"/>
              <a:gd name="connsiteX1" fmla="*/ 190841 w 419620"/>
              <a:gd name="connsiteY1" fmla="*/ 381300 h 400746"/>
              <a:gd name="connsiteX2" fmla="*/ 190841 w 419620"/>
              <a:gd name="connsiteY2" fmla="*/ 400746 h 400746"/>
              <a:gd name="connsiteX3" fmla="*/ 19828 w 419620"/>
              <a:gd name="connsiteY3" fmla="*/ 400746 h 400746"/>
              <a:gd name="connsiteX4" fmla="*/ 0 w 419620"/>
              <a:gd name="connsiteY4" fmla="*/ 380919 h 400746"/>
              <a:gd name="connsiteX5" fmla="*/ 0 w 419620"/>
              <a:gd name="connsiteY5" fmla="*/ 19828 h 400746"/>
              <a:gd name="connsiteX6" fmla="*/ 19828 w 419620"/>
              <a:gd name="connsiteY6" fmla="*/ 0 h 400746"/>
              <a:gd name="connsiteX7" fmla="*/ 228399 w 419620"/>
              <a:gd name="connsiteY7" fmla="*/ 0 h 400746"/>
              <a:gd name="connsiteX8" fmla="*/ 248226 w 419620"/>
              <a:gd name="connsiteY8" fmla="*/ 19828 h 400746"/>
              <a:gd name="connsiteX9" fmla="*/ 248226 w 419620"/>
              <a:gd name="connsiteY9" fmla="*/ 143178 h 400746"/>
              <a:gd name="connsiteX10" fmla="*/ 229161 w 419620"/>
              <a:gd name="connsiteY10" fmla="*/ 143178 h 400746"/>
              <a:gd name="connsiteX11" fmla="*/ 229161 w 419620"/>
              <a:gd name="connsiteY11" fmla="*/ 18874 h 400746"/>
              <a:gd name="connsiteX12" fmla="*/ 19446 w 419620"/>
              <a:gd name="connsiteY12" fmla="*/ 19256 h 400746"/>
              <a:gd name="connsiteX13" fmla="*/ 19446 w 419620"/>
              <a:gd name="connsiteY13" fmla="*/ 381300 h 400746"/>
              <a:gd name="connsiteX14" fmla="*/ 265957 w 419620"/>
              <a:gd name="connsiteY14" fmla="*/ 65584 h 400746"/>
              <a:gd name="connsiteX15" fmla="*/ 314191 w 419620"/>
              <a:gd name="connsiteY15" fmla="*/ 16587 h 400746"/>
              <a:gd name="connsiteX16" fmla="*/ 362426 w 419620"/>
              <a:gd name="connsiteY16" fmla="*/ 65584 h 400746"/>
              <a:gd name="connsiteX17" fmla="*/ 314191 w 419620"/>
              <a:gd name="connsiteY17" fmla="*/ 114581 h 400746"/>
              <a:gd name="connsiteX18" fmla="*/ 265957 w 419620"/>
              <a:gd name="connsiteY18" fmla="*/ 65584 h 400746"/>
              <a:gd name="connsiteX19" fmla="*/ 285022 w 419620"/>
              <a:gd name="connsiteY19" fmla="*/ 65584 h 400746"/>
              <a:gd name="connsiteX20" fmla="*/ 314191 w 419620"/>
              <a:gd name="connsiteY20" fmla="*/ 95516 h 400746"/>
              <a:gd name="connsiteX21" fmla="*/ 343361 w 419620"/>
              <a:gd name="connsiteY21" fmla="*/ 65584 h 400746"/>
              <a:gd name="connsiteX22" fmla="*/ 314191 w 419620"/>
              <a:gd name="connsiteY22" fmla="*/ 35652 h 400746"/>
              <a:gd name="connsiteX23" fmla="*/ 285022 w 419620"/>
              <a:gd name="connsiteY23" fmla="*/ 65584 h 400746"/>
              <a:gd name="connsiteX24" fmla="*/ 419621 w 419620"/>
              <a:gd name="connsiteY24" fmla="*/ 167391 h 400746"/>
              <a:gd name="connsiteX25" fmla="*/ 419621 w 419620"/>
              <a:gd name="connsiteY25" fmla="*/ 225539 h 400746"/>
              <a:gd name="connsiteX26" fmla="*/ 402272 w 419620"/>
              <a:gd name="connsiteY26" fmla="*/ 242888 h 400746"/>
              <a:gd name="connsiteX27" fmla="*/ 386829 w 419620"/>
              <a:gd name="connsiteY27" fmla="*/ 242888 h 400746"/>
              <a:gd name="connsiteX28" fmla="*/ 369480 w 419620"/>
              <a:gd name="connsiteY28" fmla="*/ 225539 h 400746"/>
              <a:gd name="connsiteX29" fmla="*/ 369480 w 419620"/>
              <a:gd name="connsiteY29" fmla="*/ 189697 h 400746"/>
              <a:gd name="connsiteX30" fmla="*/ 357469 w 419620"/>
              <a:gd name="connsiteY30" fmla="*/ 184168 h 400746"/>
              <a:gd name="connsiteX31" fmla="*/ 357469 w 419620"/>
              <a:gd name="connsiteY31" fmla="*/ 241172 h 400746"/>
              <a:gd name="connsiteX32" fmla="*/ 345648 w 419620"/>
              <a:gd name="connsiteY32" fmla="*/ 270151 h 400746"/>
              <a:gd name="connsiteX33" fmla="*/ 397887 w 419620"/>
              <a:gd name="connsiteY33" fmla="*/ 361854 h 400746"/>
              <a:gd name="connsiteX34" fmla="*/ 399412 w 419620"/>
              <a:gd name="connsiteY34" fmla="*/ 376915 h 400746"/>
              <a:gd name="connsiteX35" fmla="*/ 388545 w 419620"/>
              <a:gd name="connsiteY35" fmla="*/ 387591 h 400746"/>
              <a:gd name="connsiteX36" fmla="*/ 366239 w 419620"/>
              <a:gd name="connsiteY36" fmla="*/ 394836 h 400746"/>
              <a:gd name="connsiteX37" fmla="*/ 351559 w 419620"/>
              <a:gd name="connsiteY37" fmla="*/ 399602 h 400746"/>
              <a:gd name="connsiteX38" fmla="*/ 346220 w 419620"/>
              <a:gd name="connsiteY38" fmla="*/ 400365 h 400746"/>
              <a:gd name="connsiteX39" fmla="*/ 338404 w 419620"/>
              <a:gd name="connsiteY39" fmla="*/ 398459 h 400746"/>
              <a:gd name="connsiteX40" fmla="*/ 329825 w 419620"/>
              <a:gd name="connsiteY40" fmla="*/ 388163 h 400746"/>
              <a:gd name="connsiteX41" fmla="*/ 325249 w 419620"/>
              <a:gd name="connsiteY41" fmla="*/ 373102 h 400746"/>
              <a:gd name="connsiteX42" fmla="*/ 332303 w 419620"/>
              <a:gd name="connsiteY42" fmla="*/ 353656 h 400746"/>
              <a:gd name="connsiteX43" fmla="*/ 297414 w 419620"/>
              <a:gd name="connsiteY43" fmla="*/ 302943 h 400746"/>
              <a:gd name="connsiteX44" fmla="*/ 286928 w 419620"/>
              <a:gd name="connsiteY44" fmla="*/ 309997 h 400746"/>
              <a:gd name="connsiteX45" fmla="*/ 281018 w 419620"/>
              <a:gd name="connsiteY45" fmla="*/ 384350 h 400746"/>
              <a:gd name="connsiteX46" fmla="*/ 263860 w 419620"/>
              <a:gd name="connsiteY46" fmla="*/ 400174 h 400746"/>
              <a:gd name="connsiteX47" fmla="*/ 227445 w 419620"/>
              <a:gd name="connsiteY47" fmla="*/ 400174 h 400746"/>
              <a:gd name="connsiteX48" fmla="*/ 210096 w 419620"/>
              <a:gd name="connsiteY48" fmla="*/ 382825 h 400746"/>
              <a:gd name="connsiteX49" fmla="*/ 210096 w 419620"/>
              <a:gd name="connsiteY49" fmla="*/ 367001 h 400746"/>
              <a:gd name="connsiteX50" fmla="*/ 227445 w 419620"/>
              <a:gd name="connsiteY50" fmla="*/ 349652 h 400746"/>
              <a:gd name="connsiteX51" fmla="*/ 229161 w 419620"/>
              <a:gd name="connsiteY51" fmla="*/ 349652 h 400746"/>
              <a:gd name="connsiteX52" fmla="*/ 230305 w 419620"/>
              <a:gd name="connsiteY52" fmla="*/ 290741 h 400746"/>
              <a:gd name="connsiteX53" fmla="*/ 234309 w 419620"/>
              <a:gd name="connsiteY53" fmla="*/ 280065 h 400746"/>
              <a:gd name="connsiteX54" fmla="*/ 267291 w 419620"/>
              <a:gd name="connsiteY54" fmla="*/ 236978 h 400746"/>
              <a:gd name="connsiteX55" fmla="*/ 267291 w 419620"/>
              <a:gd name="connsiteY55" fmla="*/ 217722 h 400746"/>
              <a:gd name="connsiteX56" fmla="*/ 260809 w 419620"/>
              <a:gd name="connsiteY56" fmla="*/ 219248 h 400746"/>
              <a:gd name="connsiteX57" fmla="*/ 217532 w 419620"/>
              <a:gd name="connsiteY57" fmla="*/ 219248 h 400746"/>
              <a:gd name="connsiteX58" fmla="*/ 200373 w 419620"/>
              <a:gd name="connsiteY58" fmla="*/ 201898 h 400746"/>
              <a:gd name="connsiteX59" fmla="*/ 200373 w 419620"/>
              <a:gd name="connsiteY59" fmla="*/ 186074 h 400746"/>
              <a:gd name="connsiteX60" fmla="*/ 217532 w 419620"/>
              <a:gd name="connsiteY60" fmla="*/ 168725 h 400746"/>
              <a:gd name="connsiteX61" fmla="*/ 245367 w 419620"/>
              <a:gd name="connsiteY61" fmla="*/ 168725 h 400746"/>
              <a:gd name="connsiteX62" fmla="*/ 272820 w 419620"/>
              <a:gd name="connsiteY62" fmla="*/ 142606 h 400746"/>
              <a:gd name="connsiteX63" fmla="*/ 309425 w 419620"/>
              <a:gd name="connsiteY63" fmla="*/ 121444 h 400746"/>
              <a:gd name="connsiteX64" fmla="*/ 340882 w 419620"/>
              <a:gd name="connsiteY64" fmla="*/ 121444 h 400746"/>
              <a:gd name="connsiteX65" fmla="*/ 358994 w 419620"/>
              <a:gd name="connsiteY65" fmla="*/ 125829 h 400746"/>
              <a:gd name="connsiteX66" fmla="*/ 410088 w 419620"/>
              <a:gd name="connsiteY66" fmla="*/ 151757 h 400746"/>
              <a:gd name="connsiteX67" fmla="*/ 419621 w 419620"/>
              <a:gd name="connsiteY67" fmla="*/ 167391 h 400746"/>
              <a:gd name="connsiteX68" fmla="*/ 267101 w 419620"/>
              <a:gd name="connsiteY68" fmla="*/ 194654 h 400746"/>
              <a:gd name="connsiteX69" fmla="*/ 267101 w 419620"/>
              <a:gd name="connsiteY69" fmla="*/ 190650 h 400746"/>
              <a:gd name="connsiteX70" fmla="*/ 267101 w 419620"/>
              <a:gd name="connsiteY70" fmla="*/ 173682 h 400746"/>
              <a:gd name="connsiteX71" fmla="*/ 256615 w 419620"/>
              <a:gd name="connsiteY71" fmla="*/ 183405 h 400746"/>
              <a:gd name="connsiteX72" fmla="*/ 245176 w 419620"/>
              <a:gd name="connsiteY72" fmla="*/ 187790 h 400746"/>
              <a:gd name="connsiteX73" fmla="*/ 219248 w 419620"/>
              <a:gd name="connsiteY73" fmla="*/ 187790 h 400746"/>
              <a:gd name="connsiteX74" fmla="*/ 219248 w 419620"/>
              <a:gd name="connsiteY74" fmla="*/ 200183 h 400746"/>
              <a:gd name="connsiteX75" fmla="*/ 260619 w 419620"/>
              <a:gd name="connsiteY75" fmla="*/ 200183 h 400746"/>
              <a:gd name="connsiteX76" fmla="*/ 267101 w 419620"/>
              <a:gd name="connsiteY76" fmla="*/ 194654 h 400746"/>
              <a:gd name="connsiteX77" fmla="*/ 330396 w 419620"/>
              <a:gd name="connsiteY77" fmla="*/ 281781 h 400746"/>
              <a:gd name="connsiteX78" fmla="*/ 324868 w 419620"/>
              <a:gd name="connsiteY78" fmla="*/ 285022 h 400746"/>
              <a:gd name="connsiteX79" fmla="*/ 321817 w 419620"/>
              <a:gd name="connsiteY79" fmla="*/ 286738 h 400746"/>
              <a:gd name="connsiteX80" fmla="*/ 313238 w 419620"/>
              <a:gd name="connsiteY80" fmla="*/ 292457 h 400746"/>
              <a:gd name="connsiteX81" fmla="*/ 362044 w 419620"/>
              <a:gd name="connsiteY81" fmla="*/ 363188 h 400746"/>
              <a:gd name="connsiteX82" fmla="*/ 344123 w 419620"/>
              <a:gd name="connsiteY82" fmla="*/ 368908 h 400746"/>
              <a:gd name="connsiteX83" fmla="*/ 347746 w 419620"/>
              <a:gd name="connsiteY83" fmla="*/ 380728 h 400746"/>
              <a:gd name="connsiteX84" fmla="*/ 360710 w 419620"/>
              <a:gd name="connsiteY84" fmla="*/ 376534 h 400746"/>
              <a:gd name="connsiteX85" fmla="*/ 380919 w 419620"/>
              <a:gd name="connsiteY85" fmla="*/ 370052 h 400746"/>
              <a:gd name="connsiteX86" fmla="*/ 330587 w 419620"/>
              <a:gd name="connsiteY86" fmla="*/ 281781 h 400746"/>
              <a:gd name="connsiteX87" fmla="*/ 286166 w 419620"/>
              <a:gd name="connsiteY87" fmla="*/ 190650 h 400746"/>
              <a:gd name="connsiteX88" fmla="*/ 285784 w 419620"/>
              <a:gd name="connsiteY88" fmla="*/ 238884 h 400746"/>
              <a:gd name="connsiteX89" fmla="*/ 280637 w 419620"/>
              <a:gd name="connsiteY89" fmla="*/ 250705 h 400746"/>
              <a:gd name="connsiteX90" fmla="*/ 247845 w 419620"/>
              <a:gd name="connsiteY90" fmla="*/ 293029 h 400746"/>
              <a:gd name="connsiteX91" fmla="*/ 247464 w 419620"/>
              <a:gd name="connsiteY91" fmla="*/ 368908 h 400746"/>
              <a:gd name="connsiteX92" fmla="*/ 228780 w 419620"/>
              <a:gd name="connsiteY92" fmla="*/ 368908 h 400746"/>
              <a:gd name="connsiteX93" fmla="*/ 228780 w 419620"/>
              <a:gd name="connsiteY93" fmla="*/ 381300 h 400746"/>
              <a:gd name="connsiteX94" fmla="*/ 261762 w 419620"/>
              <a:gd name="connsiteY94" fmla="*/ 381300 h 400746"/>
              <a:gd name="connsiteX95" fmla="*/ 268435 w 419620"/>
              <a:gd name="connsiteY95" fmla="*/ 307137 h 400746"/>
              <a:gd name="connsiteX96" fmla="*/ 276061 w 419620"/>
              <a:gd name="connsiteY96" fmla="*/ 294173 h 400746"/>
              <a:gd name="connsiteX97" fmla="*/ 315144 w 419620"/>
              <a:gd name="connsiteY97" fmla="*/ 268435 h 400746"/>
              <a:gd name="connsiteX98" fmla="*/ 338404 w 419620"/>
              <a:gd name="connsiteY98" fmla="*/ 240791 h 400746"/>
              <a:gd name="connsiteX99" fmla="*/ 338404 w 419620"/>
              <a:gd name="connsiteY99" fmla="*/ 175398 h 400746"/>
              <a:gd name="connsiteX100" fmla="*/ 328490 w 419620"/>
              <a:gd name="connsiteY100" fmla="*/ 171013 h 400746"/>
              <a:gd name="connsiteX101" fmla="*/ 336307 w 419620"/>
              <a:gd name="connsiteY101" fmla="*/ 153664 h 400746"/>
              <a:gd name="connsiteX102" fmla="*/ 378631 w 419620"/>
              <a:gd name="connsiteY102" fmla="*/ 172729 h 400746"/>
              <a:gd name="connsiteX103" fmla="*/ 388545 w 419620"/>
              <a:gd name="connsiteY103" fmla="*/ 188172 h 400746"/>
              <a:gd name="connsiteX104" fmla="*/ 388545 w 419620"/>
              <a:gd name="connsiteY104" fmla="*/ 223823 h 400746"/>
              <a:gd name="connsiteX105" fmla="*/ 400365 w 419620"/>
              <a:gd name="connsiteY105" fmla="*/ 223823 h 400746"/>
              <a:gd name="connsiteX106" fmla="*/ 400365 w 419620"/>
              <a:gd name="connsiteY106" fmla="*/ 167391 h 400746"/>
              <a:gd name="connsiteX107" fmla="*/ 350224 w 419620"/>
              <a:gd name="connsiteY107" fmla="*/ 142797 h 400746"/>
              <a:gd name="connsiteX108" fmla="*/ 340692 w 419620"/>
              <a:gd name="connsiteY108" fmla="*/ 140509 h 400746"/>
              <a:gd name="connsiteX109" fmla="*/ 309234 w 419620"/>
              <a:gd name="connsiteY109" fmla="*/ 140509 h 400746"/>
              <a:gd name="connsiteX110" fmla="*/ 287882 w 419620"/>
              <a:gd name="connsiteY110" fmla="*/ 154236 h 400746"/>
              <a:gd name="connsiteX111" fmla="*/ 287882 w 419620"/>
              <a:gd name="connsiteY111" fmla="*/ 154236 h 400746"/>
              <a:gd name="connsiteX112" fmla="*/ 287882 w 419620"/>
              <a:gd name="connsiteY112" fmla="*/ 154427 h 400746"/>
              <a:gd name="connsiteX113" fmla="*/ 286166 w 419620"/>
              <a:gd name="connsiteY113" fmla="*/ 162053 h 400746"/>
              <a:gd name="connsiteX114" fmla="*/ 286166 w 419620"/>
              <a:gd name="connsiteY114" fmla="*/ 190650 h 400746"/>
              <a:gd name="connsiteX115" fmla="*/ 209906 w 419620"/>
              <a:gd name="connsiteY115" fmla="*/ 85792 h 400746"/>
              <a:gd name="connsiteX116" fmla="*/ 118584 w 419620"/>
              <a:gd name="connsiteY116" fmla="*/ 85792 h 400746"/>
              <a:gd name="connsiteX117" fmla="*/ 138031 w 419620"/>
              <a:gd name="connsiteY117" fmla="*/ 66346 h 400746"/>
              <a:gd name="connsiteX118" fmla="*/ 124494 w 419620"/>
              <a:gd name="connsiteY118" fmla="*/ 52810 h 400746"/>
              <a:gd name="connsiteX119" fmla="*/ 92656 w 419620"/>
              <a:gd name="connsiteY119" fmla="*/ 84649 h 400746"/>
              <a:gd name="connsiteX120" fmla="*/ 92656 w 419620"/>
              <a:gd name="connsiteY120" fmla="*/ 106001 h 400746"/>
              <a:gd name="connsiteX121" fmla="*/ 124494 w 419620"/>
              <a:gd name="connsiteY121" fmla="*/ 137840 h 400746"/>
              <a:gd name="connsiteX122" fmla="*/ 138031 w 419620"/>
              <a:gd name="connsiteY122" fmla="*/ 124304 h 400746"/>
              <a:gd name="connsiteX123" fmla="*/ 118584 w 419620"/>
              <a:gd name="connsiteY123" fmla="*/ 104857 h 400746"/>
              <a:gd name="connsiteX124" fmla="*/ 209906 w 419620"/>
              <a:gd name="connsiteY124" fmla="*/ 104857 h 400746"/>
              <a:gd name="connsiteX125" fmla="*/ 209906 w 419620"/>
              <a:gd name="connsiteY125" fmla="*/ 85792 h 400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419620" h="400746">
                <a:moveTo>
                  <a:pt x="19256" y="381300"/>
                </a:moveTo>
                <a:lnTo>
                  <a:pt x="190841" y="381300"/>
                </a:lnTo>
                <a:lnTo>
                  <a:pt x="190841" y="400746"/>
                </a:lnTo>
                <a:lnTo>
                  <a:pt x="19828" y="400746"/>
                </a:lnTo>
                <a:cubicBezTo>
                  <a:pt x="8961" y="400746"/>
                  <a:pt x="0" y="391786"/>
                  <a:pt x="0" y="380919"/>
                </a:cubicBezTo>
                <a:lnTo>
                  <a:pt x="0" y="19828"/>
                </a:lnTo>
                <a:cubicBezTo>
                  <a:pt x="0" y="8961"/>
                  <a:pt x="8770" y="0"/>
                  <a:pt x="19828" y="0"/>
                </a:cubicBezTo>
                <a:lnTo>
                  <a:pt x="228399" y="0"/>
                </a:lnTo>
                <a:cubicBezTo>
                  <a:pt x="239266" y="0"/>
                  <a:pt x="248226" y="8961"/>
                  <a:pt x="248226" y="19828"/>
                </a:cubicBezTo>
                <a:lnTo>
                  <a:pt x="248226" y="143178"/>
                </a:lnTo>
                <a:lnTo>
                  <a:pt x="229161" y="143178"/>
                </a:lnTo>
                <a:lnTo>
                  <a:pt x="229161" y="18874"/>
                </a:lnTo>
                <a:lnTo>
                  <a:pt x="19446" y="19256"/>
                </a:lnTo>
                <a:lnTo>
                  <a:pt x="19446" y="381300"/>
                </a:lnTo>
                <a:close/>
                <a:moveTo>
                  <a:pt x="265957" y="65584"/>
                </a:moveTo>
                <a:cubicBezTo>
                  <a:pt x="265957" y="38511"/>
                  <a:pt x="287691" y="16587"/>
                  <a:pt x="314191" y="16587"/>
                </a:cubicBezTo>
                <a:cubicBezTo>
                  <a:pt x="340692" y="16587"/>
                  <a:pt x="362426" y="38511"/>
                  <a:pt x="362426" y="65584"/>
                </a:cubicBezTo>
                <a:cubicBezTo>
                  <a:pt x="362426" y="92656"/>
                  <a:pt x="340692" y="114581"/>
                  <a:pt x="314191" y="114581"/>
                </a:cubicBezTo>
                <a:cubicBezTo>
                  <a:pt x="287691" y="114581"/>
                  <a:pt x="265957" y="92656"/>
                  <a:pt x="265957" y="65584"/>
                </a:cubicBezTo>
                <a:close/>
                <a:moveTo>
                  <a:pt x="285022" y="65584"/>
                </a:moveTo>
                <a:cubicBezTo>
                  <a:pt x="285022" y="81980"/>
                  <a:pt x="298177" y="95516"/>
                  <a:pt x="314191" y="95516"/>
                </a:cubicBezTo>
                <a:cubicBezTo>
                  <a:pt x="330206" y="95516"/>
                  <a:pt x="343361" y="82170"/>
                  <a:pt x="343361" y="65584"/>
                </a:cubicBezTo>
                <a:cubicBezTo>
                  <a:pt x="343361" y="48997"/>
                  <a:pt x="330206" y="35652"/>
                  <a:pt x="314191" y="35652"/>
                </a:cubicBezTo>
                <a:cubicBezTo>
                  <a:pt x="298177" y="35652"/>
                  <a:pt x="285022" y="48997"/>
                  <a:pt x="285022" y="65584"/>
                </a:cubicBezTo>
                <a:close/>
                <a:moveTo>
                  <a:pt x="419621" y="167391"/>
                </a:moveTo>
                <a:lnTo>
                  <a:pt x="419621" y="225539"/>
                </a:lnTo>
                <a:cubicBezTo>
                  <a:pt x="419621" y="235071"/>
                  <a:pt x="411804" y="242888"/>
                  <a:pt x="402272" y="242888"/>
                </a:cubicBezTo>
                <a:lnTo>
                  <a:pt x="386829" y="242888"/>
                </a:lnTo>
                <a:cubicBezTo>
                  <a:pt x="377296" y="242888"/>
                  <a:pt x="369480" y="235071"/>
                  <a:pt x="369480" y="225539"/>
                </a:cubicBezTo>
                <a:lnTo>
                  <a:pt x="369480" y="189697"/>
                </a:lnTo>
                <a:cubicBezTo>
                  <a:pt x="369480" y="189697"/>
                  <a:pt x="357469" y="184168"/>
                  <a:pt x="357469" y="184168"/>
                </a:cubicBezTo>
                <a:lnTo>
                  <a:pt x="357469" y="241172"/>
                </a:lnTo>
                <a:cubicBezTo>
                  <a:pt x="357278" y="254136"/>
                  <a:pt x="352131" y="263288"/>
                  <a:pt x="345648" y="270151"/>
                </a:cubicBezTo>
                <a:lnTo>
                  <a:pt x="397887" y="361854"/>
                </a:lnTo>
                <a:cubicBezTo>
                  <a:pt x="400556" y="365857"/>
                  <a:pt x="401318" y="371768"/>
                  <a:pt x="399412" y="376915"/>
                </a:cubicBezTo>
                <a:cubicBezTo>
                  <a:pt x="397696" y="382063"/>
                  <a:pt x="393692" y="385876"/>
                  <a:pt x="388545" y="387591"/>
                </a:cubicBezTo>
                <a:cubicBezTo>
                  <a:pt x="373674" y="392548"/>
                  <a:pt x="366239" y="394836"/>
                  <a:pt x="366239" y="394836"/>
                </a:cubicBezTo>
                <a:lnTo>
                  <a:pt x="351559" y="399602"/>
                </a:lnTo>
                <a:cubicBezTo>
                  <a:pt x="349843" y="400174"/>
                  <a:pt x="348127" y="400365"/>
                  <a:pt x="346220" y="400365"/>
                </a:cubicBezTo>
                <a:cubicBezTo>
                  <a:pt x="343551" y="400365"/>
                  <a:pt x="340882" y="399793"/>
                  <a:pt x="338404" y="398459"/>
                </a:cubicBezTo>
                <a:cubicBezTo>
                  <a:pt x="334209" y="396361"/>
                  <a:pt x="331159" y="392739"/>
                  <a:pt x="329825" y="388163"/>
                </a:cubicBezTo>
                <a:lnTo>
                  <a:pt x="325249" y="373102"/>
                </a:lnTo>
                <a:cubicBezTo>
                  <a:pt x="322961" y="365667"/>
                  <a:pt x="326012" y="357850"/>
                  <a:pt x="332303" y="353656"/>
                </a:cubicBezTo>
                <a:lnTo>
                  <a:pt x="297414" y="302943"/>
                </a:lnTo>
                <a:lnTo>
                  <a:pt x="286928" y="309997"/>
                </a:lnTo>
                <a:lnTo>
                  <a:pt x="281018" y="384350"/>
                </a:lnTo>
                <a:cubicBezTo>
                  <a:pt x="280256" y="393311"/>
                  <a:pt x="272820" y="400174"/>
                  <a:pt x="263860" y="400174"/>
                </a:cubicBezTo>
                <a:lnTo>
                  <a:pt x="227445" y="400174"/>
                </a:lnTo>
                <a:cubicBezTo>
                  <a:pt x="217913" y="400174"/>
                  <a:pt x="210096" y="392358"/>
                  <a:pt x="210096" y="382825"/>
                </a:cubicBezTo>
                <a:lnTo>
                  <a:pt x="210096" y="367001"/>
                </a:lnTo>
                <a:cubicBezTo>
                  <a:pt x="210096" y="357469"/>
                  <a:pt x="217913" y="349652"/>
                  <a:pt x="227445" y="349652"/>
                </a:cubicBezTo>
                <a:lnTo>
                  <a:pt x="229161" y="349652"/>
                </a:lnTo>
                <a:lnTo>
                  <a:pt x="230305" y="290741"/>
                </a:lnTo>
                <a:cubicBezTo>
                  <a:pt x="230877" y="286928"/>
                  <a:pt x="232021" y="282925"/>
                  <a:pt x="234309" y="280065"/>
                </a:cubicBezTo>
                <a:lnTo>
                  <a:pt x="267291" y="236978"/>
                </a:lnTo>
                <a:lnTo>
                  <a:pt x="267291" y="217722"/>
                </a:lnTo>
                <a:cubicBezTo>
                  <a:pt x="265194" y="218676"/>
                  <a:pt x="263097" y="219248"/>
                  <a:pt x="260809" y="219248"/>
                </a:cubicBezTo>
                <a:lnTo>
                  <a:pt x="217532" y="219248"/>
                </a:lnTo>
                <a:cubicBezTo>
                  <a:pt x="207999" y="219248"/>
                  <a:pt x="200373" y="211431"/>
                  <a:pt x="200373" y="201898"/>
                </a:cubicBezTo>
                <a:lnTo>
                  <a:pt x="200373" y="186074"/>
                </a:lnTo>
                <a:cubicBezTo>
                  <a:pt x="200373" y="176542"/>
                  <a:pt x="207999" y="168725"/>
                  <a:pt x="217532" y="168725"/>
                </a:cubicBezTo>
                <a:lnTo>
                  <a:pt x="245367" y="168725"/>
                </a:lnTo>
                <a:lnTo>
                  <a:pt x="272820" y="142606"/>
                </a:lnTo>
                <a:cubicBezTo>
                  <a:pt x="280065" y="130214"/>
                  <a:pt x="293982" y="121444"/>
                  <a:pt x="309425" y="121444"/>
                </a:cubicBezTo>
                <a:lnTo>
                  <a:pt x="340882" y="121444"/>
                </a:lnTo>
                <a:cubicBezTo>
                  <a:pt x="347174" y="121444"/>
                  <a:pt x="353465" y="122969"/>
                  <a:pt x="358994" y="125829"/>
                </a:cubicBezTo>
                <a:lnTo>
                  <a:pt x="410088" y="151757"/>
                </a:lnTo>
                <a:cubicBezTo>
                  <a:pt x="415998" y="154808"/>
                  <a:pt x="419621" y="160718"/>
                  <a:pt x="419621" y="167391"/>
                </a:cubicBezTo>
                <a:close/>
                <a:moveTo>
                  <a:pt x="267101" y="194654"/>
                </a:moveTo>
                <a:lnTo>
                  <a:pt x="267101" y="190650"/>
                </a:lnTo>
                <a:cubicBezTo>
                  <a:pt x="267101" y="190650"/>
                  <a:pt x="267101" y="173682"/>
                  <a:pt x="267101" y="173682"/>
                </a:cubicBezTo>
                <a:lnTo>
                  <a:pt x="256615" y="183405"/>
                </a:lnTo>
                <a:cubicBezTo>
                  <a:pt x="253183" y="186265"/>
                  <a:pt x="249370" y="187790"/>
                  <a:pt x="245176" y="187790"/>
                </a:cubicBezTo>
                <a:lnTo>
                  <a:pt x="219248" y="187790"/>
                </a:lnTo>
                <a:lnTo>
                  <a:pt x="219248" y="200183"/>
                </a:lnTo>
                <a:lnTo>
                  <a:pt x="260619" y="200183"/>
                </a:lnTo>
                <a:lnTo>
                  <a:pt x="267101" y="194654"/>
                </a:lnTo>
                <a:close/>
                <a:moveTo>
                  <a:pt x="330396" y="281781"/>
                </a:moveTo>
                <a:cubicBezTo>
                  <a:pt x="328490" y="282925"/>
                  <a:pt x="326583" y="284069"/>
                  <a:pt x="324868" y="285022"/>
                </a:cubicBezTo>
                <a:lnTo>
                  <a:pt x="321817" y="286738"/>
                </a:lnTo>
                <a:lnTo>
                  <a:pt x="313238" y="292457"/>
                </a:lnTo>
                <a:lnTo>
                  <a:pt x="362044" y="363188"/>
                </a:lnTo>
                <a:lnTo>
                  <a:pt x="344123" y="368908"/>
                </a:lnTo>
                <a:lnTo>
                  <a:pt x="347746" y="380728"/>
                </a:lnTo>
                <a:lnTo>
                  <a:pt x="360710" y="376534"/>
                </a:lnTo>
                <a:cubicBezTo>
                  <a:pt x="360710" y="376534"/>
                  <a:pt x="367573" y="374437"/>
                  <a:pt x="380919" y="370052"/>
                </a:cubicBezTo>
                <a:lnTo>
                  <a:pt x="330587" y="281781"/>
                </a:lnTo>
                <a:close/>
                <a:moveTo>
                  <a:pt x="286166" y="190650"/>
                </a:moveTo>
                <a:lnTo>
                  <a:pt x="285784" y="238884"/>
                </a:lnTo>
                <a:cubicBezTo>
                  <a:pt x="285784" y="242507"/>
                  <a:pt x="284069" y="246510"/>
                  <a:pt x="280637" y="250705"/>
                </a:cubicBezTo>
                <a:lnTo>
                  <a:pt x="247845" y="293029"/>
                </a:lnTo>
                <a:lnTo>
                  <a:pt x="247464" y="368908"/>
                </a:lnTo>
                <a:lnTo>
                  <a:pt x="228780" y="368908"/>
                </a:lnTo>
                <a:lnTo>
                  <a:pt x="228780" y="381300"/>
                </a:lnTo>
                <a:lnTo>
                  <a:pt x="261762" y="381300"/>
                </a:lnTo>
                <a:lnTo>
                  <a:pt x="268435" y="307137"/>
                </a:lnTo>
                <a:cubicBezTo>
                  <a:pt x="268817" y="301799"/>
                  <a:pt x="271676" y="297033"/>
                  <a:pt x="276061" y="294173"/>
                </a:cubicBezTo>
                <a:lnTo>
                  <a:pt x="315144" y="268435"/>
                </a:lnTo>
                <a:cubicBezTo>
                  <a:pt x="329253" y="260428"/>
                  <a:pt x="338022" y="254708"/>
                  <a:pt x="338404" y="240791"/>
                </a:cubicBezTo>
                <a:lnTo>
                  <a:pt x="338404" y="175398"/>
                </a:lnTo>
                <a:cubicBezTo>
                  <a:pt x="338404" y="175398"/>
                  <a:pt x="328490" y="171013"/>
                  <a:pt x="328490" y="171013"/>
                </a:cubicBezTo>
                <a:lnTo>
                  <a:pt x="336307" y="153664"/>
                </a:lnTo>
                <a:lnTo>
                  <a:pt x="378631" y="172729"/>
                </a:lnTo>
                <a:cubicBezTo>
                  <a:pt x="384732" y="175398"/>
                  <a:pt x="388545" y="181499"/>
                  <a:pt x="388545" y="188172"/>
                </a:cubicBezTo>
                <a:lnTo>
                  <a:pt x="388545" y="223823"/>
                </a:lnTo>
                <a:cubicBezTo>
                  <a:pt x="388545" y="223823"/>
                  <a:pt x="400365" y="223823"/>
                  <a:pt x="400365" y="223823"/>
                </a:cubicBezTo>
                <a:lnTo>
                  <a:pt x="400365" y="167391"/>
                </a:lnTo>
                <a:lnTo>
                  <a:pt x="350224" y="142797"/>
                </a:lnTo>
                <a:cubicBezTo>
                  <a:pt x="347174" y="141272"/>
                  <a:pt x="343933" y="140509"/>
                  <a:pt x="340692" y="140509"/>
                </a:cubicBezTo>
                <a:lnTo>
                  <a:pt x="309234" y="140509"/>
                </a:lnTo>
                <a:cubicBezTo>
                  <a:pt x="299892" y="140509"/>
                  <a:pt x="291313" y="146419"/>
                  <a:pt x="287882" y="154236"/>
                </a:cubicBezTo>
                <a:lnTo>
                  <a:pt x="287882" y="154236"/>
                </a:lnTo>
                <a:cubicBezTo>
                  <a:pt x="287882" y="154236"/>
                  <a:pt x="287882" y="154427"/>
                  <a:pt x="287882" y="154427"/>
                </a:cubicBezTo>
                <a:cubicBezTo>
                  <a:pt x="286738" y="156905"/>
                  <a:pt x="286166" y="159383"/>
                  <a:pt x="286166" y="162053"/>
                </a:cubicBezTo>
                <a:lnTo>
                  <a:pt x="286166" y="190650"/>
                </a:lnTo>
                <a:moveTo>
                  <a:pt x="209906" y="85792"/>
                </a:moveTo>
                <a:lnTo>
                  <a:pt x="118584" y="85792"/>
                </a:lnTo>
                <a:lnTo>
                  <a:pt x="138031" y="66346"/>
                </a:lnTo>
                <a:lnTo>
                  <a:pt x="124494" y="52810"/>
                </a:lnTo>
                <a:lnTo>
                  <a:pt x="92656" y="84649"/>
                </a:lnTo>
                <a:cubicBezTo>
                  <a:pt x="86746" y="90559"/>
                  <a:pt x="86746" y="100091"/>
                  <a:pt x="92656" y="106001"/>
                </a:cubicBezTo>
                <a:lnTo>
                  <a:pt x="124494" y="137840"/>
                </a:lnTo>
                <a:lnTo>
                  <a:pt x="138031" y="124304"/>
                </a:lnTo>
                <a:lnTo>
                  <a:pt x="118584" y="104857"/>
                </a:lnTo>
                <a:lnTo>
                  <a:pt x="209906" y="104857"/>
                </a:lnTo>
                <a:lnTo>
                  <a:pt x="209906" y="8579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12" descr="Person on stairs icon.">
            <a:extLst>
              <a:ext uri="{FF2B5EF4-FFF2-40B4-BE49-F238E27FC236}">
                <a16:creationId xmlns:a16="http://schemas.microsoft.com/office/drawing/2014/main" id="{319AA31F-7D62-4FCF-B08C-1420A8D7A840}"/>
              </a:ext>
            </a:extLst>
          </p:cNvPr>
          <p:cNvSpPr/>
          <p:nvPr/>
        </p:nvSpPr>
        <p:spPr>
          <a:xfrm>
            <a:off x="8332776" y="1381296"/>
            <a:ext cx="418667" cy="448218"/>
          </a:xfrm>
          <a:custGeom>
            <a:avLst/>
            <a:gdLst>
              <a:gd name="connsiteX0" fmla="*/ 405513 w 418667"/>
              <a:gd name="connsiteY0" fmla="*/ 266910 h 448218"/>
              <a:gd name="connsiteX1" fmla="*/ 323533 w 418667"/>
              <a:gd name="connsiteY1" fmla="*/ 266910 h 448218"/>
              <a:gd name="connsiteX2" fmla="*/ 304468 w 418667"/>
              <a:gd name="connsiteY2" fmla="*/ 285975 h 448218"/>
              <a:gd name="connsiteX3" fmla="*/ 304468 w 418667"/>
              <a:gd name="connsiteY3" fmla="*/ 324105 h 448218"/>
              <a:gd name="connsiteX4" fmla="*/ 228589 w 418667"/>
              <a:gd name="connsiteY4" fmla="*/ 324105 h 448218"/>
              <a:gd name="connsiteX5" fmla="*/ 209524 w 418667"/>
              <a:gd name="connsiteY5" fmla="*/ 342979 h 448218"/>
              <a:gd name="connsiteX6" fmla="*/ 209524 w 418667"/>
              <a:gd name="connsiteY6" fmla="*/ 381300 h 448218"/>
              <a:gd name="connsiteX7" fmla="*/ 187600 w 418667"/>
              <a:gd name="connsiteY7" fmla="*/ 381300 h 448218"/>
              <a:gd name="connsiteX8" fmla="*/ 204567 w 418667"/>
              <a:gd name="connsiteY8" fmla="*/ 363951 h 448218"/>
              <a:gd name="connsiteX9" fmla="*/ 204567 w 418667"/>
              <a:gd name="connsiteY9" fmla="*/ 348127 h 448218"/>
              <a:gd name="connsiteX10" fmla="*/ 187790 w 418667"/>
              <a:gd name="connsiteY10" fmla="*/ 330778 h 448218"/>
              <a:gd name="connsiteX11" fmla="*/ 189125 w 418667"/>
              <a:gd name="connsiteY11" fmla="*/ 272248 h 448218"/>
              <a:gd name="connsiteX12" fmla="*/ 185121 w 418667"/>
              <a:gd name="connsiteY12" fmla="*/ 261191 h 448218"/>
              <a:gd name="connsiteX13" fmla="*/ 150423 w 418667"/>
              <a:gd name="connsiteY13" fmla="*/ 219248 h 448218"/>
              <a:gd name="connsiteX14" fmla="*/ 150423 w 418667"/>
              <a:gd name="connsiteY14" fmla="*/ 197704 h 448218"/>
              <a:gd name="connsiteX15" fmla="*/ 158049 w 418667"/>
              <a:gd name="connsiteY15" fmla="*/ 199801 h 448218"/>
              <a:gd name="connsiteX16" fmla="*/ 201898 w 418667"/>
              <a:gd name="connsiteY16" fmla="*/ 199801 h 448218"/>
              <a:gd name="connsiteX17" fmla="*/ 219248 w 418667"/>
              <a:gd name="connsiteY17" fmla="*/ 182452 h 448218"/>
              <a:gd name="connsiteX18" fmla="*/ 219248 w 418667"/>
              <a:gd name="connsiteY18" fmla="*/ 166628 h 448218"/>
              <a:gd name="connsiteX19" fmla="*/ 201898 w 418667"/>
              <a:gd name="connsiteY19" fmla="*/ 149279 h 448218"/>
              <a:gd name="connsiteX20" fmla="*/ 174826 w 418667"/>
              <a:gd name="connsiteY20" fmla="*/ 149660 h 448218"/>
              <a:gd name="connsiteX21" fmla="*/ 145085 w 418667"/>
              <a:gd name="connsiteY21" fmla="*/ 125448 h 448218"/>
              <a:gd name="connsiteX22" fmla="*/ 110196 w 418667"/>
              <a:gd name="connsiteY22" fmla="*/ 105239 h 448218"/>
              <a:gd name="connsiteX23" fmla="*/ 78738 w 418667"/>
              <a:gd name="connsiteY23" fmla="*/ 105239 h 448218"/>
              <a:gd name="connsiteX24" fmla="*/ 60627 w 418667"/>
              <a:gd name="connsiteY24" fmla="*/ 109433 h 448218"/>
              <a:gd name="connsiteX25" fmla="*/ 9533 w 418667"/>
              <a:gd name="connsiteY25" fmla="*/ 134790 h 448218"/>
              <a:gd name="connsiteX26" fmla="*/ 0 w 418667"/>
              <a:gd name="connsiteY26" fmla="*/ 150232 h 448218"/>
              <a:gd name="connsiteX27" fmla="*/ 0 w 418667"/>
              <a:gd name="connsiteY27" fmla="*/ 207046 h 448218"/>
              <a:gd name="connsiteX28" fmla="*/ 16777 w 418667"/>
              <a:gd name="connsiteY28" fmla="*/ 224204 h 448218"/>
              <a:gd name="connsiteX29" fmla="*/ 16777 w 418667"/>
              <a:gd name="connsiteY29" fmla="*/ 224204 h 448218"/>
              <a:gd name="connsiteX30" fmla="*/ 34126 w 418667"/>
              <a:gd name="connsiteY30" fmla="*/ 224967 h 448218"/>
              <a:gd name="connsiteX31" fmla="*/ 51476 w 418667"/>
              <a:gd name="connsiteY31" fmla="*/ 207809 h 448218"/>
              <a:gd name="connsiteX32" fmla="*/ 52047 w 418667"/>
              <a:gd name="connsiteY32" fmla="*/ 171394 h 448218"/>
              <a:gd name="connsiteX33" fmla="*/ 61961 w 418667"/>
              <a:gd name="connsiteY33" fmla="*/ 167009 h 448218"/>
              <a:gd name="connsiteX34" fmla="*/ 61961 w 418667"/>
              <a:gd name="connsiteY34" fmla="*/ 222679 h 448218"/>
              <a:gd name="connsiteX35" fmla="*/ 73591 w 418667"/>
              <a:gd name="connsiteY35" fmla="*/ 251277 h 448218"/>
              <a:gd name="connsiteX36" fmla="*/ 3813 w 418667"/>
              <a:gd name="connsiteY36" fmla="*/ 361663 h 448218"/>
              <a:gd name="connsiteX37" fmla="*/ 1907 w 418667"/>
              <a:gd name="connsiteY37" fmla="*/ 377106 h 448218"/>
              <a:gd name="connsiteX38" fmla="*/ 12583 w 418667"/>
              <a:gd name="connsiteY38" fmla="*/ 387782 h 448218"/>
              <a:gd name="connsiteX39" fmla="*/ 34889 w 418667"/>
              <a:gd name="connsiteY39" fmla="*/ 395027 h 448218"/>
              <a:gd name="connsiteX40" fmla="*/ 49569 w 418667"/>
              <a:gd name="connsiteY40" fmla="*/ 399793 h 448218"/>
              <a:gd name="connsiteX41" fmla="*/ 54907 w 418667"/>
              <a:gd name="connsiteY41" fmla="*/ 400556 h 448218"/>
              <a:gd name="connsiteX42" fmla="*/ 62724 w 418667"/>
              <a:gd name="connsiteY42" fmla="*/ 398649 h 448218"/>
              <a:gd name="connsiteX43" fmla="*/ 71303 w 418667"/>
              <a:gd name="connsiteY43" fmla="*/ 388354 h 448218"/>
              <a:gd name="connsiteX44" fmla="*/ 75879 w 418667"/>
              <a:gd name="connsiteY44" fmla="*/ 373293 h 448218"/>
              <a:gd name="connsiteX45" fmla="*/ 69587 w 418667"/>
              <a:gd name="connsiteY45" fmla="*/ 354228 h 448218"/>
              <a:gd name="connsiteX46" fmla="*/ 123923 w 418667"/>
              <a:gd name="connsiteY46" fmla="*/ 285212 h 448218"/>
              <a:gd name="connsiteX47" fmla="*/ 131358 w 418667"/>
              <a:gd name="connsiteY47" fmla="*/ 289979 h 448218"/>
              <a:gd name="connsiteX48" fmla="*/ 138031 w 418667"/>
              <a:gd name="connsiteY48" fmla="*/ 365667 h 448218"/>
              <a:gd name="connsiteX49" fmla="*/ 154808 w 418667"/>
              <a:gd name="connsiteY49" fmla="*/ 381491 h 448218"/>
              <a:gd name="connsiteX50" fmla="*/ 132692 w 418667"/>
              <a:gd name="connsiteY50" fmla="*/ 381491 h 448218"/>
              <a:gd name="connsiteX51" fmla="*/ 113627 w 418667"/>
              <a:gd name="connsiteY51" fmla="*/ 400556 h 448218"/>
              <a:gd name="connsiteX52" fmla="*/ 113627 w 418667"/>
              <a:gd name="connsiteY52" fmla="*/ 429153 h 448218"/>
              <a:gd name="connsiteX53" fmla="*/ 132692 w 418667"/>
              <a:gd name="connsiteY53" fmla="*/ 448218 h 448218"/>
              <a:gd name="connsiteX54" fmla="*/ 399602 w 418667"/>
              <a:gd name="connsiteY54" fmla="*/ 448218 h 448218"/>
              <a:gd name="connsiteX55" fmla="*/ 418667 w 418667"/>
              <a:gd name="connsiteY55" fmla="*/ 429153 h 448218"/>
              <a:gd name="connsiteX56" fmla="*/ 418667 w 418667"/>
              <a:gd name="connsiteY56" fmla="*/ 280256 h 448218"/>
              <a:gd name="connsiteX57" fmla="*/ 405322 w 418667"/>
              <a:gd name="connsiteY57" fmla="*/ 266910 h 448218"/>
              <a:gd name="connsiteX58" fmla="*/ 150232 w 418667"/>
              <a:gd name="connsiteY58" fmla="*/ 170632 h 448218"/>
              <a:gd name="connsiteX59" fmla="*/ 150232 w 418667"/>
              <a:gd name="connsiteY59" fmla="*/ 154617 h 448218"/>
              <a:gd name="connsiteX60" fmla="*/ 162434 w 418667"/>
              <a:gd name="connsiteY60" fmla="*/ 164531 h 448218"/>
              <a:gd name="connsiteX61" fmla="*/ 173492 w 418667"/>
              <a:gd name="connsiteY61" fmla="*/ 168535 h 448218"/>
              <a:gd name="connsiteX62" fmla="*/ 199801 w 418667"/>
              <a:gd name="connsiteY62" fmla="*/ 168535 h 448218"/>
              <a:gd name="connsiteX63" fmla="*/ 199801 w 418667"/>
              <a:gd name="connsiteY63" fmla="*/ 181880 h 448218"/>
              <a:gd name="connsiteX64" fmla="*/ 159002 w 418667"/>
              <a:gd name="connsiteY64" fmla="*/ 181308 h 448218"/>
              <a:gd name="connsiteX65" fmla="*/ 150232 w 418667"/>
              <a:gd name="connsiteY65" fmla="*/ 174254 h 448218"/>
              <a:gd name="connsiteX66" fmla="*/ 150232 w 418667"/>
              <a:gd name="connsiteY66" fmla="*/ 170632 h 448218"/>
              <a:gd name="connsiteX67" fmla="*/ 38321 w 418667"/>
              <a:gd name="connsiteY67" fmla="*/ 362998 h 448218"/>
              <a:gd name="connsiteX68" fmla="*/ 56623 w 418667"/>
              <a:gd name="connsiteY68" fmla="*/ 369289 h 448218"/>
              <a:gd name="connsiteX69" fmla="*/ 51857 w 418667"/>
              <a:gd name="connsiteY69" fmla="*/ 380919 h 448218"/>
              <a:gd name="connsiteX70" fmla="*/ 40608 w 418667"/>
              <a:gd name="connsiteY70" fmla="*/ 376724 h 448218"/>
              <a:gd name="connsiteX71" fmla="*/ 20590 w 418667"/>
              <a:gd name="connsiteY71" fmla="*/ 370242 h 448218"/>
              <a:gd name="connsiteX72" fmla="*/ 88462 w 418667"/>
              <a:gd name="connsiteY72" fmla="*/ 262716 h 448218"/>
              <a:gd name="connsiteX73" fmla="*/ 94372 w 418667"/>
              <a:gd name="connsiteY73" fmla="*/ 266147 h 448218"/>
              <a:gd name="connsiteX74" fmla="*/ 107908 w 418667"/>
              <a:gd name="connsiteY74" fmla="*/ 274917 h 448218"/>
              <a:gd name="connsiteX75" fmla="*/ 38511 w 418667"/>
              <a:gd name="connsiteY75" fmla="*/ 363188 h 448218"/>
              <a:gd name="connsiteX76" fmla="*/ 142797 w 418667"/>
              <a:gd name="connsiteY76" fmla="*/ 275108 h 448218"/>
              <a:gd name="connsiteX77" fmla="*/ 106955 w 418667"/>
              <a:gd name="connsiteY77" fmla="*/ 251277 h 448218"/>
              <a:gd name="connsiteX78" fmla="*/ 103714 w 418667"/>
              <a:gd name="connsiteY78" fmla="*/ 249370 h 448218"/>
              <a:gd name="connsiteX79" fmla="*/ 80454 w 418667"/>
              <a:gd name="connsiteY79" fmla="*/ 222107 h 448218"/>
              <a:gd name="connsiteX80" fmla="*/ 80454 w 418667"/>
              <a:gd name="connsiteY80" fmla="*/ 158240 h 448218"/>
              <a:gd name="connsiteX81" fmla="*/ 91321 w 418667"/>
              <a:gd name="connsiteY81" fmla="*/ 153473 h 448218"/>
              <a:gd name="connsiteX82" fmla="*/ 83505 w 418667"/>
              <a:gd name="connsiteY82" fmla="*/ 136124 h 448218"/>
              <a:gd name="connsiteX83" fmla="*/ 43850 w 418667"/>
              <a:gd name="connsiteY83" fmla="*/ 153855 h 448218"/>
              <a:gd name="connsiteX84" fmla="*/ 32411 w 418667"/>
              <a:gd name="connsiteY84" fmla="*/ 171394 h 448218"/>
              <a:gd name="connsiteX85" fmla="*/ 32029 w 418667"/>
              <a:gd name="connsiteY85" fmla="*/ 205139 h 448218"/>
              <a:gd name="connsiteX86" fmla="*/ 18493 w 418667"/>
              <a:gd name="connsiteY86" fmla="*/ 205139 h 448218"/>
              <a:gd name="connsiteX87" fmla="*/ 18493 w 418667"/>
              <a:gd name="connsiteY87" fmla="*/ 151376 h 448218"/>
              <a:gd name="connsiteX88" fmla="*/ 68634 w 418667"/>
              <a:gd name="connsiteY88" fmla="*/ 126401 h 448218"/>
              <a:gd name="connsiteX89" fmla="*/ 78167 w 418667"/>
              <a:gd name="connsiteY89" fmla="*/ 124113 h 448218"/>
              <a:gd name="connsiteX90" fmla="*/ 109624 w 418667"/>
              <a:gd name="connsiteY90" fmla="*/ 124113 h 448218"/>
              <a:gd name="connsiteX91" fmla="*/ 131167 w 418667"/>
              <a:gd name="connsiteY91" fmla="*/ 145275 h 448218"/>
              <a:gd name="connsiteX92" fmla="*/ 131167 w 418667"/>
              <a:gd name="connsiteY92" fmla="*/ 219248 h 448218"/>
              <a:gd name="connsiteX93" fmla="*/ 135171 w 418667"/>
              <a:gd name="connsiteY93" fmla="*/ 230305 h 448218"/>
              <a:gd name="connsiteX94" fmla="*/ 169869 w 418667"/>
              <a:gd name="connsiteY94" fmla="*/ 272058 h 448218"/>
              <a:gd name="connsiteX95" fmla="*/ 168153 w 418667"/>
              <a:gd name="connsiteY95" fmla="*/ 349843 h 448218"/>
              <a:gd name="connsiteX96" fmla="*/ 185312 w 418667"/>
              <a:gd name="connsiteY96" fmla="*/ 349843 h 448218"/>
              <a:gd name="connsiteX97" fmla="*/ 185312 w 418667"/>
              <a:gd name="connsiteY97" fmla="*/ 362235 h 448218"/>
              <a:gd name="connsiteX98" fmla="*/ 157096 w 418667"/>
              <a:gd name="connsiteY98" fmla="*/ 362235 h 448218"/>
              <a:gd name="connsiteX99" fmla="*/ 150423 w 418667"/>
              <a:gd name="connsiteY99" fmla="*/ 288072 h 448218"/>
              <a:gd name="connsiteX100" fmla="*/ 142797 w 418667"/>
              <a:gd name="connsiteY100" fmla="*/ 275108 h 448218"/>
              <a:gd name="connsiteX101" fmla="*/ 399793 w 418667"/>
              <a:gd name="connsiteY101" fmla="*/ 428963 h 448218"/>
              <a:gd name="connsiteX102" fmla="*/ 132883 w 418667"/>
              <a:gd name="connsiteY102" fmla="*/ 428963 h 448218"/>
              <a:gd name="connsiteX103" fmla="*/ 132883 w 418667"/>
              <a:gd name="connsiteY103" fmla="*/ 400365 h 448218"/>
              <a:gd name="connsiteX104" fmla="*/ 228208 w 418667"/>
              <a:gd name="connsiteY104" fmla="*/ 400365 h 448218"/>
              <a:gd name="connsiteX105" fmla="*/ 228589 w 418667"/>
              <a:gd name="connsiteY105" fmla="*/ 343170 h 448218"/>
              <a:gd name="connsiteX106" fmla="*/ 323533 w 418667"/>
              <a:gd name="connsiteY106" fmla="*/ 343170 h 448218"/>
              <a:gd name="connsiteX107" fmla="*/ 323533 w 418667"/>
              <a:gd name="connsiteY107" fmla="*/ 285975 h 448218"/>
              <a:gd name="connsiteX108" fmla="*/ 399793 w 418667"/>
              <a:gd name="connsiteY108" fmla="*/ 285975 h 448218"/>
              <a:gd name="connsiteX109" fmla="*/ 399793 w 418667"/>
              <a:gd name="connsiteY109" fmla="*/ 428963 h 448218"/>
              <a:gd name="connsiteX110" fmla="*/ 109052 w 418667"/>
              <a:gd name="connsiteY110" fmla="*/ 95325 h 448218"/>
              <a:gd name="connsiteX111" fmla="*/ 156714 w 418667"/>
              <a:gd name="connsiteY111" fmla="*/ 47663 h 448218"/>
              <a:gd name="connsiteX112" fmla="*/ 109052 w 418667"/>
              <a:gd name="connsiteY112" fmla="*/ 0 h 448218"/>
              <a:gd name="connsiteX113" fmla="*/ 61389 w 418667"/>
              <a:gd name="connsiteY113" fmla="*/ 47663 h 448218"/>
              <a:gd name="connsiteX114" fmla="*/ 109052 w 418667"/>
              <a:gd name="connsiteY114" fmla="*/ 95325 h 448218"/>
              <a:gd name="connsiteX115" fmla="*/ 109052 w 418667"/>
              <a:gd name="connsiteY115" fmla="*/ 19065 h 448218"/>
              <a:gd name="connsiteX116" fmla="*/ 137649 w 418667"/>
              <a:gd name="connsiteY116" fmla="*/ 47663 h 448218"/>
              <a:gd name="connsiteX117" fmla="*/ 109052 w 418667"/>
              <a:gd name="connsiteY117" fmla="*/ 76260 h 448218"/>
              <a:gd name="connsiteX118" fmla="*/ 80454 w 418667"/>
              <a:gd name="connsiteY118" fmla="*/ 47663 h 448218"/>
              <a:gd name="connsiteX119" fmla="*/ 109052 w 418667"/>
              <a:gd name="connsiteY119" fmla="*/ 19065 h 448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18667" h="448218">
                <a:moveTo>
                  <a:pt x="405513" y="266910"/>
                </a:moveTo>
                <a:lnTo>
                  <a:pt x="323533" y="266910"/>
                </a:lnTo>
                <a:cubicBezTo>
                  <a:pt x="313047" y="266910"/>
                  <a:pt x="304468" y="275489"/>
                  <a:pt x="304468" y="285975"/>
                </a:cubicBezTo>
                <a:lnTo>
                  <a:pt x="304468" y="324105"/>
                </a:lnTo>
                <a:lnTo>
                  <a:pt x="228589" y="324105"/>
                </a:lnTo>
                <a:cubicBezTo>
                  <a:pt x="218104" y="324105"/>
                  <a:pt x="209524" y="332684"/>
                  <a:pt x="209524" y="342979"/>
                </a:cubicBezTo>
                <a:lnTo>
                  <a:pt x="209524" y="381300"/>
                </a:lnTo>
                <a:lnTo>
                  <a:pt x="187600" y="381300"/>
                </a:lnTo>
                <a:cubicBezTo>
                  <a:pt x="196941" y="381109"/>
                  <a:pt x="204567" y="373483"/>
                  <a:pt x="204567" y="363951"/>
                </a:cubicBezTo>
                <a:lnTo>
                  <a:pt x="204567" y="348127"/>
                </a:lnTo>
                <a:cubicBezTo>
                  <a:pt x="204567" y="338785"/>
                  <a:pt x="197132" y="330968"/>
                  <a:pt x="187790" y="330778"/>
                </a:cubicBezTo>
                <a:lnTo>
                  <a:pt x="189125" y="272248"/>
                </a:lnTo>
                <a:cubicBezTo>
                  <a:pt x="189125" y="268245"/>
                  <a:pt x="187790" y="264241"/>
                  <a:pt x="185121" y="261191"/>
                </a:cubicBezTo>
                <a:lnTo>
                  <a:pt x="150423" y="219248"/>
                </a:lnTo>
                <a:lnTo>
                  <a:pt x="150423" y="197704"/>
                </a:lnTo>
                <a:cubicBezTo>
                  <a:pt x="152711" y="198848"/>
                  <a:pt x="155380" y="199801"/>
                  <a:pt x="158049" y="199801"/>
                </a:cubicBezTo>
                <a:lnTo>
                  <a:pt x="201898" y="199801"/>
                </a:lnTo>
                <a:cubicBezTo>
                  <a:pt x="211431" y="199801"/>
                  <a:pt x="219248" y="191985"/>
                  <a:pt x="219248" y="182452"/>
                </a:cubicBezTo>
                <a:lnTo>
                  <a:pt x="219248" y="166628"/>
                </a:lnTo>
                <a:cubicBezTo>
                  <a:pt x="219248" y="157096"/>
                  <a:pt x="211431" y="149279"/>
                  <a:pt x="201898" y="149279"/>
                </a:cubicBezTo>
                <a:lnTo>
                  <a:pt x="174826" y="149660"/>
                </a:lnTo>
                <a:lnTo>
                  <a:pt x="145085" y="125448"/>
                </a:lnTo>
                <a:cubicBezTo>
                  <a:pt x="138031" y="113437"/>
                  <a:pt x="125066" y="105239"/>
                  <a:pt x="110196" y="105239"/>
                </a:cubicBezTo>
                <a:lnTo>
                  <a:pt x="78738" y="105239"/>
                </a:lnTo>
                <a:cubicBezTo>
                  <a:pt x="72447" y="105239"/>
                  <a:pt x="66156" y="106764"/>
                  <a:pt x="60627" y="109433"/>
                </a:cubicBezTo>
                <a:lnTo>
                  <a:pt x="9533" y="134790"/>
                </a:lnTo>
                <a:cubicBezTo>
                  <a:pt x="3622" y="137649"/>
                  <a:pt x="0" y="143559"/>
                  <a:pt x="0" y="150232"/>
                </a:cubicBezTo>
                <a:lnTo>
                  <a:pt x="0" y="207046"/>
                </a:lnTo>
                <a:cubicBezTo>
                  <a:pt x="0" y="216578"/>
                  <a:pt x="7817" y="224204"/>
                  <a:pt x="16777" y="224204"/>
                </a:cubicBezTo>
                <a:lnTo>
                  <a:pt x="16777" y="224204"/>
                </a:lnTo>
                <a:lnTo>
                  <a:pt x="34126" y="224967"/>
                </a:lnTo>
                <a:cubicBezTo>
                  <a:pt x="43659" y="224967"/>
                  <a:pt x="51476" y="217150"/>
                  <a:pt x="51476" y="207809"/>
                </a:cubicBezTo>
                <a:lnTo>
                  <a:pt x="52047" y="171394"/>
                </a:lnTo>
                <a:lnTo>
                  <a:pt x="61961" y="167009"/>
                </a:lnTo>
                <a:lnTo>
                  <a:pt x="61961" y="222679"/>
                </a:lnTo>
                <a:cubicBezTo>
                  <a:pt x="62152" y="235453"/>
                  <a:pt x="67109" y="244413"/>
                  <a:pt x="73591" y="251277"/>
                </a:cubicBezTo>
                <a:lnTo>
                  <a:pt x="3813" y="361663"/>
                </a:lnTo>
                <a:cubicBezTo>
                  <a:pt x="763" y="366239"/>
                  <a:pt x="191" y="371958"/>
                  <a:pt x="1907" y="377106"/>
                </a:cubicBezTo>
                <a:cubicBezTo>
                  <a:pt x="3622" y="382253"/>
                  <a:pt x="7626" y="386066"/>
                  <a:pt x="12583" y="387782"/>
                </a:cubicBezTo>
                <a:cubicBezTo>
                  <a:pt x="27454" y="392739"/>
                  <a:pt x="34889" y="395027"/>
                  <a:pt x="34889" y="395027"/>
                </a:cubicBezTo>
                <a:lnTo>
                  <a:pt x="49569" y="399793"/>
                </a:lnTo>
                <a:cubicBezTo>
                  <a:pt x="51285" y="400365"/>
                  <a:pt x="53191" y="400556"/>
                  <a:pt x="54907" y="400556"/>
                </a:cubicBezTo>
                <a:cubicBezTo>
                  <a:pt x="57576" y="400556"/>
                  <a:pt x="60245" y="399984"/>
                  <a:pt x="62724" y="398649"/>
                </a:cubicBezTo>
                <a:cubicBezTo>
                  <a:pt x="66918" y="396552"/>
                  <a:pt x="69969" y="392930"/>
                  <a:pt x="71303" y="388354"/>
                </a:cubicBezTo>
                <a:lnTo>
                  <a:pt x="75879" y="373293"/>
                </a:lnTo>
                <a:cubicBezTo>
                  <a:pt x="78167" y="366048"/>
                  <a:pt x="75307" y="358613"/>
                  <a:pt x="69587" y="354228"/>
                </a:cubicBezTo>
                <a:lnTo>
                  <a:pt x="123923" y="285212"/>
                </a:lnTo>
                <a:lnTo>
                  <a:pt x="131358" y="289979"/>
                </a:lnTo>
                <a:lnTo>
                  <a:pt x="138031" y="365667"/>
                </a:lnTo>
                <a:cubicBezTo>
                  <a:pt x="138793" y="374627"/>
                  <a:pt x="146038" y="381300"/>
                  <a:pt x="154808" y="381491"/>
                </a:cubicBezTo>
                <a:lnTo>
                  <a:pt x="132692" y="381491"/>
                </a:lnTo>
                <a:cubicBezTo>
                  <a:pt x="122207" y="381491"/>
                  <a:pt x="113627" y="390070"/>
                  <a:pt x="113627" y="400556"/>
                </a:cubicBezTo>
                <a:lnTo>
                  <a:pt x="113627" y="429153"/>
                </a:lnTo>
                <a:cubicBezTo>
                  <a:pt x="113627" y="439639"/>
                  <a:pt x="122207" y="448218"/>
                  <a:pt x="132692" y="448218"/>
                </a:cubicBezTo>
                <a:lnTo>
                  <a:pt x="399602" y="448218"/>
                </a:lnTo>
                <a:cubicBezTo>
                  <a:pt x="410088" y="448218"/>
                  <a:pt x="418667" y="439639"/>
                  <a:pt x="418667" y="429153"/>
                </a:cubicBezTo>
                <a:lnTo>
                  <a:pt x="418667" y="280256"/>
                </a:lnTo>
                <a:cubicBezTo>
                  <a:pt x="418667" y="273011"/>
                  <a:pt x="412757" y="266910"/>
                  <a:pt x="405322" y="266910"/>
                </a:cubicBezTo>
                <a:close/>
                <a:moveTo>
                  <a:pt x="150232" y="170632"/>
                </a:moveTo>
                <a:lnTo>
                  <a:pt x="150232" y="154617"/>
                </a:lnTo>
                <a:lnTo>
                  <a:pt x="162434" y="164531"/>
                </a:lnTo>
                <a:cubicBezTo>
                  <a:pt x="165484" y="167200"/>
                  <a:pt x="169488" y="168535"/>
                  <a:pt x="173492" y="168535"/>
                </a:cubicBezTo>
                <a:lnTo>
                  <a:pt x="199801" y="168535"/>
                </a:lnTo>
                <a:lnTo>
                  <a:pt x="199801" y="181880"/>
                </a:lnTo>
                <a:lnTo>
                  <a:pt x="159002" y="181308"/>
                </a:lnTo>
                <a:lnTo>
                  <a:pt x="150232" y="174254"/>
                </a:lnTo>
                <a:lnTo>
                  <a:pt x="150232" y="170632"/>
                </a:lnTo>
                <a:close/>
                <a:moveTo>
                  <a:pt x="38321" y="362998"/>
                </a:moveTo>
                <a:lnTo>
                  <a:pt x="56623" y="369289"/>
                </a:lnTo>
                <a:lnTo>
                  <a:pt x="51857" y="380919"/>
                </a:lnTo>
                <a:lnTo>
                  <a:pt x="40608" y="376724"/>
                </a:lnTo>
                <a:cubicBezTo>
                  <a:pt x="40608" y="376724"/>
                  <a:pt x="33745" y="374627"/>
                  <a:pt x="20590" y="370242"/>
                </a:cubicBezTo>
                <a:lnTo>
                  <a:pt x="88462" y="262716"/>
                </a:lnTo>
                <a:cubicBezTo>
                  <a:pt x="90559" y="263860"/>
                  <a:pt x="92465" y="265004"/>
                  <a:pt x="94372" y="266147"/>
                </a:cubicBezTo>
                <a:lnTo>
                  <a:pt x="107908" y="274917"/>
                </a:lnTo>
                <a:lnTo>
                  <a:pt x="38511" y="363188"/>
                </a:lnTo>
                <a:close/>
                <a:moveTo>
                  <a:pt x="142797" y="275108"/>
                </a:moveTo>
                <a:lnTo>
                  <a:pt x="106955" y="251277"/>
                </a:lnTo>
                <a:lnTo>
                  <a:pt x="103714" y="249370"/>
                </a:lnTo>
                <a:cubicBezTo>
                  <a:pt x="89606" y="241363"/>
                  <a:pt x="80836" y="235643"/>
                  <a:pt x="80454" y="222107"/>
                </a:cubicBezTo>
                <a:lnTo>
                  <a:pt x="80454" y="158240"/>
                </a:lnTo>
                <a:cubicBezTo>
                  <a:pt x="80454" y="158240"/>
                  <a:pt x="91321" y="153473"/>
                  <a:pt x="91321" y="153473"/>
                </a:cubicBezTo>
                <a:lnTo>
                  <a:pt x="83505" y="136124"/>
                </a:lnTo>
                <a:lnTo>
                  <a:pt x="43850" y="153855"/>
                </a:lnTo>
                <a:cubicBezTo>
                  <a:pt x="36986" y="156905"/>
                  <a:pt x="32411" y="163768"/>
                  <a:pt x="32411" y="171394"/>
                </a:cubicBezTo>
                <a:lnTo>
                  <a:pt x="32029" y="205139"/>
                </a:lnTo>
                <a:lnTo>
                  <a:pt x="18493" y="205139"/>
                </a:lnTo>
                <a:lnTo>
                  <a:pt x="18493" y="151376"/>
                </a:lnTo>
                <a:lnTo>
                  <a:pt x="68634" y="126401"/>
                </a:lnTo>
                <a:cubicBezTo>
                  <a:pt x="71494" y="124876"/>
                  <a:pt x="74925" y="124113"/>
                  <a:pt x="78167" y="124113"/>
                </a:cubicBezTo>
                <a:lnTo>
                  <a:pt x="109624" y="124113"/>
                </a:lnTo>
                <a:cubicBezTo>
                  <a:pt x="121444" y="124113"/>
                  <a:pt x="131167" y="133646"/>
                  <a:pt x="131167" y="145275"/>
                </a:cubicBezTo>
                <a:lnTo>
                  <a:pt x="131167" y="219248"/>
                </a:lnTo>
                <a:cubicBezTo>
                  <a:pt x="131167" y="223251"/>
                  <a:pt x="132502" y="227255"/>
                  <a:pt x="135171" y="230305"/>
                </a:cubicBezTo>
                <a:lnTo>
                  <a:pt x="169869" y="272058"/>
                </a:lnTo>
                <a:lnTo>
                  <a:pt x="168153" y="349843"/>
                </a:lnTo>
                <a:lnTo>
                  <a:pt x="185312" y="349843"/>
                </a:lnTo>
                <a:lnTo>
                  <a:pt x="185312" y="362235"/>
                </a:lnTo>
                <a:lnTo>
                  <a:pt x="157096" y="362235"/>
                </a:lnTo>
                <a:lnTo>
                  <a:pt x="150423" y="288072"/>
                </a:lnTo>
                <a:cubicBezTo>
                  <a:pt x="150042" y="282734"/>
                  <a:pt x="147182" y="277968"/>
                  <a:pt x="142797" y="275108"/>
                </a:cubicBezTo>
                <a:close/>
                <a:moveTo>
                  <a:pt x="399793" y="428963"/>
                </a:moveTo>
                <a:lnTo>
                  <a:pt x="132883" y="428963"/>
                </a:lnTo>
                <a:cubicBezTo>
                  <a:pt x="132883" y="428963"/>
                  <a:pt x="132883" y="400365"/>
                  <a:pt x="132883" y="400365"/>
                </a:cubicBezTo>
                <a:lnTo>
                  <a:pt x="228208" y="400365"/>
                </a:lnTo>
                <a:lnTo>
                  <a:pt x="228589" y="343170"/>
                </a:lnTo>
                <a:lnTo>
                  <a:pt x="323533" y="343170"/>
                </a:lnTo>
                <a:lnTo>
                  <a:pt x="323533" y="285975"/>
                </a:lnTo>
                <a:lnTo>
                  <a:pt x="399793" y="285975"/>
                </a:lnTo>
                <a:lnTo>
                  <a:pt x="399793" y="428963"/>
                </a:lnTo>
                <a:close/>
                <a:moveTo>
                  <a:pt x="109052" y="95325"/>
                </a:moveTo>
                <a:cubicBezTo>
                  <a:pt x="135362" y="95325"/>
                  <a:pt x="156714" y="73972"/>
                  <a:pt x="156714" y="47663"/>
                </a:cubicBezTo>
                <a:cubicBezTo>
                  <a:pt x="156714" y="21353"/>
                  <a:pt x="135362" y="0"/>
                  <a:pt x="109052" y="0"/>
                </a:cubicBezTo>
                <a:cubicBezTo>
                  <a:pt x="82742" y="0"/>
                  <a:pt x="61389" y="21353"/>
                  <a:pt x="61389" y="47663"/>
                </a:cubicBezTo>
                <a:cubicBezTo>
                  <a:pt x="61389" y="73972"/>
                  <a:pt x="82742" y="95325"/>
                  <a:pt x="109052" y="95325"/>
                </a:cubicBezTo>
                <a:close/>
                <a:moveTo>
                  <a:pt x="109052" y="19065"/>
                </a:moveTo>
                <a:cubicBezTo>
                  <a:pt x="124876" y="19065"/>
                  <a:pt x="137649" y="31839"/>
                  <a:pt x="137649" y="47663"/>
                </a:cubicBezTo>
                <a:cubicBezTo>
                  <a:pt x="137649" y="63486"/>
                  <a:pt x="124876" y="76260"/>
                  <a:pt x="109052" y="76260"/>
                </a:cubicBezTo>
                <a:cubicBezTo>
                  <a:pt x="93228" y="76260"/>
                  <a:pt x="80454" y="63486"/>
                  <a:pt x="80454" y="47663"/>
                </a:cubicBezTo>
                <a:cubicBezTo>
                  <a:pt x="80454" y="31839"/>
                  <a:pt x="93228" y="19065"/>
                  <a:pt x="109052" y="1906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4" descr="Person lifting 1 icon.">
            <a:extLst>
              <a:ext uri="{FF2B5EF4-FFF2-40B4-BE49-F238E27FC236}">
                <a16:creationId xmlns:a16="http://schemas.microsoft.com/office/drawing/2014/main" id="{2A9FDE18-F464-4EA1-ADCA-96ACA48FBA45}"/>
              </a:ext>
            </a:extLst>
          </p:cNvPr>
          <p:cNvSpPr/>
          <p:nvPr/>
        </p:nvSpPr>
        <p:spPr>
          <a:xfrm>
            <a:off x="9553484" y="1442003"/>
            <a:ext cx="323397" cy="364904"/>
          </a:xfrm>
          <a:custGeom>
            <a:avLst/>
            <a:gdLst>
              <a:gd name="connsiteX0" fmla="*/ 304523 w 323397"/>
              <a:gd name="connsiteY0" fmla="*/ 193319 h 364904"/>
              <a:gd name="connsiteX1" fmla="*/ 192803 w 323397"/>
              <a:gd name="connsiteY1" fmla="*/ 193319 h 364904"/>
              <a:gd name="connsiteX2" fmla="*/ 176025 w 323397"/>
              <a:gd name="connsiteY2" fmla="*/ 187600 h 364904"/>
              <a:gd name="connsiteX3" fmla="*/ 155435 w 323397"/>
              <a:gd name="connsiteY3" fmla="*/ 150995 h 364904"/>
              <a:gd name="connsiteX4" fmla="*/ 145521 w 323397"/>
              <a:gd name="connsiteY4" fmla="*/ 133074 h 364904"/>
              <a:gd name="connsiteX5" fmla="*/ 102434 w 323397"/>
              <a:gd name="connsiteY5" fmla="*/ 107336 h 364904"/>
              <a:gd name="connsiteX6" fmla="*/ 61445 w 323397"/>
              <a:gd name="connsiteY6" fmla="*/ 134790 h 364904"/>
              <a:gd name="connsiteX7" fmla="*/ 13592 w 323397"/>
              <a:gd name="connsiteY7" fmla="*/ 217341 h 364904"/>
              <a:gd name="connsiteX8" fmla="*/ 55 w 323397"/>
              <a:gd name="connsiteY8" fmla="*/ 260237 h 364904"/>
              <a:gd name="connsiteX9" fmla="*/ 33991 w 323397"/>
              <a:gd name="connsiteY9" fmla="*/ 294364 h 364904"/>
              <a:gd name="connsiteX10" fmla="*/ 80891 w 323397"/>
              <a:gd name="connsiteY10" fmla="*/ 283115 h 364904"/>
              <a:gd name="connsiteX11" fmla="*/ 66974 w 323397"/>
              <a:gd name="connsiteY11" fmla="*/ 342789 h 364904"/>
              <a:gd name="connsiteX12" fmla="*/ 69643 w 323397"/>
              <a:gd name="connsiteY12" fmla="*/ 357469 h 364904"/>
              <a:gd name="connsiteX13" fmla="*/ 85657 w 323397"/>
              <a:gd name="connsiteY13" fmla="*/ 364904 h 364904"/>
              <a:gd name="connsiteX14" fmla="*/ 85657 w 323397"/>
              <a:gd name="connsiteY14" fmla="*/ 364904 h 364904"/>
              <a:gd name="connsiteX15" fmla="*/ 114636 w 323397"/>
              <a:gd name="connsiteY15" fmla="*/ 364904 h 364904"/>
              <a:gd name="connsiteX16" fmla="*/ 133701 w 323397"/>
              <a:gd name="connsiteY16" fmla="*/ 364904 h 364904"/>
              <a:gd name="connsiteX17" fmla="*/ 147237 w 323397"/>
              <a:gd name="connsiteY17" fmla="*/ 358994 h 364904"/>
              <a:gd name="connsiteX18" fmla="*/ 152766 w 323397"/>
              <a:gd name="connsiteY18" fmla="*/ 345458 h 364904"/>
              <a:gd name="connsiteX19" fmla="*/ 152766 w 323397"/>
              <a:gd name="connsiteY19" fmla="*/ 326393 h 364904"/>
              <a:gd name="connsiteX20" fmla="*/ 137514 w 323397"/>
              <a:gd name="connsiteY20" fmla="*/ 308281 h 364904"/>
              <a:gd name="connsiteX21" fmla="*/ 147619 w 323397"/>
              <a:gd name="connsiteY21" fmla="*/ 282353 h 364904"/>
              <a:gd name="connsiteX22" fmla="*/ 163442 w 323397"/>
              <a:gd name="connsiteY22" fmla="*/ 243269 h 364904"/>
              <a:gd name="connsiteX23" fmla="*/ 170687 w 323397"/>
              <a:gd name="connsiteY23" fmla="*/ 245748 h 364904"/>
              <a:gd name="connsiteX24" fmla="*/ 170687 w 323397"/>
              <a:gd name="connsiteY24" fmla="*/ 345839 h 364904"/>
              <a:gd name="connsiteX25" fmla="*/ 189943 w 323397"/>
              <a:gd name="connsiteY25" fmla="*/ 364904 h 364904"/>
              <a:gd name="connsiteX26" fmla="*/ 304333 w 323397"/>
              <a:gd name="connsiteY26" fmla="*/ 364904 h 364904"/>
              <a:gd name="connsiteX27" fmla="*/ 323398 w 323397"/>
              <a:gd name="connsiteY27" fmla="*/ 345839 h 364904"/>
              <a:gd name="connsiteX28" fmla="*/ 323398 w 323397"/>
              <a:gd name="connsiteY28" fmla="*/ 212384 h 364904"/>
              <a:gd name="connsiteX29" fmla="*/ 304333 w 323397"/>
              <a:gd name="connsiteY29" fmla="*/ 193319 h 364904"/>
              <a:gd name="connsiteX30" fmla="*/ 133510 w 323397"/>
              <a:gd name="connsiteY30" fmla="*/ 326583 h 364904"/>
              <a:gd name="connsiteX31" fmla="*/ 133510 w 323397"/>
              <a:gd name="connsiteY31" fmla="*/ 345648 h 364904"/>
              <a:gd name="connsiteX32" fmla="*/ 86039 w 323397"/>
              <a:gd name="connsiteY32" fmla="*/ 345648 h 364904"/>
              <a:gd name="connsiteX33" fmla="*/ 103960 w 323397"/>
              <a:gd name="connsiteY33" fmla="*/ 261381 h 364904"/>
              <a:gd name="connsiteX34" fmla="*/ 103006 w 323397"/>
              <a:gd name="connsiteY34" fmla="*/ 257187 h 364904"/>
              <a:gd name="connsiteX35" fmla="*/ 97287 w 323397"/>
              <a:gd name="connsiteY35" fmla="*/ 256996 h 364904"/>
              <a:gd name="connsiteX36" fmla="*/ 36660 w 323397"/>
              <a:gd name="connsiteY36" fmla="*/ 275489 h 364904"/>
              <a:gd name="connsiteX37" fmla="*/ 19120 w 323397"/>
              <a:gd name="connsiteY37" fmla="*/ 259284 h 364904"/>
              <a:gd name="connsiteX38" fmla="*/ 29797 w 323397"/>
              <a:gd name="connsiteY38" fmla="*/ 227255 h 364904"/>
              <a:gd name="connsiteX39" fmla="*/ 78031 w 323397"/>
              <a:gd name="connsiteY39" fmla="*/ 143941 h 364904"/>
              <a:gd name="connsiteX40" fmla="*/ 103388 w 323397"/>
              <a:gd name="connsiteY40" fmla="*/ 126401 h 364904"/>
              <a:gd name="connsiteX41" fmla="*/ 128935 w 323397"/>
              <a:gd name="connsiteY41" fmla="*/ 142606 h 364904"/>
              <a:gd name="connsiteX42" fmla="*/ 159820 w 323397"/>
              <a:gd name="connsiteY42" fmla="*/ 197513 h 364904"/>
              <a:gd name="connsiteX43" fmla="*/ 169925 w 323397"/>
              <a:gd name="connsiteY43" fmla="*/ 205521 h 364904"/>
              <a:gd name="connsiteX44" fmla="*/ 220637 w 323397"/>
              <a:gd name="connsiteY44" fmla="*/ 222489 h 364904"/>
              <a:gd name="connsiteX45" fmla="*/ 214155 w 323397"/>
              <a:gd name="connsiteY45" fmla="*/ 240600 h 364904"/>
              <a:gd name="connsiteX46" fmla="*/ 161727 w 323397"/>
              <a:gd name="connsiteY46" fmla="*/ 222489 h 364904"/>
              <a:gd name="connsiteX47" fmla="*/ 147619 w 323397"/>
              <a:gd name="connsiteY47" fmla="*/ 213147 h 364904"/>
              <a:gd name="connsiteX48" fmla="*/ 119212 w 323397"/>
              <a:gd name="connsiteY48" fmla="*/ 171776 h 364904"/>
              <a:gd name="connsiteX49" fmla="*/ 92139 w 323397"/>
              <a:gd name="connsiteY49" fmla="*/ 224395 h 364904"/>
              <a:gd name="connsiteX50" fmla="*/ 92330 w 323397"/>
              <a:gd name="connsiteY50" fmla="*/ 228971 h 364904"/>
              <a:gd name="connsiteX51" fmla="*/ 96334 w 323397"/>
              <a:gd name="connsiteY51" fmla="*/ 231068 h 364904"/>
              <a:gd name="connsiteX52" fmla="*/ 143424 w 323397"/>
              <a:gd name="connsiteY52" fmla="*/ 231640 h 364904"/>
              <a:gd name="connsiteX53" fmla="*/ 145521 w 323397"/>
              <a:gd name="connsiteY53" fmla="*/ 232784 h 364904"/>
              <a:gd name="connsiteX54" fmla="*/ 145712 w 323397"/>
              <a:gd name="connsiteY54" fmla="*/ 235262 h 364904"/>
              <a:gd name="connsiteX55" fmla="*/ 109298 w 323397"/>
              <a:gd name="connsiteY55" fmla="*/ 326774 h 364904"/>
              <a:gd name="connsiteX56" fmla="*/ 132938 w 323397"/>
              <a:gd name="connsiteY56" fmla="*/ 326774 h 364904"/>
              <a:gd name="connsiteX57" fmla="*/ 119402 w 323397"/>
              <a:gd name="connsiteY57" fmla="*/ 206474 h 364904"/>
              <a:gd name="connsiteX58" fmla="*/ 123406 w 323397"/>
              <a:gd name="connsiteY58" fmla="*/ 212193 h 364904"/>
              <a:gd name="connsiteX59" fmla="*/ 116161 w 323397"/>
              <a:gd name="connsiteY59" fmla="*/ 212193 h 364904"/>
              <a:gd name="connsiteX60" fmla="*/ 119593 w 323397"/>
              <a:gd name="connsiteY60" fmla="*/ 206474 h 364904"/>
              <a:gd name="connsiteX61" fmla="*/ 303951 w 323397"/>
              <a:gd name="connsiteY61" fmla="*/ 345839 h 364904"/>
              <a:gd name="connsiteX62" fmla="*/ 189561 w 323397"/>
              <a:gd name="connsiteY62" fmla="*/ 345839 h 364904"/>
              <a:gd name="connsiteX63" fmla="*/ 189561 w 323397"/>
              <a:gd name="connsiteY63" fmla="*/ 252421 h 364904"/>
              <a:gd name="connsiteX64" fmla="*/ 207483 w 323397"/>
              <a:gd name="connsiteY64" fmla="*/ 258712 h 364904"/>
              <a:gd name="connsiteX65" fmla="*/ 222353 w 323397"/>
              <a:gd name="connsiteY65" fmla="*/ 257759 h 364904"/>
              <a:gd name="connsiteX66" fmla="*/ 232076 w 323397"/>
              <a:gd name="connsiteY66" fmla="*/ 246510 h 364904"/>
              <a:gd name="connsiteX67" fmla="*/ 238177 w 323397"/>
              <a:gd name="connsiteY67" fmla="*/ 228589 h 364904"/>
              <a:gd name="connsiteX68" fmla="*/ 235699 w 323397"/>
              <a:gd name="connsiteY68" fmla="*/ 212193 h 364904"/>
              <a:gd name="connsiteX69" fmla="*/ 303951 w 323397"/>
              <a:gd name="connsiteY69" fmla="*/ 212193 h 364904"/>
              <a:gd name="connsiteX70" fmla="*/ 303951 w 323397"/>
              <a:gd name="connsiteY70" fmla="*/ 345839 h 364904"/>
              <a:gd name="connsiteX71" fmla="*/ 157342 w 323397"/>
              <a:gd name="connsiteY71" fmla="*/ 112674 h 364904"/>
              <a:gd name="connsiteX72" fmla="*/ 213583 w 323397"/>
              <a:gd name="connsiteY72" fmla="*/ 56242 h 364904"/>
              <a:gd name="connsiteX73" fmla="*/ 157342 w 323397"/>
              <a:gd name="connsiteY73" fmla="*/ 0 h 364904"/>
              <a:gd name="connsiteX74" fmla="*/ 100909 w 323397"/>
              <a:gd name="connsiteY74" fmla="*/ 56242 h 364904"/>
              <a:gd name="connsiteX75" fmla="*/ 157342 w 323397"/>
              <a:gd name="connsiteY75" fmla="*/ 112674 h 364904"/>
              <a:gd name="connsiteX76" fmla="*/ 157342 w 323397"/>
              <a:gd name="connsiteY76" fmla="*/ 19065 h 364904"/>
              <a:gd name="connsiteX77" fmla="*/ 194518 w 323397"/>
              <a:gd name="connsiteY77" fmla="*/ 56242 h 364904"/>
              <a:gd name="connsiteX78" fmla="*/ 157342 w 323397"/>
              <a:gd name="connsiteY78" fmla="*/ 93609 h 364904"/>
              <a:gd name="connsiteX79" fmla="*/ 119974 w 323397"/>
              <a:gd name="connsiteY79" fmla="*/ 56242 h 364904"/>
              <a:gd name="connsiteX80" fmla="*/ 157342 w 323397"/>
              <a:gd name="connsiteY80" fmla="*/ 19065 h 36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323397" h="364904">
                <a:moveTo>
                  <a:pt x="304523" y="193319"/>
                </a:moveTo>
                <a:lnTo>
                  <a:pt x="192803" y="193319"/>
                </a:lnTo>
                <a:cubicBezTo>
                  <a:pt x="192803" y="193319"/>
                  <a:pt x="176025" y="187600"/>
                  <a:pt x="176025" y="187600"/>
                </a:cubicBezTo>
                <a:cubicBezTo>
                  <a:pt x="171831" y="180736"/>
                  <a:pt x="162680" y="164340"/>
                  <a:pt x="155435" y="150995"/>
                </a:cubicBezTo>
                <a:cubicBezTo>
                  <a:pt x="151050" y="142988"/>
                  <a:pt x="147237" y="136124"/>
                  <a:pt x="145521" y="133074"/>
                </a:cubicBezTo>
                <a:cubicBezTo>
                  <a:pt x="135417" y="115534"/>
                  <a:pt x="120546" y="106192"/>
                  <a:pt x="102434" y="107336"/>
                </a:cubicBezTo>
                <a:cubicBezTo>
                  <a:pt x="85085" y="108289"/>
                  <a:pt x="70215" y="118394"/>
                  <a:pt x="61445" y="134790"/>
                </a:cubicBezTo>
                <a:cubicBezTo>
                  <a:pt x="61445" y="134790"/>
                  <a:pt x="14545" y="215816"/>
                  <a:pt x="13592" y="217341"/>
                </a:cubicBezTo>
                <a:cubicBezTo>
                  <a:pt x="6537" y="229733"/>
                  <a:pt x="-707" y="244413"/>
                  <a:pt x="55" y="260237"/>
                </a:cubicBezTo>
                <a:cubicBezTo>
                  <a:pt x="818" y="277777"/>
                  <a:pt x="14354" y="291504"/>
                  <a:pt x="33991" y="294364"/>
                </a:cubicBezTo>
                <a:cubicBezTo>
                  <a:pt x="50578" y="296842"/>
                  <a:pt x="66211" y="290932"/>
                  <a:pt x="80891" y="283115"/>
                </a:cubicBezTo>
                <a:lnTo>
                  <a:pt x="66974" y="342789"/>
                </a:lnTo>
                <a:cubicBezTo>
                  <a:pt x="65448" y="348127"/>
                  <a:pt x="66402" y="353274"/>
                  <a:pt x="69643" y="357469"/>
                </a:cubicBezTo>
                <a:cubicBezTo>
                  <a:pt x="73265" y="362235"/>
                  <a:pt x="78984" y="364904"/>
                  <a:pt x="85657" y="364904"/>
                </a:cubicBezTo>
                <a:lnTo>
                  <a:pt x="85657" y="364904"/>
                </a:lnTo>
                <a:cubicBezTo>
                  <a:pt x="104913" y="364904"/>
                  <a:pt x="114636" y="364904"/>
                  <a:pt x="114636" y="364904"/>
                </a:cubicBezTo>
                <a:lnTo>
                  <a:pt x="133701" y="364904"/>
                </a:lnTo>
                <a:cubicBezTo>
                  <a:pt x="138849" y="364713"/>
                  <a:pt x="143615" y="362616"/>
                  <a:pt x="147237" y="358994"/>
                </a:cubicBezTo>
                <a:cubicBezTo>
                  <a:pt x="150860" y="355372"/>
                  <a:pt x="152766" y="350605"/>
                  <a:pt x="152766" y="345458"/>
                </a:cubicBezTo>
                <a:lnTo>
                  <a:pt x="152766" y="326393"/>
                </a:lnTo>
                <a:cubicBezTo>
                  <a:pt x="152385" y="317432"/>
                  <a:pt x="145903" y="309997"/>
                  <a:pt x="137514" y="308281"/>
                </a:cubicBezTo>
                <a:lnTo>
                  <a:pt x="147619" y="282353"/>
                </a:lnTo>
                <a:lnTo>
                  <a:pt x="163442" y="243269"/>
                </a:lnTo>
                <a:lnTo>
                  <a:pt x="170687" y="245748"/>
                </a:lnTo>
                <a:lnTo>
                  <a:pt x="170687" y="345839"/>
                </a:lnTo>
                <a:cubicBezTo>
                  <a:pt x="170687" y="356325"/>
                  <a:pt x="179457" y="364904"/>
                  <a:pt x="189943" y="364904"/>
                </a:cubicBezTo>
                <a:lnTo>
                  <a:pt x="304333" y="364904"/>
                </a:lnTo>
                <a:cubicBezTo>
                  <a:pt x="314819" y="364904"/>
                  <a:pt x="323398" y="356325"/>
                  <a:pt x="323398" y="345839"/>
                </a:cubicBezTo>
                <a:lnTo>
                  <a:pt x="323398" y="212384"/>
                </a:lnTo>
                <a:cubicBezTo>
                  <a:pt x="323398" y="201898"/>
                  <a:pt x="314819" y="193319"/>
                  <a:pt x="304333" y="193319"/>
                </a:cubicBezTo>
                <a:close/>
                <a:moveTo>
                  <a:pt x="133510" y="326583"/>
                </a:moveTo>
                <a:lnTo>
                  <a:pt x="133510" y="345648"/>
                </a:lnTo>
                <a:cubicBezTo>
                  <a:pt x="133510" y="345648"/>
                  <a:pt x="105294" y="345839"/>
                  <a:pt x="86039" y="345648"/>
                </a:cubicBezTo>
                <a:lnTo>
                  <a:pt x="103960" y="261381"/>
                </a:lnTo>
                <a:cubicBezTo>
                  <a:pt x="104341" y="259475"/>
                  <a:pt x="103960" y="257949"/>
                  <a:pt x="103006" y="257187"/>
                </a:cubicBezTo>
                <a:cubicBezTo>
                  <a:pt x="101862" y="256234"/>
                  <a:pt x="99765" y="256043"/>
                  <a:pt x="97287" y="256996"/>
                </a:cubicBezTo>
                <a:cubicBezTo>
                  <a:pt x="78222" y="263860"/>
                  <a:pt x="57822" y="278730"/>
                  <a:pt x="36660" y="275489"/>
                </a:cubicBezTo>
                <a:cubicBezTo>
                  <a:pt x="28844" y="274345"/>
                  <a:pt x="19502" y="269388"/>
                  <a:pt x="19120" y="259284"/>
                </a:cubicBezTo>
                <a:cubicBezTo>
                  <a:pt x="18548" y="248417"/>
                  <a:pt x="24459" y="236787"/>
                  <a:pt x="29797" y="227255"/>
                </a:cubicBezTo>
                <a:cubicBezTo>
                  <a:pt x="29797" y="227255"/>
                  <a:pt x="45875" y="199483"/>
                  <a:pt x="78031" y="143941"/>
                </a:cubicBezTo>
                <a:cubicBezTo>
                  <a:pt x="83751" y="133264"/>
                  <a:pt x="92902" y="126973"/>
                  <a:pt x="103388" y="126401"/>
                </a:cubicBezTo>
                <a:cubicBezTo>
                  <a:pt x="113492" y="126020"/>
                  <a:pt x="122262" y="131167"/>
                  <a:pt x="128935" y="142606"/>
                </a:cubicBezTo>
                <a:cubicBezTo>
                  <a:pt x="130651" y="145657"/>
                  <a:pt x="155435" y="190459"/>
                  <a:pt x="159820" y="197513"/>
                </a:cubicBezTo>
                <a:cubicBezTo>
                  <a:pt x="162108" y="201326"/>
                  <a:pt x="165540" y="203996"/>
                  <a:pt x="169925" y="205521"/>
                </a:cubicBezTo>
                <a:lnTo>
                  <a:pt x="220637" y="222489"/>
                </a:lnTo>
                <a:lnTo>
                  <a:pt x="214155" y="240600"/>
                </a:lnTo>
                <a:cubicBezTo>
                  <a:pt x="214155" y="240600"/>
                  <a:pt x="161917" y="222489"/>
                  <a:pt x="161727" y="222489"/>
                </a:cubicBezTo>
                <a:cubicBezTo>
                  <a:pt x="158486" y="217532"/>
                  <a:pt x="153338" y="214291"/>
                  <a:pt x="147619" y="213147"/>
                </a:cubicBezTo>
                <a:cubicBezTo>
                  <a:pt x="139992" y="202280"/>
                  <a:pt x="125694" y="181499"/>
                  <a:pt x="119212" y="171776"/>
                </a:cubicBezTo>
                <a:lnTo>
                  <a:pt x="92139" y="224395"/>
                </a:lnTo>
                <a:cubicBezTo>
                  <a:pt x="91186" y="226492"/>
                  <a:pt x="91949" y="228017"/>
                  <a:pt x="92330" y="228971"/>
                </a:cubicBezTo>
                <a:cubicBezTo>
                  <a:pt x="92711" y="229924"/>
                  <a:pt x="94046" y="231068"/>
                  <a:pt x="96334" y="231068"/>
                </a:cubicBezTo>
                <a:lnTo>
                  <a:pt x="143424" y="231640"/>
                </a:lnTo>
                <a:cubicBezTo>
                  <a:pt x="144568" y="231640"/>
                  <a:pt x="145331" y="232402"/>
                  <a:pt x="145521" y="232784"/>
                </a:cubicBezTo>
                <a:cubicBezTo>
                  <a:pt x="145903" y="233356"/>
                  <a:pt x="146093" y="234118"/>
                  <a:pt x="145712" y="235262"/>
                </a:cubicBezTo>
                <a:lnTo>
                  <a:pt x="109298" y="326774"/>
                </a:lnTo>
                <a:lnTo>
                  <a:pt x="132938" y="326774"/>
                </a:lnTo>
                <a:moveTo>
                  <a:pt x="119402" y="206474"/>
                </a:moveTo>
                <a:cubicBezTo>
                  <a:pt x="120737" y="208380"/>
                  <a:pt x="122071" y="210287"/>
                  <a:pt x="123406" y="212193"/>
                </a:cubicBezTo>
                <a:lnTo>
                  <a:pt x="116161" y="212193"/>
                </a:lnTo>
                <a:cubicBezTo>
                  <a:pt x="116161" y="212193"/>
                  <a:pt x="119593" y="206474"/>
                  <a:pt x="119593" y="206474"/>
                </a:cubicBezTo>
                <a:close/>
                <a:moveTo>
                  <a:pt x="303951" y="345839"/>
                </a:moveTo>
                <a:lnTo>
                  <a:pt x="189561" y="345839"/>
                </a:lnTo>
                <a:lnTo>
                  <a:pt x="189561" y="252421"/>
                </a:lnTo>
                <a:cubicBezTo>
                  <a:pt x="189561" y="252421"/>
                  <a:pt x="207483" y="258712"/>
                  <a:pt x="207483" y="258712"/>
                </a:cubicBezTo>
                <a:cubicBezTo>
                  <a:pt x="212249" y="260428"/>
                  <a:pt x="217587" y="260047"/>
                  <a:pt x="222353" y="257759"/>
                </a:cubicBezTo>
                <a:cubicBezTo>
                  <a:pt x="227120" y="255471"/>
                  <a:pt x="230551" y="251467"/>
                  <a:pt x="232076" y="246510"/>
                </a:cubicBezTo>
                <a:lnTo>
                  <a:pt x="238177" y="228589"/>
                </a:lnTo>
                <a:cubicBezTo>
                  <a:pt x="240084" y="222870"/>
                  <a:pt x="238940" y="216960"/>
                  <a:pt x="235699" y="212193"/>
                </a:cubicBezTo>
                <a:lnTo>
                  <a:pt x="303951" y="212193"/>
                </a:lnTo>
                <a:lnTo>
                  <a:pt x="303951" y="345839"/>
                </a:lnTo>
                <a:close/>
                <a:moveTo>
                  <a:pt x="157342" y="112674"/>
                </a:moveTo>
                <a:cubicBezTo>
                  <a:pt x="188418" y="112674"/>
                  <a:pt x="213583" y="87318"/>
                  <a:pt x="213583" y="56242"/>
                </a:cubicBezTo>
                <a:cubicBezTo>
                  <a:pt x="213583" y="25166"/>
                  <a:pt x="188227" y="0"/>
                  <a:pt x="157342" y="0"/>
                </a:cubicBezTo>
                <a:cubicBezTo>
                  <a:pt x="126456" y="0"/>
                  <a:pt x="100909" y="25356"/>
                  <a:pt x="100909" y="56242"/>
                </a:cubicBezTo>
                <a:cubicBezTo>
                  <a:pt x="100909" y="87127"/>
                  <a:pt x="126266" y="112674"/>
                  <a:pt x="157342" y="112674"/>
                </a:cubicBezTo>
                <a:close/>
                <a:moveTo>
                  <a:pt x="157342" y="19065"/>
                </a:moveTo>
                <a:cubicBezTo>
                  <a:pt x="177932" y="19065"/>
                  <a:pt x="194518" y="35842"/>
                  <a:pt x="194518" y="56242"/>
                </a:cubicBezTo>
                <a:cubicBezTo>
                  <a:pt x="194518" y="76641"/>
                  <a:pt x="177741" y="93609"/>
                  <a:pt x="157342" y="93609"/>
                </a:cubicBezTo>
                <a:cubicBezTo>
                  <a:pt x="136942" y="93609"/>
                  <a:pt x="119974" y="76832"/>
                  <a:pt x="119974" y="56242"/>
                </a:cubicBezTo>
                <a:cubicBezTo>
                  <a:pt x="119974" y="35652"/>
                  <a:pt x="136751" y="19065"/>
                  <a:pt x="157342" y="1906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: Shape 7" descr="Person lifting 2 icon.">
            <a:extLst>
              <a:ext uri="{FF2B5EF4-FFF2-40B4-BE49-F238E27FC236}">
                <a16:creationId xmlns:a16="http://schemas.microsoft.com/office/drawing/2014/main" id="{E64B7FE7-AA51-4D5A-B41A-11EEB7443EE2}"/>
              </a:ext>
            </a:extLst>
          </p:cNvPr>
          <p:cNvSpPr/>
          <p:nvPr/>
        </p:nvSpPr>
        <p:spPr>
          <a:xfrm>
            <a:off x="10810875" y="1376625"/>
            <a:ext cx="340635" cy="457560"/>
          </a:xfrm>
          <a:custGeom>
            <a:avLst/>
            <a:gdLst>
              <a:gd name="connsiteX0" fmla="*/ 56592 w 170892"/>
              <a:gd name="connsiteY0" fmla="*/ 57150 h 229552"/>
              <a:gd name="connsiteX1" fmla="*/ 85167 w 170892"/>
              <a:gd name="connsiteY1" fmla="*/ 28575 h 229552"/>
              <a:gd name="connsiteX2" fmla="*/ 56592 w 170892"/>
              <a:gd name="connsiteY2" fmla="*/ 0 h 229552"/>
              <a:gd name="connsiteX3" fmla="*/ 28017 w 170892"/>
              <a:gd name="connsiteY3" fmla="*/ 29528 h 229552"/>
              <a:gd name="connsiteX4" fmla="*/ 56592 w 170892"/>
              <a:gd name="connsiteY4" fmla="*/ 57150 h 229552"/>
              <a:gd name="connsiteX5" fmla="*/ 56592 w 170892"/>
              <a:gd name="connsiteY5" fmla="*/ 10478 h 229552"/>
              <a:gd name="connsiteX6" fmla="*/ 75642 w 170892"/>
              <a:gd name="connsiteY6" fmla="*/ 29528 h 229552"/>
              <a:gd name="connsiteX7" fmla="*/ 56592 w 170892"/>
              <a:gd name="connsiteY7" fmla="*/ 48578 h 229552"/>
              <a:gd name="connsiteX8" fmla="*/ 37542 w 170892"/>
              <a:gd name="connsiteY8" fmla="*/ 29528 h 229552"/>
              <a:gd name="connsiteX9" fmla="*/ 56592 w 170892"/>
              <a:gd name="connsiteY9" fmla="*/ 10478 h 229552"/>
              <a:gd name="connsiteX10" fmla="*/ 161367 w 170892"/>
              <a:gd name="connsiteY10" fmla="*/ 48578 h 229552"/>
              <a:gd name="connsiteX11" fmla="*/ 104217 w 170892"/>
              <a:gd name="connsiteY11" fmla="*/ 48578 h 229552"/>
              <a:gd name="connsiteX12" fmla="*/ 97550 w 170892"/>
              <a:gd name="connsiteY12" fmla="*/ 51435 h 229552"/>
              <a:gd name="connsiteX13" fmla="*/ 94692 w 170892"/>
              <a:gd name="connsiteY13" fmla="*/ 58103 h 229552"/>
              <a:gd name="connsiteX14" fmla="*/ 94692 w 170892"/>
              <a:gd name="connsiteY14" fmla="*/ 89535 h 229552"/>
              <a:gd name="connsiteX15" fmla="*/ 68022 w 170892"/>
              <a:gd name="connsiteY15" fmla="*/ 65723 h 229552"/>
              <a:gd name="connsiteX16" fmla="*/ 40400 w 170892"/>
              <a:gd name="connsiteY16" fmla="*/ 65723 h 229552"/>
              <a:gd name="connsiteX17" fmla="*/ 28017 w 170892"/>
              <a:gd name="connsiteY17" fmla="*/ 86678 h 229552"/>
              <a:gd name="connsiteX18" fmla="*/ 28017 w 170892"/>
              <a:gd name="connsiteY18" fmla="*/ 134303 h 229552"/>
              <a:gd name="connsiteX19" fmla="*/ 36590 w 170892"/>
              <a:gd name="connsiteY19" fmla="*/ 150495 h 229552"/>
              <a:gd name="connsiteX20" fmla="*/ 1347 w 170892"/>
              <a:gd name="connsiteY20" fmla="*/ 207645 h 229552"/>
              <a:gd name="connsiteX21" fmla="*/ 395 w 170892"/>
              <a:gd name="connsiteY21" fmla="*/ 216218 h 229552"/>
              <a:gd name="connsiteX22" fmla="*/ 6110 w 170892"/>
              <a:gd name="connsiteY22" fmla="*/ 221933 h 229552"/>
              <a:gd name="connsiteX23" fmla="*/ 28970 w 170892"/>
              <a:gd name="connsiteY23" fmla="*/ 229553 h 229552"/>
              <a:gd name="connsiteX24" fmla="*/ 31827 w 170892"/>
              <a:gd name="connsiteY24" fmla="*/ 229553 h 229552"/>
              <a:gd name="connsiteX25" fmla="*/ 41352 w 170892"/>
              <a:gd name="connsiteY25" fmla="*/ 222885 h 229552"/>
              <a:gd name="connsiteX26" fmla="*/ 44210 w 170892"/>
              <a:gd name="connsiteY26" fmla="*/ 213360 h 229552"/>
              <a:gd name="connsiteX27" fmla="*/ 39447 w 170892"/>
              <a:gd name="connsiteY27" fmla="*/ 201930 h 229552"/>
              <a:gd name="connsiteX28" fmla="*/ 64212 w 170892"/>
              <a:gd name="connsiteY28" fmla="*/ 169545 h 229552"/>
              <a:gd name="connsiteX29" fmla="*/ 69927 w 170892"/>
              <a:gd name="connsiteY29" fmla="*/ 174308 h 229552"/>
              <a:gd name="connsiteX30" fmla="*/ 78500 w 170892"/>
              <a:gd name="connsiteY30" fmla="*/ 219075 h 229552"/>
              <a:gd name="connsiteX31" fmla="*/ 88025 w 170892"/>
              <a:gd name="connsiteY31" fmla="*/ 228600 h 229552"/>
              <a:gd name="connsiteX32" fmla="*/ 107075 w 170892"/>
              <a:gd name="connsiteY32" fmla="*/ 228600 h 229552"/>
              <a:gd name="connsiteX33" fmla="*/ 116600 w 170892"/>
              <a:gd name="connsiteY33" fmla="*/ 219075 h 229552"/>
              <a:gd name="connsiteX34" fmla="*/ 116600 w 170892"/>
              <a:gd name="connsiteY34" fmla="*/ 209550 h 229552"/>
              <a:gd name="connsiteX35" fmla="*/ 107075 w 170892"/>
              <a:gd name="connsiteY35" fmla="*/ 200025 h 229552"/>
              <a:gd name="connsiteX36" fmla="*/ 106122 w 170892"/>
              <a:gd name="connsiteY36" fmla="*/ 200025 h 229552"/>
              <a:gd name="connsiteX37" fmla="*/ 102312 w 170892"/>
              <a:gd name="connsiteY37" fmla="*/ 163830 h 229552"/>
              <a:gd name="connsiteX38" fmla="*/ 101360 w 170892"/>
              <a:gd name="connsiteY38" fmla="*/ 160973 h 229552"/>
              <a:gd name="connsiteX39" fmla="*/ 81357 w 170892"/>
              <a:gd name="connsiteY39" fmla="*/ 132398 h 229552"/>
              <a:gd name="connsiteX40" fmla="*/ 81357 w 170892"/>
              <a:gd name="connsiteY40" fmla="*/ 114300 h 229552"/>
              <a:gd name="connsiteX41" fmla="*/ 87072 w 170892"/>
              <a:gd name="connsiteY41" fmla="*/ 118110 h 229552"/>
              <a:gd name="connsiteX42" fmla="*/ 92787 w 170892"/>
              <a:gd name="connsiteY42" fmla="*/ 120015 h 229552"/>
              <a:gd name="connsiteX43" fmla="*/ 94692 w 170892"/>
              <a:gd name="connsiteY43" fmla="*/ 120015 h 229552"/>
              <a:gd name="connsiteX44" fmla="*/ 94692 w 170892"/>
              <a:gd name="connsiteY44" fmla="*/ 124778 h 229552"/>
              <a:gd name="connsiteX45" fmla="*/ 104217 w 170892"/>
              <a:gd name="connsiteY45" fmla="*/ 134303 h 229552"/>
              <a:gd name="connsiteX46" fmla="*/ 161367 w 170892"/>
              <a:gd name="connsiteY46" fmla="*/ 134303 h 229552"/>
              <a:gd name="connsiteX47" fmla="*/ 170892 w 170892"/>
              <a:gd name="connsiteY47" fmla="*/ 124778 h 229552"/>
              <a:gd name="connsiteX48" fmla="*/ 170892 w 170892"/>
              <a:gd name="connsiteY48" fmla="*/ 58103 h 229552"/>
              <a:gd name="connsiteX49" fmla="*/ 161367 w 170892"/>
              <a:gd name="connsiteY49" fmla="*/ 48578 h 229552"/>
              <a:gd name="connsiteX50" fmla="*/ 24207 w 170892"/>
              <a:gd name="connsiteY50" fmla="*/ 207645 h 229552"/>
              <a:gd name="connsiteX51" fmla="*/ 35637 w 170892"/>
              <a:gd name="connsiteY51" fmla="*/ 211455 h 229552"/>
              <a:gd name="connsiteX52" fmla="*/ 36590 w 170892"/>
              <a:gd name="connsiteY52" fmla="*/ 207645 h 229552"/>
              <a:gd name="connsiteX53" fmla="*/ 36590 w 170892"/>
              <a:gd name="connsiteY53" fmla="*/ 207645 h 229552"/>
              <a:gd name="connsiteX54" fmla="*/ 31827 w 170892"/>
              <a:gd name="connsiteY54" fmla="*/ 220028 h 229552"/>
              <a:gd name="connsiteX55" fmla="*/ 22302 w 170892"/>
              <a:gd name="connsiteY55" fmla="*/ 217170 h 229552"/>
              <a:gd name="connsiteX56" fmla="*/ 8967 w 170892"/>
              <a:gd name="connsiteY56" fmla="*/ 212408 h 229552"/>
              <a:gd name="connsiteX57" fmla="*/ 43257 w 170892"/>
              <a:gd name="connsiteY57" fmla="*/ 156210 h 229552"/>
              <a:gd name="connsiteX58" fmla="*/ 56592 w 170892"/>
              <a:gd name="connsiteY58" fmla="*/ 164783 h 229552"/>
              <a:gd name="connsiteX59" fmla="*/ 24207 w 170892"/>
              <a:gd name="connsiteY59" fmla="*/ 207645 h 229552"/>
              <a:gd name="connsiteX60" fmla="*/ 94692 w 170892"/>
              <a:gd name="connsiteY60" fmla="*/ 110490 h 229552"/>
              <a:gd name="connsiteX61" fmla="*/ 90882 w 170892"/>
              <a:gd name="connsiteY61" fmla="*/ 110490 h 229552"/>
              <a:gd name="connsiteX62" fmla="*/ 80405 w 170892"/>
              <a:gd name="connsiteY62" fmla="*/ 102870 h 229552"/>
              <a:gd name="connsiteX63" fmla="*/ 70880 w 170892"/>
              <a:gd name="connsiteY63" fmla="*/ 96203 h 229552"/>
              <a:gd name="connsiteX64" fmla="*/ 70880 w 170892"/>
              <a:gd name="connsiteY64" fmla="*/ 103823 h 229552"/>
              <a:gd name="connsiteX65" fmla="*/ 70880 w 170892"/>
              <a:gd name="connsiteY65" fmla="*/ 108585 h 229552"/>
              <a:gd name="connsiteX66" fmla="*/ 70880 w 170892"/>
              <a:gd name="connsiteY66" fmla="*/ 134303 h 229552"/>
              <a:gd name="connsiteX67" fmla="*/ 91835 w 170892"/>
              <a:gd name="connsiteY67" fmla="*/ 166688 h 229552"/>
              <a:gd name="connsiteX68" fmla="*/ 96597 w 170892"/>
              <a:gd name="connsiteY68" fmla="*/ 211455 h 229552"/>
              <a:gd name="connsiteX69" fmla="*/ 106122 w 170892"/>
              <a:gd name="connsiteY69" fmla="*/ 211455 h 229552"/>
              <a:gd name="connsiteX70" fmla="*/ 106122 w 170892"/>
              <a:gd name="connsiteY70" fmla="*/ 220980 h 229552"/>
              <a:gd name="connsiteX71" fmla="*/ 87072 w 170892"/>
              <a:gd name="connsiteY71" fmla="*/ 220980 h 229552"/>
              <a:gd name="connsiteX72" fmla="*/ 78500 w 170892"/>
              <a:gd name="connsiteY72" fmla="*/ 174308 h 229552"/>
              <a:gd name="connsiteX73" fmla="*/ 75642 w 170892"/>
              <a:gd name="connsiteY73" fmla="*/ 168593 h 229552"/>
              <a:gd name="connsiteX74" fmla="*/ 65165 w 170892"/>
              <a:gd name="connsiteY74" fmla="*/ 160020 h 229552"/>
              <a:gd name="connsiteX75" fmla="*/ 54687 w 170892"/>
              <a:gd name="connsiteY75" fmla="*/ 152400 h 229552"/>
              <a:gd name="connsiteX76" fmla="*/ 37542 w 170892"/>
              <a:gd name="connsiteY76" fmla="*/ 134303 h 229552"/>
              <a:gd name="connsiteX77" fmla="*/ 37542 w 170892"/>
              <a:gd name="connsiteY77" fmla="*/ 86678 h 229552"/>
              <a:gd name="connsiteX78" fmla="*/ 45162 w 170892"/>
              <a:gd name="connsiteY78" fmla="*/ 74295 h 229552"/>
              <a:gd name="connsiteX79" fmla="*/ 58497 w 170892"/>
              <a:gd name="connsiteY79" fmla="*/ 72390 h 229552"/>
              <a:gd name="connsiteX80" fmla="*/ 70880 w 170892"/>
              <a:gd name="connsiteY80" fmla="*/ 80963 h 229552"/>
              <a:gd name="connsiteX81" fmla="*/ 79452 w 170892"/>
              <a:gd name="connsiteY81" fmla="*/ 89535 h 229552"/>
              <a:gd name="connsiteX82" fmla="*/ 89930 w 170892"/>
              <a:gd name="connsiteY82" fmla="*/ 99060 h 229552"/>
              <a:gd name="connsiteX83" fmla="*/ 93740 w 170892"/>
              <a:gd name="connsiteY83" fmla="*/ 100965 h 229552"/>
              <a:gd name="connsiteX84" fmla="*/ 122315 w 170892"/>
              <a:gd name="connsiteY84" fmla="*/ 100965 h 229552"/>
              <a:gd name="connsiteX85" fmla="*/ 122315 w 170892"/>
              <a:gd name="connsiteY85" fmla="*/ 110490 h 229552"/>
              <a:gd name="connsiteX86" fmla="*/ 94692 w 170892"/>
              <a:gd name="connsiteY86" fmla="*/ 110490 h 229552"/>
              <a:gd name="connsiteX87" fmla="*/ 161367 w 170892"/>
              <a:gd name="connsiteY87" fmla="*/ 124778 h 229552"/>
              <a:gd name="connsiteX88" fmla="*/ 104217 w 170892"/>
              <a:gd name="connsiteY88" fmla="*/ 124778 h 229552"/>
              <a:gd name="connsiteX89" fmla="*/ 104217 w 170892"/>
              <a:gd name="connsiteY89" fmla="*/ 120015 h 229552"/>
              <a:gd name="connsiteX90" fmla="*/ 123267 w 170892"/>
              <a:gd name="connsiteY90" fmla="*/ 120015 h 229552"/>
              <a:gd name="connsiteX91" fmla="*/ 129935 w 170892"/>
              <a:gd name="connsiteY91" fmla="*/ 117158 h 229552"/>
              <a:gd name="connsiteX92" fmla="*/ 132792 w 170892"/>
              <a:gd name="connsiteY92" fmla="*/ 110490 h 229552"/>
              <a:gd name="connsiteX93" fmla="*/ 132792 w 170892"/>
              <a:gd name="connsiteY93" fmla="*/ 100965 h 229552"/>
              <a:gd name="connsiteX94" fmla="*/ 129935 w 170892"/>
              <a:gd name="connsiteY94" fmla="*/ 94298 h 229552"/>
              <a:gd name="connsiteX95" fmla="*/ 123267 w 170892"/>
              <a:gd name="connsiteY95" fmla="*/ 91440 h 229552"/>
              <a:gd name="connsiteX96" fmla="*/ 104217 w 170892"/>
              <a:gd name="connsiteY96" fmla="*/ 91440 h 229552"/>
              <a:gd name="connsiteX97" fmla="*/ 104217 w 170892"/>
              <a:gd name="connsiteY97" fmla="*/ 58103 h 229552"/>
              <a:gd name="connsiteX98" fmla="*/ 161367 w 170892"/>
              <a:gd name="connsiteY98" fmla="*/ 58103 h 229552"/>
              <a:gd name="connsiteX99" fmla="*/ 161367 w 170892"/>
              <a:gd name="connsiteY99" fmla="*/ 124778 h 22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70892" h="229552">
                <a:moveTo>
                  <a:pt x="56592" y="57150"/>
                </a:moveTo>
                <a:cubicBezTo>
                  <a:pt x="71832" y="57150"/>
                  <a:pt x="85167" y="44768"/>
                  <a:pt x="85167" y="28575"/>
                </a:cubicBezTo>
                <a:cubicBezTo>
                  <a:pt x="85167" y="12383"/>
                  <a:pt x="72785" y="0"/>
                  <a:pt x="56592" y="0"/>
                </a:cubicBezTo>
                <a:cubicBezTo>
                  <a:pt x="41352" y="953"/>
                  <a:pt x="28017" y="14288"/>
                  <a:pt x="28017" y="29528"/>
                </a:cubicBezTo>
                <a:cubicBezTo>
                  <a:pt x="28017" y="44768"/>
                  <a:pt x="41352" y="57150"/>
                  <a:pt x="56592" y="57150"/>
                </a:cubicBezTo>
                <a:close/>
                <a:moveTo>
                  <a:pt x="56592" y="10478"/>
                </a:moveTo>
                <a:cubicBezTo>
                  <a:pt x="67070" y="10478"/>
                  <a:pt x="75642" y="19050"/>
                  <a:pt x="75642" y="29528"/>
                </a:cubicBezTo>
                <a:cubicBezTo>
                  <a:pt x="75642" y="40005"/>
                  <a:pt x="67070" y="48578"/>
                  <a:pt x="56592" y="48578"/>
                </a:cubicBezTo>
                <a:cubicBezTo>
                  <a:pt x="46115" y="48578"/>
                  <a:pt x="37542" y="40005"/>
                  <a:pt x="37542" y="29528"/>
                </a:cubicBezTo>
                <a:cubicBezTo>
                  <a:pt x="37542" y="19050"/>
                  <a:pt x="46115" y="10478"/>
                  <a:pt x="56592" y="10478"/>
                </a:cubicBezTo>
                <a:close/>
                <a:moveTo>
                  <a:pt x="161367" y="48578"/>
                </a:moveTo>
                <a:lnTo>
                  <a:pt x="104217" y="48578"/>
                </a:lnTo>
                <a:cubicBezTo>
                  <a:pt x="101360" y="48578"/>
                  <a:pt x="99455" y="49530"/>
                  <a:pt x="97550" y="51435"/>
                </a:cubicBezTo>
                <a:cubicBezTo>
                  <a:pt x="95645" y="53340"/>
                  <a:pt x="94692" y="55245"/>
                  <a:pt x="94692" y="58103"/>
                </a:cubicBezTo>
                <a:lnTo>
                  <a:pt x="94692" y="89535"/>
                </a:lnTo>
                <a:cubicBezTo>
                  <a:pt x="89930" y="85725"/>
                  <a:pt x="72785" y="68580"/>
                  <a:pt x="68022" y="65723"/>
                </a:cubicBezTo>
                <a:cubicBezTo>
                  <a:pt x="60402" y="60960"/>
                  <a:pt x="48020" y="60960"/>
                  <a:pt x="40400" y="65723"/>
                </a:cubicBezTo>
                <a:cubicBezTo>
                  <a:pt x="32780" y="69533"/>
                  <a:pt x="28017" y="78105"/>
                  <a:pt x="28017" y="86678"/>
                </a:cubicBezTo>
                <a:lnTo>
                  <a:pt x="28017" y="134303"/>
                </a:lnTo>
                <a:cubicBezTo>
                  <a:pt x="28017" y="140970"/>
                  <a:pt x="31827" y="146685"/>
                  <a:pt x="36590" y="150495"/>
                </a:cubicBezTo>
                <a:lnTo>
                  <a:pt x="1347" y="207645"/>
                </a:lnTo>
                <a:cubicBezTo>
                  <a:pt x="395" y="210503"/>
                  <a:pt x="-558" y="213360"/>
                  <a:pt x="395" y="216218"/>
                </a:cubicBezTo>
                <a:cubicBezTo>
                  <a:pt x="1347" y="219075"/>
                  <a:pt x="3252" y="220980"/>
                  <a:pt x="6110" y="221933"/>
                </a:cubicBezTo>
                <a:cubicBezTo>
                  <a:pt x="15635" y="224790"/>
                  <a:pt x="28970" y="229553"/>
                  <a:pt x="28970" y="229553"/>
                </a:cubicBezTo>
                <a:cubicBezTo>
                  <a:pt x="29922" y="229553"/>
                  <a:pt x="30875" y="229553"/>
                  <a:pt x="31827" y="229553"/>
                </a:cubicBezTo>
                <a:cubicBezTo>
                  <a:pt x="35637" y="229553"/>
                  <a:pt x="39447" y="226695"/>
                  <a:pt x="41352" y="222885"/>
                </a:cubicBezTo>
                <a:lnTo>
                  <a:pt x="44210" y="213360"/>
                </a:lnTo>
                <a:cubicBezTo>
                  <a:pt x="45162" y="208598"/>
                  <a:pt x="43257" y="204788"/>
                  <a:pt x="39447" y="201930"/>
                </a:cubicBezTo>
                <a:lnTo>
                  <a:pt x="64212" y="169545"/>
                </a:lnTo>
                <a:cubicBezTo>
                  <a:pt x="67070" y="171450"/>
                  <a:pt x="68975" y="173355"/>
                  <a:pt x="69927" y="174308"/>
                </a:cubicBezTo>
                <a:lnTo>
                  <a:pt x="78500" y="219075"/>
                </a:lnTo>
                <a:cubicBezTo>
                  <a:pt x="78500" y="224790"/>
                  <a:pt x="82310" y="228600"/>
                  <a:pt x="88025" y="228600"/>
                </a:cubicBezTo>
                <a:lnTo>
                  <a:pt x="107075" y="228600"/>
                </a:lnTo>
                <a:cubicBezTo>
                  <a:pt x="112790" y="228600"/>
                  <a:pt x="116600" y="224790"/>
                  <a:pt x="116600" y="219075"/>
                </a:cubicBezTo>
                <a:lnTo>
                  <a:pt x="116600" y="209550"/>
                </a:lnTo>
                <a:cubicBezTo>
                  <a:pt x="116600" y="203835"/>
                  <a:pt x="112790" y="200025"/>
                  <a:pt x="107075" y="200025"/>
                </a:cubicBezTo>
                <a:lnTo>
                  <a:pt x="106122" y="200025"/>
                </a:lnTo>
                <a:lnTo>
                  <a:pt x="102312" y="163830"/>
                </a:lnTo>
                <a:cubicBezTo>
                  <a:pt x="102312" y="162878"/>
                  <a:pt x="102312" y="161925"/>
                  <a:pt x="101360" y="160973"/>
                </a:cubicBezTo>
                <a:cubicBezTo>
                  <a:pt x="100407" y="158115"/>
                  <a:pt x="82310" y="134303"/>
                  <a:pt x="81357" y="132398"/>
                </a:cubicBezTo>
                <a:lnTo>
                  <a:pt x="81357" y="114300"/>
                </a:lnTo>
                <a:cubicBezTo>
                  <a:pt x="84215" y="116205"/>
                  <a:pt x="87072" y="118110"/>
                  <a:pt x="87072" y="118110"/>
                </a:cubicBezTo>
                <a:cubicBezTo>
                  <a:pt x="88977" y="119063"/>
                  <a:pt x="90882" y="120015"/>
                  <a:pt x="92787" y="120015"/>
                </a:cubicBezTo>
                <a:lnTo>
                  <a:pt x="94692" y="120015"/>
                </a:lnTo>
                <a:lnTo>
                  <a:pt x="94692" y="124778"/>
                </a:lnTo>
                <a:cubicBezTo>
                  <a:pt x="94692" y="129540"/>
                  <a:pt x="99455" y="134303"/>
                  <a:pt x="104217" y="134303"/>
                </a:cubicBezTo>
                <a:lnTo>
                  <a:pt x="161367" y="134303"/>
                </a:lnTo>
                <a:cubicBezTo>
                  <a:pt x="167082" y="134303"/>
                  <a:pt x="170892" y="130493"/>
                  <a:pt x="170892" y="124778"/>
                </a:cubicBezTo>
                <a:lnTo>
                  <a:pt x="170892" y="58103"/>
                </a:lnTo>
                <a:cubicBezTo>
                  <a:pt x="170892" y="53340"/>
                  <a:pt x="167082" y="48578"/>
                  <a:pt x="161367" y="48578"/>
                </a:cubicBezTo>
                <a:close/>
                <a:moveTo>
                  <a:pt x="24207" y="207645"/>
                </a:moveTo>
                <a:lnTo>
                  <a:pt x="35637" y="211455"/>
                </a:lnTo>
                <a:lnTo>
                  <a:pt x="36590" y="207645"/>
                </a:lnTo>
                <a:lnTo>
                  <a:pt x="36590" y="207645"/>
                </a:lnTo>
                <a:lnTo>
                  <a:pt x="31827" y="220028"/>
                </a:lnTo>
                <a:lnTo>
                  <a:pt x="22302" y="217170"/>
                </a:lnTo>
                <a:cubicBezTo>
                  <a:pt x="22302" y="217170"/>
                  <a:pt x="17540" y="215265"/>
                  <a:pt x="8967" y="212408"/>
                </a:cubicBezTo>
                <a:lnTo>
                  <a:pt x="43257" y="156210"/>
                </a:lnTo>
                <a:cubicBezTo>
                  <a:pt x="46115" y="158115"/>
                  <a:pt x="54687" y="162878"/>
                  <a:pt x="56592" y="164783"/>
                </a:cubicBezTo>
                <a:lnTo>
                  <a:pt x="24207" y="207645"/>
                </a:lnTo>
                <a:close/>
                <a:moveTo>
                  <a:pt x="94692" y="110490"/>
                </a:moveTo>
                <a:lnTo>
                  <a:pt x="90882" y="110490"/>
                </a:lnTo>
                <a:cubicBezTo>
                  <a:pt x="88977" y="109538"/>
                  <a:pt x="84215" y="105728"/>
                  <a:pt x="80405" y="102870"/>
                </a:cubicBezTo>
                <a:cubicBezTo>
                  <a:pt x="77547" y="100965"/>
                  <a:pt x="73737" y="98108"/>
                  <a:pt x="70880" y="96203"/>
                </a:cubicBezTo>
                <a:lnTo>
                  <a:pt x="70880" y="103823"/>
                </a:lnTo>
                <a:lnTo>
                  <a:pt x="70880" y="108585"/>
                </a:lnTo>
                <a:lnTo>
                  <a:pt x="70880" y="134303"/>
                </a:lnTo>
                <a:cubicBezTo>
                  <a:pt x="70880" y="136208"/>
                  <a:pt x="90882" y="163830"/>
                  <a:pt x="91835" y="166688"/>
                </a:cubicBezTo>
                <a:lnTo>
                  <a:pt x="96597" y="211455"/>
                </a:lnTo>
                <a:lnTo>
                  <a:pt x="106122" y="211455"/>
                </a:lnTo>
                <a:lnTo>
                  <a:pt x="106122" y="220980"/>
                </a:lnTo>
                <a:lnTo>
                  <a:pt x="87072" y="220980"/>
                </a:lnTo>
                <a:lnTo>
                  <a:pt x="78500" y="174308"/>
                </a:lnTo>
                <a:cubicBezTo>
                  <a:pt x="78500" y="172403"/>
                  <a:pt x="76595" y="169545"/>
                  <a:pt x="75642" y="168593"/>
                </a:cubicBezTo>
                <a:cubicBezTo>
                  <a:pt x="73737" y="166688"/>
                  <a:pt x="70880" y="164783"/>
                  <a:pt x="65165" y="160020"/>
                </a:cubicBezTo>
                <a:cubicBezTo>
                  <a:pt x="61355" y="157163"/>
                  <a:pt x="57545" y="155258"/>
                  <a:pt x="54687" y="152400"/>
                </a:cubicBezTo>
                <a:cubicBezTo>
                  <a:pt x="46115" y="146685"/>
                  <a:pt x="37542" y="140970"/>
                  <a:pt x="37542" y="134303"/>
                </a:cubicBezTo>
                <a:lnTo>
                  <a:pt x="37542" y="86678"/>
                </a:lnTo>
                <a:cubicBezTo>
                  <a:pt x="37542" y="80963"/>
                  <a:pt x="40400" y="76200"/>
                  <a:pt x="45162" y="74295"/>
                </a:cubicBezTo>
                <a:cubicBezTo>
                  <a:pt x="48972" y="72390"/>
                  <a:pt x="54687" y="71438"/>
                  <a:pt x="58497" y="72390"/>
                </a:cubicBezTo>
                <a:cubicBezTo>
                  <a:pt x="64212" y="73343"/>
                  <a:pt x="67070" y="77153"/>
                  <a:pt x="70880" y="80963"/>
                </a:cubicBezTo>
                <a:cubicBezTo>
                  <a:pt x="73737" y="83820"/>
                  <a:pt x="76595" y="86678"/>
                  <a:pt x="79452" y="89535"/>
                </a:cubicBezTo>
                <a:cubicBezTo>
                  <a:pt x="83262" y="93345"/>
                  <a:pt x="87072" y="96203"/>
                  <a:pt x="89930" y="99060"/>
                </a:cubicBezTo>
                <a:cubicBezTo>
                  <a:pt x="90882" y="100013"/>
                  <a:pt x="92787" y="100965"/>
                  <a:pt x="93740" y="100965"/>
                </a:cubicBezTo>
                <a:cubicBezTo>
                  <a:pt x="94692" y="100965"/>
                  <a:pt x="122315" y="100965"/>
                  <a:pt x="122315" y="100965"/>
                </a:cubicBezTo>
                <a:lnTo>
                  <a:pt x="122315" y="110490"/>
                </a:lnTo>
                <a:lnTo>
                  <a:pt x="94692" y="110490"/>
                </a:lnTo>
                <a:close/>
                <a:moveTo>
                  <a:pt x="161367" y="124778"/>
                </a:moveTo>
                <a:lnTo>
                  <a:pt x="104217" y="124778"/>
                </a:lnTo>
                <a:lnTo>
                  <a:pt x="104217" y="120015"/>
                </a:lnTo>
                <a:lnTo>
                  <a:pt x="123267" y="120015"/>
                </a:lnTo>
                <a:cubicBezTo>
                  <a:pt x="126125" y="120015"/>
                  <a:pt x="128030" y="119063"/>
                  <a:pt x="129935" y="117158"/>
                </a:cubicBezTo>
                <a:cubicBezTo>
                  <a:pt x="131840" y="115253"/>
                  <a:pt x="132792" y="113348"/>
                  <a:pt x="132792" y="110490"/>
                </a:cubicBezTo>
                <a:lnTo>
                  <a:pt x="132792" y="100965"/>
                </a:lnTo>
                <a:cubicBezTo>
                  <a:pt x="132792" y="98108"/>
                  <a:pt x="131840" y="96203"/>
                  <a:pt x="129935" y="94298"/>
                </a:cubicBezTo>
                <a:cubicBezTo>
                  <a:pt x="128030" y="92393"/>
                  <a:pt x="125172" y="91440"/>
                  <a:pt x="123267" y="91440"/>
                </a:cubicBezTo>
                <a:lnTo>
                  <a:pt x="104217" y="91440"/>
                </a:lnTo>
                <a:lnTo>
                  <a:pt x="104217" y="58103"/>
                </a:lnTo>
                <a:lnTo>
                  <a:pt x="161367" y="58103"/>
                </a:lnTo>
                <a:lnTo>
                  <a:pt x="161367" y="124778"/>
                </a:ln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4" descr="Manager icon.">
            <a:extLst>
              <a:ext uri="{FF2B5EF4-FFF2-40B4-BE49-F238E27FC236}">
                <a16:creationId xmlns:a16="http://schemas.microsoft.com/office/drawing/2014/main" id="{0C0D4772-4BD5-AA69-59D8-004415A6C99F}"/>
              </a:ext>
            </a:extLst>
          </p:cNvPr>
          <p:cNvSpPr/>
          <p:nvPr/>
        </p:nvSpPr>
        <p:spPr>
          <a:xfrm>
            <a:off x="960575" y="2382012"/>
            <a:ext cx="422625" cy="422625"/>
          </a:xfrm>
          <a:custGeom>
            <a:avLst/>
            <a:gdLst>
              <a:gd name="connsiteX0" fmla="*/ 278549 w 422625"/>
              <a:gd name="connsiteY0" fmla="*/ 230523 h 422625"/>
              <a:gd name="connsiteX1" fmla="*/ 144077 w 422625"/>
              <a:gd name="connsiteY1" fmla="*/ 230523 h 422625"/>
              <a:gd name="connsiteX2" fmla="*/ 0 w 422625"/>
              <a:gd name="connsiteY2" fmla="*/ 374600 h 422625"/>
              <a:gd name="connsiteX3" fmla="*/ 0 w 422625"/>
              <a:gd name="connsiteY3" fmla="*/ 403415 h 422625"/>
              <a:gd name="connsiteX4" fmla="*/ 19210 w 422625"/>
              <a:gd name="connsiteY4" fmla="*/ 422626 h 422625"/>
              <a:gd name="connsiteX5" fmla="*/ 403415 w 422625"/>
              <a:gd name="connsiteY5" fmla="*/ 422626 h 422625"/>
              <a:gd name="connsiteX6" fmla="*/ 422626 w 422625"/>
              <a:gd name="connsiteY6" fmla="*/ 403415 h 422625"/>
              <a:gd name="connsiteX7" fmla="*/ 422626 w 422625"/>
              <a:gd name="connsiteY7" fmla="*/ 374600 h 422625"/>
              <a:gd name="connsiteX8" fmla="*/ 278549 w 422625"/>
              <a:gd name="connsiteY8" fmla="*/ 230523 h 422625"/>
              <a:gd name="connsiteX9" fmla="*/ 278549 w 422625"/>
              <a:gd name="connsiteY9" fmla="*/ 230523 h 422625"/>
              <a:gd name="connsiteX10" fmla="*/ 326574 w 422625"/>
              <a:gd name="connsiteY10" fmla="*/ 376521 h 422625"/>
              <a:gd name="connsiteX11" fmla="*/ 326574 w 422625"/>
              <a:gd name="connsiteY11" fmla="*/ 405336 h 422625"/>
              <a:gd name="connsiteX12" fmla="*/ 220918 w 422625"/>
              <a:gd name="connsiteY12" fmla="*/ 405336 h 422625"/>
              <a:gd name="connsiteX13" fmla="*/ 220918 w 422625"/>
              <a:gd name="connsiteY13" fmla="*/ 322732 h 422625"/>
              <a:gd name="connsiteX14" fmla="*/ 245891 w 422625"/>
              <a:gd name="connsiteY14" fmla="*/ 293917 h 422625"/>
              <a:gd name="connsiteX15" fmla="*/ 268944 w 422625"/>
              <a:gd name="connsiteY15" fmla="*/ 315048 h 422625"/>
              <a:gd name="connsiteX16" fmla="*/ 276628 w 422625"/>
              <a:gd name="connsiteY16" fmla="*/ 316969 h 422625"/>
              <a:gd name="connsiteX17" fmla="*/ 282391 w 422625"/>
              <a:gd name="connsiteY17" fmla="*/ 315048 h 422625"/>
              <a:gd name="connsiteX18" fmla="*/ 288154 w 422625"/>
              <a:gd name="connsiteY18" fmla="*/ 305443 h 422625"/>
              <a:gd name="connsiteX19" fmla="*/ 288154 w 422625"/>
              <a:gd name="connsiteY19" fmla="*/ 249733 h 422625"/>
              <a:gd name="connsiteX20" fmla="*/ 316969 w 422625"/>
              <a:gd name="connsiteY20" fmla="*/ 255496 h 422625"/>
              <a:gd name="connsiteX21" fmla="*/ 326574 w 422625"/>
              <a:gd name="connsiteY21" fmla="*/ 376521 h 422625"/>
              <a:gd name="connsiteX22" fmla="*/ 326574 w 422625"/>
              <a:gd name="connsiteY22" fmla="*/ 376521 h 422625"/>
              <a:gd name="connsiteX23" fmla="*/ 107577 w 422625"/>
              <a:gd name="connsiteY23" fmla="*/ 255496 h 422625"/>
              <a:gd name="connsiteX24" fmla="*/ 134472 w 422625"/>
              <a:gd name="connsiteY24" fmla="*/ 249733 h 422625"/>
              <a:gd name="connsiteX25" fmla="*/ 134472 w 422625"/>
              <a:gd name="connsiteY25" fmla="*/ 305443 h 422625"/>
              <a:gd name="connsiteX26" fmla="*/ 140235 w 422625"/>
              <a:gd name="connsiteY26" fmla="*/ 315048 h 422625"/>
              <a:gd name="connsiteX27" fmla="*/ 147919 w 422625"/>
              <a:gd name="connsiteY27" fmla="*/ 316969 h 422625"/>
              <a:gd name="connsiteX28" fmla="*/ 176734 w 422625"/>
              <a:gd name="connsiteY28" fmla="*/ 291996 h 422625"/>
              <a:gd name="connsiteX29" fmla="*/ 201708 w 422625"/>
              <a:gd name="connsiteY29" fmla="*/ 320811 h 422625"/>
              <a:gd name="connsiteX30" fmla="*/ 201708 w 422625"/>
              <a:gd name="connsiteY30" fmla="*/ 403415 h 422625"/>
              <a:gd name="connsiteX31" fmla="*/ 96051 w 422625"/>
              <a:gd name="connsiteY31" fmla="*/ 403415 h 422625"/>
              <a:gd name="connsiteX32" fmla="*/ 96051 w 422625"/>
              <a:gd name="connsiteY32" fmla="*/ 368837 h 422625"/>
              <a:gd name="connsiteX33" fmla="*/ 107577 w 422625"/>
              <a:gd name="connsiteY33" fmla="*/ 255496 h 422625"/>
              <a:gd name="connsiteX34" fmla="*/ 107577 w 422625"/>
              <a:gd name="connsiteY34" fmla="*/ 255496 h 422625"/>
              <a:gd name="connsiteX35" fmla="*/ 211313 w 422625"/>
              <a:gd name="connsiteY35" fmla="*/ 301601 h 422625"/>
              <a:gd name="connsiteX36" fmla="*/ 192103 w 422625"/>
              <a:gd name="connsiteY36" fmla="*/ 278549 h 422625"/>
              <a:gd name="connsiteX37" fmla="*/ 211313 w 422625"/>
              <a:gd name="connsiteY37" fmla="*/ 261259 h 422625"/>
              <a:gd name="connsiteX38" fmla="*/ 230523 w 422625"/>
              <a:gd name="connsiteY38" fmla="*/ 278549 h 422625"/>
              <a:gd name="connsiteX39" fmla="*/ 211313 w 422625"/>
              <a:gd name="connsiteY39" fmla="*/ 301601 h 422625"/>
              <a:gd name="connsiteX40" fmla="*/ 211313 w 422625"/>
              <a:gd name="connsiteY40" fmla="*/ 301601 h 422625"/>
              <a:gd name="connsiteX41" fmla="*/ 226681 w 422625"/>
              <a:gd name="connsiteY41" fmla="*/ 249733 h 422625"/>
              <a:gd name="connsiteX42" fmla="*/ 268944 w 422625"/>
              <a:gd name="connsiteY42" fmla="*/ 249733 h 422625"/>
              <a:gd name="connsiteX43" fmla="*/ 268944 w 422625"/>
              <a:gd name="connsiteY43" fmla="*/ 288154 h 422625"/>
              <a:gd name="connsiteX44" fmla="*/ 226681 w 422625"/>
              <a:gd name="connsiteY44" fmla="*/ 249733 h 422625"/>
              <a:gd name="connsiteX45" fmla="*/ 153682 w 422625"/>
              <a:gd name="connsiteY45" fmla="*/ 286233 h 422625"/>
              <a:gd name="connsiteX46" fmla="*/ 153682 w 422625"/>
              <a:gd name="connsiteY46" fmla="*/ 249733 h 422625"/>
              <a:gd name="connsiteX47" fmla="*/ 195945 w 422625"/>
              <a:gd name="connsiteY47" fmla="*/ 249733 h 422625"/>
              <a:gd name="connsiteX48" fmla="*/ 153682 w 422625"/>
              <a:gd name="connsiteY48" fmla="*/ 286233 h 422625"/>
              <a:gd name="connsiteX49" fmla="*/ 19210 w 422625"/>
              <a:gd name="connsiteY49" fmla="*/ 374600 h 422625"/>
              <a:gd name="connsiteX50" fmla="*/ 90288 w 422625"/>
              <a:gd name="connsiteY50" fmla="*/ 261259 h 422625"/>
              <a:gd name="connsiteX51" fmla="*/ 82604 w 422625"/>
              <a:gd name="connsiteY51" fmla="*/ 355390 h 422625"/>
              <a:gd name="connsiteX52" fmla="*/ 76841 w 422625"/>
              <a:gd name="connsiteY52" fmla="*/ 368837 h 422625"/>
              <a:gd name="connsiteX53" fmla="*/ 76841 w 422625"/>
              <a:gd name="connsiteY53" fmla="*/ 403415 h 422625"/>
              <a:gd name="connsiteX54" fmla="*/ 19210 w 422625"/>
              <a:gd name="connsiteY54" fmla="*/ 403415 h 422625"/>
              <a:gd name="connsiteX55" fmla="*/ 19210 w 422625"/>
              <a:gd name="connsiteY55" fmla="*/ 374600 h 422625"/>
              <a:gd name="connsiteX56" fmla="*/ 403415 w 422625"/>
              <a:gd name="connsiteY56" fmla="*/ 403415 h 422625"/>
              <a:gd name="connsiteX57" fmla="*/ 345785 w 422625"/>
              <a:gd name="connsiteY57" fmla="*/ 403415 h 422625"/>
              <a:gd name="connsiteX58" fmla="*/ 345785 w 422625"/>
              <a:gd name="connsiteY58" fmla="*/ 374600 h 422625"/>
              <a:gd name="connsiteX59" fmla="*/ 340021 w 422625"/>
              <a:gd name="connsiteY59" fmla="*/ 361153 h 422625"/>
              <a:gd name="connsiteX60" fmla="*/ 334258 w 422625"/>
              <a:gd name="connsiteY60" fmla="*/ 261259 h 422625"/>
              <a:gd name="connsiteX61" fmla="*/ 403415 w 422625"/>
              <a:gd name="connsiteY61" fmla="*/ 372679 h 422625"/>
              <a:gd name="connsiteX62" fmla="*/ 403415 w 422625"/>
              <a:gd name="connsiteY62" fmla="*/ 403415 h 422625"/>
              <a:gd name="connsiteX63" fmla="*/ 403415 w 422625"/>
              <a:gd name="connsiteY63" fmla="*/ 403415 h 422625"/>
              <a:gd name="connsiteX64" fmla="*/ 211313 w 422625"/>
              <a:gd name="connsiteY64" fmla="*/ 213234 h 422625"/>
              <a:gd name="connsiteX65" fmla="*/ 316969 w 422625"/>
              <a:gd name="connsiteY65" fmla="*/ 107577 h 422625"/>
              <a:gd name="connsiteX66" fmla="*/ 211313 w 422625"/>
              <a:gd name="connsiteY66" fmla="*/ 0 h 422625"/>
              <a:gd name="connsiteX67" fmla="*/ 105656 w 422625"/>
              <a:gd name="connsiteY67" fmla="*/ 105656 h 422625"/>
              <a:gd name="connsiteX68" fmla="*/ 211313 w 422625"/>
              <a:gd name="connsiteY68" fmla="*/ 213234 h 422625"/>
              <a:gd name="connsiteX69" fmla="*/ 211313 w 422625"/>
              <a:gd name="connsiteY69" fmla="*/ 213234 h 422625"/>
              <a:gd name="connsiteX70" fmla="*/ 211313 w 422625"/>
              <a:gd name="connsiteY70" fmla="*/ 19210 h 422625"/>
              <a:gd name="connsiteX71" fmla="*/ 297759 w 422625"/>
              <a:gd name="connsiteY71" fmla="*/ 105656 h 422625"/>
              <a:gd name="connsiteX72" fmla="*/ 211313 w 422625"/>
              <a:gd name="connsiteY72" fmla="*/ 192103 h 422625"/>
              <a:gd name="connsiteX73" fmla="*/ 124867 w 422625"/>
              <a:gd name="connsiteY73" fmla="*/ 105656 h 422625"/>
              <a:gd name="connsiteX74" fmla="*/ 211313 w 422625"/>
              <a:gd name="connsiteY74" fmla="*/ 19210 h 422625"/>
              <a:gd name="connsiteX75" fmla="*/ 182497 w 422625"/>
              <a:gd name="connsiteY75" fmla="*/ 345785 h 422625"/>
              <a:gd name="connsiteX76" fmla="*/ 134472 w 422625"/>
              <a:gd name="connsiteY76" fmla="*/ 345785 h 422625"/>
              <a:gd name="connsiteX77" fmla="*/ 134472 w 422625"/>
              <a:gd name="connsiteY77" fmla="*/ 326574 h 422625"/>
              <a:gd name="connsiteX78" fmla="*/ 182497 w 422625"/>
              <a:gd name="connsiteY78" fmla="*/ 326574 h 422625"/>
              <a:gd name="connsiteX79" fmla="*/ 182497 w 422625"/>
              <a:gd name="connsiteY79" fmla="*/ 345785 h 422625"/>
              <a:gd name="connsiteX80" fmla="*/ 240128 w 422625"/>
              <a:gd name="connsiteY80" fmla="*/ 326574 h 422625"/>
              <a:gd name="connsiteX81" fmla="*/ 288154 w 422625"/>
              <a:gd name="connsiteY81" fmla="*/ 326574 h 422625"/>
              <a:gd name="connsiteX82" fmla="*/ 288154 w 422625"/>
              <a:gd name="connsiteY82" fmla="*/ 345785 h 422625"/>
              <a:gd name="connsiteX83" fmla="*/ 240128 w 422625"/>
              <a:gd name="connsiteY83" fmla="*/ 345785 h 422625"/>
              <a:gd name="connsiteX84" fmla="*/ 240128 w 422625"/>
              <a:gd name="connsiteY84" fmla="*/ 326574 h 42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22625" h="422625">
                <a:moveTo>
                  <a:pt x="278549" y="230523"/>
                </a:moveTo>
                <a:lnTo>
                  <a:pt x="144077" y="230523"/>
                </a:lnTo>
                <a:cubicBezTo>
                  <a:pt x="65315" y="230523"/>
                  <a:pt x="0" y="295838"/>
                  <a:pt x="0" y="374600"/>
                </a:cubicBezTo>
                <a:lnTo>
                  <a:pt x="0" y="403415"/>
                </a:lnTo>
                <a:cubicBezTo>
                  <a:pt x="0" y="414941"/>
                  <a:pt x="7684" y="422626"/>
                  <a:pt x="19210" y="422626"/>
                </a:cubicBezTo>
                <a:lnTo>
                  <a:pt x="403415" y="422626"/>
                </a:lnTo>
                <a:cubicBezTo>
                  <a:pt x="414941" y="422626"/>
                  <a:pt x="422626" y="414941"/>
                  <a:pt x="422626" y="403415"/>
                </a:cubicBezTo>
                <a:lnTo>
                  <a:pt x="422626" y="374600"/>
                </a:lnTo>
                <a:cubicBezTo>
                  <a:pt x="422626" y="293917"/>
                  <a:pt x="359232" y="230523"/>
                  <a:pt x="278549" y="230523"/>
                </a:cubicBezTo>
                <a:lnTo>
                  <a:pt x="278549" y="230523"/>
                </a:lnTo>
                <a:close/>
                <a:moveTo>
                  <a:pt x="326574" y="376521"/>
                </a:moveTo>
                <a:lnTo>
                  <a:pt x="326574" y="405336"/>
                </a:lnTo>
                <a:lnTo>
                  <a:pt x="220918" y="405336"/>
                </a:lnTo>
                <a:lnTo>
                  <a:pt x="220918" y="322732"/>
                </a:lnTo>
                <a:lnTo>
                  <a:pt x="245891" y="293917"/>
                </a:lnTo>
                <a:lnTo>
                  <a:pt x="268944" y="315048"/>
                </a:lnTo>
                <a:cubicBezTo>
                  <a:pt x="270865" y="316969"/>
                  <a:pt x="272786" y="316969"/>
                  <a:pt x="276628" y="316969"/>
                </a:cubicBezTo>
                <a:cubicBezTo>
                  <a:pt x="278549" y="316969"/>
                  <a:pt x="280470" y="316969"/>
                  <a:pt x="282391" y="315048"/>
                </a:cubicBezTo>
                <a:cubicBezTo>
                  <a:pt x="286233" y="313127"/>
                  <a:pt x="288154" y="309285"/>
                  <a:pt x="288154" y="305443"/>
                </a:cubicBezTo>
                <a:lnTo>
                  <a:pt x="288154" y="249733"/>
                </a:lnTo>
                <a:cubicBezTo>
                  <a:pt x="297759" y="249733"/>
                  <a:pt x="307364" y="251654"/>
                  <a:pt x="316969" y="255496"/>
                </a:cubicBezTo>
                <a:cubicBezTo>
                  <a:pt x="305443" y="284312"/>
                  <a:pt x="299680" y="347706"/>
                  <a:pt x="326574" y="376521"/>
                </a:cubicBezTo>
                <a:lnTo>
                  <a:pt x="326574" y="376521"/>
                </a:lnTo>
                <a:close/>
                <a:moveTo>
                  <a:pt x="107577" y="255496"/>
                </a:moveTo>
                <a:cubicBezTo>
                  <a:pt x="115262" y="253575"/>
                  <a:pt x="124867" y="251654"/>
                  <a:pt x="134472" y="249733"/>
                </a:cubicBezTo>
                <a:lnTo>
                  <a:pt x="134472" y="305443"/>
                </a:lnTo>
                <a:cubicBezTo>
                  <a:pt x="134472" y="309285"/>
                  <a:pt x="136393" y="313127"/>
                  <a:pt x="140235" y="315048"/>
                </a:cubicBezTo>
                <a:lnTo>
                  <a:pt x="147919" y="316969"/>
                </a:lnTo>
                <a:lnTo>
                  <a:pt x="176734" y="291996"/>
                </a:lnTo>
                <a:lnTo>
                  <a:pt x="201708" y="320811"/>
                </a:lnTo>
                <a:lnTo>
                  <a:pt x="201708" y="403415"/>
                </a:lnTo>
                <a:lnTo>
                  <a:pt x="96051" y="403415"/>
                </a:lnTo>
                <a:lnTo>
                  <a:pt x="96051" y="368837"/>
                </a:lnTo>
                <a:cubicBezTo>
                  <a:pt x="121025" y="343863"/>
                  <a:pt x="117183" y="286233"/>
                  <a:pt x="107577" y="255496"/>
                </a:cubicBezTo>
                <a:lnTo>
                  <a:pt x="107577" y="255496"/>
                </a:lnTo>
                <a:close/>
                <a:moveTo>
                  <a:pt x="211313" y="301601"/>
                </a:moveTo>
                <a:lnTo>
                  <a:pt x="192103" y="278549"/>
                </a:lnTo>
                <a:lnTo>
                  <a:pt x="211313" y="261259"/>
                </a:lnTo>
                <a:lnTo>
                  <a:pt x="230523" y="278549"/>
                </a:lnTo>
                <a:lnTo>
                  <a:pt x="211313" y="301601"/>
                </a:lnTo>
                <a:lnTo>
                  <a:pt x="211313" y="301601"/>
                </a:lnTo>
                <a:close/>
                <a:moveTo>
                  <a:pt x="226681" y="249733"/>
                </a:moveTo>
                <a:lnTo>
                  <a:pt x="268944" y="249733"/>
                </a:lnTo>
                <a:lnTo>
                  <a:pt x="268944" y="288154"/>
                </a:lnTo>
                <a:lnTo>
                  <a:pt x="226681" y="249733"/>
                </a:lnTo>
                <a:close/>
                <a:moveTo>
                  <a:pt x="153682" y="286233"/>
                </a:moveTo>
                <a:lnTo>
                  <a:pt x="153682" y="249733"/>
                </a:lnTo>
                <a:lnTo>
                  <a:pt x="195945" y="249733"/>
                </a:lnTo>
                <a:lnTo>
                  <a:pt x="153682" y="286233"/>
                </a:lnTo>
                <a:close/>
                <a:moveTo>
                  <a:pt x="19210" y="374600"/>
                </a:moveTo>
                <a:cubicBezTo>
                  <a:pt x="19210" y="324653"/>
                  <a:pt x="48026" y="282391"/>
                  <a:pt x="90288" y="261259"/>
                </a:cubicBezTo>
                <a:cubicBezTo>
                  <a:pt x="97972" y="290075"/>
                  <a:pt x="99893" y="336179"/>
                  <a:pt x="82604" y="355390"/>
                </a:cubicBezTo>
                <a:cubicBezTo>
                  <a:pt x="78762" y="359232"/>
                  <a:pt x="76841" y="364995"/>
                  <a:pt x="76841" y="368837"/>
                </a:cubicBezTo>
                <a:lnTo>
                  <a:pt x="76841" y="403415"/>
                </a:lnTo>
                <a:lnTo>
                  <a:pt x="19210" y="403415"/>
                </a:lnTo>
                <a:lnTo>
                  <a:pt x="19210" y="374600"/>
                </a:lnTo>
                <a:close/>
                <a:moveTo>
                  <a:pt x="403415" y="403415"/>
                </a:moveTo>
                <a:lnTo>
                  <a:pt x="345785" y="403415"/>
                </a:lnTo>
                <a:lnTo>
                  <a:pt x="345785" y="374600"/>
                </a:lnTo>
                <a:cubicBezTo>
                  <a:pt x="345785" y="370758"/>
                  <a:pt x="343863" y="364995"/>
                  <a:pt x="340021" y="361153"/>
                </a:cubicBezTo>
                <a:cubicBezTo>
                  <a:pt x="320811" y="341942"/>
                  <a:pt x="324653" y="290075"/>
                  <a:pt x="334258" y="261259"/>
                </a:cubicBezTo>
                <a:cubicBezTo>
                  <a:pt x="374600" y="282391"/>
                  <a:pt x="403415" y="324653"/>
                  <a:pt x="403415" y="372679"/>
                </a:cubicBezTo>
                <a:lnTo>
                  <a:pt x="403415" y="403415"/>
                </a:lnTo>
                <a:lnTo>
                  <a:pt x="403415" y="403415"/>
                </a:lnTo>
                <a:close/>
                <a:moveTo>
                  <a:pt x="211313" y="213234"/>
                </a:moveTo>
                <a:cubicBezTo>
                  <a:pt x="268944" y="213234"/>
                  <a:pt x="316969" y="165208"/>
                  <a:pt x="316969" y="107577"/>
                </a:cubicBezTo>
                <a:cubicBezTo>
                  <a:pt x="316969" y="49947"/>
                  <a:pt x="268944" y="0"/>
                  <a:pt x="211313" y="0"/>
                </a:cubicBezTo>
                <a:cubicBezTo>
                  <a:pt x="153682" y="0"/>
                  <a:pt x="105656" y="48026"/>
                  <a:pt x="105656" y="105656"/>
                </a:cubicBezTo>
                <a:cubicBezTo>
                  <a:pt x="105656" y="163287"/>
                  <a:pt x="153682" y="213234"/>
                  <a:pt x="211313" y="213234"/>
                </a:cubicBezTo>
                <a:lnTo>
                  <a:pt x="211313" y="213234"/>
                </a:lnTo>
                <a:close/>
                <a:moveTo>
                  <a:pt x="211313" y="19210"/>
                </a:moveTo>
                <a:cubicBezTo>
                  <a:pt x="259338" y="19210"/>
                  <a:pt x="297759" y="57631"/>
                  <a:pt x="297759" y="105656"/>
                </a:cubicBezTo>
                <a:cubicBezTo>
                  <a:pt x="297759" y="153682"/>
                  <a:pt x="259338" y="192103"/>
                  <a:pt x="211313" y="192103"/>
                </a:cubicBezTo>
                <a:cubicBezTo>
                  <a:pt x="163287" y="192103"/>
                  <a:pt x="124867" y="153682"/>
                  <a:pt x="124867" y="105656"/>
                </a:cubicBezTo>
                <a:cubicBezTo>
                  <a:pt x="124867" y="57631"/>
                  <a:pt x="163287" y="19210"/>
                  <a:pt x="211313" y="19210"/>
                </a:cubicBezTo>
                <a:close/>
                <a:moveTo>
                  <a:pt x="182497" y="345785"/>
                </a:moveTo>
                <a:lnTo>
                  <a:pt x="134472" y="345785"/>
                </a:lnTo>
                <a:lnTo>
                  <a:pt x="134472" y="326574"/>
                </a:lnTo>
                <a:lnTo>
                  <a:pt x="182497" y="326574"/>
                </a:lnTo>
                <a:lnTo>
                  <a:pt x="182497" y="345785"/>
                </a:lnTo>
                <a:close/>
                <a:moveTo>
                  <a:pt x="240128" y="326574"/>
                </a:moveTo>
                <a:lnTo>
                  <a:pt x="288154" y="326574"/>
                </a:lnTo>
                <a:lnTo>
                  <a:pt x="288154" y="345785"/>
                </a:lnTo>
                <a:lnTo>
                  <a:pt x="240128" y="345785"/>
                </a:lnTo>
                <a:lnTo>
                  <a:pt x="240128" y="3265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8" descr="Supervisor icon.">
            <a:extLst>
              <a:ext uri="{FF2B5EF4-FFF2-40B4-BE49-F238E27FC236}">
                <a16:creationId xmlns:a16="http://schemas.microsoft.com/office/drawing/2014/main" id="{2F855656-15B2-DE0B-71B8-8D9C7C9973C3}"/>
              </a:ext>
            </a:extLst>
          </p:cNvPr>
          <p:cNvSpPr/>
          <p:nvPr/>
        </p:nvSpPr>
        <p:spPr>
          <a:xfrm>
            <a:off x="2189548" y="2381956"/>
            <a:ext cx="422625" cy="422681"/>
          </a:xfrm>
          <a:custGeom>
            <a:avLst/>
            <a:gdLst>
              <a:gd name="connsiteX0" fmla="*/ 317192 w 422625"/>
              <a:gd name="connsiteY0" fmla="*/ 235871 h 422681"/>
              <a:gd name="connsiteX1" fmla="*/ 317192 w 422625"/>
              <a:gd name="connsiteY1" fmla="*/ 106106 h 422681"/>
              <a:gd name="connsiteX2" fmla="*/ 211311 w 422625"/>
              <a:gd name="connsiteY2" fmla="*/ 0 h 422681"/>
              <a:gd name="connsiteX3" fmla="*/ 105833 w 422625"/>
              <a:gd name="connsiteY3" fmla="*/ 105937 h 422681"/>
              <a:gd name="connsiteX4" fmla="*/ 106004 w 422625"/>
              <a:gd name="connsiteY4" fmla="*/ 235954 h 422681"/>
              <a:gd name="connsiteX5" fmla="*/ 0 w 422625"/>
              <a:gd name="connsiteY5" fmla="*/ 374656 h 422681"/>
              <a:gd name="connsiteX6" fmla="*/ 0 w 422625"/>
              <a:gd name="connsiteY6" fmla="*/ 403471 h 422681"/>
              <a:gd name="connsiteX7" fmla="*/ 19210 w 422625"/>
              <a:gd name="connsiteY7" fmla="*/ 422681 h 422681"/>
              <a:gd name="connsiteX8" fmla="*/ 403415 w 422625"/>
              <a:gd name="connsiteY8" fmla="*/ 422681 h 422681"/>
              <a:gd name="connsiteX9" fmla="*/ 422626 w 422625"/>
              <a:gd name="connsiteY9" fmla="*/ 403471 h 422681"/>
              <a:gd name="connsiteX10" fmla="*/ 422626 w 422625"/>
              <a:gd name="connsiteY10" fmla="*/ 374656 h 422681"/>
              <a:gd name="connsiteX11" fmla="*/ 317194 w 422625"/>
              <a:gd name="connsiteY11" fmla="*/ 235871 h 422681"/>
              <a:gd name="connsiteX12" fmla="*/ 249263 w 422625"/>
              <a:gd name="connsiteY12" fmla="*/ 28364 h 422681"/>
              <a:gd name="connsiteX13" fmla="*/ 297388 w 422625"/>
              <a:gd name="connsiteY13" fmla="*/ 100218 h 422681"/>
              <a:gd name="connsiteX14" fmla="*/ 249263 w 422625"/>
              <a:gd name="connsiteY14" fmla="*/ 47163 h 422681"/>
              <a:gd name="connsiteX15" fmla="*/ 249263 w 422625"/>
              <a:gd name="connsiteY15" fmla="*/ 28364 h 422681"/>
              <a:gd name="connsiteX16" fmla="*/ 211311 w 422625"/>
              <a:gd name="connsiteY16" fmla="*/ 19210 h 422681"/>
              <a:gd name="connsiteX17" fmla="*/ 230052 w 422625"/>
              <a:gd name="connsiteY17" fmla="*/ 21383 h 422681"/>
              <a:gd name="connsiteX18" fmla="*/ 230052 w 422625"/>
              <a:gd name="connsiteY18" fmla="*/ 24745 h 422681"/>
              <a:gd name="connsiteX19" fmla="*/ 177055 w 422625"/>
              <a:gd name="connsiteY19" fmla="*/ 73802 h 422681"/>
              <a:gd name="connsiteX20" fmla="*/ 153427 w 422625"/>
              <a:gd name="connsiteY20" fmla="*/ 73802 h 422681"/>
              <a:gd name="connsiteX21" fmla="*/ 128822 w 422625"/>
              <a:gd name="connsiteY21" fmla="*/ 80821 h 422681"/>
              <a:gd name="connsiteX22" fmla="*/ 211311 w 422625"/>
              <a:gd name="connsiteY22" fmla="*/ 19210 h 422681"/>
              <a:gd name="connsiteX23" fmla="*/ 153427 w 422625"/>
              <a:gd name="connsiteY23" fmla="*/ 93012 h 422681"/>
              <a:gd name="connsiteX24" fmla="*/ 177055 w 422625"/>
              <a:gd name="connsiteY24" fmla="*/ 93012 h 422681"/>
              <a:gd name="connsiteX25" fmla="*/ 232897 w 422625"/>
              <a:gd name="connsiteY25" fmla="*/ 66218 h 422681"/>
              <a:gd name="connsiteX26" fmla="*/ 296647 w 422625"/>
              <a:gd name="connsiteY26" fmla="*/ 119353 h 422681"/>
              <a:gd name="connsiteX27" fmla="*/ 211311 w 422625"/>
              <a:gd name="connsiteY27" fmla="*/ 193003 h 422681"/>
              <a:gd name="connsiteX28" fmla="*/ 125543 w 422625"/>
              <a:gd name="connsiteY28" fmla="*/ 115066 h 422681"/>
              <a:gd name="connsiteX29" fmla="*/ 153427 w 422625"/>
              <a:gd name="connsiteY29" fmla="*/ 93012 h 422681"/>
              <a:gd name="connsiteX30" fmla="*/ 125091 w 422625"/>
              <a:gd name="connsiteY30" fmla="*/ 167475 h 422681"/>
              <a:gd name="connsiteX31" fmla="*/ 211311 w 422625"/>
              <a:gd name="connsiteY31" fmla="*/ 212214 h 422681"/>
              <a:gd name="connsiteX32" fmla="*/ 297982 w 422625"/>
              <a:gd name="connsiteY32" fmla="*/ 166870 h 422681"/>
              <a:gd name="connsiteX33" fmla="*/ 297982 w 422625"/>
              <a:gd name="connsiteY33" fmla="*/ 232035 h 422681"/>
              <a:gd name="connsiteX34" fmla="*/ 279156 w 422625"/>
              <a:gd name="connsiteY34" fmla="*/ 230636 h 422681"/>
              <a:gd name="connsiteX35" fmla="*/ 144273 w 422625"/>
              <a:gd name="connsiteY35" fmla="*/ 230723 h 422681"/>
              <a:gd name="connsiteX36" fmla="*/ 124688 w 422625"/>
              <a:gd name="connsiteY36" fmla="*/ 232367 h 422681"/>
              <a:gd name="connsiteX37" fmla="*/ 125091 w 422625"/>
              <a:gd name="connsiteY37" fmla="*/ 167475 h 422681"/>
              <a:gd name="connsiteX38" fmla="*/ 82260 w 422625"/>
              <a:gd name="connsiteY38" fmla="*/ 355841 h 422681"/>
              <a:gd name="connsiteX39" fmla="*/ 76987 w 422625"/>
              <a:gd name="connsiteY39" fmla="*/ 369100 h 422681"/>
              <a:gd name="connsiteX40" fmla="*/ 77018 w 422625"/>
              <a:gd name="connsiteY40" fmla="*/ 403698 h 422681"/>
              <a:gd name="connsiteX41" fmla="*/ 19387 w 422625"/>
              <a:gd name="connsiteY41" fmla="*/ 403698 h 422681"/>
              <a:gd name="connsiteX42" fmla="*/ 19208 w 422625"/>
              <a:gd name="connsiteY42" fmla="*/ 374658 h 422681"/>
              <a:gd name="connsiteX43" fmla="*/ 89908 w 422625"/>
              <a:gd name="connsiteY43" fmla="*/ 262650 h 422681"/>
              <a:gd name="connsiteX44" fmla="*/ 82260 w 422625"/>
              <a:gd name="connsiteY44" fmla="*/ 355841 h 422681"/>
              <a:gd name="connsiteX45" fmla="*/ 201884 w 422625"/>
              <a:gd name="connsiteY45" fmla="*/ 403698 h 422681"/>
              <a:gd name="connsiteX46" fmla="*/ 96228 w 422625"/>
              <a:gd name="connsiteY46" fmla="*/ 403698 h 422681"/>
              <a:gd name="connsiteX47" fmla="*/ 96228 w 422625"/>
              <a:gd name="connsiteY47" fmla="*/ 369029 h 422681"/>
              <a:gd name="connsiteX48" fmla="*/ 107739 w 422625"/>
              <a:gd name="connsiteY48" fmla="*/ 255471 h 422681"/>
              <a:gd name="connsiteX49" fmla="*/ 139812 w 422625"/>
              <a:gd name="connsiteY49" fmla="*/ 250096 h 422681"/>
              <a:gd name="connsiteX50" fmla="*/ 201921 w 422625"/>
              <a:gd name="connsiteY50" fmla="*/ 320794 h 422681"/>
              <a:gd name="connsiteX51" fmla="*/ 201886 w 422625"/>
              <a:gd name="connsiteY51" fmla="*/ 403698 h 422681"/>
              <a:gd name="connsiteX52" fmla="*/ 165160 w 422625"/>
              <a:gd name="connsiteY52" fmla="*/ 249847 h 422681"/>
              <a:gd name="connsiteX53" fmla="*/ 257948 w 422625"/>
              <a:gd name="connsiteY53" fmla="*/ 249847 h 422681"/>
              <a:gd name="connsiteX54" fmla="*/ 211342 w 422625"/>
              <a:gd name="connsiteY54" fmla="*/ 302412 h 422681"/>
              <a:gd name="connsiteX55" fmla="*/ 165162 w 422625"/>
              <a:gd name="connsiteY55" fmla="*/ 249847 h 422681"/>
              <a:gd name="connsiteX56" fmla="*/ 221095 w 422625"/>
              <a:gd name="connsiteY56" fmla="*/ 403698 h 422681"/>
              <a:gd name="connsiteX57" fmla="*/ 221131 w 422625"/>
              <a:gd name="connsiteY57" fmla="*/ 320344 h 422681"/>
              <a:gd name="connsiteX58" fmla="*/ 283422 w 422625"/>
              <a:gd name="connsiteY58" fmla="*/ 250079 h 422681"/>
              <a:gd name="connsiteX59" fmla="*/ 316919 w 422625"/>
              <a:gd name="connsiteY59" fmla="*/ 255687 h 422681"/>
              <a:gd name="connsiteX60" fmla="*/ 326628 w 422625"/>
              <a:gd name="connsiteY60" fmla="*/ 375388 h 422681"/>
              <a:gd name="connsiteX61" fmla="*/ 326749 w 422625"/>
              <a:gd name="connsiteY61" fmla="*/ 403696 h 422681"/>
              <a:gd name="connsiteX62" fmla="*/ 221093 w 422625"/>
              <a:gd name="connsiteY62" fmla="*/ 403696 h 422681"/>
              <a:gd name="connsiteX63" fmla="*/ 345798 w 422625"/>
              <a:gd name="connsiteY63" fmla="*/ 403473 h 422681"/>
              <a:gd name="connsiteX64" fmla="*/ 345840 w 422625"/>
              <a:gd name="connsiteY64" fmla="*/ 375334 h 422681"/>
              <a:gd name="connsiteX65" fmla="*/ 340371 w 422625"/>
              <a:gd name="connsiteY65" fmla="*/ 362257 h 422681"/>
              <a:gd name="connsiteX66" fmla="*/ 334725 w 422625"/>
              <a:gd name="connsiteY66" fmla="*/ 262948 h 422681"/>
              <a:gd name="connsiteX67" fmla="*/ 403415 w 422625"/>
              <a:gd name="connsiteY67" fmla="*/ 374658 h 422681"/>
              <a:gd name="connsiteX68" fmla="*/ 403594 w 422625"/>
              <a:gd name="connsiteY68" fmla="*/ 403698 h 422681"/>
              <a:gd name="connsiteX69" fmla="*/ 345800 w 422625"/>
              <a:gd name="connsiteY69" fmla="*/ 403473 h 422681"/>
              <a:gd name="connsiteX70" fmla="*/ 134648 w 422625"/>
              <a:gd name="connsiteY70" fmla="*/ 326857 h 422681"/>
              <a:gd name="connsiteX71" fmla="*/ 182430 w 422625"/>
              <a:gd name="connsiteY71" fmla="*/ 327156 h 422681"/>
              <a:gd name="connsiteX72" fmla="*/ 182674 w 422625"/>
              <a:gd name="connsiteY72" fmla="*/ 346067 h 422681"/>
              <a:gd name="connsiteX73" fmla="*/ 134648 w 422625"/>
              <a:gd name="connsiteY73" fmla="*/ 346067 h 422681"/>
              <a:gd name="connsiteX74" fmla="*/ 134648 w 422625"/>
              <a:gd name="connsiteY74" fmla="*/ 326857 h 422681"/>
              <a:gd name="connsiteX75" fmla="*/ 288321 w 422625"/>
              <a:gd name="connsiteY75" fmla="*/ 327156 h 422681"/>
              <a:gd name="connsiteX76" fmla="*/ 288330 w 422625"/>
              <a:gd name="connsiteY76" fmla="*/ 346067 h 422681"/>
              <a:gd name="connsiteX77" fmla="*/ 240305 w 422625"/>
              <a:gd name="connsiteY77" fmla="*/ 346067 h 422681"/>
              <a:gd name="connsiteX78" fmla="*/ 240211 w 422625"/>
              <a:gd name="connsiteY78" fmla="*/ 327156 h 422681"/>
              <a:gd name="connsiteX79" fmla="*/ 288321 w 422625"/>
              <a:gd name="connsiteY79" fmla="*/ 327156 h 422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22625" h="422681">
                <a:moveTo>
                  <a:pt x="317192" y="235871"/>
                </a:moveTo>
                <a:lnTo>
                  <a:pt x="317192" y="106106"/>
                </a:lnTo>
                <a:cubicBezTo>
                  <a:pt x="317192" y="47593"/>
                  <a:pt x="269691" y="0"/>
                  <a:pt x="211311" y="0"/>
                </a:cubicBezTo>
                <a:cubicBezTo>
                  <a:pt x="152931" y="0"/>
                  <a:pt x="105833" y="47426"/>
                  <a:pt x="105833" y="105937"/>
                </a:cubicBezTo>
                <a:cubicBezTo>
                  <a:pt x="105833" y="107516"/>
                  <a:pt x="106004" y="235954"/>
                  <a:pt x="106004" y="235954"/>
                </a:cubicBezTo>
                <a:cubicBezTo>
                  <a:pt x="44923" y="252922"/>
                  <a:pt x="0" y="308743"/>
                  <a:pt x="0" y="374656"/>
                </a:cubicBezTo>
                <a:lnTo>
                  <a:pt x="0" y="403471"/>
                </a:lnTo>
                <a:cubicBezTo>
                  <a:pt x="0" y="414071"/>
                  <a:pt x="8620" y="422681"/>
                  <a:pt x="19210" y="422681"/>
                </a:cubicBezTo>
                <a:lnTo>
                  <a:pt x="403415" y="422681"/>
                </a:lnTo>
                <a:cubicBezTo>
                  <a:pt x="414006" y="422681"/>
                  <a:pt x="422626" y="414071"/>
                  <a:pt x="422626" y="403471"/>
                </a:cubicBezTo>
                <a:lnTo>
                  <a:pt x="422626" y="374656"/>
                </a:lnTo>
                <a:cubicBezTo>
                  <a:pt x="422626" y="307485"/>
                  <a:pt x="378573" y="252432"/>
                  <a:pt x="317194" y="235871"/>
                </a:cubicBezTo>
                <a:close/>
                <a:moveTo>
                  <a:pt x="249263" y="28364"/>
                </a:moveTo>
                <a:cubicBezTo>
                  <a:pt x="276297" y="41696"/>
                  <a:pt x="295227" y="68569"/>
                  <a:pt x="297388" y="100218"/>
                </a:cubicBezTo>
                <a:cubicBezTo>
                  <a:pt x="270444" y="97486"/>
                  <a:pt x="249263" y="74876"/>
                  <a:pt x="249263" y="47163"/>
                </a:cubicBezTo>
                <a:lnTo>
                  <a:pt x="249263" y="28364"/>
                </a:lnTo>
                <a:close/>
                <a:moveTo>
                  <a:pt x="211311" y="19210"/>
                </a:moveTo>
                <a:cubicBezTo>
                  <a:pt x="217762" y="19210"/>
                  <a:pt x="224001" y="20036"/>
                  <a:pt x="230052" y="21383"/>
                </a:cubicBezTo>
                <a:lnTo>
                  <a:pt x="230052" y="24745"/>
                </a:lnTo>
                <a:cubicBezTo>
                  <a:pt x="227703" y="52150"/>
                  <a:pt x="204971" y="73802"/>
                  <a:pt x="177055" y="73802"/>
                </a:cubicBezTo>
                <a:lnTo>
                  <a:pt x="153427" y="73802"/>
                </a:lnTo>
                <a:cubicBezTo>
                  <a:pt x="144398" y="73802"/>
                  <a:pt x="136041" y="76463"/>
                  <a:pt x="128822" y="80821"/>
                </a:cubicBezTo>
                <a:cubicBezTo>
                  <a:pt x="139701" y="45288"/>
                  <a:pt x="172351" y="19210"/>
                  <a:pt x="211311" y="19210"/>
                </a:cubicBezTo>
                <a:close/>
                <a:moveTo>
                  <a:pt x="153427" y="93012"/>
                </a:moveTo>
                <a:lnTo>
                  <a:pt x="177055" y="93012"/>
                </a:lnTo>
                <a:cubicBezTo>
                  <a:pt x="199619" y="93012"/>
                  <a:pt x="219560" y="82439"/>
                  <a:pt x="232897" y="66218"/>
                </a:cubicBezTo>
                <a:cubicBezTo>
                  <a:pt x="240797" y="95168"/>
                  <a:pt x="265943" y="116748"/>
                  <a:pt x="296647" y="119353"/>
                </a:cubicBezTo>
                <a:cubicBezTo>
                  <a:pt x="290223" y="160955"/>
                  <a:pt x="254578" y="193003"/>
                  <a:pt x="211311" y="193003"/>
                </a:cubicBezTo>
                <a:cubicBezTo>
                  <a:pt x="166580" y="193003"/>
                  <a:pt x="130088" y="158727"/>
                  <a:pt x="125543" y="115066"/>
                </a:cubicBezTo>
                <a:cubicBezTo>
                  <a:pt x="128622" y="102443"/>
                  <a:pt x="139914" y="93012"/>
                  <a:pt x="153427" y="93012"/>
                </a:cubicBezTo>
                <a:close/>
                <a:moveTo>
                  <a:pt x="125091" y="167475"/>
                </a:moveTo>
                <a:cubicBezTo>
                  <a:pt x="144304" y="194500"/>
                  <a:pt x="175751" y="212214"/>
                  <a:pt x="211311" y="212214"/>
                </a:cubicBezTo>
                <a:cubicBezTo>
                  <a:pt x="247140" y="212214"/>
                  <a:pt x="278814" y="194244"/>
                  <a:pt x="297982" y="166870"/>
                </a:cubicBezTo>
                <a:lnTo>
                  <a:pt x="297982" y="232035"/>
                </a:lnTo>
                <a:cubicBezTo>
                  <a:pt x="291815" y="231230"/>
                  <a:pt x="285566" y="230665"/>
                  <a:pt x="279156" y="230636"/>
                </a:cubicBezTo>
                <a:lnTo>
                  <a:pt x="144273" y="230723"/>
                </a:lnTo>
                <a:cubicBezTo>
                  <a:pt x="137826" y="230754"/>
                  <a:pt x="130914" y="231520"/>
                  <a:pt x="124688" y="232367"/>
                </a:cubicBezTo>
                <a:lnTo>
                  <a:pt x="125091" y="167475"/>
                </a:lnTo>
                <a:close/>
                <a:moveTo>
                  <a:pt x="82260" y="355841"/>
                </a:moveTo>
                <a:cubicBezTo>
                  <a:pt x="78724" y="359574"/>
                  <a:pt x="77023" y="364223"/>
                  <a:pt x="76987" y="369100"/>
                </a:cubicBezTo>
                <a:lnTo>
                  <a:pt x="77018" y="403698"/>
                </a:lnTo>
                <a:lnTo>
                  <a:pt x="19387" y="403698"/>
                </a:lnTo>
                <a:lnTo>
                  <a:pt x="19208" y="374658"/>
                </a:lnTo>
                <a:cubicBezTo>
                  <a:pt x="19208" y="325552"/>
                  <a:pt x="48145" y="282998"/>
                  <a:pt x="89908" y="262650"/>
                </a:cubicBezTo>
                <a:cubicBezTo>
                  <a:pt x="98274" y="291444"/>
                  <a:pt x="99599" y="337520"/>
                  <a:pt x="82260" y="355841"/>
                </a:cubicBezTo>
                <a:close/>
                <a:moveTo>
                  <a:pt x="201884" y="403698"/>
                </a:moveTo>
                <a:lnTo>
                  <a:pt x="96228" y="403698"/>
                </a:lnTo>
                <a:lnTo>
                  <a:pt x="96228" y="369029"/>
                </a:lnTo>
                <a:cubicBezTo>
                  <a:pt x="120713" y="343166"/>
                  <a:pt x="117150" y="286920"/>
                  <a:pt x="107739" y="255471"/>
                </a:cubicBezTo>
                <a:cubicBezTo>
                  <a:pt x="117932" y="252319"/>
                  <a:pt x="128705" y="250548"/>
                  <a:pt x="139812" y="250096"/>
                </a:cubicBezTo>
                <a:lnTo>
                  <a:pt x="201921" y="320794"/>
                </a:lnTo>
                <a:lnTo>
                  <a:pt x="201886" y="403698"/>
                </a:lnTo>
                <a:close/>
                <a:moveTo>
                  <a:pt x="165160" y="249847"/>
                </a:moveTo>
                <a:lnTo>
                  <a:pt x="257948" y="249847"/>
                </a:lnTo>
                <a:lnTo>
                  <a:pt x="211342" y="302412"/>
                </a:lnTo>
                <a:lnTo>
                  <a:pt x="165162" y="249847"/>
                </a:lnTo>
                <a:close/>
                <a:moveTo>
                  <a:pt x="221095" y="403698"/>
                </a:moveTo>
                <a:lnTo>
                  <a:pt x="221131" y="320344"/>
                </a:lnTo>
                <a:lnTo>
                  <a:pt x="283422" y="250079"/>
                </a:lnTo>
                <a:cubicBezTo>
                  <a:pt x="295096" y="250519"/>
                  <a:pt x="306348" y="252373"/>
                  <a:pt x="316919" y="255687"/>
                </a:cubicBezTo>
                <a:cubicBezTo>
                  <a:pt x="306094" y="285291"/>
                  <a:pt x="300245" y="347788"/>
                  <a:pt x="326628" y="375388"/>
                </a:cubicBezTo>
                <a:lnTo>
                  <a:pt x="326749" y="403696"/>
                </a:lnTo>
                <a:lnTo>
                  <a:pt x="221093" y="403696"/>
                </a:lnTo>
                <a:close/>
                <a:moveTo>
                  <a:pt x="345798" y="403473"/>
                </a:moveTo>
                <a:lnTo>
                  <a:pt x="345840" y="375334"/>
                </a:lnTo>
                <a:cubicBezTo>
                  <a:pt x="345802" y="370570"/>
                  <a:pt x="343852" y="365917"/>
                  <a:pt x="340371" y="362257"/>
                </a:cubicBezTo>
                <a:cubicBezTo>
                  <a:pt x="321754" y="342584"/>
                  <a:pt x="324659" y="290814"/>
                  <a:pt x="334725" y="262948"/>
                </a:cubicBezTo>
                <a:cubicBezTo>
                  <a:pt x="375737" y="283222"/>
                  <a:pt x="403415" y="325128"/>
                  <a:pt x="403415" y="374658"/>
                </a:cubicBezTo>
                <a:lnTo>
                  <a:pt x="403594" y="403698"/>
                </a:lnTo>
                <a:lnTo>
                  <a:pt x="345800" y="403473"/>
                </a:lnTo>
                <a:close/>
                <a:moveTo>
                  <a:pt x="134648" y="326857"/>
                </a:moveTo>
                <a:lnTo>
                  <a:pt x="182430" y="327156"/>
                </a:lnTo>
                <a:lnTo>
                  <a:pt x="182674" y="346067"/>
                </a:lnTo>
                <a:lnTo>
                  <a:pt x="134648" y="346067"/>
                </a:lnTo>
                <a:lnTo>
                  <a:pt x="134648" y="326857"/>
                </a:lnTo>
                <a:close/>
                <a:moveTo>
                  <a:pt x="288321" y="327156"/>
                </a:moveTo>
                <a:lnTo>
                  <a:pt x="288330" y="346067"/>
                </a:lnTo>
                <a:lnTo>
                  <a:pt x="240305" y="346067"/>
                </a:lnTo>
                <a:lnTo>
                  <a:pt x="240211" y="327156"/>
                </a:lnTo>
                <a:lnTo>
                  <a:pt x="288321" y="327156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906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Retail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(1 of 3)</a:t>
            </a:r>
            <a:endParaRPr lang="en-US" dirty="0"/>
          </a:p>
        </p:txBody>
      </p:sp>
      <p:graphicFrame>
        <p:nvGraphicFramePr>
          <p:cNvPr id="209" name="Table 208" descr="Prescription bag icon.">
            <a:extLst>
              <a:ext uri="{FF2B5EF4-FFF2-40B4-BE49-F238E27FC236}">
                <a16:creationId xmlns:a16="http://schemas.microsoft.com/office/drawing/2014/main" id="{798CD2C6-C5A2-439B-8792-761AEAAAF19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2995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Retail store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Shopping cart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Shopping basket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Shopping bag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Shopping bag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Prescription bag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Receipt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Scan your 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Weekly ad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Weekly ad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with heart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Weekly ad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with heart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Coupon savings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Coupon savings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Cutting prices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Sale price tag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Buy online,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pick up in store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Store pickup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Register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Scanner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Self checkout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24-hour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Cart reorder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Shipping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Free shipping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Create your account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Enroll pet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ID badge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Dollar symbol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Money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Piggy bank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Wallet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Purse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Greeting 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Gift box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Spray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Cologne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Hand cream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Face cream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Comb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Hair care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Makeup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Makeup pouch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8" name="Graphic 197" descr="Retail store icon.">
            <a:extLst>
              <a:ext uri="{FF2B5EF4-FFF2-40B4-BE49-F238E27FC236}">
                <a16:creationId xmlns:a16="http://schemas.microsoft.com/office/drawing/2014/main" id="{1941BD70-B1E7-4E76-8AF1-EEBBE116D0A6}"/>
              </a:ext>
            </a:extLst>
          </p:cNvPr>
          <p:cNvSpPr>
            <a:spLocks noChangeAspect="1"/>
          </p:cNvSpPr>
          <p:nvPr/>
        </p:nvSpPr>
        <p:spPr>
          <a:xfrm>
            <a:off x="965584" y="1407906"/>
            <a:ext cx="420308" cy="420308"/>
          </a:xfrm>
          <a:custGeom>
            <a:avLst/>
            <a:gdLst>
              <a:gd name="connsiteX0" fmla="*/ 210154 w 420308"/>
              <a:gd name="connsiteY0" fmla="*/ 171944 h 420308"/>
              <a:gd name="connsiteX1" fmla="*/ 271290 w 420308"/>
              <a:gd name="connsiteY1" fmla="*/ 108898 h 420308"/>
              <a:gd name="connsiteX2" fmla="*/ 271290 w 420308"/>
              <a:gd name="connsiteY2" fmla="*/ 85972 h 420308"/>
              <a:gd name="connsiteX3" fmla="*/ 248364 w 420308"/>
              <a:gd name="connsiteY3" fmla="*/ 63046 h 420308"/>
              <a:gd name="connsiteX4" fmla="*/ 238811 w 420308"/>
              <a:gd name="connsiteY4" fmla="*/ 57315 h 420308"/>
              <a:gd name="connsiteX5" fmla="*/ 227349 w 420308"/>
              <a:gd name="connsiteY5" fmla="*/ 61136 h 420308"/>
              <a:gd name="connsiteX6" fmla="*/ 210154 w 420308"/>
              <a:gd name="connsiteY6" fmla="*/ 80241 h 420308"/>
              <a:gd name="connsiteX7" fmla="*/ 192960 w 420308"/>
              <a:gd name="connsiteY7" fmla="*/ 61136 h 420308"/>
              <a:gd name="connsiteX8" fmla="*/ 181497 w 420308"/>
              <a:gd name="connsiteY8" fmla="*/ 57315 h 420308"/>
              <a:gd name="connsiteX9" fmla="*/ 170034 w 420308"/>
              <a:gd name="connsiteY9" fmla="*/ 61136 h 420308"/>
              <a:gd name="connsiteX10" fmla="*/ 149018 w 420308"/>
              <a:gd name="connsiteY10" fmla="*/ 84062 h 420308"/>
              <a:gd name="connsiteX11" fmla="*/ 149018 w 420308"/>
              <a:gd name="connsiteY11" fmla="*/ 106988 h 420308"/>
              <a:gd name="connsiteX12" fmla="*/ 210154 w 420308"/>
              <a:gd name="connsiteY12" fmla="*/ 171944 h 420308"/>
              <a:gd name="connsiteX13" fmla="*/ 420308 w 420308"/>
              <a:gd name="connsiteY13" fmla="*/ 95525 h 420308"/>
              <a:gd name="connsiteX14" fmla="*/ 401203 w 420308"/>
              <a:gd name="connsiteY14" fmla="*/ 76420 h 420308"/>
              <a:gd name="connsiteX15" fmla="*/ 343889 w 420308"/>
              <a:gd name="connsiteY15" fmla="*/ 76420 h 420308"/>
              <a:gd name="connsiteX16" fmla="*/ 343889 w 420308"/>
              <a:gd name="connsiteY16" fmla="*/ 19105 h 420308"/>
              <a:gd name="connsiteX17" fmla="*/ 324784 w 420308"/>
              <a:gd name="connsiteY17" fmla="*/ 0 h 420308"/>
              <a:gd name="connsiteX18" fmla="*/ 95525 w 420308"/>
              <a:gd name="connsiteY18" fmla="*/ 0 h 420308"/>
              <a:gd name="connsiteX19" fmla="*/ 76420 w 420308"/>
              <a:gd name="connsiteY19" fmla="*/ 19105 h 420308"/>
              <a:gd name="connsiteX20" fmla="*/ 76420 w 420308"/>
              <a:gd name="connsiteY20" fmla="*/ 76420 h 420308"/>
              <a:gd name="connsiteX21" fmla="*/ 19105 w 420308"/>
              <a:gd name="connsiteY21" fmla="*/ 76420 h 420308"/>
              <a:gd name="connsiteX22" fmla="*/ 0 w 420308"/>
              <a:gd name="connsiteY22" fmla="*/ 95525 h 420308"/>
              <a:gd name="connsiteX23" fmla="*/ 0 w 420308"/>
              <a:gd name="connsiteY23" fmla="*/ 401203 h 420308"/>
              <a:gd name="connsiteX24" fmla="*/ 19105 w 420308"/>
              <a:gd name="connsiteY24" fmla="*/ 420308 h 420308"/>
              <a:gd name="connsiteX25" fmla="*/ 152839 w 420308"/>
              <a:gd name="connsiteY25" fmla="*/ 420308 h 420308"/>
              <a:gd name="connsiteX26" fmla="*/ 171944 w 420308"/>
              <a:gd name="connsiteY26" fmla="*/ 401203 h 420308"/>
              <a:gd name="connsiteX27" fmla="*/ 171944 w 420308"/>
              <a:gd name="connsiteY27" fmla="*/ 248364 h 420308"/>
              <a:gd name="connsiteX28" fmla="*/ 248364 w 420308"/>
              <a:gd name="connsiteY28" fmla="*/ 248364 h 420308"/>
              <a:gd name="connsiteX29" fmla="*/ 248364 w 420308"/>
              <a:gd name="connsiteY29" fmla="*/ 401203 h 420308"/>
              <a:gd name="connsiteX30" fmla="*/ 267469 w 420308"/>
              <a:gd name="connsiteY30" fmla="*/ 420308 h 420308"/>
              <a:gd name="connsiteX31" fmla="*/ 401203 w 420308"/>
              <a:gd name="connsiteY31" fmla="*/ 420308 h 420308"/>
              <a:gd name="connsiteX32" fmla="*/ 420308 w 420308"/>
              <a:gd name="connsiteY32" fmla="*/ 401203 h 420308"/>
              <a:gd name="connsiteX33" fmla="*/ 420308 w 420308"/>
              <a:gd name="connsiteY33" fmla="*/ 95525 h 420308"/>
              <a:gd name="connsiteX34" fmla="*/ 401203 w 420308"/>
              <a:gd name="connsiteY34" fmla="*/ 95525 h 420308"/>
              <a:gd name="connsiteX35" fmla="*/ 401203 w 420308"/>
              <a:gd name="connsiteY35" fmla="*/ 229259 h 420308"/>
              <a:gd name="connsiteX36" fmla="*/ 343889 w 420308"/>
              <a:gd name="connsiteY36" fmla="*/ 229259 h 420308"/>
              <a:gd name="connsiteX37" fmla="*/ 343889 w 420308"/>
              <a:gd name="connsiteY37" fmla="*/ 95525 h 420308"/>
              <a:gd name="connsiteX38" fmla="*/ 401203 w 420308"/>
              <a:gd name="connsiteY38" fmla="*/ 95525 h 420308"/>
              <a:gd name="connsiteX39" fmla="*/ 19105 w 420308"/>
              <a:gd name="connsiteY39" fmla="*/ 401203 h 420308"/>
              <a:gd name="connsiteX40" fmla="*/ 19105 w 420308"/>
              <a:gd name="connsiteY40" fmla="*/ 248364 h 420308"/>
              <a:gd name="connsiteX41" fmla="*/ 76420 w 420308"/>
              <a:gd name="connsiteY41" fmla="*/ 248364 h 420308"/>
              <a:gd name="connsiteX42" fmla="*/ 76420 w 420308"/>
              <a:gd name="connsiteY42" fmla="*/ 229259 h 420308"/>
              <a:gd name="connsiteX43" fmla="*/ 19105 w 420308"/>
              <a:gd name="connsiteY43" fmla="*/ 229259 h 420308"/>
              <a:gd name="connsiteX44" fmla="*/ 19105 w 420308"/>
              <a:gd name="connsiteY44" fmla="*/ 95525 h 420308"/>
              <a:gd name="connsiteX45" fmla="*/ 76420 w 420308"/>
              <a:gd name="connsiteY45" fmla="*/ 95525 h 420308"/>
              <a:gd name="connsiteX46" fmla="*/ 76420 w 420308"/>
              <a:gd name="connsiteY46" fmla="*/ 401203 h 420308"/>
              <a:gd name="connsiteX47" fmla="*/ 19105 w 420308"/>
              <a:gd name="connsiteY47" fmla="*/ 401203 h 420308"/>
              <a:gd name="connsiteX48" fmla="*/ 248364 w 420308"/>
              <a:gd name="connsiteY48" fmla="*/ 248364 h 420308"/>
              <a:gd name="connsiteX49" fmla="*/ 248364 w 420308"/>
              <a:gd name="connsiteY49" fmla="*/ 248364 h 420308"/>
              <a:gd name="connsiteX50" fmla="*/ 324784 w 420308"/>
              <a:gd name="connsiteY50" fmla="*/ 401203 h 420308"/>
              <a:gd name="connsiteX51" fmla="*/ 267469 w 420308"/>
              <a:gd name="connsiteY51" fmla="*/ 401203 h 420308"/>
              <a:gd name="connsiteX52" fmla="*/ 267469 w 420308"/>
              <a:gd name="connsiteY52" fmla="*/ 248364 h 420308"/>
              <a:gd name="connsiteX53" fmla="*/ 261737 w 420308"/>
              <a:gd name="connsiteY53" fmla="*/ 234990 h 420308"/>
              <a:gd name="connsiteX54" fmla="*/ 248364 w 420308"/>
              <a:gd name="connsiteY54" fmla="*/ 229259 h 420308"/>
              <a:gd name="connsiteX55" fmla="*/ 248364 w 420308"/>
              <a:gd name="connsiteY55" fmla="*/ 229259 h 420308"/>
              <a:gd name="connsiteX56" fmla="*/ 171944 w 420308"/>
              <a:gd name="connsiteY56" fmla="*/ 229259 h 420308"/>
              <a:gd name="connsiteX57" fmla="*/ 152839 w 420308"/>
              <a:gd name="connsiteY57" fmla="*/ 248364 h 420308"/>
              <a:gd name="connsiteX58" fmla="*/ 152839 w 420308"/>
              <a:gd name="connsiteY58" fmla="*/ 401203 h 420308"/>
              <a:gd name="connsiteX59" fmla="*/ 95525 w 420308"/>
              <a:gd name="connsiteY59" fmla="*/ 401203 h 420308"/>
              <a:gd name="connsiteX60" fmla="*/ 95525 w 420308"/>
              <a:gd name="connsiteY60" fmla="*/ 19105 h 420308"/>
              <a:gd name="connsiteX61" fmla="*/ 324784 w 420308"/>
              <a:gd name="connsiteY61" fmla="*/ 19105 h 420308"/>
              <a:gd name="connsiteX62" fmla="*/ 324784 w 420308"/>
              <a:gd name="connsiteY62" fmla="*/ 401203 h 420308"/>
              <a:gd name="connsiteX63" fmla="*/ 343889 w 420308"/>
              <a:gd name="connsiteY63" fmla="*/ 401203 h 420308"/>
              <a:gd name="connsiteX64" fmla="*/ 343889 w 420308"/>
              <a:gd name="connsiteY64" fmla="*/ 248364 h 420308"/>
              <a:gd name="connsiteX65" fmla="*/ 401203 w 420308"/>
              <a:gd name="connsiteY65" fmla="*/ 248364 h 420308"/>
              <a:gd name="connsiteX66" fmla="*/ 401203 w 420308"/>
              <a:gd name="connsiteY66" fmla="*/ 401203 h 420308"/>
              <a:gd name="connsiteX67" fmla="*/ 343889 w 420308"/>
              <a:gd name="connsiteY67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20308" h="420308">
                <a:moveTo>
                  <a:pt x="210154" y="171944"/>
                </a:moveTo>
                <a:lnTo>
                  <a:pt x="271290" y="108898"/>
                </a:lnTo>
                <a:cubicBezTo>
                  <a:pt x="277021" y="103167"/>
                  <a:pt x="277021" y="91704"/>
                  <a:pt x="271290" y="85972"/>
                </a:cubicBezTo>
                <a:lnTo>
                  <a:pt x="248364" y="63046"/>
                </a:lnTo>
                <a:cubicBezTo>
                  <a:pt x="246453" y="59225"/>
                  <a:pt x="242632" y="57315"/>
                  <a:pt x="238811" y="57315"/>
                </a:cubicBezTo>
                <a:cubicBezTo>
                  <a:pt x="234990" y="57315"/>
                  <a:pt x="231170" y="59225"/>
                  <a:pt x="227349" y="61136"/>
                </a:cubicBezTo>
                <a:lnTo>
                  <a:pt x="210154" y="80241"/>
                </a:lnTo>
                <a:lnTo>
                  <a:pt x="192960" y="61136"/>
                </a:lnTo>
                <a:cubicBezTo>
                  <a:pt x="189139" y="59225"/>
                  <a:pt x="185318" y="57315"/>
                  <a:pt x="181497" y="57315"/>
                </a:cubicBezTo>
                <a:cubicBezTo>
                  <a:pt x="177676" y="57315"/>
                  <a:pt x="173855" y="59225"/>
                  <a:pt x="170034" y="61136"/>
                </a:cubicBezTo>
                <a:lnTo>
                  <a:pt x="149018" y="84062"/>
                </a:lnTo>
                <a:cubicBezTo>
                  <a:pt x="143287" y="89793"/>
                  <a:pt x="143287" y="101256"/>
                  <a:pt x="149018" y="106988"/>
                </a:cubicBezTo>
                <a:lnTo>
                  <a:pt x="210154" y="171944"/>
                </a:lnTo>
                <a:close/>
                <a:moveTo>
                  <a:pt x="420308" y="95525"/>
                </a:moveTo>
                <a:cubicBezTo>
                  <a:pt x="420308" y="84062"/>
                  <a:pt x="412666" y="76420"/>
                  <a:pt x="401203" y="76420"/>
                </a:cubicBezTo>
                <a:lnTo>
                  <a:pt x="343889" y="76420"/>
                </a:ln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lnTo>
                  <a:pt x="95525" y="0"/>
                </a:lnTo>
                <a:cubicBezTo>
                  <a:pt x="84062" y="0"/>
                  <a:pt x="76420" y="7642"/>
                  <a:pt x="76420" y="19105"/>
                </a:cubicBezTo>
                <a:lnTo>
                  <a:pt x="76420" y="76420"/>
                </a:lnTo>
                <a:lnTo>
                  <a:pt x="19105" y="76420"/>
                </a:lnTo>
                <a:cubicBezTo>
                  <a:pt x="7642" y="76420"/>
                  <a:pt x="0" y="84062"/>
                  <a:pt x="0" y="9552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152839" y="420308"/>
                </a:lnTo>
                <a:cubicBezTo>
                  <a:pt x="164302" y="420308"/>
                  <a:pt x="171944" y="412666"/>
                  <a:pt x="171944" y="401203"/>
                </a:cubicBezTo>
                <a:lnTo>
                  <a:pt x="171944" y="248364"/>
                </a:lnTo>
                <a:lnTo>
                  <a:pt x="248364" y="248364"/>
                </a:lnTo>
                <a:lnTo>
                  <a:pt x="248364" y="401203"/>
                </a:lnTo>
                <a:cubicBezTo>
                  <a:pt x="248364" y="412666"/>
                  <a:pt x="256006" y="420308"/>
                  <a:pt x="267469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95525"/>
                </a:lnTo>
                <a:close/>
                <a:moveTo>
                  <a:pt x="401203" y="95525"/>
                </a:moveTo>
                <a:lnTo>
                  <a:pt x="401203" y="229259"/>
                </a:lnTo>
                <a:lnTo>
                  <a:pt x="343889" y="229259"/>
                </a:lnTo>
                <a:lnTo>
                  <a:pt x="343889" y="95525"/>
                </a:lnTo>
                <a:lnTo>
                  <a:pt x="401203" y="95525"/>
                </a:lnTo>
                <a:close/>
                <a:moveTo>
                  <a:pt x="19105" y="401203"/>
                </a:moveTo>
                <a:lnTo>
                  <a:pt x="19105" y="248364"/>
                </a:lnTo>
                <a:lnTo>
                  <a:pt x="76420" y="248364"/>
                </a:lnTo>
                <a:lnTo>
                  <a:pt x="76420" y="229259"/>
                </a:lnTo>
                <a:lnTo>
                  <a:pt x="19105" y="229259"/>
                </a:lnTo>
                <a:lnTo>
                  <a:pt x="19105" y="95525"/>
                </a:lnTo>
                <a:lnTo>
                  <a:pt x="76420" y="95525"/>
                </a:lnTo>
                <a:lnTo>
                  <a:pt x="76420" y="401203"/>
                </a:lnTo>
                <a:lnTo>
                  <a:pt x="19105" y="401203"/>
                </a:lnTo>
                <a:close/>
                <a:moveTo>
                  <a:pt x="248364" y="248364"/>
                </a:moveTo>
                <a:lnTo>
                  <a:pt x="248364" y="248364"/>
                </a:lnTo>
                <a:moveTo>
                  <a:pt x="324784" y="401203"/>
                </a:moveTo>
                <a:lnTo>
                  <a:pt x="267469" y="401203"/>
                </a:lnTo>
                <a:lnTo>
                  <a:pt x="267469" y="248364"/>
                </a:lnTo>
                <a:cubicBezTo>
                  <a:pt x="267469" y="242632"/>
                  <a:pt x="265558" y="238811"/>
                  <a:pt x="261737" y="234990"/>
                </a:cubicBezTo>
                <a:cubicBezTo>
                  <a:pt x="257916" y="231170"/>
                  <a:pt x="254095" y="229259"/>
                  <a:pt x="248364" y="229259"/>
                </a:cubicBezTo>
                <a:lnTo>
                  <a:pt x="248364" y="229259"/>
                </a:lnTo>
                <a:lnTo>
                  <a:pt x="171944" y="229259"/>
                </a:lnTo>
                <a:cubicBezTo>
                  <a:pt x="160481" y="229259"/>
                  <a:pt x="152839" y="236901"/>
                  <a:pt x="152839" y="248364"/>
                </a:cubicBezTo>
                <a:lnTo>
                  <a:pt x="152839" y="401203"/>
                </a:lnTo>
                <a:lnTo>
                  <a:pt x="95525" y="401203"/>
                </a:lnTo>
                <a:lnTo>
                  <a:pt x="95525" y="19105"/>
                </a:lnTo>
                <a:lnTo>
                  <a:pt x="324784" y="19105"/>
                </a:lnTo>
                <a:lnTo>
                  <a:pt x="324784" y="401203"/>
                </a:lnTo>
                <a:close/>
                <a:moveTo>
                  <a:pt x="343889" y="401203"/>
                </a:moveTo>
                <a:lnTo>
                  <a:pt x="343889" y="248364"/>
                </a:lnTo>
                <a:lnTo>
                  <a:pt x="401203" y="248364"/>
                </a:lnTo>
                <a:lnTo>
                  <a:pt x="401203" y="401203"/>
                </a:lnTo>
                <a:lnTo>
                  <a:pt x="343889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206" descr="Shopping cart icon.">
            <a:extLst>
              <a:ext uri="{FF2B5EF4-FFF2-40B4-BE49-F238E27FC236}">
                <a16:creationId xmlns:a16="http://schemas.microsoft.com/office/drawing/2014/main" id="{08358E6E-67EC-4AE2-B3D1-CDA9FC9857EC}"/>
              </a:ext>
            </a:extLst>
          </p:cNvPr>
          <p:cNvSpPr>
            <a:spLocks noChangeAspect="1"/>
          </p:cNvSpPr>
          <p:nvPr/>
        </p:nvSpPr>
        <p:spPr>
          <a:xfrm>
            <a:off x="2180723" y="1427267"/>
            <a:ext cx="420308" cy="400947"/>
          </a:xfrm>
          <a:custGeom>
            <a:avLst/>
            <a:gdLst>
              <a:gd name="connsiteX0" fmla="*/ 416487 w 420308"/>
              <a:gd name="connsiteY0" fmla="*/ 63046 h 400947"/>
              <a:gd name="connsiteX1" fmla="*/ 401203 w 420308"/>
              <a:gd name="connsiteY1" fmla="*/ 57315 h 400947"/>
              <a:gd name="connsiteX2" fmla="*/ 53494 w 420308"/>
              <a:gd name="connsiteY2" fmla="*/ 57315 h 400947"/>
              <a:gd name="connsiteX3" fmla="*/ 47762 w 420308"/>
              <a:gd name="connsiteY3" fmla="*/ 17194 h 400947"/>
              <a:gd name="connsiteX4" fmla="*/ 28657 w 420308"/>
              <a:gd name="connsiteY4" fmla="*/ 0 h 400947"/>
              <a:gd name="connsiteX5" fmla="*/ 0 w 420308"/>
              <a:gd name="connsiteY5" fmla="*/ 0 h 400947"/>
              <a:gd name="connsiteX6" fmla="*/ 0 w 420308"/>
              <a:gd name="connsiteY6" fmla="*/ 19105 h 400947"/>
              <a:gd name="connsiteX7" fmla="*/ 30568 w 420308"/>
              <a:gd name="connsiteY7" fmla="*/ 19105 h 400947"/>
              <a:gd name="connsiteX8" fmla="*/ 66867 w 420308"/>
              <a:gd name="connsiteY8" fmla="*/ 307589 h 400947"/>
              <a:gd name="connsiteX9" fmla="*/ 85972 w 420308"/>
              <a:gd name="connsiteY9" fmla="*/ 324784 h 400947"/>
              <a:gd name="connsiteX10" fmla="*/ 87883 w 420308"/>
              <a:gd name="connsiteY10" fmla="*/ 324784 h 400947"/>
              <a:gd name="connsiteX11" fmla="*/ 97435 w 420308"/>
              <a:gd name="connsiteY11" fmla="*/ 391651 h 400947"/>
              <a:gd name="connsiteX12" fmla="*/ 164302 w 420308"/>
              <a:gd name="connsiteY12" fmla="*/ 382098 h 400947"/>
              <a:gd name="connsiteX13" fmla="*/ 164302 w 420308"/>
              <a:gd name="connsiteY13" fmla="*/ 324784 h 400947"/>
              <a:gd name="connsiteX14" fmla="*/ 278932 w 420308"/>
              <a:gd name="connsiteY14" fmla="*/ 324784 h 400947"/>
              <a:gd name="connsiteX15" fmla="*/ 288484 w 420308"/>
              <a:gd name="connsiteY15" fmla="*/ 391651 h 400947"/>
              <a:gd name="connsiteX16" fmla="*/ 355351 w 420308"/>
              <a:gd name="connsiteY16" fmla="*/ 382098 h 400947"/>
              <a:gd name="connsiteX17" fmla="*/ 355351 w 420308"/>
              <a:gd name="connsiteY17" fmla="*/ 324784 h 400947"/>
              <a:gd name="connsiteX18" fmla="*/ 382098 w 420308"/>
              <a:gd name="connsiteY18" fmla="*/ 324784 h 400947"/>
              <a:gd name="connsiteX19" fmla="*/ 382098 w 420308"/>
              <a:gd name="connsiteY19" fmla="*/ 305679 h 400947"/>
              <a:gd name="connsiteX20" fmla="*/ 84062 w 420308"/>
              <a:gd name="connsiteY20" fmla="*/ 305679 h 400947"/>
              <a:gd name="connsiteX21" fmla="*/ 80241 w 420308"/>
              <a:gd name="connsiteY21" fmla="*/ 267469 h 400947"/>
              <a:gd name="connsiteX22" fmla="*/ 374456 w 420308"/>
              <a:gd name="connsiteY22" fmla="*/ 267469 h 400947"/>
              <a:gd name="connsiteX23" fmla="*/ 393561 w 420308"/>
              <a:gd name="connsiteY23" fmla="*/ 250274 h 400947"/>
              <a:gd name="connsiteX24" fmla="*/ 420308 w 420308"/>
              <a:gd name="connsiteY24" fmla="*/ 78330 h 400947"/>
              <a:gd name="connsiteX25" fmla="*/ 416487 w 420308"/>
              <a:gd name="connsiteY25" fmla="*/ 63046 h 400947"/>
              <a:gd name="connsiteX26" fmla="*/ 152839 w 420308"/>
              <a:gd name="connsiteY26" fmla="*/ 353441 h 400947"/>
              <a:gd name="connsiteX27" fmla="*/ 124182 w 420308"/>
              <a:gd name="connsiteY27" fmla="*/ 382098 h 400947"/>
              <a:gd name="connsiteX28" fmla="*/ 95525 w 420308"/>
              <a:gd name="connsiteY28" fmla="*/ 353441 h 400947"/>
              <a:gd name="connsiteX29" fmla="*/ 124182 w 420308"/>
              <a:gd name="connsiteY29" fmla="*/ 324784 h 400947"/>
              <a:gd name="connsiteX30" fmla="*/ 152839 w 420308"/>
              <a:gd name="connsiteY30" fmla="*/ 353441 h 400947"/>
              <a:gd name="connsiteX31" fmla="*/ 343889 w 420308"/>
              <a:gd name="connsiteY31" fmla="*/ 353441 h 400947"/>
              <a:gd name="connsiteX32" fmla="*/ 315231 w 420308"/>
              <a:gd name="connsiteY32" fmla="*/ 382098 h 400947"/>
              <a:gd name="connsiteX33" fmla="*/ 286574 w 420308"/>
              <a:gd name="connsiteY33" fmla="*/ 353441 h 400947"/>
              <a:gd name="connsiteX34" fmla="*/ 315231 w 420308"/>
              <a:gd name="connsiteY34" fmla="*/ 324784 h 400947"/>
              <a:gd name="connsiteX35" fmla="*/ 343889 w 420308"/>
              <a:gd name="connsiteY35" fmla="*/ 353441 h 400947"/>
              <a:gd name="connsiteX36" fmla="*/ 374456 w 420308"/>
              <a:gd name="connsiteY36" fmla="*/ 248364 h 400947"/>
              <a:gd name="connsiteX37" fmla="*/ 78330 w 420308"/>
              <a:gd name="connsiteY37" fmla="*/ 248364 h 400947"/>
              <a:gd name="connsiteX38" fmla="*/ 55404 w 420308"/>
              <a:gd name="connsiteY38" fmla="*/ 76420 h 400947"/>
              <a:gd name="connsiteX39" fmla="*/ 401203 w 420308"/>
              <a:gd name="connsiteY39" fmla="*/ 76420 h 400947"/>
              <a:gd name="connsiteX40" fmla="*/ 374456 w 420308"/>
              <a:gd name="connsiteY40" fmla="*/ 248364 h 40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20308" h="400947">
                <a:moveTo>
                  <a:pt x="416487" y="63046"/>
                </a:moveTo>
                <a:cubicBezTo>
                  <a:pt x="412666" y="59225"/>
                  <a:pt x="406935" y="57315"/>
                  <a:pt x="401203" y="57315"/>
                </a:cubicBezTo>
                <a:lnTo>
                  <a:pt x="53494" y="57315"/>
                </a:lnTo>
                <a:lnTo>
                  <a:pt x="47762" y="17194"/>
                </a:lnTo>
                <a:cubicBezTo>
                  <a:pt x="47762" y="7642"/>
                  <a:pt x="40120" y="0"/>
                  <a:pt x="28657" y="0"/>
                </a:cubicBezTo>
                <a:lnTo>
                  <a:pt x="0" y="0"/>
                </a:lnTo>
                <a:lnTo>
                  <a:pt x="0" y="19105"/>
                </a:lnTo>
                <a:lnTo>
                  <a:pt x="30568" y="19105"/>
                </a:lnTo>
                <a:lnTo>
                  <a:pt x="66867" y="307589"/>
                </a:lnTo>
                <a:cubicBezTo>
                  <a:pt x="68778" y="317142"/>
                  <a:pt x="76420" y="324784"/>
                  <a:pt x="85972" y="324784"/>
                </a:cubicBezTo>
                <a:lnTo>
                  <a:pt x="87883" y="324784"/>
                </a:lnTo>
                <a:cubicBezTo>
                  <a:pt x="72599" y="345799"/>
                  <a:pt x="76420" y="376367"/>
                  <a:pt x="97435" y="391651"/>
                </a:cubicBezTo>
                <a:cubicBezTo>
                  <a:pt x="118450" y="406935"/>
                  <a:pt x="149018" y="403114"/>
                  <a:pt x="164302" y="382098"/>
                </a:cubicBezTo>
                <a:cubicBezTo>
                  <a:pt x="177676" y="364904"/>
                  <a:pt x="177676" y="341978"/>
                  <a:pt x="164302" y="324784"/>
                </a:cubicBezTo>
                <a:lnTo>
                  <a:pt x="278932" y="324784"/>
                </a:lnTo>
                <a:cubicBezTo>
                  <a:pt x="263648" y="345799"/>
                  <a:pt x="267469" y="376367"/>
                  <a:pt x="288484" y="391651"/>
                </a:cubicBezTo>
                <a:cubicBezTo>
                  <a:pt x="309500" y="406935"/>
                  <a:pt x="340068" y="403114"/>
                  <a:pt x="355351" y="382098"/>
                </a:cubicBezTo>
                <a:cubicBezTo>
                  <a:pt x="368725" y="364904"/>
                  <a:pt x="368725" y="341978"/>
                  <a:pt x="355351" y="324784"/>
                </a:cubicBezTo>
                <a:lnTo>
                  <a:pt x="382098" y="324784"/>
                </a:lnTo>
                <a:lnTo>
                  <a:pt x="382098" y="305679"/>
                </a:lnTo>
                <a:lnTo>
                  <a:pt x="84062" y="305679"/>
                </a:lnTo>
                <a:lnTo>
                  <a:pt x="80241" y="267469"/>
                </a:lnTo>
                <a:lnTo>
                  <a:pt x="374456" y="267469"/>
                </a:lnTo>
                <a:cubicBezTo>
                  <a:pt x="384009" y="267469"/>
                  <a:pt x="391651" y="259827"/>
                  <a:pt x="393561" y="250274"/>
                </a:cubicBezTo>
                <a:lnTo>
                  <a:pt x="420308" y="78330"/>
                </a:lnTo>
                <a:cubicBezTo>
                  <a:pt x="420308" y="74509"/>
                  <a:pt x="420308" y="68778"/>
                  <a:pt x="416487" y="63046"/>
                </a:cubicBezTo>
                <a:close/>
                <a:moveTo>
                  <a:pt x="152839" y="353441"/>
                </a:moveTo>
                <a:cubicBezTo>
                  <a:pt x="152839" y="368725"/>
                  <a:pt x="139466" y="382098"/>
                  <a:pt x="124182" y="382098"/>
                </a:cubicBezTo>
                <a:cubicBezTo>
                  <a:pt x="108898" y="382098"/>
                  <a:pt x="95525" y="368725"/>
                  <a:pt x="95525" y="353441"/>
                </a:cubicBezTo>
                <a:cubicBezTo>
                  <a:pt x="95525" y="338157"/>
                  <a:pt x="108898" y="324784"/>
                  <a:pt x="124182" y="324784"/>
                </a:cubicBezTo>
                <a:cubicBezTo>
                  <a:pt x="139466" y="324784"/>
                  <a:pt x="152839" y="338157"/>
                  <a:pt x="152839" y="353441"/>
                </a:cubicBezTo>
                <a:close/>
                <a:moveTo>
                  <a:pt x="343889" y="353441"/>
                </a:moveTo>
                <a:cubicBezTo>
                  <a:pt x="343889" y="368725"/>
                  <a:pt x="330515" y="382098"/>
                  <a:pt x="315231" y="382098"/>
                </a:cubicBezTo>
                <a:cubicBezTo>
                  <a:pt x="299947" y="382098"/>
                  <a:pt x="286574" y="368725"/>
                  <a:pt x="286574" y="353441"/>
                </a:cubicBezTo>
                <a:cubicBezTo>
                  <a:pt x="286574" y="338157"/>
                  <a:pt x="299947" y="324784"/>
                  <a:pt x="315231" y="324784"/>
                </a:cubicBezTo>
                <a:cubicBezTo>
                  <a:pt x="330515" y="324784"/>
                  <a:pt x="343889" y="338157"/>
                  <a:pt x="343889" y="353441"/>
                </a:cubicBezTo>
                <a:close/>
                <a:moveTo>
                  <a:pt x="374456" y="248364"/>
                </a:moveTo>
                <a:lnTo>
                  <a:pt x="78330" y="248364"/>
                </a:lnTo>
                <a:lnTo>
                  <a:pt x="55404" y="76420"/>
                </a:lnTo>
                <a:lnTo>
                  <a:pt x="401203" y="76420"/>
                </a:lnTo>
                <a:lnTo>
                  <a:pt x="374456" y="24836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05" descr="Shopping basket icon.">
            <a:extLst>
              <a:ext uri="{FF2B5EF4-FFF2-40B4-BE49-F238E27FC236}">
                <a16:creationId xmlns:a16="http://schemas.microsoft.com/office/drawing/2014/main" id="{1CF8473B-7AFB-4A40-960C-F3D0A4607A67}"/>
              </a:ext>
            </a:extLst>
          </p:cNvPr>
          <p:cNvSpPr>
            <a:spLocks noChangeAspect="1"/>
          </p:cNvSpPr>
          <p:nvPr/>
        </p:nvSpPr>
        <p:spPr>
          <a:xfrm>
            <a:off x="3414672" y="1484326"/>
            <a:ext cx="458518" cy="343888"/>
          </a:xfrm>
          <a:custGeom>
            <a:avLst/>
            <a:gdLst>
              <a:gd name="connsiteX0" fmla="*/ 439413 w 458518"/>
              <a:gd name="connsiteY0" fmla="*/ 76420 h 343888"/>
              <a:gd name="connsiteX1" fmla="*/ 401203 w 458518"/>
              <a:gd name="connsiteY1" fmla="*/ 76420 h 343888"/>
              <a:gd name="connsiteX2" fmla="*/ 401203 w 458518"/>
              <a:gd name="connsiteY2" fmla="*/ 47762 h 343888"/>
              <a:gd name="connsiteX3" fmla="*/ 353441 w 458518"/>
              <a:gd name="connsiteY3" fmla="*/ 0 h 343888"/>
              <a:gd name="connsiteX4" fmla="*/ 105077 w 458518"/>
              <a:gd name="connsiteY4" fmla="*/ 0 h 343888"/>
              <a:gd name="connsiteX5" fmla="*/ 57315 w 458518"/>
              <a:gd name="connsiteY5" fmla="*/ 47762 h 343888"/>
              <a:gd name="connsiteX6" fmla="*/ 57315 w 458518"/>
              <a:gd name="connsiteY6" fmla="*/ 76420 h 343888"/>
              <a:gd name="connsiteX7" fmla="*/ 19105 w 458518"/>
              <a:gd name="connsiteY7" fmla="*/ 76420 h 343888"/>
              <a:gd name="connsiteX8" fmla="*/ 0 w 458518"/>
              <a:gd name="connsiteY8" fmla="*/ 95525 h 343888"/>
              <a:gd name="connsiteX9" fmla="*/ 0 w 458518"/>
              <a:gd name="connsiteY9" fmla="*/ 133734 h 343888"/>
              <a:gd name="connsiteX10" fmla="*/ 19105 w 458518"/>
              <a:gd name="connsiteY10" fmla="*/ 152839 h 343888"/>
              <a:gd name="connsiteX11" fmla="*/ 19105 w 458518"/>
              <a:gd name="connsiteY11" fmla="*/ 152839 h 343888"/>
              <a:gd name="connsiteX12" fmla="*/ 38210 w 458518"/>
              <a:gd name="connsiteY12" fmla="*/ 326694 h 343888"/>
              <a:gd name="connsiteX13" fmla="*/ 57315 w 458518"/>
              <a:gd name="connsiteY13" fmla="*/ 343889 h 343888"/>
              <a:gd name="connsiteX14" fmla="*/ 403114 w 458518"/>
              <a:gd name="connsiteY14" fmla="*/ 343889 h 343888"/>
              <a:gd name="connsiteX15" fmla="*/ 422219 w 458518"/>
              <a:gd name="connsiteY15" fmla="*/ 326694 h 343888"/>
              <a:gd name="connsiteX16" fmla="*/ 439413 w 458518"/>
              <a:gd name="connsiteY16" fmla="*/ 152839 h 343888"/>
              <a:gd name="connsiteX17" fmla="*/ 439413 w 458518"/>
              <a:gd name="connsiteY17" fmla="*/ 152839 h 343888"/>
              <a:gd name="connsiteX18" fmla="*/ 458518 w 458518"/>
              <a:gd name="connsiteY18" fmla="*/ 133734 h 343888"/>
              <a:gd name="connsiteX19" fmla="*/ 458518 w 458518"/>
              <a:gd name="connsiteY19" fmla="*/ 95525 h 343888"/>
              <a:gd name="connsiteX20" fmla="*/ 439413 w 458518"/>
              <a:gd name="connsiteY20" fmla="*/ 76420 h 343888"/>
              <a:gd name="connsiteX21" fmla="*/ 76420 w 458518"/>
              <a:gd name="connsiteY21" fmla="*/ 47762 h 343888"/>
              <a:gd name="connsiteX22" fmla="*/ 105077 w 458518"/>
              <a:gd name="connsiteY22" fmla="*/ 19105 h 343888"/>
              <a:gd name="connsiteX23" fmla="*/ 353441 w 458518"/>
              <a:gd name="connsiteY23" fmla="*/ 19105 h 343888"/>
              <a:gd name="connsiteX24" fmla="*/ 382098 w 458518"/>
              <a:gd name="connsiteY24" fmla="*/ 47762 h 343888"/>
              <a:gd name="connsiteX25" fmla="*/ 382098 w 458518"/>
              <a:gd name="connsiteY25" fmla="*/ 76420 h 343888"/>
              <a:gd name="connsiteX26" fmla="*/ 76420 w 458518"/>
              <a:gd name="connsiteY26" fmla="*/ 76420 h 343888"/>
              <a:gd name="connsiteX27" fmla="*/ 76420 w 458518"/>
              <a:gd name="connsiteY27" fmla="*/ 47762 h 343888"/>
              <a:gd name="connsiteX28" fmla="*/ 401203 w 458518"/>
              <a:gd name="connsiteY28" fmla="*/ 324784 h 343888"/>
              <a:gd name="connsiteX29" fmla="*/ 57315 w 458518"/>
              <a:gd name="connsiteY29" fmla="*/ 324784 h 343888"/>
              <a:gd name="connsiteX30" fmla="*/ 40120 w 458518"/>
              <a:gd name="connsiteY30" fmla="*/ 152839 h 343888"/>
              <a:gd name="connsiteX31" fmla="*/ 420308 w 458518"/>
              <a:gd name="connsiteY31" fmla="*/ 152839 h 343888"/>
              <a:gd name="connsiteX32" fmla="*/ 401203 w 458518"/>
              <a:gd name="connsiteY32" fmla="*/ 324784 h 343888"/>
              <a:gd name="connsiteX33" fmla="*/ 439413 w 458518"/>
              <a:gd name="connsiteY33" fmla="*/ 133734 h 343888"/>
              <a:gd name="connsiteX34" fmla="*/ 19105 w 458518"/>
              <a:gd name="connsiteY34" fmla="*/ 133734 h 343888"/>
              <a:gd name="connsiteX35" fmla="*/ 19105 w 458518"/>
              <a:gd name="connsiteY35" fmla="*/ 95525 h 343888"/>
              <a:gd name="connsiteX36" fmla="*/ 439413 w 458518"/>
              <a:gd name="connsiteY36" fmla="*/ 95525 h 343888"/>
              <a:gd name="connsiteX37" fmla="*/ 439413 w 458518"/>
              <a:gd name="connsiteY37" fmla="*/ 133734 h 343888"/>
              <a:gd name="connsiteX38" fmla="*/ 229259 w 458518"/>
              <a:gd name="connsiteY38" fmla="*/ 305679 h 343888"/>
              <a:gd name="connsiteX39" fmla="*/ 296126 w 458518"/>
              <a:gd name="connsiteY39" fmla="*/ 238811 h 343888"/>
              <a:gd name="connsiteX40" fmla="*/ 296126 w 458518"/>
              <a:gd name="connsiteY40" fmla="*/ 215886 h 343888"/>
              <a:gd name="connsiteX41" fmla="*/ 296126 w 458518"/>
              <a:gd name="connsiteY41" fmla="*/ 215886 h 343888"/>
              <a:gd name="connsiteX42" fmla="*/ 273200 w 458518"/>
              <a:gd name="connsiteY42" fmla="*/ 191049 h 343888"/>
              <a:gd name="connsiteX43" fmla="*/ 261737 w 458518"/>
              <a:gd name="connsiteY43" fmla="*/ 185318 h 343888"/>
              <a:gd name="connsiteX44" fmla="*/ 250274 w 458518"/>
              <a:gd name="connsiteY44" fmla="*/ 191049 h 343888"/>
              <a:gd name="connsiteX45" fmla="*/ 231170 w 458518"/>
              <a:gd name="connsiteY45" fmla="*/ 210154 h 343888"/>
              <a:gd name="connsiteX46" fmla="*/ 212065 w 458518"/>
              <a:gd name="connsiteY46" fmla="*/ 191049 h 343888"/>
              <a:gd name="connsiteX47" fmla="*/ 200602 w 458518"/>
              <a:gd name="connsiteY47" fmla="*/ 185318 h 343888"/>
              <a:gd name="connsiteX48" fmla="*/ 189139 w 458518"/>
              <a:gd name="connsiteY48" fmla="*/ 189139 h 343888"/>
              <a:gd name="connsiteX49" fmla="*/ 166213 w 458518"/>
              <a:gd name="connsiteY49" fmla="*/ 213975 h 343888"/>
              <a:gd name="connsiteX50" fmla="*/ 166213 w 458518"/>
              <a:gd name="connsiteY50" fmla="*/ 236901 h 343888"/>
              <a:gd name="connsiteX51" fmla="*/ 166213 w 458518"/>
              <a:gd name="connsiteY51" fmla="*/ 236901 h 343888"/>
              <a:gd name="connsiteX52" fmla="*/ 229259 w 458518"/>
              <a:gd name="connsiteY52" fmla="*/ 305679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518" h="343888">
                <a:moveTo>
                  <a:pt x="439413" y="76420"/>
                </a:moveTo>
                <a:lnTo>
                  <a:pt x="401203" y="76420"/>
                </a:lnTo>
                <a:lnTo>
                  <a:pt x="401203" y="47762"/>
                </a:lnTo>
                <a:cubicBezTo>
                  <a:pt x="401203" y="21015"/>
                  <a:pt x="380188" y="0"/>
                  <a:pt x="353441" y="0"/>
                </a:cubicBezTo>
                <a:lnTo>
                  <a:pt x="105077" y="0"/>
                </a:lnTo>
                <a:cubicBezTo>
                  <a:pt x="78330" y="0"/>
                  <a:pt x="57315" y="21015"/>
                  <a:pt x="57315" y="47762"/>
                </a:cubicBezTo>
                <a:lnTo>
                  <a:pt x="57315" y="76420"/>
                </a:lnTo>
                <a:lnTo>
                  <a:pt x="19105" y="76420"/>
                </a:lnTo>
                <a:cubicBezTo>
                  <a:pt x="7642" y="76420"/>
                  <a:pt x="0" y="84062"/>
                  <a:pt x="0" y="95525"/>
                </a:cubicBezTo>
                <a:lnTo>
                  <a:pt x="0" y="133734"/>
                </a:lnTo>
                <a:cubicBezTo>
                  <a:pt x="0" y="145197"/>
                  <a:pt x="7642" y="152839"/>
                  <a:pt x="19105" y="152839"/>
                </a:cubicBezTo>
                <a:lnTo>
                  <a:pt x="19105" y="152839"/>
                </a:lnTo>
                <a:lnTo>
                  <a:pt x="38210" y="326694"/>
                </a:lnTo>
                <a:cubicBezTo>
                  <a:pt x="40120" y="336247"/>
                  <a:pt x="47762" y="343889"/>
                  <a:pt x="57315" y="343889"/>
                </a:cubicBezTo>
                <a:lnTo>
                  <a:pt x="403114" y="343889"/>
                </a:lnTo>
                <a:cubicBezTo>
                  <a:pt x="412666" y="343889"/>
                  <a:pt x="420308" y="336247"/>
                  <a:pt x="422219" y="326694"/>
                </a:cubicBezTo>
                <a:lnTo>
                  <a:pt x="439413" y="152839"/>
                </a:lnTo>
                <a:lnTo>
                  <a:pt x="439413" y="152839"/>
                </a:lnTo>
                <a:cubicBezTo>
                  <a:pt x="450876" y="152839"/>
                  <a:pt x="458518" y="145197"/>
                  <a:pt x="458518" y="133734"/>
                </a:cubicBezTo>
                <a:lnTo>
                  <a:pt x="458518" y="95525"/>
                </a:lnTo>
                <a:cubicBezTo>
                  <a:pt x="458518" y="84062"/>
                  <a:pt x="450876" y="76420"/>
                  <a:pt x="439413" y="76420"/>
                </a:cubicBezTo>
                <a:close/>
                <a:moveTo>
                  <a:pt x="76420" y="47762"/>
                </a:moveTo>
                <a:cubicBezTo>
                  <a:pt x="76420" y="32478"/>
                  <a:pt x="89793" y="19105"/>
                  <a:pt x="105077" y="19105"/>
                </a:cubicBezTo>
                <a:lnTo>
                  <a:pt x="353441" y="19105"/>
                </a:lnTo>
                <a:cubicBezTo>
                  <a:pt x="368725" y="19105"/>
                  <a:pt x="382098" y="32478"/>
                  <a:pt x="382098" y="47762"/>
                </a:cubicBezTo>
                <a:lnTo>
                  <a:pt x="382098" y="76420"/>
                </a:lnTo>
                <a:lnTo>
                  <a:pt x="76420" y="76420"/>
                </a:lnTo>
                <a:lnTo>
                  <a:pt x="76420" y="47762"/>
                </a:lnTo>
                <a:close/>
                <a:moveTo>
                  <a:pt x="401203" y="324784"/>
                </a:moveTo>
                <a:lnTo>
                  <a:pt x="57315" y="324784"/>
                </a:lnTo>
                <a:lnTo>
                  <a:pt x="40120" y="152839"/>
                </a:lnTo>
                <a:lnTo>
                  <a:pt x="420308" y="152839"/>
                </a:lnTo>
                <a:lnTo>
                  <a:pt x="401203" y="324784"/>
                </a:lnTo>
                <a:close/>
                <a:moveTo>
                  <a:pt x="439413" y="133734"/>
                </a:moveTo>
                <a:lnTo>
                  <a:pt x="19105" y="133734"/>
                </a:lnTo>
                <a:lnTo>
                  <a:pt x="19105" y="95525"/>
                </a:lnTo>
                <a:lnTo>
                  <a:pt x="439413" y="95525"/>
                </a:lnTo>
                <a:lnTo>
                  <a:pt x="439413" y="133734"/>
                </a:lnTo>
                <a:close/>
                <a:moveTo>
                  <a:pt x="229259" y="305679"/>
                </a:moveTo>
                <a:lnTo>
                  <a:pt x="296126" y="238811"/>
                </a:lnTo>
                <a:cubicBezTo>
                  <a:pt x="301858" y="233080"/>
                  <a:pt x="301858" y="221617"/>
                  <a:pt x="296126" y="215886"/>
                </a:cubicBezTo>
                <a:cubicBezTo>
                  <a:pt x="296126" y="215886"/>
                  <a:pt x="296126" y="215886"/>
                  <a:pt x="296126" y="215886"/>
                </a:cubicBezTo>
                <a:lnTo>
                  <a:pt x="273200" y="191049"/>
                </a:lnTo>
                <a:cubicBezTo>
                  <a:pt x="269379" y="187228"/>
                  <a:pt x="265558" y="185318"/>
                  <a:pt x="261737" y="185318"/>
                </a:cubicBezTo>
                <a:cubicBezTo>
                  <a:pt x="257916" y="185318"/>
                  <a:pt x="252185" y="187228"/>
                  <a:pt x="250274" y="191049"/>
                </a:cubicBezTo>
                <a:lnTo>
                  <a:pt x="231170" y="210154"/>
                </a:lnTo>
                <a:lnTo>
                  <a:pt x="212065" y="191049"/>
                </a:lnTo>
                <a:cubicBezTo>
                  <a:pt x="208244" y="187228"/>
                  <a:pt x="204423" y="185318"/>
                  <a:pt x="200602" y="185318"/>
                </a:cubicBezTo>
                <a:cubicBezTo>
                  <a:pt x="196781" y="185318"/>
                  <a:pt x="191049" y="187228"/>
                  <a:pt x="189139" y="189139"/>
                </a:cubicBezTo>
                <a:lnTo>
                  <a:pt x="166213" y="213975"/>
                </a:lnTo>
                <a:cubicBezTo>
                  <a:pt x="160481" y="219707"/>
                  <a:pt x="160481" y="231170"/>
                  <a:pt x="166213" y="236901"/>
                </a:cubicBezTo>
                <a:cubicBezTo>
                  <a:pt x="166213" y="236901"/>
                  <a:pt x="166213" y="236901"/>
                  <a:pt x="166213" y="236901"/>
                </a:cubicBezTo>
                <a:lnTo>
                  <a:pt x="229259" y="30567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201" descr="Shopping bag 1 icon.">
            <a:extLst>
              <a:ext uri="{FF2B5EF4-FFF2-40B4-BE49-F238E27FC236}">
                <a16:creationId xmlns:a16="http://schemas.microsoft.com/office/drawing/2014/main" id="{9B0722F6-098E-4910-A0ED-A91C50A29A0F}"/>
              </a:ext>
            </a:extLst>
          </p:cNvPr>
          <p:cNvSpPr>
            <a:spLocks noChangeAspect="1"/>
          </p:cNvSpPr>
          <p:nvPr/>
        </p:nvSpPr>
        <p:spPr>
          <a:xfrm>
            <a:off x="4688213" y="1369696"/>
            <a:ext cx="343888" cy="458518"/>
          </a:xfrm>
          <a:custGeom>
            <a:avLst/>
            <a:gdLst>
              <a:gd name="connsiteX0" fmla="*/ 324784 w 343888"/>
              <a:gd name="connsiteY0" fmla="*/ 458518 h 458518"/>
              <a:gd name="connsiteX1" fmla="*/ 19105 w 343888"/>
              <a:gd name="connsiteY1" fmla="*/ 458518 h 458518"/>
              <a:gd name="connsiteX2" fmla="*/ 0 w 343888"/>
              <a:gd name="connsiteY2" fmla="*/ 439413 h 458518"/>
              <a:gd name="connsiteX3" fmla="*/ 0 w 343888"/>
              <a:gd name="connsiteY3" fmla="*/ 19105 h 458518"/>
              <a:gd name="connsiteX4" fmla="*/ 19105 w 343888"/>
              <a:gd name="connsiteY4" fmla="*/ 0 h 458518"/>
              <a:gd name="connsiteX5" fmla="*/ 76420 w 343888"/>
              <a:gd name="connsiteY5" fmla="*/ 0 h 458518"/>
              <a:gd name="connsiteX6" fmla="*/ 95525 w 343888"/>
              <a:gd name="connsiteY6" fmla="*/ 19105 h 458518"/>
              <a:gd name="connsiteX7" fmla="*/ 95525 w 343888"/>
              <a:gd name="connsiteY7" fmla="*/ 152839 h 458518"/>
              <a:gd name="connsiteX8" fmla="*/ 248364 w 343888"/>
              <a:gd name="connsiteY8" fmla="*/ 152839 h 458518"/>
              <a:gd name="connsiteX9" fmla="*/ 248364 w 343888"/>
              <a:gd name="connsiteY9" fmla="*/ 19105 h 458518"/>
              <a:gd name="connsiteX10" fmla="*/ 267469 w 343888"/>
              <a:gd name="connsiteY10" fmla="*/ 0 h 458518"/>
              <a:gd name="connsiteX11" fmla="*/ 324784 w 343888"/>
              <a:gd name="connsiteY11" fmla="*/ 0 h 458518"/>
              <a:gd name="connsiteX12" fmla="*/ 343889 w 343888"/>
              <a:gd name="connsiteY12" fmla="*/ 19105 h 458518"/>
              <a:gd name="connsiteX13" fmla="*/ 343889 w 343888"/>
              <a:gd name="connsiteY13" fmla="*/ 439413 h 458518"/>
              <a:gd name="connsiteX14" fmla="*/ 324784 w 343888"/>
              <a:gd name="connsiteY14" fmla="*/ 458518 h 458518"/>
              <a:gd name="connsiteX15" fmla="*/ 19105 w 343888"/>
              <a:gd name="connsiteY15" fmla="*/ 19105 h 458518"/>
              <a:gd name="connsiteX16" fmla="*/ 19105 w 343888"/>
              <a:gd name="connsiteY16" fmla="*/ 439413 h 458518"/>
              <a:gd name="connsiteX17" fmla="*/ 324784 w 343888"/>
              <a:gd name="connsiteY17" fmla="*/ 439413 h 458518"/>
              <a:gd name="connsiteX18" fmla="*/ 324784 w 343888"/>
              <a:gd name="connsiteY18" fmla="*/ 19105 h 458518"/>
              <a:gd name="connsiteX19" fmla="*/ 267469 w 343888"/>
              <a:gd name="connsiteY19" fmla="*/ 19105 h 458518"/>
              <a:gd name="connsiteX20" fmla="*/ 267469 w 343888"/>
              <a:gd name="connsiteY20" fmla="*/ 152839 h 458518"/>
              <a:gd name="connsiteX21" fmla="*/ 248364 w 343888"/>
              <a:gd name="connsiteY21" fmla="*/ 171944 h 458518"/>
              <a:gd name="connsiteX22" fmla="*/ 95525 w 343888"/>
              <a:gd name="connsiteY22" fmla="*/ 171944 h 458518"/>
              <a:gd name="connsiteX23" fmla="*/ 76420 w 343888"/>
              <a:gd name="connsiteY23" fmla="*/ 152839 h 458518"/>
              <a:gd name="connsiteX24" fmla="*/ 76420 w 343888"/>
              <a:gd name="connsiteY24" fmla="*/ 19105 h 458518"/>
              <a:gd name="connsiteX25" fmla="*/ 19105 w 343888"/>
              <a:gd name="connsiteY25" fmla="*/ 19105 h 458518"/>
              <a:gd name="connsiteX26" fmla="*/ 141376 w 343888"/>
              <a:gd name="connsiteY26" fmla="*/ 242632 h 458518"/>
              <a:gd name="connsiteX27" fmla="*/ 152839 w 343888"/>
              <a:gd name="connsiteY27" fmla="*/ 248364 h 458518"/>
              <a:gd name="connsiteX28" fmla="*/ 171944 w 343888"/>
              <a:gd name="connsiteY28" fmla="*/ 267469 h 458518"/>
              <a:gd name="connsiteX29" fmla="*/ 191049 w 343888"/>
              <a:gd name="connsiteY29" fmla="*/ 248364 h 458518"/>
              <a:gd name="connsiteX30" fmla="*/ 202512 w 343888"/>
              <a:gd name="connsiteY30" fmla="*/ 242632 h 458518"/>
              <a:gd name="connsiteX31" fmla="*/ 213975 w 343888"/>
              <a:gd name="connsiteY31" fmla="*/ 248364 h 458518"/>
              <a:gd name="connsiteX32" fmla="*/ 236901 w 343888"/>
              <a:gd name="connsiteY32" fmla="*/ 271290 h 458518"/>
              <a:gd name="connsiteX33" fmla="*/ 236901 w 343888"/>
              <a:gd name="connsiteY33" fmla="*/ 294216 h 458518"/>
              <a:gd name="connsiteX34" fmla="*/ 236901 w 343888"/>
              <a:gd name="connsiteY34" fmla="*/ 294216 h 458518"/>
              <a:gd name="connsiteX35" fmla="*/ 171944 w 343888"/>
              <a:gd name="connsiteY35" fmla="*/ 361083 h 458518"/>
              <a:gd name="connsiteX36" fmla="*/ 105077 w 343888"/>
              <a:gd name="connsiteY36" fmla="*/ 294216 h 458518"/>
              <a:gd name="connsiteX37" fmla="*/ 105077 w 343888"/>
              <a:gd name="connsiteY37" fmla="*/ 271290 h 458518"/>
              <a:gd name="connsiteX38" fmla="*/ 105077 w 343888"/>
              <a:gd name="connsiteY38" fmla="*/ 271290 h 458518"/>
              <a:gd name="connsiteX39" fmla="*/ 128003 w 343888"/>
              <a:gd name="connsiteY39" fmla="*/ 248364 h 458518"/>
              <a:gd name="connsiteX40" fmla="*/ 141376 w 343888"/>
              <a:gd name="connsiteY40" fmla="*/ 242632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43888" h="458518">
                <a:moveTo>
                  <a:pt x="324784" y="458518"/>
                </a:moveTo>
                <a:lnTo>
                  <a:pt x="19105" y="458518"/>
                </a:lnTo>
                <a:cubicBezTo>
                  <a:pt x="7642" y="458518"/>
                  <a:pt x="0" y="450876"/>
                  <a:pt x="0" y="439413"/>
                </a:cubicBezTo>
                <a:lnTo>
                  <a:pt x="0" y="19105"/>
                </a:lnTo>
                <a:cubicBezTo>
                  <a:pt x="0" y="7642"/>
                  <a:pt x="7642" y="0"/>
                  <a:pt x="19105" y="0"/>
                </a:cubicBezTo>
                <a:lnTo>
                  <a:pt x="76420" y="0"/>
                </a:lnTo>
                <a:cubicBezTo>
                  <a:pt x="87883" y="0"/>
                  <a:pt x="95525" y="7642"/>
                  <a:pt x="95525" y="19105"/>
                </a:cubicBezTo>
                <a:lnTo>
                  <a:pt x="95525" y="152839"/>
                </a:lnTo>
                <a:lnTo>
                  <a:pt x="248364" y="152839"/>
                </a:lnTo>
                <a:lnTo>
                  <a:pt x="248364" y="19105"/>
                </a:lnTo>
                <a:cubicBezTo>
                  <a:pt x="248364" y="7642"/>
                  <a:pt x="256006" y="0"/>
                  <a:pt x="267469" y="0"/>
                </a:cubicBezTo>
                <a:lnTo>
                  <a:pt x="324784" y="0"/>
                </a:lnTo>
                <a:cubicBezTo>
                  <a:pt x="336247" y="0"/>
                  <a:pt x="343889" y="7642"/>
                  <a:pt x="343889" y="19105"/>
                </a:cubicBezTo>
                <a:lnTo>
                  <a:pt x="343889" y="439413"/>
                </a:lnTo>
                <a:cubicBezTo>
                  <a:pt x="343889" y="450876"/>
                  <a:pt x="336247" y="458518"/>
                  <a:pt x="324784" y="458518"/>
                </a:cubicBezTo>
                <a:close/>
                <a:moveTo>
                  <a:pt x="19105" y="19105"/>
                </a:moveTo>
                <a:lnTo>
                  <a:pt x="19105" y="439413"/>
                </a:lnTo>
                <a:lnTo>
                  <a:pt x="324784" y="439413"/>
                </a:lnTo>
                <a:lnTo>
                  <a:pt x="324784" y="19105"/>
                </a:lnTo>
                <a:lnTo>
                  <a:pt x="267469" y="19105"/>
                </a:lnTo>
                <a:lnTo>
                  <a:pt x="267469" y="152839"/>
                </a:lnTo>
                <a:cubicBezTo>
                  <a:pt x="267469" y="164302"/>
                  <a:pt x="259827" y="171944"/>
                  <a:pt x="248364" y="171944"/>
                </a:cubicBezTo>
                <a:lnTo>
                  <a:pt x="95525" y="171944"/>
                </a:lnTo>
                <a:cubicBezTo>
                  <a:pt x="84062" y="171944"/>
                  <a:pt x="76420" y="164302"/>
                  <a:pt x="76420" y="152839"/>
                </a:cubicBezTo>
                <a:lnTo>
                  <a:pt x="76420" y="19105"/>
                </a:lnTo>
                <a:lnTo>
                  <a:pt x="19105" y="19105"/>
                </a:lnTo>
                <a:close/>
                <a:moveTo>
                  <a:pt x="141376" y="242632"/>
                </a:moveTo>
                <a:cubicBezTo>
                  <a:pt x="145197" y="242632"/>
                  <a:pt x="150929" y="244543"/>
                  <a:pt x="152839" y="248364"/>
                </a:cubicBezTo>
                <a:lnTo>
                  <a:pt x="171944" y="267469"/>
                </a:lnTo>
                <a:lnTo>
                  <a:pt x="191049" y="248364"/>
                </a:lnTo>
                <a:cubicBezTo>
                  <a:pt x="194870" y="244543"/>
                  <a:pt x="198691" y="242632"/>
                  <a:pt x="202512" y="242632"/>
                </a:cubicBezTo>
                <a:cubicBezTo>
                  <a:pt x="206333" y="242632"/>
                  <a:pt x="212065" y="244543"/>
                  <a:pt x="213975" y="248364"/>
                </a:cubicBezTo>
                <a:lnTo>
                  <a:pt x="236901" y="271290"/>
                </a:lnTo>
                <a:cubicBezTo>
                  <a:pt x="242632" y="277021"/>
                  <a:pt x="242632" y="288484"/>
                  <a:pt x="236901" y="294216"/>
                </a:cubicBezTo>
                <a:cubicBezTo>
                  <a:pt x="236901" y="294216"/>
                  <a:pt x="236901" y="294216"/>
                  <a:pt x="236901" y="294216"/>
                </a:cubicBezTo>
                <a:lnTo>
                  <a:pt x="171944" y="361083"/>
                </a:lnTo>
                <a:lnTo>
                  <a:pt x="105077" y="294216"/>
                </a:lnTo>
                <a:cubicBezTo>
                  <a:pt x="99346" y="288484"/>
                  <a:pt x="99346" y="277021"/>
                  <a:pt x="105077" y="271290"/>
                </a:cubicBezTo>
                <a:cubicBezTo>
                  <a:pt x="105077" y="271290"/>
                  <a:pt x="105077" y="271290"/>
                  <a:pt x="105077" y="271290"/>
                </a:cubicBezTo>
                <a:lnTo>
                  <a:pt x="128003" y="248364"/>
                </a:lnTo>
                <a:cubicBezTo>
                  <a:pt x="131824" y="244543"/>
                  <a:pt x="135645" y="244543"/>
                  <a:pt x="141376" y="242632"/>
                </a:cubicBez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48" descr="Shopping bag 2 icon.">
            <a:extLst>
              <a:ext uri="{FF2B5EF4-FFF2-40B4-BE49-F238E27FC236}">
                <a16:creationId xmlns:a16="http://schemas.microsoft.com/office/drawing/2014/main" id="{0293816F-9F34-4936-8925-B51703757C62}"/>
              </a:ext>
            </a:extLst>
          </p:cNvPr>
          <p:cNvSpPr/>
          <p:nvPr/>
        </p:nvSpPr>
        <p:spPr>
          <a:xfrm>
            <a:off x="5912467" y="1370175"/>
            <a:ext cx="343170" cy="457560"/>
          </a:xfrm>
          <a:custGeom>
            <a:avLst/>
            <a:gdLst>
              <a:gd name="connsiteX0" fmla="*/ 324105 w 343170"/>
              <a:gd name="connsiteY0" fmla="*/ 0 h 457560"/>
              <a:gd name="connsiteX1" fmla="*/ 266910 w 343170"/>
              <a:gd name="connsiteY1" fmla="*/ 0 h 457560"/>
              <a:gd name="connsiteX2" fmla="*/ 247845 w 343170"/>
              <a:gd name="connsiteY2" fmla="*/ 19065 h 457560"/>
              <a:gd name="connsiteX3" fmla="*/ 247845 w 343170"/>
              <a:gd name="connsiteY3" fmla="*/ 152520 h 457560"/>
              <a:gd name="connsiteX4" fmla="*/ 95325 w 343170"/>
              <a:gd name="connsiteY4" fmla="*/ 152520 h 457560"/>
              <a:gd name="connsiteX5" fmla="*/ 95325 w 343170"/>
              <a:gd name="connsiteY5" fmla="*/ 19065 h 457560"/>
              <a:gd name="connsiteX6" fmla="*/ 76260 w 343170"/>
              <a:gd name="connsiteY6" fmla="*/ 0 h 457560"/>
              <a:gd name="connsiteX7" fmla="*/ 19065 w 343170"/>
              <a:gd name="connsiteY7" fmla="*/ 0 h 457560"/>
              <a:gd name="connsiteX8" fmla="*/ 0 w 343170"/>
              <a:gd name="connsiteY8" fmla="*/ 19065 h 457560"/>
              <a:gd name="connsiteX9" fmla="*/ 0 w 343170"/>
              <a:gd name="connsiteY9" fmla="*/ 438495 h 457560"/>
              <a:gd name="connsiteX10" fmla="*/ 19065 w 343170"/>
              <a:gd name="connsiteY10" fmla="*/ 457560 h 457560"/>
              <a:gd name="connsiteX11" fmla="*/ 324105 w 343170"/>
              <a:gd name="connsiteY11" fmla="*/ 457560 h 457560"/>
              <a:gd name="connsiteX12" fmla="*/ 343170 w 343170"/>
              <a:gd name="connsiteY12" fmla="*/ 438495 h 457560"/>
              <a:gd name="connsiteX13" fmla="*/ 343170 w 343170"/>
              <a:gd name="connsiteY13" fmla="*/ 19065 h 457560"/>
              <a:gd name="connsiteX14" fmla="*/ 324105 w 343170"/>
              <a:gd name="connsiteY14" fmla="*/ 0 h 457560"/>
              <a:gd name="connsiteX15" fmla="*/ 324105 w 343170"/>
              <a:gd name="connsiteY15" fmla="*/ 438495 h 457560"/>
              <a:gd name="connsiteX16" fmla="*/ 19065 w 343170"/>
              <a:gd name="connsiteY16" fmla="*/ 438495 h 457560"/>
              <a:gd name="connsiteX17" fmla="*/ 19065 w 343170"/>
              <a:gd name="connsiteY17" fmla="*/ 19065 h 457560"/>
              <a:gd name="connsiteX18" fmla="*/ 76260 w 343170"/>
              <a:gd name="connsiteY18" fmla="*/ 19065 h 457560"/>
              <a:gd name="connsiteX19" fmla="*/ 76260 w 343170"/>
              <a:gd name="connsiteY19" fmla="*/ 152520 h 457560"/>
              <a:gd name="connsiteX20" fmla="*/ 95325 w 343170"/>
              <a:gd name="connsiteY20" fmla="*/ 171585 h 457560"/>
              <a:gd name="connsiteX21" fmla="*/ 247845 w 343170"/>
              <a:gd name="connsiteY21" fmla="*/ 171585 h 457560"/>
              <a:gd name="connsiteX22" fmla="*/ 266910 w 343170"/>
              <a:gd name="connsiteY22" fmla="*/ 152520 h 457560"/>
              <a:gd name="connsiteX23" fmla="*/ 266910 w 343170"/>
              <a:gd name="connsiteY23" fmla="*/ 19065 h 457560"/>
              <a:gd name="connsiteX24" fmla="*/ 324105 w 343170"/>
              <a:gd name="connsiteY24" fmla="*/ 19065 h 457560"/>
              <a:gd name="connsiteX25" fmla="*/ 324105 w 343170"/>
              <a:gd name="connsiteY25" fmla="*/ 438495 h 457560"/>
              <a:gd name="connsiteX26" fmla="*/ 150232 w 343170"/>
              <a:gd name="connsiteY26" fmla="*/ 280637 h 457560"/>
              <a:gd name="connsiteX27" fmla="*/ 132692 w 343170"/>
              <a:gd name="connsiteY27" fmla="*/ 272058 h 457560"/>
              <a:gd name="connsiteX28" fmla="*/ 154808 w 343170"/>
              <a:gd name="connsiteY28" fmla="*/ 232212 h 457560"/>
              <a:gd name="connsiteX29" fmla="*/ 188934 w 343170"/>
              <a:gd name="connsiteY29" fmla="*/ 232212 h 457560"/>
              <a:gd name="connsiteX30" fmla="*/ 206093 w 343170"/>
              <a:gd name="connsiteY30" fmla="*/ 263097 h 457560"/>
              <a:gd name="connsiteX31" fmla="*/ 209334 w 343170"/>
              <a:gd name="connsiteY31" fmla="*/ 250705 h 457560"/>
              <a:gd name="connsiteX32" fmla="*/ 227827 w 343170"/>
              <a:gd name="connsiteY32" fmla="*/ 255471 h 457560"/>
              <a:gd name="connsiteX33" fmla="*/ 220582 w 343170"/>
              <a:gd name="connsiteY33" fmla="*/ 283687 h 457560"/>
              <a:gd name="connsiteX34" fmla="*/ 201517 w 343170"/>
              <a:gd name="connsiteY34" fmla="*/ 294364 h 457560"/>
              <a:gd name="connsiteX35" fmla="*/ 175589 w 343170"/>
              <a:gd name="connsiteY35" fmla="*/ 291123 h 457560"/>
              <a:gd name="connsiteX36" fmla="*/ 177876 w 343170"/>
              <a:gd name="connsiteY36" fmla="*/ 272248 h 457560"/>
              <a:gd name="connsiteX37" fmla="*/ 190269 w 343170"/>
              <a:gd name="connsiteY37" fmla="*/ 273773 h 457560"/>
              <a:gd name="connsiteX38" fmla="*/ 172538 w 343170"/>
              <a:gd name="connsiteY38" fmla="*/ 241363 h 457560"/>
              <a:gd name="connsiteX39" fmla="*/ 150614 w 343170"/>
              <a:gd name="connsiteY39" fmla="*/ 280446 h 457560"/>
              <a:gd name="connsiteX40" fmla="*/ 255090 w 343170"/>
              <a:gd name="connsiteY40" fmla="*/ 351940 h 457560"/>
              <a:gd name="connsiteX41" fmla="*/ 254899 w 343170"/>
              <a:gd name="connsiteY41" fmla="*/ 371386 h 457560"/>
              <a:gd name="connsiteX42" fmla="*/ 238122 w 343170"/>
              <a:gd name="connsiteY42" fmla="*/ 380919 h 457560"/>
              <a:gd name="connsiteX43" fmla="*/ 202661 w 343170"/>
              <a:gd name="connsiteY43" fmla="*/ 380919 h 457560"/>
              <a:gd name="connsiteX44" fmla="*/ 209715 w 343170"/>
              <a:gd name="connsiteY44" fmla="*/ 389689 h 457560"/>
              <a:gd name="connsiteX45" fmla="*/ 194844 w 343170"/>
              <a:gd name="connsiteY45" fmla="*/ 401700 h 457560"/>
              <a:gd name="connsiteX46" fmla="*/ 177876 w 343170"/>
              <a:gd name="connsiteY46" fmla="*/ 380537 h 457560"/>
              <a:gd name="connsiteX47" fmla="*/ 175398 w 343170"/>
              <a:gd name="connsiteY47" fmla="*/ 361472 h 457560"/>
              <a:gd name="connsiteX48" fmla="*/ 197323 w 343170"/>
              <a:gd name="connsiteY48" fmla="*/ 338213 h 457560"/>
              <a:gd name="connsiteX49" fmla="*/ 211050 w 343170"/>
              <a:gd name="connsiteY49" fmla="*/ 351368 h 457560"/>
              <a:gd name="connsiteX50" fmla="*/ 201326 w 343170"/>
              <a:gd name="connsiteY50" fmla="*/ 361472 h 457560"/>
              <a:gd name="connsiteX51" fmla="*/ 238122 w 343170"/>
              <a:gd name="connsiteY51" fmla="*/ 361472 h 457560"/>
              <a:gd name="connsiteX52" fmla="*/ 216006 w 343170"/>
              <a:gd name="connsiteY52" fmla="*/ 320483 h 457560"/>
              <a:gd name="connsiteX53" fmla="*/ 232974 w 343170"/>
              <a:gd name="connsiteY53" fmla="*/ 311331 h 457560"/>
              <a:gd name="connsiteX54" fmla="*/ 255280 w 343170"/>
              <a:gd name="connsiteY54" fmla="*/ 351559 h 457560"/>
              <a:gd name="connsiteX55" fmla="*/ 105048 w 343170"/>
              <a:gd name="connsiteY55" fmla="*/ 361091 h 457560"/>
              <a:gd name="connsiteX56" fmla="*/ 152329 w 343170"/>
              <a:gd name="connsiteY56" fmla="*/ 361091 h 457560"/>
              <a:gd name="connsiteX57" fmla="*/ 152329 w 343170"/>
              <a:gd name="connsiteY57" fmla="*/ 380919 h 457560"/>
              <a:gd name="connsiteX58" fmla="*/ 105429 w 343170"/>
              <a:gd name="connsiteY58" fmla="*/ 380919 h 457560"/>
              <a:gd name="connsiteX59" fmla="*/ 88652 w 343170"/>
              <a:gd name="connsiteY59" fmla="*/ 371386 h 457560"/>
              <a:gd name="connsiteX60" fmla="*/ 88462 w 343170"/>
              <a:gd name="connsiteY60" fmla="*/ 351940 h 457560"/>
              <a:gd name="connsiteX61" fmla="*/ 107336 w 343170"/>
              <a:gd name="connsiteY61" fmla="*/ 317814 h 457560"/>
              <a:gd name="connsiteX62" fmla="*/ 96469 w 343170"/>
              <a:gd name="connsiteY62" fmla="*/ 320483 h 457560"/>
              <a:gd name="connsiteX63" fmla="*/ 91893 w 343170"/>
              <a:gd name="connsiteY63" fmla="*/ 301990 h 457560"/>
              <a:gd name="connsiteX64" fmla="*/ 119919 w 343170"/>
              <a:gd name="connsiteY64" fmla="*/ 295126 h 457560"/>
              <a:gd name="connsiteX65" fmla="*/ 136887 w 343170"/>
              <a:gd name="connsiteY65" fmla="*/ 301990 h 457560"/>
              <a:gd name="connsiteX66" fmla="*/ 148326 w 343170"/>
              <a:gd name="connsiteY66" fmla="*/ 330968 h 457560"/>
              <a:gd name="connsiteX67" fmla="*/ 130595 w 343170"/>
              <a:gd name="connsiteY67" fmla="*/ 338022 h 457560"/>
              <a:gd name="connsiteX68" fmla="*/ 125448 w 343170"/>
              <a:gd name="connsiteY68" fmla="*/ 325058 h 457560"/>
              <a:gd name="connsiteX69" fmla="*/ 105048 w 343170"/>
              <a:gd name="connsiteY69" fmla="*/ 361472 h 457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43170" h="457560">
                <a:moveTo>
                  <a:pt x="324105" y="0"/>
                </a:moveTo>
                <a:lnTo>
                  <a:pt x="266910" y="0"/>
                </a:lnTo>
                <a:cubicBezTo>
                  <a:pt x="256424" y="0"/>
                  <a:pt x="247845" y="8579"/>
                  <a:pt x="247845" y="19065"/>
                </a:cubicBezTo>
                <a:lnTo>
                  <a:pt x="247845" y="152520"/>
                </a:lnTo>
                <a:lnTo>
                  <a:pt x="95325" y="152520"/>
                </a:lnTo>
                <a:lnTo>
                  <a:pt x="95325" y="19065"/>
                </a:lnTo>
                <a:cubicBezTo>
                  <a:pt x="95325" y="8579"/>
                  <a:pt x="86746" y="0"/>
                  <a:pt x="76260" y="0"/>
                </a:cubicBezTo>
                <a:lnTo>
                  <a:pt x="19065" y="0"/>
                </a:lnTo>
                <a:cubicBezTo>
                  <a:pt x="8579" y="0"/>
                  <a:pt x="0" y="8579"/>
                  <a:pt x="0" y="19065"/>
                </a:cubicBezTo>
                <a:lnTo>
                  <a:pt x="0" y="438495"/>
                </a:lnTo>
                <a:cubicBezTo>
                  <a:pt x="0" y="448981"/>
                  <a:pt x="8579" y="457560"/>
                  <a:pt x="19065" y="457560"/>
                </a:cubicBezTo>
                <a:lnTo>
                  <a:pt x="324105" y="457560"/>
                </a:lnTo>
                <a:cubicBezTo>
                  <a:pt x="334591" y="457560"/>
                  <a:pt x="343170" y="448981"/>
                  <a:pt x="343170" y="438495"/>
                </a:cubicBezTo>
                <a:lnTo>
                  <a:pt x="343170" y="19065"/>
                </a:lnTo>
                <a:cubicBezTo>
                  <a:pt x="343170" y="8579"/>
                  <a:pt x="334591" y="0"/>
                  <a:pt x="324105" y="0"/>
                </a:cubicBezTo>
                <a:close/>
                <a:moveTo>
                  <a:pt x="324105" y="438495"/>
                </a:moveTo>
                <a:lnTo>
                  <a:pt x="19065" y="438495"/>
                </a:lnTo>
                <a:lnTo>
                  <a:pt x="19065" y="19065"/>
                </a:lnTo>
                <a:lnTo>
                  <a:pt x="76260" y="19065"/>
                </a:lnTo>
                <a:lnTo>
                  <a:pt x="76260" y="152520"/>
                </a:lnTo>
                <a:cubicBezTo>
                  <a:pt x="76260" y="163006"/>
                  <a:pt x="84839" y="171585"/>
                  <a:pt x="95325" y="171585"/>
                </a:cubicBezTo>
                <a:lnTo>
                  <a:pt x="247845" y="171585"/>
                </a:lnTo>
                <a:cubicBezTo>
                  <a:pt x="258331" y="171585"/>
                  <a:pt x="266910" y="163006"/>
                  <a:pt x="266910" y="152520"/>
                </a:cubicBezTo>
                <a:lnTo>
                  <a:pt x="266910" y="19065"/>
                </a:lnTo>
                <a:lnTo>
                  <a:pt x="324105" y="19065"/>
                </a:lnTo>
                <a:lnTo>
                  <a:pt x="324105" y="438495"/>
                </a:lnTo>
                <a:close/>
                <a:moveTo>
                  <a:pt x="150232" y="280637"/>
                </a:moveTo>
                <a:lnTo>
                  <a:pt x="132692" y="272058"/>
                </a:lnTo>
                <a:lnTo>
                  <a:pt x="154808" y="232212"/>
                </a:lnTo>
                <a:cubicBezTo>
                  <a:pt x="161671" y="219819"/>
                  <a:pt x="182071" y="219819"/>
                  <a:pt x="188934" y="232212"/>
                </a:cubicBezTo>
                <a:lnTo>
                  <a:pt x="206093" y="263097"/>
                </a:lnTo>
                <a:lnTo>
                  <a:pt x="209334" y="250705"/>
                </a:lnTo>
                <a:lnTo>
                  <a:pt x="227827" y="255471"/>
                </a:lnTo>
                <a:lnTo>
                  <a:pt x="220582" y="283687"/>
                </a:lnTo>
                <a:cubicBezTo>
                  <a:pt x="217913" y="294173"/>
                  <a:pt x="211431" y="295698"/>
                  <a:pt x="201517" y="294364"/>
                </a:cubicBezTo>
                <a:cubicBezTo>
                  <a:pt x="201517" y="294364"/>
                  <a:pt x="175589" y="291123"/>
                  <a:pt x="175589" y="291123"/>
                </a:cubicBezTo>
                <a:lnTo>
                  <a:pt x="177876" y="272248"/>
                </a:lnTo>
                <a:lnTo>
                  <a:pt x="190269" y="273773"/>
                </a:lnTo>
                <a:lnTo>
                  <a:pt x="172538" y="241363"/>
                </a:lnTo>
                <a:lnTo>
                  <a:pt x="150614" y="280446"/>
                </a:lnTo>
                <a:close/>
                <a:moveTo>
                  <a:pt x="255090" y="351940"/>
                </a:moveTo>
                <a:cubicBezTo>
                  <a:pt x="258521" y="358041"/>
                  <a:pt x="258331" y="365476"/>
                  <a:pt x="254899" y="371386"/>
                </a:cubicBezTo>
                <a:cubicBezTo>
                  <a:pt x="251277" y="377487"/>
                  <a:pt x="244985" y="380919"/>
                  <a:pt x="238122" y="380919"/>
                </a:cubicBezTo>
                <a:lnTo>
                  <a:pt x="202661" y="380919"/>
                </a:lnTo>
                <a:lnTo>
                  <a:pt x="209715" y="389689"/>
                </a:lnTo>
                <a:lnTo>
                  <a:pt x="194844" y="401700"/>
                </a:lnTo>
                <a:lnTo>
                  <a:pt x="177876" y="380537"/>
                </a:lnTo>
                <a:cubicBezTo>
                  <a:pt x="172729" y="375199"/>
                  <a:pt x="169297" y="367955"/>
                  <a:pt x="175398" y="361472"/>
                </a:cubicBezTo>
                <a:cubicBezTo>
                  <a:pt x="175589" y="361282"/>
                  <a:pt x="197323" y="338213"/>
                  <a:pt x="197323" y="338213"/>
                </a:cubicBezTo>
                <a:lnTo>
                  <a:pt x="211050" y="351368"/>
                </a:lnTo>
                <a:lnTo>
                  <a:pt x="201326" y="361472"/>
                </a:lnTo>
                <a:lnTo>
                  <a:pt x="238122" y="361472"/>
                </a:lnTo>
                <a:cubicBezTo>
                  <a:pt x="238122" y="361472"/>
                  <a:pt x="216006" y="320483"/>
                  <a:pt x="216006" y="320483"/>
                </a:cubicBezTo>
                <a:lnTo>
                  <a:pt x="232974" y="311331"/>
                </a:lnTo>
                <a:lnTo>
                  <a:pt x="255280" y="351559"/>
                </a:lnTo>
                <a:close/>
                <a:moveTo>
                  <a:pt x="105048" y="361091"/>
                </a:moveTo>
                <a:lnTo>
                  <a:pt x="152329" y="361091"/>
                </a:lnTo>
                <a:lnTo>
                  <a:pt x="152329" y="380919"/>
                </a:lnTo>
                <a:lnTo>
                  <a:pt x="105429" y="380919"/>
                </a:lnTo>
                <a:cubicBezTo>
                  <a:pt x="98375" y="380919"/>
                  <a:pt x="92084" y="377296"/>
                  <a:pt x="88652" y="371386"/>
                </a:cubicBezTo>
                <a:cubicBezTo>
                  <a:pt x="85030" y="365285"/>
                  <a:pt x="85030" y="358041"/>
                  <a:pt x="88462" y="351940"/>
                </a:cubicBezTo>
                <a:lnTo>
                  <a:pt x="107336" y="317814"/>
                </a:lnTo>
                <a:lnTo>
                  <a:pt x="96469" y="320483"/>
                </a:lnTo>
                <a:lnTo>
                  <a:pt x="91893" y="301990"/>
                </a:lnTo>
                <a:lnTo>
                  <a:pt x="119919" y="295126"/>
                </a:lnTo>
                <a:cubicBezTo>
                  <a:pt x="128689" y="292457"/>
                  <a:pt x="133836" y="294364"/>
                  <a:pt x="136887" y="301990"/>
                </a:cubicBezTo>
                <a:cubicBezTo>
                  <a:pt x="136887" y="301990"/>
                  <a:pt x="148326" y="330968"/>
                  <a:pt x="148326" y="330968"/>
                </a:cubicBezTo>
                <a:lnTo>
                  <a:pt x="130595" y="338022"/>
                </a:lnTo>
                <a:lnTo>
                  <a:pt x="125448" y="325058"/>
                </a:lnTo>
                <a:lnTo>
                  <a:pt x="105048" y="36147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2" descr="Prescription bag icon.">
            <a:extLst>
              <a:ext uri="{FF2B5EF4-FFF2-40B4-BE49-F238E27FC236}">
                <a16:creationId xmlns:a16="http://schemas.microsoft.com/office/drawing/2014/main" id="{7BFB0ACF-0824-7184-69AF-F6AE16B67AA2}"/>
              </a:ext>
            </a:extLst>
          </p:cNvPr>
          <p:cNvSpPr/>
          <p:nvPr/>
        </p:nvSpPr>
        <p:spPr>
          <a:xfrm>
            <a:off x="7152588" y="1368737"/>
            <a:ext cx="344267" cy="458998"/>
          </a:xfrm>
          <a:custGeom>
            <a:avLst/>
            <a:gdLst>
              <a:gd name="connsiteX0" fmla="*/ 239234 w 344267"/>
              <a:gd name="connsiteY0" fmla="*/ 199866 h 458998"/>
              <a:gd name="connsiteX1" fmla="*/ 239225 w 344267"/>
              <a:gd name="connsiteY1" fmla="*/ 223681 h 458998"/>
              <a:gd name="connsiteX2" fmla="*/ 172217 w 344267"/>
              <a:gd name="connsiteY2" fmla="*/ 290262 h 458998"/>
              <a:gd name="connsiteX3" fmla="*/ 105265 w 344267"/>
              <a:gd name="connsiteY3" fmla="*/ 223255 h 458998"/>
              <a:gd name="connsiteX4" fmla="*/ 105275 w 344267"/>
              <a:gd name="connsiteY4" fmla="*/ 199439 h 458998"/>
              <a:gd name="connsiteX5" fmla="*/ 129096 w 344267"/>
              <a:gd name="connsiteY5" fmla="*/ 175633 h 458998"/>
              <a:gd name="connsiteX6" fmla="*/ 141009 w 344267"/>
              <a:gd name="connsiteY6" fmla="*/ 171173 h 458998"/>
              <a:gd name="connsiteX7" fmla="*/ 152915 w 344267"/>
              <a:gd name="connsiteY7" fmla="*/ 176016 h 458998"/>
              <a:gd name="connsiteX8" fmla="*/ 172257 w 344267"/>
              <a:gd name="connsiteY8" fmla="*/ 195373 h 458998"/>
              <a:gd name="connsiteX9" fmla="*/ 191615 w 344267"/>
              <a:gd name="connsiteY9" fmla="*/ 176031 h 458998"/>
              <a:gd name="connsiteX10" fmla="*/ 203520 w 344267"/>
              <a:gd name="connsiteY10" fmla="*/ 171198 h 458998"/>
              <a:gd name="connsiteX11" fmla="*/ 215430 w 344267"/>
              <a:gd name="connsiteY11" fmla="*/ 176041 h 458998"/>
              <a:gd name="connsiteX12" fmla="*/ 239236 w 344267"/>
              <a:gd name="connsiteY12" fmla="*/ 199866 h 458998"/>
              <a:gd name="connsiteX13" fmla="*/ 344266 w 344267"/>
              <a:gd name="connsiteY13" fmla="*/ 439873 h 458998"/>
              <a:gd name="connsiteX14" fmla="*/ 325140 w 344267"/>
              <a:gd name="connsiteY14" fmla="*/ 458998 h 458998"/>
              <a:gd name="connsiteX15" fmla="*/ 19126 w 344267"/>
              <a:gd name="connsiteY15" fmla="*/ 458998 h 458998"/>
              <a:gd name="connsiteX16" fmla="*/ 0 w 344267"/>
              <a:gd name="connsiteY16" fmla="*/ 439873 h 458998"/>
              <a:gd name="connsiteX17" fmla="*/ 0 w 344267"/>
              <a:gd name="connsiteY17" fmla="*/ 19897 h 458998"/>
              <a:gd name="connsiteX18" fmla="*/ 10898 w 344267"/>
              <a:gd name="connsiteY18" fmla="*/ 2573 h 458998"/>
              <a:gd name="connsiteX19" fmla="*/ 31106 w 344267"/>
              <a:gd name="connsiteY19" fmla="*/ 4944 h 458998"/>
              <a:gd name="connsiteX20" fmla="*/ 68014 w 344267"/>
              <a:gd name="connsiteY20" fmla="*/ 36659 h 458998"/>
              <a:gd name="connsiteX21" fmla="*/ 113065 w 344267"/>
              <a:gd name="connsiteY21" fmla="*/ 3552 h 458998"/>
              <a:gd name="connsiteX22" fmla="*/ 113531 w 344267"/>
              <a:gd name="connsiteY22" fmla="*/ 3215 h 458998"/>
              <a:gd name="connsiteX23" fmla="*/ 136421 w 344267"/>
              <a:gd name="connsiteY23" fmla="*/ 4439 h 458998"/>
              <a:gd name="connsiteX24" fmla="*/ 173581 w 344267"/>
              <a:gd name="connsiteY24" fmla="*/ 35603 h 458998"/>
              <a:gd name="connsiteX25" fmla="*/ 218305 w 344267"/>
              <a:gd name="connsiteY25" fmla="*/ 3583 h 458998"/>
              <a:gd name="connsiteX26" fmla="*/ 241344 w 344267"/>
              <a:gd name="connsiteY26" fmla="*/ 4237 h 458998"/>
              <a:gd name="connsiteX27" fmla="*/ 277710 w 344267"/>
              <a:gd name="connsiteY27" fmla="*/ 35812 h 458998"/>
              <a:gd name="connsiteX28" fmla="*/ 312832 w 344267"/>
              <a:gd name="connsiteY28" fmla="*/ 5480 h 458998"/>
              <a:gd name="connsiteX29" fmla="*/ 333293 w 344267"/>
              <a:gd name="connsiteY29" fmla="*/ 2827 h 458998"/>
              <a:gd name="connsiteX30" fmla="*/ 344229 w 344267"/>
              <a:gd name="connsiteY30" fmla="*/ 20094 h 458998"/>
              <a:gd name="connsiteX31" fmla="*/ 344268 w 344267"/>
              <a:gd name="connsiteY31" fmla="*/ 439873 h 458998"/>
              <a:gd name="connsiteX32" fmla="*/ 325140 w 344267"/>
              <a:gd name="connsiteY32" fmla="*/ 439873 h 458998"/>
              <a:gd name="connsiteX33" fmla="*/ 325102 w 344267"/>
              <a:gd name="connsiteY33" fmla="*/ 20094 h 458998"/>
              <a:gd name="connsiteX34" fmla="*/ 290118 w 344267"/>
              <a:gd name="connsiteY34" fmla="*/ 50250 h 458998"/>
              <a:gd name="connsiteX35" fmla="*/ 265417 w 344267"/>
              <a:gd name="connsiteY35" fmla="*/ 50474 h 458998"/>
              <a:gd name="connsiteX36" fmla="*/ 229015 w 344267"/>
              <a:gd name="connsiteY36" fmla="*/ 18843 h 458998"/>
              <a:gd name="connsiteX37" fmla="*/ 184657 w 344267"/>
              <a:gd name="connsiteY37" fmla="*/ 51164 h 458998"/>
              <a:gd name="connsiteX38" fmla="*/ 161281 w 344267"/>
              <a:gd name="connsiteY38" fmla="*/ 50257 h 458998"/>
              <a:gd name="connsiteX39" fmla="*/ 124179 w 344267"/>
              <a:gd name="connsiteY39" fmla="*/ 19132 h 458998"/>
              <a:gd name="connsiteX40" fmla="*/ 78923 w 344267"/>
              <a:gd name="connsiteY40" fmla="*/ 52388 h 458998"/>
              <a:gd name="connsiteX41" fmla="*/ 55547 w 344267"/>
              <a:gd name="connsiteY41" fmla="*/ 51174 h 458998"/>
              <a:gd name="connsiteX42" fmla="*/ 18864 w 344267"/>
              <a:gd name="connsiteY42" fmla="*/ 19637 h 458998"/>
              <a:gd name="connsiteX43" fmla="*/ 19126 w 344267"/>
              <a:gd name="connsiteY43" fmla="*/ 439874 h 458998"/>
              <a:gd name="connsiteX44" fmla="*/ 325140 w 344267"/>
              <a:gd name="connsiteY44" fmla="*/ 439874 h 45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4267" h="458998">
                <a:moveTo>
                  <a:pt x="239234" y="199866"/>
                </a:moveTo>
                <a:cubicBezTo>
                  <a:pt x="245928" y="206566"/>
                  <a:pt x="245926" y="216985"/>
                  <a:pt x="239225" y="223681"/>
                </a:cubicBezTo>
                <a:lnTo>
                  <a:pt x="172217" y="290262"/>
                </a:lnTo>
                <a:lnTo>
                  <a:pt x="105265" y="223255"/>
                </a:lnTo>
                <a:cubicBezTo>
                  <a:pt x="98569" y="216555"/>
                  <a:pt x="98573" y="206135"/>
                  <a:pt x="105275" y="199439"/>
                </a:cubicBezTo>
                <a:lnTo>
                  <a:pt x="129096" y="175633"/>
                </a:lnTo>
                <a:cubicBezTo>
                  <a:pt x="132451" y="172659"/>
                  <a:pt x="136540" y="171171"/>
                  <a:pt x="141009" y="171173"/>
                </a:cubicBezTo>
                <a:cubicBezTo>
                  <a:pt x="145475" y="171175"/>
                  <a:pt x="149564" y="172665"/>
                  <a:pt x="152915" y="176016"/>
                </a:cubicBezTo>
                <a:lnTo>
                  <a:pt x="172257" y="195373"/>
                </a:lnTo>
                <a:lnTo>
                  <a:pt x="191615" y="176031"/>
                </a:lnTo>
                <a:cubicBezTo>
                  <a:pt x="194965" y="172684"/>
                  <a:pt x="199058" y="171196"/>
                  <a:pt x="203520" y="171198"/>
                </a:cubicBezTo>
                <a:cubicBezTo>
                  <a:pt x="207617" y="171198"/>
                  <a:pt x="212081" y="172690"/>
                  <a:pt x="215430" y="176041"/>
                </a:cubicBezTo>
                <a:lnTo>
                  <a:pt x="239236" y="199866"/>
                </a:lnTo>
                <a:close/>
                <a:moveTo>
                  <a:pt x="344266" y="439873"/>
                </a:moveTo>
                <a:cubicBezTo>
                  <a:pt x="344266" y="450417"/>
                  <a:pt x="335684" y="458998"/>
                  <a:pt x="325140" y="458998"/>
                </a:cubicBezTo>
                <a:lnTo>
                  <a:pt x="19126" y="458998"/>
                </a:lnTo>
                <a:cubicBezTo>
                  <a:pt x="8582" y="458998"/>
                  <a:pt x="0" y="450417"/>
                  <a:pt x="0" y="439873"/>
                </a:cubicBezTo>
                <a:lnTo>
                  <a:pt x="0" y="19897"/>
                </a:lnTo>
                <a:cubicBezTo>
                  <a:pt x="0" y="12426"/>
                  <a:pt x="4175" y="5786"/>
                  <a:pt x="10898" y="2573"/>
                </a:cubicBezTo>
                <a:cubicBezTo>
                  <a:pt x="17594" y="-640"/>
                  <a:pt x="25346" y="285"/>
                  <a:pt x="31106" y="4944"/>
                </a:cubicBezTo>
                <a:lnTo>
                  <a:pt x="68014" y="36659"/>
                </a:lnTo>
                <a:cubicBezTo>
                  <a:pt x="85672" y="24434"/>
                  <a:pt x="112793" y="3759"/>
                  <a:pt x="113065" y="3552"/>
                </a:cubicBezTo>
                <a:lnTo>
                  <a:pt x="113531" y="3215"/>
                </a:lnTo>
                <a:cubicBezTo>
                  <a:pt x="120526" y="-1491"/>
                  <a:pt x="129949" y="-987"/>
                  <a:pt x="136421" y="4439"/>
                </a:cubicBezTo>
                <a:lnTo>
                  <a:pt x="173581" y="35603"/>
                </a:lnTo>
                <a:lnTo>
                  <a:pt x="218305" y="3583"/>
                </a:lnTo>
                <a:cubicBezTo>
                  <a:pt x="225263" y="-1348"/>
                  <a:pt x="234732" y="-1105"/>
                  <a:pt x="241344" y="4237"/>
                </a:cubicBezTo>
                <a:cubicBezTo>
                  <a:pt x="241717" y="4545"/>
                  <a:pt x="264438" y="24688"/>
                  <a:pt x="277710" y="35812"/>
                </a:cubicBezTo>
                <a:lnTo>
                  <a:pt x="312832" y="5480"/>
                </a:lnTo>
                <a:cubicBezTo>
                  <a:pt x="318771" y="595"/>
                  <a:pt x="326542" y="-357"/>
                  <a:pt x="333293" y="2827"/>
                </a:cubicBezTo>
                <a:cubicBezTo>
                  <a:pt x="340035" y="6012"/>
                  <a:pt x="344229" y="12633"/>
                  <a:pt x="344229" y="20094"/>
                </a:cubicBezTo>
                <a:lnTo>
                  <a:pt x="344268" y="439873"/>
                </a:lnTo>
                <a:close/>
                <a:moveTo>
                  <a:pt x="325140" y="439873"/>
                </a:moveTo>
                <a:lnTo>
                  <a:pt x="325102" y="20094"/>
                </a:lnTo>
                <a:lnTo>
                  <a:pt x="290118" y="50250"/>
                </a:lnTo>
                <a:cubicBezTo>
                  <a:pt x="282975" y="56395"/>
                  <a:pt x="272580" y="56489"/>
                  <a:pt x="265417" y="50474"/>
                </a:cubicBezTo>
                <a:cubicBezTo>
                  <a:pt x="251997" y="39220"/>
                  <a:pt x="229015" y="18843"/>
                  <a:pt x="229015" y="18843"/>
                </a:cubicBezTo>
                <a:lnTo>
                  <a:pt x="184657" y="51164"/>
                </a:lnTo>
                <a:cubicBezTo>
                  <a:pt x="177578" y="56244"/>
                  <a:pt x="167967" y="55871"/>
                  <a:pt x="161281" y="50257"/>
                </a:cubicBezTo>
                <a:lnTo>
                  <a:pt x="124179" y="19132"/>
                </a:lnTo>
                <a:cubicBezTo>
                  <a:pt x="120304" y="22074"/>
                  <a:pt x="95817" y="40677"/>
                  <a:pt x="78923" y="52388"/>
                </a:cubicBezTo>
                <a:cubicBezTo>
                  <a:pt x="71760" y="57347"/>
                  <a:pt x="62142" y="56852"/>
                  <a:pt x="55547" y="51174"/>
                </a:cubicBezTo>
                <a:lnTo>
                  <a:pt x="18864" y="19637"/>
                </a:lnTo>
                <a:lnTo>
                  <a:pt x="19126" y="439874"/>
                </a:lnTo>
                <a:lnTo>
                  <a:pt x="325140" y="439874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Graphic 192" descr="Receipt icon.">
            <a:extLst>
              <a:ext uri="{FF2B5EF4-FFF2-40B4-BE49-F238E27FC236}">
                <a16:creationId xmlns:a16="http://schemas.microsoft.com/office/drawing/2014/main" id="{A3C9B245-94DC-4A73-B438-DAA93C4B77B3}"/>
              </a:ext>
            </a:extLst>
          </p:cNvPr>
          <p:cNvSpPr>
            <a:spLocks noChangeAspect="1"/>
          </p:cNvSpPr>
          <p:nvPr/>
        </p:nvSpPr>
        <p:spPr>
          <a:xfrm>
            <a:off x="8340009" y="1405885"/>
            <a:ext cx="419147" cy="422329"/>
          </a:xfrm>
          <a:custGeom>
            <a:avLst/>
            <a:gdLst>
              <a:gd name="connsiteX0" fmla="*/ 170783 w 419147"/>
              <a:gd name="connsiteY0" fmla="*/ 156660 h 422329"/>
              <a:gd name="connsiteX1" fmla="*/ 151678 w 419147"/>
              <a:gd name="connsiteY1" fmla="*/ 156660 h 422329"/>
              <a:gd name="connsiteX2" fmla="*/ 184157 w 419147"/>
              <a:gd name="connsiteY2" fmla="*/ 191049 h 422329"/>
              <a:gd name="connsiteX3" fmla="*/ 184157 w 419147"/>
              <a:gd name="connsiteY3" fmla="*/ 206333 h 422329"/>
              <a:gd name="connsiteX4" fmla="*/ 203262 w 419147"/>
              <a:gd name="connsiteY4" fmla="*/ 206333 h 422329"/>
              <a:gd name="connsiteX5" fmla="*/ 203262 w 419147"/>
              <a:gd name="connsiteY5" fmla="*/ 191049 h 422329"/>
              <a:gd name="connsiteX6" fmla="*/ 224277 w 419147"/>
              <a:gd name="connsiteY6" fmla="*/ 181497 h 422329"/>
              <a:gd name="connsiteX7" fmla="*/ 233829 w 419147"/>
              <a:gd name="connsiteY7" fmla="*/ 158571 h 422329"/>
              <a:gd name="connsiteX8" fmla="*/ 203262 w 419147"/>
              <a:gd name="connsiteY8" fmla="*/ 124182 h 422329"/>
              <a:gd name="connsiteX9" fmla="*/ 203262 w 419147"/>
              <a:gd name="connsiteY9" fmla="*/ 91704 h 422329"/>
              <a:gd name="connsiteX10" fmla="*/ 216635 w 419147"/>
              <a:gd name="connsiteY10" fmla="*/ 105077 h 422329"/>
              <a:gd name="connsiteX11" fmla="*/ 235740 w 419147"/>
              <a:gd name="connsiteY11" fmla="*/ 105077 h 422329"/>
              <a:gd name="connsiteX12" fmla="*/ 203262 w 419147"/>
              <a:gd name="connsiteY12" fmla="*/ 70688 h 422329"/>
              <a:gd name="connsiteX13" fmla="*/ 203262 w 419147"/>
              <a:gd name="connsiteY13" fmla="*/ 57315 h 422329"/>
              <a:gd name="connsiteX14" fmla="*/ 184157 w 419147"/>
              <a:gd name="connsiteY14" fmla="*/ 57315 h 422329"/>
              <a:gd name="connsiteX15" fmla="*/ 184157 w 419147"/>
              <a:gd name="connsiteY15" fmla="*/ 72599 h 422329"/>
              <a:gd name="connsiteX16" fmla="*/ 151678 w 419147"/>
              <a:gd name="connsiteY16" fmla="*/ 105077 h 422329"/>
              <a:gd name="connsiteX17" fmla="*/ 184157 w 419147"/>
              <a:gd name="connsiteY17" fmla="*/ 139466 h 422329"/>
              <a:gd name="connsiteX18" fmla="*/ 184157 w 419147"/>
              <a:gd name="connsiteY18" fmla="*/ 170034 h 422329"/>
              <a:gd name="connsiteX19" fmla="*/ 170783 w 419147"/>
              <a:gd name="connsiteY19" fmla="*/ 156660 h 422329"/>
              <a:gd name="connsiteX20" fmla="*/ 216635 w 419147"/>
              <a:gd name="connsiteY20" fmla="*/ 156660 h 422329"/>
              <a:gd name="connsiteX21" fmla="*/ 212814 w 419147"/>
              <a:gd name="connsiteY21" fmla="*/ 166213 h 422329"/>
              <a:gd name="connsiteX22" fmla="*/ 205172 w 419147"/>
              <a:gd name="connsiteY22" fmla="*/ 170034 h 422329"/>
              <a:gd name="connsiteX23" fmla="*/ 205172 w 419147"/>
              <a:gd name="connsiteY23" fmla="*/ 143287 h 422329"/>
              <a:gd name="connsiteX24" fmla="*/ 216635 w 419147"/>
              <a:gd name="connsiteY24" fmla="*/ 156660 h 422329"/>
              <a:gd name="connsiteX25" fmla="*/ 216635 w 419147"/>
              <a:gd name="connsiteY25" fmla="*/ 156660 h 422329"/>
              <a:gd name="connsiteX26" fmla="*/ 170783 w 419147"/>
              <a:gd name="connsiteY26" fmla="*/ 106988 h 422329"/>
              <a:gd name="connsiteX27" fmla="*/ 174604 w 419147"/>
              <a:gd name="connsiteY27" fmla="*/ 95525 h 422329"/>
              <a:gd name="connsiteX28" fmla="*/ 184157 w 419147"/>
              <a:gd name="connsiteY28" fmla="*/ 91704 h 422329"/>
              <a:gd name="connsiteX29" fmla="*/ 184157 w 419147"/>
              <a:gd name="connsiteY29" fmla="*/ 120361 h 422329"/>
              <a:gd name="connsiteX30" fmla="*/ 170783 w 419147"/>
              <a:gd name="connsiteY30" fmla="*/ 106988 h 422329"/>
              <a:gd name="connsiteX31" fmla="*/ 151678 w 419147"/>
              <a:gd name="connsiteY31" fmla="*/ 248364 h 422329"/>
              <a:gd name="connsiteX32" fmla="*/ 266308 w 419147"/>
              <a:gd name="connsiteY32" fmla="*/ 248364 h 422329"/>
              <a:gd name="connsiteX33" fmla="*/ 266308 w 419147"/>
              <a:gd name="connsiteY33" fmla="*/ 267469 h 422329"/>
              <a:gd name="connsiteX34" fmla="*/ 151678 w 419147"/>
              <a:gd name="connsiteY34" fmla="*/ 267469 h 422329"/>
              <a:gd name="connsiteX35" fmla="*/ 151678 w 419147"/>
              <a:gd name="connsiteY35" fmla="*/ 248364 h 422329"/>
              <a:gd name="connsiteX36" fmla="*/ 151678 w 419147"/>
              <a:gd name="connsiteY36" fmla="*/ 286574 h 422329"/>
              <a:gd name="connsiteX37" fmla="*/ 304518 w 419147"/>
              <a:gd name="connsiteY37" fmla="*/ 286574 h 422329"/>
              <a:gd name="connsiteX38" fmla="*/ 304518 w 419147"/>
              <a:gd name="connsiteY38" fmla="*/ 305679 h 422329"/>
              <a:gd name="connsiteX39" fmla="*/ 151678 w 419147"/>
              <a:gd name="connsiteY39" fmla="*/ 305679 h 422329"/>
              <a:gd name="connsiteX40" fmla="*/ 151678 w 419147"/>
              <a:gd name="connsiteY40" fmla="*/ 286574 h 422329"/>
              <a:gd name="connsiteX41" fmla="*/ 417237 w 419147"/>
              <a:gd name="connsiteY41" fmla="*/ 0 h 422329"/>
              <a:gd name="connsiteX42" fmla="*/ 176515 w 419147"/>
              <a:gd name="connsiteY42" fmla="*/ 0 h 422329"/>
              <a:gd name="connsiteX43" fmla="*/ 94364 w 419147"/>
              <a:gd name="connsiteY43" fmla="*/ 68778 h 422329"/>
              <a:gd name="connsiteX44" fmla="*/ 94364 w 419147"/>
              <a:gd name="connsiteY44" fmla="*/ 343889 h 422329"/>
              <a:gd name="connsiteX45" fmla="*/ 19854 w 419147"/>
              <a:gd name="connsiteY45" fmla="*/ 343889 h 422329"/>
              <a:gd name="connsiteX46" fmla="*/ 4570 w 419147"/>
              <a:gd name="connsiteY46" fmla="*/ 351530 h 422329"/>
              <a:gd name="connsiteX47" fmla="*/ 749 w 419147"/>
              <a:gd name="connsiteY47" fmla="*/ 368725 h 422329"/>
              <a:gd name="connsiteX48" fmla="*/ 77169 w 419147"/>
              <a:gd name="connsiteY48" fmla="*/ 422219 h 422329"/>
              <a:gd name="connsiteX49" fmla="*/ 281592 w 419147"/>
              <a:gd name="connsiteY49" fmla="*/ 422219 h 422329"/>
              <a:gd name="connsiteX50" fmla="*/ 361832 w 419147"/>
              <a:gd name="connsiteY50" fmla="*/ 355351 h 422329"/>
              <a:gd name="connsiteX51" fmla="*/ 361832 w 419147"/>
              <a:gd name="connsiteY51" fmla="*/ 70688 h 422329"/>
              <a:gd name="connsiteX52" fmla="*/ 419147 w 419147"/>
              <a:gd name="connsiteY52" fmla="*/ 19105 h 422329"/>
              <a:gd name="connsiteX53" fmla="*/ 419147 w 419147"/>
              <a:gd name="connsiteY53" fmla="*/ 19105 h 422329"/>
              <a:gd name="connsiteX54" fmla="*/ 417237 w 419147"/>
              <a:gd name="connsiteY54" fmla="*/ 0 h 422329"/>
              <a:gd name="connsiteX55" fmla="*/ 417237 w 419147"/>
              <a:gd name="connsiteY55" fmla="*/ 0 h 422329"/>
              <a:gd name="connsiteX56" fmla="*/ 77169 w 419147"/>
              <a:gd name="connsiteY56" fmla="*/ 401203 h 422329"/>
              <a:gd name="connsiteX57" fmla="*/ 19854 w 419147"/>
              <a:gd name="connsiteY57" fmla="*/ 362993 h 422329"/>
              <a:gd name="connsiteX58" fmla="*/ 208993 w 419147"/>
              <a:gd name="connsiteY58" fmla="*/ 362993 h 422329"/>
              <a:gd name="connsiteX59" fmla="*/ 228098 w 419147"/>
              <a:gd name="connsiteY59" fmla="*/ 401203 h 422329"/>
              <a:gd name="connsiteX60" fmla="*/ 77169 w 419147"/>
              <a:gd name="connsiteY60" fmla="*/ 401203 h 422329"/>
              <a:gd name="connsiteX61" fmla="*/ 113469 w 419147"/>
              <a:gd name="connsiteY61" fmla="*/ 343889 h 422329"/>
              <a:gd name="connsiteX62" fmla="*/ 113469 w 419147"/>
              <a:gd name="connsiteY62" fmla="*/ 68778 h 422329"/>
              <a:gd name="connsiteX63" fmla="*/ 176515 w 419147"/>
              <a:gd name="connsiteY63" fmla="*/ 19105 h 422329"/>
              <a:gd name="connsiteX64" fmla="*/ 367564 w 419147"/>
              <a:gd name="connsiteY64" fmla="*/ 19105 h 422329"/>
              <a:gd name="connsiteX65" fmla="*/ 342728 w 419147"/>
              <a:gd name="connsiteY65" fmla="*/ 70688 h 422329"/>
              <a:gd name="connsiteX66" fmla="*/ 342728 w 419147"/>
              <a:gd name="connsiteY66" fmla="*/ 353441 h 422329"/>
              <a:gd name="connsiteX67" fmla="*/ 281592 w 419147"/>
              <a:gd name="connsiteY67" fmla="*/ 401203 h 422329"/>
              <a:gd name="connsiteX68" fmla="*/ 228098 w 419147"/>
              <a:gd name="connsiteY68" fmla="*/ 361083 h 422329"/>
              <a:gd name="connsiteX69" fmla="*/ 208993 w 419147"/>
              <a:gd name="connsiteY69" fmla="*/ 343889 h 422329"/>
              <a:gd name="connsiteX70" fmla="*/ 113469 w 419147"/>
              <a:gd name="connsiteY70" fmla="*/ 343889 h 42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19147" h="422329">
                <a:moveTo>
                  <a:pt x="170783" y="156660"/>
                </a:moveTo>
                <a:lnTo>
                  <a:pt x="151678" y="156660"/>
                </a:lnTo>
                <a:cubicBezTo>
                  <a:pt x="151678" y="175765"/>
                  <a:pt x="165052" y="191049"/>
                  <a:pt x="184157" y="191049"/>
                </a:cubicBezTo>
                <a:lnTo>
                  <a:pt x="184157" y="206333"/>
                </a:lnTo>
                <a:lnTo>
                  <a:pt x="203262" y="206333"/>
                </a:lnTo>
                <a:lnTo>
                  <a:pt x="203262" y="191049"/>
                </a:lnTo>
                <a:cubicBezTo>
                  <a:pt x="210904" y="191049"/>
                  <a:pt x="218546" y="187228"/>
                  <a:pt x="224277" y="181497"/>
                </a:cubicBezTo>
                <a:cubicBezTo>
                  <a:pt x="230009" y="175765"/>
                  <a:pt x="233829" y="166213"/>
                  <a:pt x="233829" y="158571"/>
                </a:cubicBezTo>
                <a:cubicBezTo>
                  <a:pt x="233829" y="141376"/>
                  <a:pt x="220456" y="126092"/>
                  <a:pt x="203262" y="124182"/>
                </a:cubicBezTo>
                <a:lnTo>
                  <a:pt x="203262" y="91704"/>
                </a:lnTo>
                <a:cubicBezTo>
                  <a:pt x="210904" y="91704"/>
                  <a:pt x="216635" y="99346"/>
                  <a:pt x="216635" y="105077"/>
                </a:cubicBezTo>
                <a:lnTo>
                  <a:pt x="235740" y="105077"/>
                </a:lnTo>
                <a:cubicBezTo>
                  <a:pt x="235740" y="87883"/>
                  <a:pt x="222367" y="72599"/>
                  <a:pt x="203262" y="70688"/>
                </a:cubicBezTo>
                <a:lnTo>
                  <a:pt x="203262" y="57315"/>
                </a:lnTo>
                <a:lnTo>
                  <a:pt x="184157" y="57315"/>
                </a:lnTo>
                <a:lnTo>
                  <a:pt x="184157" y="72599"/>
                </a:lnTo>
                <a:cubicBezTo>
                  <a:pt x="166962" y="74509"/>
                  <a:pt x="151678" y="87883"/>
                  <a:pt x="151678" y="105077"/>
                </a:cubicBezTo>
                <a:cubicBezTo>
                  <a:pt x="151678" y="122271"/>
                  <a:pt x="166962" y="137555"/>
                  <a:pt x="184157" y="139466"/>
                </a:cubicBezTo>
                <a:lnTo>
                  <a:pt x="184157" y="170034"/>
                </a:lnTo>
                <a:cubicBezTo>
                  <a:pt x="176515" y="170034"/>
                  <a:pt x="170783" y="164302"/>
                  <a:pt x="170783" y="156660"/>
                </a:cubicBezTo>
                <a:close/>
                <a:moveTo>
                  <a:pt x="216635" y="156660"/>
                </a:moveTo>
                <a:cubicBezTo>
                  <a:pt x="216635" y="160481"/>
                  <a:pt x="214725" y="164302"/>
                  <a:pt x="212814" y="166213"/>
                </a:cubicBezTo>
                <a:cubicBezTo>
                  <a:pt x="210904" y="168123"/>
                  <a:pt x="207083" y="170034"/>
                  <a:pt x="205172" y="170034"/>
                </a:cubicBezTo>
                <a:lnTo>
                  <a:pt x="205172" y="143287"/>
                </a:lnTo>
                <a:cubicBezTo>
                  <a:pt x="210904" y="145197"/>
                  <a:pt x="214725" y="149018"/>
                  <a:pt x="216635" y="156660"/>
                </a:cubicBezTo>
                <a:lnTo>
                  <a:pt x="216635" y="156660"/>
                </a:lnTo>
                <a:close/>
                <a:moveTo>
                  <a:pt x="170783" y="106988"/>
                </a:moveTo>
                <a:cubicBezTo>
                  <a:pt x="170783" y="103167"/>
                  <a:pt x="172694" y="99346"/>
                  <a:pt x="174604" y="95525"/>
                </a:cubicBezTo>
                <a:cubicBezTo>
                  <a:pt x="176515" y="93614"/>
                  <a:pt x="180336" y="91704"/>
                  <a:pt x="184157" y="91704"/>
                </a:cubicBezTo>
                <a:lnTo>
                  <a:pt x="184157" y="120361"/>
                </a:lnTo>
                <a:cubicBezTo>
                  <a:pt x="178425" y="118450"/>
                  <a:pt x="170783" y="114630"/>
                  <a:pt x="170783" y="106988"/>
                </a:cubicBezTo>
                <a:close/>
                <a:moveTo>
                  <a:pt x="151678" y="248364"/>
                </a:moveTo>
                <a:lnTo>
                  <a:pt x="266308" y="248364"/>
                </a:lnTo>
                <a:lnTo>
                  <a:pt x="266308" y="267469"/>
                </a:lnTo>
                <a:lnTo>
                  <a:pt x="151678" y="267469"/>
                </a:lnTo>
                <a:lnTo>
                  <a:pt x="151678" y="248364"/>
                </a:lnTo>
                <a:close/>
                <a:moveTo>
                  <a:pt x="151678" y="286574"/>
                </a:moveTo>
                <a:lnTo>
                  <a:pt x="304518" y="286574"/>
                </a:lnTo>
                <a:lnTo>
                  <a:pt x="304518" y="305679"/>
                </a:lnTo>
                <a:lnTo>
                  <a:pt x="151678" y="305679"/>
                </a:lnTo>
                <a:lnTo>
                  <a:pt x="151678" y="286574"/>
                </a:lnTo>
                <a:close/>
                <a:moveTo>
                  <a:pt x="417237" y="0"/>
                </a:moveTo>
                <a:lnTo>
                  <a:pt x="176515" y="0"/>
                </a:lnTo>
                <a:cubicBezTo>
                  <a:pt x="130663" y="0"/>
                  <a:pt x="94364" y="30568"/>
                  <a:pt x="94364" y="68778"/>
                </a:cubicBezTo>
                <a:lnTo>
                  <a:pt x="94364" y="343889"/>
                </a:lnTo>
                <a:lnTo>
                  <a:pt x="19854" y="343889"/>
                </a:lnTo>
                <a:cubicBezTo>
                  <a:pt x="14123" y="343889"/>
                  <a:pt x="8391" y="345799"/>
                  <a:pt x="4570" y="351530"/>
                </a:cubicBezTo>
                <a:cubicBezTo>
                  <a:pt x="749" y="355351"/>
                  <a:pt x="-1161" y="362993"/>
                  <a:pt x="749" y="368725"/>
                </a:cubicBezTo>
                <a:cubicBezTo>
                  <a:pt x="10302" y="401203"/>
                  <a:pt x="42780" y="424129"/>
                  <a:pt x="77169" y="422219"/>
                </a:cubicBezTo>
                <a:lnTo>
                  <a:pt x="281592" y="422219"/>
                </a:lnTo>
                <a:cubicBezTo>
                  <a:pt x="325533" y="422219"/>
                  <a:pt x="361832" y="393561"/>
                  <a:pt x="361832" y="355351"/>
                </a:cubicBezTo>
                <a:lnTo>
                  <a:pt x="361832" y="70688"/>
                </a:lnTo>
                <a:cubicBezTo>
                  <a:pt x="363743" y="40120"/>
                  <a:pt x="388579" y="17194"/>
                  <a:pt x="419147" y="19105"/>
                </a:cubicBezTo>
                <a:cubicBezTo>
                  <a:pt x="419147" y="19105"/>
                  <a:pt x="419147" y="19105"/>
                  <a:pt x="419147" y="19105"/>
                </a:cubicBezTo>
                <a:lnTo>
                  <a:pt x="417237" y="0"/>
                </a:lnTo>
                <a:lnTo>
                  <a:pt x="417237" y="0"/>
                </a:lnTo>
                <a:close/>
                <a:moveTo>
                  <a:pt x="77169" y="401203"/>
                </a:moveTo>
                <a:cubicBezTo>
                  <a:pt x="52333" y="403114"/>
                  <a:pt x="27496" y="387830"/>
                  <a:pt x="19854" y="362993"/>
                </a:cubicBezTo>
                <a:lnTo>
                  <a:pt x="208993" y="362993"/>
                </a:lnTo>
                <a:cubicBezTo>
                  <a:pt x="210904" y="378277"/>
                  <a:pt x="216635" y="391651"/>
                  <a:pt x="228098" y="401203"/>
                </a:cubicBezTo>
                <a:lnTo>
                  <a:pt x="77169" y="401203"/>
                </a:lnTo>
                <a:close/>
                <a:moveTo>
                  <a:pt x="113469" y="343889"/>
                </a:moveTo>
                <a:lnTo>
                  <a:pt x="113469" y="68778"/>
                </a:lnTo>
                <a:cubicBezTo>
                  <a:pt x="113469" y="42031"/>
                  <a:pt x="142126" y="19105"/>
                  <a:pt x="176515" y="19105"/>
                </a:cubicBezTo>
                <a:lnTo>
                  <a:pt x="367564" y="19105"/>
                </a:lnTo>
                <a:cubicBezTo>
                  <a:pt x="352280" y="32478"/>
                  <a:pt x="342728" y="51583"/>
                  <a:pt x="342728" y="70688"/>
                </a:cubicBezTo>
                <a:lnTo>
                  <a:pt x="342728" y="353441"/>
                </a:lnTo>
                <a:cubicBezTo>
                  <a:pt x="342728" y="380188"/>
                  <a:pt x="315981" y="401203"/>
                  <a:pt x="281592" y="401203"/>
                </a:cubicBezTo>
                <a:cubicBezTo>
                  <a:pt x="254845" y="405024"/>
                  <a:pt x="231919" y="385919"/>
                  <a:pt x="228098" y="361083"/>
                </a:cubicBezTo>
                <a:cubicBezTo>
                  <a:pt x="226188" y="351530"/>
                  <a:pt x="218546" y="343889"/>
                  <a:pt x="208993" y="343889"/>
                </a:cubicBezTo>
                <a:lnTo>
                  <a:pt x="113469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2" name="Graphic 227" descr="Card icon.">
            <a:extLst>
              <a:ext uri="{FF2B5EF4-FFF2-40B4-BE49-F238E27FC236}">
                <a16:creationId xmlns:a16="http://schemas.microsoft.com/office/drawing/2014/main" id="{23F0945E-1F7A-4950-A609-C11F1FE15734}"/>
              </a:ext>
            </a:extLst>
          </p:cNvPr>
          <p:cNvSpPr>
            <a:spLocks noChangeAspect="1"/>
          </p:cNvSpPr>
          <p:nvPr/>
        </p:nvSpPr>
        <p:spPr>
          <a:xfrm>
            <a:off x="9555485" y="1522536"/>
            <a:ext cx="458518" cy="305678"/>
          </a:xfrm>
          <a:custGeom>
            <a:avLst/>
            <a:gdLst>
              <a:gd name="connsiteX0" fmla="*/ 171944 w 458518"/>
              <a:gd name="connsiteY0" fmla="*/ 95525 h 305678"/>
              <a:gd name="connsiteX1" fmla="*/ 160481 w 458518"/>
              <a:gd name="connsiteY1" fmla="*/ 89793 h 305678"/>
              <a:gd name="connsiteX2" fmla="*/ 149018 w 458518"/>
              <a:gd name="connsiteY2" fmla="*/ 95525 h 305678"/>
              <a:gd name="connsiteX3" fmla="*/ 129913 w 458518"/>
              <a:gd name="connsiteY3" fmla="*/ 114630 h 305678"/>
              <a:gd name="connsiteX4" fmla="*/ 110809 w 458518"/>
              <a:gd name="connsiteY4" fmla="*/ 95525 h 305678"/>
              <a:gd name="connsiteX5" fmla="*/ 99346 w 458518"/>
              <a:gd name="connsiteY5" fmla="*/ 89793 h 305678"/>
              <a:gd name="connsiteX6" fmla="*/ 85972 w 458518"/>
              <a:gd name="connsiteY6" fmla="*/ 95525 h 305678"/>
              <a:gd name="connsiteX7" fmla="*/ 61136 w 458518"/>
              <a:gd name="connsiteY7" fmla="*/ 118450 h 305678"/>
              <a:gd name="connsiteX8" fmla="*/ 61136 w 458518"/>
              <a:gd name="connsiteY8" fmla="*/ 141376 h 305678"/>
              <a:gd name="connsiteX9" fmla="*/ 61136 w 458518"/>
              <a:gd name="connsiteY9" fmla="*/ 141376 h 305678"/>
              <a:gd name="connsiteX10" fmla="*/ 129913 w 458518"/>
              <a:gd name="connsiteY10" fmla="*/ 210154 h 305678"/>
              <a:gd name="connsiteX11" fmla="*/ 196781 w 458518"/>
              <a:gd name="connsiteY11" fmla="*/ 143287 h 305678"/>
              <a:gd name="connsiteX12" fmla="*/ 196781 w 458518"/>
              <a:gd name="connsiteY12" fmla="*/ 120361 h 305678"/>
              <a:gd name="connsiteX13" fmla="*/ 196781 w 458518"/>
              <a:gd name="connsiteY13" fmla="*/ 120361 h 305678"/>
              <a:gd name="connsiteX14" fmla="*/ 171944 w 458518"/>
              <a:gd name="connsiteY14" fmla="*/ 95525 h 305678"/>
              <a:gd name="connsiteX15" fmla="*/ 439413 w 458518"/>
              <a:gd name="connsiteY15" fmla="*/ 0 h 305678"/>
              <a:gd name="connsiteX16" fmla="*/ 19105 w 458518"/>
              <a:gd name="connsiteY16" fmla="*/ 0 h 305678"/>
              <a:gd name="connsiteX17" fmla="*/ 0 w 458518"/>
              <a:gd name="connsiteY17" fmla="*/ 19105 h 305678"/>
              <a:gd name="connsiteX18" fmla="*/ 0 w 458518"/>
              <a:gd name="connsiteY18" fmla="*/ 286574 h 305678"/>
              <a:gd name="connsiteX19" fmla="*/ 19105 w 458518"/>
              <a:gd name="connsiteY19" fmla="*/ 305679 h 305678"/>
              <a:gd name="connsiteX20" fmla="*/ 439413 w 458518"/>
              <a:gd name="connsiteY20" fmla="*/ 305679 h 305678"/>
              <a:gd name="connsiteX21" fmla="*/ 458518 w 458518"/>
              <a:gd name="connsiteY21" fmla="*/ 286574 h 305678"/>
              <a:gd name="connsiteX22" fmla="*/ 458518 w 458518"/>
              <a:gd name="connsiteY22" fmla="*/ 19105 h 305678"/>
              <a:gd name="connsiteX23" fmla="*/ 439413 w 458518"/>
              <a:gd name="connsiteY23" fmla="*/ 0 h 305678"/>
              <a:gd name="connsiteX24" fmla="*/ 439413 w 458518"/>
              <a:gd name="connsiteY24" fmla="*/ 296126 h 305678"/>
              <a:gd name="connsiteX25" fmla="*/ 439413 w 458518"/>
              <a:gd name="connsiteY25" fmla="*/ 286574 h 305678"/>
              <a:gd name="connsiteX26" fmla="*/ 19105 w 458518"/>
              <a:gd name="connsiteY26" fmla="*/ 286574 h 305678"/>
              <a:gd name="connsiteX27" fmla="*/ 19105 w 458518"/>
              <a:gd name="connsiteY27" fmla="*/ 19105 h 305678"/>
              <a:gd name="connsiteX28" fmla="*/ 439413 w 458518"/>
              <a:gd name="connsiteY28" fmla="*/ 19105 h 305678"/>
              <a:gd name="connsiteX29" fmla="*/ 439413 w 458518"/>
              <a:gd name="connsiteY29" fmla="*/ 286574 h 305678"/>
              <a:gd name="connsiteX30" fmla="*/ 439413 w 458518"/>
              <a:gd name="connsiteY30" fmla="*/ 286574 h 305678"/>
              <a:gd name="connsiteX31" fmla="*/ 439413 w 458518"/>
              <a:gd name="connsiteY31" fmla="*/ 296126 h 305678"/>
              <a:gd name="connsiteX32" fmla="*/ 267469 w 458518"/>
              <a:gd name="connsiteY32" fmla="*/ 210154 h 305678"/>
              <a:gd name="connsiteX33" fmla="*/ 382098 w 458518"/>
              <a:gd name="connsiteY33" fmla="*/ 210154 h 305678"/>
              <a:gd name="connsiteX34" fmla="*/ 382098 w 458518"/>
              <a:gd name="connsiteY34" fmla="*/ 229259 h 305678"/>
              <a:gd name="connsiteX35" fmla="*/ 267469 w 458518"/>
              <a:gd name="connsiteY35" fmla="*/ 229259 h 305678"/>
              <a:gd name="connsiteX36" fmla="*/ 267469 w 458518"/>
              <a:gd name="connsiteY36" fmla="*/ 210154 h 305678"/>
              <a:gd name="connsiteX37" fmla="*/ 267469 w 458518"/>
              <a:gd name="connsiteY37" fmla="*/ 152839 h 305678"/>
              <a:gd name="connsiteX38" fmla="*/ 343889 w 458518"/>
              <a:gd name="connsiteY38" fmla="*/ 152839 h 305678"/>
              <a:gd name="connsiteX39" fmla="*/ 343889 w 458518"/>
              <a:gd name="connsiteY39" fmla="*/ 171944 h 305678"/>
              <a:gd name="connsiteX40" fmla="*/ 267469 w 458518"/>
              <a:gd name="connsiteY40" fmla="*/ 171944 h 305678"/>
              <a:gd name="connsiteX41" fmla="*/ 267469 w 458518"/>
              <a:gd name="connsiteY41" fmla="*/ 152839 h 305678"/>
              <a:gd name="connsiteX42" fmla="*/ 267469 w 458518"/>
              <a:gd name="connsiteY42" fmla="*/ 95525 h 305678"/>
              <a:gd name="connsiteX43" fmla="*/ 401203 w 458518"/>
              <a:gd name="connsiteY43" fmla="*/ 95525 h 305678"/>
              <a:gd name="connsiteX44" fmla="*/ 401203 w 458518"/>
              <a:gd name="connsiteY44" fmla="*/ 114630 h 305678"/>
              <a:gd name="connsiteX45" fmla="*/ 267469 w 458518"/>
              <a:gd name="connsiteY45" fmla="*/ 114630 h 305678"/>
              <a:gd name="connsiteX46" fmla="*/ 267469 w 458518"/>
              <a:gd name="connsiteY46" fmla="*/ 95525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58518" h="305678">
                <a:moveTo>
                  <a:pt x="171944" y="95525"/>
                </a:moveTo>
                <a:cubicBezTo>
                  <a:pt x="168123" y="91704"/>
                  <a:pt x="164302" y="89793"/>
                  <a:pt x="160481" y="89793"/>
                </a:cubicBezTo>
                <a:cubicBezTo>
                  <a:pt x="156660" y="89793"/>
                  <a:pt x="150929" y="91704"/>
                  <a:pt x="149018" y="95525"/>
                </a:cubicBezTo>
                <a:lnTo>
                  <a:pt x="129913" y="114630"/>
                </a:lnTo>
                <a:lnTo>
                  <a:pt x="110809" y="95525"/>
                </a:lnTo>
                <a:cubicBezTo>
                  <a:pt x="106988" y="91704"/>
                  <a:pt x="103167" y="89793"/>
                  <a:pt x="99346" y="89793"/>
                </a:cubicBezTo>
                <a:cubicBezTo>
                  <a:pt x="93614" y="89793"/>
                  <a:pt x="89793" y="91704"/>
                  <a:pt x="85972" y="95525"/>
                </a:cubicBezTo>
                <a:lnTo>
                  <a:pt x="61136" y="118450"/>
                </a:lnTo>
                <a:cubicBezTo>
                  <a:pt x="55404" y="124182"/>
                  <a:pt x="55404" y="135645"/>
                  <a:pt x="61136" y="141376"/>
                </a:cubicBezTo>
                <a:cubicBezTo>
                  <a:pt x="61136" y="141376"/>
                  <a:pt x="61136" y="141376"/>
                  <a:pt x="61136" y="141376"/>
                </a:cubicBezTo>
                <a:lnTo>
                  <a:pt x="129913" y="210154"/>
                </a:lnTo>
                <a:lnTo>
                  <a:pt x="196781" y="143287"/>
                </a:lnTo>
                <a:cubicBezTo>
                  <a:pt x="202512" y="137555"/>
                  <a:pt x="202512" y="126092"/>
                  <a:pt x="196781" y="120361"/>
                </a:cubicBezTo>
                <a:cubicBezTo>
                  <a:pt x="196781" y="120361"/>
                  <a:pt x="196781" y="120361"/>
                  <a:pt x="196781" y="120361"/>
                </a:cubicBezTo>
                <a:lnTo>
                  <a:pt x="171944" y="95525"/>
                </a:lnTo>
                <a:close/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86574"/>
                </a:lnTo>
                <a:cubicBezTo>
                  <a:pt x="0" y="298037"/>
                  <a:pt x="7642" y="305679"/>
                  <a:pt x="19105" y="305679"/>
                </a:cubicBezTo>
                <a:lnTo>
                  <a:pt x="439413" y="305679"/>
                </a:lnTo>
                <a:cubicBezTo>
                  <a:pt x="450876" y="305679"/>
                  <a:pt x="458518" y="298037"/>
                  <a:pt x="458518" y="28657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296126"/>
                </a:moveTo>
                <a:lnTo>
                  <a:pt x="439413" y="286574"/>
                </a:lnTo>
                <a:lnTo>
                  <a:pt x="19105" y="286574"/>
                </a:lnTo>
                <a:lnTo>
                  <a:pt x="19105" y="19105"/>
                </a:lnTo>
                <a:lnTo>
                  <a:pt x="439413" y="19105"/>
                </a:lnTo>
                <a:lnTo>
                  <a:pt x="439413" y="286574"/>
                </a:lnTo>
                <a:lnTo>
                  <a:pt x="439413" y="286574"/>
                </a:lnTo>
                <a:lnTo>
                  <a:pt x="439413" y="296126"/>
                </a:lnTo>
                <a:close/>
                <a:moveTo>
                  <a:pt x="267469" y="210154"/>
                </a:moveTo>
                <a:lnTo>
                  <a:pt x="382098" y="210154"/>
                </a:lnTo>
                <a:lnTo>
                  <a:pt x="382098" y="229259"/>
                </a:lnTo>
                <a:lnTo>
                  <a:pt x="267469" y="229259"/>
                </a:lnTo>
                <a:lnTo>
                  <a:pt x="267469" y="210154"/>
                </a:lnTo>
                <a:close/>
                <a:moveTo>
                  <a:pt x="267469" y="152839"/>
                </a:moveTo>
                <a:lnTo>
                  <a:pt x="343889" y="152839"/>
                </a:lnTo>
                <a:lnTo>
                  <a:pt x="343889" y="171944"/>
                </a:lnTo>
                <a:lnTo>
                  <a:pt x="267469" y="171944"/>
                </a:lnTo>
                <a:lnTo>
                  <a:pt x="267469" y="152839"/>
                </a:lnTo>
                <a:close/>
                <a:moveTo>
                  <a:pt x="267469" y="95525"/>
                </a:moveTo>
                <a:lnTo>
                  <a:pt x="401203" y="95525"/>
                </a:lnTo>
                <a:lnTo>
                  <a:pt x="401203" y="114630"/>
                </a:lnTo>
                <a:lnTo>
                  <a:pt x="267469" y="114630"/>
                </a:lnTo>
                <a:lnTo>
                  <a:pt x="267469" y="9552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6" name="Graphic 20" descr="Scan your card icon.">
            <a:extLst>
              <a:ext uri="{FF2B5EF4-FFF2-40B4-BE49-F238E27FC236}">
                <a16:creationId xmlns:a16="http://schemas.microsoft.com/office/drawing/2014/main" id="{BAAD5C13-EA48-BBD1-D295-513729FBE6A7}"/>
              </a:ext>
            </a:extLst>
          </p:cNvPr>
          <p:cNvSpPr/>
          <p:nvPr/>
        </p:nvSpPr>
        <p:spPr>
          <a:xfrm>
            <a:off x="10788537" y="1496029"/>
            <a:ext cx="458908" cy="304585"/>
          </a:xfrm>
          <a:custGeom>
            <a:avLst/>
            <a:gdLst>
              <a:gd name="connsiteX0" fmla="*/ 439782 w 458908"/>
              <a:gd name="connsiteY0" fmla="*/ 8280 h 304585"/>
              <a:gd name="connsiteX1" fmla="*/ 382405 w 458908"/>
              <a:gd name="connsiteY1" fmla="*/ 8280 h 304585"/>
              <a:gd name="connsiteX2" fmla="*/ 363332 w 458908"/>
              <a:gd name="connsiteY2" fmla="*/ 27125 h 304585"/>
              <a:gd name="connsiteX3" fmla="*/ 353716 w 458908"/>
              <a:gd name="connsiteY3" fmla="*/ 27262 h 304585"/>
              <a:gd name="connsiteX4" fmla="*/ 207583 w 458908"/>
              <a:gd name="connsiteY4" fmla="*/ 312 h 304585"/>
              <a:gd name="connsiteX5" fmla="*/ 193481 w 458908"/>
              <a:gd name="connsiteY5" fmla="*/ 3261 h 304585"/>
              <a:gd name="connsiteX6" fmla="*/ 70630 w 458908"/>
              <a:gd name="connsiteY6" fmla="*/ 93832 h 304585"/>
              <a:gd name="connsiteX7" fmla="*/ 71055 w 458908"/>
              <a:gd name="connsiteY7" fmla="*/ 94390 h 304585"/>
              <a:gd name="connsiteX8" fmla="*/ 19126 w 458908"/>
              <a:gd name="connsiteY8" fmla="*/ 94390 h 304585"/>
              <a:gd name="connsiteX9" fmla="*/ 0 w 458908"/>
              <a:gd name="connsiteY9" fmla="*/ 113499 h 304585"/>
              <a:gd name="connsiteX10" fmla="*/ 0 w 458908"/>
              <a:gd name="connsiteY10" fmla="*/ 285477 h 304585"/>
              <a:gd name="connsiteX11" fmla="*/ 19126 w 458908"/>
              <a:gd name="connsiteY11" fmla="*/ 304586 h 304585"/>
              <a:gd name="connsiteX12" fmla="*/ 286888 w 458908"/>
              <a:gd name="connsiteY12" fmla="*/ 304586 h 304585"/>
              <a:gd name="connsiteX13" fmla="*/ 306014 w 458908"/>
              <a:gd name="connsiteY13" fmla="*/ 285477 h 304585"/>
              <a:gd name="connsiteX14" fmla="*/ 306014 w 458908"/>
              <a:gd name="connsiteY14" fmla="*/ 156125 h 304585"/>
              <a:gd name="connsiteX15" fmla="*/ 310122 w 458908"/>
              <a:gd name="connsiteY15" fmla="*/ 156419 h 304585"/>
              <a:gd name="connsiteX16" fmla="*/ 356807 w 458908"/>
              <a:gd name="connsiteY16" fmla="*/ 141956 h 304585"/>
              <a:gd name="connsiteX17" fmla="*/ 363279 w 458908"/>
              <a:gd name="connsiteY17" fmla="*/ 142016 h 304585"/>
              <a:gd name="connsiteX18" fmla="*/ 382405 w 458908"/>
              <a:gd name="connsiteY18" fmla="*/ 161149 h 304585"/>
              <a:gd name="connsiteX19" fmla="*/ 439782 w 458908"/>
              <a:gd name="connsiteY19" fmla="*/ 161149 h 304585"/>
              <a:gd name="connsiteX20" fmla="*/ 458908 w 458908"/>
              <a:gd name="connsiteY20" fmla="*/ 142041 h 304585"/>
              <a:gd name="connsiteX21" fmla="*/ 458908 w 458908"/>
              <a:gd name="connsiteY21" fmla="*/ 27389 h 304585"/>
              <a:gd name="connsiteX22" fmla="*/ 439782 w 458908"/>
              <a:gd name="connsiteY22" fmla="*/ 8280 h 304585"/>
              <a:gd name="connsiteX23" fmla="*/ 286888 w 458908"/>
              <a:gd name="connsiteY23" fmla="*/ 285477 h 304585"/>
              <a:gd name="connsiteX24" fmla="*/ 19126 w 458908"/>
              <a:gd name="connsiteY24" fmla="*/ 285477 h 304585"/>
              <a:gd name="connsiteX25" fmla="*/ 19126 w 458908"/>
              <a:gd name="connsiteY25" fmla="*/ 113499 h 304585"/>
              <a:gd name="connsiteX26" fmla="*/ 158961 w 458908"/>
              <a:gd name="connsiteY26" fmla="*/ 113499 h 304585"/>
              <a:gd name="connsiteX27" fmla="*/ 185898 w 458908"/>
              <a:gd name="connsiteY27" fmla="*/ 127505 h 304585"/>
              <a:gd name="connsiteX28" fmla="*/ 230379 w 458908"/>
              <a:gd name="connsiteY28" fmla="*/ 127084 h 304585"/>
              <a:gd name="connsiteX29" fmla="*/ 244415 w 458908"/>
              <a:gd name="connsiteY29" fmla="*/ 136574 h 304585"/>
              <a:gd name="connsiteX30" fmla="*/ 286888 w 458908"/>
              <a:gd name="connsiteY30" fmla="*/ 153925 h 304585"/>
              <a:gd name="connsiteX31" fmla="*/ 286888 w 458908"/>
              <a:gd name="connsiteY31" fmla="*/ 285477 h 304585"/>
              <a:gd name="connsiteX32" fmla="*/ 363279 w 458908"/>
              <a:gd name="connsiteY32" fmla="*/ 123083 h 304585"/>
              <a:gd name="connsiteX33" fmla="*/ 357162 w 458908"/>
              <a:gd name="connsiteY33" fmla="*/ 122857 h 304585"/>
              <a:gd name="connsiteX34" fmla="*/ 347852 w 458908"/>
              <a:gd name="connsiteY34" fmla="*/ 125713 h 304585"/>
              <a:gd name="connsiteX35" fmla="*/ 255135 w 458908"/>
              <a:gd name="connsiteY35" fmla="*/ 120750 h 304585"/>
              <a:gd name="connsiteX36" fmla="*/ 241118 w 458908"/>
              <a:gd name="connsiteY36" fmla="*/ 111269 h 304585"/>
              <a:gd name="connsiteX37" fmla="*/ 231788 w 458908"/>
              <a:gd name="connsiteY37" fmla="*/ 108394 h 304585"/>
              <a:gd name="connsiteX38" fmla="*/ 185898 w 458908"/>
              <a:gd name="connsiteY38" fmla="*/ 108394 h 304585"/>
              <a:gd name="connsiteX39" fmla="*/ 172953 w 458908"/>
              <a:gd name="connsiteY39" fmla="*/ 99028 h 304585"/>
              <a:gd name="connsiteX40" fmla="*/ 174233 w 458908"/>
              <a:gd name="connsiteY40" fmla="*/ 90089 h 304585"/>
              <a:gd name="connsiteX41" fmla="*/ 183909 w 458908"/>
              <a:gd name="connsiteY41" fmla="*/ 84892 h 304585"/>
              <a:gd name="connsiteX42" fmla="*/ 277212 w 458908"/>
              <a:gd name="connsiteY42" fmla="*/ 84640 h 304585"/>
              <a:gd name="connsiteX43" fmla="*/ 277212 w 458908"/>
              <a:gd name="connsiteY43" fmla="*/ 65514 h 304585"/>
              <a:gd name="connsiteX44" fmla="*/ 184637 w 458908"/>
              <a:gd name="connsiteY44" fmla="*/ 65813 h 304585"/>
              <a:gd name="connsiteX45" fmla="*/ 157396 w 458908"/>
              <a:gd name="connsiteY45" fmla="*/ 81031 h 304585"/>
              <a:gd name="connsiteX46" fmla="*/ 153619 w 458908"/>
              <a:gd name="connsiteY46" fmla="*/ 94392 h 304585"/>
              <a:gd name="connsiteX47" fmla="*/ 101666 w 458908"/>
              <a:gd name="connsiteY47" fmla="*/ 94392 h 304585"/>
              <a:gd name="connsiteX48" fmla="*/ 204174 w 458908"/>
              <a:gd name="connsiteY48" fmla="*/ 19115 h 304585"/>
              <a:gd name="connsiteX49" fmla="*/ 353427 w 458908"/>
              <a:gd name="connsiteY49" fmla="*/ 46052 h 304585"/>
              <a:gd name="connsiteX50" fmla="*/ 363279 w 458908"/>
              <a:gd name="connsiteY50" fmla="*/ 46138 h 304585"/>
              <a:gd name="connsiteX51" fmla="*/ 363279 w 458908"/>
              <a:gd name="connsiteY51" fmla="*/ 123087 h 304585"/>
              <a:gd name="connsiteX52" fmla="*/ 439782 w 458908"/>
              <a:gd name="connsiteY52" fmla="*/ 142041 h 304585"/>
              <a:gd name="connsiteX53" fmla="*/ 382405 w 458908"/>
              <a:gd name="connsiteY53" fmla="*/ 142041 h 304585"/>
              <a:gd name="connsiteX54" fmla="*/ 382405 w 458908"/>
              <a:gd name="connsiteY54" fmla="*/ 27389 h 304585"/>
              <a:gd name="connsiteX55" fmla="*/ 439782 w 458908"/>
              <a:gd name="connsiteY55" fmla="*/ 27389 h 304585"/>
              <a:gd name="connsiteX56" fmla="*/ 439782 w 458908"/>
              <a:gd name="connsiteY56" fmla="*/ 142041 h 304585"/>
              <a:gd name="connsiteX57" fmla="*/ 219292 w 458908"/>
              <a:gd name="connsiteY57" fmla="*/ 168520 h 304585"/>
              <a:gd name="connsiteX58" fmla="*/ 219282 w 458908"/>
              <a:gd name="connsiteY58" fmla="*/ 192315 h 304585"/>
              <a:gd name="connsiteX59" fmla="*/ 152276 w 458908"/>
              <a:gd name="connsiteY59" fmla="*/ 258837 h 304585"/>
              <a:gd name="connsiteX60" fmla="*/ 85322 w 458908"/>
              <a:gd name="connsiteY60" fmla="*/ 191888 h 304585"/>
              <a:gd name="connsiteX61" fmla="*/ 85332 w 458908"/>
              <a:gd name="connsiteY61" fmla="*/ 168096 h 304585"/>
              <a:gd name="connsiteX62" fmla="*/ 109153 w 458908"/>
              <a:gd name="connsiteY62" fmla="*/ 144311 h 304585"/>
              <a:gd name="connsiteX63" fmla="*/ 121067 w 458908"/>
              <a:gd name="connsiteY63" fmla="*/ 139855 h 304585"/>
              <a:gd name="connsiteX64" fmla="*/ 132971 w 458908"/>
              <a:gd name="connsiteY64" fmla="*/ 144693 h 304585"/>
              <a:gd name="connsiteX65" fmla="*/ 152313 w 458908"/>
              <a:gd name="connsiteY65" fmla="*/ 164033 h 304585"/>
              <a:gd name="connsiteX66" fmla="*/ 171670 w 458908"/>
              <a:gd name="connsiteY66" fmla="*/ 144709 h 304585"/>
              <a:gd name="connsiteX67" fmla="*/ 183576 w 458908"/>
              <a:gd name="connsiteY67" fmla="*/ 139879 h 304585"/>
              <a:gd name="connsiteX68" fmla="*/ 195486 w 458908"/>
              <a:gd name="connsiteY68" fmla="*/ 144718 h 304585"/>
              <a:gd name="connsiteX69" fmla="*/ 219290 w 458908"/>
              <a:gd name="connsiteY69" fmla="*/ 168520 h 30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58908" h="304585">
                <a:moveTo>
                  <a:pt x="439782" y="8280"/>
                </a:moveTo>
                <a:lnTo>
                  <a:pt x="382405" y="8280"/>
                </a:lnTo>
                <a:cubicBezTo>
                  <a:pt x="371956" y="8280"/>
                  <a:pt x="363483" y="16718"/>
                  <a:pt x="363332" y="27125"/>
                </a:cubicBezTo>
                <a:lnTo>
                  <a:pt x="353716" y="27262"/>
                </a:lnTo>
                <a:lnTo>
                  <a:pt x="207583" y="312"/>
                </a:lnTo>
                <a:cubicBezTo>
                  <a:pt x="202671" y="-583"/>
                  <a:pt x="197656" y="461"/>
                  <a:pt x="193481" y="3261"/>
                </a:cubicBezTo>
                <a:cubicBezTo>
                  <a:pt x="166820" y="21138"/>
                  <a:pt x="74541" y="90875"/>
                  <a:pt x="70630" y="93832"/>
                </a:cubicBezTo>
                <a:lnTo>
                  <a:pt x="71055" y="94390"/>
                </a:lnTo>
                <a:lnTo>
                  <a:pt x="19126" y="94390"/>
                </a:lnTo>
                <a:cubicBezTo>
                  <a:pt x="8582" y="94390"/>
                  <a:pt x="0" y="102966"/>
                  <a:pt x="0" y="113499"/>
                </a:cubicBezTo>
                <a:lnTo>
                  <a:pt x="0" y="285477"/>
                </a:lnTo>
                <a:cubicBezTo>
                  <a:pt x="0" y="296012"/>
                  <a:pt x="8582" y="304586"/>
                  <a:pt x="19126" y="304586"/>
                </a:cubicBezTo>
                <a:lnTo>
                  <a:pt x="286888" y="304586"/>
                </a:lnTo>
                <a:cubicBezTo>
                  <a:pt x="297432" y="304586"/>
                  <a:pt x="306014" y="296010"/>
                  <a:pt x="306014" y="285477"/>
                </a:cubicBezTo>
                <a:lnTo>
                  <a:pt x="306014" y="156125"/>
                </a:lnTo>
                <a:cubicBezTo>
                  <a:pt x="307399" y="156171"/>
                  <a:pt x="308724" y="156419"/>
                  <a:pt x="310122" y="156419"/>
                </a:cubicBezTo>
                <a:cubicBezTo>
                  <a:pt x="327427" y="156419"/>
                  <a:pt x="344182" y="151269"/>
                  <a:pt x="356807" y="141956"/>
                </a:cubicBezTo>
                <a:lnTo>
                  <a:pt x="363279" y="142016"/>
                </a:lnTo>
                <a:cubicBezTo>
                  <a:pt x="363371" y="152474"/>
                  <a:pt x="371918" y="161149"/>
                  <a:pt x="382405" y="161149"/>
                </a:cubicBezTo>
                <a:lnTo>
                  <a:pt x="439782" y="161149"/>
                </a:lnTo>
                <a:cubicBezTo>
                  <a:pt x="450326" y="161149"/>
                  <a:pt x="458908" y="152573"/>
                  <a:pt x="458908" y="142041"/>
                </a:cubicBezTo>
                <a:lnTo>
                  <a:pt x="458908" y="27389"/>
                </a:lnTo>
                <a:cubicBezTo>
                  <a:pt x="458908" y="16854"/>
                  <a:pt x="450326" y="8280"/>
                  <a:pt x="439782" y="8280"/>
                </a:cubicBezTo>
                <a:close/>
                <a:moveTo>
                  <a:pt x="286888" y="285477"/>
                </a:moveTo>
                <a:lnTo>
                  <a:pt x="19126" y="285477"/>
                </a:lnTo>
                <a:lnTo>
                  <a:pt x="19126" y="113499"/>
                </a:lnTo>
                <a:lnTo>
                  <a:pt x="158961" y="113499"/>
                </a:lnTo>
                <a:cubicBezTo>
                  <a:pt x="164852" y="121964"/>
                  <a:pt x="174895" y="127505"/>
                  <a:pt x="185898" y="127505"/>
                </a:cubicBezTo>
                <a:lnTo>
                  <a:pt x="230379" y="127084"/>
                </a:lnTo>
                <a:lnTo>
                  <a:pt x="244415" y="136574"/>
                </a:lnTo>
                <a:cubicBezTo>
                  <a:pt x="257256" y="145263"/>
                  <a:pt x="271610" y="150942"/>
                  <a:pt x="286888" y="153925"/>
                </a:cubicBezTo>
                <a:lnTo>
                  <a:pt x="286888" y="285477"/>
                </a:lnTo>
                <a:close/>
                <a:moveTo>
                  <a:pt x="363279" y="123083"/>
                </a:moveTo>
                <a:lnTo>
                  <a:pt x="357162" y="122857"/>
                </a:lnTo>
                <a:cubicBezTo>
                  <a:pt x="353819" y="122857"/>
                  <a:pt x="350596" y="123848"/>
                  <a:pt x="347852" y="125713"/>
                </a:cubicBezTo>
                <a:cubicBezTo>
                  <a:pt x="321862" y="143311"/>
                  <a:pt x="283321" y="139811"/>
                  <a:pt x="255135" y="120750"/>
                </a:cubicBezTo>
                <a:lnTo>
                  <a:pt x="241118" y="111269"/>
                </a:lnTo>
                <a:cubicBezTo>
                  <a:pt x="238345" y="109395"/>
                  <a:pt x="235122" y="108394"/>
                  <a:pt x="231788" y="108394"/>
                </a:cubicBezTo>
                <a:lnTo>
                  <a:pt x="185898" y="108394"/>
                </a:lnTo>
                <a:cubicBezTo>
                  <a:pt x="179716" y="108394"/>
                  <a:pt x="174271" y="104456"/>
                  <a:pt x="172953" y="99028"/>
                </a:cubicBezTo>
                <a:cubicBezTo>
                  <a:pt x="172206" y="95940"/>
                  <a:pt x="172571" y="93038"/>
                  <a:pt x="174233" y="90089"/>
                </a:cubicBezTo>
                <a:cubicBezTo>
                  <a:pt x="176054" y="86533"/>
                  <a:pt x="179426" y="84613"/>
                  <a:pt x="183909" y="84892"/>
                </a:cubicBezTo>
                <a:lnTo>
                  <a:pt x="277212" y="84640"/>
                </a:lnTo>
                <a:lnTo>
                  <a:pt x="277212" y="65514"/>
                </a:lnTo>
                <a:lnTo>
                  <a:pt x="184637" y="65813"/>
                </a:lnTo>
                <a:cubicBezTo>
                  <a:pt x="173095" y="64992"/>
                  <a:pt x="162599" y="70898"/>
                  <a:pt x="157396" y="81031"/>
                </a:cubicBezTo>
                <a:cubicBezTo>
                  <a:pt x="155036" y="85206"/>
                  <a:pt x="153860" y="89737"/>
                  <a:pt x="153619" y="94392"/>
                </a:cubicBezTo>
                <a:lnTo>
                  <a:pt x="101666" y="94392"/>
                </a:lnTo>
                <a:cubicBezTo>
                  <a:pt x="131033" y="72319"/>
                  <a:pt x="185284" y="31770"/>
                  <a:pt x="204174" y="19115"/>
                </a:cubicBezTo>
                <a:lnTo>
                  <a:pt x="353427" y="46052"/>
                </a:lnTo>
                <a:lnTo>
                  <a:pt x="363279" y="46138"/>
                </a:lnTo>
                <a:lnTo>
                  <a:pt x="363279" y="123087"/>
                </a:lnTo>
                <a:close/>
                <a:moveTo>
                  <a:pt x="439782" y="142041"/>
                </a:moveTo>
                <a:lnTo>
                  <a:pt x="382405" y="142041"/>
                </a:lnTo>
                <a:lnTo>
                  <a:pt x="382405" y="27389"/>
                </a:lnTo>
                <a:lnTo>
                  <a:pt x="439782" y="27389"/>
                </a:lnTo>
                <a:lnTo>
                  <a:pt x="439782" y="142041"/>
                </a:lnTo>
                <a:close/>
                <a:moveTo>
                  <a:pt x="219292" y="168520"/>
                </a:moveTo>
                <a:cubicBezTo>
                  <a:pt x="225988" y="175214"/>
                  <a:pt x="225984" y="185625"/>
                  <a:pt x="219282" y="192315"/>
                </a:cubicBezTo>
                <a:lnTo>
                  <a:pt x="152276" y="258837"/>
                </a:lnTo>
                <a:lnTo>
                  <a:pt x="85322" y="191888"/>
                </a:lnTo>
                <a:cubicBezTo>
                  <a:pt x="78628" y="185194"/>
                  <a:pt x="78630" y="174784"/>
                  <a:pt x="85332" y="168096"/>
                </a:cubicBezTo>
                <a:lnTo>
                  <a:pt x="109153" y="144311"/>
                </a:lnTo>
                <a:cubicBezTo>
                  <a:pt x="112508" y="141339"/>
                  <a:pt x="116597" y="139853"/>
                  <a:pt x="121067" y="139855"/>
                </a:cubicBezTo>
                <a:cubicBezTo>
                  <a:pt x="125533" y="139856"/>
                  <a:pt x="129620" y="141344"/>
                  <a:pt x="132971" y="144693"/>
                </a:cubicBezTo>
                <a:lnTo>
                  <a:pt x="152313" y="164033"/>
                </a:lnTo>
                <a:lnTo>
                  <a:pt x="171670" y="144709"/>
                </a:lnTo>
                <a:cubicBezTo>
                  <a:pt x="175021" y="141364"/>
                  <a:pt x="179114" y="139877"/>
                  <a:pt x="183576" y="139879"/>
                </a:cubicBezTo>
                <a:cubicBezTo>
                  <a:pt x="187673" y="139879"/>
                  <a:pt x="192137" y="141369"/>
                  <a:pt x="195486" y="144718"/>
                </a:cubicBezTo>
                <a:lnTo>
                  <a:pt x="219290" y="168520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237" descr="Weekly ad icon.">
            <a:extLst>
              <a:ext uri="{FF2B5EF4-FFF2-40B4-BE49-F238E27FC236}">
                <a16:creationId xmlns:a16="http://schemas.microsoft.com/office/drawing/2014/main" id="{2BF4A5DC-BCCD-4872-B342-B9F5D3A7AF30}"/>
              </a:ext>
            </a:extLst>
          </p:cNvPr>
          <p:cNvSpPr>
            <a:spLocks noChangeAspect="1"/>
          </p:cNvSpPr>
          <p:nvPr/>
        </p:nvSpPr>
        <p:spPr>
          <a:xfrm>
            <a:off x="984689" y="2355569"/>
            <a:ext cx="382098" cy="420308"/>
          </a:xfrm>
          <a:custGeom>
            <a:avLst/>
            <a:gdLst>
              <a:gd name="connsiteX0" fmla="*/ 74509 w 382098"/>
              <a:gd name="connsiteY0" fmla="*/ 164302 h 420308"/>
              <a:gd name="connsiteX1" fmla="*/ 55404 w 382098"/>
              <a:gd name="connsiteY1" fmla="*/ 164302 h 420308"/>
              <a:gd name="connsiteX2" fmla="*/ 85972 w 382098"/>
              <a:gd name="connsiteY2" fmla="*/ 200602 h 420308"/>
              <a:gd name="connsiteX3" fmla="*/ 85972 w 382098"/>
              <a:gd name="connsiteY3" fmla="*/ 210154 h 420308"/>
              <a:gd name="connsiteX4" fmla="*/ 105077 w 382098"/>
              <a:gd name="connsiteY4" fmla="*/ 210154 h 420308"/>
              <a:gd name="connsiteX5" fmla="*/ 105077 w 382098"/>
              <a:gd name="connsiteY5" fmla="*/ 198691 h 420308"/>
              <a:gd name="connsiteX6" fmla="*/ 135645 w 382098"/>
              <a:gd name="connsiteY6" fmla="*/ 164302 h 420308"/>
              <a:gd name="connsiteX7" fmla="*/ 105077 w 382098"/>
              <a:gd name="connsiteY7" fmla="*/ 129913 h 420308"/>
              <a:gd name="connsiteX8" fmla="*/ 105077 w 382098"/>
              <a:gd name="connsiteY8" fmla="*/ 95525 h 420308"/>
              <a:gd name="connsiteX9" fmla="*/ 116540 w 382098"/>
              <a:gd name="connsiteY9" fmla="*/ 110809 h 420308"/>
              <a:gd name="connsiteX10" fmla="*/ 135645 w 382098"/>
              <a:gd name="connsiteY10" fmla="*/ 110809 h 420308"/>
              <a:gd name="connsiteX11" fmla="*/ 105077 w 382098"/>
              <a:gd name="connsiteY11" fmla="*/ 76420 h 420308"/>
              <a:gd name="connsiteX12" fmla="*/ 105077 w 382098"/>
              <a:gd name="connsiteY12" fmla="*/ 66867 h 420308"/>
              <a:gd name="connsiteX13" fmla="*/ 85972 w 382098"/>
              <a:gd name="connsiteY13" fmla="*/ 66867 h 420308"/>
              <a:gd name="connsiteX14" fmla="*/ 85972 w 382098"/>
              <a:gd name="connsiteY14" fmla="*/ 76420 h 420308"/>
              <a:gd name="connsiteX15" fmla="*/ 55404 w 382098"/>
              <a:gd name="connsiteY15" fmla="*/ 114630 h 420308"/>
              <a:gd name="connsiteX16" fmla="*/ 85972 w 382098"/>
              <a:gd name="connsiteY16" fmla="*/ 145197 h 420308"/>
              <a:gd name="connsiteX17" fmla="*/ 85972 w 382098"/>
              <a:gd name="connsiteY17" fmla="*/ 179586 h 420308"/>
              <a:gd name="connsiteX18" fmla="*/ 74509 w 382098"/>
              <a:gd name="connsiteY18" fmla="*/ 164302 h 420308"/>
              <a:gd name="connsiteX19" fmla="*/ 116540 w 382098"/>
              <a:gd name="connsiteY19" fmla="*/ 164302 h 420308"/>
              <a:gd name="connsiteX20" fmla="*/ 105077 w 382098"/>
              <a:gd name="connsiteY20" fmla="*/ 179586 h 420308"/>
              <a:gd name="connsiteX21" fmla="*/ 105077 w 382098"/>
              <a:gd name="connsiteY21" fmla="*/ 149018 h 420308"/>
              <a:gd name="connsiteX22" fmla="*/ 116540 w 382098"/>
              <a:gd name="connsiteY22" fmla="*/ 164302 h 420308"/>
              <a:gd name="connsiteX23" fmla="*/ 74509 w 382098"/>
              <a:gd name="connsiteY23" fmla="*/ 110809 h 420308"/>
              <a:gd name="connsiteX24" fmla="*/ 85972 w 382098"/>
              <a:gd name="connsiteY24" fmla="*/ 95525 h 420308"/>
              <a:gd name="connsiteX25" fmla="*/ 85972 w 382098"/>
              <a:gd name="connsiteY25" fmla="*/ 126092 h 420308"/>
              <a:gd name="connsiteX26" fmla="*/ 74509 w 382098"/>
              <a:gd name="connsiteY26" fmla="*/ 110809 h 420308"/>
              <a:gd name="connsiteX27" fmla="*/ 133734 w 382098"/>
              <a:gd name="connsiteY27" fmla="*/ 238811 h 420308"/>
              <a:gd name="connsiteX28" fmla="*/ 57315 w 382098"/>
              <a:gd name="connsiteY28" fmla="*/ 238811 h 420308"/>
              <a:gd name="connsiteX29" fmla="*/ 38210 w 382098"/>
              <a:gd name="connsiteY29" fmla="*/ 257916 h 420308"/>
              <a:gd name="connsiteX30" fmla="*/ 38210 w 382098"/>
              <a:gd name="connsiteY30" fmla="*/ 343889 h 420308"/>
              <a:gd name="connsiteX31" fmla="*/ 57315 w 382098"/>
              <a:gd name="connsiteY31" fmla="*/ 362993 h 420308"/>
              <a:gd name="connsiteX32" fmla="*/ 133734 w 382098"/>
              <a:gd name="connsiteY32" fmla="*/ 362993 h 420308"/>
              <a:gd name="connsiteX33" fmla="*/ 152839 w 382098"/>
              <a:gd name="connsiteY33" fmla="*/ 343889 h 420308"/>
              <a:gd name="connsiteX34" fmla="*/ 152839 w 382098"/>
              <a:gd name="connsiteY34" fmla="*/ 257916 h 420308"/>
              <a:gd name="connsiteX35" fmla="*/ 133734 w 382098"/>
              <a:gd name="connsiteY35" fmla="*/ 238811 h 420308"/>
              <a:gd name="connsiteX36" fmla="*/ 133734 w 382098"/>
              <a:gd name="connsiteY36" fmla="*/ 343889 h 420308"/>
              <a:gd name="connsiteX37" fmla="*/ 57315 w 382098"/>
              <a:gd name="connsiteY37" fmla="*/ 343889 h 420308"/>
              <a:gd name="connsiteX38" fmla="*/ 57315 w 382098"/>
              <a:gd name="connsiteY38" fmla="*/ 257916 h 420308"/>
              <a:gd name="connsiteX39" fmla="*/ 133734 w 382098"/>
              <a:gd name="connsiteY39" fmla="*/ 257916 h 420308"/>
              <a:gd name="connsiteX40" fmla="*/ 133734 w 382098"/>
              <a:gd name="connsiteY40" fmla="*/ 343889 h 420308"/>
              <a:gd name="connsiteX41" fmla="*/ 286574 w 382098"/>
              <a:gd name="connsiteY41" fmla="*/ 238811 h 420308"/>
              <a:gd name="connsiteX42" fmla="*/ 210154 w 382098"/>
              <a:gd name="connsiteY42" fmla="*/ 238811 h 420308"/>
              <a:gd name="connsiteX43" fmla="*/ 191049 w 382098"/>
              <a:gd name="connsiteY43" fmla="*/ 257916 h 420308"/>
              <a:gd name="connsiteX44" fmla="*/ 191049 w 382098"/>
              <a:gd name="connsiteY44" fmla="*/ 343889 h 420308"/>
              <a:gd name="connsiteX45" fmla="*/ 210154 w 382098"/>
              <a:gd name="connsiteY45" fmla="*/ 362993 h 420308"/>
              <a:gd name="connsiteX46" fmla="*/ 286574 w 382098"/>
              <a:gd name="connsiteY46" fmla="*/ 362993 h 420308"/>
              <a:gd name="connsiteX47" fmla="*/ 305679 w 382098"/>
              <a:gd name="connsiteY47" fmla="*/ 343889 h 420308"/>
              <a:gd name="connsiteX48" fmla="*/ 305679 w 382098"/>
              <a:gd name="connsiteY48" fmla="*/ 257916 h 420308"/>
              <a:gd name="connsiteX49" fmla="*/ 286574 w 382098"/>
              <a:gd name="connsiteY49" fmla="*/ 238811 h 420308"/>
              <a:gd name="connsiteX50" fmla="*/ 286574 w 382098"/>
              <a:gd name="connsiteY50" fmla="*/ 343889 h 420308"/>
              <a:gd name="connsiteX51" fmla="*/ 210154 w 382098"/>
              <a:gd name="connsiteY51" fmla="*/ 343889 h 420308"/>
              <a:gd name="connsiteX52" fmla="*/ 210154 w 382098"/>
              <a:gd name="connsiteY52" fmla="*/ 257916 h 420308"/>
              <a:gd name="connsiteX53" fmla="*/ 286574 w 382098"/>
              <a:gd name="connsiteY53" fmla="*/ 257916 h 420308"/>
              <a:gd name="connsiteX54" fmla="*/ 286574 w 382098"/>
              <a:gd name="connsiteY54" fmla="*/ 343889 h 420308"/>
              <a:gd name="connsiteX55" fmla="*/ 362993 w 382098"/>
              <a:gd name="connsiteY55" fmla="*/ 19105 h 420308"/>
              <a:gd name="connsiteX56" fmla="*/ 288484 w 382098"/>
              <a:gd name="connsiteY56" fmla="*/ 19105 h 420308"/>
              <a:gd name="connsiteX57" fmla="*/ 277021 w 382098"/>
              <a:gd name="connsiteY57" fmla="*/ 5731 h 420308"/>
              <a:gd name="connsiteX58" fmla="*/ 257916 w 382098"/>
              <a:gd name="connsiteY58" fmla="*/ 0 h 420308"/>
              <a:gd name="connsiteX59" fmla="*/ 19105 w 382098"/>
              <a:gd name="connsiteY59" fmla="*/ 0 h 420308"/>
              <a:gd name="connsiteX60" fmla="*/ 0 w 382098"/>
              <a:gd name="connsiteY60" fmla="*/ 19105 h 420308"/>
              <a:gd name="connsiteX61" fmla="*/ 0 w 382098"/>
              <a:gd name="connsiteY61" fmla="*/ 401203 h 420308"/>
              <a:gd name="connsiteX62" fmla="*/ 19105 w 382098"/>
              <a:gd name="connsiteY62" fmla="*/ 420308 h 420308"/>
              <a:gd name="connsiteX63" fmla="*/ 364904 w 382098"/>
              <a:gd name="connsiteY63" fmla="*/ 420308 h 420308"/>
              <a:gd name="connsiteX64" fmla="*/ 382098 w 382098"/>
              <a:gd name="connsiteY64" fmla="*/ 403114 h 420308"/>
              <a:gd name="connsiteX65" fmla="*/ 382098 w 382098"/>
              <a:gd name="connsiteY65" fmla="*/ 403114 h 420308"/>
              <a:gd name="connsiteX66" fmla="*/ 382098 w 382098"/>
              <a:gd name="connsiteY66" fmla="*/ 38210 h 420308"/>
              <a:gd name="connsiteX67" fmla="*/ 362993 w 382098"/>
              <a:gd name="connsiteY67" fmla="*/ 19105 h 420308"/>
              <a:gd name="connsiteX68" fmla="*/ 320963 w 382098"/>
              <a:gd name="connsiteY68" fmla="*/ 85972 h 420308"/>
              <a:gd name="connsiteX69" fmla="*/ 277021 w 382098"/>
              <a:gd name="connsiteY69" fmla="*/ 85972 h 420308"/>
              <a:gd name="connsiteX70" fmla="*/ 269379 w 382098"/>
              <a:gd name="connsiteY70" fmla="*/ 82151 h 420308"/>
              <a:gd name="connsiteX71" fmla="*/ 267469 w 382098"/>
              <a:gd name="connsiteY71" fmla="*/ 76420 h 420308"/>
              <a:gd name="connsiteX72" fmla="*/ 267469 w 382098"/>
              <a:gd name="connsiteY72" fmla="*/ 22926 h 420308"/>
              <a:gd name="connsiteX73" fmla="*/ 320963 w 382098"/>
              <a:gd name="connsiteY73" fmla="*/ 85972 h 420308"/>
              <a:gd name="connsiteX74" fmla="*/ 19105 w 382098"/>
              <a:gd name="connsiteY74" fmla="*/ 401203 h 420308"/>
              <a:gd name="connsiteX75" fmla="*/ 19105 w 382098"/>
              <a:gd name="connsiteY75" fmla="*/ 19105 h 420308"/>
              <a:gd name="connsiteX76" fmla="*/ 248364 w 382098"/>
              <a:gd name="connsiteY76" fmla="*/ 19105 h 420308"/>
              <a:gd name="connsiteX77" fmla="*/ 248364 w 382098"/>
              <a:gd name="connsiteY77" fmla="*/ 76420 h 420308"/>
              <a:gd name="connsiteX78" fmla="*/ 277021 w 382098"/>
              <a:gd name="connsiteY78" fmla="*/ 105077 h 420308"/>
              <a:gd name="connsiteX79" fmla="*/ 324784 w 382098"/>
              <a:gd name="connsiteY79" fmla="*/ 105077 h 420308"/>
              <a:gd name="connsiteX80" fmla="*/ 324784 w 382098"/>
              <a:gd name="connsiteY80" fmla="*/ 401203 h 420308"/>
              <a:gd name="connsiteX81" fmla="*/ 19105 w 382098"/>
              <a:gd name="connsiteY81" fmla="*/ 401203 h 420308"/>
              <a:gd name="connsiteX82" fmla="*/ 362993 w 382098"/>
              <a:gd name="connsiteY82" fmla="*/ 401203 h 420308"/>
              <a:gd name="connsiteX83" fmla="*/ 343889 w 382098"/>
              <a:gd name="connsiteY83" fmla="*/ 401203 h 420308"/>
              <a:gd name="connsiteX84" fmla="*/ 343889 w 382098"/>
              <a:gd name="connsiteY84" fmla="*/ 89793 h 420308"/>
              <a:gd name="connsiteX85" fmla="*/ 340068 w 382098"/>
              <a:gd name="connsiteY85" fmla="*/ 76420 h 420308"/>
              <a:gd name="connsiteX86" fmla="*/ 305679 w 382098"/>
              <a:gd name="connsiteY86" fmla="*/ 38210 h 420308"/>
              <a:gd name="connsiteX87" fmla="*/ 362993 w 382098"/>
              <a:gd name="connsiteY87" fmla="*/ 38210 h 420308"/>
              <a:gd name="connsiteX88" fmla="*/ 362993 w 382098"/>
              <a:gd name="connsiteY88" fmla="*/ 40120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82098" h="420308">
                <a:moveTo>
                  <a:pt x="74509" y="164302"/>
                </a:moveTo>
                <a:lnTo>
                  <a:pt x="55404" y="164302"/>
                </a:lnTo>
                <a:cubicBezTo>
                  <a:pt x="55404" y="181497"/>
                  <a:pt x="68778" y="196781"/>
                  <a:pt x="85972" y="200602"/>
                </a:cubicBezTo>
                <a:lnTo>
                  <a:pt x="85972" y="210154"/>
                </a:lnTo>
                <a:lnTo>
                  <a:pt x="105077" y="210154"/>
                </a:lnTo>
                <a:lnTo>
                  <a:pt x="105077" y="198691"/>
                </a:lnTo>
                <a:cubicBezTo>
                  <a:pt x="122271" y="196781"/>
                  <a:pt x="135645" y="181497"/>
                  <a:pt x="135645" y="164302"/>
                </a:cubicBezTo>
                <a:cubicBezTo>
                  <a:pt x="135645" y="147108"/>
                  <a:pt x="122271" y="131824"/>
                  <a:pt x="105077" y="129913"/>
                </a:cubicBezTo>
                <a:lnTo>
                  <a:pt x="105077" y="95525"/>
                </a:lnTo>
                <a:cubicBezTo>
                  <a:pt x="112719" y="97435"/>
                  <a:pt x="116540" y="105077"/>
                  <a:pt x="116540" y="110809"/>
                </a:cubicBezTo>
                <a:lnTo>
                  <a:pt x="135645" y="110809"/>
                </a:lnTo>
                <a:cubicBezTo>
                  <a:pt x="135645" y="93614"/>
                  <a:pt x="122271" y="78330"/>
                  <a:pt x="105077" y="76420"/>
                </a:cubicBezTo>
                <a:lnTo>
                  <a:pt x="105077" y="66867"/>
                </a:lnTo>
                <a:lnTo>
                  <a:pt x="85972" y="66867"/>
                </a:lnTo>
                <a:lnTo>
                  <a:pt x="85972" y="76420"/>
                </a:lnTo>
                <a:cubicBezTo>
                  <a:pt x="66867" y="78330"/>
                  <a:pt x="53494" y="95525"/>
                  <a:pt x="55404" y="114630"/>
                </a:cubicBezTo>
                <a:cubicBezTo>
                  <a:pt x="57315" y="131824"/>
                  <a:pt x="70688" y="143287"/>
                  <a:pt x="85972" y="145197"/>
                </a:cubicBezTo>
                <a:lnTo>
                  <a:pt x="85972" y="179586"/>
                </a:lnTo>
                <a:cubicBezTo>
                  <a:pt x="78330" y="177676"/>
                  <a:pt x="74509" y="170034"/>
                  <a:pt x="74509" y="164302"/>
                </a:cubicBezTo>
                <a:close/>
                <a:moveTo>
                  <a:pt x="116540" y="164302"/>
                </a:moveTo>
                <a:cubicBezTo>
                  <a:pt x="116540" y="171944"/>
                  <a:pt x="112719" y="177676"/>
                  <a:pt x="105077" y="179586"/>
                </a:cubicBezTo>
                <a:lnTo>
                  <a:pt x="105077" y="149018"/>
                </a:lnTo>
                <a:cubicBezTo>
                  <a:pt x="110809" y="150929"/>
                  <a:pt x="116540" y="156660"/>
                  <a:pt x="116540" y="164302"/>
                </a:cubicBezTo>
                <a:close/>
                <a:moveTo>
                  <a:pt x="74509" y="110809"/>
                </a:moveTo>
                <a:cubicBezTo>
                  <a:pt x="74509" y="103167"/>
                  <a:pt x="78330" y="97435"/>
                  <a:pt x="85972" y="95525"/>
                </a:cubicBezTo>
                <a:lnTo>
                  <a:pt x="85972" y="126092"/>
                </a:lnTo>
                <a:cubicBezTo>
                  <a:pt x="80241" y="124182"/>
                  <a:pt x="74509" y="118450"/>
                  <a:pt x="74509" y="110809"/>
                </a:cubicBezTo>
                <a:close/>
                <a:moveTo>
                  <a:pt x="133734" y="238811"/>
                </a:moveTo>
                <a:lnTo>
                  <a:pt x="57315" y="238811"/>
                </a:lnTo>
                <a:cubicBezTo>
                  <a:pt x="45852" y="238811"/>
                  <a:pt x="38210" y="246453"/>
                  <a:pt x="38210" y="257916"/>
                </a:cubicBezTo>
                <a:lnTo>
                  <a:pt x="38210" y="343889"/>
                </a:lnTo>
                <a:cubicBezTo>
                  <a:pt x="38210" y="355351"/>
                  <a:pt x="45852" y="362993"/>
                  <a:pt x="57315" y="362993"/>
                </a:cubicBezTo>
                <a:lnTo>
                  <a:pt x="133734" y="362993"/>
                </a:lnTo>
                <a:cubicBezTo>
                  <a:pt x="145197" y="362993"/>
                  <a:pt x="152839" y="355351"/>
                  <a:pt x="152839" y="343889"/>
                </a:cubicBezTo>
                <a:lnTo>
                  <a:pt x="152839" y="257916"/>
                </a:lnTo>
                <a:cubicBezTo>
                  <a:pt x="152839" y="246453"/>
                  <a:pt x="145197" y="238811"/>
                  <a:pt x="133734" y="238811"/>
                </a:cubicBezTo>
                <a:close/>
                <a:moveTo>
                  <a:pt x="133734" y="343889"/>
                </a:moveTo>
                <a:lnTo>
                  <a:pt x="57315" y="343889"/>
                </a:lnTo>
                <a:lnTo>
                  <a:pt x="57315" y="257916"/>
                </a:lnTo>
                <a:lnTo>
                  <a:pt x="133734" y="257916"/>
                </a:lnTo>
                <a:lnTo>
                  <a:pt x="133734" y="343889"/>
                </a:lnTo>
                <a:close/>
                <a:moveTo>
                  <a:pt x="286574" y="238811"/>
                </a:moveTo>
                <a:lnTo>
                  <a:pt x="210154" y="238811"/>
                </a:lnTo>
                <a:cubicBezTo>
                  <a:pt x="198691" y="238811"/>
                  <a:pt x="191049" y="246453"/>
                  <a:pt x="191049" y="257916"/>
                </a:cubicBezTo>
                <a:lnTo>
                  <a:pt x="191049" y="343889"/>
                </a:lnTo>
                <a:cubicBezTo>
                  <a:pt x="191049" y="355351"/>
                  <a:pt x="198691" y="362993"/>
                  <a:pt x="210154" y="362993"/>
                </a:cubicBezTo>
                <a:lnTo>
                  <a:pt x="286574" y="362993"/>
                </a:lnTo>
                <a:cubicBezTo>
                  <a:pt x="298037" y="362993"/>
                  <a:pt x="305679" y="355351"/>
                  <a:pt x="305679" y="343889"/>
                </a:cubicBezTo>
                <a:lnTo>
                  <a:pt x="305679" y="257916"/>
                </a:lnTo>
                <a:cubicBezTo>
                  <a:pt x="305679" y="246453"/>
                  <a:pt x="298037" y="238811"/>
                  <a:pt x="286574" y="238811"/>
                </a:cubicBezTo>
                <a:close/>
                <a:moveTo>
                  <a:pt x="286574" y="343889"/>
                </a:moveTo>
                <a:lnTo>
                  <a:pt x="210154" y="343889"/>
                </a:lnTo>
                <a:lnTo>
                  <a:pt x="210154" y="257916"/>
                </a:lnTo>
                <a:lnTo>
                  <a:pt x="286574" y="257916"/>
                </a:lnTo>
                <a:lnTo>
                  <a:pt x="286574" y="343889"/>
                </a:lnTo>
                <a:close/>
                <a:moveTo>
                  <a:pt x="362993" y="19105"/>
                </a:moveTo>
                <a:lnTo>
                  <a:pt x="288484" y="19105"/>
                </a:lnTo>
                <a:lnTo>
                  <a:pt x="277021" y="5731"/>
                </a:lnTo>
                <a:cubicBezTo>
                  <a:pt x="271290" y="1910"/>
                  <a:pt x="265558" y="0"/>
                  <a:pt x="257916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364904" y="420308"/>
                </a:lnTo>
                <a:cubicBezTo>
                  <a:pt x="374456" y="420308"/>
                  <a:pt x="382098" y="412666"/>
                  <a:pt x="382098" y="403114"/>
                </a:cubicBezTo>
                <a:lnTo>
                  <a:pt x="382098" y="403114"/>
                </a:lnTo>
                <a:lnTo>
                  <a:pt x="382098" y="38210"/>
                </a:lnTo>
                <a:cubicBezTo>
                  <a:pt x="382098" y="26747"/>
                  <a:pt x="374456" y="19105"/>
                  <a:pt x="362993" y="19105"/>
                </a:cubicBezTo>
                <a:close/>
                <a:moveTo>
                  <a:pt x="320963" y="85972"/>
                </a:moveTo>
                <a:lnTo>
                  <a:pt x="277021" y="85972"/>
                </a:lnTo>
                <a:cubicBezTo>
                  <a:pt x="275111" y="85972"/>
                  <a:pt x="271290" y="84062"/>
                  <a:pt x="269379" y="82151"/>
                </a:cubicBezTo>
                <a:cubicBezTo>
                  <a:pt x="269379" y="80241"/>
                  <a:pt x="267469" y="78330"/>
                  <a:pt x="267469" y="76420"/>
                </a:cubicBezTo>
                <a:lnTo>
                  <a:pt x="267469" y="22926"/>
                </a:lnTo>
                <a:lnTo>
                  <a:pt x="320963" y="85972"/>
                </a:lnTo>
                <a:close/>
                <a:moveTo>
                  <a:pt x="19105" y="401203"/>
                </a:moveTo>
                <a:lnTo>
                  <a:pt x="19105" y="19105"/>
                </a:lnTo>
                <a:lnTo>
                  <a:pt x="248364" y="19105"/>
                </a:lnTo>
                <a:lnTo>
                  <a:pt x="248364" y="76420"/>
                </a:lnTo>
                <a:cubicBezTo>
                  <a:pt x="248364" y="91704"/>
                  <a:pt x="261737" y="105077"/>
                  <a:pt x="277021" y="105077"/>
                </a:cubicBezTo>
                <a:lnTo>
                  <a:pt x="324784" y="105077"/>
                </a:lnTo>
                <a:lnTo>
                  <a:pt x="324784" y="401203"/>
                </a:lnTo>
                <a:lnTo>
                  <a:pt x="19105" y="401203"/>
                </a:lnTo>
                <a:close/>
                <a:moveTo>
                  <a:pt x="362993" y="401203"/>
                </a:moveTo>
                <a:lnTo>
                  <a:pt x="343889" y="401203"/>
                </a:lnTo>
                <a:lnTo>
                  <a:pt x="343889" y="89793"/>
                </a:lnTo>
                <a:cubicBezTo>
                  <a:pt x="343889" y="84062"/>
                  <a:pt x="341978" y="80241"/>
                  <a:pt x="340068" y="76420"/>
                </a:cubicBezTo>
                <a:lnTo>
                  <a:pt x="305679" y="38210"/>
                </a:lnTo>
                <a:lnTo>
                  <a:pt x="362993" y="38210"/>
                </a:lnTo>
                <a:lnTo>
                  <a:pt x="362993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28" descr="Weekly ad with heart 1 icon.">
            <a:extLst>
              <a:ext uri="{FF2B5EF4-FFF2-40B4-BE49-F238E27FC236}">
                <a16:creationId xmlns:a16="http://schemas.microsoft.com/office/drawing/2014/main" id="{57DC9DFD-9F46-1685-23AF-C822B713087C}"/>
              </a:ext>
            </a:extLst>
          </p:cNvPr>
          <p:cNvSpPr/>
          <p:nvPr/>
        </p:nvSpPr>
        <p:spPr>
          <a:xfrm>
            <a:off x="2190056" y="2235938"/>
            <a:ext cx="401643" cy="458487"/>
          </a:xfrm>
          <a:custGeom>
            <a:avLst/>
            <a:gdLst>
              <a:gd name="connsiteX0" fmla="*/ 382518 w 401643"/>
              <a:gd name="connsiteY0" fmla="*/ 334561 h 458487"/>
              <a:gd name="connsiteX1" fmla="*/ 19126 w 401643"/>
              <a:gd name="connsiteY1" fmla="*/ 334561 h 458487"/>
              <a:gd name="connsiteX2" fmla="*/ 0 w 401643"/>
              <a:gd name="connsiteY2" fmla="*/ 315435 h 458487"/>
              <a:gd name="connsiteX3" fmla="*/ 0 w 401643"/>
              <a:gd name="connsiteY3" fmla="*/ 143303 h 458487"/>
              <a:gd name="connsiteX4" fmla="*/ 19126 w 401643"/>
              <a:gd name="connsiteY4" fmla="*/ 124177 h 458487"/>
              <a:gd name="connsiteX5" fmla="*/ 382518 w 401643"/>
              <a:gd name="connsiteY5" fmla="*/ 124177 h 458487"/>
              <a:gd name="connsiteX6" fmla="*/ 401643 w 401643"/>
              <a:gd name="connsiteY6" fmla="*/ 143303 h 458487"/>
              <a:gd name="connsiteX7" fmla="*/ 401643 w 401643"/>
              <a:gd name="connsiteY7" fmla="*/ 315435 h 458487"/>
              <a:gd name="connsiteX8" fmla="*/ 382518 w 401643"/>
              <a:gd name="connsiteY8" fmla="*/ 334561 h 458487"/>
              <a:gd name="connsiteX9" fmla="*/ 19126 w 401643"/>
              <a:gd name="connsiteY9" fmla="*/ 143303 h 458487"/>
              <a:gd name="connsiteX10" fmla="*/ 19126 w 401643"/>
              <a:gd name="connsiteY10" fmla="*/ 315435 h 458487"/>
              <a:gd name="connsiteX11" fmla="*/ 382518 w 401643"/>
              <a:gd name="connsiteY11" fmla="*/ 315435 h 458487"/>
              <a:gd name="connsiteX12" fmla="*/ 382518 w 401643"/>
              <a:gd name="connsiteY12" fmla="*/ 143303 h 458487"/>
              <a:gd name="connsiteX13" fmla="*/ 19126 w 401643"/>
              <a:gd name="connsiteY13" fmla="*/ 143303 h 458487"/>
              <a:gd name="connsiteX14" fmla="*/ 166672 w 401643"/>
              <a:gd name="connsiteY14" fmla="*/ 164398 h 458487"/>
              <a:gd name="connsiteX15" fmla="*/ 153629 w 401643"/>
              <a:gd name="connsiteY15" fmla="*/ 169260 h 458487"/>
              <a:gd name="connsiteX16" fmla="*/ 127547 w 401643"/>
              <a:gd name="connsiteY16" fmla="*/ 195206 h 458487"/>
              <a:gd name="connsiteX17" fmla="*/ 127535 w 401643"/>
              <a:gd name="connsiteY17" fmla="*/ 221162 h 458487"/>
              <a:gd name="connsiteX18" fmla="*/ 200843 w 401643"/>
              <a:gd name="connsiteY18" fmla="*/ 294194 h 458487"/>
              <a:gd name="connsiteX19" fmla="*/ 274210 w 401643"/>
              <a:gd name="connsiteY19" fmla="*/ 221627 h 458487"/>
              <a:gd name="connsiteX20" fmla="*/ 274221 w 401643"/>
              <a:gd name="connsiteY20" fmla="*/ 195671 h 458487"/>
              <a:gd name="connsiteX21" fmla="*/ 248156 w 401643"/>
              <a:gd name="connsiteY21" fmla="*/ 169704 h 458487"/>
              <a:gd name="connsiteX22" fmla="*/ 235116 w 401643"/>
              <a:gd name="connsiteY22" fmla="*/ 164427 h 458487"/>
              <a:gd name="connsiteX23" fmla="*/ 222080 w 401643"/>
              <a:gd name="connsiteY23" fmla="*/ 169694 h 458487"/>
              <a:gd name="connsiteX24" fmla="*/ 200885 w 401643"/>
              <a:gd name="connsiteY24" fmla="*/ 190775 h 458487"/>
              <a:gd name="connsiteX25" fmla="*/ 179707 w 401643"/>
              <a:gd name="connsiteY25" fmla="*/ 169677 h 458487"/>
              <a:gd name="connsiteX26" fmla="*/ 166671 w 401643"/>
              <a:gd name="connsiteY26" fmla="*/ 164400 h 458487"/>
              <a:gd name="connsiteX27" fmla="*/ 72185 w 401643"/>
              <a:gd name="connsiteY27" fmla="*/ 214954 h 458487"/>
              <a:gd name="connsiteX28" fmla="*/ 57840 w 401643"/>
              <a:gd name="connsiteY28" fmla="*/ 229298 h 458487"/>
              <a:gd name="connsiteX29" fmla="*/ 72185 w 401643"/>
              <a:gd name="connsiteY29" fmla="*/ 243643 h 458487"/>
              <a:gd name="connsiteX30" fmla="*/ 86529 w 401643"/>
              <a:gd name="connsiteY30" fmla="*/ 229298 h 458487"/>
              <a:gd name="connsiteX31" fmla="*/ 72185 w 401643"/>
              <a:gd name="connsiteY31" fmla="*/ 214954 h 458487"/>
              <a:gd name="connsiteX32" fmla="*/ 329321 w 401643"/>
              <a:gd name="connsiteY32" fmla="*/ 214971 h 458487"/>
              <a:gd name="connsiteX33" fmla="*/ 314976 w 401643"/>
              <a:gd name="connsiteY33" fmla="*/ 229315 h 458487"/>
              <a:gd name="connsiteX34" fmla="*/ 329321 w 401643"/>
              <a:gd name="connsiteY34" fmla="*/ 243660 h 458487"/>
              <a:gd name="connsiteX35" fmla="*/ 343665 w 401643"/>
              <a:gd name="connsiteY35" fmla="*/ 229315 h 458487"/>
              <a:gd name="connsiteX36" fmla="*/ 329321 w 401643"/>
              <a:gd name="connsiteY36" fmla="*/ 214971 h 458487"/>
              <a:gd name="connsiteX37" fmla="*/ 210440 w 401643"/>
              <a:gd name="connsiteY37" fmla="*/ 0 h 458487"/>
              <a:gd name="connsiteX38" fmla="*/ 191314 w 401643"/>
              <a:gd name="connsiteY38" fmla="*/ 0 h 458487"/>
              <a:gd name="connsiteX39" fmla="*/ 191314 w 401643"/>
              <a:gd name="connsiteY39" fmla="*/ 104360 h 458487"/>
              <a:gd name="connsiteX40" fmla="*/ 210440 w 401643"/>
              <a:gd name="connsiteY40" fmla="*/ 104360 h 458487"/>
              <a:gd name="connsiteX41" fmla="*/ 210440 w 401643"/>
              <a:gd name="connsiteY41" fmla="*/ 0 h 458487"/>
              <a:gd name="connsiteX42" fmla="*/ 345180 w 401643"/>
              <a:gd name="connsiteY42" fmla="*/ 57181 h 458487"/>
              <a:gd name="connsiteX43" fmla="*/ 328801 w 401643"/>
              <a:gd name="connsiteY43" fmla="*/ 47300 h 458487"/>
              <a:gd name="connsiteX44" fmla="*/ 297394 w 401643"/>
              <a:gd name="connsiteY44" fmla="*/ 99420 h 458487"/>
              <a:gd name="connsiteX45" fmla="*/ 313773 w 401643"/>
              <a:gd name="connsiteY45" fmla="*/ 109291 h 458487"/>
              <a:gd name="connsiteX46" fmla="*/ 345180 w 401643"/>
              <a:gd name="connsiteY46" fmla="*/ 57181 h 458487"/>
              <a:gd name="connsiteX47" fmla="*/ 104360 w 401643"/>
              <a:gd name="connsiteY47" fmla="*/ 99420 h 458487"/>
              <a:gd name="connsiteX48" fmla="*/ 72954 w 401643"/>
              <a:gd name="connsiteY48" fmla="*/ 47300 h 458487"/>
              <a:gd name="connsiteX49" fmla="*/ 56574 w 401643"/>
              <a:gd name="connsiteY49" fmla="*/ 57181 h 458487"/>
              <a:gd name="connsiteX50" fmla="*/ 87981 w 401643"/>
              <a:gd name="connsiteY50" fmla="*/ 109291 h 458487"/>
              <a:gd name="connsiteX51" fmla="*/ 104360 w 401643"/>
              <a:gd name="connsiteY51" fmla="*/ 99420 h 458487"/>
              <a:gd name="connsiteX52" fmla="*/ 210440 w 401643"/>
              <a:gd name="connsiteY52" fmla="*/ 353641 h 458487"/>
              <a:gd name="connsiteX53" fmla="*/ 191314 w 401643"/>
              <a:gd name="connsiteY53" fmla="*/ 353622 h 458487"/>
              <a:gd name="connsiteX54" fmla="*/ 191211 w 401643"/>
              <a:gd name="connsiteY54" fmla="*/ 458468 h 458487"/>
              <a:gd name="connsiteX55" fmla="*/ 210337 w 401643"/>
              <a:gd name="connsiteY55" fmla="*/ 458487 h 458487"/>
              <a:gd name="connsiteX56" fmla="*/ 210440 w 401643"/>
              <a:gd name="connsiteY56" fmla="*/ 353641 h 458487"/>
              <a:gd name="connsiteX57" fmla="*/ 345180 w 401643"/>
              <a:gd name="connsiteY57" fmla="*/ 401829 h 458487"/>
              <a:gd name="connsiteX58" fmla="*/ 313773 w 401643"/>
              <a:gd name="connsiteY58" fmla="*/ 349709 h 458487"/>
              <a:gd name="connsiteX59" fmla="*/ 297394 w 401643"/>
              <a:gd name="connsiteY59" fmla="*/ 359589 h 458487"/>
              <a:gd name="connsiteX60" fmla="*/ 328801 w 401643"/>
              <a:gd name="connsiteY60" fmla="*/ 411700 h 458487"/>
              <a:gd name="connsiteX61" fmla="*/ 345180 w 401643"/>
              <a:gd name="connsiteY61" fmla="*/ 401829 h 458487"/>
              <a:gd name="connsiteX62" fmla="*/ 104360 w 401643"/>
              <a:gd name="connsiteY62" fmla="*/ 359589 h 458487"/>
              <a:gd name="connsiteX63" fmla="*/ 87981 w 401643"/>
              <a:gd name="connsiteY63" fmla="*/ 349709 h 458487"/>
              <a:gd name="connsiteX64" fmla="*/ 56574 w 401643"/>
              <a:gd name="connsiteY64" fmla="*/ 401829 h 458487"/>
              <a:gd name="connsiteX65" fmla="*/ 72954 w 401643"/>
              <a:gd name="connsiteY65" fmla="*/ 411700 h 458487"/>
              <a:gd name="connsiteX66" fmla="*/ 104360 w 401643"/>
              <a:gd name="connsiteY66" fmla="*/ 359589 h 458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01643" h="458487">
                <a:moveTo>
                  <a:pt x="382518" y="334561"/>
                </a:moveTo>
                <a:lnTo>
                  <a:pt x="19126" y="334561"/>
                </a:lnTo>
                <a:cubicBezTo>
                  <a:pt x="8582" y="334561"/>
                  <a:pt x="0" y="325980"/>
                  <a:pt x="0" y="315435"/>
                </a:cubicBezTo>
                <a:lnTo>
                  <a:pt x="0" y="143303"/>
                </a:lnTo>
                <a:cubicBezTo>
                  <a:pt x="0" y="132758"/>
                  <a:pt x="8582" y="124177"/>
                  <a:pt x="19126" y="124177"/>
                </a:cubicBezTo>
                <a:lnTo>
                  <a:pt x="382518" y="124177"/>
                </a:lnTo>
                <a:cubicBezTo>
                  <a:pt x="393062" y="124177"/>
                  <a:pt x="401643" y="132758"/>
                  <a:pt x="401643" y="143303"/>
                </a:cubicBezTo>
                <a:lnTo>
                  <a:pt x="401643" y="315435"/>
                </a:lnTo>
                <a:cubicBezTo>
                  <a:pt x="401643" y="325980"/>
                  <a:pt x="393062" y="334561"/>
                  <a:pt x="382518" y="334561"/>
                </a:cubicBezTo>
                <a:close/>
                <a:moveTo>
                  <a:pt x="19126" y="143303"/>
                </a:moveTo>
                <a:lnTo>
                  <a:pt x="19126" y="315435"/>
                </a:lnTo>
                <a:lnTo>
                  <a:pt x="382518" y="315435"/>
                </a:lnTo>
                <a:lnTo>
                  <a:pt x="382518" y="143303"/>
                </a:lnTo>
                <a:lnTo>
                  <a:pt x="19126" y="143303"/>
                </a:lnTo>
                <a:close/>
                <a:moveTo>
                  <a:pt x="166672" y="164398"/>
                </a:moveTo>
                <a:cubicBezTo>
                  <a:pt x="161780" y="164396"/>
                  <a:pt x="157301" y="166016"/>
                  <a:pt x="153629" y="169260"/>
                </a:cubicBezTo>
                <a:lnTo>
                  <a:pt x="127547" y="195206"/>
                </a:lnTo>
                <a:cubicBezTo>
                  <a:pt x="120210" y="202503"/>
                  <a:pt x="120206" y="213860"/>
                  <a:pt x="127535" y="221162"/>
                </a:cubicBezTo>
                <a:lnTo>
                  <a:pt x="200843" y="294194"/>
                </a:lnTo>
                <a:lnTo>
                  <a:pt x="274210" y="221627"/>
                </a:lnTo>
                <a:cubicBezTo>
                  <a:pt x="281546" y="214330"/>
                  <a:pt x="281550" y="202973"/>
                  <a:pt x="274221" y="195671"/>
                </a:cubicBezTo>
                <a:lnTo>
                  <a:pt x="248156" y="169704"/>
                </a:lnTo>
                <a:cubicBezTo>
                  <a:pt x="244492" y="166053"/>
                  <a:pt x="239603" y="164429"/>
                  <a:pt x="235116" y="164427"/>
                </a:cubicBezTo>
                <a:cubicBezTo>
                  <a:pt x="230232" y="164425"/>
                  <a:pt x="225748" y="166045"/>
                  <a:pt x="222080" y="169694"/>
                </a:cubicBezTo>
                <a:lnTo>
                  <a:pt x="200885" y="190775"/>
                </a:lnTo>
                <a:lnTo>
                  <a:pt x="179707" y="169677"/>
                </a:lnTo>
                <a:cubicBezTo>
                  <a:pt x="176036" y="166026"/>
                  <a:pt x="171561" y="164402"/>
                  <a:pt x="166671" y="164400"/>
                </a:cubicBezTo>
                <a:moveTo>
                  <a:pt x="72185" y="214954"/>
                </a:moveTo>
                <a:cubicBezTo>
                  <a:pt x="64263" y="214954"/>
                  <a:pt x="57840" y="221376"/>
                  <a:pt x="57840" y="229298"/>
                </a:cubicBezTo>
                <a:cubicBezTo>
                  <a:pt x="57840" y="237220"/>
                  <a:pt x="64263" y="243643"/>
                  <a:pt x="72185" y="243643"/>
                </a:cubicBezTo>
                <a:cubicBezTo>
                  <a:pt x="80107" y="243643"/>
                  <a:pt x="86529" y="237220"/>
                  <a:pt x="86529" y="229298"/>
                </a:cubicBezTo>
                <a:cubicBezTo>
                  <a:pt x="86529" y="221376"/>
                  <a:pt x="80107" y="214954"/>
                  <a:pt x="72185" y="214954"/>
                </a:cubicBezTo>
                <a:close/>
                <a:moveTo>
                  <a:pt x="329321" y="214971"/>
                </a:moveTo>
                <a:cubicBezTo>
                  <a:pt x="321399" y="214971"/>
                  <a:pt x="314976" y="221393"/>
                  <a:pt x="314976" y="229315"/>
                </a:cubicBezTo>
                <a:cubicBezTo>
                  <a:pt x="314976" y="237237"/>
                  <a:pt x="321399" y="243660"/>
                  <a:pt x="329321" y="243660"/>
                </a:cubicBezTo>
                <a:cubicBezTo>
                  <a:pt x="337243" y="243660"/>
                  <a:pt x="343665" y="237237"/>
                  <a:pt x="343665" y="229315"/>
                </a:cubicBezTo>
                <a:cubicBezTo>
                  <a:pt x="343665" y="221393"/>
                  <a:pt x="337243" y="214971"/>
                  <a:pt x="329321" y="214971"/>
                </a:cubicBezTo>
                <a:close/>
                <a:moveTo>
                  <a:pt x="210440" y="0"/>
                </a:moveTo>
                <a:lnTo>
                  <a:pt x="191314" y="0"/>
                </a:lnTo>
                <a:lnTo>
                  <a:pt x="191314" y="104360"/>
                </a:lnTo>
                <a:lnTo>
                  <a:pt x="210440" y="104360"/>
                </a:lnTo>
                <a:lnTo>
                  <a:pt x="210440" y="0"/>
                </a:lnTo>
                <a:close/>
                <a:moveTo>
                  <a:pt x="345180" y="57181"/>
                </a:moveTo>
                <a:lnTo>
                  <a:pt x="328801" y="47300"/>
                </a:lnTo>
                <a:lnTo>
                  <a:pt x="297394" y="99420"/>
                </a:lnTo>
                <a:lnTo>
                  <a:pt x="313773" y="109291"/>
                </a:lnTo>
                <a:lnTo>
                  <a:pt x="345180" y="57181"/>
                </a:lnTo>
                <a:close/>
                <a:moveTo>
                  <a:pt x="104360" y="99420"/>
                </a:moveTo>
                <a:lnTo>
                  <a:pt x="72954" y="47300"/>
                </a:lnTo>
                <a:lnTo>
                  <a:pt x="56574" y="57181"/>
                </a:lnTo>
                <a:lnTo>
                  <a:pt x="87981" y="109291"/>
                </a:lnTo>
                <a:lnTo>
                  <a:pt x="104360" y="99420"/>
                </a:lnTo>
                <a:close/>
                <a:moveTo>
                  <a:pt x="210440" y="353641"/>
                </a:moveTo>
                <a:lnTo>
                  <a:pt x="191314" y="353622"/>
                </a:lnTo>
                <a:lnTo>
                  <a:pt x="191211" y="458468"/>
                </a:lnTo>
                <a:lnTo>
                  <a:pt x="210337" y="458487"/>
                </a:lnTo>
                <a:lnTo>
                  <a:pt x="210440" y="353641"/>
                </a:lnTo>
                <a:close/>
                <a:moveTo>
                  <a:pt x="345180" y="401829"/>
                </a:moveTo>
                <a:lnTo>
                  <a:pt x="313773" y="349709"/>
                </a:lnTo>
                <a:lnTo>
                  <a:pt x="297394" y="359589"/>
                </a:lnTo>
                <a:lnTo>
                  <a:pt x="328801" y="411700"/>
                </a:lnTo>
                <a:lnTo>
                  <a:pt x="345180" y="401829"/>
                </a:lnTo>
                <a:close/>
                <a:moveTo>
                  <a:pt x="104360" y="359589"/>
                </a:moveTo>
                <a:lnTo>
                  <a:pt x="87981" y="349709"/>
                </a:lnTo>
                <a:lnTo>
                  <a:pt x="56574" y="401829"/>
                </a:lnTo>
                <a:lnTo>
                  <a:pt x="72954" y="411700"/>
                </a:lnTo>
                <a:lnTo>
                  <a:pt x="104360" y="359589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26" descr="Weekly ad with heart 2 icon.">
            <a:extLst>
              <a:ext uri="{FF2B5EF4-FFF2-40B4-BE49-F238E27FC236}">
                <a16:creationId xmlns:a16="http://schemas.microsoft.com/office/drawing/2014/main" id="{A1088CDF-1F27-27EF-B34B-E3D531774EC1}"/>
              </a:ext>
            </a:extLst>
          </p:cNvPr>
          <p:cNvSpPr/>
          <p:nvPr/>
        </p:nvSpPr>
        <p:spPr>
          <a:xfrm>
            <a:off x="3433547" y="2261066"/>
            <a:ext cx="420769" cy="439895"/>
          </a:xfrm>
          <a:custGeom>
            <a:avLst/>
            <a:gdLst>
              <a:gd name="connsiteX0" fmla="*/ 176886 w 420769"/>
              <a:gd name="connsiteY0" fmla="*/ 66967 h 439895"/>
              <a:gd name="connsiteX1" fmla="*/ 176876 w 420769"/>
              <a:gd name="connsiteY1" fmla="*/ 90783 h 439895"/>
              <a:gd name="connsiteX2" fmla="*/ 109871 w 420769"/>
              <a:gd name="connsiteY2" fmla="*/ 157362 h 439895"/>
              <a:gd name="connsiteX3" fmla="*/ 42917 w 420769"/>
              <a:gd name="connsiteY3" fmla="*/ 90354 h 439895"/>
              <a:gd name="connsiteX4" fmla="*/ 42926 w 420769"/>
              <a:gd name="connsiteY4" fmla="*/ 66541 h 439895"/>
              <a:gd name="connsiteX5" fmla="*/ 66747 w 420769"/>
              <a:gd name="connsiteY5" fmla="*/ 42735 h 439895"/>
              <a:gd name="connsiteX6" fmla="*/ 78661 w 420769"/>
              <a:gd name="connsiteY6" fmla="*/ 38275 h 439895"/>
              <a:gd name="connsiteX7" fmla="*/ 90567 w 420769"/>
              <a:gd name="connsiteY7" fmla="*/ 43117 h 439895"/>
              <a:gd name="connsiteX8" fmla="*/ 109909 w 420769"/>
              <a:gd name="connsiteY8" fmla="*/ 62475 h 439895"/>
              <a:gd name="connsiteX9" fmla="*/ 129266 w 420769"/>
              <a:gd name="connsiteY9" fmla="*/ 43133 h 439895"/>
              <a:gd name="connsiteX10" fmla="*/ 141172 w 420769"/>
              <a:gd name="connsiteY10" fmla="*/ 38300 h 439895"/>
              <a:gd name="connsiteX11" fmla="*/ 153082 w 420769"/>
              <a:gd name="connsiteY11" fmla="*/ 43142 h 439895"/>
              <a:gd name="connsiteX12" fmla="*/ 176888 w 420769"/>
              <a:gd name="connsiteY12" fmla="*/ 66967 h 439895"/>
              <a:gd name="connsiteX13" fmla="*/ 153007 w 420769"/>
              <a:gd name="connsiteY13" fmla="*/ 258199 h 439895"/>
              <a:gd name="connsiteX14" fmla="*/ 153007 w 420769"/>
              <a:gd name="connsiteY14" fmla="*/ 344266 h 439895"/>
              <a:gd name="connsiteX15" fmla="*/ 133881 w 420769"/>
              <a:gd name="connsiteY15" fmla="*/ 363392 h 439895"/>
              <a:gd name="connsiteX16" fmla="*/ 57378 w 420769"/>
              <a:gd name="connsiteY16" fmla="*/ 363392 h 439895"/>
              <a:gd name="connsiteX17" fmla="*/ 38252 w 420769"/>
              <a:gd name="connsiteY17" fmla="*/ 344266 h 439895"/>
              <a:gd name="connsiteX18" fmla="*/ 38252 w 420769"/>
              <a:gd name="connsiteY18" fmla="*/ 258199 h 439895"/>
              <a:gd name="connsiteX19" fmla="*/ 57378 w 420769"/>
              <a:gd name="connsiteY19" fmla="*/ 239073 h 439895"/>
              <a:gd name="connsiteX20" fmla="*/ 133881 w 420769"/>
              <a:gd name="connsiteY20" fmla="*/ 239073 h 439895"/>
              <a:gd name="connsiteX21" fmla="*/ 153007 w 420769"/>
              <a:gd name="connsiteY21" fmla="*/ 258199 h 439895"/>
              <a:gd name="connsiteX22" fmla="*/ 133881 w 420769"/>
              <a:gd name="connsiteY22" fmla="*/ 258199 h 439895"/>
              <a:gd name="connsiteX23" fmla="*/ 57378 w 420769"/>
              <a:gd name="connsiteY23" fmla="*/ 258199 h 439895"/>
              <a:gd name="connsiteX24" fmla="*/ 57378 w 420769"/>
              <a:gd name="connsiteY24" fmla="*/ 344266 h 439895"/>
              <a:gd name="connsiteX25" fmla="*/ 133881 w 420769"/>
              <a:gd name="connsiteY25" fmla="*/ 344266 h 439895"/>
              <a:gd name="connsiteX26" fmla="*/ 133881 w 420769"/>
              <a:gd name="connsiteY26" fmla="*/ 258199 h 439895"/>
              <a:gd name="connsiteX27" fmla="*/ 420769 w 420769"/>
              <a:gd name="connsiteY27" fmla="*/ 325140 h 439895"/>
              <a:gd name="connsiteX28" fmla="*/ 306014 w 420769"/>
              <a:gd name="connsiteY28" fmla="*/ 439895 h 439895"/>
              <a:gd name="connsiteX29" fmla="*/ 242715 w 420769"/>
              <a:gd name="connsiteY29" fmla="*/ 420769 h 439895"/>
              <a:gd name="connsiteX30" fmla="*/ 19126 w 420769"/>
              <a:gd name="connsiteY30" fmla="*/ 420769 h 439895"/>
              <a:gd name="connsiteX31" fmla="*/ 0 w 420769"/>
              <a:gd name="connsiteY31" fmla="*/ 401643 h 439895"/>
              <a:gd name="connsiteX32" fmla="*/ 0 w 420769"/>
              <a:gd name="connsiteY32" fmla="*/ 19126 h 439895"/>
              <a:gd name="connsiteX33" fmla="*/ 19126 w 420769"/>
              <a:gd name="connsiteY33" fmla="*/ 0 h 439895"/>
              <a:gd name="connsiteX34" fmla="*/ 261214 w 420769"/>
              <a:gd name="connsiteY34" fmla="*/ 42 h 439895"/>
              <a:gd name="connsiteX35" fmla="*/ 277838 w 420769"/>
              <a:gd name="connsiteY35" fmla="*/ 6556 h 439895"/>
              <a:gd name="connsiteX36" fmla="*/ 288837 w 420769"/>
              <a:gd name="connsiteY36" fmla="*/ 19126 h 439895"/>
              <a:gd name="connsiteX37" fmla="*/ 363390 w 420769"/>
              <a:gd name="connsiteY37" fmla="*/ 19126 h 439895"/>
              <a:gd name="connsiteX38" fmla="*/ 382516 w 420769"/>
              <a:gd name="connsiteY38" fmla="*/ 38252 h 439895"/>
              <a:gd name="connsiteX39" fmla="*/ 382567 w 420769"/>
              <a:gd name="connsiteY39" fmla="*/ 238974 h 439895"/>
              <a:gd name="connsiteX40" fmla="*/ 420767 w 420769"/>
              <a:gd name="connsiteY40" fmla="*/ 325140 h 439895"/>
              <a:gd name="connsiteX41" fmla="*/ 305576 w 420769"/>
              <a:gd name="connsiteY41" fmla="*/ 38252 h 439895"/>
              <a:gd name="connsiteX42" fmla="*/ 339540 w 420769"/>
              <a:gd name="connsiteY42" fmla="*/ 77064 h 439895"/>
              <a:gd name="connsiteX43" fmla="*/ 344266 w 420769"/>
              <a:gd name="connsiteY43" fmla="*/ 89662 h 439895"/>
              <a:gd name="connsiteX44" fmla="*/ 344266 w 420769"/>
              <a:gd name="connsiteY44" fmla="*/ 217079 h 439895"/>
              <a:gd name="connsiteX45" fmla="*/ 363392 w 420769"/>
              <a:gd name="connsiteY45" fmla="*/ 225909 h 439895"/>
              <a:gd name="connsiteX46" fmla="*/ 363392 w 420769"/>
              <a:gd name="connsiteY46" fmla="*/ 38252 h 439895"/>
              <a:gd name="connsiteX47" fmla="*/ 305576 w 420769"/>
              <a:gd name="connsiteY47" fmla="*/ 38252 h 439895"/>
              <a:gd name="connsiteX48" fmla="*/ 267766 w 420769"/>
              <a:gd name="connsiteY48" fmla="*/ 24154 h 439895"/>
              <a:gd name="connsiteX49" fmla="*/ 267705 w 420769"/>
              <a:gd name="connsiteY49" fmla="*/ 76475 h 439895"/>
              <a:gd name="connsiteX50" fmla="*/ 267711 w 420769"/>
              <a:gd name="connsiteY50" fmla="*/ 76504 h 439895"/>
              <a:gd name="connsiteX51" fmla="*/ 267760 w 420769"/>
              <a:gd name="connsiteY51" fmla="*/ 76504 h 439895"/>
              <a:gd name="connsiteX52" fmla="*/ 267760 w 420769"/>
              <a:gd name="connsiteY52" fmla="*/ 76754 h 439895"/>
              <a:gd name="connsiteX53" fmla="*/ 270524 w 420769"/>
              <a:gd name="connsiteY53" fmla="*/ 83226 h 439895"/>
              <a:gd name="connsiteX54" fmla="*/ 277275 w 420769"/>
              <a:gd name="connsiteY54" fmla="*/ 86009 h 439895"/>
              <a:gd name="connsiteX55" fmla="*/ 277295 w 420769"/>
              <a:gd name="connsiteY55" fmla="*/ 86009 h 439895"/>
              <a:gd name="connsiteX56" fmla="*/ 321841 w 420769"/>
              <a:gd name="connsiteY56" fmla="*/ 85969 h 439895"/>
              <a:gd name="connsiteX57" fmla="*/ 267764 w 420769"/>
              <a:gd name="connsiteY57" fmla="*/ 24152 h 439895"/>
              <a:gd name="connsiteX58" fmla="*/ 19126 w 420769"/>
              <a:gd name="connsiteY58" fmla="*/ 401643 h 439895"/>
              <a:gd name="connsiteX59" fmla="*/ 220722 w 420769"/>
              <a:gd name="connsiteY59" fmla="*/ 401643 h 439895"/>
              <a:gd name="connsiteX60" fmla="*/ 191259 w 420769"/>
              <a:gd name="connsiteY60" fmla="*/ 325140 h 439895"/>
              <a:gd name="connsiteX61" fmla="*/ 306014 w 420769"/>
              <a:gd name="connsiteY61" fmla="*/ 210385 h 439895"/>
              <a:gd name="connsiteX62" fmla="*/ 325140 w 420769"/>
              <a:gd name="connsiteY62" fmla="*/ 212112 h 439895"/>
              <a:gd name="connsiteX63" fmla="*/ 325140 w 420769"/>
              <a:gd name="connsiteY63" fmla="*/ 104988 h 439895"/>
              <a:gd name="connsiteX64" fmla="*/ 277354 w 420769"/>
              <a:gd name="connsiteY64" fmla="*/ 105137 h 439895"/>
              <a:gd name="connsiteX65" fmla="*/ 277279 w 420769"/>
              <a:gd name="connsiteY65" fmla="*/ 105137 h 439895"/>
              <a:gd name="connsiteX66" fmla="*/ 256088 w 420769"/>
              <a:gd name="connsiteY66" fmla="*/ 95629 h 439895"/>
              <a:gd name="connsiteX67" fmla="*/ 200822 w 420769"/>
              <a:gd name="connsiteY67" fmla="*/ 95629 h 439895"/>
              <a:gd name="connsiteX68" fmla="*/ 200822 w 420769"/>
              <a:gd name="connsiteY68" fmla="*/ 76504 h 439895"/>
              <a:gd name="connsiteX69" fmla="*/ 248581 w 420769"/>
              <a:gd name="connsiteY69" fmla="*/ 76504 h 439895"/>
              <a:gd name="connsiteX70" fmla="*/ 248617 w 420769"/>
              <a:gd name="connsiteY70" fmla="*/ 19193 h 439895"/>
              <a:gd name="connsiteX71" fmla="*/ 19128 w 420769"/>
              <a:gd name="connsiteY71" fmla="*/ 19126 h 439895"/>
              <a:gd name="connsiteX72" fmla="*/ 19128 w 420769"/>
              <a:gd name="connsiteY72" fmla="*/ 401643 h 439895"/>
              <a:gd name="connsiteX73" fmla="*/ 401643 w 420769"/>
              <a:gd name="connsiteY73" fmla="*/ 325140 h 439895"/>
              <a:gd name="connsiteX74" fmla="*/ 306014 w 420769"/>
              <a:gd name="connsiteY74" fmla="*/ 229511 h 439895"/>
              <a:gd name="connsiteX75" fmla="*/ 210385 w 420769"/>
              <a:gd name="connsiteY75" fmla="*/ 325140 h 439895"/>
              <a:gd name="connsiteX76" fmla="*/ 306014 w 420769"/>
              <a:gd name="connsiteY76" fmla="*/ 420769 h 439895"/>
              <a:gd name="connsiteX77" fmla="*/ 401643 w 420769"/>
              <a:gd name="connsiteY77" fmla="*/ 325140 h 439895"/>
              <a:gd name="connsiteX78" fmla="*/ 315592 w 420769"/>
              <a:gd name="connsiteY78" fmla="*/ 278069 h 439895"/>
              <a:gd name="connsiteX79" fmla="*/ 315493 w 420769"/>
              <a:gd name="connsiteY79" fmla="*/ 315674 h 439895"/>
              <a:gd name="connsiteX80" fmla="*/ 350690 w 420769"/>
              <a:gd name="connsiteY80" fmla="*/ 351876 h 439895"/>
              <a:gd name="connsiteX81" fmla="*/ 315592 w 420769"/>
              <a:gd name="connsiteY81" fmla="*/ 389198 h 439895"/>
              <a:gd name="connsiteX82" fmla="*/ 315592 w 420769"/>
              <a:gd name="connsiteY82" fmla="*/ 401601 h 439895"/>
              <a:gd name="connsiteX83" fmla="*/ 296545 w 420769"/>
              <a:gd name="connsiteY83" fmla="*/ 401641 h 439895"/>
              <a:gd name="connsiteX84" fmla="*/ 296551 w 420769"/>
              <a:gd name="connsiteY84" fmla="*/ 389104 h 439895"/>
              <a:gd name="connsiteX85" fmla="*/ 261338 w 420769"/>
              <a:gd name="connsiteY85" fmla="*/ 351876 h 439895"/>
              <a:gd name="connsiteX86" fmla="*/ 280464 w 420769"/>
              <a:gd name="connsiteY86" fmla="*/ 351876 h 439895"/>
              <a:gd name="connsiteX87" fmla="*/ 296560 w 420769"/>
              <a:gd name="connsiteY87" fmla="*/ 369703 h 439895"/>
              <a:gd name="connsiteX88" fmla="*/ 296575 w 420769"/>
              <a:gd name="connsiteY88" fmla="*/ 332081 h 439895"/>
              <a:gd name="connsiteX89" fmla="*/ 261657 w 420769"/>
              <a:gd name="connsiteY89" fmla="*/ 295973 h 439895"/>
              <a:gd name="connsiteX90" fmla="*/ 296608 w 420769"/>
              <a:gd name="connsiteY90" fmla="*/ 258762 h 439895"/>
              <a:gd name="connsiteX91" fmla="*/ 296612 w 420769"/>
              <a:gd name="connsiteY91" fmla="*/ 248634 h 439895"/>
              <a:gd name="connsiteX92" fmla="*/ 315395 w 420769"/>
              <a:gd name="connsiteY92" fmla="*/ 248634 h 439895"/>
              <a:gd name="connsiteX93" fmla="*/ 315495 w 420769"/>
              <a:gd name="connsiteY93" fmla="*/ 258817 h 439895"/>
              <a:gd name="connsiteX94" fmla="*/ 350692 w 420769"/>
              <a:gd name="connsiteY94" fmla="*/ 295973 h 439895"/>
              <a:gd name="connsiteX95" fmla="*/ 331566 w 420769"/>
              <a:gd name="connsiteY95" fmla="*/ 295973 h 439895"/>
              <a:gd name="connsiteX96" fmla="*/ 315594 w 420769"/>
              <a:gd name="connsiteY96" fmla="*/ 278067 h 439895"/>
              <a:gd name="connsiteX97" fmla="*/ 296583 w 420769"/>
              <a:gd name="connsiteY97" fmla="*/ 312408 h 439895"/>
              <a:gd name="connsiteX98" fmla="*/ 296596 w 420769"/>
              <a:gd name="connsiteY98" fmla="*/ 278194 h 439895"/>
              <a:gd name="connsiteX99" fmla="*/ 280779 w 420769"/>
              <a:gd name="connsiteY99" fmla="*/ 295975 h 439895"/>
              <a:gd name="connsiteX100" fmla="*/ 296581 w 420769"/>
              <a:gd name="connsiteY100" fmla="*/ 312406 h 439895"/>
              <a:gd name="connsiteX101" fmla="*/ 315699 w 420769"/>
              <a:gd name="connsiteY101" fmla="*/ 335430 h 439895"/>
              <a:gd name="connsiteX102" fmla="*/ 315594 w 420769"/>
              <a:gd name="connsiteY102" fmla="*/ 369852 h 439895"/>
              <a:gd name="connsiteX103" fmla="*/ 331566 w 420769"/>
              <a:gd name="connsiteY103" fmla="*/ 351878 h 439895"/>
              <a:gd name="connsiteX104" fmla="*/ 315699 w 420769"/>
              <a:gd name="connsiteY104" fmla="*/ 335430 h 439895"/>
              <a:gd name="connsiteX105" fmla="*/ 306016 w 420769"/>
              <a:gd name="connsiteY105" fmla="*/ 124318 h 439895"/>
              <a:gd name="connsiteX106" fmla="*/ 200824 w 420769"/>
              <a:gd name="connsiteY106" fmla="*/ 124318 h 439895"/>
              <a:gd name="connsiteX107" fmla="*/ 200824 w 420769"/>
              <a:gd name="connsiteY107" fmla="*/ 143444 h 439895"/>
              <a:gd name="connsiteX108" fmla="*/ 306016 w 420769"/>
              <a:gd name="connsiteY108" fmla="*/ 143444 h 439895"/>
              <a:gd name="connsiteX109" fmla="*/ 306016 w 420769"/>
              <a:gd name="connsiteY109" fmla="*/ 124318 h 43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20769" h="439895">
                <a:moveTo>
                  <a:pt x="176886" y="66967"/>
                </a:moveTo>
                <a:cubicBezTo>
                  <a:pt x="183580" y="73667"/>
                  <a:pt x="183576" y="84087"/>
                  <a:pt x="176876" y="90783"/>
                </a:cubicBezTo>
                <a:lnTo>
                  <a:pt x="109871" y="157362"/>
                </a:lnTo>
                <a:lnTo>
                  <a:pt x="42917" y="90354"/>
                </a:lnTo>
                <a:cubicBezTo>
                  <a:pt x="36222" y="83655"/>
                  <a:pt x="36226" y="73235"/>
                  <a:pt x="42926" y="66541"/>
                </a:cubicBezTo>
                <a:lnTo>
                  <a:pt x="66747" y="42735"/>
                </a:lnTo>
                <a:cubicBezTo>
                  <a:pt x="70102" y="39759"/>
                  <a:pt x="74191" y="38273"/>
                  <a:pt x="78661" y="38275"/>
                </a:cubicBezTo>
                <a:cubicBezTo>
                  <a:pt x="83127" y="38275"/>
                  <a:pt x="87216" y="39767"/>
                  <a:pt x="90567" y="43117"/>
                </a:cubicBezTo>
                <a:lnTo>
                  <a:pt x="109909" y="62475"/>
                </a:lnTo>
                <a:lnTo>
                  <a:pt x="129266" y="43133"/>
                </a:lnTo>
                <a:cubicBezTo>
                  <a:pt x="132617" y="39786"/>
                  <a:pt x="136710" y="38300"/>
                  <a:pt x="141172" y="38300"/>
                </a:cubicBezTo>
                <a:cubicBezTo>
                  <a:pt x="145269" y="38301"/>
                  <a:pt x="149733" y="39793"/>
                  <a:pt x="153082" y="43142"/>
                </a:cubicBezTo>
                <a:lnTo>
                  <a:pt x="176888" y="66967"/>
                </a:lnTo>
                <a:close/>
                <a:moveTo>
                  <a:pt x="153007" y="258199"/>
                </a:moveTo>
                <a:lnTo>
                  <a:pt x="153007" y="344266"/>
                </a:lnTo>
                <a:cubicBezTo>
                  <a:pt x="153007" y="354810"/>
                  <a:pt x="144425" y="363392"/>
                  <a:pt x="133881" y="363392"/>
                </a:cubicBezTo>
                <a:lnTo>
                  <a:pt x="57378" y="363392"/>
                </a:lnTo>
                <a:cubicBezTo>
                  <a:pt x="46834" y="363392"/>
                  <a:pt x="38252" y="354810"/>
                  <a:pt x="38252" y="344266"/>
                </a:cubicBezTo>
                <a:lnTo>
                  <a:pt x="38252" y="258199"/>
                </a:lnTo>
                <a:cubicBezTo>
                  <a:pt x="38252" y="247655"/>
                  <a:pt x="46834" y="239073"/>
                  <a:pt x="57378" y="239073"/>
                </a:cubicBezTo>
                <a:lnTo>
                  <a:pt x="133881" y="239073"/>
                </a:lnTo>
                <a:cubicBezTo>
                  <a:pt x="144425" y="239073"/>
                  <a:pt x="153007" y="247655"/>
                  <a:pt x="153007" y="258199"/>
                </a:cubicBezTo>
                <a:close/>
                <a:moveTo>
                  <a:pt x="133881" y="258199"/>
                </a:moveTo>
                <a:lnTo>
                  <a:pt x="57378" y="258199"/>
                </a:lnTo>
                <a:lnTo>
                  <a:pt x="57378" y="344266"/>
                </a:lnTo>
                <a:lnTo>
                  <a:pt x="133881" y="344266"/>
                </a:lnTo>
                <a:lnTo>
                  <a:pt x="133881" y="258199"/>
                </a:lnTo>
                <a:close/>
                <a:moveTo>
                  <a:pt x="420769" y="325140"/>
                </a:moveTo>
                <a:cubicBezTo>
                  <a:pt x="420769" y="388420"/>
                  <a:pt x="369294" y="439895"/>
                  <a:pt x="306014" y="439895"/>
                </a:cubicBezTo>
                <a:cubicBezTo>
                  <a:pt x="282627" y="439895"/>
                  <a:pt x="260877" y="432830"/>
                  <a:pt x="242715" y="420769"/>
                </a:cubicBezTo>
                <a:lnTo>
                  <a:pt x="19126" y="420769"/>
                </a:lnTo>
                <a:cubicBezTo>
                  <a:pt x="8582" y="420769"/>
                  <a:pt x="0" y="412187"/>
                  <a:pt x="0" y="401643"/>
                </a:cubicBezTo>
                <a:lnTo>
                  <a:pt x="0" y="19126"/>
                </a:lnTo>
                <a:cubicBezTo>
                  <a:pt x="0" y="8582"/>
                  <a:pt x="8582" y="0"/>
                  <a:pt x="19126" y="0"/>
                </a:cubicBezTo>
                <a:cubicBezTo>
                  <a:pt x="19126" y="0"/>
                  <a:pt x="261009" y="46"/>
                  <a:pt x="261214" y="42"/>
                </a:cubicBezTo>
                <a:cubicBezTo>
                  <a:pt x="267045" y="-65"/>
                  <a:pt x="273921" y="2077"/>
                  <a:pt x="277838" y="6556"/>
                </a:cubicBezTo>
                <a:lnTo>
                  <a:pt x="288837" y="19126"/>
                </a:lnTo>
                <a:lnTo>
                  <a:pt x="363390" y="19126"/>
                </a:lnTo>
                <a:cubicBezTo>
                  <a:pt x="373934" y="19126"/>
                  <a:pt x="382516" y="27708"/>
                  <a:pt x="382516" y="38252"/>
                </a:cubicBezTo>
                <a:lnTo>
                  <a:pt x="382567" y="238974"/>
                </a:lnTo>
                <a:cubicBezTo>
                  <a:pt x="406480" y="260018"/>
                  <a:pt x="420767" y="290853"/>
                  <a:pt x="420767" y="325140"/>
                </a:cubicBezTo>
                <a:close/>
                <a:moveTo>
                  <a:pt x="305576" y="38252"/>
                </a:moveTo>
                <a:lnTo>
                  <a:pt x="339540" y="77064"/>
                </a:lnTo>
                <a:cubicBezTo>
                  <a:pt x="342594" y="80566"/>
                  <a:pt x="344266" y="85030"/>
                  <a:pt x="344266" y="89662"/>
                </a:cubicBezTo>
                <a:lnTo>
                  <a:pt x="344266" y="217079"/>
                </a:lnTo>
                <a:cubicBezTo>
                  <a:pt x="350948" y="219452"/>
                  <a:pt x="357342" y="222398"/>
                  <a:pt x="363392" y="225909"/>
                </a:cubicBezTo>
                <a:lnTo>
                  <a:pt x="363392" y="38252"/>
                </a:lnTo>
                <a:lnTo>
                  <a:pt x="305576" y="38252"/>
                </a:lnTo>
                <a:close/>
                <a:moveTo>
                  <a:pt x="267766" y="24154"/>
                </a:moveTo>
                <a:lnTo>
                  <a:pt x="267705" y="76475"/>
                </a:lnTo>
                <a:cubicBezTo>
                  <a:pt x="267705" y="76475"/>
                  <a:pt x="267711" y="76494"/>
                  <a:pt x="267711" y="76504"/>
                </a:cubicBezTo>
                <a:lnTo>
                  <a:pt x="267760" y="76504"/>
                </a:lnTo>
                <a:lnTo>
                  <a:pt x="267760" y="76754"/>
                </a:lnTo>
                <a:cubicBezTo>
                  <a:pt x="267843" y="79202"/>
                  <a:pt x="268782" y="81493"/>
                  <a:pt x="270524" y="83226"/>
                </a:cubicBezTo>
                <a:cubicBezTo>
                  <a:pt x="272326" y="85020"/>
                  <a:pt x="274726" y="86009"/>
                  <a:pt x="277275" y="86009"/>
                </a:cubicBezTo>
                <a:lnTo>
                  <a:pt x="277295" y="86009"/>
                </a:lnTo>
                <a:lnTo>
                  <a:pt x="321841" y="85969"/>
                </a:lnTo>
                <a:lnTo>
                  <a:pt x="267764" y="24152"/>
                </a:lnTo>
                <a:close/>
                <a:moveTo>
                  <a:pt x="19126" y="401643"/>
                </a:moveTo>
                <a:lnTo>
                  <a:pt x="220722" y="401643"/>
                </a:lnTo>
                <a:cubicBezTo>
                  <a:pt x="202470" y="381316"/>
                  <a:pt x="191259" y="354546"/>
                  <a:pt x="191259" y="325140"/>
                </a:cubicBezTo>
                <a:cubicBezTo>
                  <a:pt x="191259" y="261860"/>
                  <a:pt x="242734" y="210385"/>
                  <a:pt x="306014" y="210385"/>
                </a:cubicBezTo>
                <a:cubicBezTo>
                  <a:pt x="312544" y="210385"/>
                  <a:pt x="318905" y="211060"/>
                  <a:pt x="325140" y="212112"/>
                </a:cubicBezTo>
                <a:lnTo>
                  <a:pt x="325140" y="104988"/>
                </a:lnTo>
                <a:lnTo>
                  <a:pt x="277354" y="105137"/>
                </a:lnTo>
                <a:lnTo>
                  <a:pt x="277279" y="105137"/>
                </a:lnTo>
                <a:cubicBezTo>
                  <a:pt x="268858" y="105137"/>
                  <a:pt x="261346" y="101426"/>
                  <a:pt x="256088" y="95629"/>
                </a:cubicBezTo>
                <a:lnTo>
                  <a:pt x="200822" y="95629"/>
                </a:lnTo>
                <a:lnTo>
                  <a:pt x="200822" y="76504"/>
                </a:lnTo>
                <a:lnTo>
                  <a:pt x="248581" y="76504"/>
                </a:lnTo>
                <a:lnTo>
                  <a:pt x="248617" y="19193"/>
                </a:lnTo>
                <a:lnTo>
                  <a:pt x="19128" y="19126"/>
                </a:lnTo>
                <a:lnTo>
                  <a:pt x="19128" y="401643"/>
                </a:lnTo>
                <a:close/>
                <a:moveTo>
                  <a:pt x="401643" y="325140"/>
                </a:moveTo>
                <a:cubicBezTo>
                  <a:pt x="401643" y="272414"/>
                  <a:pt x="358740" y="229511"/>
                  <a:pt x="306014" y="229511"/>
                </a:cubicBezTo>
                <a:cubicBezTo>
                  <a:pt x="253288" y="229511"/>
                  <a:pt x="210385" y="272414"/>
                  <a:pt x="210385" y="325140"/>
                </a:cubicBezTo>
                <a:cubicBezTo>
                  <a:pt x="210385" y="377866"/>
                  <a:pt x="253288" y="420769"/>
                  <a:pt x="306014" y="420769"/>
                </a:cubicBezTo>
                <a:cubicBezTo>
                  <a:pt x="358740" y="420769"/>
                  <a:pt x="401643" y="377866"/>
                  <a:pt x="401643" y="325140"/>
                </a:cubicBezTo>
                <a:close/>
                <a:moveTo>
                  <a:pt x="315592" y="278069"/>
                </a:moveTo>
                <a:lnTo>
                  <a:pt x="315493" y="315674"/>
                </a:lnTo>
                <a:cubicBezTo>
                  <a:pt x="336774" y="319393"/>
                  <a:pt x="350690" y="333435"/>
                  <a:pt x="350690" y="351876"/>
                </a:cubicBezTo>
                <a:cubicBezTo>
                  <a:pt x="350690" y="371530"/>
                  <a:pt x="335137" y="387634"/>
                  <a:pt x="315592" y="389198"/>
                </a:cubicBezTo>
                <a:lnTo>
                  <a:pt x="315592" y="401601"/>
                </a:lnTo>
                <a:lnTo>
                  <a:pt x="296545" y="401641"/>
                </a:lnTo>
                <a:lnTo>
                  <a:pt x="296551" y="389104"/>
                </a:lnTo>
                <a:cubicBezTo>
                  <a:pt x="276912" y="387634"/>
                  <a:pt x="261338" y="371595"/>
                  <a:pt x="261338" y="351876"/>
                </a:cubicBezTo>
                <a:lnTo>
                  <a:pt x="280464" y="351876"/>
                </a:lnTo>
                <a:cubicBezTo>
                  <a:pt x="280464" y="361035"/>
                  <a:pt x="287517" y="368315"/>
                  <a:pt x="296560" y="369703"/>
                </a:cubicBezTo>
                <a:lnTo>
                  <a:pt x="296575" y="332081"/>
                </a:lnTo>
                <a:cubicBezTo>
                  <a:pt x="275336" y="328332"/>
                  <a:pt x="261657" y="314382"/>
                  <a:pt x="261657" y="295973"/>
                </a:cubicBezTo>
                <a:cubicBezTo>
                  <a:pt x="261657" y="276333"/>
                  <a:pt x="277096" y="260357"/>
                  <a:pt x="296608" y="258762"/>
                </a:cubicBezTo>
                <a:lnTo>
                  <a:pt x="296612" y="248634"/>
                </a:lnTo>
                <a:lnTo>
                  <a:pt x="315395" y="248634"/>
                </a:lnTo>
                <a:lnTo>
                  <a:pt x="315495" y="258817"/>
                </a:lnTo>
                <a:cubicBezTo>
                  <a:pt x="335011" y="260408"/>
                  <a:pt x="350692" y="276331"/>
                  <a:pt x="350692" y="295973"/>
                </a:cubicBezTo>
                <a:lnTo>
                  <a:pt x="331566" y="295973"/>
                </a:lnTo>
                <a:cubicBezTo>
                  <a:pt x="331566" y="286900"/>
                  <a:pt x="324509" y="279559"/>
                  <a:pt x="315594" y="278067"/>
                </a:cubicBezTo>
                <a:close/>
                <a:moveTo>
                  <a:pt x="296583" y="312408"/>
                </a:moveTo>
                <a:lnTo>
                  <a:pt x="296596" y="278194"/>
                </a:lnTo>
                <a:cubicBezTo>
                  <a:pt x="287693" y="279697"/>
                  <a:pt x="280779" y="286911"/>
                  <a:pt x="280779" y="295975"/>
                </a:cubicBezTo>
                <a:cubicBezTo>
                  <a:pt x="280779" y="305088"/>
                  <a:pt x="288317" y="310145"/>
                  <a:pt x="296581" y="312406"/>
                </a:cubicBezTo>
                <a:close/>
                <a:moveTo>
                  <a:pt x="315699" y="335430"/>
                </a:moveTo>
                <a:lnTo>
                  <a:pt x="315594" y="369852"/>
                </a:lnTo>
                <a:cubicBezTo>
                  <a:pt x="324530" y="368376"/>
                  <a:pt x="331566" y="360965"/>
                  <a:pt x="331566" y="351878"/>
                </a:cubicBezTo>
                <a:cubicBezTo>
                  <a:pt x="331566" y="342734"/>
                  <a:pt x="323989" y="337679"/>
                  <a:pt x="315699" y="335430"/>
                </a:cubicBezTo>
                <a:close/>
                <a:moveTo>
                  <a:pt x="306016" y="124318"/>
                </a:moveTo>
                <a:lnTo>
                  <a:pt x="200824" y="124318"/>
                </a:lnTo>
                <a:lnTo>
                  <a:pt x="200824" y="143444"/>
                </a:lnTo>
                <a:lnTo>
                  <a:pt x="306016" y="143444"/>
                </a:lnTo>
                <a:lnTo>
                  <a:pt x="306016" y="124318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9" name="Graphic 214" descr="Coupon savings 1 icon.">
            <a:extLst>
              <a:ext uri="{FF2B5EF4-FFF2-40B4-BE49-F238E27FC236}">
                <a16:creationId xmlns:a16="http://schemas.microsoft.com/office/drawing/2014/main" id="{919B560E-55B1-4015-80B6-1FCDE7C3DE68}"/>
              </a:ext>
            </a:extLst>
          </p:cNvPr>
          <p:cNvSpPr>
            <a:spLocks noChangeAspect="1"/>
          </p:cNvSpPr>
          <p:nvPr/>
        </p:nvSpPr>
        <p:spPr>
          <a:xfrm>
            <a:off x="4647491" y="2311018"/>
            <a:ext cx="425332" cy="436322"/>
          </a:xfrm>
          <a:custGeom>
            <a:avLst/>
            <a:gdLst>
              <a:gd name="connsiteX0" fmla="*/ 77623 w 425332"/>
              <a:gd name="connsiteY0" fmla="*/ 59955 h 436322"/>
              <a:gd name="connsiteX1" fmla="*/ 33682 w 425332"/>
              <a:gd name="connsiteY1" fmla="*/ 77150 h 436322"/>
              <a:gd name="connsiteX2" fmla="*/ 33682 w 425332"/>
              <a:gd name="connsiteY2" fmla="*/ 101986 h 436322"/>
              <a:gd name="connsiteX3" fmla="*/ 52787 w 425332"/>
              <a:gd name="connsiteY3" fmla="*/ 121091 h 436322"/>
              <a:gd name="connsiteX4" fmla="*/ 66160 w 425332"/>
              <a:gd name="connsiteY4" fmla="*/ 124912 h 436322"/>
              <a:gd name="connsiteX5" fmla="*/ 96728 w 425332"/>
              <a:gd name="connsiteY5" fmla="*/ 105807 h 436322"/>
              <a:gd name="connsiteX6" fmla="*/ 96728 w 425332"/>
              <a:gd name="connsiteY6" fmla="*/ 80971 h 436322"/>
              <a:gd name="connsiteX7" fmla="*/ 77623 w 425332"/>
              <a:gd name="connsiteY7" fmla="*/ 59955 h 436322"/>
              <a:gd name="connsiteX8" fmla="*/ 77623 w 425332"/>
              <a:gd name="connsiteY8" fmla="*/ 96255 h 436322"/>
              <a:gd name="connsiteX9" fmla="*/ 58518 w 425332"/>
              <a:gd name="connsiteY9" fmla="*/ 103897 h 436322"/>
              <a:gd name="connsiteX10" fmla="*/ 58518 w 425332"/>
              <a:gd name="connsiteY10" fmla="*/ 103897 h 436322"/>
              <a:gd name="connsiteX11" fmla="*/ 50876 w 425332"/>
              <a:gd name="connsiteY11" fmla="*/ 84792 h 436322"/>
              <a:gd name="connsiteX12" fmla="*/ 50876 w 425332"/>
              <a:gd name="connsiteY12" fmla="*/ 82881 h 436322"/>
              <a:gd name="connsiteX13" fmla="*/ 64250 w 425332"/>
              <a:gd name="connsiteY13" fmla="*/ 75239 h 436322"/>
              <a:gd name="connsiteX14" fmla="*/ 69981 w 425332"/>
              <a:gd name="connsiteY14" fmla="*/ 77150 h 436322"/>
              <a:gd name="connsiteX15" fmla="*/ 77623 w 425332"/>
              <a:gd name="connsiteY15" fmla="*/ 96255 h 436322"/>
              <a:gd name="connsiteX16" fmla="*/ 77623 w 425332"/>
              <a:gd name="connsiteY16" fmla="*/ 96255 h 436322"/>
              <a:gd name="connsiteX17" fmla="*/ 77623 w 425332"/>
              <a:gd name="connsiteY17" fmla="*/ 96255 h 436322"/>
              <a:gd name="connsiteX18" fmla="*/ 358465 w 425332"/>
              <a:gd name="connsiteY18" fmla="*/ 23656 h 436322"/>
              <a:gd name="connsiteX19" fmla="*/ 354644 w 425332"/>
              <a:gd name="connsiteY19" fmla="*/ 10283 h 436322"/>
              <a:gd name="connsiteX20" fmla="*/ 308793 w 425332"/>
              <a:gd name="connsiteY20" fmla="*/ 8372 h 436322"/>
              <a:gd name="connsiteX21" fmla="*/ 180790 w 425332"/>
              <a:gd name="connsiteY21" fmla="*/ 123002 h 436322"/>
              <a:gd name="connsiteX22" fmla="*/ 129206 w 425332"/>
              <a:gd name="connsiteY22" fmla="*/ 96255 h 436322"/>
              <a:gd name="connsiteX23" fmla="*/ 75713 w 425332"/>
              <a:gd name="connsiteY23" fmla="*/ 27477 h 436322"/>
              <a:gd name="connsiteX24" fmla="*/ 14577 w 425332"/>
              <a:gd name="connsiteY24" fmla="*/ 50403 h 436322"/>
              <a:gd name="connsiteX25" fmla="*/ 12666 w 425332"/>
              <a:gd name="connsiteY25" fmla="*/ 128733 h 436322"/>
              <a:gd name="connsiteX26" fmla="*/ 37503 w 425332"/>
              <a:gd name="connsiteY26" fmla="*/ 149749 h 436322"/>
              <a:gd name="connsiteX27" fmla="*/ 102460 w 425332"/>
              <a:gd name="connsiteY27" fmla="*/ 140196 h 436322"/>
              <a:gd name="connsiteX28" fmla="*/ 138759 w 425332"/>
              <a:gd name="connsiteY28" fmla="*/ 159301 h 436322"/>
              <a:gd name="connsiteX29" fmla="*/ 131117 w 425332"/>
              <a:gd name="connsiteY29" fmla="*/ 168854 h 436322"/>
              <a:gd name="connsiteX30" fmla="*/ 100549 w 425332"/>
              <a:gd name="connsiteY30" fmla="*/ 168854 h 436322"/>
              <a:gd name="connsiteX31" fmla="*/ 100549 w 425332"/>
              <a:gd name="connsiteY31" fmla="*/ 187958 h 436322"/>
              <a:gd name="connsiteX32" fmla="*/ 205626 w 425332"/>
              <a:gd name="connsiteY32" fmla="*/ 187958 h 436322"/>
              <a:gd name="connsiteX33" fmla="*/ 205626 w 425332"/>
              <a:gd name="connsiteY33" fmla="*/ 168854 h 436322"/>
              <a:gd name="connsiteX34" fmla="*/ 205626 w 425332"/>
              <a:gd name="connsiteY34" fmla="*/ 168854 h 436322"/>
              <a:gd name="connsiteX35" fmla="*/ 213268 w 425332"/>
              <a:gd name="connsiteY35" fmla="*/ 163122 h 436322"/>
              <a:gd name="connsiteX36" fmla="*/ 228552 w 425332"/>
              <a:gd name="connsiteY36" fmla="*/ 149749 h 436322"/>
              <a:gd name="connsiteX37" fmla="*/ 352734 w 425332"/>
              <a:gd name="connsiteY37" fmla="*/ 35119 h 436322"/>
              <a:gd name="connsiteX38" fmla="*/ 358465 w 425332"/>
              <a:gd name="connsiteY38" fmla="*/ 23656 h 436322"/>
              <a:gd name="connsiteX39" fmla="*/ 113922 w 425332"/>
              <a:gd name="connsiteY39" fmla="*/ 123002 h 436322"/>
              <a:gd name="connsiteX40" fmla="*/ 104370 w 425332"/>
              <a:gd name="connsiteY40" fmla="*/ 121091 h 436322"/>
              <a:gd name="connsiteX41" fmla="*/ 92907 w 425332"/>
              <a:gd name="connsiteY41" fmla="*/ 124912 h 436322"/>
              <a:gd name="connsiteX42" fmla="*/ 45145 w 425332"/>
              <a:gd name="connsiteY42" fmla="*/ 130644 h 436322"/>
              <a:gd name="connsiteX43" fmla="*/ 26040 w 425332"/>
              <a:gd name="connsiteY43" fmla="*/ 115360 h 436322"/>
              <a:gd name="connsiteX44" fmla="*/ 29861 w 425332"/>
              <a:gd name="connsiteY44" fmla="*/ 61866 h 436322"/>
              <a:gd name="connsiteX45" fmla="*/ 73802 w 425332"/>
              <a:gd name="connsiteY45" fmla="*/ 44672 h 436322"/>
              <a:gd name="connsiteX46" fmla="*/ 112012 w 425332"/>
              <a:gd name="connsiteY46" fmla="*/ 94344 h 436322"/>
              <a:gd name="connsiteX47" fmla="*/ 119654 w 425332"/>
              <a:gd name="connsiteY47" fmla="*/ 111539 h 436322"/>
              <a:gd name="connsiteX48" fmla="*/ 165506 w 425332"/>
              <a:gd name="connsiteY48" fmla="*/ 136375 h 436322"/>
              <a:gd name="connsiteX49" fmla="*/ 155953 w 425332"/>
              <a:gd name="connsiteY49" fmla="*/ 145928 h 436322"/>
              <a:gd name="connsiteX50" fmla="*/ 113922 w 425332"/>
              <a:gd name="connsiteY50" fmla="*/ 123002 h 436322"/>
              <a:gd name="connsiteX51" fmla="*/ 209447 w 425332"/>
              <a:gd name="connsiteY51" fmla="*/ 138286 h 436322"/>
              <a:gd name="connsiteX52" fmla="*/ 194163 w 425332"/>
              <a:gd name="connsiteY52" fmla="*/ 151659 h 436322"/>
              <a:gd name="connsiteX53" fmla="*/ 184611 w 425332"/>
              <a:gd name="connsiteY53" fmla="*/ 161212 h 436322"/>
              <a:gd name="connsiteX54" fmla="*/ 176969 w 425332"/>
              <a:gd name="connsiteY54" fmla="*/ 168854 h 436322"/>
              <a:gd name="connsiteX55" fmla="*/ 157864 w 425332"/>
              <a:gd name="connsiteY55" fmla="*/ 168854 h 436322"/>
              <a:gd name="connsiteX56" fmla="*/ 173148 w 425332"/>
              <a:gd name="connsiteY56" fmla="*/ 155480 h 436322"/>
              <a:gd name="connsiteX57" fmla="*/ 182700 w 425332"/>
              <a:gd name="connsiteY57" fmla="*/ 145928 h 436322"/>
              <a:gd name="connsiteX58" fmla="*/ 197984 w 425332"/>
              <a:gd name="connsiteY58" fmla="*/ 132554 h 436322"/>
              <a:gd name="connsiteX59" fmla="*/ 320256 w 425332"/>
              <a:gd name="connsiteY59" fmla="*/ 21746 h 436322"/>
              <a:gd name="connsiteX60" fmla="*/ 339361 w 425332"/>
              <a:gd name="connsiteY60" fmla="*/ 21746 h 436322"/>
              <a:gd name="connsiteX61" fmla="*/ 209447 w 425332"/>
              <a:gd name="connsiteY61" fmla="*/ 138286 h 436322"/>
              <a:gd name="connsiteX62" fmla="*/ 5024 w 425332"/>
              <a:gd name="connsiteY62" fmla="*/ 187958 h 436322"/>
              <a:gd name="connsiteX63" fmla="*/ 5024 w 425332"/>
              <a:gd name="connsiteY63" fmla="*/ 245273 h 436322"/>
              <a:gd name="connsiteX64" fmla="*/ 24129 w 425332"/>
              <a:gd name="connsiteY64" fmla="*/ 245273 h 436322"/>
              <a:gd name="connsiteX65" fmla="*/ 24129 w 425332"/>
              <a:gd name="connsiteY65" fmla="*/ 187958 h 436322"/>
              <a:gd name="connsiteX66" fmla="*/ 81444 w 425332"/>
              <a:gd name="connsiteY66" fmla="*/ 187958 h 436322"/>
              <a:gd name="connsiteX67" fmla="*/ 81444 w 425332"/>
              <a:gd name="connsiteY67" fmla="*/ 168854 h 436322"/>
              <a:gd name="connsiteX68" fmla="*/ 24129 w 425332"/>
              <a:gd name="connsiteY68" fmla="*/ 168854 h 436322"/>
              <a:gd name="connsiteX69" fmla="*/ 5024 w 425332"/>
              <a:gd name="connsiteY69" fmla="*/ 187958 h 436322"/>
              <a:gd name="connsiteX70" fmla="*/ 5024 w 425332"/>
              <a:gd name="connsiteY70" fmla="*/ 264378 h 436322"/>
              <a:gd name="connsiteX71" fmla="*/ 24129 w 425332"/>
              <a:gd name="connsiteY71" fmla="*/ 264378 h 436322"/>
              <a:gd name="connsiteX72" fmla="*/ 24129 w 425332"/>
              <a:gd name="connsiteY72" fmla="*/ 340798 h 436322"/>
              <a:gd name="connsiteX73" fmla="*/ 5024 w 425332"/>
              <a:gd name="connsiteY73" fmla="*/ 340798 h 436322"/>
              <a:gd name="connsiteX74" fmla="*/ 5024 w 425332"/>
              <a:gd name="connsiteY74" fmla="*/ 264378 h 436322"/>
              <a:gd name="connsiteX75" fmla="*/ 24129 w 425332"/>
              <a:gd name="connsiteY75" fmla="*/ 359903 h 436322"/>
              <a:gd name="connsiteX76" fmla="*/ 5024 w 425332"/>
              <a:gd name="connsiteY76" fmla="*/ 359903 h 436322"/>
              <a:gd name="connsiteX77" fmla="*/ 5024 w 425332"/>
              <a:gd name="connsiteY77" fmla="*/ 417217 h 436322"/>
              <a:gd name="connsiteX78" fmla="*/ 24129 w 425332"/>
              <a:gd name="connsiteY78" fmla="*/ 436322 h 436322"/>
              <a:gd name="connsiteX79" fmla="*/ 81444 w 425332"/>
              <a:gd name="connsiteY79" fmla="*/ 436322 h 436322"/>
              <a:gd name="connsiteX80" fmla="*/ 81444 w 425332"/>
              <a:gd name="connsiteY80" fmla="*/ 417217 h 436322"/>
              <a:gd name="connsiteX81" fmla="*/ 24129 w 425332"/>
              <a:gd name="connsiteY81" fmla="*/ 417217 h 436322"/>
              <a:gd name="connsiteX82" fmla="*/ 24129 w 425332"/>
              <a:gd name="connsiteY82" fmla="*/ 359903 h 436322"/>
              <a:gd name="connsiteX83" fmla="*/ 406228 w 425332"/>
              <a:gd name="connsiteY83" fmla="*/ 417217 h 436322"/>
              <a:gd name="connsiteX84" fmla="*/ 348913 w 425332"/>
              <a:gd name="connsiteY84" fmla="*/ 417217 h 436322"/>
              <a:gd name="connsiteX85" fmla="*/ 348913 w 425332"/>
              <a:gd name="connsiteY85" fmla="*/ 436322 h 436322"/>
              <a:gd name="connsiteX86" fmla="*/ 406228 w 425332"/>
              <a:gd name="connsiteY86" fmla="*/ 436322 h 436322"/>
              <a:gd name="connsiteX87" fmla="*/ 425333 w 425332"/>
              <a:gd name="connsiteY87" fmla="*/ 417217 h 436322"/>
              <a:gd name="connsiteX88" fmla="*/ 425333 w 425332"/>
              <a:gd name="connsiteY88" fmla="*/ 359903 h 436322"/>
              <a:gd name="connsiteX89" fmla="*/ 406228 w 425332"/>
              <a:gd name="connsiteY89" fmla="*/ 359903 h 436322"/>
              <a:gd name="connsiteX90" fmla="*/ 406228 w 425332"/>
              <a:gd name="connsiteY90" fmla="*/ 417217 h 436322"/>
              <a:gd name="connsiteX91" fmla="*/ 406228 w 425332"/>
              <a:gd name="connsiteY91" fmla="*/ 264378 h 436322"/>
              <a:gd name="connsiteX92" fmla="*/ 425333 w 425332"/>
              <a:gd name="connsiteY92" fmla="*/ 264378 h 436322"/>
              <a:gd name="connsiteX93" fmla="*/ 425333 w 425332"/>
              <a:gd name="connsiteY93" fmla="*/ 340798 h 436322"/>
              <a:gd name="connsiteX94" fmla="*/ 406228 w 425332"/>
              <a:gd name="connsiteY94" fmla="*/ 340798 h 436322"/>
              <a:gd name="connsiteX95" fmla="*/ 406228 w 425332"/>
              <a:gd name="connsiteY95" fmla="*/ 264378 h 436322"/>
              <a:gd name="connsiteX96" fmla="*/ 406228 w 425332"/>
              <a:gd name="connsiteY96" fmla="*/ 168854 h 436322"/>
              <a:gd name="connsiteX97" fmla="*/ 348913 w 425332"/>
              <a:gd name="connsiteY97" fmla="*/ 168854 h 436322"/>
              <a:gd name="connsiteX98" fmla="*/ 348913 w 425332"/>
              <a:gd name="connsiteY98" fmla="*/ 187958 h 436322"/>
              <a:gd name="connsiteX99" fmla="*/ 406228 w 425332"/>
              <a:gd name="connsiteY99" fmla="*/ 187958 h 436322"/>
              <a:gd name="connsiteX100" fmla="*/ 406228 w 425332"/>
              <a:gd name="connsiteY100" fmla="*/ 245273 h 436322"/>
              <a:gd name="connsiteX101" fmla="*/ 425333 w 425332"/>
              <a:gd name="connsiteY101" fmla="*/ 245273 h 436322"/>
              <a:gd name="connsiteX102" fmla="*/ 425333 w 425332"/>
              <a:gd name="connsiteY102" fmla="*/ 187958 h 436322"/>
              <a:gd name="connsiteX103" fmla="*/ 406228 w 425332"/>
              <a:gd name="connsiteY103" fmla="*/ 168854 h 436322"/>
              <a:gd name="connsiteX104" fmla="*/ 224731 w 425332"/>
              <a:gd name="connsiteY104" fmla="*/ 379008 h 436322"/>
              <a:gd name="connsiteX105" fmla="*/ 224731 w 425332"/>
              <a:gd name="connsiteY105" fmla="*/ 371366 h 436322"/>
              <a:gd name="connsiteX106" fmla="*/ 257209 w 425332"/>
              <a:gd name="connsiteY106" fmla="*/ 327424 h 436322"/>
              <a:gd name="connsiteX107" fmla="*/ 224731 w 425332"/>
              <a:gd name="connsiteY107" fmla="*/ 294946 h 436322"/>
              <a:gd name="connsiteX108" fmla="*/ 224731 w 425332"/>
              <a:gd name="connsiteY108" fmla="*/ 254826 h 436322"/>
              <a:gd name="connsiteX109" fmla="*/ 236194 w 425332"/>
              <a:gd name="connsiteY109" fmla="*/ 260557 h 436322"/>
              <a:gd name="connsiteX110" fmla="*/ 241925 w 425332"/>
              <a:gd name="connsiteY110" fmla="*/ 273931 h 436322"/>
              <a:gd name="connsiteX111" fmla="*/ 261030 w 425332"/>
              <a:gd name="connsiteY111" fmla="*/ 273931 h 436322"/>
              <a:gd name="connsiteX112" fmla="*/ 249567 w 425332"/>
              <a:gd name="connsiteY112" fmla="*/ 247184 h 436322"/>
              <a:gd name="connsiteX113" fmla="*/ 224731 w 425332"/>
              <a:gd name="connsiteY113" fmla="*/ 235721 h 436322"/>
              <a:gd name="connsiteX114" fmla="*/ 224731 w 425332"/>
              <a:gd name="connsiteY114" fmla="*/ 226168 h 436322"/>
              <a:gd name="connsiteX115" fmla="*/ 205626 w 425332"/>
              <a:gd name="connsiteY115" fmla="*/ 226168 h 436322"/>
              <a:gd name="connsiteX116" fmla="*/ 205626 w 425332"/>
              <a:gd name="connsiteY116" fmla="*/ 235721 h 436322"/>
              <a:gd name="connsiteX117" fmla="*/ 167416 w 425332"/>
              <a:gd name="connsiteY117" fmla="*/ 273931 h 436322"/>
              <a:gd name="connsiteX118" fmla="*/ 205626 w 425332"/>
              <a:gd name="connsiteY118" fmla="*/ 312140 h 436322"/>
              <a:gd name="connsiteX119" fmla="*/ 205626 w 425332"/>
              <a:gd name="connsiteY119" fmla="*/ 352261 h 436322"/>
              <a:gd name="connsiteX120" fmla="*/ 192253 w 425332"/>
              <a:gd name="connsiteY120" fmla="*/ 346529 h 436322"/>
              <a:gd name="connsiteX121" fmla="*/ 186521 w 425332"/>
              <a:gd name="connsiteY121" fmla="*/ 331245 h 436322"/>
              <a:gd name="connsiteX122" fmla="*/ 167416 w 425332"/>
              <a:gd name="connsiteY122" fmla="*/ 331245 h 436322"/>
              <a:gd name="connsiteX123" fmla="*/ 205626 w 425332"/>
              <a:gd name="connsiteY123" fmla="*/ 371366 h 436322"/>
              <a:gd name="connsiteX124" fmla="*/ 205626 w 425332"/>
              <a:gd name="connsiteY124" fmla="*/ 379008 h 436322"/>
              <a:gd name="connsiteX125" fmla="*/ 224731 w 425332"/>
              <a:gd name="connsiteY125" fmla="*/ 379008 h 436322"/>
              <a:gd name="connsiteX126" fmla="*/ 224731 w 425332"/>
              <a:gd name="connsiteY126" fmla="*/ 315961 h 436322"/>
              <a:gd name="connsiteX127" fmla="*/ 241925 w 425332"/>
              <a:gd name="connsiteY127" fmla="*/ 333156 h 436322"/>
              <a:gd name="connsiteX128" fmla="*/ 224731 w 425332"/>
              <a:gd name="connsiteY128" fmla="*/ 352261 h 436322"/>
              <a:gd name="connsiteX129" fmla="*/ 224731 w 425332"/>
              <a:gd name="connsiteY129" fmla="*/ 315961 h 436322"/>
              <a:gd name="connsiteX130" fmla="*/ 205626 w 425332"/>
              <a:gd name="connsiteY130" fmla="*/ 264378 h 436322"/>
              <a:gd name="connsiteX131" fmla="*/ 205626 w 425332"/>
              <a:gd name="connsiteY131" fmla="*/ 291125 h 436322"/>
              <a:gd name="connsiteX132" fmla="*/ 186521 w 425332"/>
              <a:gd name="connsiteY132" fmla="*/ 273931 h 436322"/>
              <a:gd name="connsiteX133" fmla="*/ 205626 w 425332"/>
              <a:gd name="connsiteY133" fmla="*/ 254826 h 436322"/>
              <a:gd name="connsiteX134" fmla="*/ 205626 w 425332"/>
              <a:gd name="connsiteY134" fmla="*/ 264378 h 436322"/>
              <a:gd name="connsiteX135" fmla="*/ 226642 w 425332"/>
              <a:gd name="connsiteY135" fmla="*/ 147838 h 436322"/>
              <a:gd name="connsiteX136" fmla="*/ 211358 w 425332"/>
              <a:gd name="connsiteY136" fmla="*/ 161212 h 436322"/>
              <a:gd name="connsiteX137" fmla="*/ 213268 w 425332"/>
              <a:gd name="connsiteY137" fmla="*/ 161212 h 436322"/>
              <a:gd name="connsiteX138" fmla="*/ 224731 w 425332"/>
              <a:gd name="connsiteY138" fmla="*/ 168854 h 436322"/>
              <a:gd name="connsiteX139" fmla="*/ 224731 w 425332"/>
              <a:gd name="connsiteY139" fmla="*/ 168854 h 436322"/>
              <a:gd name="connsiteX140" fmla="*/ 224731 w 425332"/>
              <a:gd name="connsiteY140" fmla="*/ 182227 h 436322"/>
              <a:gd name="connsiteX141" fmla="*/ 224731 w 425332"/>
              <a:gd name="connsiteY141" fmla="*/ 187958 h 436322"/>
              <a:gd name="connsiteX142" fmla="*/ 234283 w 425332"/>
              <a:gd name="connsiteY142" fmla="*/ 187958 h 436322"/>
              <a:gd name="connsiteX143" fmla="*/ 261030 w 425332"/>
              <a:gd name="connsiteY143" fmla="*/ 187958 h 436322"/>
              <a:gd name="connsiteX144" fmla="*/ 301151 w 425332"/>
              <a:gd name="connsiteY144" fmla="*/ 187958 h 436322"/>
              <a:gd name="connsiteX145" fmla="*/ 329808 w 425332"/>
              <a:gd name="connsiteY145" fmla="*/ 187958 h 436322"/>
              <a:gd name="connsiteX146" fmla="*/ 329808 w 425332"/>
              <a:gd name="connsiteY146" fmla="*/ 168854 h 436322"/>
              <a:gd name="connsiteX147" fmla="*/ 264851 w 425332"/>
              <a:gd name="connsiteY147" fmla="*/ 168854 h 436322"/>
              <a:gd name="connsiteX148" fmla="*/ 226642 w 425332"/>
              <a:gd name="connsiteY148" fmla="*/ 147838 h 436322"/>
              <a:gd name="connsiteX149" fmla="*/ 100549 w 425332"/>
              <a:gd name="connsiteY149" fmla="*/ 417217 h 436322"/>
              <a:gd name="connsiteX150" fmla="*/ 205626 w 425332"/>
              <a:gd name="connsiteY150" fmla="*/ 417217 h 436322"/>
              <a:gd name="connsiteX151" fmla="*/ 205626 w 425332"/>
              <a:gd name="connsiteY151" fmla="*/ 436322 h 436322"/>
              <a:gd name="connsiteX152" fmla="*/ 100549 w 425332"/>
              <a:gd name="connsiteY152" fmla="*/ 436322 h 436322"/>
              <a:gd name="connsiteX153" fmla="*/ 100549 w 425332"/>
              <a:gd name="connsiteY153" fmla="*/ 417217 h 436322"/>
              <a:gd name="connsiteX154" fmla="*/ 224731 w 425332"/>
              <a:gd name="connsiteY154" fmla="*/ 417217 h 436322"/>
              <a:gd name="connsiteX155" fmla="*/ 224731 w 425332"/>
              <a:gd name="connsiteY155" fmla="*/ 436322 h 436322"/>
              <a:gd name="connsiteX156" fmla="*/ 236194 w 425332"/>
              <a:gd name="connsiteY156" fmla="*/ 436322 h 436322"/>
              <a:gd name="connsiteX157" fmla="*/ 329808 w 425332"/>
              <a:gd name="connsiteY157" fmla="*/ 436322 h 436322"/>
              <a:gd name="connsiteX158" fmla="*/ 329808 w 425332"/>
              <a:gd name="connsiteY158" fmla="*/ 417217 h 436322"/>
              <a:gd name="connsiteX159" fmla="*/ 236194 w 425332"/>
              <a:gd name="connsiteY159" fmla="*/ 417217 h 436322"/>
              <a:gd name="connsiteX160" fmla="*/ 224731 w 425332"/>
              <a:gd name="connsiteY160" fmla="*/ 417217 h 436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425332" h="436322">
                <a:moveTo>
                  <a:pt x="77623" y="59955"/>
                </a:moveTo>
                <a:cubicBezTo>
                  <a:pt x="62339" y="52314"/>
                  <a:pt x="41324" y="59955"/>
                  <a:pt x="33682" y="77150"/>
                </a:cubicBezTo>
                <a:cubicBezTo>
                  <a:pt x="29861" y="84792"/>
                  <a:pt x="29861" y="94344"/>
                  <a:pt x="33682" y="101986"/>
                </a:cubicBezTo>
                <a:cubicBezTo>
                  <a:pt x="37503" y="111539"/>
                  <a:pt x="43234" y="117270"/>
                  <a:pt x="52787" y="121091"/>
                </a:cubicBezTo>
                <a:cubicBezTo>
                  <a:pt x="56608" y="123002"/>
                  <a:pt x="62339" y="123002"/>
                  <a:pt x="66160" y="124912"/>
                </a:cubicBezTo>
                <a:cubicBezTo>
                  <a:pt x="79534" y="124912"/>
                  <a:pt x="90997" y="117270"/>
                  <a:pt x="96728" y="105807"/>
                </a:cubicBezTo>
                <a:cubicBezTo>
                  <a:pt x="100549" y="98165"/>
                  <a:pt x="100549" y="88613"/>
                  <a:pt x="96728" y="80971"/>
                </a:cubicBezTo>
                <a:cubicBezTo>
                  <a:pt x="92907" y="71418"/>
                  <a:pt x="87176" y="63776"/>
                  <a:pt x="77623" y="59955"/>
                </a:cubicBezTo>
                <a:close/>
                <a:moveTo>
                  <a:pt x="77623" y="96255"/>
                </a:moveTo>
                <a:cubicBezTo>
                  <a:pt x="73802" y="103897"/>
                  <a:pt x="66160" y="105807"/>
                  <a:pt x="58518" y="103897"/>
                </a:cubicBezTo>
                <a:lnTo>
                  <a:pt x="58518" y="103897"/>
                </a:lnTo>
                <a:cubicBezTo>
                  <a:pt x="52787" y="100076"/>
                  <a:pt x="48966" y="92434"/>
                  <a:pt x="50876" y="84792"/>
                </a:cubicBezTo>
                <a:cubicBezTo>
                  <a:pt x="50876" y="84792"/>
                  <a:pt x="50876" y="82881"/>
                  <a:pt x="50876" y="82881"/>
                </a:cubicBezTo>
                <a:cubicBezTo>
                  <a:pt x="52787" y="77150"/>
                  <a:pt x="58518" y="75239"/>
                  <a:pt x="64250" y="75239"/>
                </a:cubicBezTo>
                <a:cubicBezTo>
                  <a:pt x="66160" y="75239"/>
                  <a:pt x="68071" y="75239"/>
                  <a:pt x="69981" y="77150"/>
                </a:cubicBezTo>
                <a:cubicBezTo>
                  <a:pt x="77623" y="79060"/>
                  <a:pt x="81444" y="86702"/>
                  <a:pt x="77623" y="96255"/>
                </a:cubicBezTo>
                <a:cubicBezTo>
                  <a:pt x="79534" y="94344"/>
                  <a:pt x="77623" y="94344"/>
                  <a:pt x="77623" y="96255"/>
                </a:cubicBezTo>
                <a:lnTo>
                  <a:pt x="77623" y="96255"/>
                </a:lnTo>
                <a:close/>
                <a:moveTo>
                  <a:pt x="358465" y="23656"/>
                </a:moveTo>
                <a:cubicBezTo>
                  <a:pt x="358465" y="19835"/>
                  <a:pt x="356555" y="14104"/>
                  <a:pt x="354644" y="10283"/>
                </a:cubicBezTo>
                <a:cubicBezTo>
                  <a:pt x="343182" y="-3091"/>
                  <a:pt x="322166" y="-3091"/>
                  <a:pt x="308793" y="8372"/>
                </a:cubicBezTo>
                <a:lnTo>
                  <a:pt x="180790" y="123002"/>
                </a:lnTo>
                <a:lnTo>
                  <a:pt x="129206" y="96255"/>
                </a:lnTo>
                <a:cubicBezTo>
                  <a:pt x="133027" y="63776"/>
                  <a:pt x="110102" y="33209"/>
                  <a:pt x="75713" y="27477"/>
                </a:cubicBezTo>
                <a:cubicBezTo>
                  <a:pt x="52787" y="21746"/>
                  <a:pt x="29861" y="31298"/>
                  <a:pt x="14577" y="50403"/>
                </a:cubicBezTo>
                <a:cubicBezTo>
                  <a:pt x="-4528" y="73329"/>
                  <a:pt x="-4528" y="105807"/>
                  <a:pt x="12666" y="128733"/>
                </a:cubicBezTo>
                <a:cubicBezTo>
                  <a:pt x="18398" y="138286"/>
                  <a:pt x="27950" y="145928"/>
                  <a:pt x="37503" y="149749"/>
                </a:cubicBezTo>
                <a:cubicBezTo>
                  <a:pt x="58518" y="159301"/>
                  <a:pt x="85265" y="155480"/>
                  <a:pt x="102460" y="140196"/>
                </a:cubicBezTo>
                <a:lnTo>
                  <a:pt x="138759" y="159301"/>
                </a:lnTo>
                <a:lnTo>
                  <a:pt x="131117" y="168854"/>
                </a:lnTo>
                <a:lnTo>
                  <a:pt x="100549" y="168854"/>
                </a:lnTo>
                <a:lnTo>
                  <a:pt x="100549" y="187958"/>
                </a:lnTo>
                <a:lnTo>
                  <a:pt x="205626" y="187958"/>
                </a:lnTo>
                <a:lnTo>
                  <a:pt x="205626" y="168854"/>
                </a:lnTo>
                <a:lnTo>
                  <a:pt x="205626" y="168854"/>
                </a:lnTo>
                <a:lnTo>
                  <a:pt x="213268" y="163122"/>
                </a:lnTo>
                <a:lnTo>
                  <a:pt x="228552" y="149749"/>
                </a:lnTo>
                <a:lnTo>
                  <a:pt x="352734" y="35119"/>
                </a:lnTo>
                <a:cubicBezTo>
                  <a:pt x="356555" y="31298"/>
                  <a:pt x="358465" y="27477"/>
                  <a:pt x="358465" y="23656"/>
                </a:cubicBezTo>
                <a:close/>
                <a:moveTo>
                  <a:pt x="113922" y="123002"/>
                </a:moveTo>
                <a:cubicBezTo>
                  <a:pt x="110102" y="121091"/>
                  <a:pt x="108191" y="121091"/>
                  <a:pt x="104370" y="121091"/>
                </a:cubicBezTo>
                <a:cubicBezTo>
                  <a:pt x="100549" y="121091"/>
                  <a:pt x="96728" y="123002"/>
                  <a:pt x="92907" y="124912"/>
                </a:cubicBezTo>
                <a:cubicBezTo>
                  <a:pt x="79534" y="136375"/>
                  <a:pt x="62339" y="138286"/>
                  <a:pt x="45145" y="130644"/>
                </a:cubicBezTo>
                <a:cubicBezTo>
                  <a:pt x="37503" y="126823"/>
                  <a:pt x="31771" y="123002"/>
                  <a:pt x="26040" y="115360"/>
                </a:cubicBezTo>
                <a:cubicBezTo>
                  <a:pt x="14577" y="100076"/>
                  <a:pt x="16487" y="77150"/>
                  <a:pt x="29861" y="61866"/>
                </a:cubicBezTo>
                <a:cubicBezTo>
                  <a:pt x="41324" y="48493"/>
                  <a:pt x="56608" y="42761"/>
                  <a:pt x="73802" y="44672"/>
                </a:cubicBezTo>
                <a:cubicBezTo>
                  <a:pt x="96728" y="48493"/>
                  <a:pt x="113922" y="69508"/>
                  <a:pt x="112012" y="94344"/>
                </a:cubicBezTo>
                <a:cubicBezTo>
                  <a:pt x="110102" y="101986"/>
                  <a:pt x="113922" y="107718"/>
                  <a:pt x="119654" y="111539"/>
                </a:cubicBezTo>
                <a:lnTo>
                  <a:pt x="165506" y="136375"/>
                </a:lnTo>
                <a:lnTo>
                  <a:pt x="155953" y="145928"/>
                </a:lnTo>
                <a:lnTo>
                  <a:pt x="113922" y="123002"/>
                </a:lnTo>
                <a:close/>
                <a:moveTo>
                  <a:pt x="209447" y="138286"/>
                </a:moveTo>
                <a:lnTo>
                  <a:pt x="194163" y="151659"/>
                </a:lnTo>
                <a:lnTo>
                  <a:pt x="184611" y="161212"/>
                </a:lnTo>
                <a:lnTo>
                  <a:pt x="176969" y="168854"/>
                </a:lnTo>
                <a:lnTo>
                  <a:pt x="157864" y="168854"/>
                </a:lnTo>
                <a:lnTo>
                  <a:pt x="173148" y="155480"/>
                </a:lnTo>
                <a:lnTo>
                  <a:pt x="182700" y="145928"/>
                </a:lnTo>
                <a:lnTo>
                  <a:pt x="197984" y="132554"/>
                </a:lnTo>
                <a:lnTo>
                  <a:pt x="320256" y="21746"/>
                </a:lnTo>
                <a:cubicBezTo>
                  <a:pt x="325987" y="17925"/>
                  <a:pt x="333629" y="17925"/>
                  <a:pt x="339361" y="21746"/>
                </a:cubicBezTo>
                <a:lnTo>
                  <a:pt x="209447" y="138286"/>
                </a:lnTo>
                <a:close/>
                <a:moveTo>
                  <a:pt x="5024" y="187958"/>
                </a:moveTo>
                <a:lnTo>
                  <a:pt x="5024" y="245273"/>
                </a:lnTo>
                <a:lnTo>
                  <a:pt x="24129" y="245273"/>
                </a:lnTo>
                <a:lnTo>
                  <a:pt x="24129" y="187958"/>
                </a:lnTo>
                <a:lnTo>
                  <a:pt x="81444" y="187958"/>
                </a:lnTo>
                <a:lnTo>
                  <a:pt x="81444" y="168854"/>
                </a:lnTo>
                <a:lnTo>
                  <a:pt x="24129" y="168854"/>
                </a:lnTo>
                <a:cubicBezTo>
                  <a:pt x="12666" y="168854"/>
                  <a:pt x="5024" y="176495"/>
                  <a:pt x="5024" y="187958"/>
                </a:cubicBezTo>
                <a:close/>
                <a:moveTo>
                  <a:pt x="5024" y="264378"/>
                </a:moveTo>
                <a:lnTo>
                  <a:pt x="24129" y="264378"/>
                </a:lnTo>
                <a:lnTo>
                  <a:pt x="24129" y="340798"/>
                </a:lnTo>
                <a:lnTo>
                  <a:pt x="5024" y="340798"/>
                </a:lnTo>
                <a:lnTo>
                  <a:pt x="5024" y="264378"/>
                </a:lnTo>
                <a:close/>
                <a:moveTo>
                  <a:pt x="24129" y="359903"/>
                </a:moveTo>
                <a:lnTo>
                  <a:pt x="5024" y="359903"/>
                </a:lnTo>
                <a:lnTo>
                  <a:pt x="5024" y="417217"/>
                </a:lnTo>
                <a:cubicBezTo>
                  <a:pt x="5024" y="428680"/>
                  <a:pt x="12666" y="436322"/>
                  <a:pt x="24129" y="436322"/>
                </a:cubicBezTo>
                <a:lnTo>
                  <a:pt x="81444" y="436322"/>
                </a:lnTo>
                <a:lnTo>
                  <a:pt x="81444" y="417217"/>
                </a:lnTo>
                <a:lnTo>
                  <a:pt x="24129" y="417217"/>
                </a:lnTo>
                <a:lnTo>
                  <a:pt x="24129" y="359903"/>
                </a:lnTo>
                <a:close/>
                <a:moveTo>
                  <a:pt x="406228" y="417217"/>
                </a:moveTo>
                <a:lnTo>
                  <a:pt x="348913" y="417217"/>
                </a:lnTo>
                <a:lnTo>
                  <a:pt x="348913" y="436322"/>
                </a:lnTo>
                <a:lnTo>
                  <a:pt x="406228" y="436322"/>
                </a:lnTo>
                <a:cubicBezTo>
                  <a:pt x="417691" y="436322"/>
                  <a:pt x="425333" y="428680"/>
                  <a:pt x="425333" y="417217"/>
                </a:cubicBezTo>
                <a:lnTo>
                  <a:pt x="425333" y="359903"/>
                </a:lnTo>
                <a:lnTo>
                  <a:pt x="406228" y="359903"/>
                </a:lnTo>
                <a:lnTo>
                  <a:pt x="406228" y="417217"/>
                </a:lnTo>
                <a:close/>
                <a:moveTo>
                  <a:pt x="406228" y="264378"/>
                </a:moveTo>
                <a:lnTo>
                  <a:pt x="425333" y="264378"/>
                </a:lnTo>
                <a:lnTo>
                  <a:pt x="425333" y="340798"/>
                </a:lnTo>
                <a:lnTo>
                  <a:pt x="406228" y="340798"/>
                </a:lnTo>
                <a:lnTo>
                  <a:pt x="406228" y="264378"/>
                </a:lnTo>
                <a:close/>
                <a:moveTo>
                  <a:pt x="406228" y="168854"/>
                </a:moveTo>
                <a:lnTo>
                  <a:pt x="348913" y="168854"/>
                </a:lnTo>
                <a:lnTo>
                  <a:pt x="348913" y="187958"/>
                </a:lnTo>
                <a:lnTo>
                  <a:pt x="406228" y="187958"/>
                </a:lnTo>
                <a:lnTo>
                  <a:pt x="406228" y="245273"/>
                </a:lnTo>
                <a:lnTo>
                  <a:pt x="425333" y="245273"/>
                </a:lnTo>
                <a:lnTo>
                  <a:pt x="425333" y="187958"/>
                </a:lnTo>
                <a:cubicBezTo>
                  <a:pt x="425333" y="176495"/>
                  <a:pt x="417691" y="168854"/>
                  <a:pt x="406228" y="168854"/>
                </a:cubicBezTo>
                <a:close/>
                <a:moveTo>
                  <a:pt x="224731" y="379008"/>
                </a:moveTo>
                <a:lnTo>
                  <a:pt x="224731" y="371366"/>
                </a:lnTo>
                <a:cubicBezTo>
                  <a:pt x="245746" y="367545"/>
                  <a:pt x="259120" y="348440"/>
                  <a:pt x="257209" y="327424"/>
                </a:cubicBezTo>
                <a:cubicBezTo>
                  <a:pt x="255299" y="310230"/>
                  <a:pt x="241925" y="298767"/>
                  <a:pt x="224731" y="294946"/>
                </a:cubicBezTo>
                <a:lnTo>
                  <a:pt x="224731" y="254826"/>
                </a:lnTo>
                <a:cubicBezTo>
                  <a:pt x="228552" y="254826"/>
                  <a:pt x="234283" y="256736"/>
                  <a:pt x="236194" y="260557"/>
                </a:cubicBezTo>
                <a:cubicBezTo>
                  <a:pt x="240015" y="264378"/>
                  <a:pt x="241925" y="268199"/>
                  <a:pt x="241925" y="273931"/>
                </a:cubicBezTo>
                <a:lnTo>
                  <a:pt x="261030" y="273931"/>
                </a:lnTo>
                <a:cubicBezTo>
                  <a:pt x="261030" y="264378"/>
                  <a:pt x="257209" y="252915"/>
                  <a:pt x="249567" y="247184"/>
                </a:cubicBezTo>
                <a:cubicBezTo>
                  <a:pt x="241925" y="241452"/>
                  <a:pt x="234283" y="237631"/>
                  <a:pt x="224731" y="235721"/>
                </a:cubicBezTo>
                <a:lnTo>
                  <a:pt x="224731" y="226168"/>
                </a:lnTo>
                <a:lnTo>
                  <a:pt x="205626" y="226168"/>
                </a:lnTo>
                <a:lnTo>
                  <a:pt x="205626" y="235721"/>
                </a:lnTo>
                <a:cubicBezTo>
                  <a:pt x="184611" y="235721"/>
                  <a:pt x="167416" y="252915"/>
                  <a:pt x="167416" y="273931"/>
                </a:cubicBezTo>
                <a:cubicBezTo>
                  <a:pt x="167416" y="294946"/>
                  <a:pt x="184611" y="312140"/>
                  <a:pt x="205626" y="312140"/>
                </a:cubicBezTo>
                <a:lnTo>
                  <a:pt x="205626" y="352261"/>
                </a:lnTo>
                <a:cubicBezTo>
                  <a:pt x="199895" y="352261"/>
                  <a:pt x="196074" y="350350"/>
                  <a:pt x="192253" y="346529"/>
                </a:cubicBezTo>
                <a:cubicBezTo>
                  <a:pt x="188432" y="342708"/>
                  <a:pt x="186521" y="336977"/>
                  <a:pt x="186521" y="331245"/>
                </a:cubicBezTo>
                <a:lnTo>
                  <a:pt x="167416" y="331245"/>
                </a:lnTo>
                <a:cubicBezTo>
                  <a:pt x="167416" y="352261"/>
                  <a:pt x="184611" y="369455"/>
                  <a:pt x="205626" y="371366"/>
                </a:cubicBezTo>
                <a:lnTo>
                  <a:pt x="205626" y="379008"/>
                </a:lnTo>
                <a:lnTo>
                  <a:pt x="224731" y="379008"/>
                </a:lnTo>
                <a:close/>
                <a:moveTo>
                  <a:pt x="224731" y="315961"/>
                </a:moveTo>
                <a:cubicBezTo>
                  <a:pt x="234283" y="317872"/>
                  <a:pt x="241925" y="323603"/>
                  <a:pt x="241925" y="333156"/>
                </a:cubicBezTo>
                <a:cubicBezTo>
                  <a:pt x="241925" y="342708"/>
                  <a:pt x="234283" y="350350"/>
                  <a:pt x="224731" y="352261"/>
                </a:cubicBezTo>
                <a:lnTo>
                  <a:pt x="224731" y="315961"/>
                </a:lnTo>
                <a:close/>
                <a:moveTo>
                  <a:pt x="205626" y="264378"/>
                </a:moveTo>
                <a:lnTo>
                  <a:pt x="205626" y="291125"/>
                </a:lnTo>
                <a:cubicBezTo>
                  <a:pt x="196074" y="289214"/>
                  <a:pt x="186521" y="283483"/>
                  <a:pt x="186521" y="273931"/>
                </a:cubicBezTo>
                <a:cubicBezTo>
                  <a:pt x="186521" y="262468"/>
                  <a:pt x="194163" y="254826"/>
                  <a:pt x="205626" y="254826"/>
                </a:cubicBezTo>
                <a:lnTo>
                  <a:pt x="205626" y="264378"/>
                </a:lnTo>
                <a:close/>
                <a:moveTo>
                  <a:pt x="226642" y="147838"/>
                </a:moveTo>
                <a:lnTo>
                  <a:pt x="211358" y="161212"/>
                </a:lnTo>
                <a:lnTo>
                  <a:pt x="213268" y="161212"/>
                </a:lnTo>
                <a:lnTo>
                  <a:pt x="224731" y="168854"/>
                </a:lnTo>
                <a:lnTo>
                  <a:pt x="224731" y="168854"/>
                </a:lnTo>
                <a:lnTo>
                  <a:pt x="224731" y="182227"/>
                </a:lnTo>
                <a:lnTo>
                  <a:pt x="224731" y="187958"/>
                </a:lnTo>
                <a:lnTo>
                  <a:pt x="234283" y="187958"/>
                </a:lnTo>
                <a:lnTo>
                  <a:pt x="261030" y="187958"/>
                </a:lnTo>
                <a:lnTo>
                  <a:pt x="301151" y="187958"/>
                </a:lnTo>
                <a:lnTo>
                  <a:pt x="329808" y="187958"/>
                </a:lnTo>
                <a:lnTo>
                  <a:pt x="329808" y="168854"/>
                </a:lnTo>
                <a:lnTo>
                  <a:pt x="264851" y="168854"/>
                </a:lnTo>
                <a:lnTo>
                  <a:pt x="226642" y="147838"/>
                </a:lnTo>
                <a:close/>
                <a:moveTo>
                  <a:pt x="100549" y="417217"/>
                </a:moveTo>
                <a:lnTo>
                  <a:pt x="205626" y="417217"/>
                </a:lnTo>
                <a:lnTo>
                  <a:pt x="205626" y="436322"/>
                </a:lnTo>
                <a:lnTo>
                  <a:pt x="100549" y="436322"/>
                </a:lnTo>
                <a:lnTo>
                  <a:pt x="100549" y="417217"/>
                </a:lnTo>
                <a:close/>
                <a:moveTo>
                  <a:pt x="224731" y="417217"/>
                </a:moveTo>
                <a:lnTo>
                  <a:pt x="224731" y="436322"/>
                </a:lnTo>
                <a:lnTo>
                  <a:pt x="236194" y="436322"/>
                </a:lnTo>
                <a:lnTo>
                  <a:pt x="329808" y="436322"/>
                </a:lnTo>
                <a:lnTo>
                  <a:pt x="329808" y="417217"/>
                </a:lnTo>
                <a:lnTo>
                  <a:pt x="236194" y="417217"/>
                </a:lnTo>
                <a:lnTo>
                  <a:pt x="224731" y="41721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0" name="Graphic 215" descr="Coupon savings 2 icon.">
            <a:extLst>
              <a:ext uri="{FF2B5EF4-FFF2-40B4-BE49-F238E27FC236}">
                <a16:creationId xmlns:a16="http://schemas.microsoft.com/office/drawing/2014/main" id="{2B5F8A3C-361D-4AE4-B3B7-D9E91E54CE7C}"/>
              </a:ext>
            </a:extLst>
          </p:cNvPr>
          <p:cNvSpPr>
            <a:spLocks noChangeAspect="1"/>
          </p:cNvSpPr>
          <p:nvPr/>
        </p:nvSpPr>
        <p:spPr>
          <a:xfrm>
            <a:off x="5855625" y="2512578"/>
            <a:ext cx="456854" cy="234762"/>
          </a:xfrm>
          <a:custGeom>
            <a:avLst/>
            <a:gdLst>
              <a:gd name="connsiteX0" fmla="*/ 95771 w 456854"/>
              <a:gd name="connsiteY0" fmla="*/ 76191 h 234762"/>
              <a:gd name="connsiteX1" fmla="*/ 42277 w 456854"/>
              <a:gd name="connsiteY1" fmla="*/ 97207 h 234762"/>
              <a:gd name="connsiteX2" fmla="*/ 42277 w 456854"/>
              <a:gd name="connsiteY2" fmla="*/ 127775 h 234762"/>
              <a:gd name="connsiteX3" fmla="*/ 63293 w 456854"/>
              <a:gd name="connsiteY3" fmla="*/ 150701 h 234762"/>
              <a:gd name="connsiteX4" fmla="*/ 78577 w 456854"/>
              <a:gd name="connsiteY4" fmla="*/ 154522 h 234762"/>
              <a:gd name="connsiteX5" fmla="*/ 114876 w 456854"/>
              <a:gd name="connsiteY5" fmla="*/ 131596 h 234762"/>
              <a:gd name="connsiteX6" fmla="*/ 95771 w 456854"/>
              <a:gd name="connsiteY6" fmla="*/ 76191 h 234762"/>
              <a:gd name="connsiteX7" fmla="*/ 99592 w 456854"/>
              <a:gd name="connsiteY7" fmla="*/ 120133 h 234762"/>
              <a:gd name="connsiteX8" fmla="*/ 70935 w 456854"/>
              <a:gd name="connsiteY8" fmla="*/ 131596 h 234762"/>
              <a:gd name="connsiteX9" fmla="*/ 59472 w 456854"/>
              <a:gd name="connsiteY9" fmla="*/ 104849 h 234762"/>
              <a:gd name="connsiteX10" fmla="*/ 59472 w 456854"/>
              <a:gd name="connsiteY10" fmla="*/ 104849 h 234762"/>
              <a:gd name="connsiteX11" fmla="*/ 78577 w 456854"/>
              <a:gd name="connsiteY11" fmla="*/ 93386 h 234762"/>
              <a:gd name="connsiteX12" fmla="*/ 99592 w 456854"/>
              <a:gd name="connsiteY12" fmla="*/ 104849 h 234762"/>
              <a:gd name="connsiteX13" fmla="*/ 99592 w 456854"/>
              <a:gd name="connsiteY13" fmla="*/ 120133 h 234762"/>
              <a:gd name="connsiteX14" fmla="*/ 286820 w 456854"/>
              <a:gd name="connsiteY14" fmla="*/ 185089 h 234762"/>
              <a:gd name="connsiteX15" fmla="*/ 449212 w 456854"/>
              <a:gd name="connsiteY15" fmla="*/ 39892 h 234762"/>
              <a:gd name="connsiteX16" fmla="*/ 454944 w 456854"/>
              <a:gd name="connsiteY16" fmla="*/ 26519 h 234762"/>
              <a:gd name="connsiteX17" fmla="*/ 449212 w 456854"/>
              <a:gd name="connsiteY17" fmla="*/ 13145 h 234762"/>
              <a:gd name="connsiteX18" fmla="*/ 391897 w 456854"/>
              <a:gd name="connsiteY18" fmla="*/ 11235 h 234762"/>
              <a:gd name="connsiteX19" fmla="*/ 227595 w 456854"/>
              <a:gd name="connsiteY19" fmla="*/ 156432 h 234762"/>
              <a:gd name="connsiteX20" fmla="*/ 206580 w 456854"/>
              <a:gd name="connsiteY20" fmla="*/ 144969 h 234762"/>
              <a:gd name="connsiteX21" fmla="*/ 160728 w 456854"/>
              <a:gd name="connsiteY21" fmla="*/ 122043 h 234762"/>
              <a:gd name="connsiteX22" fmla="*/ 95771 w 456854"/>
              <a:gd name="connsiteY22" fmla="*/ 34161 h 234762"/>
              <a:gd name="connsiteX23" fmla="*/ 17441 w 456854"/>
              <a:gd name="connsiteY23" fmla="*/ 62818 h 234762"/>
              <a:gd name="connsiteX24" fmla="*/ 15531 w 456854"/>
              <a:gd name="connsiteY24" fmla="*/ 160253 h 234762"/>
              <a:gd name="connsiteX25" fmla="*/ 48009 w 456854"/>
              <a:gd name="connsiteY25" fmla="*/ 187000 h 234762"/>
              <a:gd name="connsiteX26" fmla="*/ 132071 w 456854"/>
              <a:gd name="connsiteY26" fmla="*/ 173626 h 234762"/>
              <a:gd name="connsiteX27" fmla="*/ 179833 w 456854"/>
              <a:gd name="connsiteY27" fmla="*/ 198463 h 234762"/>
              <a:gd name="connsiteX28" fmla="*/ 160728 w 456854"/>
              <a:gd name="connsiteY28" fmla="*/ 215657 h 234762"/>
              <a:gd name="connsiteX29" fmla="*/ 112966 w 456854"/>
              <a:gd name="connsiteY29" fmla="*/ 215657 h 234762"/>
              <a:gd name="connsiteX30" fmla="*/ 112966 w 456854"/>
              <a:gd name="connsiteY30" fmla="*/ 234762 h 234762"/>
              <a:gd name="connsiteX31" fmla="*/ 189385 w 456854"/>
              <a:gd name="connsiteY31" fmla="*/ 234762 h 234762"/>
              <a:gd name="connsiteX32" fmla="*/ 189385 w 456854"/>
              <a:gd name="connsiteY32" fmla="*/ 215657 h 234762"/>
              <a:gd name="connsiteX33" fmla="*/ 405271 w 456854"/>
              <a:gd name="connsiteY33" fmla="*/ 24608 h 234762"/>
              <a:gd name="connsiteX34" fmla="*/ 435839 w 456854"/>
              <a:gd name="connsiteY34" fmla="*/ 26519 h 234762"/>
              <a:gd name="connsiteX35" fmla="*/ 435839 w 456854"/>
              <a:gd name="connsiteY35" fmla="*/ 26519 h 234762"/>
              <a:gd name="connsiteX36" fmla="*/ 225685 w 456854"/>
              <a:gd name="connsiteY36" fmla="*/ 215657 h 234762"/>
              <a:gd name="connsiteX37" fmla="*/ 208490 w 456854"/>
              <a:gd name="connsiteY37" fmla="*/ 215657 h 234762"/>
              <a:gd name="connsiteX38" fmla="*/ 208490 w 456854"/>
              <a:gd name="connsiteY38" fmla="*/ 234762 h 234762"/>
              <a:gd name="connsiteX39" fmla="*/ 284910 w 456854"/>
              <a:gd name="connsiteY39" fmla="*/ 234762 h 234762"/>
              <a:gd name="connsiteX40" fmla="*/ 284910 w 456854"/>
              <a:gd name="connsiteY40" fmla="*/ 215657 h 234762"/>
              <a:gd name="connsiteX41" fmla="*/ 252432 w 456854"/>
              <a:gd name="connsiteY41" fmla="*/ 215657 h 234762"/>
              <a:gd name="connsiteX42" fmla="*/ 271536 w 456854"/>
              <a:gd name="connsiteY42" fmla="*/ 198463 h 234762"/>
              <a:gd name="connsiteX43" fmla="*/ 304015 w 456854"/>
              <a:gd name="connsiteY43" fmla="*/ 215657 h 234762"/>
              <a:gd name="connsiteX44" fmla="*/ 304015 w 456854"/>
              <a:gd name="connsiteY44" fmla="*/ 234762 h 234762"/>
              <a:gd name="connsiteX45" fmla="*/ 380434 w 456854"/>
              <a:gd name="connsiteY45" fmla="*/ 234762 h 234762"/>
              <a:gd name="connsiteX46" fmla="*/ 380434 w 456854"/>
              <a:gd name="connsiteY46" fmla="*/ 215657 h 234762"/>
              <a:gd name="connsiteX47" fmla="*/ 344135 w 456854"/>
              <a:gd name="connsiteY47" fmla="*/ 215657 h 234762"/>
              <a:gd name="connsiteX48" fmla="*/ 286820 w 456854"/>
              <a:gd name="connsiteY48" fmla="*/ 185089 h 234762"/>
              <a:gd name="connsiteX49" fmla="*/ 141623 w 456854"/>
              <a:gd name="connsiteY49" fmla="*/ 156432 h 234762"/>
              <a:gd name="connsiteX50" fmla="*/ 118697 w 456854"/>
              <a:gd name="connsiteY50" fmla="*/ 158343 h 234762"/>
              <a:gd name="connsiteX51" fmla="*/ 55651 w 456854"/>
              <a:gd name="connsiteY51" fmla="*/ 167895 h 234762"/>
              <a:gd name="connsiteX52" fmla="*/ 23173 w 456854"/>
              <a:gd name="connsiteY52" fmla="*/ 89565 h 234762"/>
              <a:gd name="connsiteX53" fmla="*/ 32725 w 456854"/>
              <a:gd name="connsiteY53" fmla="*/ 74281 h 234762"/>
              <a:gd name="connsiteX54" fmla="*/ 91950 w 456854"/>
              <a:gd name="connsiteY54" fmla="*/ 53265 h 234762"/>
              <a:gd name="connsiteX55" fmla="*/ 141623 w 456854"/>
              <a:gd name="connsiteY55" fmla="*/ 120133 h 234762"/>
              <a:gd name="connsiteX56" fmla="*/ 151175 w 456854"/>
              <a:gd name="connsiteY56" fmla="*/ 139238 h 234762"/>
              <a:gd name="connsiteX57" fmla="*/ 197027 w 456854"/>
              <a:gd name="connsiteY57" fmla="*/ 162164 h 234762"/>
              <a:gd name="connsiteX58" fmla="*/ 212311 w 456854"/>
              <a:gd name="connsiteY58" fmla="*/ 169806 h 234762"/>
              <a:gd name="connsiteX59" fmla="*/ 193206 w 456854"/>
              <a:gd name="connsiteY59" fmla="*/ 187000 h 234762"/>
              <a:gd name="connsiteX60" fmla="*/ 141623 w 456854"/>
              <a:gd name="connsiteY60" fmla="*/ 156432 h 234762"/>
              <a:gd name="connsiteX61" fmla="*/ 17441 w 456854"/>
              <a:gd name="connsiteY61" fmla="*/ 215657 h 234762"/>
              <a:gd name="connsiteX62" fmla="*/ 93861 w 456854"/>
              <a:gd name="connsiteY62" fmla="*/ 215657 h 234762"/>
              <a:gd name="connsiteX63" fmla="*/ 93861 w 456854"/>
              <a:gd name="connsiteY63" fmla="*/ 234762 h 234762"/>
              <a:gd name="connsiteX64" fmla="*/ 17441 w 456854"/>
              <a:gd name="connsiteY64" fmla="*/ 234762 h 234762"/>
              <a:gd name="connsiteX65" fmla="*/ 17441 w 456854"/>
              <a:gd name="connsiteY65" fmla="*/ 215657 h 234762"/>
              <a:gd name="connsiteX66" fmla="*/ 399539 w 456854"/>
              <a:gd name="connsiteY66" fmla="*/ 215657 h 234762"/>
              <a:gd name="connsiteX67" fmla="*/ 456854 w 456854"/>
              <a:gd name="connsiteY67" fmla="*/ 215657 h 234762"/>
              <a:gd name="connsiteX68" fmla="*/ 456854 w 456854"/>
              <a:gd name="connsiteY68" fmla="*/ 234762 h 234762"/>
              <a:gd name="connsiteX69" fmla="*/ 399539 w 456854"/>
              <a:gd name="connsiteY69" fmla="*/ 234762 h 234762"/>
              <a:gd name="connsiteX70" fmla="*/ 399539 w 456854"/>
              <a:gd name="connsiteY70" fmla="*/ 215657 h 234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56854" h="234762">
                <a:moveTo>
                  <a:pt x="95771" y="76191"/>
                </a:moveTo>
                <a:cubicBezTo>
                  <a:pt x="74756" y="66639"/>
                  <a:pt x="51830" y="76191"/>
                  <a:pt x="42277" y="97207"/>
                </a:cubicBezTo>
                <a:cubicBezTo>
                  <a:pt x="38456" y="106759"/>
                  <a:pt x="38456" y="118222"/>
                  <a:pt x="42277" y="127775"/>
                </a:cubicBezTo>
                <a:cubicBezTo>
                  <a:pt x="46098" y="137327"/>
                  <a:pt x="53740" y="144969"/>
                  <a:pt x="63293" y="150701"/>
                </a:cubicBezTo>
                <a:cubicBezTo>
                  <a:pt x="69024" y="152611"/>
                  <a:pt x="74756" y="154522"/>
                  <a:pt x="78577" y="154522"/>
                </a:cubicBezTo>
                <a:cubicBezTo>
                  <a:pt x="93861" y="154522"/>
                  <a:pt x="109145" y="144969"/>
                  <a:pt x="114876" y="131596"/>
                </a:cubicBezTo>
                <a:cubicBezTo>
                  <a:pt x="128250" y="93386"/>
                  <a:pt x="97682" y="76191"/>
                  <a:pt x="95771" y="76191"/>
                </a:cubicBezTo>
                <a:close/>
                <a:moveTo>
                  <a:pt x="99592" y="120133"/>
                </a:moveTo>
                <a:cubicBezTo>
                  <a:pt x="93861" y="131596"/>
                  <a:pt x="82398" y="135417"/>
                  <a:pt x="70935" y="131596"/>
                </a:cubicBezTo>
                <a:cubicBezTo>
                  <a:pt x="61382" y="127775"/>
                  <a:pt x="55651" y="116312"/>
                  <a:pt x="59472" y="104849"/>
                </a:cubicBezTo>
                <a:lnTo>
                  <a:pt x="59472" y="104849"/>
                </a:lnTo>
                <a:cubicBezTo>
                  <a:pt x="63293" y="97207"/>
                  <a:pt x="70935" y="93386"/>
                  <a:pt x="78577" y="93386"/>
                </a:cubicBezTo>
                <a:cubicBezTo>
                  <a:pt x="82398" y="93386"/>
                  <a:pt x="91950" y="91475"/>
                  <a:pt x="99592" y="104849"/>
                </a:cubicBezTo>
                <a:cubicBezTo>
                  <a:pt x="101503" y="108670"/>
                  <a:pt x="101503" y="114401"/>
                  <a:pt x="99592" y="120133"/>
                </a:cubicBezTo>
                <a:close/>
                <a:moveTo>
                  <a:pt x="286820" y="185089"/>
                </a:moveTo>
                <a:lnTo>
                  <a:pt x="449212" y="39892"/>
                </a:lnTo>
                <a:cubicBezTo>
                  <a:pt x="453033" y="36071"/>
                  <a:pt x="454944" y="32250"/>
                  <a:pt x="454944" y="26519"/>
                </a:cubicBezTo>
                <a:cubicBezTo>
                  <a:pt x="454944" y="20787"/>
                  <a:pt x="453033" y="16966"/>
                  <a:pt x="449212" y="13145"/>
                </a:cubicBezTo>
                <a:cubicBezTo>
                  <a:pt x="433928" y="-4049"/>
                  <a:pt x="409092" y="-4049"/>
                  <a:pt x="391897" y="11235"/>
                </a:cubicBezTo>
                <a:lnTo>
                  <a:pt x="227595" y="156432"/>
                </a:lnTo>
                <a:lnTo>
                  <a:pt x="206580" y="144969"/>
                </a:lnTo>
                <a:cubicBezTo>
                  <a:pt x="185564" y="133506"/>
                  <a:pt x="168370" y="125864"/>
                  <a:pt x="160728" y="122043"/>
                </a:cubicBezTo>
                <a:cubicBezTo>
                  <a:pt x="164549" y="80012"/>
                  <a:pt x="137802" y="41803"/>
                  <a:pt x="95771" y="34161"/>
                </a:cubicBezTo>
                <a:cubicBezTo>
                  <a:pt x="65203" y="28429"/>
                  <a:pt x="36546" y="39892"/>
                  <a:pt x="17441" y="62818"/>
                </a:cubicBezTo>
                <a:cubicBezTo>
                  <a:pt x="-5485" y="91475"/>
                  <a:pt x="-5485" y="131596"/>
                  <a:pt x="15531" y="160253"/>
                </a:cubicBezTo>
                <a:cubicBezTo>
                  <a:pt x="23173" y="171716"/>
                  <a:pt x="34635" y="181268"/>
                  <a:pt x="48009" y="187000"/>
                </a:cubicBezTo>
                <a:cubicBezTo>
                  <a:pt x="74756" y="198463"/>
                  <a:pt x="109145" y="192731"/>
                  <a:pt x="132071" y="173626"/>
                </a:cubicBezTo>
                <a:lnTo>
                  <a:pt x="179833" y="198463"/>
                </a:lnTo>
                <a:lnTo>
                  <a:pt x="160728" y="215657"/>
                </a:lnTo>
                <a:lnTo>
                  <a:pt x="112966" y="215657"/>
                </a:lnTo>
                <a:lnTo>
                  <a:pt x="112966" y="234762"/>
                </a:lnTo>
                <a:lnTo>
                  <a:pt x="189385" y="234762"/>
                </a:lnTo>
                <a:lnTo>
                  <a:pt x="189385" y="215657"/>
                </a:lnTo>
                <a:lnTo>
                  <a:pt x="405271" y="24608"/>
                </a:lnTo>
                <a:cubicBezTo>
                  <a:pt x="414823" y="16966"/>
                  <a:pt x="428197" y="16966"/>
                  <a:pt x="435839" y="26519"/>
                </a:cubicBezTo>
                <a:lnTo>
                  <a:pt x="435839" y="26519"/>
                </a:lnTo>
                <a:lnTo>
                  <a:pt x="225685" y="215657"/>
                </a:lnTo>
                <a:lnTo>
                  <a:pt x="208490" y="215657"/>
                </a:lnTo>
                <a:lnTo>
                  <a:pt x="208490" y="234762"/>
                </a:lnTo>
                <a:lnTo>
                  <a:pt x="284910" y="234762"/>
                </a:lnTo>
                <a:lnTo>
                  <a:pt x="284910" y="215657"/>
                </a:lnTo>
                <a:lnTo>
                  <a:pt x="252432" y="215657"/>
                </a:lnTo>
                <a:lnTo>
                  <a:pt x="271536" y="198463"/>
                </a:lnTo>
                <a:lnTo>
                  <a:pt x="304015" y="215657"/>
                </a:lnTo>
                <a:lnTo>
                  <a:pt x="304015" y="234762"/>
                </a:lnTo>
                <a:lnTo>
                  <a:pt x="380434" y="234762"/>
                </a:lnTo>
                <a:lnTo>
                  <a:pt x="380434" y="215657"/>
                </a:lnTo>
                <a:lnTo>
                  <a:pt x="344135" y="215657"/>
                </a:lnTo>
                <a:cubicBezTo>
                  <a:pt x="325030" y="206105"/>
                  <a:pt x="305925" y="194642"/>
                  <a:pt x="286820" y="185089"/>
                </a:cubicBezTo>
                <a:close/>
                <a:moveTo>
                  <a:pt x="141623" y="156432"/>
                </a:moveTo>
                <a:cubicBezTo>
                  <a:pt x="133981" y="152611"/>
                  <a:pt x="126339" y="152611"/>
                  <a:pt x="118697" y="158343"/>
                </a:cubicBezTo>
                <a:cubicBezTo>
                  <a:pt x="101503" y="173626"/>
                  <a:pt x="76666" y="177447"/>
                  <a:pt x="55651" y="167895"/>
                </a:cubicBezTo>
                <a:cubicBezTo>
                  <a:pt x="25083" y="156432"/>
                  <a:pt x="9799" y="120133"/>
                  <a:pt x="23173" y="89565"/>
                </a:cubicBezTo>
                <a:cubicBezTo>
                  <a:pt x="25083" y="83833"/>
                  <a:pt x="28904" y="78102"/>
                  <a:pt x="32725" y="74281"/>
                </a:cubicBezTo>
                <a:cubicBezTo>
                  <a:pt x="48009" y="57086"/>
                  <a:pt x="69024" y="47534"/>
                  <a:pt x="91950" y="53265"/>
                </a:cubicBezTo>
                <a:cubicBezTo>
                  <a:pt x="124429" y="58997"/>
                  <a:pt x="145444" y="87654"/>
                  <a:pt x="141623" y="120133"/>
                </a:cubicBezTo>
                <a:cubicBezTo>
                  <a:pt x="139713" y="127775"/>
                  <a:pt x="143533" y="135417"/>
                  <a:pt x="151175" y="139238"/>
                </a:cubicBezTo>
                <a:cubicBezTo>
                  <a:pt x="158817" y="143059"/>
                  <a:pt x="176012" y="152611"/>
                  <a:pt x="197027" y="162164"/>
                </a:cubicBezTo>
                <a:lnTo>
                  <a:pt x="212311" y="169806"/>
                </a:lnTo>
                <a:lnTo>
                  <a:pt x="193206" y="187000"/>
                </a:lnTo>
                <a:lnTo>
                  <a:pt x="141623" y="156432"/>
                </a:lnTo>
                <a:close/>
                <a:moveTo>
                  <a:pt x="17441" y="215657"/>
                </a:moveTo>
                <a:lnTo>
                  <a:pt x="93861" y="215657"/>
                </a:lnTo>
                <a:lnTo>
                  <a:pt x="93861" y="234762"/>
                </a:lnTo>
                <a:lnTo>
                  <a:pt x="17441" y="234762"/>
                </a:lnTo>
                <a:lnTo>
                  <a:pt x="17441" y="215657"/>
                </a:lnTo>
                <a:close/>
                <a:moveTo>
                  <a:pt x="399539" y="215657"/>
                </a:moveTo>
                <a:lnTo>
                  <a:pt x="456854" y="215657"/>
                </a:lnTo>
                <a:lnTo>
                  <a:pt x="456854" y="234762"/>
                </a:lnTo>
                <a:lnTo>
                  <a:pt x="399539" y="234762"/>
                </a:lnTo>
                <a:lnTo>
                  <a:pt x="399539" y="21565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1" name="Graphic 219" descr="Cutting prices icon.">
            <a:extLst>
              <a:ext uri="{FF2B5EF4-FFF2-40B4-BE49-F238E27FC236}">
                <a16:creationId xmlns:a16="http://schemas.microsoft.com/office/drawing/2014/main" id="{ACC4DD96-5898-4B39-B93F-C51B2086AB2F}"/>
              </a:ext>
            </a:extLst>
          </p:cNvPr>
          <p:cNvSpPr>
            <a:spLocks noChangeAspect="1"/>
          </p:cNvSpPr>
          <p:nvPr/>
        </p:nvSpPr>
        <p:spPr>
          <a:xfrm>
            <a:off x="7114386" y="2323211"/>
            <a:ext cx="420670" cy="424129"/>
          </a:xfrm>
          <a:custGeom>
            <a:avLst/>
            <a:gdLst>
              <a:gd name="connsiteX0" fmla="*/ 80603 w 420670"/>
              <a:gd name="connsiteY0" fmla="*/ 43941 h 424129"/>
              <a:gd name="connsiteX1" fmla="*/ 51946 w 420670"/>
              <a:gd name="connsiteY1" fmla="*/ 57315 h 424129"/>
              <a:gd name="connsiteX2" fmla="*/ 55767 w 420670"/>
              <a:gd name="connsiteY2" fmla="*/ 116540 h 424129"/>
              <a:gd name="connsiteX3" fmla="*/ 84424 w 420670"/>
              <a:gd name="connsiteY3" fmla="*/ 128003 h 424129"/>
              <a:gd name="connsiteX4" fmla="*/ 86335 w 420670"/>
              <a:gd name="connsiteY4" fmla="*/ 128003 h 424129"/>
              <a:gd name="connsiteX5" fmla="*/ 124544 w 420670"/>
              <a:gd name="connsiteY5" fmla="*/ 84062 h 424129"/>
              <a:gd name="connsiteX6" fmla="*/ 111171 w 420670"/>
              <a:gd name="connsiteY6" fmla="*/ 55404 h 424129"/>
              <a:gd name="connsiteX7" fmla="*/ 80603 w 420670"/>
              <a:gd name="connsiteY7" fmla="*/ 43941 h 424129"/>
              <a:gd name="connsiteX8" fmla="*/ 99708 w 420670"/>
              <a:gd name="connsiteY8" fmla="*/ 99346 h 424129"/>
              <a:gd name="connsiteX9" fmla="*/ 84424 w 420670"/>
              <a:gd name="connsiteY9" fmla="*/ 106988 h 424129"/>
              <a:gd name="connsiteX10" fmla="*/ 69140 w 420670"/>
              <a:gd name="connsiteY10" fmla="*/ 101256 h 424129"/>
              <a:gd name="connsiteX11" fmla="*/ 67230 w 420670"/>
              <a:gd name="connsiteY11" fmla="*/ 70688 h 424129"/>
              <a:gd name="connsiteX12" fmla="*/ 82514 w 420670"/>
              <a:gd name="connsiteY12" fmla="*/ 63046 h 424129"/>
              <a:gd name="connsiteX13" fmla="*/ 84424 w 420670"/>
              <a:gd name="connsiteY13" fmla="*/ 63046 h 424129"/>
              <a:gd name="connsiteX14" fmla="*/ 99708 w 420670"/>
              <a:gd name="connsiteY14" fmla="*/ 68778 h 424129"/>
              <a:gd name="connsiteX15" fmla="*/ 99708 w 420670"/>
              <a:gd name="connsiteY15" fmla="*/ 99346 h 424129"/>
              <a:gd name="connsiteX16" fmla="*/ 99708 w 420670"/>
              <a:gd name="connsiteY16" fmla="*/ 99346 h 424129"/>
              <a:gd name="connsiteX17" fmla="*/ 414939 w 420670"/>
              <a:gd name="connsiteY17" fmla="*/ 38210 h 424129"/>
              <a:gd name="connsiteX18" fmla="*/ 420671 w 420670"/>
              <a:gd name="connsiteY18" fmla="*/ 24836 h 424129"/>
              <a:gd name="connsiteX19" fmla="*/ 414939 w 420670"/>
              <a:gd name="connsiteY19" fmla="*/ 11463 h 424129"/>
              <a:gd name="connsiteX20" fmla="*/ 384371 w 420670"/>
              <a:gd name="connsiteY20" fmla="*/ 0 h 424129"/>
              <a:gd name="connsiteX21" fmla="*/ 355714 w 420670"/>
              <a:gd name="connsiteY21" fmla="*/ 13373 h 424129"/>
              <a:gd name="connsiteX22" fmla="*/ 204785 w 420670"/>
              <a:gd name="connsiteY22" fmla="*/ 168123 h 424129"/>
              <a:gd name="connsiteX23" fmla="*/ 160844 w 420670"/>
              <a:gd name="connsiteY23" fmla="*/ 118450 h 424129"/>
              <a:gd name="connsiteX24" fmla="*/ 122634 w 420670"/>
              <a:gd name="connsiteY24" fmla="*/ 9552 h 424129"/>
              <a:gd name="connsiteX25" fmla="*/ 36662 w 420670"/>
              <a:gd name="connsiteY25" fmla="*/ 15284 h 424129"/>
              <a:gd name="connsiteX26" fmla="*/ 13736 w 420670"/>
              <a:gd name="connsiteY26" fmla="*/ 131824 h 424129"/>
              <a:gd name="connsiteX27" fmla="*/ 29020 w 420670"/>
              <a:gd name="connsiteY27" fmla="*/ 149018 h 424129"/>
              <a:gd name="connsiteX28" fmla="*/ 116902 w 420670"/>
              <a:gd name="connsiteY28" fmla="*/ 164302 h 424129"/>
              <a:gd name="connsiteX29" fmla="*/ 162754 w 420670"/>
              <a:gd name="connsiteY29" fmla="*/ 212065 h 424129"/>
              <a:gd name="connsiteX30" fmla="*/ 114992 w 420670"/>
              <a:gd name="connsiteY30" fmla="*/ 261737 h 424129"/>
              <a:gd name="connsiteX31" fmla="*/ 6094 w 420670"/>
              <a:gd name="connsiteY31" fmla="*/ 309500 h 424129"/>
              <a:gd name="connsiteX32" fmla="*/ 4183 w 420670"/>
              <a:gd name="connsiteY32" fmla="*/ 313321 h 424129"/>
              <a:gd name="connsiteX33" fmla="*/ 36662 w 420670"/>
              <a:gd name="connsiteY33" fmla="*/ 408845 h 424129"/>
              <a:gd name="connsiteX34" fmla="*/ 122634 w 420670"/>
              <a:gd name="connsiteY34" fmla="*/ 412666 h 424129"/>
              <a:gd name="connsiteX35" fmla="*/ 160844 w 420670"/>
              <a:gd name="connsiteY35" fmla="*/ 303768 h 424129"/>
              <a:gd name="connsiteX36" fmla="*/ 414939 w 420670"/>
              <a:gd name="connsiteY36" fmla="*/ 38210 h 424129"/>
              <a:gd name="connsiteX37" fmla="*/ 130276 w 420670"/>
              <a:gd name="connsiteY37" fmla="*/ 149018 h 424129"/>
              <a:gd name="connsiteX38" fmla="*/ 107350 w 420670"/>
              <a:gd name="connsiteY38" fmla="*/ 145197 h 424129"/>
              <a:gd name="connsiteX39" fmla="*/ 21378 w 420670"/>
              <a:gd name="connsiteY39" fmla="*/ 114630 h 424129"/>
              <a:gd name="connsiteX40" fmla="*/ 48125 w 420670"/>
              <a:gd name="connsiteY40" fmla="*/ 30568 h 424129"/>
              <a:gd name="connsiteX41" fmla="*/ 114992 w 420670"/>
              <a:gd name="connsiteY41" fmla="*/ 26747 h 424129"/>
              <a:gd name="connsiteX42" fmla="*/ 143649 w 420670"/>
              <a:gd name="connsiteY42" fmla="*/ 110809 h 424129"/>
              <a:gd name="connsiteX43" fmla="*/ 147470 w 420670"/>
              <a:gd name="connsiteY43" fmla="*/ 133734 h 424129"/>
              <a:gd name="connsiteX44" fmla="*/ 191412 w 420670"/>
              <a:gd name="connsiteY44" fmla="*/ 181497 h 424129"/>
              <a:gd name="connsiteX45" fmla="*/ 176128 w 420670"/>
              <a:gd name="connsiteY45" fmla="*/ 198691 h 424129"/>
              <a:gd name="connsiteX46" fmla="*/ 130276 w 420670"/>
              <a:gd name="connsiteY46" fmla="*/ 149018 h 424129"/>
              <a:gd name="connsiteX47" fmla="*/ 114992 w 420670"/>
              <a:gd name="connsiteY47" fmla="*/ 395472 h 424129"/>
              <a:gd name="connsiteX48" fmla="*/ 48125 w 420670"/>
              <a:gd name="connsiteY48" fmla="*/ 391651 h 424129"/>
              <a:gd name="connsiteX49" fmla="*/ 21378 w 420670"/>
              <a:gd name="connsiteY49" fmla="*/ 303768 h 424129"/>
              <a:gd name="connsiteX50" fmla="*/ 109260 w 420670"/>
              <a:gd name="connsiteY50" fmla="*/ 277021 h 424129"/>
              <a:gd name="connsiteX51" fmla="*/ 132186 w 420670"/>
              <a:gd name="connsiteY51" fmla="*/ 273200 h 424129"/>
              <a:gd name="connsiteX52" fmla="*/ 178038 w 420670"/>
              <a:gd name="connsiteY52" fmla="*/ 225438 h 424129"/>
              <a:gd name="connsiteX53" fmla="*/ 191412 w 420670"/>
              <a:gd name="connsiteY53" fmla="*/ 212065 h 424129"/>
              <a:gd name="connsiteX54" fmla="*/ 206696 w 420670"/>
              <a:gd name="connsiteY54" fmla="*/ 194870 h 424129"/>
              <a:gd name="connsiteX55" fmla="*/ 220069 w 420670"/>
              <a:gd name="connsiteY55" fmla="*/ 181497 h 424129"/>
              <a:gd name="connsiteX56" fmla="*/ 370998 w 420670"/>
              <a:gd name="connsiteY56" fmla="*/ 24836 h 424129"/>
              <a:gd name="connsiteX57" fmla="*/ 386282 w 420670"/>
              <a:gd name="connsiteY57" fmla="*/ 17194 h 424129"/>
              <a:gd name="connsiteX58" fmla="*/ 401566 w 420670"/>
              <a:gd name="connsiteY58" fmla="*/ 24836 h 424129"/>
              <a:gd name="connsiteX59" fmla="*/ 235353 w 420670"/>
              <a:gd name="connsiteY59" fmla="*/ 196781 h 424129"/>
              <a:gd name="connsiteX60" fmla="*/ 221980 w 420670"/>
              <a:gd name="connsiteY60" fmla="*/ 210154 h 424129"/>
              <a:gd name="connsiteX61" fmla="*/ 206696 w 420670"/>
              <a:gd name="connsiteY61" fmla="*/ 227349 h 424129"/>
              <a:gd name="connsiteX62" fmla="*/ 193322 w 420670"/>
              <a:gd name="connsiteY62" fmla="*/ 240722 h 424129"/>
              <a:gd name="connsiteX63" fmla="*/ 147470 w 420670"/>
              <a:gd name="connsiteY63" fmla="*/ 290395 h 424129"/>
              <a:gd name="connsiteX64" fmla="*/ 143649 w 420670"/>
              <a:gd name="connsiteY64" fmla="*/ 313321 h 424129"/>
              <a:gd name="connsiteX65" fmla="*/ 114992 w 420670"/>
              <a:gd name="connsiteY65" fmla="*/ 395472 h 424129"/>
              <a:gd name="connsiteX66" fmla="*/ 86335 w 420670"/>
              <a:gd name="connsiteY66" fmla="*/ 298037 h 424129"/>
              <a:gd name="connsiteX67" fmla="*/ 57677 w 420670"/>
              <a:gd name="connsiteY67" fmla="*/ 307589 h 424129"/>
              <a:gd name="connsiteX68" fmla="*/ 53856 w 420670"/>
              <a:gd name="connsiteY68" fmla="*/ 364904 h 424129"/>
              <a:gd name="connsiteX69" fmla="*/ 53856 w 420670"/>
              <a:gd name="connsiteY69" fmla="*/ 364904 h 424129"/>
              <a:gd name="connsiteX70" fmla="*/ 82514 w 420670"/>
              <a:gd name="connsiteY70" fmla="*/ 378277 h 424129"/>
              <a:gd name="connsiteX71" fmla="*/ 84424 w 420670"/>
              <a:gd name="connsiteY71" fmla="*/ 378277 h 424129"/>
              <a:gd name="connsiteX72" fmla="*/ 111171 w 420670"/>
              <a:gd name="connsiteY72" fmla="*/ 368725 h 424129"/>
              <a:gd name="connsiteX73" fmla="*/ 113081 w 420670"/>
              <a:gd name="connsiteY73" fmla="*/ 311410 h 424129"/>
              <a:gd name="connsiteX74" fmla="*/ 86335 w 420670"/>
              <a:gd name="connsiteY74" fmla="*/ 298037 h 424129"/>
              <a:gd name="connsiteX75" fmla="*/ 99708 w 420670"/>
              <a:gd name="connsiteY75" fmla="*/ 355351 h 424129"/>
              <a:gd name="connsiteX76" fmla="*/ 69140 w 420670"/>
              <a:gd name="connsiteY76" fmla="*/ 355351 h 424129"/>
              <a:gd name="connsiteX77" fmla="*/ 69140 w 420670"/>
              <a:gd name="connsiteY77" fmla="*/ 324784 h 424129"/>
              <a:gd name="connsiteX78" fmla="*/ 84424 w 420670"/>
              <a:gd name="connsiteY78" fmla="*/ 319052 h 424129"/>
              <a:gd name="connsiteX79" fmla="*/ 86335 w 420670"/>
              <a:gd name="connsiteY79" fmla="*/ 319052 h 424129"/>
              <a:gd name="connsiteX80" fmla="*/ 107350 w 420670"/>
              <a:gd name="connsiteY80" fmla="*/ 343889 h 424129"/>
              <a:gd name="connsiteX81" fmla="*/ 99708 w 420670"/>
              <a:gd name="connsiteY81" fmla="*/ 355351 h 424129"/>
              <a:gd name="connsiteX82" fmla="*/ 262100 w 420670"/>
              <a:gd name="connsiteY82" fmla="*/ 225438 h 424129"/>
              <a:gd name="connsiteX83" fmla="*/ 220069 w 420670"/>
              <a:gd name="connsiteY83" fmla="*/ 269379 h 424129"/>
              <a:gd name="connsiteX84" fmla="*/ 355714 w 420670"/>
              <a:gd name="connsiteY84" fmla="*/ 410756 h 424129"/>
              <a:gd name="connsiteX85" fmla="*/ 384371 w 420670"/>
              <a:gd name="connsiteY85" fmla="*/ 424129 h 424129"/>
              <a:gd name="connsiteX86" fmla="*/ 384371 w 420670"/>
              <a:gd name="connsiteY86" fmla="*/ 424129 h 424129"/>
              <a:gd name="connsiteX87" fmla="*/ 413029 w 420670"/>
              <a:gd name="connsiteY87" fmla="*/ 412666 h 424129"/>
              <a:gd name="connsiteX88" fmla="*/ 414939 w 420670"/>
              <a:gd name="connsiteY88" fmla="*/ 385919 h 424129"/>
              <a:gd name="connsiteX89" fmla="*/ 413029 w 420670"/>
              <a:gd name="connsiteY89" fmla="*/ 384009 h 424129"/>
              <a:gd name="connsiteX90" fmla="*/ 262100 w 420670"/>
              <a:gd name="connsiteY90" fmla="*/ 225438 h 424129"/>
              <a:gd name="connsiteX91" fmla="*/ 401566 w 420670"/>
              <a:gd name="connsiteY91" fmla="*/ 401203 h 424129"/>
              <a:gd name="connsiteX92" fmla="*/ 386282 w 420670"/>
              <a:gd name="connsiteY92" fmla="*/ 406935 h 424129"/>
              <a:gd name="connsiteX93" fmla="*/ 370998 w 420670"/>
              <a:gd name="connsiteY93" fmla="*/ 399293 h 424129"/>
              <a:gd name="connsiteX94" fmla="*/ 246816 w 420670"/>
              <a:gd name="connsiteY94" fmla="*/ 269379 h 424129"/>
              <a:gd name="connsiteX95" fmla="*/ 264010 w 420670"/>
              <a:gd name="connsiteY95" fmla="*/ 252185 h 424129"/>
              <a:gd name="connsiteX96" fmla="*/ 401566 w 420670"/>
              <a:gd name="connsiteY96" fmla="*/ 401203 h 424129"/>
              <a:gd name="connsiteX97" fmla="*/ 409208 w 420670"/>
              <a:gd name="connsiteY97" fmla="*/ 393561 h 424129"/>
              <a:gd name="connsiteX98" fmla="*/ 401566 w 420670"/>
              <a:gd name="connsiteY98" fmla="*/ 401203 h 42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20670" h="424129">
                <a:moveTo>
                  <a:pt x="80603" y="43941"/>
                </a:moveTo>
                <a:cubicBezTo>
                  <a:pt x="69140" y="43941"/>
                  <a:pt x="59588" y="49673"/>
                  <a:pt x="51946" y="57315"/>
                </a:cubicBezTo>
                <a:cubicBezTo>
                  <a:pt x="38572" y="74509"/>
                  <a:pt x="38572" y="101256"/>
                  <a:pt x="55767" y="116540"/>
                </a:cubicBezTo>
                <a:cubicBezTo>
                  <a:pt x="63409" y="124182"/>
                  <a:pt x="72961" y="128003"/>
                  <a:pt x="84424" y="128003"/>
                </a:cubicBezTo>
                <a:lnTo>
                  <a:pt x="86335" y="128003"/>
                </a:lnTo>
                <a:cubicBezTo>
                  <a:pt x="109260" y="126092"/>
                  <a:pt x="126455" y="106988"/>
                  <a:pt x="124544" y="84062"/>
                </a:cubicBezTo>
                <a:cubicBezTo>
                  <a:pt x="124544" y="72599"/>
                  <a:pt x="118813" y="63046"/>
                  <a:pt x="111171" y="55404"/>
                </a:cubicBezTo>
                <a:cubicBezTo>
                  <a:pt x="103529" y="45852"/>
                  <a:pt x="92066" y="42031"/>
                  <a:pt x="80603" y="43941"/>
                </a:cubicBezTo>
                <a:close/>
                <a:moveTo>
                  <a:pt x="99708" y="99346"/>
                </a:moveTo>
                <a:cubicBezTo>
                  <a:pt x="97798" y="105077"/>
                  <a:pt x="92066" y="106988"/>
                  <a:pt x="84424" y="106988"/>
                </a:cubicBezTo>
                <a:cubicBezTo>
                  <a:pt x="78693" y="106988"/>
                  <a:pt x="72961" y="105077"/>
                  <a:pt x="69140" y="101256"/>
                </a:cubicBezTo>
                <a:cubicBezTo>
                  <a:pt x="59588" y="93614"/>
                  <a:pt x="59588" y="80241"/>
                  <a:pt x="67230" y="70688"/>
                </a:cubicBezTo>
                <a:cubicBezTo>
                  <a:pt x="71051" y="66867"/>
                  <a:pt x="76782" y="63046"/>
                  <a:pt x="82514" y="63046"/>
                </a:cubicBezTo>
                <a:lnTo>
                  <a:pt x="84424" y="63046"/>
                </a:lnTo>
                <a:cubicBezTo>
                  <a:pt x="90156" y="63046"/>
                  <a:pt x="95887" y="64957"/>
                  <a:pt x="99708" y="68778"/>
                </a:cubicBezTo>
                <a:cubicBezTo>
                  <a:pt x="107350" y="76420"/>
                  <a:pt x="109260" y="89793"/>
                  <a:pt x="99708" y="99346"/>
                </a:cubicBezTo>
                <a:cubicBezTo>
                  <a:pt x="101619" y="99346"/>
                  <a:pt x="101619" y="99346"/>
                  <a:pt x="99708" y="99346"/>
                </a:cubicBezTo>
                <a:close/>
                <a:moveTo>
                  <a:pt x="414939" y="38210"/>
                </a:moveTo>
                <a:cubicBezTo>
                  <a:pt x="418760" y="34389"/>
                  <a:pt x="420671" y="30568"/>
                  <a:pt x="420671" y="24836"/>
                </a:cubicBezTo>
                <a:cubicBezTo>
                  <a:pt x="420671" y="19105"/>
                  <a:pt x="418760" y="15284"/>
                  <a:pt x="414939" y="11463"/>
                </a:cubicBezTo>
                <a:cubicBezTo>
                  <a:pt x="407297" y="3821"/>
                  <a:pt x="395834" y="0"/>
                  <a:pt x="384371" y="0"/>
                </a:cubicBezTo>
                <a:cubicBezTo>
                  <a:pt x="372908" y="0"/>
                  <a:pt x="363356" y="5731"/>
                  <a:pt x="355714" y="13373"/>
                </a:cubicBezTo>
                <a:lnTo>
                  <a:pt x="204785" y="168123"/>
                </a:lnTo>
                <a:lnTo>
                  <a:pt x="160844" y="118450"/>
                </a:lnTo>
                <a:cubicBezTo>
                  <a:pt x="178038" y="78330"/>
                  <a:pt x="162754" y="30568"/>
                  <a:pt x="122634" y="9552"/>
                </a:cubicBezTo>
                <a:cubicBezTo>
                  <a:pt x="95887" y="-3821"/>
                  <a:pt x="63409" y="-1910"/>
                  <a:pt x="36662" y="15284"/>
                </a:cubicBezTo>
                <a:cubicBezTo>
                  <a:pt x="-1548" y="40120"/>
                  <a:pt x="-11100" y="93614"/>
                  <a:pt x="13736" y="131824"/>
                </a:cubicBezTo>
                <a:cubicBezTo>
                  <a:pt x="17557" y="137555"/>
                  <a:pt x="23288" y="143287"/>
                  <a:pt x="29020" y="149018"/>
                </a:cubicBezTo>
                <a:cubicBezTo>
                  <a:pt x="53856" y="170034"/>
                  <a:pt x="86335" y="175765"/>
                  <a:pt x="116902" y="164302"/>
                </a:cubicBezTo>
                <a:lnTo>
                  <a:pt x="162754" y="212065"/>
                </a:lnTo>
                <a:lnTo>
                  <a:pt x="114992" y="261737"/>
                </a:lnTo>
                <a:cubicBezTo>
                  <a:pt x="71051" y="244543"/>
                  <a:pt x="23288" y="265558"/>
                  <a:pt x="6094" y="309500"/>
                </a:cubicBezTo>
                <a:cubicBezTo>
                  <a:pt x="6094" y="311410"/>
                  <a:pt x="4183" y="311410"/>
                  <a:pt x="4183" y="313321"/>
                </a:cubicBezTo>
                <a:cubicBezTo>
                  <a:pt x="-7279" y="349620"/>
                  <a:pt x="6094" y="387830"/>
                  <a:pt x="36662" y="408845"/>
                </a:cubicBezTo>
                <a:cubicBezTo>
                  <a:pt x="61498" y="426040"/>
                  <a:pt x="95887" y="427950"/>
                  <a:pt x="122634" y="412666"/>
                </a:cubicBezTo>
                <a:cubicBezTo>
                  <a:pt x="162754" y="391651"/>
                  <a:pt x="178038" y="343889"/>
                  <a:pt x="160844" y="303768"/>
                </a:cubicBezTo>
                <a:lnTo>
                  <a:pt x="414939" y="38210"/>
                </a:lnTo>
                <a:close/>
                <a:moveTo>
                  <a:pt x="130276" y="149018"/>
                </a:moveTo>
                <a:cubicBezTo>
                  <a:pt x="124544" y="143287"/>
                  <a:pt x="114992" y="141376"/>
                  <a:pt x="107350" y="145197"/>
                </a:cubicBezTo>
                <a:cubicBezTo>
                  <a:pt x="74872" y="160481"/>
                  <a:pt x="36662" y="145197"/>
                  <a:pt x="21378" y="114630"/>
                </a:cubicBezTo>
                <a:cubicBezTo>
                  <a:pt x="8004" y="84062"/>
                  <a:pt x="19467" y="47762"/>
                  <a:pt x="48125" y="30568"/>
                </a:cubicBezTo>
                <a:cubicBezTo>
                  <a:pt x="67230" y="17194"/>
                  <a:pt x="93977" y="15284"/>
                  <a:pt x="114992" y="26747"/>
                </a:cubicBezTo>
                <a:cubicBezTo>
                  <a:pt x="145560" y="43941"/>
                  <a:pt x="157023" y="80241"/>
                  <a:pt x="143649" y="110809"/>
                </a:cubicBezTo>
                <a:cubicBezTo>
                  <a:pt x="139828" y="118450"/>
                  <a:pt x="141739" y="128003"/>
                  <a:pt x="147470" y="133734"/>
                </a:cubicBezTo>
                <a:lnTo>
                  <a:pt x="191412" y="181497"/>
                </a:lnTo>
                <a:lnTo>
                  <a:pt x="176128" y="198691"/>
                </a:lnTo>
                <a:lnTo>
                  <a:pt x="130276" y="149018"/>
                </a:lnTo>
                <a:close/>
                <a:moveTo>
                  <a:pt x="114992" y="395472"/>
                </a:moveTo>
                <a:cubicBezTo>
                  <a:pt x="93977" y="406935"/>
                  <a:pt x="69140" y="405024"/>
                  <a:pt x="48125" y="391651"/>
                </a:cubicBezTo>
                <a:cubicBezTo>
                  <a:pt x="15646" y="374456"/>
                  <a:pt x="4183" y="336247"/>
                  <a:pt x="21378" y="303768"/>
                </a:cubicBezTo>
                <a:cubicBezTo>
                  <a:pt x="38572" y="273200"/>
                  <a:pt x="76782" y="261737"/>
                  <a:pt x="109260" y="277021"/>
                </a:cubicBezTo>
                <a:cubicBezTo>
                  <a:pt x="116902" y="280842"/>
                  <a:pt x="126455" y="278932"/>
                  <a:pt x="132186" y="273200"/>
                </a:cubicBezTo>
                <a:lnTo>
                  <a:pt x="178038" y="225438"/>
                </a:lnTo>
                <a:lnTo>
                  <a:pt x="191412" y="212065"/>
                </a:lnTo>
                <a:lnTo>
                  <a:pt x="206696" y="194870"/>
                </a:lnTo>
                <a:lnTo>
                  <a:pt x="220069" y="181497"/>
                </a:lnTo>
                <a:lnTo>
                  <a:pt x="370998" y="24836"/>
                </a:lnTo>
                <a:cubicBezTo>
                  <a:pt x="374819" y="21015"/>
                  <a:pt x="380550" y="17194"/>
                  <a:pt x="386282" y="17194"/>
                </a:cubicBezTo>
                <a:cubicBezTo>
                  <a:pt x="392013" y="17194"/>
                  <a:pt x="397745" y="19105"/>
                  <a:pt x="401566" y="24836"/>
                </a:cubicBezTo>
                <a:lnTo>
                  <a:pt x="235353" y="196781"/>
                </a:lnTo>
                <a:lnTo>
                  <a:pt x="221980" y="210154"/>
                </a:lnTo>
                <a:lnTo>
                  <a:pt x="206696" y="227349"/>
                </a:lnTo>
                <a:lnTo>
                  <a:pt x="193322" y="240722"/>
                </a:lnTo>
                <a:lnTo>
                  <a:pt x="147470" y="290395"/>
                </a:lnTo>
                <a:cubicBezTo>
                  <a:pt x="141739" y="296126"/>
                  <a:pt x="139828" y="305679"/>
                  <a:pt x="143649" y="313321"/>
                </a:cubicBezTo>
                <a:cubicBezTo>
                  <a:pt x="157023" y="343889"/>
                  <a:pt x="145560" y="380188"/>
                  <a:pt x="114992" y="395472"/>
                </a:cubicBezTo>
                <a:close/>
                <a:moveTo>
                  <a:pt x="86335" y="298037"/>
                </a:moveTo>
                <a:cubicBezTo>
                  <a:pt x="76782" y="296126"/>
                  <a:pt x="65319" y="299947"/>
                  <a:pt x="57677" y="307589"/>
                </a:cubicBezTo>
                <a:cubicBezTo>
                  <a:pt x="40483" y="322873"/>
                  <a:pt x="38572" y="349620"/>
                  <a:pt x="53856" y="364904"/>
                </a:cubicBezTo>
                <a:cubicBezTo>
                  <a:pt x="53856" y="364904"/>
                  <a:pt x="53856" y="364904"/>
                  <a:pt x="53856" y="364904"/>
                </a:cubicBezTo>
                <a:cubicBezTo>
                  <a:pt x="61498" y="372546"/>
                  <a:pt x="71051" y="378277"/>
                  <a:pt x="82514" y="378277"/>
                </a:cubicBezTo>
                <a:lnTo>
                  <a:pt x="84424" y="378277"/>
                </a:lnTo>
                <a:cubicBezTo>
                  <a:pt x="93977" y="378277"/>
                  <a:pt x="103529" y="374456"/>
                  <a:pt x="111171" y="368725"/>
                </a:cubicBezTo>
                <a:cubicBezTo>
                  <a:pt x="128365" y="353441"/>
                  <a:pt x="128365" y="326694"/>
                  <a:pt x="113081" y="311410"/>
                </a:cubicBezTo>
                <a:cubicBezTo>
                  <a:pt x="107350" y="303768"/>
                  <a:pt x="97798" y="298037"/>
                  <a:pt x="86335" y="298037"/>
                </a:cubicBezTo>
                <a:close/>
                <a:moveTo>
                  <a:pt x="99708" y="355351"/>
                </a:moveTo>
                <a:cubicBezTo>
                  <a:pt x="90156" y="362993"/>
                  <a:pt x="76782" y="362993"/>
                  <a:pt x="69140" y="355351"/>
                </a:cubicBezTo>
                <a:cubicBezTo>
                  <a:pt x="61498" y="345799"/>
                  <a:pt x="61498" y="332426"/>
                  <a:pt x="69140" y="324784"/>
                </a:cubicBezTo>
                <a:cubicBezTo>
                  <a:pt x="72961" y="320963"/>
                  <a:pt x="78693" y="319052"/>
                  <a:pt x="84424" y="319052"/>
                </a:cubicBezTo>
                <a:lnTo>
                  <a:pt x="86335" y="319052"/>
                </a:lnTo>
                <a:cubicBezTo>
                  <a:pt x="97798" y="320963"/>
                  <a:pt x="107350" y="330515"/>
                  <a:pt x="107350" y="343889"/>
                </a:cubicBezTo>
                <a:cubicBezTo>
                  <a:pt x="105440" y="345799"/>
                  <a:pt x="103529" y="351530"/>
                  <a:pt x="99708" y="355351"/>
                </a:cubicBezTo>
                <a:close/>
                <a:moveTo>
                  <a:pt x="262100" y="225438"/>
                </a:moveTo>
                <a:lnTo>
                  <a:pt x="220069" y="269379"/>
                </a:lnTo>
                <a:lnTo>
                  <a:pt x="355714" y="410756"/>
                </a:lnTo>
                <a:cubicBezTo>
                  <a:pt x="363356" y="418398"/>
                  <a:pt x="372908" y="424129"/>
                  <a:pt x="384371" y="424129"/>
                </a:cubicBezTo>
                <a:lnTo>
                  <a:pt x="384371" y="424129"/>
                </a:lnTo>
                <a:cubicBezTo>
                  <a:pt x="395834" y="424129"/>
                  <a:pt x="405387" y="420308"/>
                  <a:pt x="413029" y="412666"/>
                </a:cubicBezTo>
                <a:cubicBezTo>
                  <a:pt x="420671" y="405024"/>
                  <a:pt x="420671" y="393561"/>
                  <a:pt x="414939" y="385919"/>
                </a:cubicBezTo>
                <a:cubicBezTo>
                  <a:pt x="414939" y="385919"/>
                  <a:pt x="413029" y="384009"/>
                  <a:pt x="413029" y="384009"/>
                </a:cubicBezTo>
                <a:lnTo>
                  <a:pt x="262100" y="225438"/>
                </a:lnTo>
                <a:close/>
                <a:moveTo>
                  <a:pt x="401566" y="401203"/>
                </a:moveTo>
                <a:cubicBezTo>
                  <a:pt x="397745" y="405024"/>
                  <a:pt x="392013" y="406935"/>
                  <a:pt x="386282" y="406935"/>
                </a:cubicBezTo>
                <a:cubicBezTo>
                  <a:pt x="380550" y="406935"/>
                  <a:pt x="374819" y="405024"/>
                  <a:pt x="370998" y="399293"/>
                </a:cubicBezTo>
                <a:lnTo>
                  <a:pt x="246816" y="269379"/>
                </a:lnTo>
                <a:lnTo>
                  <a:pt x="264010" y="252185"/>
                </a:lnTo>
                <a:lnTo>
                  <a:pt x="401566" y="401203"/>
                </a:lnTo>
                <a:lnTo>
                  <a:pt x="409208" y="393561"/>
                </a:lnTo>
                <a:lnTo>
                  <a:pt x="401566" y="40120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6" descr="Sale price tag icon.">
            <a:extLst>
              <a:ext uri="{FF2B5EF4-FFF2-40B4-BE49-F238E27FC236}">
                <a16:creationId xmlns:a16="http://schemas.microsoft.com/office/drawing/2014/main" id="{BA1BB3FA-720F-FDA3-1CE8-320A56CC96A6}"/>
              </a:ext>
            </a:extLst>
          </p:cNvPr>
          <p:cNvSpPr/>
          <p:nvPr/>
        </p:nvSpPr>
        <p:spPr>
          <a:xfrm>
            <a:off x="8415701" y="2323592"/>
            <a:ext cx="267762" cy="458825"/>
          </a:xfrm>
          <a:custGeom>
            <a:avLst/>
            <a:gdLst>
              <a:gd name="connsiteX0" fmla="*/ 259628 w 267762"/>
              <a:gd name="connsiteY0" fmla="*/ 113439 h 458825"/>
              <a:gd name="connsiteX1" fmla="*/ 143440 w 267762"/>
              <a:gd name="connsiteY1" fmla="*/ 32428 h 458825"/>
              <a:gd name="connsiteX2" fmla="*/ 143343 w 267762"/>
              <a:gd name="connsiteY2" fmla="*/ 38 h 458825"/>
              <a:gd name="connsiteX3" fmla="*/ 124462 w 267762"/>
              <a:gd name="connsiteY3" fmla="*/ 0 h 458825"/>
              <a:gd name="connsiteX4" fmla="*/ 124314 w 267762"/>
              <a:gd name="connsiteY4" fmla="*/ 32690 h 458825"/>
              <a:gd name="connsiteX5" fmla="*/ 8186 w 267762"/>
              <a:gd name="connsiteY5" fmla="*/ 113424 h 458825"/>
              <a:gd name="connsiteX6" fmla="*/ 0 w 267762"/>
              <a:gd name="connsiteY6" fmla="*/ 129109 h 458825"/>
              <a:gd name="connsiteX7" fmla="*/ 0 w 267762"/>
              <a:gd name="connsiteY7" fmla="*/ 439700 h 458825"/>
              <a:gd name="connsiteX8" fmla="*/ 19126 w 267762"/>
              <a:gd name="connsiteY8" fmla="*/ 458826 h 458825"/>
              <a:gd name="connsiteX9" fmla="*/ 248636 w 267762"/>
              <a:gd name="connsiteY9" fmla="*/ 458826 h 458825"/>
              <a:gd name="connsiteX10" fmla="*/ 267762 w 267762"/>
              <a:gd name="connsiteY10" fmla="*/ 439700 h 458825"/>
              <a:gd name="connsiteX11" fmla="*/ 267762 w 267762"/>
              <a:gd name="connsiteY11" fmla="*/ 129065 h 458825"/>
              <a:gd name="connsiteX12" fmla="*/ 259628 w 267762"/>
              <a:gd name="connsiteY12" fmla="*/ 113439 h 458825"/>
              <a:gd name="connsiteX13" fmla="*/ 124362 w 267762"/>
              <a:gd name="connsiteY13" fmla="*/ 133753 h 458825"/>
              <a:gd name="connsiteX14" fmla="*/ 143413 w 267762"/>
              <a:gd name="connsiteY14" fmla="*/ 133753 h 458825"/>
              <a:gd name="connsiteX15" fmla="*/ 143341 w 267762"/>
              <a:gd name="connsiteY15" fmla="*/ 116664 h 458825"/>
              <a:gd name="connsiteX16" fmla="*/ 153007 w 267762"/>
              <a:gd name="connsiteY16" fmla="*/ 133602 h 458825"/>
              <a:gd name="connsiteX17" fmla="*/ 133881 w 267762"/>
              <a:gd name="connsiteY17" fmla="*/ 152728 h 458825"/>
              <a:gd name="connsiteX18" fmla="*/ 114755 w 267762"/>
              <a:gd name="connsiteY18" fmla="*/ 133602 h 458825"/>
              <a:gd name="connsiteX19" fmla="*/ 124362 w 267762"/>
              <a:gd name="connsiteY19" fmla="*/ 117282 h 458825"/>
              <a:gd name="connsiteX20" fmla="*/ 124362 w 267762"/>
              <a:gd name="connsiteY20" fmla="*/ 133753 h 458825"/>
              <a:gd name="connsiteX21" fmla="*/ 248636 w 267762"/>
              <a:gd name="connsiteY21" fmla="*/ 439698 h 458825"/>
              <a:gd name="connsiteX22" fmla="*/ 19126 w 267762"/>
              <a:gd name="connsiteY22" fmla="*/ 439698 h 458825"/>
              <a:gd name="connsiteX23" fmla="*/ 19135 w 267762"/>
              <a:gd name="connsiteY23" fmla="*/ 129107 h 458825"/>
              <a:gd name="connsiteX24" fmla="*/ 124383 w 267762"/>
              <a:gd name="connsiteY24" fmla="*/ 55727 h 458825"/>
              <a:gd name="connsiteX25" fmla="*/ 124360 w 267762"/>
              <a:gd name="connsiteY25" fmla="*/ 96544 h 458825"/>
              <a:gd name="connsiteX26" fmla="*/ 96832 w 267762"/>
              <a:gd name="connsiteY26" fmla="*/ 143314 h 458825"/>
              <a:gd name="connsiteX27" fmla="*/ 125496 w 267762"/>
              <a:gd name="connsiteY27" fmla="*/ 170957 h 458825"/>
              <a:gd name="connsiteX28" fmla="*/ 172131 w 267762"/>
              <a:gd name="connsiteY28" fmla="*/ 133600 h 458825"/>
              <a:gd name="connsiteX29" fmla="*/ 143509 w 267762"/>
              <a:gd name="connsiteY29" fmla="*/ 96643 h 458825"/>
              <a:gd name="connsiteX30" fmla="*/ 143505 w 267762"/>
              <a:gd name="connsiteY30" fmla="*/ 55471 h 458825"/>
              <a:gd name="connsiteX31" fmla="*/ 248633 w 267762"/>
              <a:gd name="connsiteY31" fmla="*/ 129100 h 458825"/>
              <a:gd name="connsiteX32" fmla="*/ 248633 w 267762"/>
              <a:gd name="connsiteY32" fmla="*/ 439698 h 458825"/>
              <a:gd name="connsiteX33" fmla="*/ 165961 w 267762"/>
              <a:gd name="connsiteY33" fmla="*/ 229338 h 458825"/>
              <a:gd name="connsiteX34" fmla="*/ 177871 w 267762"/>
              <a:gd name="connsiteY34" fmla="*/ 234181 h 458825"/>
              <a:gd name="connsiteX35" fmla="*/ 201677 w 267762"/>
              <a:gd name="connsiteY35" fmla="*/ 258006 h 458825"/>
              <a:gd name="connsiteX36" fmla="*/ 201667 w 267762"/>
              <a:gd name="connsiteY36" fmla="*/ 281822 h 458825"/>
              <a:gd name="connsiteX37" fmla="*/ 134661 w 267762"/>
              <a:gd name="connsiteY37" fmla="*/ 348401 h 458825"/>
              <a:gd name="connsiteX38" fmla="*/ 67708 w 267762"/>
              <a:gd name="connsiteY38" fmla="*/ 281393 h 458825"/>
              <a:gd name="connsiteX39" fmla="*/ 67717 w 267762"/>
              <a:gd name="connsiteY39" fmla="*/ 257580 h 458825"/>
              <a:gd name="connsiteX40" fmla="*/ 91538 w 267762"/>
              <a:gd name="connsiteY40" fmla="*/ 233774 h 458825"/>
              <a:gd name="connsiteX41" fmla="*/ 103452 w 267762"/>
              <a:gd name="connsiteY41" fmla="*/ 229314 h 458825"/>
              <a:gd name="connsiteX42" fmla="*/ 115358 w 267762"/>
              <a:gd name="connsiteY42" fmla="*/ 234156 h 458825"/>
              <a:gd name="connsiteX43" fmla="*/ 134700 w 267762"/>
              <a:gd name="connsiteY43" fmla="*/ 253513 h 458825"/>
              <a:gd name="connsiteX44" fmla="*/ 154057 w 267762"/>
              <a:gd name="connsiteY44" fmla="*/ 234171 h 458825"/>
              <a:gd name="connsiteX45" fmla="*/ 165963 w 267762"/>
              <a:gd name="connsiteY45" fmla="*/ 229338 h 45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67762" h="458825">
                <a:moveTo>
                  <a:pt x="259628" y="113439"/>
                </a:moveTo>
                <a:cubicBezTo>
                  <a:pt x="259628" y="113439"/>
                  <a:pt x="147679" y="35423"/>
                  <a:pt x="143440" y="32428"/>
                </a:cubicBezTo>
                <a:lnTo>
                  <a:pt x="143343" y="38"/>
                </a:lnTo>
                <a:lnTo>
                  <a:pt x="124462" y="0"/>
                </a:lnTo>
                <a:lnTo>
                  <a:pt x="124314" y="32690"/>
                </a:lnTo>
                <a:cubicBezTo>
                  <a:pt x="123959" y="32904"/>
                  <a:pt x="8186" y="113424"/>
                  <a:pt x="8186" y="113424"/>
                </a:cubicBezTo>
                <a:cubicBezTo>
                  <a:pt x="3056" y="117001"/>
                  <a:pt x="0" y="122857"/>
                  <a:pt x="0" y="129109"/>
                </a:cubicBezTo>
                <a:lnTo>
                  <a:pt x="0" y="439700"/>
                </a:lnTo>
                <a:cubicBezTo>
                  <a:pt x="0" y="450263"/>
                  <a:pt x="8563" y="458826"/>
                  <a:pt x="19126" y="458826"/>
                </a:cubicBezTo>
                <a:lnTo>
                  <a:pt x="248636" y="458826"/>
                </a:lnTo>
                <a:cubicBezTo>
                  <a:pt x="259200" y="458826"/>
                  <a:pt x="267762" y="450263"/>
                  <a:pt x="267762" y="439700"/>
                </a:cubicBezTo>
                <a:lnTo>
                  <a:pt x="267762" y="129065"/>
                </a:lnTo>
                <a:cubicBezTo>
                  <a:pt x="267762" y="122842"/>
                  <a:pt x="264727" y="117008"/>
                  <a:pt x="259628" y="113439"/>
                </a:cubicBezTo>
                <a:close/>
                <a:moveTo>
                  <a:pt x="124362" y="133753"/>
                </a:moveTo>
                <a:lnTo>
                  <a:pt x="143413" y="133753"/>
                </a:lnTo>
                <a:lnTo>
                  <a:pt x="143341" y="116664"/>
                </a:lnTo>
                <a:cubicBezTo>
                  <a:pt x="148807" y="120036"/>
                  <a:pt x="153007" y="126724"/>
                  <a:pt x="153007" y="133602"/>
                </a:cubicBezTo>
                <a:cubicBezTo>
                  <a:pt x="153007" y="144146"/>
                  <a:pt x="144425" y="152728"/>
                  <a:pt x="133881" y="152728"/>
                </a:cubicBezTo>
                <a:cubicBezTo>
                  <a:pt x="123337" y="152728"/>
                  <a:pt x="114755" y="144146"/>
                  <a:pt x="114755" y="133602"/>
                </a:cubicBezTo>
                <a:cubicBezTo>
                  <a:pt x="114755" y="126508"/>
                  <a:pt x="118607" y="120585"/>
                  <a:pt x="124362" y="117282"/>
                </a:cubicBezTo>
                <a:lnTo>
                  <a:pt x="124362" y="133753"/>
                </a:lnTo>
                <a:close/>
                <a:moveTo>
                  <a:pt x="248636" y="439698"/>
                </a:moveTo>
                <a:lnTo>
                  <a:pt x="19126" y="439698"/>
                </a:lnTo>
                <a:lnTo>
                  <a:pt x="19135" y="129107"/>
                </a:lnTo>
                <a:lnTo>
                  <a:pt x="124383" y="55727"/>
                </a:lnTo>
                <a:lnTo>
                  <a:pt x="124360" y="96544"/>
                </a:lnTo>
                <a:cubicBezTo>
                  <a:pt x="104881" y="101497"/>
                  <a:pt x="91395" y="121369"/>
                  <a:pt x="96832" y="143314"/>
                </a:cubicBezTo>
                <a:cubicBezTo>
                  <a:pt x="100221" y="156987"/>
                  <a:pt x="111720" y="168015"/>
                  <a:pt x="125496" y="170957"/>
                </a:cubicBezTo>
                <a:cubicBezTo>
                  <a:pt x="150234" y="176239"/>
                  <a:pt x="172131" y="157435"/>
                  <a:pt x="172131" y="133600"/>
                </a:cubicBezTo>
                <a:cubicBezTo>
                  <a:pt x="172131" y="115895"/>
                  <a:pt x="159866" y="100983"/>
                  <a:pt x="143509" y="96643"/>
                </a:cubicBezTo>
                <a:lnTo>
                  <a:pt x="143505" y="55471"/>
                </a:lnTo>
                <a:lnTo>
                  <a:pt x="248633" y="129100"/>
                </a:lnTo>
                <a:lnTo>
                  <a:pt x="248633" y="439698"/>
                </a:lnTo>
                <a:close/>
                <a:moveTo>
                  <a:pt x="165961" y="229338"/>
                </a:moveTo>
                <a:cubicBezTo>
                  <a:pt x="170058" y="229340"/>
                  <a:pt x="174522" y="230832"/>
                  <a:pt x="177871" y="234181"/>
                </a:cubicBezTo>
                <a:lnTo>
                  <a:pt x="201677" y="258006"/>
                </a:lnTo>
                <a:cubicBezTo>
                  <a:pt x="208371" y="264706"/>
                  <a:pt x="208367" y="275126"/>
                  <a:pt x="201667" y="281822"/>
                </a:cubicBezTo>
                <a:lnTo>
                  <a:pt x="134661" y="348401"/>
                </a:lnTo>
                <a:lnTo>
                  <a:pt x="67708" y="281393"/>
                </a:lnTo>
                <a:cubicBezTo>
                  <a:pt x="61013" y="274693"/>
                  <a:pt x="61017" y="264274"/>
                  <a:pt x="67717" y="257580"/>
                </a:cubicBezTo>
                <a:lnTo>
                  <a:pt x="91538" y="233774"/>
                </a:lnTo>
                <a:cubicBezTo>
                  <a:pt x="94893" y="230798"/>
                  <a:pt x="98982" y="229312"/>
                  <a:pt x="103452" y="229314"/>
                </a:cubicBezTo>
                <a:cubicBezTo>
                  <a:pt x="107918" y="229314"/>
                  <a:pt x="112007" y="230805"/>
                  <a:pt x="115358" y="234156"/>
                </a:cubicBezTo>
                <a:lnTo>
                  <a:pt x="134700" y="253513"/>
                </a:lnTo>
                <a:lnTo>
                  <a:pt x="154057" y="234171"/>
                </a:lnTo>
                <a:cubicBezTo>
                  <a:pt x="157408" y="230824"/>
                  <a:pt x="161501" y="229338"/>
                  <a:pt x="165963" y="229338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47" descr="Buy online, pick up in store icon.">
            <a:extLst>
              <a:ext uri="{FF2B5EF4-FFF2-40B4-BE49-F238E27FC236}">
                <a16:creationId xmlns:a16="http://schemas.microsoft.com/office/drawing/2014/main" id="{10D58CDF-12F9-4C23-8899-2B50AD5A0140}"/>
              </a:ext>
            </a:extLst>
          </p:cNvPr>
          <p:cNvSpPr/>
          <p:nvPr/>
        </p:nvSpPr>
        <p:spPr>
          <a:xfrm>
            <a:off x="9559038" y="2242043"/>
            <a:ext cx="345648" cy="457560"/>
          </a:xfrm>
          <a:custGeom>
            <a:avLst/>
            <a:gdLst>
              <a:gd name="connsiteX0" fmla="*/ 76260 w 345648"/>
              <a:gd name="connsiteY0" fmla="*/ 362426 h 457560"/>
              <a:gd name="connsiteX1" fmla="*/ 80836 w 345648"/>
              <a:gd name="connsiteY1" fmla="*/ 380919 h 457560"/>
              <a:gd name="connsiteX2" fmla="*/ 4576 w 345648"/>
              <a:gd name="connsiteY2" fmla="*/ 399984 h 457560"/>
              <a:gd name="connsiteX3" fmla="*/ 0 w 345648"/>
              <a:gd name="connsiteY3" fmla="*/ 381491 h 457560"/>
              <a:gd name="connsiteX4" fmla="*/ 76260 w 345648"/>
              <a:gd name="connsiteY4" fmla="*/ 362426 h 457560"/>
              <a:gd name="connsiteX5" fmla="*/ 0 w 345648"/>
              <a:gd name="connsiteY5" fmla="*/ 343361 h 457560"/>
              <a:gd name="connsiteX6" fmla="*/ 4576 w 345648"/>
              <a:gd name="connsiteY6" fmla="*/ 361854 h 457560"/>
              <a:gd name="connsiteX7" fmla="*/ 80836 w 345648"/>
              <a:gd name="connsiteY7" fmla="*/ 342789 h 457560"/>
              <a:gd name="connsiteX8" fmla="*/ 76260 w 345648"/>
              <a:gd name="connsiteY8" fmla="*/ 324296 h 457560"/>
              <a:gd name="connsiteX9" fmla="*/ 0 w 345648"/>
              <a:gd name="connsiteY9" fmla="*/ 343361 h 457560"/>
              <a:gd name="connsiteX10" fmla="*/ 0 w 345648"/>
              <a:gd name="connsiteY10" fmla="*/ 305231 h 457560"/>
              <a:gd name="connsiteX11" fmla="*/ 4576 w 345648"/>
              <a:gd name="connsiteY11" fmla="*/ 323724 h 457560"/>
              <a:gd name="connsiteX12" fmla="*/ 80836 w 345648"/>
              <a:gd name="connsiteY12" fmla="*/ 304659 h 457560"/>
              <a:gd name="connsiteX13" fmla="*/ 76260 w 345648"/>
              <a:gd name="connsiteY13" fmla="*/ 286166 h 457560"/>
              <a:gd name="connsiteX14" fmla="*/ 0 w 345648"/>
              <a:gd name="connsiteY14" fmla="*/ 305231 h 457560"/>
              <a:gd name="connsiteX15" fmla="*/ 345458 w 345648"/>
              <a:gd name="connsiteY15" fmla="*/ 190650 h 457560"/>
              <a:gd name="connsiteX16" fmla="*/ 345458 w 345648"/>
              <a:gd name="connsiteY16" fmla="*/ 438495 h 457560"/>
              <a:gd name="connsiteX17" fmla="*/ 326393 w 345648"/>
              <a:gd name="connsiteY17" fmla="*/ 457560 h 457560"/>
              <a:gd name="connsiteX18" fmla="*/ 116678 w 345648"/>
              <a:gd name="connsiteY18" fmla="*/ 457560 h 457560"/>
              <a:gd name="connsiteX19" fmla="*/ 97613 w 345648"/>
              <a:gd name="connsiteY19" fmla="*/ 438495 h 457560"/>
              <a:gd name="connsiteX20" fmla="*/ 97613 w 345648"/>
              <a:gd name="connsiteY20" fmla="*/ 190650 h 457560"/>
              <a:gd name="connsiteX21" fmla="*/ 116678 w 345648"/>
              <a:gd name="connsiteY21" fmla="*/ 171585 h 457560"/>
              <a:gd name="connsiteX22" fmla="*/ 154808 w 345648"/>
              <a:gd name="connsiteY22" fmla="*/ 171585 h 457560"/>
              <a:gd name="connsiteX23" fmla="*/ 154808 w 345648"/>
              <a:gd name="connsiteY23" fmla="*/ 133455 h 457560"/>
              <a:gd name="connsiteX24" fmla="*/ 173873 w 345648"/>
              <a:gd name="connsiteY24" fmla="*/ 114390 h 457560"/>
              <a:gd name="connsiteX25" fmla="*/ 174063 w 345648"/>
              <a:gd name="connsiteY25" fmla="*/ 114390 h 457560"/>
              <a:gd name="connsiteX26" fmla="*/ 186456 w 345648"/>
              <a:gd name="connsiteY26" fmla="*/ 67299 h 457560"/>
              <a:gd name="connsiteX27" fmla="*/ 202470 w 345648"/>
              <a:gd name="connsiteY27" fmla="*/ 57004 h 457560"/>
              <a:gd name="connsiteX28" fmla="*/ 239075 w 345648"/>
              <a:gd name="connsiteY28" fmla="*/ 57004 h 457560"/>
              <a:gd name="connsiteX29" fmla="*/ 248989 w 345648"/>
              <a:gd name="connsiteY29" fmla="*/ 60817 h 457560"/>
              <a:gd name="connsiteX30" fmla="*/ 278730 w 345648"/>
              <a:gd name="connsiteY30" fmla="*/ 102760 h 457560"/>
              <a:gd name="connsiteX31" fmla="*/ 278730 w 345648"/>
              <a:gd name="connsiteY31" fmla="*/ 105048 h 457560"/>
              <a:gd name="connsiteX32" fmla="*/ 275489 w 345648"/>
              <a:gd name="connsiteY32" fmla="*/ 115534 h 457560"/>
              <a:gd name="connsiteX33" fmla="*/ 288453 w 345648"/>
              <a:gd name="connsiteY33" fmla="*/ 133455 h 457560"/>
              <a:gd name="connsiteX34" fmla="*/ 288453 w 345648"/>
              <a:gd name="connsiteY34" fmla="*/ 171585 h 457560"/>
              <a:gd name="connsiteX35" fmla="*/ 326583 w 345648"/>
              <a:gd name="connsiteY35" fmla="*/ 171585 h 457560"/>
              <a:gd name="connsiteX36" fmla="*/ 345648 w 345648"/>
              <a:gd name="connsiteY36" fmla="*/ 190650 h 457560"/>
              <a:gd name="connsiteX37" fmla="*/ 198276 w 345648"/>
              <a:gd name="connsiteY37" fmla="*/ 133455 h 457560"/>
              <a:gd name="connsiteX38" fmla="*/ 240600 w 345648"/>
              <a:gd name="connsiteY38" fmla="*/ 133455 h 457560"/>
              <a:gd name="connsiteX39" fmla="*/ 240600 w 345648"/>
              <a:gd name="connsiteY39" fmla="*/ 124113 h 457560"/>
              <a:gd name="connsiteX40" fmla="*/ 259665 w 345648"/>
              <a:gd name="connsiteY40" fmla="*/ 105048 h 457560"/>
              <a:gd name="connsiteX41" fmla="*/ 237550 w 345648"/>
              <a:gd name="connsiteY41" fmla="*/ 76260 h 457560"/>
              <a:gd name="connsiteX42" fmla="*/ 202661 w 345648"/>
              <a:gd name="connsiteY42" fmla="*/ 76260 h 457560"/>
              <a:gd name="connsiteX43" fmla="*/ 196560 w 345648"/>
              <a:gd name="connsiteY43" fmla="*/ 133074 h 457560"/>
              <a:gd name="connsiteX44" fmla="*/ 198467 w 345648"/>
              <a:gd name="connsiteY44" fmla="*/ 133074 h 457560"/>
              <a:gd name="connsiteX45" fmla="*/ 173873 w 345648"/>
              <a:gd name="connsiteY45" fmla="*/ 171966 h 457560"/>
              <a:gd name="connsiteX46" fmla="*/ 269198 w 345648"/>
              <a:gd name="connsiteY46" fmla="*/ 171966 h 457560"/>
              <a:gd name="connsiteX47" fmla="*/ 269198 w 345648"/>
              <a:gd name="connsiteY47" fmla="*/ 133836 h 457560"/>
              <a:gd name="connsiteX48" fmla="*/ 259475 w 345648"/>
              <a:gd name="connsiteY48" fmla="*/ 133836 h 457560"/>
              <a:gd name="connsiteX49" fmla="*/ 240600 w 345648"/>
              <a:gd name="connsiteY49" fmla="*/ 152711 h 457560"/>
              <a:gd name="connsiteX50" fmla="*/ 202470 w 345648"/>
              <a:gd name="connsiteY50" fmla="*/ 152711 h 457560"/>
              <a:gd name="connsiteX51" fmla="*/ 182833 w 345648"/>
              <a:gd name="connsiteY51" fmla="*/ 146801 h 457560"/>
              <a:gd name="connsiteX52" fmla="*/ 176351 w 345648"/>
              <a:gd name="connsiteY52" fmla="*/ 133646 h 457560"/>
              <a:gd name="connsiteX53" fmla="*/ 173873 w 345648"/>
              <a:gd name="connsiteY53" fmla="*/ 133646 h 457560"/>
              <a:gd name="connsiteX54" fmla="*/ 173873 w 345648"/>
              <a:gd name="connsiteY54" fmla="*/ 171776 h 457560"/>
              <a:gd name="connsiteX55" fmla="*/ 326393 w 345648"/>
              <a:gd name="connsiteY55" fmla="*/ 191031 h 457560"/>
              <a:gd name="connsiteX56" fmla="*/ 116678 w 345648"/>
              <a:gd name="connsiteY56" fmla="*/ 191031 h 457560"/>
              <a:gd name="connsiteX57" fmla="*/ 116678 w 345648"/>
              <a:gd name="connsiteY57" fmla="*/ 438876 h 457560"/>
              <a:gd name="connsiteX58" fmla="*/ 326393 w 345648"/>
              <a:gd name="connsiteY58" fmla="*/ 438876 h 457560"/>
              <a:gd name="connsiteX59" fmla="*/ 326393 w 345648"/>
              <a:gd name="connsiteY59" fmla="*/ 190650 h 457560"/>
              <a:gd name="connsiteX60" fmla="*/ 221535 w 345648"/>
              <a:gd name="connsiteY60" fmla="*/ 374246 h 457560"/>
              <a:gd name="connsiteX61" fmla="*/ 288263 w 345648"/>
              <a:gd name="connsiteY61" fmla="*/ 307900 h 457560"/>
              <a:gd name="connsiteX62" fmla="*/ 288263 w 345648"/>
              <a:gd name="connsiteY62" fmla="*/ 284069 h 457560"/>
              <a:gd name="connsiteX63" fmla="*/ 264622 w 345648"/>
              <a:gd name="connsiteY63" fmla="*/ 260237 h 457560"/>
              <a:gd name="connsiteX64" fmla="*/ 252802 w 345648"/>
              <a:gd name="connsiteY64" fmla="*/ 255471 h 457560"/>
              <a:gd name="connsiteX65" fmla="*/ 240982 w 345648"/>
              <a:gd name="connsiteY65" fmla="*/ 260237 h 457560"/>
              <a:gd name="connsiteX66" fmla="*/ 221726 w 345648"/>
              <a:gd name="connsiteY66" fmla="*/ 279493 h 457560"/>
              <a:gd name="connsiteX67" fmla="*/ 202470 w 345648"/>
              <a:gd name="connsiteY67" fmla="*/ 260237 h 457560"/>
              <a:gd name="connsiteX68" fmla="*/ 190650 w 345648"/>
              <a:gd name="connsiteY68" fmla="*/ 255471 h 457560"/>
              <a:gd name="connsiteX69" fmla="*/ 178830 w 345648"/>
              <a:gd name="connsiteY69" fmla="*/ 259856 h 457560"/>
              <a:gd name="connsiteX70" fmla="*/ 154998 w 345648"/>
              <a:gd name="connsiteY70" fmla="*/ 283497 h 457560"/>
              <a:gd name="connsiteX71" fmla="*/ 154998 w 345648"/>
              <a:gd name="connsiteY71" fmla="*/ 307328 h 457560"/>
              <a:gd name="connsiteX72" fmla="*/ 221726 w 345648"/>
              <a:gd name="connsiteY72" fmla="*/ 374055 h 457560"/>
              <a:gd name="connsiteX73" fmla="*/ 192747 w 345648"/>
              <a:gd name="connsiteY73" fmla="*/ 47663 h 457560"/>
              <a:gd name="connsiteX74" fmla="*/ 249942 w 345648"/>
              <a:gd name="connsiteY74" fmla="*/ 47663 h 457560"/>
              <a:gd name="connsiteX75" fmla="*/ 249942 w 345648"/>
              <a:gd name="connsiteY75" fmla="*/ 47663 h 457560"/>
              <a:gd name="connsiteX76" fmla="*/ 263478 w 345648"/>
              <a:gd name="connsiteY76" fmla="*/ 42134 h 457560"/>
              <a:gd name="connsiteX77" fmla="*/ 269007 w 345648"/>
              <a:gd name="connsiteY77" fmla="*/ 28598 h 457560"/>
              <a:gd name="connsiteX78" fmla="*/ 269007 w 345648"/>
              <a:gd name="connsiteY78" fmla="*/ 0 h 457560"/>
              <a:gd name="connsiteX79" fmla="*/ 249752 w 345648"/>
              <a:gd name="connsiteY79" fmla="*/ 0 h 457560"/>
              <a:gd name="connsiteX80" fmla="*/ 249752 w 345648"/>
              <a:gd name="connsiteY80" fmla="*/ 28598 h 457560"/>
              <a:gd name="connsiteX81" fmla="*/ 192747 w 345648"/>
              <a:gd name="connsiteY81" fmla="*/ 28598 h 457560"/>
              <a:gd name="connsiteX82" fmla="*/ 192747 w 345648"/>
              <a:gd name="connsiteY82" fmla="*/ 0 h 457560"/>
              <a:gd name="connsiteX83" fmla="*/ 173492 w 345648"/>
              <a:gd name="connsiteY83" fmla="*/ 0 h 457560"/>
              <a:gd name="connsiteX84" fmla="*/ 173492 w 345648"/>
              <a:gd name="connsiteY84" fmla="*/ 28598 h 457560"/>
              <a:gd name="connsiteX85" fmla="*/ 192747 w 345648"/>
              <a:gd name="connsiteY85" fmla="*/ 47663 h 457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45648" h="457560">
                <a:moveTo>
                  <a:pt x="76260" y="362426"/>
                </a:moveTo>
                <a:lnTo>
                  <a:pt x="80836" y="380919"/>
                </a:lnTo>
                <a:lnTo>
                  <a:pt x="4576" y="399984"/>
                </a:lnTo>
                <a:lnTo>
                  <a:pt x="0" y="381491"/>
                </a:lnTo>
                <a:lnTo>
                  <a:pt x="76260" y="362426"/>
                </a:lnTo>
                <a:close/>
                <a:moveTo>
                  <a:pt x="0" y="343361"/>
                </a:moveTo>
                <a:lnTo>
                  <a:pt x="4576" y="361854"/>
                </a:lnTo>
                <a:lnTo>
                  <a:pt x="80836" y="342789"/>
                </a:lnTo>
                <a:lnTo>
                  <a:pt x="76260" y="324296"/>
                </a:lnTo>
                <a:lnTo>
                  <a:pt x="0" y="343361"/>
                </a:lnTo>
                <a:close/>
                <a:moveTo>
                  <a:pt x="0" y="305231"/>
                </a:moveTo>
                <a:lnTo>
                  <a:pt x="4576" y="323724"/>
                </a:lnTo>
                <a:lnTo>
                  <a:pt x="80836" y="304659"/>
                </a:lnTo>
                <a:lnTo>
                  <a:pt x="76260" y="286166"/>
                </a:lnTo>
                <a:lnTo>
                  <a:pt x="0" y="305231"/>
                </a:lnTo>
                <a:close/>
                <a:moveTo>
                  <a:pt x="345458" y="190650"/>
                </a:moveTo>
                <a:lnTo>
                  <a:pt x="345458" y="438495"/>
                </a:lnTo>
                <a:cubicBezTo>
                  <a:pt x="345458" y="448981"/>
                  <a:pt x="336879" y="457560"/>
                  <a:pt x="326393" y="457560"/>
                </a:cubicBezTo>
                <a:lnTo>
                  <a:pt x="116678" y="457560"/>
                </a:lnTo>
                <a:cubicBezTo>
                  <a:pt x="106192" y="457560"/>
                  <a:pt x="97613" y="448981"/>
                  <a:pt x="97613" y="438495"/>
                </a:cubicBezTo>
                <a:lnTo>
                  <a:pt x="97613" y="190650"/>
                </a:lnTo>
                <a:cubicBezTo>
                  <a:pt x="97613" y="180164"/>
                  <a:pt x="106192" y="171585"/>
                  <a:pt x="116678" y="171585"/>
                </a:cubicBezTo>
                <a:lnTo>
                  <a:pt x="154808" y="171585"/>
                </a:lnTo>
                <a:lnTo>
                  <a:pt x="154808" y="133455"/>
                </a:lnTo>
                <a:cubicBezTo>
                  <a:pt x="154808" y="122969"/>
                  <a:pt x="163387" y="114390"/>
                  <a:pt x="173873" y="114390"/>
                </a:cubicBezTo>
                <a:lnTo>
                  <a:pt x="174063" y="114390"/>
                </a:lnTo>
                <a:cubicBezTo>
                  <a:pt x="175017" y="94372"/>
                  <a:pt x="183024" y="73782"/>
                  <a:pt x="186456" y="67299"/>
                </a:cubicBezTo>
                <a:cubicBezTo>
                  <a:pt x="191031" y="58339"/>
                  <a:pt x="198467" y="57004"/>
                  <a:pt x="202470" y="57004"/>
                </a:cubicBezTo>
                <a:lnTo>
                  <a:pt x="239075" y="57004"/>
                </a:lnTo>
                <a:cubicBezTo>
                  <a:pt x="244032" y="57004"/>
                  <a:pt x="246701" y="58911"/>
                  <a:pt x="248989" y="60817"/>
                </a:cubicBezTo>
                <a:cubicBezTo>
                  <a:pt x="262144" y="71494"/>
                  <a:pt x="274727" y="83314"/>
                  <a:pt x="278730" y="102760"/>
                </a:cubicBezTo>
                <a:lnTo>
                  <a:pt x="278730" y="105048"/>
                </a:lnTo>
                <a:cubicBezTo>
                  <a:pt x="279112" y="108861"/>
                  <a:pt x="277586" y="112484"/>
                  <a:pt x="275489" y="115534"/>
                </a:cubicBezTo>
                <a:cubicBezTo>
                  <a:pt x="282925" y="118012"/>
                  <a:pt x="288453" y="125066"/>
                  <a:pt x="288453" y="133455"/>
                </a:cubicBezTo>
                <a:lnTo>
                  <a:pt x="288453" y="171585"/>
                </a:lnTo>
                <a:lnTo>
                  <a:pt x="326583" y="171585"/>
                </a:lnTo>
                <a:cubicBezTo>
                  <a:pt x="337069" y="171585"/>
                  <a:pt x="345648" y="180164"/>
                  <a:pt x="345648" y="190650"/>
                </a:cubicBezTo>
                <a:close/>
                <a:moveTo>
                  <a:pt x="198276" y="133455"/>
                </a:moveTo>
                <a:cubicBezTo>
                  <a:pt x="203424" y="133455"/>
                  <a:pt x="231068" y="133455"/>
                  <a:pt x="240600" y="133455"/>
                </a:cubicBezTo>
                <a:lnTo>
                  <a:pt x="240600" y="124113"/>
                </a:lnTo>
                <a:cubicBezTo>
                  <a:pt x="240600" y="113627"/>
                  <a:pt x="249180" y="105239"/>
                  <a:pt x="259665" y="105048"/>
                </a:cubicBezTo>
                <a:cubicBezTo>
                  <a:pt x="256424" y="92656"/>
                  <a:pt x="247654" y="84649"/>
                  <a:pt x="237550" y="76260"/>
                </a:cubicBezTo>
                <a:lnTo>
                  <a:pt x="202661" y="76260"/>
                </a:lnTo>
                <a:cubicBezTo>
                  <a:pt x="196560" y="90177"/>
                  <a:pt x="188172" y="123351"/>
                  <a:pt x="196560" y="133074"/>
                </a:cubicBezTo>
                <a:lnTo>
                  <a:pt x="198467" y="133074"/>
                </a:lnTo>
                <a:close/>
                <a:moveTo>
                  <a:pt x="173873" y="171966"/>
                </a:moveTo>
                <a:lnTo>
                  <a:pt x="269198" y="171966"/>
                </a:lnTo>
                <a:lnTo>
                  <a:pt x="269198" y="133836"/>
                </a:lnTo>
                <a:lnTo>
                  <a:pt x="259475" y="133836"/>
                </a:lnTo>
                <a:cubicBezTo>
                  <a:pt x="259093" y="144513"/>
                  <a:pt x="251086" y="152711"/>
                  <a:pt x="240600" y="152711"/>
                </a:cubicBezTo>
                <a:cubicBezTo>
                  <a:pt x="231068" y="152711"/>
                  <a:pt x="202470" y="152711"/>
                  <a:pt x="202470" y="152711"/>
                </a:cubicBezTo>
                <a:cubicBezTo>
                  <a:pt x="197513" y="152711"/>
                  <a:pt x="187790" y="151567"/>
                  <a:pt x="182833" y="146801"/>
                </a:cubicBezTo>
                <a:cubicBezTo>
                  <a:pt x="179592" y="142988"/>
                  <a:pt x="177686" y="138412"/>
                  <a:pt x="176351" y="133646"/>
                </a:cubicBezTo>
                <a:lnTo>
                  <a:pt x="173873" y="133646"/>
                </a:lnTo>
                <a:lnTo>
                  <a:pt x="173873" y="171776"/>
                </a:lnTo>
                <a:close/>
                <a:moveTo>
                  <a:pt x="326393" y="191031"/>
                </a:moveTo>
                <a:lnTo>
                  <a:pt x="116678" y="191031"/>
                </a:lnTo>
                <a:lnTo>
                  <a:pt x="116678" y="438876"/>
                </a:lnTo>
                <a:lnTo>
                  <a:pt x="326393" y="438876"/>
                </a:lnTo>
                <a:lnTo>
                  <a:pt x="326393" y="190650"/>
                </a:lnTo>
                <a:close/>
                <a:moveTo>
                  <a:pt x="221535" y="374246"/>
                </a:moveTo>
                <a:lnTo>
                  <a:pt x="288263" y="307900"/>
                </a:lnTo>
                <a:cubicBezTo>
                  <a:pt x="294936" y="301227"/>
                  <a:pt x="294936" y="290932"/>
                  <a:pt x="288263" y="284069"/>
                </a:cubicBezTo>
                <a:lnTo>
                  <a:pt x="264622" y="260237"/>
                </a:lnTo>
                <a:cubicBezTo>
                  <a:pt x="261191" y="256806"/>
                  <a:pt x="256806" y="255471"/>
                  <a:pt x="252802" y="255471"/>
                </a:cubicBezTo>
                <a:cubicBezTo>
                  <a:pt x="248417" y="255471"/>
                  <a:pt x="244223" y="256996"/>
                  <a:pt x="240982" y="260237"/>
                </a:cubicBezTo>
                <a:lnTo>
                  <a:pt x="221726" y="279493"/>
                </a:lnTo>
                <a:lnTo>
                  <a:pt x="202470" y="260237"/>
                </a:lnTo>
                <a:cubicBezTo>
                  <a:pt x="199039" y="256806"/>
                  <a:pt x="195035" y="255471"/>
                  <a:pt x="190650" y="255471"/>
                </a:cubicBezTo>
                <a:cubicBezTo>
                  <a:pt x="186265" y="255471"/>
                  <a:pt x="182071" y="256996"/>
                  <a:pt x="178830" y="259856"/>
                </a:cubicBezTo>
                <a:lnTo>
                  <a:pt x="154998" y="283497"/>
                </a:lnTo>
                <a:cubicBezTo>
                  <a:pt x="148326" y="290169"/>
                  <a:pt x="148326" y="300464"/>
                  <a:pt x="154998" y="307328"/>
                </a:cubicBezTo>
                <a:lnTo>
                  <a:pt x="221726" y="374055"/>
                </a:lnTo>
                <a:close/>
                <a:moveTo>
                  <a:pt x="192747" y="47663"/>
                </a:moveTo>
                <a:lnTo>
                  <a:pt x="249942" y="47663"/>
                </a:lnTo>
                <a:cubicBezTo>
                  <a:pt x="249942" y="47663"/>
                  <a:pt x="249942" y="47663"/>
                  <a:pt x="249942" y="47663"/>
                </a:cubicBezTo>
                <a:cubicBezTo>
                  <a:pt x="255090" y="47663"/>
                  <a:pt x="259856" y="45756"/>
                  <a:pt x="263478" y="42134"/>
                </a:cubicBezTo>
                <a:cubicBezTo>
                  <a:pt x="267101" y="38511"/>
                  <a:pt x="269007" y="33745"/>
                  <a:pt x="269007" y="28598"/>
                </a:cubicBezTo>
                <a:lnTo>
                  <a:pt x="269007" y="0"/>
                </a:lnTo>
                <a:cubicBezTo>
                  <a:pt x="269007" y="0"/>
                  <a:pt x="249752" y="0"/>
                  <a:pt x="249752" y="0"/>
                </a:cubicBezTo>
                <a:lnTo>
                  <a:pt x="249752" y="28598"/>
                </a:lnTo>
                <a:cubicBezTo>
                  <a:pt x="249752" y="28598"/>
                  <a:pt x="192747" y="28598"/>
                  <a:pt x="192747" y="28598"/>
                </a:cubicBezTo>
                <a:lnTo>
                  <a:pt x="192747" y="0"/>
                </a:lnTo>
                <a:cubicBezTo>
                  <a:pt x="192747" y="0"/>
                  <a:pt x="173492" y="0"/>
                  <a:pt x="173492" y="0"/>
                </a:cubicBezTo>
                <a:lnTo>
                  <a:pt x="173492" y="28598"/>
                </a:lnTo>
                <a:cubicBezTo>
                  <a:pt x="173682" y="39083"/>
                  <a:pt x="182261" y="47663"/>
                  <a:pt x="192747" y="4766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Graphic 8" descr="Store pickup icon.">
            <a:extLst>
              <a:ext uri="{FF2B5EF4-FFF2-40B4-BE49-F238E27FC236}">
                <a16:creationId xmlns:a16="http://schemas.microsoft.com/office/drawing/2014/main" id="{6CE0F980-9FC7-0F0E-7F70-CFBD8E9D944C}"/>
              </a:ext>
            </a:extLst>
          </p:cNvPr>
          <p:cNvSpPr/>
          <p:nvPr/>
        </p:nvSpPr>
        <p:spPr>
          <a:xfrm>
            <a:off x="10801848" y="2330445"/>
            <a:ext cx="371480" cy="451083"/>
          </a:xfrm>
          <a:custGeom>
            <a:avLst/>
            <a:gdLst>
              <a:gd name="connsiteX0" fmla="*/ 371480 w 371480"/>
              <a:gd name="connsiteY0" fmla="*/ 252076 h 451083"/>
              <a:gd name="connsiteX1" fmla="*/ 363899 w 371480"/>
              <a:gd name="connsiteY1" fmla="*/ 238809 h 451083"/>
              <a:gd name="connsiteX2" fmla="*/ 344946 w 371480"/>
              <a:gd name="connsiteY2" fmla="*/ 229332 h 451083"/>
              <a:gd name="connsiteX3" fmla="*/ 333574 w 371480"/>
              <a:gd name="connsiteY3" fmla="*/ 231228 h 451083"/>
              <a:gd name="connsiteX4" fmla="*/ 333574 w 371480"/>
              <a:gd name="connsiteY4" fmla="*/ 113719 h 451083"/>
              <a:gd name="connsiteX5" fmla="*/ 327888 w 371480"/>
              <a:gd name="connsiteY5" fmla="*/ 100451 h 451083"/>
              <a:gd name="connsiteX6" fmla="*/ 312726 w 371480"/>
              <a:gd name="connsiteY6" fmla="*/ 94765 h 451083"/>
              <a:gd name="connsiteX7" fmla="*/ 284296 w 371480"/>
              <a:gd name="connsiteY7" fmla="*/ 94765 h 451083"/>
              <a:gd name="connsiteX8" fmla="*/ 284296 w 371480"/>
              <a:gd name="connsiteY8" fmla="*/ 66336 h 451083"/>
              <a:gd name="connsiteX9" fmla="*/ 217960 w 371480"/>
              <a:gd name="connsiteY9" fmla="*/ 0 h 451083"/>
              <a:gd name="connsiteX10" fmla="*/ 199007 w 371480"/>
              <a:gd name="connsiteY10" fmla="*/ 0 h 451083"/>
              <a:gd name="connsiteX11" fmla="*/ 132672 w 371480"/>
              <a:gd name="connsiteY11" fmla="*/ 66336 h 451083"/>
              <a:gd name="connsiteX12" fmla="*/ 132672 w 371480"/>
              <a:gd name="connsiteY12" fmla="*/ 94765 h 451083"/>
              <a:gd name="connsiteX13" fmla="*/ 104242 w 371480"/>
              <a:gd name="connsiteY13" fmla="*/ 94765 h 451083"/>
              <a:gd name="connsiteX14" fmla="*/ 90975 w 371480"/>
              <a:gd name="connsiteY14" fmla="*/ 100451 h 451083"/>
              <a:gd name="connsiteX15" fmla="*/ 85289 w 371480"/>
              <a:gd name="connsiteY15" fmla="*/ 113719 h 451083"/>
              <a:gd name="connsiteX16" fmla="*/ 85289 w 371480"/>
              <a:gd name="connsiteY16" fmla="*/ 276715 h 451083"/>
              <a:gd name="connsiteX17" fmla="*/ 70126 w 371480"/>
              <a:gd name="connsiteY17" fmla="*/ 288087 h 451083"/>
              <a:gd name="connsiteX18" fmla="*/ 43592 w 371480"/>
              <a:gd name="connsiteY18" fmla="*/ 288087 h 451083"/>
              <a:gd name="connsiteX19" fmla="*/ 5686 w 371480"/>
              <a:gd name="connsiteY19" fmla="*/ 325993 h 451083"/>
              <a:gd name="connsiteX20" fmla="*/ 5686 w 371480"/>
              <a:gd name="connsiteY20" fmla="*/ 352527 h 451083"/>
              <a:gd name="connsiteX21" fmla="*/ 98556 w 371480"/>
              <a:gd name="connsiteY21" fmla="*/ 445397 h 451083"/>
              <a:gd name="connsiteX22" fmla="*/ 111823 w 371480"/>
              <a:gd name="connsiteY22" fmla="*/ 451083 h 451083"/>
              <a:gd name="connsiteX23" fmla="*/ 125090 w 371480"/>
              <a:gd name="connsiteY23" fmla="*/ 445397 h 451083"/>
              <a:gd name="connsiteX24" fmla="*/ 162997 w 371480"/>
              <a:gd name="connsiteY24" fmla="*/ 407491 h 451083"/>
              <a:gd name="connsiteX25" fmla="*/ 162997 w 371480"/>
              <a:gd name="connsiteY25" fmla="*/ 380957 h 451083"/>
              <a:gd name="connsiteX26" fmla="*/ 162997 w 371480"/>
              <a:gd name="connsiteY26" fmla="*/ 380957 h 451083"/>
              <a:gd name="connsiteX27" fmla="*/ 238809 w 371480"/>
              <a:gd name="connsiteY27" fmla="*/ 380957 h 451083"/>
              <a:gd name="connsiteX28" fmla="*/ 248285 w 371480"/>
              <a:gd name="connsiteY28" fmla="*/ 377166 h 451083"/>
              <a:gd name="connsiteX29" fmla="*/ 286192 w 371480"/>
              <a:gd name="connsiteY29" fmla="*/ 344946 h 451083"/>
              <a:gd name="connsiteX30" fmla="*/ 360109 w 371480"/>
              <a:gd name="connsiteY30" fmla="*/ 274820 h 451083"/>
              <a:gd name="connsiteX31" fmla="*/ 369585 w 371480"/>
              <a:gd name="connsiteY31" fmla="*/ 248285 h 451083"/>
              <a:gd name="connsiteX32" fmla="*/ 369585 w 371480"/>
              <a:gd name="connsiteY32" fmla="*/ 248285 h 451083"/>
              <a:gd name="connsiteX33" fmla="*/ 153520 w 371480"/>
              <a:gd name="connsiteY33" fmla="*/ 68231 h 451083"/>
              <a:gd name="connsiteX34" fmla="*/ 200903 w 371480"/>
              <a:gd name="connsiteY34" fmla="*/ 20848 h 451083"/>
              <a:gd name="connsiteX35" fmla="*/ 219856 w 371480"/>
              <a:gd name="connsiteY35" fmla="*/ 20848 h 451083"/>
              <a:gd name="connsiteX36" fmla="*/ 267238 w 371480"/>
              <a:gd name="connsiteY36" fmla="*/ 68231 h 451083"/>
              <a:gd name="connsiteX37" fmla="*/ 267238 w 371480"/>
              <a:gd name="connsiteY37" fmla="*/ 96661 h 451083"/>
              <a:gd name="connsiteX38" fmla="*/ 153520 w 371480"/>
              <a:gd name="connsiteY38" fmla="*/ 96661 h 451083"/>
              <a:gd name="connsiteX39" fmla="*/ 153520 w 371480"/>
              <a:gd name="connsiteY39" fmla="*/ 68231 h 451083"/>
              <a:gd name="connsiteX40" fmla="*/ 106137 w 371480"/>
              <a:gd name="connsiteY40" fmla="*/ 115614 h 451083"/>
              <a:gd name="connsiteX41" fmla="*/ 134567 w 371480"/>
              <a:gd name="connsiteY41" fmla="*/ 115614 h 451083"/>
              <a:gd name="connsiteX42" fmla="*/ 134567 w 371480"/>
              <a:gd name="connsiteY42" fmla="*/ 153520 h 451083"/>
              <a:gd name="connsiteX43" fmla="*/ 153520 w 371480"/>
              <a:gd name="connsiteY43" fmla="*/ 153520 h 451083"/>
              <a:gd name="connsiteX44" fmla="*/ 153520 w 371480"/>
              <a:gd name="connsiteY44" fmla="*/ 115614 h 451083"/>
              <a:gd name="connsiteX45" fmla="*/ 267238 w 371480"/>
              <a:gd name="connsiteY45" fmla="*/ 115614 h 451083"/>
              <a:gd name="connsiteX46" fmla="*/ 267238 w 371480"/>
              <a:gd name="connsiteY46" fmla="*/ 153520 h 451083"/>
              <a:gd name="connsiteX47" fmla="*/ 286192 w 371480"/>
              <a:gd name="connsiteY47" fmla="*/ 153520 h 451083"/>
              <a:gd name="connsiteX48" fmla="*/ 286192 w 371480"/>
              <a:gd name="connsiteY48" fmla="*/ 115614 h 451083"/>
              <a:gd name="connsiteX49" fmla="*/ 314621 w 371480"/>
              <a:gd name="connsiteY49" fmla="*/ 115614 h 451083"/>
              <a:gd name="connsiteX50" fmla="*/ 314621 w 371480"/>
              <a:gd name="connsiteY50" fmla="*/ 246390 h 451083"/>
              <a:gd name="connsiteX51" fmla="*/ 272924 w 371480"/>
              <a:gd name="connsiteY51" fmla="*/ 280506 h 451083"/>
              <a:gd name="connsiteX52" fmla="*/ 272924 w 371480"/>
              <a:gd name="connsiteY52" fmla="*/ 278610 h 451083"/>
              <a:gd name="connsiteX53" fmla="*/ 240704 w 371480"/>
              <a:gd name="connsiteY53" fmla="*/ 263448 h 451083"/>
              <a:gd name="connsiteX54" fmla="*/ 202798 w 371480"/>
              <a:gd name="connsiteY54" fmla="*/ 271029 h 451083"/>
              <a:gd name="connsiteX55" fmla="*/ 189531 w 371480"/>
              <a:gd name="connsiteY55" fmla="*/ 265343 h 451083"/>
              <a:gd name="connsiteX56" fmla="*/ 128881 w 371480"/>
              <a:gd name="connsiteY56" fmla="*/ 259657 h 451083"/>
              <a:gd name="connsiteX57" fmla="*/ 108033 w 371480"/>
              <a:gd name="connsiteY57" fmla="*/ 267238 h 451083"/>
              <a:gd name="connsiteX58" fmla="*/ 108033 w 371480"/>
              <a:gd name="connsiteY58" fmla="*/ 115614 h 451083"/>
              <a:gd name="connsiteX59" fmla="*/ 108033 w 371480"/>
              <a:gd name="connsiteY59" fmla="*/ 115614 h 451083"/>
              <a:gd name="connsiteX60" fmla="*/ 115614 w 371480"/>
              <a:gd name="connsiteY60" fmla="*/ 437816 h 451083"/>
              <a:gd name="connsiteX61" fmla="*/ 22744 w 371480"/>
              <a:gd name="connsiteY61" fmla="*/ 344946 h 451083"/>
              <a:gd name="connsiteX62" fmla="*/ 60650 w 371480"/>
              <a:gd name="connsiteY62" fmla="*/ 307040 h 451083"/>
              <a:gd name="connsiteX63" fmla="*/ 153520 w 371480"/>
              <a:gd name="connsiteY63" fmla="*/ 399910 h 451083"/>
              <a:gd name="connsiteX64" fmla="*/ 115614 w 371480"/>
              <a:gd name="connsiteY64" fmla="*/ 437816 h 451083"/>
              <a:gd name="connsiteX65" fmla="*/ 350632 w 371480"/>
              <a:gd name="connsiteY65" fmla="*/ 265343 h 451083"/>
              <a:gd name="connsiteX66" fmla="*/ 276715 w 371480"/>
              <a:gd name="connsiteY66" fmla="*/ 333574 h 451083"/>
              <a:gd name="connsiteX67" fmla="*/ 240704 w 371480"/>
              <a:gd name="connsiteY67" fmla="*/ 363899 h 451083"/>
              <a:gd name="connsiteX68" fmla="*/ 147834 w 371480"/>
              <a:gd name="connsiteY68" fmla="*/ 363899 h 451083"/>
              <a:gd name="connsiteX69" fmla="*/ 87184 w 371480"/>
              <a:gd name="connsiteY69" fmla="*/ 303249 h 451083"/>
              <a:gd name="connsiteX70" fmla="*/ 132672 w 371480"/>
              <a:gd name="connsiteY70" fmla="*/ 276715 h 451083"/>
              <a:gd name="connsiteX71" fmla="*/ 181950 w 371480"/>
              <a:gd name="connsiteY71" fmla="*/ 282401 h 451083"/>
              <a:gd name="connsiteX72" fmla="*/ 195217 w 371480"/>
              <a:gd name="connsiteY72" fmla="*/ 288087 h 451083"/>
              <a:gd name="connsiteX73" fmla="*/ 204693 w 371480"/>
              <a:gd name="connsiteY73" fmla="*/ 288087 h 451083"/>
              <a:gd name="connsiteX74" fmla="*/ 244495 w 371480"/>
              <a:gd name="connsiteY74" fmla="*/ 280506 h 451083"/>
              <a:gd name="connsiteX75" fmla="*/ 255867 w 371480"/>
              <a:gd name="connsiteY75" fmla="*/ 286192 h 451083"/>
              <a:gd name="connsiteX76" fmla="*/ 255867 w 371480"/>
              <a:gd name="connsiteY76" fmla="*/ 293773 h 451083"/>
              <a:gd name="connsiteX77" fmla="*/ 253971 w 371480"/>
              <a:gd name="connsiteY77" fmla="*/ 297563 h 451083"/>
              <a:gd name="connsiteX78" fmla="*/ 253971 w 371480"/>
              <a:gd name="connsiteY78" fmla="*/ 297563 h 451083"/>
              <a:gd name="connsiteX79" fmla="*/ 250181 w 371480"/>
              <a:gd name="connsiteY79" fmla="*/ 299459 h 451083"/>
              <a:gd name="connsiteX80" fmla="*/ 168682 w 371480"/>
              <a:gd name="connsiteY80" fmla="*/ 314621 h 451083"/>
              <a:gd name="connsiteX81" fmla="*/ 172473 w 371480"/>
              <a:gd name="connsiteY81" fmla="*/ 333574 h 451083"/>
              <a:gd name="connsiteX82" fmla="*/ 253971 w 371480"/>
              <a:gd name="connsiteY82" fmla="*/ 318412 h 451083"/>
              <a:gd name="connsiteX83" fmla="*/ 265343 w 371480"/>
              <a:gd name="connsiteY83" fmla="*/ 312726 h 451083"/>
              <a:gd name="connsiteX84" fmla="*/ 265343 w 371480"/>
              <a:gd name="connsiteY84" fmla="*/ 312726 h 451083"/>
              <a:gd name="connsiteX85" fmla="*/ 265343 w 371480"/>
              <a:gd name="connsiteY85" fmla="*/ 312726 h 451083"/>
              <a:gd name="connsiteX86" fmla="*/ 337365 w 371480"/>
              <a:gd name="connsiteY86" fmla="*/ 252076 h 451083"/>
              <a:gd name="connsiteX87" fmla="*/ 344946 w 371480"/>
              <a:gd name="connsiteY87" fmla="*/ 250181 h 451083"/>
              <a:gd name="connsiteX88" fmla="*/ 350632 w 371480"/>
              <a:gd name="connsiteY88" fmla="*/ 252076 h 451083"/>
              <a:gd name="connsiteX89" fmla="*/ 352527 w 371480"/>
              <a:gd name="connsiteY89" fmla="*/ 255867 h 451083"/>
              <a:gd name="connsiteX90" fmla="*/ 350632 w 371480"/>
              <a:gd name="connsiteY90" fmla="*/ 265343 h 451083"/>
              <a:gd name="connsiteX91" fmla="*/ 350632 w 371480"/>
              <a:gd name="connsiteY91" fmla="*/ 265343 h 451083"/>
              <a:gd name="connsiteX92" fmla="*/ 56859 w 371480"/>
              <a:gd name="connsiteY92" fmla="*/ 329784 h 451083"/>
              <a:gd name="connsiteX93" fmla="*/ 70126 w 371480"/>
              <a:gd name="connsiteY93" fmla="*/ 343051 h 451083"/>
              <a:gd name="connsiteX94" fmla="*/ 56859 w 371480"/>
              <a:gd name="connsiteY94" fmla="*/ 356318 h 451083"/>
              <a:gd name="connsiteX95" fmla="*/ 43592 w 371480"/>
              <a:gd name="connsiteY95" fmla="*/ 343051 h 451083"/>
              <a:gd name="connsiteX96" fmla="*/ 56859 w 371480"/>
              <a:gd name="connsiteY96" fmla="*/ 329784 h 451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71480" h="451083">
                <a:moveTo>
                  <a:pt x="371480" y="252076"/>
                </a:moveTo>
                <a:cubicBezTo>
                  <a:pt x="371480" y="246390"/>
                  <a:pt x="367690" y="242599"/>
                  <a:pt x="363899" y="238809"/>
                </a:cubicBezTo>
                <a:cubicBezTo>
                  <a:pt x="358213" y="233123"/>
                  <a:pt x="352527" y="229332"/>
                  <a:pt x="344946" y="229332"/>
                </a:cubicBezTo>
                <a:cubicBezTo>
                  <a:pt x="341156" y="229332"/>
                  <a:pt x="337365" y="229332"/>
                  <a:pt x="333574" y="231228"/>
                </a:cubicBezTo>
                <a:lnTo>
                  <a:pt x="333574" y="113719"/>
                </a:lnTo>
                <a:cubicBezTo>
                  <a:pt x="333574" y="109928"/>
                  <a:pt x="331679" y="104242"/>
                  <a:pt x="327888" y="100451"/>
                </a:cubicBezTo>
                <a:cubicBezTo>
                  <a:pt x="324098" y="96661"/>
                  <a:pt x="318412" y="94765"/>
                  <a:pt x="312726" y="94765"/>
                </a:cubicBezTo>
                <a:lnTo>
                  <a:pt x="284296" y="94765"/>
                </a:lnTo>
                <a:lnTo>
                  <a:pt x="284296" y="66336"/>
                </a:lnTo>
                <a:cubicBezTo>
                  <a:pt x="284296" y="30325"/>
                  <a:pt x="253971" y="0"/>
                  <a:pt x="217960" y="0"/>
                </a:cubicBezTo>
                <a:lnTo>
                  <a:pt x="199007" y="0"/>
                </a:lnTo>
                <a:cubicBezTo>
                  <a:pt x="162997" y="0"/>
                  <a:pt x="132672" y="30325"/>
                  <a:pt x="132672" y="66336"/>
                </a:cubicBezTo>
                <a:lnTo>
                  <a:pt x="132672" y="94765"/>
                </a:lnTo>
                <a:lnTo>
                  <a:pt x="104242" y="94765"/>
                </a:lnTo>
                <a:cubicBezTo>
                  <a:pt x="98556" y="94765"/>
                  <a:pt x="94765" y="96661"/>
                  <a:pt x="90975" y="100451"/>
                </a:cubicBezTo>
                <a:cubicBezTo>
                  <a:pt x="87184" y="104242"/>
                  <a:pt x="85289" y="108033"/>
                  <a:pt x="85289" y="113719"/>
                </a:cubicBezTo>
                <a:lnTo>
                  <a:pt x="85289" y="276715"/>
                </a:lnTo>
                <a:cubicBezTo>
                  <a:pt x="79603" y="280506"/>
                  <a:pt x="75812" y="284296"/>
                  <a:pt x="70126" y="288087"/>
                </a:cubicBezTo>
                <a:cubicBezTo>
                  <a:pt x="62545" y="282401"/>
                  <a:pt x="51173" y="282401"/>
                  <a:pt x="43592" y="288087"/>
                </a:cubicBezTo>
                <a:lnTo>
                  <a:pt x="5686" y="325993"/>
                </a:lnTo>
                <a:cubicBezTo>
                  <a:pt x="-1895" y="333574"/>
                  <a:pt x="-1895" y="344946"/>
                  <a:pt x="5686" y="352527"/>
                </a:cubicBezTo>
                <a:lnTo>
                  <a:pt x="98556" y="445397"/>
                </a:lnTo>
                <a:cubicBezTo>
                  <a:pt x="102347" y="449188"/>
                  <a:pt x="106137" y="451083"/>
                  <a:pt x="111823" y="451083"/>
                </a:cubicBezTo>
                <a:cubicBezTo>
                  <a:pt x="117509" y="451083"/>
                  <a:pt x="121300" y="449188"/>
                  <a:pt x="125090" y="445397"/>
                </a:cubicBezTo>
                <a:lnTo>
                  <a:pt x="162997" y="407491"/>
                </a:lnTo>
                <a:cubicBezTo>
                  <a:pt x="170578" y="399910"/>
                  <a:pt x="170578" y="388538"/>
                  <a:pt x="162997" y="380957"/>
                </a:cubicBezTo>
                <a:lnTo>
                  <a:pt x="162997" y="380957"/>
                </a:lnTo>
                <a:cubicBezTo>
                  <a:pt x="162997" y="380957"/>
                  <a:pt x="238809" y="380957"/>
                  <a:pt x="238809" y="380957"/>
                </a:cubicBezTo>
                <a:cubicBezTo>
                  <a:pt x="242599" y="380957"/>
                  <a:pt x="246390" y="380957"/>
                  <a:pt x="248285" y="377166"/>
                </a:cubicBezTo>
                <a:lnTo>
                  <a:pt x="286192" y="344946"/>
                </a:lnTo>
                <a:lnTo>
                  <a:pt x="360109" y="274820"/>
                </a:lnTo>
                <a:cubicBezTo>
                  <a:pt x="367690" y="267238"/>
                  <a:pt x="369585" y="257762"/>
                  <a:pt x="369585" y="248285"/>
                </a:cubicBezTo>
                <a:lnTo>
                  <a:pt x="369585" y="248285"/>
                </a:lnTo>
                <a:close/>
                <a:moveTo>
                  <a:pt x="153520" y="68231"/>
                </a:moveTo>
                <a:cubicBezTo>
                  <a:pt x="153520" y="41697"/>
                  <a:pt x="174368" y="20848"/>
                  <a:pt x="200903" y="20848"/>
                </a:cubicBezTo>
                <a:lnTo>
                  <a:pt x="219856" y="20848"/>
                </a:lnTo>
                <a:cubicBezTo>
                  <a:pt x="246390" y="20848"/>
                  <a:pt x="267238" y="41697"/>
                  <a:pt x="267238" y="68231"/>
                </a:cubicBezTo>
                <a:lnTo>
                  <a:pt x="267238" y="96661"/>
                </a:lnTo>
                <a:lnTo>
                  <a:pt x="153520" y="96661"/>
                </a:lnTo>
                <a:lnTo>
                  <a:pt x="153520" y="68231"/>
                </a:lnTo>
                <a:close/>
                <a:moveTo>
                  <a:pt x="106137" y="115614"/>
                </a:moveTo>
                <a:lnTo>
                  <a:pt x="134567" y="115614"/>
                </a:lnTo>
                <a:lnTo>
                  <a:pt x="134567" y="153520"/>
                </a:lnTo>
                <a:lnTo>
                  <a:pt x="153520" y="153520"/>
                </a:lnTo>
                <a:lnTo>
                  <a:pt x="153520" y="115614"/>
                </a:lnTo>
                <a:lnTo>
                  <a:pt x="267238" y="115614"/>
                </a:lnTo>
                <a:cubicBezTo>
                  <a:pt x="267238" y="115614"/>
                  <a:pt x="267238" y="153520"/>
                  <a:pt x="267238" y="153520"/>
                </a:cubicBezTo>
                <a:lnTo>
                  <a:pt x="286192" y="153520"/>
                </a:lnTo>
                <a:lnTo>
                  <a:pt x="286192" y="115614"/>
                </a:lnTo>
                <a:lnTo>
                  <a:pt x="314621" y="115614"/>
                </a:lnTo>
                <a:lnTo>
                  <a:pt x="314621" y="246390"/>
                </a:lnTo>
                <a:lnTo>
                  <a:pt x="272924" y="280506"/>
                </a:lnTo>
                <a:cubicBezTo>
                  <a:pt x="272924" y="280506"/>
                  <a:pt x="272924" y="280506"/>
                  <a:pt x="272924" y="278610"/>
                </a:cubicBezTo>
                <a:cubicBezTo>
                  <a:pt x="267238" y="267238"/>
                  <a:pt x="253971" y="259657"/>
                  <a:pt x="240704" y="263448"/>
                </a:cubicBezTo>
                <a:lnTo>
                  <a:pt x="202798" y="271029"/>
                </a:lnTo>
                <a:lnTo>
                  <a:pt x="189531" y="265343"/>
                </a:lnTo>
                <a:cubicBezTo>
                  <a:pt x="170578" y="257762"/>
                  <a:pt x="149729" y="255867"/>
                  <a:pt x="128881" y="259657"/>
                </a:cubicBezTo>
                <a:cubicBezTo>
                  <a:pt x="121300" y="259657"/>
                  <a:pt x="113718" y="263448"/>
                  <a:pt x="108033" y="267238"/>
                </a:cubicBezTo>
                <a:lnTo>
                  <a:pt x="108033" y="115614"/>
                </a:lnTo>
                <a:cubicBezTo>
                  <a:pt x="108033" y="115614"/>
                  <a:pt x="108033" y="115614"/>
                  <a:pt x="108033" y="115614"/>
                </a:cubicBezTo>
                <a:close/>
                <a:moveTo>
                  <a:pt x="115614" y="437816"/>
                </a:moveTo>
                <a:lnTo>
                  <a:pt x="22744" y="344946"/>
                </a:lnTo>
                <a:lnTo>
                  <a:pt x="60650" y="307040"/>
                </a:lnTo>
                <a:lnTo>
                  <a:pt x="153520" y="399910"/>
                </a:lnTo>
                <a:lnTo>
                  <a:pt x="115614" y="437816"/>
                </a:lnTo>
                <a:close/>
                <a:moveTo>
                  <a:pt x="350632" y="265343"/>
                </a:moveTo>
                <a:lnTo>
                  <a:pt x="276715" y="333574"/>
                </a:lnTo>
                <a:lnTo>
                  <a:pt x="240704" y="363899"/>
                </a:lnTo>
                <a:lnTo>
                  <a:pt x="147834" y="363899"/>
                </a:lnTo>
                <a:cubicBezTo>
                  <a:pt x="147834" y="363899"/>
                  <a:pt x="87184" y="303249"/>
                  <a:pt x="87184" y="303249"/>
                </a:cubicBezTo>
                <a:cubicBezTo>
                  <a:pt x="100451" y="291878"/>
                  <a:pt x="115614" y="278610"/>
                  <a:pt x="132672" y="276715"/>
                </a:cubicBezTo>
                <a:cubicBezTo>
                  <a:pt x="149729" y="272924"/>
                  <a:pt x="166787" y="276715"/>
                  <a:pt x="181950" y="282401"/>
                </a:cubicBezTo>
                <a:lnTo>
                  <a:pt x="195217" y="288087"/>
                </a:lnTo>
                <a:cubicBezTo>
                  <a:pt x="197112" y="288087"/>
                  <a:pt x="200903" y="288087"/>
                  <a:pt x="204693" y="288087"/>
                </a:cubicBezTo>
                <a:lnTo>
                  <a:pt x="244495" y="280506"/>
                </a:lnTo>
                <a:cubicBezTo>
                  <a:pt x="250181" y="280506"/>
                  <a:pt x="253971" y="280506"/>
                  <a:pt x="255867" y="286192"/>
                </a:cubicBezTo>
                <a:cubicBezTo>
                  <a:pt x="255867" y="288087"/>
                  <a:pt x="255867" y="289982"/>
                  <a:pt x="255867" y="293773"/>
                </a:cubicBezTo>
                <a:cubicBezTo>
                  <a:pt x="255867" y="293773"/>
                  <a:pt x="255867" y="295668"/>
                  <a:pt x="253971" y="297563"/>
                </a:cubicBezTo>
                <a:lnTo>
                  <a:pt x="253971" y="297563"/>
                </a:lnTo>
                <a:cubicBezTo>
                  <a:pt x="253971" y="297563"/>
                  <a:pt x="252076" y="299459"/>
                  <a:pt x="250181" y="299459"/>
                </a:cubicBezTo>
                <a:lnTo>
                  <a:pt x="168682" y="314621"/>
                </a:lnTo>
                <a:lnTo>
                  <a:pt x="172473" y="333574"/>
                </a:lnTo>
                <a:lnTo>
                  <a:pt x="253971" y="318412"/>
                </a:lnTo>
                <a:cubicBezTo>
                  <a:pt x="257762" y="318412"/>
                  <a:pt x="261553" y="316517"/>
                  <a:pt x="265343" y="312726"/>
                </a:cubicBezTo>
                <a:lnTo>
                  <a:pt x="265343" y="312726"/>
                </a:lnTo>
                <a:cubicBezTo>
                  <a:pt x="265343" y="312726"/>
                  <a:pt x="265343" y="312726"/>
                  <a:pt x="265343" y="312726"/>
                </a:cubicBezTo>
                <a:lnTo>
                  <a:pt x="337365" y="252076"/>
                </a:lnTo>
                <a:cubicBezTo>
                  <a:pt x="339260" y="252076"/>
                  <a:pt x="341156" y="250181"/>
                  <a:pt x="344946" y="250181"/>
                </a:cubicBezTo>
                <a:cubicBezTo>
                  <a:pt x="346841" y="250181"/>
                  <a:pt x="348737" y="250181"/>
                  <a:pt x="350632" y="252076"/>
                </a:cubicBezTo>
                <a:cubicBezTo>
                  <a:pt x="350632" y="252076"/>
                  <a:pt x="352527" y="255867"/>
                  <a:pt x="352527" y="255867"/>
                </a:cubicBezTo>
                <a:cubicBezTo>
                  <a:pt x="352527" y="259657"/>
                  <a:pt x="352527" y="263448"/>
                  <a:pt x="350632" y="265343"/>
                </a:cubicBezTo>
                <a:lnTo>
                  <a:pt x="350632" y="265343"/>
                </a:lnTo>
                <a:close/>
                <a:moveTo>
                  <a:pt x="56859" y="329784"/>
                </a:moveTo>
                <a:cubicBezTo>
                  <a:pt x="64440" y="329784"/>
                  <a:pt x="70126" y="335470"/>
                  <a:pt x="70126" y="343051"/>
                </a:cubicBezTo>
                <a:cubicBezTo>
                  <a:pt x="70126" y="350632"/>
                  <a:pt x="64440" y="356318"/>
                  <a:pt x="56859" y="356318"/>
                </a:cubicBezTo>
                <a:cubicBezTo>
                  <a:pt x="49278" y="356318"/>
                  <a:pt x="43592" y="350632"/>
                  <a:pt x="43592" y="343051"/>
                </a:cubicBezTo>
                <a:cubicBezTo>
                  <a:pt x="43592" y="335470"/>
                  <a:pt x="49278" y="329784"/>
                  <a:pt x="56859" y="329784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93" descr="Register icon.">
            <a:extLst>
              <a:ext uri="{FF2B5EF4-FFF2-40B4-BE49-F238E27FC236}">
                <a16:creationId xmlns:a16="http://schemas.microsoft.com/office/drawing/2014/main" id="{CA4B8753-86C6-4B9D-82CA-09E3453A3F3C}"/>
              </a:ext>
            </a:extLst>
          </p:cNvPr>
          <p:cNvSpPr>
            <a:spLocks noChangeAspect="1"/>
          </p:cNvSpPr>
          <p:nvPr/>
        </p:nvSpPr>
        <p:spPr>
          <a:xfrm>
            <a:off x="965584" y="3272776"/>
            <a:ext cx="420308" cy="420308"/>
          </a:xfrm>
          <a:custGeom>
            <a:avLst/>
            <a:gdLst>
              <a:gd name="connsiteX0" fmla="*/ 393561 w 420308"/>
              <a:gd name="connsiteY0" fmla="*/ 112719 h 420308"/>
              <a:gd name="connsiteX1" fmla="*/ 393561 w 420308"/>
              <a:gd name="connsiteY1" fmla="*/ 112719 h 420308"/>
              <a:gd name="connsiteX2" fmla="*/ 374456 w 420308"/>
              <a:gd name="connsiteY2" fmla="*/ 95525 h 420308"/>
              <a:gd name="connsiteX3" fmla="*/ 324784 w 420308"/>
              <a:gd name="connsiteY3" fmla="*/ 95525 h 420308"/>
              <a:gd name="connsiteX4" fmla="*/ 324784 w 420308"/>
              <a:gd name="connsiteY4" fmla="*/ 76420 h 420308"/>
              <a:gd name="connsiteX5" fmla="*/ 362993 w 420308"/>
              <a:gd name="connsiteY5" fmla="*/ 76420 h 420308"/>
              <a:gd name="connsiteX6" fmla="*/ 382098 w 420308"/>
              <a:gd name="connsiteY6" fmla="*/ 57315 h 420308"/>
              <a:gd name="connsiteX7" fmla="*/ 382098 w 420308"/>
              <a:gd name="connsiteY7" fmla="*/ 19105 h 420308"/>
              <a:gd name="connsiteX8" fmla="*/ 362993 w 420308"/>
              <a:gd name="connsiteY8" fmla="*/ 0 h 420308"/>
              <a:gd name="connsiteX9" fmla="*/ 229259 w 420308"/>
              <a:gd name="connsiteY9" fmla="*/ 0 h 420308"/>
              <a:gd name="connsiteX10" fmla="*/ 210154 w 420308"/>
              <a:gd name="connsiteY10" fmla="*/ 19105 h 420308"/>
              <a:gd name="connsiteX11" fmla="*/ 210154 w 420308"/>
              <a:gd name="connsiteY11" fmla="*/ 57315 h 420308"/>
              <a:gd name="connsiteX12" fmla="*/ 229259 w 420308"/>
              <a:gd name="connsiteY12" fmla="*/ 76420 h 420308"/>
              <a:gd name="connsiteX13" fmla="*/ 267469 w 420308"/>
              <a:gd name="connsiteY13" fmla="*/ 76420 h 420308"/>
              <a:gd name="connsiteX14" fmla="*/ 267469 w 420308"/>
              <a:gd name="connsiteY14" fmla="*/ 95525 h 420308"/>
              <a:gd name="connsiteX15" fmla="*/ 45852 w 420308"/>
              <a:gd name="connsiteY15" fmla="*/ 95525 h 420308"/>
              <a:gd name="connsiteX16" fmla="*/ 26747 w 420308"/>
              <a:gd name="connsiteY16" fmla="*/ 112719 h 420308"/>
              <a:gd name="connsiteX17" fmla="*/ 0 w 420308"/>
              <a:gd name="connsiteY17" fmla="*/ 322873 h 420308"/>
              <a:gd name="connsiteX18" fmla="*/ 0 w 420308"/>
              <a:gd name="connsiteY18" fmla="*/ 401203 h 420308"/>
              <a:gd name="connsiteX19" fmla="*/ 19105 w 420308"/>
              <a:gd name="connsiteY19" fmla="*/ 420308 h 420308"/>
              <a:gd name="connsiteX20" fmla="*/ 401203 w 420308"/>
              <a:gd name="connsiteY20" fmla="*/ 420308 h 420308"/>
              <a:gd name="connsiteX21" fmla="*/ 420308 w 420308"/>
              <a:gd name="connsiteY21" fmla="*/ 401203 h 420308"/>
              <a:gd name="connsiteX22" fmla="*/ 420308 w 420308"/>
              <a:gd name="connsiteY22" fmla="*/ 324784 h 420308"/>
              <a:gd name="connsiteX23" fmla="*/ 393561 w 420308"/>
              <a:gd name="connsiteY23" fmla="*/ 112719 h 420308"/>
              <a:gd name="connsiteX24" fmla="*/ 229259 w 420308"/>
              <a:gd name="connsiteY24" fmla="*/ 57315 h 420308"/>
              <a:gd name="connsiteX25" fmla="*/ 229259 w 420308"/>
              <a:gd name="connsiteY25" fmla="*/ 19105 h 420308"/>
              <a:gd name="connsiteX26" fmla="*/ 362993 w 420308"/>
              <a:gd name="connsiteY26" fmla="*/ 19105 h 420308"/>
              <a:gd name="connsiteX27" fmla="*/ 362993 w 420308"/>
              <a:gd name="connsiteY27" fmla="*/ 57315 h 420308"/>
              <a:gd name="connsiteX28" fmla="*/ 229259 w 420308"/>
              <a:gd name="connsiteY28" fmla="*/ 57315 h 420308"/>
              <a:gd name="connsiteX29" fmla="*/ 286574 w 420308"/>
              <a:gd name="connsiteY29" fmla="*/ 76420 h 420308"/>
              <a:gd name="connsiteX30" fmla="*/ 305679 w 420308"/>
              <a:gd name="connsiteY30" fmla="*/ 76420 h 420308"/>
              <a:gd name="connsiteX31" fmla="*/ 305679 w 420308"/>
              <a:gd name="connsiteY31" fmla="*/ 95525 h 420308"/>
              <a:gd name="connsiteX32" fmla="*/ 286574 w 420308"/>
              <a:gd name="connsiteY32" fmla="*/ 95525 h 420308"/>
              <a:gd name="connsiteX33" fmla="*/ 286574 w 420308"/>
              <a:gd name="connsiteY33" fmla="*/ 76420 h 420308"/>
              <a:gd name="connsiteX34" fmla="*/ 45852 w 420308"/>
              <a:gd name="connsiteY34" fmla="*/ 114630 h 420308"/>
              <a:gd name="connsiteX35" fmla="*/ 372546 w 420308"/>
              <a:gd name="connsiteY35" fmla="*/ 114630 h 420308"/>
              <a:gd name="connsiteX36" fmla="*/ 372546 w 420308"/>
              <a:gd name="connsiteY36" fmla="*/ 114630 h 420308"/>
              <a:gd name="connsiteX37" fmla="*/ 401203 w 420308"/>
              <a:gd name="connsiteY37" fmla="*/ 324784 h 420308"/>
              <a:gd name="connsiteX38" fmla="*/ 252185 w 420308"/>
              <a:gd name="connsiteY38" fmla="*/ 324784 h 420308"/>
              <a:gd name="connsiteX39" fmla="*/ 233080 w 420308"/>
              <a:gd name="connsiteY39" fmla="*/ 340068 h 420308"/>
              <a:gd name="connsiteX40" fmla="*/ 204423 w 420308"/>
              <a:gd name="connsiteY40" fmla="*/ 357262 h 420308"/>
              <a:gd name="connsiteX41" fmla="*/ 187228 w 420308"/>
              <a:gd name="connsiteY41" fmla="*/ 340068 h 420308"/>
              <a:gd name="connsiteX42" fmla="*/ 168123 w 420308"/>
              <a:gd name="connsiteY42" fmla="*/ 324784 h 420308"/>
              <a:gd name="connsiteX43" fmla="*/ 19105 w 420308"/>
              <a:gd name="connsiteY43" fmla="*/ 324784 h 420308"/>
              <a:gd name="connsiteX44" fmla="*/ 45852 w 420308"/>
              <a:gd name="connsiteY44" fmla="*/ 114630 h 420308"/>
              <a:gd name="connsiteX45" fmla="*/ 19105 w 420308"/>
              <a:gd name="connsiteY45" fmla="*/ 401203 h 420308"/>
              <a:gd name="connsiteX46" fmla="*/ 19105 w 420308"/>
              <a:gd name="connsiteY46" fmla="*/ 343889 h 420308"/>
              <a:gd name="connsiteX47" fmla="*/ 168123 w 420308"/>
              <a:gd name="connsiteY47" fmla="*/ 343889 h 420308"/>
              <a:gd name="connsiteX48" fmla="*/ 219707 w 420308"/>
              <a:gd name="connsiteY48" fmla="*/ 376367 h 420308"/>
              <a:gd name="connsiteX49" fmla="*/ 252185 w 420308"/>
              <a:gd name="connsiteY49" fmla="*/ 343889 h 420308"/>
              <a:gd name="connsiteX50" fmla="*/ 401203 w 420308"/>
              <a:gd name="connsiteY50" fmla="*/ 343889 h 420308"/>
              <a:gd name="connsiteX51" fmla="*/ 401203 w 420308"/>
              <a:gd name="connsiteY51" fmla="*/ 401203 h 420308"/>
              <a:gd name="connsiteX52" fmla="*/ 19105 w 420308"/>
              <a:gd name="connsiteY52" fmla="*/ 401203 h 420308"/>
              <a:gd name="connsiteX53" fmla="*/ 229259 w 420308"/>
              <a:gd name="connsiteY53" fmla="*/ 191049 h 420308"/>
              <a:gd name="connsiteX54" fmla="*/ 343889 w 420308"/>
              <a:gd name="connsiteY54" fmla="*/ 191049 h 420308"/>
              <a:gd name="connsiteX55" fmla="*/ 362993 w 420308"/>
              <a:gd name="connsiteY55" fmla="*/ 171944 h 420308"/>
              <a:gd name="connsiteX56" fmla="*/ 362993 w 420308"/>
              <a:gd name="connsiteY56" fmla="*/ 152839 h 420308"/>
              <a:gd name="connsiteX57" fmla="*/ 343889 w 420308"/>
              <a:gd name="connsiteY57" fmla="*/ 133734 h 420308"/>
              <a:gd name="connsiteX58" fmla="*/ 229259 w 420308"/>
              <a:gd name="connsiteY58" fmla="*/ 133734 h 420308"/>
              <a:gd name="connsiteX59" fmla="*/ 210154 w 420308"/>
              <a:gd name="connsiteY59" fmla="*/ 152839 h 420308"/>
              <a:gd name="connsiteX60" fmla="*/ 210154 w 420308"/>
              <a:gd name="connsiteY60" fmla="*/ 171944 h 420308"/>
              <a:gd name="connsiteX61" fmla="*/ 229259 w 420308"/>
              <a:gd name="connsiteY61" fmla="*/ 191049 h 420308"/>
              <a:gd name="connsiteX62" fmla="*/ 229259 w 420308"/>
              <a:gd name="connsiteY62" fmla="*/ 152839 h 420308"/>
              <a:gd name="connsiteX63" fmla="*/ 343889 w 420308"/>
              <a:gd name="connsiteY63" fmla="*/ 152839 h 420308"/>
              <a:gd name="connsiteX64" fmla="*/ 343889 w 420308"/>
              <a:gd name="connsiteY64" fmla="*/ 171944 h 420308"/>
              <a:gd name="connsiteX65" fmla="*/ 229259 w 420308"/>
              <a:gd name="connsiteY65" fmla="*/ 171944 h 420308"/>
              <a:gd name="connsiteX66" fmla="*/ 229259 w 420308"/>
              <a:gd name="connsiteY66" fmla="*/ 152839 h 420308"/>
              <a:gd name="connsiteX67" fmla="*/ 248364 w 420308"/>
              <a:gd name="connsiteY67" fmla="*/ 210154 h 420308"/>
              <a:gd name="connsiteX68" fmla="*/ 257916 w 420308"/>
              <a:gd name="connsiteY68" fmla="*/ 219707 h 420308"/>
              <a:gd name="connsiteX69" fmla="*/ 248364 w 420308"/>
              <a:gd name="connsiteY69" fmla="*/ 229259 h 420308"/>
              <a:gd name="connsiteX70" fmla="*/ 238811 w 420308"/>
              <a:gd name="connsiteY70" fmla="*/ 219707 h 420308"/>
              <a:gd name="connsiteX71" fmla="*/ 248364 w 420308"/>
              <a:gd name="connsiteY71" fmla="*/ 210154 h 420308"/>
              <a:gd name="connsiteX72" fmla="*/ 286574 w 420308"/>
              <a:gd name="connsiteY72" fmla="*/ 210154 h 420308"/>
              <a:gd name="connsiteX73" fmla="*/ 296126 w 420308"/>
              <a:gd name="connsiteY73" fmla="*/ 219707 h 420308"/>
              <a:gd name="connsiteX74" fmla="*/ 286574 w 420308"/>
              <a:gd name="connsiteY74" fmla="*/ 229259 h 420308"/>
              <a:gd name="connsiteX75" fmla="*/ 277021 w 420308"/>
              <a:gd name="connsiteY75" fmla="*/ 219707 h 420308"/>
              <a:gd name="connsiteX76" fmla="*/ 286574 w 420308"/>
              <a:gd name="connsiteY76" fmla="*/ 210154 h 420308"/>
              <a:gd name="connsiteX77" fmla="*/ 324784 w 420308"/>
              <a:gd name="connsiteY77" fmla="*/ 210154 h 420308"/>
              <a:gd name="connsiteX78" fmla="*/ 334336 w 420308"/>
              <a:gd name="connsiteY78" fmla="*/ 219707 h 420308"/>
              <a:gd name="connsiteX79" fmla="*/ 324784 w 420308"/>
              <a:gd name="connsiteY79" fmla="*/ 229259 h 420308"/>
              <a:gd name="connsiteX80" fmla="*/ 315231 w 420308"/>
              <a:gd name="connsiteY80" fmla="*/ 219707 h 420308"/>
              <a:gd name="connsiteX81" fmla="*/ 324784 w 420308"/>
              <a:gd name="connsiteY81" fmla="*/ 210154 h 420308"/>
              <a:gd name="connsiteX82" fmla="*/ 248364 w 420308"/>
              <a:gd name="connsiteY82" fmla="*/ 248364 h 420308"/>
              <a:gd name="connsiteX83" fmla="*/ 257916 w 420308"/>
              <a:gd name="connsiteY83" fmla="*/ 257916 h 420308"/>
              <a:gd name="connsiteX84" fmla="*/ 248364 w 420308"/>
              <a:gd name="connsiteY84" fmla="*/ 267469 h 420308"/>
              <a:gd name="connsiteX85" fmla="*/ 238811 w 420308"/>
              <a:gd name="connsiteY85" fmla="*/ 257916 h 420308"/>
              <a:gd name="connsiteX86" fmla="*/ 248364 w 420308"/>
              <a:gd name="connsiteY86" fmla="*/ 248364 h 420308"/>
              <a:gd name="connsiteX87" fmla="*/ 286574 w 420308"/>
              <a:gd name="connsiteY87" fmla="*/ 248364 h 420308"/>
              <a:gd name="connsiteX88" fmla="*/ 296126 w 420308"/>
              <a:gd name="connsiteY88" fmla="*/ 257916 h 420308"/>
              <a:gd name="connsiteX89" fmla="*/ 286574 w 420308"/>
              <a:gd name="connsiteY89" fmla="*/ 267469 h 420308"/>
              <a:gd name="connsiteX90" fmla="*/ 277021 w 420308"/>
              <a:gd name="connsiteY90" fmla="*/ 257916 h 420308"/>
              <a:gd name="connsiteX91" fmla="*/ 286574 w 420308"/>
              <a:gd name="connsiteY91" fmla="*/ 248364 h 420308"/>
              <a:gd name="connsiteX92" fmla="*/ 324784 w 420308"/>
              <a:gd name="connsiteY92" fmla="*/ 248364 h 420308"/>
              <a:gd name="connsiteX93" fmla="*/ 334336 w 420308"/>
              <a:gd name="connsiteY93" fmla="*/ 257916 h 420308"/>
              <a:gd name="connsiteX94" fmla="*/ 324784 w 420308"/>
              <a:gd name="connsiteY94" fmla="*/ 267469 h 420308"/>
              <a:gd name="connsiteX95" fmla="*/ 315231 w 420308"/>
              <a:gd name="connsiteY95" fmla="*/ 257916 h 420308"/>
              <a:gd name="connsiteX96" fmla="*/ 324784 w 420308"/>
              <a:gd name="connsiteY96" fmla="*/ 248364 h 420308"/>
              <a:gd name="connsiteX97" fmla="*/ 248364 w 420308"/>
              <a:gd name="connsiteY97" fmla="*/ 286574 h 420308"/>
              <a:gd name="connsiteX98" fmla="*/ 257916 w 420308"/>
              <a:gd name="connsiteY98" fmla="*/ 296126 h 420308"/>
              <a:gd name="connsiteX99" fmla="*/ 248364 w 420308"/>
              <a:gd name="connsiteY99" fmla="*/ 305679 h 420308"/>
              <a:gd name="connsiteX100" fmla="*/ 238811 w 420308"/>
              <a:gd name="connsiteY100" fmla="*/ 296126 h 420308"/>
              <a:gd name="connsiteX101" fmla="*/ 248364 w 420308"/>
              <a:gd name="connsiteY101" fmla="*/ 286574 h 420308"/>
              <a:gd name="connsiteX102" fmla="*/ 286574 w 420308"/>
              <a:gd name="connsiteY102" fmla="*/ 286574 h 420308"/>
              <a:gd name="connsiteX103" fmla="*/ 296126 w 420308"/>
              <a:gd name="connsiteY103" fmla="*/ 296126 h 420308"/>
              <a:gd name="connsiteX104" fmla="*/ 286574 w 420308"/>
              <a:gd name="connsiteY104" fmla="*/ 305679 h 420308"/>
              <a:gd name="connsiteX105" fmla="*/ 277021 w 420308"/>
              <a:gd name="connsiteY105" fmla="*/ 296126 h 420308"/>
              <a:gd name="connsiteX106" fmla="*/ 286574 w 420308"/>
              <a:gd name="connsiteY106" fmla="*/ 286574 h 420308"/>
              <a:gd name="connsiteX107" fmla="*/ 324784 w 420308"/>
              <a:gd name="connsiteY107" fmla="*/ 286574 h 420308"/>
              <a:gd name="connsiteX108" fmla="*/ 334336 w 420308"/>
              <a:gd name="connsiteY108" fmla="*/ 296126 h 420308"/>
              <a:gd name="connsiteX109" fmla="*/ 324784 w 420308"/>
              <a:gd name="connsiteY109" fmla="*/ 305679 h 420308"/>
              <a:gd name="connsiteX110" fmla="*/ 315231 w 420308"/>
              <a:gd name="connsiteY110" fmla="*/ 296126 h 420308"/>
              <a:gd name="connsiteX111" fmla="*/ 324784 w 420308"/>
              <a:gd name="connsiteY111" fmla="*/ 286574 h 420308"/>
              <a:gd name="connsiteX112" fmla="*/ 66867 w 420308"/>
              <a:gd name="connsiteY112" fmla="*/ 171944 h 420308"/>
              <a:gd name="connsiteX113" fmla="*/ 181497 w 420308"/>
              <a:gd name="connsiteY113" fmla="*/ 171944 h 420308"/>
              <a:gd name="connsiteX114" fmla="*/ 181497 w 420308"/>
              <a:gd name="connsiteY114" fmla="*/ 191049 h 420308"/>
              <a:gd name="connsiteX115" fmla="*/ 66867 w 420308"/>
              <a:gd name="connsiteY115" fmla="*/ 191049 h 420308"/>
              <a:gd name="connsiteX116" fmla="*/ 66867 w 420308"/>
              <a:gd name="connsiteY116" fmla="*/ 171944 h 420308"/>
              <a:gd name="connsiteX117" fmla="*/ 66867 w 420308"/>
              <a:gd name="connsiteY117" fmla="*/ 210154 h 420308"/>
              <a:gd name="connsiteX118" fmla="*/ 181497 w 420308"/>
              <a:gd name="connsiteY118" fmla="*/ 210154 h 420308"/>
              <a:gd name="connsiteX119" fmla="*/ 181497 w 420308"/>
              <a:gd name="connsiteY119" fmla="*/ 229259 h 420308"/>
              <a:gd name="connsiteX120" fmla="*/ 66867 w 420308"/>
              <a:gd name="connsiteY120" fmla="*/ 229259 h 420308"/>
              <a:gd name="connsiteX121" fmla="*/ 66867 w 420308"/>
              <a:gd name="connsiteY121" fmla="*/ 21015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420308" h="420308">
                <a:moveTo>
                  <a:pt x="393561" y="112719"/>
                </a:moveTo>
                <a:lnTo>
                  <a:pt x="393561" y="112719"/>
                </a:lnTo>
                <a:cubicBezTo>
                  <a:pt x="391651" y="103167"/>
                  <a:pt x="384009" y="95525"/>
                  <a:pt x="374456" y="95525"/>
                </a:cubicBezTo>
                <a:lnTo>
                  <a:pt x="324784" y="95525"/>
                </a:lnTo>
                <a:lnTo>
                  <a:pt x="324784" y="76420"/>
                </a:lnTo>
                <a:lnTo>
                  <a:pt x="362993" y="76420"/>
                </a:lnTo>
                <a:cubicBezTo>
                  <a:pt x="374456" y="76420"/>
                  <a:pt x="382098" y="68778"/>
                  <a:pt x="382098" y="57315"/>
                </a:cubicBezTo>
                <a:lnTo>
                  <a:pt x="382098" y="19105"/>
                </a:lnTo>
                <a:cubicBezTo>
                  <a:pt x="382098" y="7642"/>
                  <a:pt x="374456" y="0"/>
                  <a:pt x="362993" y="0"/>
                </a:cubicBezTo>
                <a:lnTo>
                  <a:pt x="229259" y="0"/>
                </a:lnTo>
                <a:cubicBezTo>
                  <a:pt x="217796" y="0"/>
                  <a:pt x="210154" y="7642"/>
                  <a:pt x="210154" y="19105"/>
                </a:cubicBezTo>
                <a:lnTo>
                  <a:pt x="210154" y="57315"/>
                </a:lnTo>
                <a:cubicBezTo>
                  <a:pt x="210154" y="68778"/>
                  <a:pt x="217796" y="76420"/>
                  <a:pt x="229259" y="76420"/>
                </a:cubicBezTo>
                <a:lnTo>
                  <a:pt x="267469" y="76420"/>
                </a:lnTo>
                <a:lnTo>
                  <a:pt x="267469" y="95525"/>
                </a:lnTo>
                <a:lnTo>
                  <a:pt x="45852" y="95525"/>
                </a:lnTo>
                <a:cubicBezTo>
                  <a:pt x="36299" y="95525"/>
                  <a:pt x="28657" y="103167"/>
                  <a:pt x="26747" y="112719"/>
                </a:cubicBezTo>
                <a:lnTo>
                  <a:pt x="0" y="322873"/>
                </a:ln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324784"/>
                </a:lnTo>
                <a:lnTo>
                  <a:pt x="393561" y="112719"/>
                </a:lnTo>
                <a:close/>
                <a:moveTo>
                  <a:pt x="229259" y="57315"/>
                </a:moveTo>
                <a:lnTo>
                  <a:pt x="229259" y="19105"/>
                </a:lnTo>
                <a:lnTo>
                  <a:pt x="362993" y="19105"/>
                </a:lnTo>
                <a:lnTo>
                  <a:pt x="362993" y="57315"/>
                </a:lnTo>
                <a:lnTo>
                  <a:pt x="229259" y="57315"/>
                </a:lnTo>
                <a:close/>
                <a:moveTo>
                  <a:pt x="286574" y="76420"/>
                </a:moveTo>
                <a:lnTo>
                  <a:pt x="305679" y="76420"/>
                </a:lnTo>
                <a:lnTo>
                  <a:pt x="305679" y="95525"/>
                </a:lnTo>
                <a:lnTo>
                  <a:pt x="286574" y="95525"/>
                </a:lnTo>
                <a:lnTo>
                  <a:pt x="286574" y="76420"/>
                </a:lnTo>
                <a:close/>
                <a:moveTo>
                  <a:pt x="45852" y="114630"/>
                </a:moveTo>
                <a:lnTo>
                  <a:pt x="372546" y="114630"/>
                </a:lnTo>
                <a:lnTo>
                  <a:pt x="372546" y="114630"/>
                </a:lnTo>
                <a:lnTo>
                  <a:pt x="401203" y="324784"/>
                </a:lnTo>
                <a:lnTo>
                  <a:pt x="252185" y="324784"/>
                </a:lnTo>
                <a:cubicBezTo>
                  <a:pt x="242632" y="324784"/>
                  <a:pt x="234990" y="330515"/>
                  <a:pt x="233080" y="340068"/>
                </a:cubicBezTo>
                <a:cubicBezTo>
                  <a:pt x="229259" y="353441"/>
                  <a:pt x="217796" y="361083"/>
                  <a:pt x="204423" y="357262"/>
                </a:cubicBezTo>
                <a:cubicBezTo>
                  <a:pt x="194870" y="355351"/>
                  <a:pt x="189139" y="347710"/>
                  <a:pt x="187228" y="340068"/>
                </a:cubicBezTo>
                <a:cubicBezTo>
                  <a:pt x="185318" y="330515"/>
                  <a:pt x="177676" y="324784"/>
                  <a:pt x="168123" y="324784"/>
                </a:cubicBezTo>
                <a:lnTo>
                  <a:pt x="19105" y="324784"/>
                </a:lnTo>
                <a:lnTo>
                  <a:pt x="45852" y="114630"/>
                </a:lnTo>
                <a:close/>
                <a:moveTo>
                  <a:pt x="19105" y="401203"/>
                </a:moveTo>
                <a:lnTo>
                  <a:pt x="19105" y="343889"/>
                </a:lnTo>
                <a:lnTo>
                  <a:pt x="168123" y="343889"/>
                </a:lnTo>
                <a:cubicBezTo>
                  <a:pt x="173855" y="366814"/>
                  <a:pt x="196781" y="382098"/>
                  <a:pt x="219707" y="376367"/>
                </a:cubicBezTo>
                <a:cubicBezTo>
                  <a:pt x="234990" y="372546"/>
                  <a:pt x="248364" y="359172"/>
                  <a:pt x="252185" y="343889"/>
                </a:cubicBezTo>
                <a:lnTo>
                  <a:pt x="401203" y="343889"/>
                </a:lnTo>
                <a:lnTo>
                  <a:pt x="401203" y="401203"/>
                </a:lnTo>
                <a:lnTo>
                  <a:pt x="19105" y="401203"/>
                </a:lnTo>
                <a:close/>
                <a:moveTo>
                  <a:pt x="229259" y="191049"/>
                </a:moveTo>
                <a:lnTo>
                  <a:pt x="343889" y="191049"/>
                </a:lnTo>
                <a:cubicBezTo>
                  <a:pt x="355351" y="191049"/>
                  <a:pt x="362993" y="183407"/>
                  <a:pt x="362993" y="171944"/>
                </a:cubicBezTo>
                <a:lnTo>
                  <a:pt x="362993" y="152839"/>
                </a:lnTo>
                <a:cubicBezTo>
                  <a:pt x="362993" y="141376"/>
                  <a:pt x="355351" y="133734"/>
                  <a:pt x="343889" y="133734"/>
                </a:cubicBezTo>
                <a:lnTo>
                  <a:pt x="229259" y="133734"/>
                </a:lnTo>
                <a:cubicBezTo>
                  <a:pt x="217796" y="133734"/>
                  <a:pt x="210154" y="141376"/>
                  <a:pt x="210154" y="152839"/>
                </a:cubicBezTo>
                <a:lnTo>
                  <a:pt x="210154" y="171944"/>
                </a:lnTo>
                <a:cubicBezTo>
                  <a:pt x="210154" y="183407"/>
                  <a:pt x="217796" y="191049"/>
                  <a:pt x="229259" y="191049"/>
                </a:cubicBezTo>
                <a:close/>
                <a:moveTo>
                  <a:pt x="229259" y="152839"/>
                </a:moveTo>
                <a:lnTo>
                  <a:pt x="343889" y="152839"/>
                </a:lnTo>
                <a:lnTo>
                  <a:pt x="343889" y="171944"/>
                </a:lnTo>
                <a:lnTo>
                  <a:pt x="229259" y="171944"/>
                </a:lnTo>
                <a:lnTo>
                  <a:pt x="229259" y="152839"/>
                </a:lnTo>
                <a:close/>
                <a:moveTo>
                  <a:pt x="248364" y="210154"/>
                </a:moveTo>
                <a:cubicBezTo>
                  <a:pt x="254095" y="210154"/>
                  <a:pt x="257916" y="213975"/>
                  <a:pt x="257916" y="219707"/>
                </a:cubicBezTo>
                <a:cubicBezTo>
                  <a:pt x="257916" y="225438"/>
                  <a:pt x="254095" y="229259"/>
                  <a:pt x="248364" y="229259"/>
                </a:cubicBezTo>
                <a:cubicBezTo>
                  <a:pt x="242632" y="229259"/>
                  <a:pt x="238811" y="225438"/>
                  <a:pt x="238811" y="219707"/>
                </a:cubicBezTo>
                <a:cubicBezTo>
                  <a:pt x="238811" y="213975"/>
                  <a:pt x="242632" y="210154"/>
                  <a:pt x="248364" y="210154"/>
                </a:cubicBezTo>
                <a:close/>
                <a:moveTo>
                  <a:pt x="286574" y="210154"/>
                </a:moveTo>
                <a:cubicBezTo>
                  <a:pt x="292305" y="210154"/>
                  <a:pt x="296126" y="213975"/>
                  <a:pt x="296126" y="219707"/>
                </a:cubicBezTo>
                <a:cubicBezTo>
                  <a:pt x="296126" y="225438"/>
                  <a:pt x="292305" y="229259"/>
                  <a:pt x="286574" y="229259"/>
                </a:cubicBezTo>
                <a:cubicBezTo>
                  <a:pt x="280842" y="229259"/>
                  <a:pt x="277021" y="225438"/>
                  <a:pt x="277021" y="219707"/>
                </a:cubicBezTo>
                <a:cubicBezTo>
                  <a:pt x="277021" y="213975"/>
                  <a:pt x="280842" y="210154"/>
                  <a:pt x="286574" y="210154"/>
                </a:cubicBezTo>
                <a:close/>
                <a:moveTo>
                  <a:pt x="324784" y="210154"/>
                </a:moveTo>
                <a:cubicBezTo>
                  <a:pt x="330515" y="210154"/>
                  <a:pt x="334336" y="213975"/>
                  <a:pt x="334336" y="219707"/>
                </a:cubicBezTo>
                <a:cubicBezTo>
                  <a:pt x="334336" y="225438"/>
                  <a:pt x="330515" y="229259"/>
                  <a:pt x="324784" y="229259"/>
                </a:cubicBezTo>
                <a:cubicBezTo>
                  <a:pt x="319052" y="229259"/>
                  <a:pt x="315231" y="225438"/>
                  <a:pt x="315231" y="219707"/>
                </a:cubicBezTo>
                <a:cubicBezTo>
                  <a:pt x="315231" y="213975"/>
                  <a:pt x="319052" y="210154"/>
                  <a:pt x="324784" y="210154"/>
                </a:cubicBezTo>
                <a:close/>
                <a:moveTo>
                  <a:pt x="248364" y="248364"/>
                </a:moveTo>
                <a:cubicBezTo>
                  <a:pt x="254095" y="248364"/>
                  <a:pt x="257916" y="252185"/>
                  <a:pt x="257916" y="257916"/>
                </a:cubicBezTo>
                <a:cubicBezTo>
                  <a:pt x="257916" y="263648"/>
                  <a:pt x="254095" y="267469"/>
                  <a:pt x="248364" y="267469"/>
                </a:cubicBezTo>
                <a:cubicBezTo>
                  <a:pt x="242632" y="267469"/>
                  <a:pt x="238811" y="263648"/>
                  <a:pt x="238811" y="257916"/>
                </a:cubicBezTo>
                <a:cubicBezTo>
                  <a:pt x="238811" y="252185"/>
                  <a:pt x="242632" y="248364"/>
                  <a:pt x="248364" y="248364"/>
                </a:cubicBezTo>
                <a:close/>
                <a:moveTo>
                  <a:pt x="286574" y="248364"/>
                </a:moveTo>
                <a:cubicBezTo>
                  <a:pt x="292305" y="248364"/>
                  <a:pt x="296126" y="252185"/>
                  <a:pt x="296126" y="257916"/>
                </a:cubicBezTo>
                <a:cubicBezTo>
                  <a:pt x="296126" y="263648"/>
                  <a:pt x="292305" y="267469"/>
                  <a:pt x="286574" y="267469"/>
                </a:cubicBezTo>
                <a:cubicBezTo>
                  <a:pt x="280842" y="267469"/>
                  <a:pt x="277021" y="263648"/>
                  <a:pt x="277021" y="257916"/>
                </a:cubicBezTo>
                <a:cubicBezTo>
                  <a:pt x="277021" y="252185"/>
                  <a:pt x="280842" y="248364"/>
                  <a:pt x="286574" y="248364"/>
                </a:cubicBezTo>
                <a:close/>
                <a:moveTo>
                  <a:pt x="324784" y="248364"/>
                </a:moveTo>
                <a:cubicBezTo>
                  <a:pt x="330515" y="248364"/>
                  <a:pt x="334336" y="252185"/>
                  <a:pt x="334336" y="257916"/>
                </a:cubicBezTo>
                <a:cubicBezTo>
                  <a:pt x="334336" y="263648"/>
                  <a:pt x="330515" y="267469"/>
                  <a:pt x="324784" y="267469"/>
                </a:cubicBezTo>
                <a:cubicBezTo>
                  <a:pt x="319052" y="267469"/>
                  <a:pt x="315231" y="263648"/>
                  <a:pt x="315231" y="257916"/>
                </a:cubicBezTo>
                <a:cubicBezTo>
                  <a:pt x="315231" y="252185"/>
                  <a:pt x="319052" y="248364"/>
                  <a:pt x="324784" y="248364"/>
                </a:cubicBezTo>
                <a:close/>
                <a:moveTo>
                  <a:pt x="248364" y="286574"/>
                </a:moveTo>
                <a:cubicBezTo>
                  <a:pt x="254095" y="286574"/>
                  <a:pt x="257916" y="290395"/>
                  <a:pt x="257916" y="296126"/>
                </a:cubicBezTo>
                <a:cubicBezTo>
                  <a:pt x="257916" y="301858"/>
                  <a:pt x="254095" y="305679"/>
                  <a:pt x="248364" y="305679"/>
                </a:cubicBezTo>
                <a:cubicBezTo>
                  <a:pt x="242632" y="305679"/>
                  <a:pt x="238811" y="301858"/>
                  <a:pt x="238811" y="296126"/>
                </a:cubicBezTo>
                <a:cubicBezTo>
                  <a:pt x="238811" y="290395"/>
                  <a:pt x="242632" y="286574"/>
                  <a:pt x="248364" y="286574"/>
                </a:cubicBezTo>
                <a:close/>
                <a:moveTo>
                  <a:pt x="286574" y="286574"/>
                </a:moveTo>
                <a:cubicBezTo>
                  <a:pt x="292305" y="286574"/>
                  <a:pt x="296126" y="290395"/>
                  <a:pt x="296126" y="296126"/>
                </a:cubicBezTo>
                <a:cubicBezTo>
                  <a:pt x="296126" y="301858"/>
                  <a:pt x="292305" y="305679"/>
                  <a:pt x="286574" y="305679"/>
                </a:cubicBezTo>
                <a:cubicBezTo>
                  <a:pt x="280842" y="305679"/>
                  <a:pt x="277021" y="301858"/>
                  <a:pt x="277021" y="296126"/>
                </a:cubicBezTo>
                <a:cubicBezTo>
                  <a:pt x="277021" y="290395"/>
                  <a:pt x="280842" y="286574"/>
                  <a:pt x="286574" y="286574"/>
                </a:cubicBezTo>
                <a:close/>
                <a:moveTo>
                  <a:pt x="324784" y="286574"/>
                </a:moveTo>
                <a:cubicBezTo>
                  <a:pt x="330515" y="286574"/>
                  <a:pt x="334336" y="290395"/>
                  <a:pt x="334336" y="296126"/>
                </a:cubicBezTo>
                <a:cubicBezTo>
                  <a:pt x="334336" y="301858"/>
                  <a:pt x="330515" y="305679"/>
                  <a:pt x="324784" y="305679"/>
                </a:cubicBezTo>
                <a:cubicBezTo>
                  <a:pt x="319052" y="305679"/>
                  <a:pt x="315231" y="301858"/>
                  <a:pt x="315231" y="296126"/>
                </a:cubicBezTo>
                <a:cubicBezTo>
                  <a:pt x="315231" y="290395"/>
                  <a:pt x="319052" y="286574"/>
                  <a:pt x="324784" y="286574"/>
                </a:cubicBezTo>
                <a:close/>
                <a:moveTo>
                  <a:pt x="66867" y="171944"/>
                </a:moveTo>
                <a:lnTo>
                  <a:pt x="181497" y="171944"/>
                </a:lnTo>
                <a:lnTo>
                  <a:pt x="181497" y="191049"/>
                </a:lnTo>
                <a:lnTo>
                  <a:pt x="66867" y="191049"/>
                </a:lnTo>
                <a:lnTo>
                  <a:pt x="66867" y="171944"/>
                </a:lnTo>
                <a:close/>
                <a:moveTo>
                  <a:pt x="66867" y="210154"/>
                </a:moveTo>
                <a:lnTo>
                  <a:pt x="181497" y="210154"/>
                </a:lnTo>
                <a:lnTo>
                  <a:pt x="181497" y="229259"/>
                </a:lnTo>
                <a:lnTo>
                  <a:pt x="66867" y="229259"/>
                </a:lnTo>
                <a:lnTo>
                  <a:pt x="66867" y="21015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98" descr="Scanner icon.">
            <a:extLst>
              <a:ext uri="{FF2B5EF4-FFF2-40B4-BE49-F238E27FC236}">
                <a16:creationId xmlns:a16="http://schemas.microsoft.com/office/drawing/2014/main" id="{8F8BE722-34DC-4BEE-BF7B-07E5DE19C7F5}"/>
              </a:ext>
            </a:extLst>
          </p:cNvPr>
          <p:cNvSpPr>
            <a:spLocks noChangeAspect="1"/>
          </p:cNvSpPr>
          <p:nvPr/>
        </p:nvSpPr>
        <p:spPr>
          <a:xfrm>
            <a:off x="2180415" y="3350598"/>
            <a:ext cx="420925" cy="342486"/>
          </a:xfrm>
          <a:custGeom>
            <a:avLst/>
            <a:gdLst>
              <a:gd name="connsiteX0" fmla="*/ 355351 w 420925"/>
              <a:gd name="connsiteY0" fmla="*/ 168631 h 342486"/>
              <a:gd name="connsiteX1" fmla="*/ 418398 w 420925"/>
              <a:gd name="connsiteY1" fmla="*/ 65465 h 342486"/>
              <a:gd name="connsiteX2" fmla="*/ 334336 w 420925"/>
              <a:gd name="connsiteY2" fmla="*/ 508 h 342486"/>
              <a:gd name="connsiteX3" fmla="*/ 137555 w 420925"/>
              <a:gd name="connsiteY3" fmla="*/ 508 h 342486"/>
              <a:gd name="connsiteX4" fmla="*/ 122271 w 420925"/>
              <a:gd name="connsiteY4" fmla="*/ 6240 h 342486"/>
              <a:gd name="connsiteX5" fmla="*/ 120361 w 420925"/>
              <a:gd name="connsiteY5" fmla="*/ 23434 h 342486"/>
              <a:gd name="connsiteX6" fmla="*/ 170034 w 420925"/>
              <a:gd name="connsiteY6" fmla="*/ 157168 h 342486"/>
              <a:gd name="connsiteX7" fmla="*/ 187228 w 420925"/>
              <a:gd name="connsiteY7" fmla="*/ 168631 h 342486"/>
              <a:gd name="connsiteX8" fmla="*/ 250274 w 420925"/>
              <a:gd name="connsiteY8" fmla="*/ 168631 h 342486"/>
              <a:gd name="connsiteX9" fmla="*/ 303768 w 420925"/>
              <a:gd name="connsiteY9" fmla="*/ 327202 h 342486"/>
              <a:gd name="connsiteX10" fmla="*/ 322873 w 420925"/>
              <a:gd name="connsiteY10" fmla="*/ 340576 h 342486"/>
              <a:gd name="connsiteX11" fmla="*/ 380188 w 420925"/>
              <a:gd name="connsiteY11" fmla="*/ 340576 h 342486"/>
              <a:gd name="connsiteX12" fmla="*/ 395472 w 420925"/>
              <a:gd name="connsiteY12" fmla="*/ 332934 h 342486"/>
              <a:gd name="connsiteX13" fmla="*/ 399293 w 420925"/>
              <a:gd name="connsiteY13" fmla="*/ 315739 h 342486"/>
              <a:gd name="connsiteX14" fmla="*/ 355351 w 420925"/>
              <a:gd name="connsiteY14" fmla="*/ 168631 h 342486"/>
              <a:gd name="connsiteX15" fmla="*/ 137555 w 420925"/>
              <a:gd name="connsiteY15" fmla="*/ 17703 h 342486"/>
              <a:gd name="connsiteX16" fmla="*/ 334336 w 420925"/>
              <a:gd name="connsiteY16" fmla="*/ 17703 h 342486"/>
              <a:gd name="connsiteX17" fmla="*/ 401203 w 420925"/>
              <a:gd name="connsiteY17" fmla="*/ 84570 h 342486"/>
              <a:gd name="connsiteX18" fmla="*/ 334336 w 420925"/>
              <a:gd name="connsiteY18" fmla="*/ 151437 h 342486"/>
              <a:gd name="connsiteX19" fmla="*/ 187228 w 420925"/>
              <a:gd name="connsiteY19" fmla="*/ 151437 h 342486"/>
              <a:gd name="connsiteX20" fmla="*/ 137555 w 420925"/>
              <a:gd name="connsiteY20" fmla="*/ 17703 h 342486"/>
              <a:gd name="connsiteX21" fmla="*/ 322873 w 420925"/>
              <a:gd name="connsiteY21" fmla="*/ 323381 h 342486"/>
              <a:gd name="connsiteX22" fmla="*/ 271290 w 420925"/>
              <a:gd name="connsiteY22" fmla="*/ 170542 h 342486"/>
              <a:gd name="connsiteX23" fmla="*/ 334336 w 420925"/>
              <a:gd name="connsiteY23" fmla="*/ 170542 h 342486"/>
              <a:gd name="connsiteX24" fmla="*/ 336247 w 420925"/>
              <a:gd name="connsiteY24" fmla="*/ 170542 h 342486"/>
              <a:gd name="connsiteX25" fmla="*/ 378277 w 420925"/>
              <a:gd name="connsiteY25" fmla="*/ 323381 h 342486"/>
              <a:gd name="connsiteX26" fmla="*/ 322873 w 420925"/>
              <a:gd name="connsiteY26" fmla="*/ 323381 h 342486"/>
              <a:gd name="connsiteX27" fmla="*/ 0 w 420925"/>
              <a:gd name="connsiteY27" fmla="*/ 208752 h 342486"/>
              <a:gd name="connsiteX28" fmla="*/ 19105 w 420925"/>
              <a:gd name="connsiteY28" fmla="*/ 208752 h 342486"/>
              <a:gd name="connsiteX29" fmla="*/ 19105 w 420925"/>
              <a:gd name="connsiteY29" fmla="*/ 342486 h 342486"/>
              <a:gd name="connsiteX30" fmla="*/ 0 w 420925"/>
              <a:gd name="connsiteY30" fmla="*/ 342486 h 342486"/>
              <a:gd name="connsiteX31" fmla="*/ 0 w 420925"/>
              <a:gd name="connsiteY31" fmla="*/ 208752 h 342486"/>
              <a:gd name="connsiteX32" fmla="*/ 171944 w 420925"/>
              <a:gd name="connsiteY32" fmla="*/ 208752 h 342486"/>
              <a:gd name="connsiteX33" fmla="*/ 191049 w 420925"/>
              <a:gd name="connsiteY33" fmla="*/ 208752 h 342486"/>
              <a:gd name="connsiteX34" fmla="*/ 191049 w 420925"/>
              <a:gd name="connsiteY34" fmla="*/ 342486 h 342486"/>
              <a:gd name="connsiteX35" fmla="*/ 171944 w 420925"/>
              <a:gd name="connsiteY35" fmla="*/ 342486 h 342486"/>
              <a:gd name="connsiteX36" fmla="*/ 171944 w 420925"/>
              <a:gd name="connsiteY36" fmla="*/ 208752 h 342486"/>
              <a:gd name="connsiteX37" fmla="*/ 59225 w 420925"/>
              <a:gd name="connsiteY37" fmla="*/ 208752 h 342486"/>
              <a:gd name="connsiteX38" fmla="*/ 76420 w 420925"/>
              <a:gd name="connsiteY38" fmla="*/ 208752 h 342486"/>
              <a:gd name="connsiteX39" fmla="*/ 76420 w 420925"/>
              <a:gd name="connsiteY39" fmla="*/ 323381 h 342486"/>
              <a:gd name="connsiteX40" fmla="*/ 59225 w 420925"/>
              <a:gd name="connsiteY40" fmla="*/ 323381 h 342486"/>
              <a:gd name="connsiteX41" fmla="*/ 59225 w 420925"/>
              <a:gd name="connsiteY41" fmla="*/ 208752 h 342486"/>
              <a:gd name="connsiteX42" fmla="*/ 116540 w 420925"/>
              <a:gd name="connsiteY42" fmla="*/ 208752 h 342486"/>
              <a:gd name="connsiteX43" fmla="*/ 133734 w 420925"/>
              <a:gd name="connsiteY43" fmla="*/ 208752 h 342486"/>
              <a:gd name="connsiteX44" fmla="*/ 133734 w 420925"/>
              <a:gd name="connsiteY44" fmla="*/ 323381 h 342486"/>
              <a:gd name="connsiteX45" fmla="*/ 116540 w 420925"/>
              <a:gd name="connsiteY45" fmla="*/ 323381 h 342486"/>
              <a:gd name="connsiteX46" fmla="*/ 116540 w 420925"/>
              <a:gd name="connsiteY46" fmla="*/ 208752 h 3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20925" h="342486">
                <a:moveTo>
                  <a:pt x="355351" y="168631"/>
                </a:moveTo>
                <a:cubicBezTo>
                  <a:pt x="401203" y="157168"/>
                  <a:pt x="429861" y="111317"/>
                  <a:pt x="418398" y="65465"/>
                </a:cubicBezTo>
                <a:cubicBezTo>
                  <a:pt x="408845" y="27255"/>
                  <a:pt x="374456" y="508"/>
                  <a:pt x="334336" y="508"/>
                </a:cubicBezTo>
                <a:lnTo>
                  <a:pt x="137555" y="508"/>
                </a:lnTo>
                <a:cubicBezTo>
                  <a:pt x="131824" y="-1402"/>
                  <a:pt x="126092" y="2419"/>
                  <a:pt x="122271" y="6240"/>
                </a:cubicBezTo>
                <a:cubicBezTo>
                  <a:pt x="118450" y="11971"/>
                  <a:pt x="118450" y="17703"/>
                  <a:pt x="120361" y="23434"/>
                </a:cubicBezTo>
                <a:lnTo>
                  <a:pt x="170034" y="157168"/>
                </a:lnTo>
                <a:cubicBezTo>
                  <a:pt x="171944" y="164810"/>
                  <a:pt x="179586" y="168631"/>
                  <a:pt x="187228" y="168631"/>
                </a:cubicBezTo>
                <a:lnTo>
                  <a:pt x="250274" y="168631"/>
                </a:lnTo>
                <a:lnTo>
                  <a:pt x="303768" y="327202"/>
                </a:lnTo>
                <a:cubicBezTo>
                  <a:pt x="305679" y="334844"/>
                  <a:pt x="313321" y="340576"/>
                  <a:pt x="322873" y="340576"/>
                </a:cubicBezTo>
                <a:lnTo>
                  <a:pt x="380188" y="340576"/>
                </a:lnTo>
                <a:cubicBezTo>
                  <a:pt x="385919" y="340576"/>
                  <a:pt x="391651" y="336755"/>
                  <a:pt x="395472" y="332934"/>
                </a:cubicBezTo>
                <a:cubicBezTo>
                  <a:pt x="399293" y="329113"/>
                  <a:pt x="401203" y="321471"/>
                  <a:pt x="399293" y="315739"/>
                </a:cubicBezTo>
                <a:lnTo>
                  <a:pt x="355351" y="168631"/>
                </a:lnTo>
                <a:close/>
                <a:moveTo>
                  <a:pt x="137555" y="17703"/>
                </a:moveTo>
                <a:lnTo>
                  <a:pt x="334336" y="17703"/>
                </a:lnTo>
                <a:cubicBezTo>
                  <a:pt x="372546" y="17703"/>
                  <a:pt x="401203" y="48270"/>
                  <a:pt x="401203" y="84570"/>
                </a:cubicBezTo>
                <a:cubicBezTo>
                  <a:pt x="401203" y="120869"/>
                  <a:pt x="372546" y="151437"/>
                  <a:pt x="334336" y="151437"/>
                </a:cubicBezTo>
                <a:lnTo>
                  <a:pt x="187228" y="151437"/>
                </a:lnTo>
                <a:lnTo>
                  <a:pt x="137555" y="17703"/>
                </a:lnTo>
                <a:close/>
                <a:moveTo>
                  <a:pt x="322873" y="323381"/>
                </a:moveTo>
                <a:lnTo>
                  <a:pt x="271290" y="170542"/>
                </a:lnTo>
                <a:lnTo>
                  <a:pt x="334336" y="170542"/>
                </a:lnTo>
                <a:lnTo>
                  <a:pt x="336247" y="170542"/>
                </a:lnTo>
                <a:lnTo>
                  <a:pt x="378277" y="323381"/>
                </a:lnTo>
                <a:lnTo>
                  <a:pt x="322873" y="323381"/>
                </a:lnTo>
                <a:close/>
                <a:moveTo>
                  <a:pt x="0" y="208752"/>
                </a:moveTo>
                <a:lnTo>
                  <a:pt x="19105" y="208752"/>
                </a:lnTo>
                <a:lnTo>
                  <a:pt x="19105" y="342486"/>
                </a:lnTo>
                <a:lnTo>
                  <a:pt x="0" y="342486"/>
                </a:lnTo>
                <a:lnTo>
                  <a:pt x="0" y="208752"/>
                </a:lnTo>
                <a:close/>
                <a:moveTo>
                  <a:pt x="171944" y="208752"/>
                </a:moveTo>
                <a:lnTo>
                  <a:pt x="191049" y="208752"/>
                </a:lnTo>
                <a:lnTo>
                  <a:pt x="191049" y="342486"/>
                </a:lnTo>
                <a:lnTo>
                  <a:pt x="171944" y="342486"/>
                </a:lnTo>
                <a:lnTo>
                  <a:pt x="171944" y="208752"/>
                </a:lnTo>
                <a:close/>
                <a:moveTo>
                  <a:pt x="59225" y="208752"/>
                </a:moveTo>
                <a:lnTo>
                  <a:pt x="76420" y="208752"/>
                </a:lnTo>
                <a:lnTo>
                  <a:pt x="76420" y="323381"/>
                </a:lnTo>
                <a:lnTo>
                  <a:pt x="59225" y="323381"/>
                </a:lnTo>
                <a:lnTo>
                  <a:pt x="59225" y="208752"/>
                </a:lnTo>
                <a:close/>
                <a:moveTo>
                  <a:pt x="116540" y="208752"/>
                </a:moveTo>
                <a:lnTo>
                  <a:pt x="133734" y="208752"/>
                </a:lnTo>
                <a:lnTo>
                  <a:pt x="133734" y="323381"/>
                </a:lnTo>
                <a:lnTo>
                  <a:pt x="116540" y="323381"/>
                </a:lnTo>
                <a:lnTo>
                  <a:pt x="116540" y="20875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200" descr="Self checkout icon.">
            <a:extLst>
              <a:ext uri="{FF2B5EF4-FFF2-40B4-BE49-F238E27FC236}">
                <a16:creationId xmlns:a16="http://schemas.microsoft.com/office/drawing/2014/main" id="{9DB43FD7-C5F0-4D69-97B6-AC1D58DBC349}"/>
              </a:ext>
            </a:extLst>
          </p:cNvPr>
          <p:cNvSpPr>
            <a:spLocks noChangeAspect="1"/>
          </p:cNvSpPr>
          <p:nvPr/>
        </p:nvSpPr>
        <p:spPr>
          <a:xfrm>
            <a:off x="3414672" y="3272776"/>
            <a:ext cx="458518" cy="420308"/>
          </a:xfrm>
          <a:custGeom>
            <a:avLst/>
            <a:gdLst>
              <a:gd name="connsiteX0" fmla="*/ 439413 w 458518"/>
              <a:gd name="connsiteY0" fmla="*/ 229259 h 420308"/>
              <a:gd name="connsiteX1" fmla="*/ 420308 w 458518"/>
              <a:gd name="connsiteY1" fmla="*/ 229259 h 420308"/>
              <a:gd name="connsiteX2" fmla="*/ 420308 w 458518"/>
              <a:gd name="connsiteY2" fmla="*/ 85972 h 420308"/>
              <a:gd name="connsiteX3" fmla="*/ 410756 w 458518"/>
              <a:gd name="connsiteY3" fmla="*/ 76420 h 420308"/>
              <a:gd name="connsiteX4" fmla="*/ 372546 w 458518"/>
              <a:gd name="connsiteY4" fmla="*/ 76420 h 420308"/>
              <a:gd name="connsiteX5" fmla="*/ 362993 w 458518"/>
              <a:gd name="connsiteY5" fmla="*/ 85972 h 420308"/>
              <a:gd name="connsiteX6" fmla="*/ 362993 w 458518"/>
              <a:gd name="connsiteY6" fmla="*/ 133734 h 420308"/>
              <a:gd name="connsiteX7" fmla="*/ 324784 w 458518"/>
              <a:gd name="connsiteY7" fmla="*/ 133734 h 420308"/>
              <a:gd name="connsiteX8" fmla="*/ 324784 w 458518"/>
              <a:gd name="connsiteY8" fmla="*/ 85972 h 420308"/>
              <a:gd name="connsiteX9" fmla="*/ 315231 w 458518"/>
              <a:gd name="connsiteY9" fmla="*/ 76420 h 420308"/>
              <a:gd name="connsiteX10" fmla="*/ 277021 w 458518"/>
              <a:gd name="connsiteY10" fmla="*/ 76420 h 420308"/>
              <a:gd name="connsiteX11" fmla="*/ 267469 w 458518"/>
              <a:gd name="connsiteY11" fmla="*/ 85972 h 420308"/>
              <a:gd name="connsiteX12" fmla="*/ 267469 w 458518"/>
              <a:gd name="connsiteY12" fmla="*/ 229259 h 420308"/>
              <a:gd name="connsiteX13" fmla="*/ 248364 w 458518"/>
              <a:gd name="connsiteY13" fmla="*/ 229259 h 420308"/>
              <a:gd name="connsiteX14" fmla="*/ 248364 w 458518"/>
              <a:gd name="connsiteY14" fmla="*/ 19105 h 420308"/>
              <a:gd name="connsiteX15" fmla="*/ 229259 w 458518"/>
              <a:gd name="connsiteY15" fmla="*/ 0 h 420308"/>
              <a:gd name="connsiteX16" fmla="*/ 38210 w 458518"/>
              <a:gd name="connsiteY16" fmla="*/ 0 h 420308"/>
              <a:gd name="connsiteX17" fmla="*/ 19105 w 458518"/>
              <a:gd name="connsiteY17" fmla="*/ 19105 h 420308"/>
              <a:gd name="connsiteX18" fmla="*/ 19105 w 458518"/>
              <a:gd name="connsiteY18" fmla="*/ 229259 h 420308"/>
              <a:gd name="connsiteX19" fmla="*/ 0 w 458518"/>
              <a:gd name="connsiteY19" fmla="*/ 248364 h 420308"/>
              <a:gd name="connsiteX20" fmla="*/ 0 w 458518"/>
              <a:gd name="connsiteY20" fmla="*/ 267469 h 420308"/>
              <a:gd name="connsiteX21" fmla="*/ 19105 w 458518"/>
              <a:gd name="connsiteY21" fmla="*/ 286574 h 420308"/>
              <a:gd name="connsiteX22" fmla="*/ 19105 w 458518"/>
              <a:gd name="connsiteY22" fmla="*/ 399293 h 420308"/>
              <a:gd name="connsiteX23" fmla="*/ 40120 w 458518"/>
              <a:gd name="connsiteY23" fmla="*/ 420308 h 420308"/>
              <a:gd name="connsiteX24" fmla="*/ 227349 w 458518"/>
              <a:gd name="connsiteY24" fmla="*/ 420308 h 420308"/>
              <a:gd name="connsiteX25" fmla="*/ 248364 w 458518"/>
              <a:gd name="connsiteY25" fmla="*/ 399293 h 420308"/>
              <a:gd name="connsiteX26" fmla="*/ 248364 w 458518"/>
              <a:gd name="connsiteY26" fmla="*/ 286574 h 420308"/>
              <a:gd name="connsiteX27" fmla="*/ 382098 w 458518"/>
              <a:gd name="connsiteY27" fmla="*/ 286574 h 420308"/>
              <a:gd name="connsiteX28" fmla="*/ 382098 w 458518"/>
              <a:gd name="connsiteY28" fmla="*/ 410756 h 420308"/>
              <a:gd name="connsiteX29" fmla="*/ 391651 w 458518"/>
              <a:gd name="connsiteY29" fmla="*/ 420308 h 420308"/>
              <a:gd name="connsiteX30" fmla="*/ 429861 w 458518"/>
              <a:gd name="connsiteY30" fmla="*/ 420308 h 420308"/>
              <a:gd name="connsiteX31" fmla="*/ 439413 w 458518"/>
              <a:gd name="connsiteY31" fmla="*/ 410756 h 420308"/>
              <a:gd name="connsiteX32" fmla="*/ 439413 w 458518"/>
              <a:gd name="connsiteY32" fmla="*/ 286574 h 420308"/>
              <a:gd name="connsiteX33" fmla="*/ 458518 w 458518"/>
              <a:gd name="connsiteY33" fmla="*/ 267469 h 420308"/>
              <a:gd name="connsiteX34" fmla="*/ 458518 w 458518"/>
              <a:gd name="connsiteY34" fmla="*/ 248364 h 420308"/>
              <a:gd name="connsiteX35" fmla="*/ 439413 w 458518"/>
              <a:gd name="connsiteY35" fmla="*/ 229259 h 420308"/>
              <a:gd name="connsiteX36" fmla="*/ 286574 w 458518"/>
              <a:gd name="connsiteY36" fmla="*/ 95525 h 420308"/>
              <a:gd name="connsiteX37" fmla="*/ 305679 w 458518"/>
              <a:gd name="connsiteY37" fmla="*/ 95525 h 420308"/>
              <a:gd name="connsiteX38" fmla="*/ 305679 w 458518"/>
              <a:gd name="connsiteY38" fmla="*/ 152839 h 420308"/>
              <a:gd name="connsiteX39" fmla="*/ 382098 w 458518"/>
              <a:gd name="connsiteY39" fmla="*/ 152839 h 420308"/>
              <a:gd name="connsiteX40" fmla="*/ 382098 w 458518"/>
              <a:gd name="connsiteY40" fmla="*/ 95525 h 420308"/>
              <a:gd name="connsiteX41" fmla="*/ 401203 w 458518"/>
              <a:gd name="connsiteY41" fmla="*/ 95525 h 420308"/>
              <a:gd name="connsiteX42" fmla="*/ 401203 w 458518"/>
              <a:gd name="connsiteY42" fmla="*/ 229259 h 420308"/>
              <a:gd name="connsiteX43" fmla="*/ 286574 w 458518"/>
              <a:gd name="connsiteY43" fmla="*/ 229259 h 420308"/>
              <a:gd name="connsiteX44" fmla="*/ 286574 w 458518"/>
              <a:gd name="connsiteY44" fmla="*/ 95525 h 420308"/>
              <a:gd name="connsiteX45" fmla="*/ 229259 w 458518"/>
              <a:gd name="connsiteY45" fmla="*/ 19105 h 420308"/>
              <a:gd name="connsiteX46" fmla="*/ 229259 w 458518"/>
              <a:gd name="connsiteY46" fmla="*/ 152839 h 420308"/>
              <a:gd name="connsiteX47" fmla="*/ 38210 w 458518"/>
              <a:gd name="connsiteY47" fmla="*/ 152839 h 420308"/>
              <a:gd name="connsiteX48" fmla="*/ 38210 w 458518"/>
              <a:gd name="connsiteY48" fmla="*/ 19105 h 420308"/>
              <a:gd name="connsiteX49" fmla="*/ 229259 w 458518"/>
              <a:gd name="connsiteY49" fmla="*/ 19105 h 420308"/>
              <a:gd name="connsiteX50" fmla="*/ 38210 w 458518"/>
              <a:gd name="connsiteY50" fmla="*/ 171944 h 420308"/>
              <a:gd name="connsiteX51" fmla="*/ 229259 w 458518"/>
              <a:gd name="connsiteY51" fmla="*/ 171944 h 420308"/>
              <a:gd name="connsiteX52" fmla="*/ 229259 w 458518"/>
              <a:gd name="connsiteY52" fmla="*/ 229259 h 420308"/>
              <a:gd name="connsiteX53" fmla="*/ 38210 w 458518"/>
              <a:gd name="connsiteY53" fmla="*/ 229259 h 420308"/>
              <a:gd name="connsiteX54" fmla="*/ 38210 w 458518"/>
              <a:gd name="connsiteY54" fmla="*/ 171944 h 420308"/>
              <a:gd name="connsiteX55" fmla="*/ 229259 w 458518"/>
              <a:gd name="connsiteY55" fmla="*/ 399293 h 420308"/>
              <a:gd name="connsiteX56" fmla="*/ 229259 w 458518"/>
              <a:gd name="connsiteY56" fmla="*/ 399293 h 420308"/>
              <a:gd name="connsiteX57" fmla="*/ 229259 w 458518"/>
              <a:gd name="connsiteY57" fmla="*/ 399293 h 420308"/>
              <a:gd name="connsiteX58" fmla="*/ 40120 w 458518"/>
              <a:gd name="connsiteY58" fmla="*/ 401203 h 420308"/>
              <a:gd name="connsiteX59" fmla="*/ 38210 w 458518"/>
              <a:gd name="connsiteY59" fmla="*/ 399293 h 420308"/>
              <a:gd name="connsiteX60" fmla="*/ 38210 w 458518"/>
              <a:gd name="connsiteY60" fmla="*/ 399293 h 420308"/>
              <a:gd name="connsiteX61" fmla="*/ 38210 w 458518"/>
              <a:gd name="connsiteY61" fmla="*/ 286574 h 420308"/>
              <a:gd name="connsiteX62" fmla="*/ 229259 w 458518"/>
              <a:gd name="connsiteY62" fmla="*/ 286574 h 420308"/>
              <a:gd name="connsiteX63" fmla="*/ 229259 w 458518"/>
              <a:gd name="connsiteY63" fmla="*/ 399293 h 420308"/>
              <a:gd name="connsiteX64" fmla="*/ 420308 w 458518"/>
              <a:gd name="connsiteY64" fmla="*/ 401203 h 420308"/>
              <a:gd name="connsiteX65" fmla="*/ 401203 w 458518"/>
              <a:gd name="connsiteY65" fmla="*/ 401203 h 420308"/>
              <a:gd name="connsiteX66" fmla="*/ 401203 w 458518"/>
              <a:gd name="connsiteY66" fmla="*/ 286574 h 420308"/>
              <a:gd name="connsiteX67" fmla="*/ 420308 w 458518"/>
              <a:gd name="connsiteY67" fmla="*/ 286574 h 420308"/>
              <a:gd name="connsiteX68" fmla="*/ 420308 w 458518"/>
              <a:gd name="connsiteY68" fmla="*/ 401203 h 420308"/>
              <a:gd name="connsiteX69" fmla="*/ 439413 w 458518"/>
              <a:gd name="connsiteY69" fmla="*/ 277021 h 420308"/>
              <a:gd name="connsiteX70" fmla="*/ 439413 w 458518"/>
              <a:gd name="connsiteY70" fmla="*/ 267469 h 420308"/>
              <a:gd name="connsiteX71" fmla="*/ 19105 w 458518"/>
              <a:gd name="connsiteY71" fmla="*/ 267469 h 420308"/>
              <a:gd name="connsiteX72" fmla="*/ 19105 w 458518"/>
              <a:gd name="connsiteY72" fmla="*/ 248364 h 420308"/>
              <a:gd name="connsiteX73" fmla="*/ 439413 w 458518"/>
              <a:gd name="connsiteY73" fmla="*/ 248364 h 420308"/>
              <a:gd name="connsiteX74" fmla="*/ 439413 w 458518"/>
              <a:gd name="connsiteY74" fmla="*/ 267469 h 420308"/>
              <a:gd name="connsiteX75" fmla="*/ 439413 w 458518"/>
              <a:gd name="connsiteY75" fmla="*/ 267469 h 420308"/>
              <a:gd name="connsiteX76" fmla="*/ 439413 w 458518"/>
              <a:gd name="connsiteY76" fmla="*/ 277021 h 420308"/>
              <a:gd name="connsiteX77" fmla="*/ 171944 w 458518"/>
              <a:gd name="connsiteY77" fmla="*/ 191049 h 420308"/>
              <a:gd name="connsiteX78" fmla="*/ 210154 w 458518"/>
              <a:gd name="connsiteY78" fmla="*/ 191049 h 420308"/>
              <a:gd name="connsiteX79" fmla="*/ 210154 w 458518"/>
              <a:gd name="connsiteY79" fmla="*/ 210154 h 420308"/>
              <a:gd name="connsiteX80" fmla="*/ 171944 w 458518"/>
              <a:gd name="connsiteY80" fmla="*/ 210154 h 420308"/>
              <a:gd name="connsiteX81" fmla="*/ 171944 w 458518"/>
              <a:gd name="connsiteY81" fmla="*/ 191049 h 420308"/>
              <a:gd name="connsiteX82" fmla="*/ 57315 w 458518"/>
              <a:gd name="connsiteY82" fmla="*/ 191049 h 420308"/>
              <a:gd name="connsiteX83" fmla="*/ 133734 w 458518"/>
              <a:gd name="connsiteY83" fmla="*/ 191049 h 420308"/>
              <a:gd name="connsiteX84" fmla="*/ 133734 w 458518"/>
              <a:gd name="connsiteY84" fmla="*/ 210154 h 420308"/>
              <a:gd name="connsiteX85" fmla="*/ 57315 w 458518"/>
              <a:gd name="connsiteY85" fmla="*/ 210154 h 420308"/>
              <a:gd name="connsiteX86" fmla="*/ 57315 w 458518"/>
              <a:gd name="connsiteY86" fmla="*/ 191049 h 420308"/>
              <a:gd name="connsiteX87" fmla="*/ 76420 w 458518"/>
              <a:gd name="connsiteY87" fmla="*/ 133734 h 420308"/>
              <a:gd name="connsiteX88" fmla="*/ 133734 w 458518"/>
              <a:gd name="connsiteY88" fmla="*/ 133734 h 420308"/>
              <a:gd name="connsiteX89" fmla="*/ 152839 w 458518"/>
              <a:gd name="connsiteY89" fmla="*/ 114630 h 420308"/>
              <a:gd name="connsiteX90" fmla="*/ 152839 w 458518"/>
              <a:gd name="connsiteY90" fmla="*/ 57315 h 420308"/>
              <a:gd name="connsiteX91" fmla="*/ 133734 w 458518"/>
              <a:gd name="connsiteY91" fmla="*/ 38210 h 420308"/>
              <a:gd name="connsiteX92" fmla="*/ 76420 w 458518"/>
              <a:gd name="connsiteY92" fmla="*/ 38210 h 420308"/>
              <a:gd name="connsiteX93" fmla="*/ 57315 w 458518"/>
              <a:gd name="connsiteY93" fmla="*/ 57315 h 420308"/>
              <a:gd name="connsiteX94" fmla="*/ 57315 w 458518"/>
              <a:gd name="connsiteY94" fmla="*/ 114630 h 420308"/>
              <a:gd name="connsiteX95" fmla="*/ 76420 w 458518"/>
              <a:gd name="connsiteY95" fmla="*/ 133734 h 420308"/>
              <a:gd name="connsiteX96" fmla="*/ 76420 w 458518"/>
              <a:gd name="connsiteY96" fmla="*/ 57315 h 420308"/>
              <a:gd name="connsiteX97" fmla="*/ 133734 w 458518"/>
              <a:gd name="connsiteY97" fmla="*/ 57315 h 420308"/>
              <a:gd name="connsiteX98" fmla="*/ 133734 w 458518"/>
              <a:gd name="connsiteY98" fmla="*/ 114630 h 420308"/>
              <a:gd name="connsiteX99" fmla="*/ 133734 w 458518"/>
              <a:gd name="connsiteY99" fmla="*/ 114630 h 420308"/>
              <a:gd name="connsiteX100" fmla="*/ 133734 w 458518"/>
              <a:gd name="connsiteY100" fmla="*/ 114630 h 420308"/>
              <a:gd name="connsiteX101" fmla="*/ 76420 w 458518"/>
              <a:gd name="connsiteY101" fmla="*/ 114630 h 420308"/>
              <a:gd name="connsiteX102" fmla="*/ 76420 w 458518"/>
              <a:gd name="connsiteY102" fmla="*/ 5731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58518" h="420308">
                <a:moveTo>
                  <a:pt x="439413" y="229259"/>
                </a:moveTo>
                <a:lnTo>
                  <a:pt x="420308" y="229259"/>
                </a:lnTo>
                <a:lnTo>
                  <a:pt x="420308" y="85972"/>
                </a:lnTo>
                <a:cubicBezTo>
                  <a:pt x="420308" y="80241"/>
                  <a:pt x="416487" y="76420"/>
                  <a:pt x="410756" y="76420"/>
                </a:cubicBezTo>
                <a:lnTo>
                  <a:pt x="372546" y="76420"/>
                </a:lnTo>
                <a:cubicBezTo>
                  <a:pt x="366814" y="76420"/>
                  <a:pt x="362993" y="80241"/>
                  <a:pt x="362993" y="85972"/>
                </a:cubicBezTo>
                <a:lnTo>
                  <a:pt x="362993" y="133734"/>
                </a:lnTo>
                <a:lnTo>
                  <a:pt x="324784" y="133734"/>
                </a:lnTo>
                <a:lnTo>
                  <a:pt x="324784" y="85972"/>
                </a:lnTo>
                <a:cubicBezTo>
                  <a:pt x="324784" y="80241"/>
                  <a:pt x="320963" y="76420"/>
                  <a:pt x="315231" y="76420"/>
                </a:cubicBezTo>
                <a:lnTo>
                  <a:pt x="277021" y="76420"/>
                </a:lnTo>
                <a:cubicBezTo>
                  <a:pt x="271290" y="76420"/>
                  <a:pt x="267469" y="80241"/>
                  <a:pt x="267469" y="85972"/>
                </a:cubicBezTo>
                <a:lnTo>
                  <a:pt x="267469" y="229259"/>
                </a:lnTo>
                <a:lnTo>
                  <a:pt x="248364" y="229259"/>
                </a:lnTo>
                <a:lnTo>
                  <a:pt x="248364" y="19105"/>
                </a:lnTo>
                <a:cubicBezTo>
                  <a:pt x="248364" y="7642"/>
                  <a:pt x="240722" y="0"/>
                  <a:pt x="229259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229259"/>
                </a:lnTo>
                <a:cubicBezTo>
                  <a:pt x="7642" y="229259"/>
                  <a:pt x="0" y="236901"/>
                  <a:pt x="0" y="248364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19105" y="399293"/>
                </a:lnTo>
                <a:cubicBezTo>
                  <a:pt x="19105" y="410756"/>
                  <a:pt x="28657" y="420308"/>
                  <a:pt x="40120" y="420308"/>
                </a:cubicBezTo>
                <a:lnTo>
                  <a:pt x="227349" y="420308"/>
                </a:lnTo>
                <a:cubicBezTo>
                  <a:pt x="238811" y="420308"/>
                  <a:pt x="248364" y="410756"/>
                  <a:pt x="248364" y="399293"/>
                </a:cubicBezTo>
                <a:lnTo>
                  <a:pt x="248364" y="286574"/>
                </a:lnTo>
                <a:lnTo>
                  <a:pt x="382098" y="286574"/>
                </a:lnTo>
                <a:lnTo>
                  <a:pt x="382098" y="410756"/>
                </a:lnTo>
                <a:cubicBezTo>
                  <a:pt x="382098" y="416487"/>
                  <a:pt x="385919" y="420308"/>
                  <a:pt x="391651" y="420308"/>
                </a:cubicBezTo>
                <a:lnTo>
                  <a:pt x="429861" y="420308"/>
                </a:lnTo>
                <a:cubicBezTo>
                  <a:pt x="435592" y="420308"/>
                  <a:pt x="439413" y="416487"/>
                  <a:pt x="439413" y="410756"/>
                </a:cubicBez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48364"/>
                </a:lnTo>
                <a:cubicBezTo>
                  <a:pt x="458518" y="236901"/>
                  <a:pt x="450876" y="229259"/>
                  <a:pt x="439413" y="229259"/>
                </a:cubicBezTo>
                <a:close/>
                <a:moveTo>
                  <a:pt x="286574" y="95525"/>
                </a:moveTo>
                <a:lnTo>
                  <a:pt x="305679" y="95525"/>
                </a:lnTo>
                <a:lnTo>
                  <a:pt x="305679" y="152839"/>
                </a:lnTo>
                <a:lnTo>
                  <a:pt x="382098" y="152839"/>
                </a:lnTo>
                <a:lnTo>
                  <a:pt x="382098" y="95525"/>
                </a:lnTo>
                <a:lnTo>
                  <a:pt x="401203" y="95525"/>
                </a:lnTo>
                <a:lnTo>
                  <a:pt x="401203" y="229259"/>
                </a:lnTo>
                <a:lnTo>
                  <a:pt x="286574" y="229259"/>
                </a:lnTo>
                <a:lnTo>
                  <a:pt x="286574" y="95525"/>
                </a:lnTo>
                <a:close/>
                <a:moveTo>
                  <a:pt x="229259" y="19105"/>
                </a:moveTo>
                <a:lnTo>
                  <a:pt x="229259" y="152839"/>
                </a:lnTo>
                <a:lnTo>
                  <a:pt x="38210" y="152839"/>
                </a:lnTo>
                <a:lnTo>
                  <a:pt x="38210" y="19105"/>
                </a:lnTo>
                <a:lnTo>
                  <a:pt x="229259" y="19105"/>
                </a:lnTo>
                <a:close/>
                <a:moveTo>
                  <a:pt x="38210" y="171944"/>
                </a:moveTo>
                <a:lnTo>
                  <a:pt x="229259" y="171944"/>
                </a:lnTo>
                <a:lnTo>
                  <a:pt x="229259" y="229259"/>
                </a:lnTo>
                <a:lnTo>
                  <a:pt x="38210" y="229259"/>
                </a:lnTo>
                <a:lnTo>
                  <a:pt x="38210" y="171944"/>
                </a:lnTo>
                <a:close/>
                <a:moveTo>
                  <a:pt x="229259" y="399293"/>
                </a:moveTo>
                <a:cubicBezTo>
                  <a:pt x="229259" y="401203"/>
                  <a:pt x="229259" y="401203"/>
                  <a:pt x="229259" y="399293"/>
                </a:cubicBezTo>
                <a:cubicBezTo>
                  <a:pt x="227349" y="401203"/>
                  <a:pt x="227349" y="401203"/>
                  <a:pt x="229259" y="399293"/>
                </a:cubicBezTo>
                <a:lnTo>
                  <a:pt x="40120" y="401203"/>
                </a:lnTo>
                <a:cubicBezTo>
                  <a:pt x="38210" y="401203"/>
                  <a:pt x="38210" y="401203"/>
                  <a:pt x="38210" y="399293"/>
                </a:cubicBezTo>
                <a:cubicBezTo>
                  <a:pt x="38210" y="399293"/>
                  <a:pt x="38210" y="399293"/>
                  <a:pt x="38210" y="399293"/>
                </a:cubicBezTo>
                <a:lnTo>
                  <a:pt x="38210" y="286574"/>
                </a:lnTo>
                <a:lnTo>
                  <a:pt x="229259" y="286574"/>
                </a:lnTo>
                <a:lnTo>
                  <a:pt x="229259" y="399293"/>
                </a:lnTo>
                <a:close/>
                <a:moveTo>
                  <a:pt x="420308" y="401203"/>
                </a:moveTo>
                <a:lnTo>
                  <a:pt x="401203" y="401203"/>
                </a:lnTo>
                <a:lnTo>
                  <a:pt x="401203" y="286574"/>
                </a:lnTo>
                <a:lnTo>
                  <a:pt x="420308" y="286574"/>
                </a:lnTo>
                <a:lnTo>
                  <a:pt x="420308" y="401203"/>
                </a:lnTo>
                <a:close/>
                <a:moveTo>
                  <a:pt x="439413" y="277021"/>
                </a:moveTo>
                <a:lnTo>
                  <a:pt x="439413" y="267469"/>
                </a:lnTo>
                <a:lnTo>
                  <a:pt x="19105" y="267469"/>
                </a:lnTo>
                <a:lnTo>
                  <a:pt x="19105" y="248364"/>
                </a:lnTo>
                <a:lnTo>
                  <a:pt x="439413" y="248364"/>
                </a:lnTo>
                <a:lnTo>
                  <a:pt x="439413" y="267469"/>
                </a:lnTo>
                <a:lnTo>
                  <a:pt x="439413" y="267469"/>
                </a:lnTo>
                <a:lnTo>
                  <a:pt x="439413" y="277021"/>
                </a:lnTo>
                <a:close/>
                <a:moveTo>
                  <a:pt x="171944" y="191049"/>
                </a:moveTo>
                <a:lnTo>
                  <a:pt x="210154" y="191049"/>
                </a:lnTo>
                <a:lnTo>
                  <a:pt x="210154" y="210154"/>
                </a:lnTo>
                <a:lnTo>
                  <a:pt x="171944" y="210154"/>
                </a:lnTo>
                <a:lnTo>
                  <a:pt x="171944" y="191049"/>
                </a:lnTo>
                <a:close/>
                <a:moveTo>
                  <a:pt x="57315" y="191049"/>
                </a:moveTo>
                <a:lnTo>
                  <a:pt x="133734" y="191049"/>
                </a:lnTo>
                <a:lnTo>
                  <a:pt x="133734" y="210154"/>
                </a:lnTo>
                <a:lnTo>
                  <a:pt x="57315" y="210154"/>
                </a:lnTo>
                <a:lnTo>
                  <a:pt x="57315" y="191049"/>
                </a:lnTo>
                <a:close/>
                <a:moveTo>
                  <a:pt x="76420" y="133734"/>
                </a:moveTo>
                <a:lnTo>
                  <a:pt x="133734" y="133734"/>
                </a:lnTo>
                <a:cubicBezTo>
                  <a:pt x="145197" y="133734"/>
                  <a:pt x="152839" y="126092"/>
                  <a:pt x="152839" y="114630"/>
                </a:cubicBezTo>
                <a:lnTo>
                  <a:pt x="152839" y="57315"/>
                </a:lnTo>
                <a:cubicBezTo>
                  <a:pt x="152839" y="45852"/>
                  <a:pt x="145197" y="38210"/>
                  <a:pt x="133734" y="38210"/>
                </a:cubicBezTo>
                <a:lnTo>
                  <a:pt x="76420" y="38210"/>
                </a:lnTo>
                <a:cubicBezTo>
                  <a:pt x="64957" y="38210"/>
                  <a:pt x="57315" y="45852"/>
                  <a:pt x="57315" y="57315"/>
                </a:cubicBezTo>
                <a:lnTo>
                  <a:pt x="57315" y="114630"/>
                </a:lnTo>
                <a:cubicBezTo>
                  <a:pt x="57315" y="126092"/>
                  <a:pt x="64957" y="133734"/>
                  <a:pt x="76420" y="133734"/>
                </a:cubicBezTo>
                <a:close/>
                <a:moveTo>
                  <a:pt x="76420" y="57315"/>
                </a:moveTo>
                <a:lnTo>
                  <a:pt x="133734" y="57315"/>
                </a:lnTo>
                <a:lnTo>
                  <a:pt x="133734" y="114630"/>
                </a:lnTo>
                <a:lnTo>
                  <a:pt x="133734" y="114630"/>
                </a:lnTo>
                <a:lnTo>
                  <a:pt x="133734" y="114630"/>
                </a:lnTo>
                <a:lnTo>
                  <a:pt x="76420" y="114630"/>
                </a:lnTo>
                <a:lnTo>
                  <a:pt x="76420" y="573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6" name="Graphic 185" descr="24-hour icon.">
            <a:extLst>
              <a:ext uri="{FF2B5EF4-FFF2-40B4-BE49-F238E27FC236}">
                <a16:creationId xmlns:a16="http://schemas.microsoft.com/office/drawing/2014/main" id="{9D818C61-8CB5-4653-AA40-E3397F149ED8}"/>
              </a:ext>
            </a:extLst>
          </p:cNvPr>
          <p:cNvSpPr>
            <a:spLocks noChangeAspect="1"/>
          </p:cNvSpPr>
          <p:nvPr/>
        </p:nvSpPr>
        <p:spPr>
          <a:xfrm>
            <a:off x="4651393" y="3268844"/>
            <a:ext cx="417528" cy="458518"/>
          </a:xfrm>
          <a:custGeom>
            <a:avLst/>
            <a:gdLst>
              <a:gd name="connsiteX0" fmla="*/ 189139 w 417528"/>
              <a:gd name="connsiteY0" fmla="*/ 0 h 458518"/>
              <a:gd name="connsiteX1" fmla="*/ 0 w 417528"/>
              <a:gd name="connsiteY1" fmla="*/ 99346 h 458518"/>
              <a:gd name="connsiteX2" fmla="*/ 15284 w 417528"/>
              <a:gd name="connsiteY2" fmla="*/ 110809 h 458518"/>
              <a:gd name="connsiteX3" fmla="*/ 80241 w 417528"/>
              <a:gd name="connsiteY3" fmla="*/ 49673 h 458518"/>
              <a:gd name="connsiteX4" fmla="*/ 368725 w 417528"/>
              <a:gd name="connsiteY4" fmla="*/ 122271 h 458518"/>
              <a:gd name="connsiteX5" fmla="*/ 296126 w 417528"/>
              <a:gd name="connsiteY5" fmla="*/ 410756 h 458518"/>
              <a:gd name="connsiteX6" fmla="*/ 43941 w 417528"/>
              <a:gd name="connsiteY6" fmla="*/ 384009 h 458518"/>
              <a:gd name="connsiteX7" fmla="*/ 112719 w 417528"/>
              <a:gd name="connsiteY7" fmla="*/ 384009 h 458518"/>
              <a:gd name="connsiteX8" fmla="*/ 112719 w 417528"/>
              <a:gd name="connsiteY8" fmla="*/ 364904 h 458518"/>
              <a:gd name="connsiteX9" fmla="*/ 34389 w 417528"/>
              <a:gd name="connsiteY9" fmla="*/ 364904 h 458518"/>
              <a:gd name="connsiteX10" fmla="*/ 17194 w 417528"/>
              <a:gd name="connsiteY10" fmla="*/ 380188 h 458518"/>
              <a:gd name="connsiteX11" fmla="*/ 17194 w 417528"/>
              <a:gd name="connsiteY11" fmla="*/ 380188 h 458518"/>
              <a:gd name="connsiteX12" fmla="*/ 17194 w 417528"/>
              <a:gd name="connsiteY12" fmla="*/ 458518 h 458518"/>
              <a:gd name="connsiteX13" fmla="*/ 36299 w 417528"/>
              <a:gd name="connsiteY13" fmla="*/ 458518 h 458518"/>
              <a:gd name="connsiteX14" fmla="*/ 36299 w 417528"/>
              <a:gd name="connsiteY14" fmla="*/ 399293 h 458518"/>
              <a:gd name="connsiteX15" fmla="*/ 359172 w 417528"/>
              <a:gd name="connsiteY15" fmla="*/ 382098 h 458518"/>
              <a:gd name="connsiteX16" fmla="*/ 341978 w 417528"/>
              <a:gd name="connsiteY16" fmla="*/ 59225 h 458518"/>
              <a:gd name="connsiteX17" fmla="*/ 189139 w 417528"/>
              <a:gd name="connsiteY17" fmla="*/ 0 h 458518"/>
              <a:gd name="connsiteX18" fmla="*/ 296126 w 417528"/>
              <a:gd name="connsiteY18" fmla="*/ 118450 h 458518"/>
              <a:gd name="connsiteX19" fmla="*/ 282753 w 417528"/>
              <a:gd name="connsiteY19" fmla="*/ 122271 h 458518"/>
              <a:gd name="connsiteX20" fmla="*/ 187228 w 417528"/>
              <a:gd name="connsiteY20" fmla="*/ 248364 h 458518"/>
              <a:gd name="connsiteX21" fmla="*/ 187228 w 417528"/>
              <a:gd name="connsiteY21" fmla="*/ 259827 h 458518"/>
              <a:gd name="connsiteX22" fmla="*/ 196781 w 417528"/>
              <a:gd name="connsiteY22" fmla="*/ 265558 h 458518"/>
              <a:gd name="connsiteX23" fmla="*/ 284663 w 417528"/>
              <a:gd name="connsiteY23" fmla="*/ 265558 h 458518"/>
              <a:gd name="connsiteX24" fmla="*/ 284663 w 417528"/>
              <a:gd name="connsiteY24" fmla="*/ 322873 h 458518"/>
              <a:gd name="connsiteX25" fmla="*/ 303768 w 417528"/>
              <a:gd name="connsiteY25" fmla="*/ 322873 h 458518"/>
              <a:gd name="connsiteX26" fmla="*/ 303768 w 417528"/>
              <a:gd name="connsiteY26" fmla="*/ 265558 h 458518"/>
              <a:gd name="connsiteX27" fmla="*/ 322873 w 417528"/>
              <a:gd name="connsiteY27" fmla="*/ 265558 h 458518"/>
              <a:gd name="connsiteX28" fmla="*/ 322873 w 417528"/>
              <a:gd name="connsiteY28" fmla="*/ 246453 h 458518"/>
              <a:gd name="connsiteX29" fmla="*/ 303768 w 417528"/>
              <a:gd name="connsiteY29" fmla="*/ 246453 h 458518"/>
              <a:gd name="connsiteX30" fmla="*/ 303768 w 417528"/>
              <a:gd name="connsiteY30" fmla="*/ 129913 h 458518"/>
              <a:gd name="connsiteX31" fmla="*/ 296126 w 417528"/>
              <a:gd name="connsiteY31" fmla="*/ 118450 h 458518"/>
              <a:gd name="connsiteX32" fmla="*/ 284663 w 417528"/>
              <a:gd name="connsiteY32" fmla="*/ 248364 h 458518"/>
              <a:gd name="connsiteX33" fmla="*/ 212065 w 417528"/>
              <a:gd name="connsiteY33" fmla="*/ 248364 h 458518"/>
              <a:gd name="connsiteX34" fmla="*/ 284663 w 417528"/>
              <a:gd name="connsiteY34" fmla="*/ 152839 h 458518"/>
              <a:gd name="connsiteX35" fmla="*/ 284663 w 417528"/>
              <a:gd name="connsiteY35" fmla="*/ 248364 h 458518"/>
              <a:gd name="connsiteX36" fmla="*/ 110809 w 417528"/>
              <a:gd name="connsiteY36" fmla="*/ 233080 h 458518"/>
              <a:gd name="connsiteX37" fmla="*/ 105077 w 417528"/>
              <a:gd name="connsiteY37" fmla="*/ 236901 h 458518"/>
              <a:gd name="connsiteX38" fmla="*/ 53494 w 417528"/>
              <a:gd name="connsiteY38" fmla="*/ 288484 h 458518"/>
              <a:gd name="connsiteX39" fmla="*/ 47762 w 417528"/>
              <a:gd name="connsiteY39" fmla="*/ 309500 h 458518"/>
              <a:gd name="connsiteX40" fmla="*/ 47762 w 417528"/>
              <a:gd name="connsiteY40" fmla="*/ 315231 h 458518"/>
              <a:gd name="connsiteX41" fmla="*/ 47762 w 417528"/>
              <a:gd name="connsiteY41" fmla="*/ 319052 h 458518"/>
              <a:gd name="connsiteX42" fmla="*/ 51583 w 417528"/>
              <a:gd name="connsiteY42" fmla="*/ 324784 h 458518"/>
              <a:gd name="connsiteX43" fmla="*/ 55404 w 417528"/>
              <a:gd name="connsiteY43" fmla="*/ 324784 h 458518"/>
              <a:gd name="connsiteX44" fmla="*/ 170034 w 417528"/>
              <a:gd name="connsiteY44" fmla="*/ 324784 h 458518"/>
              <a:gd name="connsiteX45" fmla="*/ 170034 w 417528"/>
              <a:gd name="connsiteY45" fmla="*/ 305679 h 458518"/>
              <a:gd name="connsiteX46" fmla="*/ 66867 w 417528"/>
              <a:gd name="connsiteY46" fmla="*/ 305679 h 458518"/>
              <a:gd name="connsiteX47" fmla="*/ 72599 w 417528"/>
              <a:gd name="connsiteY47" fmla="*/ 288484 h 458518"/>
              <a:gd name="connsiteX48" fmla="*/ 114630 w 417528"/>
              <a:gd name="connsiteY48" fmla="*/ 254095 h 458518"/>
              <a:gd name="connsiteX49" fmla="*/ 152839 w 417528"/>
              <a:gd name="connsiteY49" fmla="*/ 229259 h 458518"/>
              <a:gd name="connsiteX50" fmla="*/ 175765 w 417528"/>
              <a:gd name="connsiteY50" fmla="*/ 191049 h 458518"/>
              <a:gd name="connsiteX51" fmla="*/ 177676 w 417528"/>
              <a:gd name="connsiteY51" fmla="*/ 179586 h 458518"/>
              <a:gd name="connsiteX52" fmla="*/ 118450 w 417528"/>
              <a:gd name="connsiteY52" fmla="*/ 112719 h 458518"/>
              <a:gd name="connsiteX53" fmla="*/ 49673 w 417528"/>
              <a:gd name="connsiteY53" fmla="*/ 171944 h 458518"/>
              <a:gd name="connsiteX54" fmla="*/ 49673 w 417528"/>
              <a:gd name="connsiteY54" fmla="*/ 179586 h 458518"/>
              <a:gd name="connsiteX55" fmla="*/ 68778 w 417528"/>
              <a:gd name="connsiteY55" fmla="*/ 179586 h 458518"/>
              <a:gd name="connsiteX56" fmla="*/ 114630 w 417528"/>
              <a:gd name="connsiteY56" fmla="*/ 135645 h 458518"/>
              <a:gd name="connsiteX57" fmla="*/ 156660 w 417528"/>
              <a:gd name="connsiteY57" fmla="*/ 175765 h 458518"/>
              <a:gd name="connsiteX58" fmla="*/ 110809 w 417528"/>
              <a:gd name="connsiteY58" fmla="*/ 23308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17528" h="458518">
                <a:moveTo>
                  <a:pt x="189139" y="0"/>
                </a:moveTo>
                <a:cubicBezTo>
                  <a:pt x="112719" y="0"/>
                  <a:pt x="42031" y="38210"/>
                  <a:pt x="0" y="99346"/>
                </a:cubicBezTo>
                <a:lnTo>
                  <a:pt x="15284" y="110809"/>
                </a:lnTo>
                <a:cubicBezTo>
                  <a:pt x="32478" y="85972"/>
                  <a:pt x="55404" y="64957"/>
                  <a:pt x="80241" y="49673"/>
                </a:cubicBezTo>
                <a:cubicBezTo>
                  <a:pt x="179586" y="-9552"/>
                  <a:pt x="309500" y="22926"/>
                  <a:pt x="368725" y="122271"/>
                </a:cubicBezTo>
                <a:cubicBezTo>
                  <a:pt x="427950" y="221617"/>
                  <a:pt x="395472" y="351530"/>
                  <a:pt x="296126" y="410756"/>
                </a:cubicBezTo>
                <a:cubicBezTo>
                  <a:pt x="215886" y="458518"/>
                  <a:pt x="112719" y="448966"/>
                  <a:pt x="43941" y="384009"/>
                </a:cubicBezTo>
                <a:lnTo>
                  <a:pt x="112719" y="384009"/>
                </a:lnTo>
                <a:lnTo>
                  <a:pt x="112719" y="364904"/>
                </a:lnTo>
                <a:lnTo>
                  <a:pt x="34389" y="364904"/>
                </a:lnTo>
                <a:cubicBezTo>
                  <a:pt x="24836" y="362993"/>
                  <a:pt x="17194" y="370635"/>
                  <a:pt x="17194" y="380188"/>
                </a:cubicBezTo>
                <a:lnTo>
                  <a:pt x="17194" y="380188"/>
                </a:lnTo>
                <a:lnTo>
                  <a:pt x="17194" y="458518"/>
                </a:lnTo>
                <a:lnTo>
                  <a:pt x="36299" y="458518"/>
                </a:lnTo>
                <a:lnTo>
                  <a:pt x="36299" y="399293"/>
                </a:lnTo>
                <a:cubicBezTo>
                  <a:pt x="129913" y="483354"/>
                  <a:pt x="275111" y="475712"/>
                  <a:pt x="359172" y="382098"/>
                </a:cubicBezTo>
                <a:cubicBezTo>
                  <a:pt x="443234" y="288484"/>
                  <a:pt x="435592" y="143287"/>
                  <a:pt x="341978" y="59225"/>
                </a:cubicBezTo>
                <a:cubicBezTo>
                  <a:pt x="299947" y="21015"/>
                  <a:pt x="246453" y="0"/>
                  <a:pt x="189139" y="0"/>
                </a:cubicBezTo>
                <a:close/>
                <a:moveTo>
                  <a:pt x="296126" y="118450"/>
                </a:moveTo>
                <a:cubicBezTo>
                  <a:pt x="292305" y="116540"/>
                  <a:pt x="286574" y="118450"/>
                  <a:pt x="282753" y="122271"/>
                </a:cubicBezTo>
                <a:lnTo>
                  <a:pt x="187228" y="248364"/>
                </a:lnTo>
                <a:cubicBezTo>
                  <a:pt x="185318" y="252185"/>
                  <a:pt x="185318" y="256006"/>
                  <a:pt x="187228" y="259827"/>
                </a:cubicBezTo>
                <a:cubicBezTo>
                  <a:pt x="189139" y="263648"/>
                  <a:pt x="192960" y="265558"/>
                  <a:pt x="196781" y="265558"/>
                </a:cubicBezTo>
                <a:lnTo>
                  <a:pt x="284663" y="265558"/>
                </a:lnTo>
                <a:lnTo>
                  <a:pt x="284663" y="322873"/>
                </a:lnTo>
                <a:lnTo>
                  <a:pt x="303768" y="322873"/>
                </a:lnTo>
                <a:lnTo>
                  <a:pt x="303768" y="265558"/>
                </a:lnTo>
                <a:lnTo>
                  <a:pt x="322873" y="265558"/>
                </a:lnTo>
                <a:lnTo>
                  <a:pt x="322873" y="246453"/>
                </a:lnTo>
                <a:lnTo>
                  <a:pt x="303768" y="246453"/>
                </a:lnTo>
                <a:lnTo>
                  <a:pt x="303768" y="129913"/>
                </a:lnTo>
                <a:cubicBezTo>
                  <a:pt x="303768" y="124182"/>
                  <a:pt x="299947" y="120361"/>
                  <a:pt x="296126" y="118450"/>
                </a:cubicBezTo>
                <a:close/>
                <a:moveTo>
                  <a:pt x="284663" y="248364"/>
                </a:moveTo>
                <a:lnTo>
                  <a:pt x="212065" y="248364"/>
                </a:lnTo>
                <a:lnTo>
                  <a:pt x="284663" y="152839"/>
                </a:lnTo>
                <a:lnTo>
                  <a:pt x="284663" y="248364"/>
                </a:lnTo>
                <a:close/>
                <a:moveTo>
                  <a:pt x="110809" y="233080"/>
                </a:moveTo>
                <a:lnTo>
                  <a:pt x="105077" y="236901"/>
                </a:lnTo>
                <a:cubicBezTo>
                  <a:pt x="82151" y="246453"/>
                  <a:pt x="63046" y="265558"/>
                  <a:pt x="53494" y="288484"/>
                </a:cubicBezTo>
                <a:cubicBezTo>
                  <a:pt x="51583" y="296126"/>
                  <a:pt x="49673" y="301858"/>
                  <a:pt x="47762" y="309500"/>
                </a:cubicBezTo>
                <a:cubicBezTo>
                  <a:pt x="47762" y="311410"/>
                  <a:pt x="47762" y="313321"/>
                  <a:pt x="47762" y="315231"/>
                </a:cubicBezTo>
                <a:cubicBezTo>
                  <a:pt x="47762" y="317142"/>
                  <a:pt x="47762" y="317142"/>
                  <a:pt x="47762" y="319052"/>
                </a:cubicBezTo>
                <a:cubicBezTo>
                  <a:pt x="47762" y="320963"/>
                  <a:pt x="49673" y="322873"/>
                  <a:pt x="51583" y="324784"/>
                </a:cubicBezTo>
                <a:cubicBezTo>
                  <a:pt x="51583" y="324784"/>
                  <a:pt x="53494" y="324784"/>
                  <a:pt x="55404" y="324784"/>
                </a:cubicBezTo>
                <a:lnTo>
                  <a:pt x="170034" y="324784"/>
                </a:lnTo>
                <a:lnTo>
                  <a:pt x="170034" y="305679"/>
                </a:lnTo>
                <a:lnTo>
                  <a:pt x="66867" y="305679"/>
                </a:lnTo>
                <a:cubicBezTo>
                  <a:pt x="68778" y="299947"/>
                  <a:pt x="70688" y="292305"/>
                  <a:pt x="72599" y="288484"/>
                </a:cubicBezTo>
                <a:cubicBezTo>
                  <a:pt x="84062" y="273200"/>
                  <a:pt x="97435" y="261737"/>
                  <a:pt x="114630" y="254095"/>
                </a:cubicBezTo>
                <a:cubicBezTo>
                  <a:pt x="128003" y="246453"/>
                  <a:pt x="141376" y="238811"/>
                  <a:pt x="152839" y="229259"/>
                </a:cubicBezTo>
                <a:cubicBezTo>
                  <a:pt x="164302" y="219707"/>
                  <a:pt x="171944" y="206333"/>
                  <a:pt x="175765" y="191049"/>
                </a:cubicBezTo>
                <a:cubicBezTo>
                  <a:pt x="175765" y="187228"/>
                  <a:pt x="177676" y="183407"/>
                  <a:pt x="177676" y="179586"/>
                </a:cubicBezTo>
                <a:cubicBezTo>
                  <a:pt x="179586" y="145197"/>
                  <a:pt x="152839" y="114630"/>
                  <a:pt x="118450" y="112719"/>
                </a:cubicBezTo>
                <a:cubicBezTo>
                  <a:pt x="84062" y="110809"/>
                  <a:pt x="51583" y="135645"/>
                  <a:pt x="49673" y="171944"/>
                </a:cubicBezTo>
                <a:cubicBezTo>
                  <a:pt x="49673" y="173855"/>
                  <a:pt x="49673" y="175765"/>
                  <a:pt x="49673" y="179586"/>
                </a:cubicBezTo>
                <a:lnTo>
                  <a:pt x="68778" y="179586"/>
                </a:lnTo>
                <a:cubicBezTo>
                  <a:pt x="70688" y="152839"/>
                  <a:pt x="91704" y="133734"/>
                  <a:pt x="114630" y="135645"/>
                </a:cubicBezTo>
                <a:cubicBezTo>
                  <a:pt x="137555" y="135645"/>
                  <a:pt x="154750" y="154750"/>
                  <a:pt x="156660" y="175765"/>
                </a:cubicBezTo>
                <a:cubicBezTo>
                  <a:pt x="158571" y="204423"/>
                  <a:pt x="131824" y="221617"/>
                  <a:pt x="110809" y="23308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7" name="Graphic 186" descr="Cart reorder icon.">
            <a:extLst>
              <a:ext uri="{FF2B5EF4-FFF2-40B4-BE49-F238E27FC236}">
                <a16:creationId xmlns:a16="http://schemas.microsoft.com/office/drawing/2014/main" id="{B0CD2F67-F181-4824-B7C7-9970EBE151EC}"/>
              </a:ext>
            </a:extLst>
          </p:cNvPr>
          <p:cNvSpPr>
            <a:spLocks noChangeAspect="1"/>
          </p:cNvSpPr>
          <p:nvPr/>
        </p:nvSpPr>
        <p:spPr>
          <a:xfrm>
            <a:off x="5854793" y="3268334"/>
            <a:ext cx="458518" cy="458518"/>
          </a:xfrm>
          <a:custGeom>
            <a:avLst/>
            <a:gdLst>
              <a:gd name="connsiteX0" fmla="*/ 380188 w 458518"/>
              <a:gd name="connsiteY0" fmla="*/ 57315 h 458518"/>
              <a:gd name="connsiteX1" fmla="*/ 439413 w 458518"/>
              <a:gd name="connsiteY1" fmla="*/ 57315 h 458518"/>
              <a:gd name="connsiteX2" fmla="*/ 439413 w 458518"/>
              <a:gd name="connsiteY2" fmla="*/ 38210 h 458518"/>
              <a:gd name="connsiteX3" fmla="*/ 361083 w 458518"/>
              <a:gd name="connsiteY3" fmla="*/ 38210 h 458518"/>
              <a:gd name="connsiteX4" fmla="*/ 343889 w 458518"/>
              <a:gd name="connsiteY4" fmla="*/ 55404 h 458518"/>
              <a:gd name="connsiteX5" fmla="*/ 343889 w 458518"/>
              <a:gd name="connsiteY5" fmla="*/ 133734 h 458518"/>
              <a:gd name="connsiteX6" fmla="*/ 362993 w 458518"/>
              <a:gd name="connsiteY6" fmla="*/ 133734 h 458518"/>
              <a:gd name="connsiteX7" fmla="*/ 362993 w 458518"/>
              <a:gd name="connsiteY7" fmla="*/ 66867 h 458518"/>
              <a:gd name="connsiteX8" fmla="*/ 391651 w 458518"/>
              <a:gd name="connsiteY8" fmla="*/ 362993 h 458518"/>
              <a:gd name="connsiteX9" fmla="*/ 229259 w 458518"/>
              <a:gd name="connsiteY9" fmla="*/ 439413 h 458518"/>
              <a:gd name="connsiteX10" fmla="*/ 227349 w 458518"/>
              <a:gd name="connsiteY10" fmla="*/ 439413 h 458518"/>
              <a:gd name="connsiteX11" fmla="*/ 19105 w 458518"/>
              <a:gd name="connsiteY11" fmla="*/ 227349 h 458518"/>
              <a:gd name="connsiteX12" fmla="*/ 229259 w 458518"/>
              <a:gd name="connsiteY12" fmla="*/ 19105 h 458518"/>
              <a:gd name="connsiteX13" fmla="*/ 229259 w 458518"/>
              <a:gd name="connsiteY13" fmla="*/ 19105 h 458518"/>
              <a:gd name="connsiteX14" fmla="*/ 229259 w 458518"/>
              <a:gd name="connsiteY14" fmla="*/ 0 h 458518"/>
              <a:gd name="connsiteX15" fmla="*/ 229259 w 458518"/>
              <a:gd name="connsiteY15" fmla="*/ 0 h 458518"/>
              <a:gd name="connsiteX16" fmla="*/ 0 w 458518"/>
              <a:gd name="connsiteY16" fmla="*/ 227349 h 458518"/>
              <a:gd name="connsiteX17" fmla="*/ 227349 w 458518"/>
              <a:gd name="connsiteY17" fmla="*/ 458518 h 458518"/>
              <a:gd name="connsiteX18" fmla="*/ 229259 w 458518"/>
              <a:gd name="connsiteY18" fmla="*/ 458518 h 458518"/>
              <a:gd name="connsiteX19" fmla="*/ 458518 w 458518"/>
              <a:gd name="connsiteY19" fmla="*/ 229259 h 458518"/>
              <a:gd name="connsiteX20" fmla="*/ 380188 w 458518"/>
              <a:gd name="connsiteY20" fmla="*/ 5731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8518" h="458518">
                <a:moveTo>
                  <a:pt x="380188" y="57315"/>
                </a:moveTo>
                <a:lnTo>
                  <a:pt x="439413" y="57315"/>
                </a:lnTo>
                <a:lnTo>
                  <a:pt x="439413" y="38210"/>
                </a:lnTo>
                <a:lnTo>
                  <a:pt x="361083" y="38210"/>
                </a:lnTo>
                <a:cubicBezTo>
                  <a:pt x="351530" y="38210"/>
                  <a:pt x="343889" y="45852"/>
                  <a:pt x="343889" y="55404"/>
                </a:cubicBezTo>
                <a:lnTo>
                  <a:pt x="343889" y="133734"/>
                </a:lnTo>
                <a:lnTo>
                  <a:pt x="362993" y="133734"/>
                </a:lnTo>
                <a:lnTo>
                  <a:pt x="362993" y="66867"/>
                </a:lnTo>
                <a:cubicBezTo>
                  <a:pt x="452787" y="141376"/>
                  <a:pt x="464249" y="273200"/>
                  <a:pt x="391651" y="362993"/>
                </a:cubicBezTo>
                <a:cubicBezTo>
                  <a:pt x="351530" y="410756"/>
                  <a:pt x="292305" y="439413"/>
                  <a:pt x="229259" y="439413"/>
                </a:cubicBezTo>
                <a:lnTo>
                  <a:pt x="227349" y="439413"/>
                </a:lnTo>
                <a:cubicBezTo>
                  <a:pt x="110809" y="439413"/>
                  <a:pt x="17194" y="343889"/>
                  <a:pt x="19105" y="227349"/>
                </a:cubicBezTo>
                <a:cubicBezTo>
                  <a:pt x="19105" y="112719"/>
                  <a:pt x="112719" y="19105"/>
                  <a:pt x="229259" y="19105"/>
                </a:cubicBezTo>
                <a:lnTo>
                  <a:pt x="229259" y="19105"/>
                </a:lnTo>
                <a:lnTo>
                  <a:pt x="229259" y="0"/>
                </a:lnTo>
                <a:lnTo>
                  <a:pt x="229259" y="0"/>
                </a:lnTo>
                <a:cubicBezTo>
                  <a:pt x="103167" y="0"/>
                  <a:pt x="0" y="101256"/>
                  <a:pt x="0" y="227349"/>
                </a:cubicBezTo>
                <a:cubicBezTo>
                  <a:pt x="0" y="353441"/>
                  <a:pt x="101256" y="458518"/>
                  <a:pt x="227349" y="458518"/>
                </a:cubicBezTo>
                <a:lnTo>
                  <a:pt x="229259" y="458518"/>
                </a:ln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62392"/>
                  <a:pt x="429861" y="101256"/>
                  <a:pt x="380188" y="5731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1" name="Freeform: Shape 70" descr="Shipping icon.">
            <a:extLst>
              <a:ext uri="{FF2B5EF4-FFF2-40B4-BE49-F238E27FC236}">
                <a16:creationId xmlns:a16="http://schemas.microsoft.com/office/drawing/2014/main" id="{2A86A3C9-3314-4745-A6BA-D383967F192D}"/>
              </a:ext>
            </a:extLst>
          </p:cNvPr>
          <p:cNvSpPr/>
          <p:nvPr/>
        </p:nvSpPr>
        <p:spPr>
          <a:xfrm>
            <a:off x="7101912" y="3375705"/>
            <a:ext cx="445619" cy="341458"/>
          </a:xfrm>
          <a:custGeom>
            <a:avLst/>
            <a:gdLst>
              <a:gd name="connsiteX0" fmla="*/ 374412 w 445619"/>
              <a:gd name="connsiteY0" fmla="*/ 133137 h 341458"/>
              <a:gd name="connsiteX1" fmla="*/ 355852 w 445619"/>
              <a:gd name="connsiteY1" fmla="*/ 133137 h 341458"/>
              <a:gd name="connsiteX2" fmla="*/ 355095 w 445619"/>
              <a:gd name="connsiteY2" fmla="*/ 66663 h 341458"/>
              <a:gd name="connsiteX3" fmla="*/ 336346 w 445619"/>
              <a:gd name="connsiteY3" fmla="*/ 47914 h 341458"/>
              <a:gd name="connsiteX4" fmla="*/ 331800 w 445619"/>
              <a:gd name="connsiteY4" fmla="*/ 47914 h 341458"/>
              <a:gd name="connsiteX5" fmla="*/ 331800 w 445619"/>
              <a:gd name="connsiteY5" fmla="*/ 18181 h 341458"/>
              <a:gd name="connsiteX6" fmla="*/ 313809 w 445619"/>
              <a:gd name="connsiteY6" fmla="*/ 0 h 341458"/>
              <a:gd name="connsiteX7" fmla="*/ 264948 w 445619"/>
              <a:gd name="connsiteY7" fmla="*/ 0 h 341458"/>
              <a:gd name="connsiteX8" fmla="*/ 246767 w 445619"/>
              <a:gd name="connsiteY8" fmla="*/ 18181 h 341458"/>
              <a:gd name="connsiteX9" fmla="*/ 246767 w 445619"/>
              <a:gd name="connsiteY9" fmla="*/ 47346 h 341458"/>
              <a:gd name="connsiteX10" fmla="*/ 242790 w 445619"/>
              <a:gd name="connsiteY10" fmla="*/ 47346 h 341458"/>
              <a:gd name="connsiteX11" fmla="*/ 242601 w 445619"/>
              <a:gd name="connsiteY11" fmla="*/ 47346 h 341458"/>
              <a:gd name="connsiteX12" fmla="*/ 222905 w 445619"/>
              <a:gd name="connsiteY12" fmla="*/ 66852 h 341458"/>
              <a:gd name="connsiteX13" fmla="*/ 222147 w 445619"/>
              <a:gd name="connsiteY13" fmla="*/ 133137 h 341458"/>
              <a:gd name="connsiteX14" fmla="*/ 203966 w 445619"/>
              <a:gd name="connsiteY14" fmla="*/ 133137 h 341458"/>
              <a:gd name="connsiteX15" fmla="*/ 203966 w 445619"/>
              <a:gd name="connsiteY15" fmla="*/ 56626 h 341458"/>
              <a:gd name="connsiteX16" fmla="*/ 185407 w 445619"/>
              <a:gd name="connsiteY16" fmla="*/ 38066 h 341458"/>
              <a:gd name="connsiteX17" fmla="*/ 108138 w 445619"/>
              <a:gd name="connsiteY17" fmla="*/ 38066 h 341458"/>
              <a:gd name="connsiteX18" fmla="*/ 89579 w 445619"/>
              <a:gd name="connsiteY18" fmla="*/ 56626 h 341458"/>
              <a:gd name="connsiteX19" fmla="*/ 89579 w 445619"/>
              <a:gd name="connsiteY19" fmla="*/ 132947 h 341458"/>
              <a:gd name="connsiteX20" fmla="*/ 71398 w 445619"/>
              <a:gd name="connsiteY20" fmla="*/ 132947 h 341458"/>
              <a:gd name="connsiteX21" fmla="*/ 0 w 445619"/>
              <a:gd name="connsiteY21" fmla="*/ 225556 h 341458"/>
              <a:gd name="connsiteX22" fmla="*/ 14961 w 445619"/>
              <a:gd name="connsiteY22" fmla="*/ 237108 h 341458"/>
              <a:gd name="connsiteX23" fmla="*/ 71398 w 445619"/>
              <a:gd name="connsiteY23" fmla="*/ 164574 h 341458"/>
              <a:gd name="connsiteX24" fmla="*/ 71398 w 445619"/>
              <a:gd name="connsiteY24" fmla="*/ 322521 h 341458"/>
              <a:gd name="connsiteX25" fmla="*/ 90336 w 445619"/>
              <a:gd name="connsiteY25" fmla="*/ 341459 h 341458"/>
              <a:gd name="connsiteX26" fmla="*/ 355473 w 445619"/>
              <a:gd name="connsiteY26" fmla="*/ 341459 h 341458"/>
              <a:gd name="connsiteX27" fmla="*/ 374412 w 445619"/>
              <a:gd name="connsiteY27" fmla="*/ 322521 h 341458"/>
              <a:gd name="connsiteX28" fmla="*/ 374412 w 445619"/>
              <a:gd name="connsiteY28" fmla="*/ 164953 h 341458"/>
              <a:gd name="connsiteX29" fmla="*/ 430659 w 445619"/>
              <a:gd name="connsiteY29" fmla="*/ 237298 h 341458"/>
              <a:gd name="connsiteX30" fmla="*/ 445620 w 445619"/>
              <a:gd name="connsiteY30" fmla="*/ 225745 h 341458"/>
              <a:gd name="connsiteX31" fmla="*/ 374412 w 445619"/>
              <a:gd name="connsiteY31" fmla="*/ 133137 h 341458"/>
              <a:gd name="connsiteX32" fmla="*/ 353201 w 445619"/>
              <a:gd name="connsiteY32" fmla="*/ 152075 h 341458"/>
              <a:gd name="connsiteX33" fmla="*/ 337292 w 445619"/>
              <a:gd name="connsiteY33" fmla="*/ 218170 h 341458"/>
              <a:gd name="connsiteX34" fmla="*/ 107191 w 445619"/>
              <a:gd name="connsiteY34" fmla="*/ 217413 h 341458"/>
              <a:gd name="connsiteX35" fmla="*/ 92419 w 445619"/>
              <a:gd name="connsiteY35" fmla="*/ 152075 h 341458"/>
              <a:gd name="connsiteX36" fmla="*/ 353201 w 445619"/>
              <a:gd name="connsiteY36" fmla="*/ 152075 h 341458"/>
              <a:gd name="connsiteX37" fmla="*/ 264948 w 445619"/>
              <a:gd name="connsiteY37" fmla="*/ 18938 h 341458"/>
              <a:gd name="connsiteX38" fmla="*/ 313051 w 445619"/>
              <a:gd name="connsiteY38" fmla="*/ 18938 h 341458"/>
              <a:gd name="connsiteX39" fmla="*/ 313051 w 445619"/>
              <a:gd name="connsiteY39" fmla="*/ 47535 h 341458"/>
              <a:gd name="connsiteX40" fmla="*/ 275364 w 445619"/>
              <a:gd name="connsiteY40" fmla="*/ 47535 h 341458"/>
              <a:gd name="connsiteX41" fmla="*/ 265516 w 445619"/>
              <a:gd name="connsiteY41" fmla="*/ 47535 h 341458"/>
              <a:gd name="connsiteX42" fmla="*/ 264948 w 445619"/>
              <a:gd name="connsiteY42" fmla="*/ 18938 h 341458"/>
              <a:gd name="connsiteX43" fmla="*/ 242601 w 445619"/>
              <a:gd name="connsiteY43" fmla="*/ 66284 h 341458"/>
              <a:gd name="connsiteX44" fmla="*/ 246767 w 445619"/>
              <a:gd name="connsiteY44" fmla="*/ 66284 h 341458"/>
              <a:gd name="connsiteX45" fmla="*/ 246767 w 445619"/>
              <a:gd name="connsiteY45" fmla="*/ 66474 h 341458"/>
              <a:gd name="connsiteX46" fmla="*/ 273849 w 445619"/>
              <a:gd name="connsiteY46" fmla="*/ 66474 h 341458"/>
              <a:gd name="connsiteX47" fmla="*/ 336346 w 445619"/>
              <a:gd name="connsiteY47" fmla="*/ 66852 h 341458"/>
              <a:gd name="connsiteX48" fmla="*/ 337103 w 445619"/>
              <a:gd name="connsiteY48" fmla="*/ 133137 h 341458"/>
              <a:gd name="connsiteX49" fmla="*/ 241464 w 445619"/>
              <a:gd name="connsiteY49" fmla="*/ 133137 h 341458"/>
              <a:gd name="connsiteX50" fmla="*/ 242601 w 445619"/>
              <a:gd name="connsiteY50" fmla="*/ 66284 h 341458"/>
              <a:gd name="connsiteX51" fmla="*/ 108138 w 445619"/>
              <a:gd name="connsiteY51" fmla="*/ 57194 h 341458"/>
              <a:gd name="connsiteX52" fmla="*/ 185028 w 445619"/>
              <a:gd name="connsiteY52" fmla="*/ 56626 h 341458"/>
              <a:gd name="connsiteX53" fmla="*/ 185028 w 445619"/>
              <a:gd name="connsiteY53" fmla="*/ 132947 h 341458"/>
              <a:gd name="connsiteX54" fmla="*/ 108517 w 445619"/>
              <a:gd name="connsiteY54" fmla="*/ 132947 h 341458"/>
              <a:gd name="connsiteX55" fmla="*/ 108138 w 445619"/>
              <a:gd name="connsiteY55" fmla="*/ 57194 h 341458"/>
              <a:gd name="connsiteX56" fmla="*/ 90336 w 445619"/>
              <a:gd name="connsiteY56" fmla="*/ 322521 h 341458"/>
              <a:gd name="connsiteX57" fmla="*/ 90336 w 445619"/>
              <a:gd name="connsiteY57" fmla="*/ 227261 h 341458"/>
              <a:gd name="connsiteX58" fmla="*/ 106434 w 445619"/>
              <a:gd name="connsiteY58" fmla="*/ 237108 h 341458"/>
              <a:gd name="connsiteX59" fmla="*/ 337103 w 445619"/>
              <a:gd name="connsiteY59" fmla="*/ 237108 h 341458"/>
              <a:gd name="connsiteX60" fmla="*/ 355284 w 445619"/>
              <a:gd name="connsiteY60" fmla="*/ 223662 h 341458"/>
              <a:gd name="connsiteX61" fmla="*/ 355284 w 445619"/>
              <a:gd name="connsiteY61" fmla="*/ 322521 h 341458"/>
              <a:gd name="connsiteX62" fmla="*/ 90336 w 445619"/>
              <a:gd name="connsiteY62" fmla="*/ 322521 h 34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45619" h="341458">
                <a:moveTo>
                  <a:pt x="374412" y="133137"/>
                </a:moveTo>
                <a:lnTo>
                  <a:pt x="355852" y="133137"/>
                </a:lnTo>
                <a:lnTo>
                  <a:pt x="355095" y="66663"/>
                </a:lnTo>
                <a:cubicBezTo>
                  <a:pt x="355095" y="56436"/>
                  <a:pt x="346572" y="47914"/>
                  <a:pt x="336346" y="47914"/>
                </a:cubicBezTo>
                <a:lnTo>
                  <a:pt x="331800" y="47914"/>
                </a:lnTo>
                <a:lnTo>
                  <a:pt x="331800" y="18181"/>
                </a:lnTo>
                <a:cubicBezTo>
                  <a:pt x="331990" y="8144"/>
                  <a:pt x="323846" y="0"/>
                  <a:pt x="313809" y="0"/>
                </a:cubicBezTo>
                <a:lnTo>
                  <a:pt x="264948" y="0"/>
                </a:lnTo>
                <a:cubicBezTo>
                  <a:pt x="254911" y="0"/>
                  <a:pt x="246767" y="8144"/>
                  <a:pt x="246767" y="18181"/>
                </a:cubicBezTo>
                <a:lnTo>
                  <a:pt x="246767" y="47346"/>
                </a:lnTo>
                <a:lnTo>
                  <a:pt x="242790" y="47346"/>
                </a:lnTo>
                <a:cubicBezTo>
                  <a:pt x="242790" y="47346"/>
                  <a:pt x="242790" y="47346"/>
                  <a:pt x="242601" y="47346"/>
                </a:cubicBezTo>
                <a:cubicBezTo>
                  <a:pt x="231806" y="47346"/>
                  <a:pt x="223094" y="56058"/>
                  <a:pt x="222905" y="66852"/>
                </a:cubicBezTo>
                <a:lnTo>
                  <a:pt x="222147" y="133137"/>
                </a:lnTo>
                <a:lnTo>
                  <a:pt x="203966" y="133137"/>
                </a:lnTo>
                <a:lnTo>
                  <a:pt x="203966" y="56626"/>
                </a:lnTo>
                <a:cubicBezTo>
                  <a:pt x="203966" y="46399"/>
                  <a:pt x="195633" y="38066"/>
                  <a:pt x="185407" y="38066"/>
                </a:cubicBezTo>
                <a:lnTo>
                  <a:pt x="108138" y="38066"/>
                </a:lnTo>
                <a:cubicBezTo>
                  <a:pt x="97911" y="38066"/>
                  <a:pt x="89579" y="46399"/>
                  <a:pt x="89579" y="56626"/>
                </a:cubicBezTo>
                <a:lnTo>
                  <a:pt x="89579" y="132947"/>
                </a:lnTo>
                <a:lnTo>
                  <a:pt x="71398" y="132947"/>
                </a:lnTo>
                <a:lnTo>
                  <a:pt x="0" y="225556"/>
                </a:lnTo>
                <a:lnTo>
                  <a:pt x="14961" y="237108"/>
                </a:lnTo>
                <a:lnTo>
                  <a:pt x="71398" y="164574"/>
                </a:lnTo>
                <a:lnTo>
                  <a:pt x="71398" y="322521"/>
                </a:lnTo>
                <a:cubicBezTo>
                  <a:pt x="71398" y="332937"/>
                  <a:pt x="79920" y="341459"/>
                  <a:pt x="90336" y="341459"/>
                </a:cubicBezTo>
                <a:lnTo>
                  <a:pt x="355473" y="341459"/>
                </a:lnTo>
                <a:cubicBezTo>
                  <a:pt x="365889" y="341459"/>
                  <a:pt x="374412" y="332937"/>
                  <a:pt x="374412" y="322521"/>
                </a:cubicBezTo>
                <a:lnTo>
                  <a:pt x="374412" y="164953"/>
                </a:lnTo>
                <a:lnTo>
                  <a:pt x="430659" y="237298"/>
                </a:lnTo>
                <a:lnTo>
                  <a:pt x="445620" y="225745"/>
                </a:lnTo>
                <a:lnTo>
                  <a:pt x="374412" y="133137"/>
                </a:lnTo>
                <a:close/>
                <a:moveTo>
                  <a:pt x="353201" y="152075"/>
                </a:moveTo>
                <a:lnTo>
                  <a:pt x="337292" y="218170"/>
                </a:lnTo>
                <a:lnTo>
                  <a:pt x="107191" y="217413"/>
                </a:lnTo>
                <a:lnTo>
                  <a:pt x="92419" y="152075"/>
                </a:lnTo>
                <a:lnTo>
                  <a:pt x="353201" y="152075"/>
                </a:lnTo>
                <a:close/>
                <a:moveTo>
                  <a:pt x="264948" y="18938"/>
                </a:moveTo>
                <a:lnTo>
                  <a:pt x="313051" y="18938"/>
                </a:lnTo>
                <a:lnTo>
                  <a:pt x="313051" y="47535"/>
                </a:lnTo>
                <a:lnTo>
                  <a:pt x="275364" y="47535"/>
                </a:lnTo>
                <a:lnTo>
                  <a:pt x="265516" y="47535"/>
                </a:lnTo>
                <a:lnTo>
                  <a:pt x="264948" y="18938"/>
                </a:lnTo>
                <a:close/>
                <a:moveTo>
                  <a:pt x="242601" y="66284"/>
                </a:moveTo>
                <a:lnTo>
                  <a:pt x="246767" y="66284"/>
                </a:lnTo>
                <a:lnTo>
                  <a:pt x="246767" y="66474"/>
                </a:lnTo>
                <a:lnTo>
                  <a:pt x="273849" y="66474"/>
                </a:lnTo>
                <a:lnTo>
                  <a:pt x="336346" y="66852"/>
                </a:lnTo>
                <a:lnTo>
                  <a:pt x="337103" y="133137"/>
                </a:lnTo>
                <a:lnTo>
                  <a:pt x="241464" y="133137"/>
                </a:lnTo>
                <a:lnTo>
                  <a:pt x="242601" y="66284"/>
                </a:lnTo>
                <a:close/>
                <a:moveTo>
                  <a:pt x="108138" y="57194"/>
                </a:moveTo>
                <a:lnTo>
                  <a:pt x="185028" y="56626"/>
                </a:lnTo>
                <a:lnTo>
                  <a:pt x="185028" y="132947"/>
                </a:lnTo>
                <a:lnTo>
                  <a:pt x="108517" y="132947"/>
                </a:lnTo>
                <a:lnTo>
                  <a:pt x="108138" y="57194"/>
                </a:lnTo>
                <a:close/>
                <a:moveTo>
                  <a:pt x="90336" y="322521"/>
                </a:moveTo>
                <a:lnTo>
                  <a:pt x="90336" y="227261"/>
                </a:lnTo>
                <a:cubicBezTo>
                  <a:pt x="93177" y="233131"/>
                  <a:pt x="99237" y="237108"/>
                  <a:pt x="106434" y="237108"/>
                </a:cubicBezTo>
                <a:lnTo>
                  <a:pt x="337103" y="237108"/>
                </a:lnTo>
                <a:cubicBezTo>
                  <a:pt x="346004" y="237108"/>
                  <a:pt x="353390" y="231616"/>
                  <a:pt x="355284" y="223662"/>
                </a:cubicBezTo>
                <a:lnTo>
                  <a:pt x="355284" y="322521"/>
                </a:lnTo>
                <a:lnTo>
                  <a:pt x="90336" y="322521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8" descr="Free shipping icon.">
            <a:extLst>
              <a:ext uri="{FF2B5EF4-FFF2-40B4-BE49-F238E27FC236}">
                <a16:creationId xmlns:a16="http://schemas.microsoft.com/office/drawing/2014/main" id="{ABAE96B8-29E3-6970-001B-4E9FDC9EAE7D}"/>
              </a:ext>
            </a:extLst>
          </p:cNvPr>
          <p:cNvSpPr/>
          <p:nvPr/>
        </p:nvSpPr>
        <p:spPr>
          <a:xfrm>
            <a:off x="8327566" y="3372900"/>
            <a:ext cx="444032" cy="344263"/>
          </a:xfrm>
          <a:custGeom>
            <a:avLst/>
            <a:gdLst>
              <a:gd name="connsiteX0" fmla="*/ 288667 w 444032"/>
              <a:gd name="connsiteY0" fmla="*/ 225211 h 344263"/>
              <a:gd name="connsiteX1" fmla="*/ 288657 w 444032"/>
              <a:gd name="connsiteY1" fmla="*/ 249027 h 344263"/>
              <a:gd name="connsiteX2" fmla="*/ 221686 w 444032"/>
              <a:gd name="connsiteY2" fmla="*/ 315606 h 344263"/>
              <a:gd name="connsiteX3" fmla="*/ 154770 w 444032"/>
              <a:gd name="connsiteY3" fmla="*/ 248598 h 344263"/>
              <a:gd name="connsiteX4" fmla="*/ 154780 w 444032"/>
              <a:gd name="connsiteY4" fmla="*/ 224783 h 344263"/>
              <a:gd name="connsiteX5" fmla="*/ 178588 w 444032"/>
              <a:gd name="connsiteY5" fmla="*/ 200979 h 344263"/>
              <a:gd name="connsiteX6" fmla="*/ 190494 w 444032"/>
              <a:gd name="connsiteY6" fmla="*/ 196518 h 344263"/>
              <a:gd name="connsiteX7" fmla="*/ 202394 w 444032"/>
              <a:gd name="connsiteY7" fmla="*/ 201361 h 344263"/>
              <a:gd name="connsiteX8" fmla="*/ 221724 w 444032"/>
              <a:gd name="connsiteY8" fmla="*/ 220718 h 344263"/>
              <a:gd name="connsiteX9" fmla="*/ 241070 w 444032"/>
              <a:gd name="connsiteY9" fmla="*/ 201376 h 344263"/>
              <a:gd name="connsiteX10" fmla="*/ 252968 w 444032"/>
              <a:gd name="connsiteY10" fmla="*/ 196543 h 344263"/>
              <a:gd name="connsiteX11" fmla="*/ 264872 w 444032"/>
              <a:gd name="connsiteY11" fmla="*/ 201386 h 344263"/>
              <a:gd name="connsiteX12" fmla="*/ 288665 w 444032"/>
              <a:gd name="connsiteY12" fmla="*/ 225211 h 344263"/>
              <a:gd name="connsiteX13" fmla="*/ 374645 w 444032"/>
              <a:gd name="connsiteY13" fmla="*/ 86036 h 344263"/>
              <a:gd name="connsiteX14" fmla="*/ 444032 w 444032"/>
              <a:gd name="connsiteY14" fmla="*/ 181958 h 344263"/>
              <a:gd name="connsiteX15" fmla="*/ 428557 w 444032"/>
              <a:gd name="connsiteY15" fmla="*/ 193183 h 344263"/>
              <a:gd name="connsiteX16" fmla="*/ 374766 w 444032"/>
              <a:gd name="connsiteY16" fmla="*/ 118915 h 344263"/>
              <a:gd name="connsiteX17" fmla="*/ 374647 w 444032"/>
              <a:gd name="connsiteY17" fmla="*/ 324916 h 344263"/>
              <a:gd name="connsiteX18" fmla="*/ 369411 w 444032"/>
              <a:gd name="connsiteY18" fmla="*/ 338390 h 344263"/>
              <a:gd name="connsiteX19" fmla="*/ 355904 w 444032"/>
              <a:gd name="connsiteY19" fmla="*/ 344011 h 344263"/>
              <a:gd name="connsiteX20" fmla="*/ 87633 w 444032"/>
              <a:gd name="connsiteY20" fmla="*/ 344264 h 344263"/>
              <a:gd name="connsiteX21" fmla="*/ 74090 w 444032"/>
              <a:gd name="connsiteY21" fmla="*/ 338650 h 344263"/>
              <a:gd name="connsiteX22" fmla="*/ 68788 w 444032"/>
              <a:gd name="connsiteY22" fmla="*/ 325362 h 344263"/>
              <a:gd name="connsiteX23" fmla="*/ 68855 w 444032"/>
              <a:gd name="connsiteY23" fmla="*/ 118382 h 344263"/>
              <a:gd name="connsiteX24" fmla="*/ 15456 w 444032"/>
              <a:gd name="connsiteY24" fmla="*/ 191846 h 344263"/>
              <a:gd name="connsiteX25" fmla="*/ 0 w 444032"/>
              <a:gd name="connsiteY25" fmla="*/ 180602 h 344263"/>
              <a:gd name="connsiteX26" fmla="*/ 68696 w 444032"/>
              <a:gd name="connsiteY26" fmla="*/ 86093 h 344263"/>
              <a:gd name="connsiteX27" fmla="*/ 68911 w 444032"/>
              <a:gd name="connsiteY27" fmla="*/ 86250 h 344263"/>
              <a:gd name="connsiteX28" fmla="*/ 68911 w 444032"/>
              <a:gd name="connsiteY28" fmla="*/ 86057 h 344263"/>
              <a:gd name="connsiteX29" fmla="*/ 86996 w 444032"/>
              <a:gd name="connsiteY29" fmla="*/ 86065 h 344263"/>
              <a:gd name="connsiteX30" fmla="*/ 87390 w 444032"/>
              <a:gd name="connsiteY30" fmla="*/ 85973 h 344263"/>
              <a:gd name="connsiteX31" fmla="*/ 87411 w 444032"/>
              <a:gd name="connsiteY31" fmla="*/ 86065 h 344263"/>
              <a:gd name="connsiteX32" fmla="*/ 87845 w 444032"/>
              <a:gd name="connsiteY32" fmla="*/ 86065 h 344263"/>
              <a:gd name="connsiteX33" fmla="*/ 87811 w 444032"/>
              <a:gd name="connsiteY33" fmla="*/ 57284 h 344263"/>
              <a:gd name="connsiteX34" fmla="*/ 93420 w 444032"/>
              <a:gd name="connsiteY34" fmla="*/ 43733 h 344263"/>
              <a:gd name="connsiteX35" fmla="*/ 106973 w 444032"/>
              <a:gd name="connsiteY35" fmla="*/ 38139 h 344263"/>
              <a:gd name="connsiteX36" fmla="*/ 183442 w 444032"/>
              <a:gd name="connsiteY36" fmla="*/ 38208 h 344263"/>
              <a:gd name="connsiteX37" fmla="*/ 202729 w 444032"/>
              <a:gd name="connsiteY37" fmla="*/ 57469 h 344263"/>
              <a:gd name="connsiteX38" fmla="*/ 202593 w 444032"/>
              <a:gd name="connsiteY38" fmla="*/ 85934 h 344263"/>
              <a:gd name="connsiteX39" fmla="*/ 221743 w 444032"/>
              <a:gd name="connsiteY39" fmla="*/ 86133 h 344263"/>
              <a:gd name="connsiteX40" fmla="*/ 221843 w 444032"/>
              <a:gd name="connsiteY40" fmla="*/ 67342 h 344263"/>
              <a:gd name="connsiteX41" fmla="*/ 241676 w 444032"/>
              <a:gd name="connsiteY41" fmla="*/ 47694 h 344263"/>
              <a:gd name="connsiteX42" fmla="*/ 241741 w 444032"/>
              <a:gd name="connsiteY42" fmla="*/ 47694 h 344263"/>
              <a:gd name="connsiteX43" fmla="*/ 245867 w 444032"/>
              <a:gd name="connsiteY43" fmla="*/ 47708 h 344263"/>
              <a:gd name="connsiteX44" fmla="*/ 245867 w 444032"/>
              <a:gd name="connsiteY44" fmla="*/ 18342 h 344263"/>
              <a:gd name="connsiteX45" fmla="*/ 264199 w 444032"/>
              <a:gd name="connsiteY45" fmla="*/ 0 h 344263"/>
              <a:gd name="connsiteX46" fmla="*/ 313565 w 444032"/>
              <a:gd name="connsiteY46" fmla="*/ 0 h 344263"/>
              <a:gd name="connsiteX47" fmla="*/ 331886 w 444032"/>
              <a:gd name="connsiteY47" fmla="*/ 18342 h 344263"/>
              <a:gd name="connsiteX48" fmla="*/ 331930 w 444032"/>
              <a:gd name="connsiteY48" fmla="*/ 47784 h 344263"/>
              <a:gd name="connsiteX49" fmla="*/ 335948 w 444032"/>
              <a:gd name="connsiteY49" fmla="*/ 47784 h 344263"/>
              <a:gd name="connsiteX50" fmla="*/ 355594 w 444032"/>
              <a:gd name="connsiteY50" fmla="*/ 67082 h 344263"/>
              <a:gd name="connsiteX51" fmla="*/ 355693 w 444032"/>
              <a:gd name="connsiteY51" fmla="*/ 86034 h 344263"/>
              <a:gd name="connsiteX52" fmla="*/ 374645 w 444032"/>
              <a:gd name="connsiteY52" fmla="*/ 86034 h 344263"/>
              <a:gd name="connsiteX53" fmla="*/ 264199 w 444032"/>
              <a:gd name="connsiteY53" fmla="*/ 19126 h 344263"/>
              <a:gd name="connsiteX54" fmla="*/ 264209 w 444032"/>
              <a:gd name="connsiteY54" fmla="*/ 47635 h 344263"/>
              <a:gd name="connsiteX55" fmla="*/ 312771 w 444032"/>
              <a:gd name="connsiteY55" fmla="*/ 47918 h 344263"/>
              <a:gd name="connsiteX56" fmla="*/ 312771 w 444032"/>
              <a:gd name="connsiteY56" fmla="*/ 19126 h 344263"/>
              <a:gd name="connsiteX57" fmla="*/ 264199 w 444032"/>
              <a:gd name="connsiteY57" fmla="*/ 19126 h 344263"/>
              <a:gd name="connsiteX58" fmla="*/ 240793 w 444032"/>
              <a:gd name="connsiteY58" fmla="*/ 86036 h 344263"/>
              <a:gd name="connsiteX59" fmla="*/ 336642 w 444032"/>
              <a:gd name="connsiteY59" fmla="*/ 86036 h 344263"/>
              <a:gd name="connsiteX60" fmla="*/ 336344 w 444032"/>
              <a:gd name="connsiteY60" fmla="*/ 66786 h 344263"/>
              <a:gd name="connsiteX61" fmla="*/ 240791 w 444032"/>
              <a:gd name="connsiteY61" fmla="*/ 66686 h 344263"/>
              <a:gd name="connsiteX62" fmla="*/ 240791 w 444032"/>
              <a:gd name="connsiteY62" fmla="*/ 86036 h 344263"/>
              <a:gd name="connsiteX63" fmla="*/ 106925 w 444032"/>
              <a:gd name="connsiteY63" fmla="*/ 57267 h 344263"/>
              <a:gd name="connsiteX64" fmla="*/ 106960 w 444032"/>
              <a:gd name="connsiteY64" fmla="*/ 86074 h 344263"/>
              <a:gd name="connsiteX65" fmla="*/ 183639 w 444032"/>
              <a:gd name="connsiteY65" fmla="*/ 86105 h 344263"/>
              <a:gd name="connsiteX66" fmla="*/ 183540 w 444032"/>
              <a:gd name="connsiteY66" fmla="*/ 57261 h 344263"/>
              <a:gd name="connsiteX67" fmla="*/ 106925 w 444032"/>
              <a:gd name="connsiteY67" fmla="*/ 57267 h 344263"/>
              <a:gd name="connsiteX68" fmla="*/ 91839 w 444032"/>
              <a:gd name="connsiteY68" fmla="*/ 105185 h 344263"/>
              <a:gd name="connsiteX69" fmla="*/ 105102 w 444032"/>
              <a:gd name="connsiteY69" fmla="*/ 162687 h 344263"/>
              <a:gd name="connsiteX70" fmla="*/ 337180 w 444032"/>
              <a:gd name="connsiteY70" fmla="*/ 162505 h 344263"/>
              <a:gd name="connsiteX71" fmla="*/ 351329 w 444032"/>
              <a:gd name="connsiteY71" fmla="*/ 104988 h 344263"/>
              <a:gd name="connsiteX72" fmla="*/ 91839 w 444032"/>
              <a:gd name="connsiteY72" fmla="*/ 105185 h 344263"/>
              <a:gd name="connsiteX73" fmla="*/ 355701 w 444032"/>
              <a:gd name="connsiteY73" fmla="*/ 168011 h 344263"/>
              <a:gd name="connsiteX74" fmla="*/ 337180 w 444032"/>
              <a:gd name="connsiteY74" fmla="*/ 181631 h 344263"/>
              <a:gd name="connsiteX75" fmla="*/ 104349 w 444032"/>
              <a:gd name="connsiteY75" fmla="*/ 181631 h 344263"/>
              <a:gd name="connsiteX76" fmla="*/ 87874 w 444032"/>
              <a:gd name="connsiteY76" fmla="*/ 171572 h 344263"/>
              <a:gd name="connsiteX77" fmla="*/ 87690 w 444032"/>
              <a:gd name="connsiteY77" fmla="*/ 325067 h 344263"/>
              <a:gd name="connsiteX78" fmla="*/ 355594 w 444032"/>
              <a:gd name="connsiteY78" fmla="*/ 325366 h 344263"/>
              <a:gd name="connsiteX79" fmla="*/ 355701 w 444032"/>
              <a:gd name="connsiteY79" fmla="*/ 168013 h 34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44032" h="344263">
                <a:moveTo>
                  <a:pt x="288667" y="225211"/>
                </a:moveTo>
                <a:cubicBezTo>
                  <a:pt x="295359" y="231911"/>
                  <a:pt x="295355" y="242331"/>
                  <a:pt x="288657" y="249027"/>
                </a:cubicBezTo>
                <a:lnTo>
                  <a:pt x="221686" y="315606"/>
                </a:lnTo>
                <a:lnTo>
                  <a:pt x="154770" y="248598"/>
                </a:lnTo>
                <a:cubicBezTo>
                  <a:pt x="148078" y="241898"/>
                  <a:pt x="148082" y="231479"/>
                  <a:pt x="154780" y="224783"/>
                </a:cubicBezTo>
                <a:lnTo>
                  <a:pt x="178588" y="200979"/>
                </a:lnTo>
                <a:cubicBezTo>
                  <a:pt x="181939" y="198003"/>
                  <a:pt x="186028" y="196516"/>
                  <a:pt x="190494" y="196518"/>
                </a:cubicBezTo>
                <a:cubicBezTo>
                  <a:pt x="194956" y="196518"/>
                  <a:pt x="199043" y="198010"/>
                  <a:pt x="202394" y="201361"/>
                </a:cubicBezTo>
                <a:lnTo>
                  <a:pt x="221724" y="220718"/>
                </a:lnTo>
                <a:lnTo>
                  <a:pt x="241070" y="201376"/>
                </a:lnTo>
                <a:cubicBezTo>
                  <a:pt x="244417" y="198029"/>
                  <a:pt x="248510" y="196543"/>
                  <a:pt x="252968" y="196543"/>
                </a:cubicBezTo>
                <a:cubicBezTo>
                  <a:pt x="257063" y="196545"/>
                  <a:pt x="261525" y="198035"/>
                  <a:pt x="264872" y="201386"/>
                </a:cubicBezTo>
                <a:lnTo>
                  <a:pt x="288665" y="225211"/>
                </a:lnTo>
                <a:close/>
                <a:moveTo>
                  <a:pt x="374645" y="86036"/>
                </a:moveTo>
                <a:lnTo>
                  <a:pt x="444032" y="181958"/>
                </a:lnTo>
                <a:lnTo>
                  <a:pt x="428557" y="193183"/>
                </a:lnTo>
                <a:lnTo>
                  <a:pt x="374766" y="118915"/>
                </a:lnTo>
                <a:lnTo>
                  <a:pt x="374647" y="324916"/>
                </a:lnTo>
                <a:cubicBezTo>
                  <a:pt x="374657" y="330015"/>
                  <a:pt x="373022" y="334777"/>
                  <a:pt x="369411" y="338390"/>
                </a:cubicBezTo>
                <a:cubicBezTo>
                  <a:pt x="365807" y="342005"/>
                  <a:pt x="361009" y="344004"/>
                  <a:pt x="355904" y="344011"/>
                </a:cubicBezTo>
                <a:lnTo>
                  <a:pt x="87633" y="344264"/>
                </a:lnTo>
                <a:cubicBezTo>
                  <a:pt x="82509" y="344264"/>
                  <a:pt x="77701" y="342265"/>
                  <a:pt x="74090" y="338650"/>
                </a:cubicBezTo>
                <a:cubicBezTo>
                  <a:pt x="70479" y="335026"/>
                  <a:pt x="68779" y="330480"/>
                  <a:pt x="68788" y="325362"/>
                </a:cubicBezTo>
                <a:lnTo>
                  <a:pt x="68855" y="118382"/>
                </a:lnTo>
                <a:lnTo>
                  <a:pt x="15456" y="191846"/>
                </a:lnTo>
                <a:lnTo>
                  <a:pt x="0" y="180602"/>
                </a:lnTo>
                <a:lnTo>
                  <a:pt x="68696" y="86093"/>
                </a:lnTo>
                <a:lnTo>
                  <a:pt x="68911" y="86250"/>
                </a:lnTo>
                <a:lnTo>
                  <a:pt x="68911" y="86057"/>
                </a:lnTo>
                <a:lnTo>
                  <a:pt x="86996" y="86065"/>
                </a:lnTo>
                <a:lnTo>
                  <a:pt x="87390" y="85973"/>
                </a:lnTo>
                <a:lnTo>
                  <a:pt x="87411" y="86065"/>
                </a:lnTo>
                <a:lnTo>
                  <a:pt x="87845" y="86065"/>
                </a:lnTo>
                <a:lnTo>
                  <a:pt x="87811" y="57284"/>
                </a:lnTo>
                <a:cubicBezTo>
                  <a:pt x="87811" y="52156"/>
                  <a:pt x="89807" y="47348"/>
                  <a:pt x="93420" y="43733"/>
                </a:cubicBezTo>
                <a:cubicBezTo>
                  <a:pt x="97041" y="40118"/>
                  <a:pt x="101285" y="38108"/>
                  <a:pt x="106973" y="38139"/>
                </a:cubicBezTo>
                <a:lnTo>
                  <a:pt x="183442" y="38208"/>
                </a:lnTo>
                <a:cubicBezTo>
                  <a:pt x="193952" y="38246"/>
                  <a:pt x="202729" y="46964"/>
                  <a:pt x="202729" y="57469"/>
                </a:cubicBezTo>
                <a:lnTo>
                  <a:pt x="202593" y="85934"/>
                </a:lnTo>
                <a:lnTo>
                  <a:pt x="221743" y="86133"/>
                </a:lnTo>
                <a:lnTo>
                  <a:pt x="221843" y="67342"/>
                </a:lnTo>
                <a:cubicBezTo>
                  <a:pt x="221956" y="56500"/>
                  <a:pt x="230842" y="47694"/>
                  <a:pt x="241676" y="47694"/>
                </a:cubicBezTo>
                <a:lnTo>
                  <a:pt x="241741" y="47694"/>
                </a:lnTo>
                <a:lnTo>
                  <a:pt x="245867" y="47708"/>
                </a:lnTo>
                <a:lnTo>
                  <a:pt x="245867" y="18342"/>
                </a:lnTo>
                <a:cubicBezTo>
                  <a:pt x="245867" y="8228"/>
                  <a:pt x="254089" y="0"/>
                  <a:pt x="264199" y="0"/>
                </a:cubicBezTo>
                <a:lnTo>
                  <a:pt x="313565" y="0"/>
                </a:lnTo>
                <a:cubicBezTo>
                  <a:pt x="323663" y="0"/>
                  <a:pt x="331886" y="8228"/>
                  <a:pt x="331886" y="18342"/>
                </a:cubicBezTo>
                <a:lnTo>
                  <a:pt x="331930" y="47784"/>
                </a:lnTo>
                <a:lnTo>
                  <a:pt x="335948" y="47784"/>
                </a:lnTo>
                <a:cubicBezTo>
                  <a:pt x="346301" y="47822"/>
                  <a:pt x="355445" y="56725"/>
                  <a:pt x="355594" y="67082"/>
                </a:cubicBezTo>
                <a:lnTo>
                  <a:pt x="355693" y="86034"/>
                </a:lnTo>
                <a:lnTo>
                  <a:pt x="374645" y="86034"/>
                </a:lnTo>
                <a:close/>
                <a:moveTo>
                  <a:pt x="264199" y="19126"/>
                </a:moveTo>
                <a:lnTo>
                  <a:pt x="264209" y="47635"/>
                </a:lnTo>
                <a:lnTo>
                  <a:pt x="312771" y="47918"/>
                </a:lnTo>
                <a:lnTo>
                  <a:pt x="312771" y="19126"/>
                </a:lnTo>
                <a:lnTo>
                  <a:pt x="264199" y="19126"/>
                </a:lnTo>
                <a:close/>
                <a:moveTo>
                  <a:pt x="240793" y="86036"/>
                </a:moveTo>
                <a:lnTo>
                  <a:pt x="336642" y="86036"/>
                </a:lnTo>
                <a:lnTo>
                  <a:pt x="336344" y="66786"/>
                </a:lnTo>
                <a:lnTo>
                  <a:pt x="240791" y="66686"/>
                </a:lnTo>
                <a:lnTo>
                  <a:pt x="240791" y="86036"/>
                </a:lnTo>
                <a:close/>
                <a:moveTo>
                  <a:pt x="106925" y="57267"/>
                </a:moveTo>
                <a:lnTo>
                  <a:pt x="106960" y="86074"/>
                </a:lnTo>
                <a:lnTo>
                  <a:pt x="183639" y="86105"/>
                </a:lnTo>
                <a:lnTo>
                  <a:pt x="183540" y="57261"/>
                </a:lnTo>
                <a:lnTo>
                  <a:pt x="106925" y="57267"/>
                </a:lnTo>
                <a:close/>
                <a:moveTo>
                  <a:pt x="91839" y="105185"/>
                </a:moveTo>
                <a:lnTo>
                  <a:pt x="105102" y="162687"/>
                </a:lnTo>
                <a:lnTo>
                  <a:pt x="337180" y="162505"/>
                </a:lnTo>
                <a:lnTo>
                  <a:pt x="351329" y="104988"/>
                </a:lnTo>
                <a:lnTo>
                  <a:pt x="91839" y="105185"/>
                </a:lnTo>
                <a:close/>
                <a:moveTo>
                  <a:pt x="355701" y="168011"/>
                </a:moveTo>
                <a:cubicBezTo>
                  <a:pt x="353676" y="175992"/>
                  <a:pt x="346134" y="181631"/>
                  <a:pt x="337180" y="181631"/>
                </a:cubicBezTo>
                <a:lnTo>
                  <a:pt x="104349" y="181631"/>
                </a:lnTo>
                <a:cubicBezTo>
                  <a:pt x="96852" y="181631"/>
                  <a:pt x="90743" y="177649"/>
                  <a:pt x="87874" y="171572"/>
                </a:cubicBezTo>
                <a:lnTo>
                  <a:pt x="87690" y="325067"/>
                </a:lnTo>
                <a:lnTo>
                  <a:pt x="355594" y="325366"/>
                </a:lnTo>
                <a:lnTo>
                  <a:pt x="355701" y="168013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4" descr="Create your account icon.">
            <a:extLst>
              <a:ext uri="{FF2B5EF4-FFF2-40B4-BE49-F238E27FC236}">
                <a16:creationId xmlns:a16="http://schemas.microsoft.com/office/drawing/2014/main" id="{67A7AB45-AA39-D101-D1D4-0853BF2B98F4}"/>
              </a:ext>
            </a:extLst>
          </p:cNvPr>
          <p:cNvSpPr/>
          <p:nvPr/>
        </p:nvSpPr>
        <p:spPr>
          <a:xfrm>
            <a:off x="9574322" y="3299870"/>
            <a:ext cx="439895" cy="439893"/>
          </a:xfrm>
          <a:custGeom>
            <a:avLst/>
            <a:gdLst>
              <a:gd name="connsiteX0" fmla="*/ 191240 w 439895"/>
              <a:gd name="connsiteY0" fmla="*/ 191745 h 439893"/>
              <a:gd name="connsiteX1" fmla="*/ 287336 w 439895"/>
              <a:gd name="connsiteY1" fmla="*/ 95872 h 439893"/>
              <a:gd name="connsiteX2" fmla="*/ 191240 w 439895"/>
              <a:gd name="connsiteY2" fmla="*/ 0 h 439893"/>
              <a:gd name="connsiteX3" fmla="*/ 95163 w 439895"/>
              <a:gd name="connsiteY3" fmla="*/ 95872 h 439893"/>
              <a:gd name="connsiteX4" fmla="*/ 191240 w 439895"/>
              <a:gd name="connsiteY4" fmla="*/ 191745 h 439893"/>
              <a:gd name="connsiteX5" fmla="*/ 191240 w 439895"/>
              <a:gd name="connsiteY5" fmla="*/ 19126 h 439893"/>
              <a:gd name="connsiteX6" fmla="*/ 268210 w 439895"/>
              <a:gd name="connsiteY6" fmla="*/ 95872 h 439893"/>
              <a:gd name="connsiteX7" fmla="*/ 191240 w 439895"/>
              <a:gd name="connsiteY7" fmla="*/ 172619 h 439893"/>
              <a:gd name="connsiteX8" fmla="*/ 114289 w 439895"/>
              <a:gd name="connsiteY8" fmla="*/ 95872 h 439893"/>
              <a:gd name="connsiteX9" fmla="*/ 191240 w 439895"/>
              <a:gd name="connsiteY9" fmla="*/ 19126 h 439893"/>
              <a:gd name="connsiteX10" fmla="*/ 325140 w 439895"/>
              <a:gd name="connsiteY10" fmla="*/ 210385 h 439893"/>
              <a:gd name="connsiteX11" fmla="*/ 284721 w 439895"/>
              <a:gd name="connsiteY11" fmla="*/ 217872 h 439893"/>
              <a:gd name="connsiteX12" fmla="*/ 284740 w 439895"/>
              <a:gd name="connsiteY12" fmla="*/ 217817 h 439893"/>
              <a:gd name="connsiteX13" fmla="*/ 239073 w 439895"/>
              <a:gd name="connsiteY13" fmla="*/ 210383 h 439893"/>
              <a:gd name="connsiteX14" fmla="*/ 143444 w 439895"/>
              <a:gd name="connsiteY14" fmla="*/ 210383 h 439893"/>
              <a:gd name="connsiteX15" fmla="*/ 0 w 439895"/>
              <a:gd name="connsiteY15" fmla="*/ 353827 h 439893"/>
              <a:gd name="connsiteX16" fmla="*/ 0 w 439895"/>
              <a:gd name="connsiteY16" fmla="*/ 363390 h 439893"/>
              <a:gd name="connsiteX17" fmla="*/ 19126 w 439895"/>
              <a:gd name="connsiteY17" fmla="*/ 382516 h 439893"/>
              <a:gd name="connsiteX18" fmla="*/ 225911 w 439895"/>
              <a:gd name="connsiteY18" fmla="*/ 382516 h 439893"/>
              <a:gd name="connsiteX19" fmla="*/ 325140 w 439895"/>
              <a:gd name="connsiteY19" fmla="*/ 439893 h 439893"/>
              <a:gd name="connsiteX20" fmla="*/ 439895 w 439895"/>
              <a:gd name="connsiteY20" fmla="*/ 325138 h 439893"/>
              <a:gd name="connsiteX21" fmla="*/ 325140 w 439895"/>
              <a:gd name="connsiteY21" fmla="*/ 210383 h 439893"/>
              <a:gd name="connsiteX22" fmla="*/ 217079 w 439895"/>
              <a:gd name="connsiteY22" fmla="*/ 363392 h 439893"/>
              <a:gd name="connsiteX23" fmla="*/ 86357 w 439895"/>
              <a:gd name="connsiteY23" fmla="*/ 363392 h 439893"/>
              <a:gd name="connsiteX24" fmla="*/ 86357 w 439895"/>
              <a:gd name="connsiteY24" fmla="*/ 315609 h 439893"/>
              <a:gd name="connsiteX25" fmla="*/ 66985 w 439895"/>
              <a:gd name="connsiteY25" fmla="*/ 315214 h 439893"/>
              <a:gd name="connsiteX26" fmla="*/ 66985 w 439895"/>
              <a:gd name="connsiteY26" fmla="*/ 363392 h 439893"/>
              <a:gd name="connsiteX27" fmla="*/ 19126 w 439895"/>
              <a:gd name="connsiteY27" fmla="*/ 363392 h 439893"/>
              <a:gd name="connsiteX28" fmla="*/ 19126 w 439895"/>
              <a:gd name="connsiteY28" fmla="*/ 353829 h 439893"/>
              <a:gd name="connsiteX29" fmla="*/ 143444 w 439895"/>
              <a:gd name="connsiteY29" fmla="*/ 229511 h 439893"/>
              <a:gd name="connsiteX30" fmla="*/ 239073 w 439895"/>
              <a:gd name="connsiteY30" fmla="*/ 229511 h 439893"/>
              <a:gd name="connsiteX31" fmla="*/ 259444 w 439895"/>
              <a:gd name="connsiteY31" fmla="*/ 231190 h 439893"/>
              <a:gd name="connsiteX32" fmla="*/ 210385 w 439895"/>
              <a:gd name="connsiteY32" fmla="*/ 325140 h 439893"/>
              <a:gd name="connsiteX33" fmla="*/ 217079 w 439895"/>
              <a:gd name="connsiteY33" fmla="*/ 363392 h 439893"/>
              <a:gd name="connsiteX34" fmla="*/ 325140 w 439895"/>
              <a:gd name="connsiteY34" fmla="*/ 420769 h 439893"/>
              <a:gd name="connsiteX35" fmla="*/ 229511 w 439895"/>
              <a:gd name="connsiteY35" fmla="*/ 325140 h 439893"/>
              <a:gd name="connsiteX36" fmla="*/ 325140 w 439895"/>
              <a:gd name="connsiteY36" fmla="*/ 229511 h 439893"/>
              <a:gd name="connsiteX37" fmla="*/ 420769 w 439895"/>
              <a:gd name="connsiteY37" fmla="*/ 325140 h 439893"/>
              <a:gd name="connsiteX38" fmla="*/ 325140 w 439895"/>
              <a:gd name="connsiteY38" fmla="*/ 420769 h 439893"/>
              <a:gd name="connsiteX39" fmla="*/ 334768 w 439895"/>
              <a:gd name="connsiteY39" fmla="*/ 315315 h 439893"/>
              <a:gd name="connsiteX40" fmla="*/ 382716 w 439895"/>
              <a:gd name="connsiteY40" fmla="*/ 315380 h 439893"/>
              <a:gd name="connsiteX41" fmla="*/ 382716 w 439895"/>
              <a:gd name="connsiteY41" fmla="*/ 334506 h 439893"/>
              <a:gd name="connsiteX42" fmla="*/ 334902 w 439895"/>
              <a:gd name="connsiteY42" fmla="*/ 334506 h 439893"/>
              <a:gd name="connsiteX43" fmla="*/ 334902 w 439895"/>
              <a:gd name="connsiteY43" fmla="*/ 382321 h 439893"/>
              <a:gd name="connsiteX44" fmla="*/ 315866 w 439895"/>
              <a:gd name="connsiteY44" fmla="*/ 382290 h 439893"/>
              <a:gd name="connsiteX45" fmla="*/ 315904 w 439895"/>
              <a:gd name="connsiteY45" fmla="*/ 334355 h 439893"/>
              <a:gd name="connsiteX46" fmla="*/ 268089 w 439895"/>
              <a:gd name="connsiteY46" fmla="*/ 334542 h 439893"/>
              <a:gd name="connsiteX47" fmla="*/ 268015 w 439895"/>
              <a:gd name="connsiteY47" fmla="*/ 315416 h 439893"/>
              <a:gd name="connsiteX48" fmla="*/ 315868 w 439895"/>
              <a:gd name="connsiteY48" fmla="*/ 315317 h 439893"/>
              <a:gd name="connsiteX49" fmla="*/ 315778 w 439895"/>
              <a:gd name="connsiteY49" fmla="*/ 267567 h 439893"/>
              <a:gd name="connsiteX50" fmla="*/ 334904 w 439895"/>
              <a:gd name="connsiteY50" fmla="*/ 267567 h 439893"/>
              <a:gd name="connsiteX51" fmla="*/ 334770 w 439895"/>
              <a:gd name="connsiteY51" fmla="*/ 315317 h 439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9895" h="439893">
                <a:moveTo>
                  <a:pt x="191240" y="191745"/>
                </a:moveTo>
                <a:cubicBezTo>
                  <a:pt x="244228" y="191745"/>
                  <a:pt x="287336" y="148730"/>
                  <a:pt x="287336" y="95872"/>
                </a:cubicBezTo>
                <a:cubicBezTo>
                  <a:pt x="287336" y="43014"/>
                  <a:pt x="244228" y="0"/>
                  <a:pt x="191240" y="0"/>
                </a:cubicBezTo>
                <a:cubicBezTo>
                  <a:pt x="138251" y="0"/>
                  <a:pt x="95163" y="43014"/>
                  <a:pt x="95163" y="95872"/>
                </a:cubicBezTo>
                <a:cubicBezTo>
                  <a:pt x="95163" y="148730"/>
                  <a:pt x="138271" y="191745"/>
                  <a:pt x="191240" y="191745"/>
                </a:cubicBezTo>
                <a:close/>
                <a:moveTo>
                  <a:pt x="191240" y="19126"/>
                </a:moveTo>
                <a:cubicBezTo>
                  <a:pt x="233676" y="19126"/>
                  <a:pt x="268210" y="53549"/>
                  <a:pt x="268210" y="95872"/>
                </a:cubicBezTo>
                <a:cubicBezTo>
                  <a:pt x="268210" y="138196"/>
                  <a:pt x="233674" y="172619"/>
                  <a:pt x="191240" y="172619"/>
                </a:cubicBezTo>
                <a:cubicBezTo>
                  <a:pt x="148805" y="172619"/>
                  <a:pt x="114289" y="138196"/>
                  <a:pt x="114289" y="95872"/>
                </a:cubicBezTo>
                <a:cubicBezTo>
                  <a:pt x="114289" y="53549"/>
                  <a:pt x="148805" y="19126"/>
                  <a:pt x="191240" y="19126"/>
                </a:cubicBezTo>
                <a:close/>
                <a:moveTo>
                  <a:pt x="325140" y="210385"/>
                </a:moveTo>
                <a:cubicBezTo>
                  <a:pt x="310899" y="210385"/>
                  <a:pt x="297314" y="213112"/>
                  <a:pt x="284721" y="217872"/>
                </a:cubicBezTo>
                <a:lnTo>
                  <a:pt x="284740" y="217817"/>
                </a:lnTo>
                <a:cubicBezTo>
                  <a:pt x="270078" y="212886"/>
                  <a:pt x="254707" y="210383"/>
                  <a:pt x="239073" y="210383"/>
                </a:cubicBezTo>
                <a:lnTo>
                  <a:pt x="143444" y="210383"/>
                </a:lnTo>
                <a:cubicBezTo>
                  <a:pt x="64345" y="210383"/>
                  <a:pt x="0" y="274728"/>
                  <a:pt x="0" y="353827"/>
                </a:cubicBezTo>
                <a:lnTo>
                  <a:pt x="0" y="363390"/>
                </a:lnTo>
                <a:cubicBezTo>
                  <a:pt x="0" y="373943"/>
                  <a:pt x="8572" y="382516"/>
                  <a:pt x="19126" y="382516"/>
                </a:cubicBezTo>
                <a:lnTo>
                  <a:pt x="225911" y="382516"/>
                </a:lnTo>
                <a:cubicBezTo>
                  <a:pt x="245790" y="416759"/>
                  <a:pt x="282774" y="439893"/>
                  <a:pt x="325140" y="439893"/>
                </a:cubicBezTo>
                <a:cubicBezTo>
                  <a:pt x="388420" y="439893"/>
                  <a:pt x="439895" y="388418"/>
                  <a:pt x="439895" y="325138"/>
                </a:cubicBezTo>
                <a:cubicBezTo>
                  <a:pt x="439895" y="261858"/>
                  <a:pt x="388420" y="210383"/>
                  <a:pt x="325140" y="210383"/>
                </a:cubicBezTo>
                <a:close/>
                <a:moveTo>
                  <a:pt x="217079" y="363392"/>
                </a:moveTo>
                <a:lnTo>
                  <a:pt x="86357" y="363392"/>
                </a:lnTo>
                <a:lnTo>
                  <a:pt x="86357" y="315609"/>
                </a:lnTo>
                <a:lnTo>
                  <a:pt x="66985" y="315214"/>
                </a:lnTo>
                <a:lnTo>
                  <a:pt x="66985" y="363392"/>
                </a:lnTo>
                <a:lnTo>
                  <a:pt x="19126" y="363392"/>
                </a:lnTo>
                <a:lnTo>
                  <a:pt x="19126" y="353829"/>
                </a:lnTo>
                <a:cubicBezTo>
                  <a:pt x="19126" y="285282"/>
                  <a:pt x="74897" y="229511"/>
                  <a:pt x="143444" y="229511"/>
                </a:cubicBezTo>
                <a:lnTo>
                  <a:pt x="239073" y="229511"/>
                </a:lnTo>
                <a:cubicBezTo>
                  <a:pt x="245943" y="229511"/>
                  <a:pt x="252747" y="230088"/>
                  <a:pt x="259444" y="231190"/>
                </a:cubicBezTo>
                <a:cubicBezTo>
                  <a:pt x="229828" y="251962"/>
                  <a:pt x="210385" y="286295"/>
                  <a:pt x="210385" y="325140"/>
                </a:cubicBezTo>
                <a:cubicBezTo>
                  <a:pt x="210385" y="338568"/>
                  <a:pt x="212823" y="351407"/>
                  <a:pt x="217079" y="363392"/>
                </a:cubicBezTo>
                <a:close/>
                <a:moveTo>
                  <a:pt x="325140" y="420769"/>
                </a:moveTo>
                <a:cubicBezTo>
                  <a:pt x="272414" y="420769"/>
                  <a:pt x="229511" y="377866"/>
                  <a:pt x="229511" y="325140"/>
                </a:cubicBezTo>
                <a:cubicBezTo>
                  <a:pt x="229511" y="272414"/>
                  <a:pt x="272414" y="229511"/>
                  <a:pt x="325140" y="229511"/>
                </a:cubicBezTo>
                <a:cubicBezTo>
                  <a:pt x="377866" y="229511"/>
                  <a:pt x="420769" y="272414"/>
                  <a:pt x="420769" y="325140"/>
                </a:cubicBezTo>
                <a:cubicBezTo>
                  <a:pt x="420769" y="377866"/>
                  <a:pt x="377866" y="420769"/>
                  <a:pt x="325140" y="420769"/>
                </a:cubicBezTo>
                <a:close/>
                <a:moveTo>
                  <a:pt x="334768" y="315315"/>
                </a:moveTo>
                <a:lnTo>
                  <a:pt x="382716" y="315380"/>
                </a:lnTo>
                <a:lnTo>
                  <a:pt x="382716" y="334506"/>
                </a:lnTo>
                <a:lnTo>
                  <a:pt x="334902" y="334506"/>
                </a:lnTo>
                <a:lnTo>
                  <a:pt x="334902" y="382321"/>
                </a:lnTo>
                <a:lnTo>
                  <a:pt x="315866" y="382290"/>
                </a:lnTo>
                <a:lnTo>
                  <a:pt x="315904" y="334355"/>
                </a:lnTo>
                <a:lnTo>
                  <a:pt x="268089" y="334542"/>
                </a:lnTo>
                <a:lnTo>
                  <a:pt x="268015" y="315416"/>
                </a:lnTo>
                <a:lnTo>
                  <a:pt x="315868" y="315317"/>
                </a:lnTo>
                <a:lnTo>
                  <a:pt x="315778" y="267567"/>
                </a:lnTo>
                <a:lnTo>
                  <a:pt x="334904" y="267567"/>
                </a:lnTo>
                <a:lnTo>
                  <a:pt x="334770" y="315317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32" descr="Enroll pet icon.">
            <a:extLst>
              <a:ext uri="{FF2B5EF4-FFF2-40B4-BE49-F238E27FC236}">
                <a16:creationId xmlns:a16="http://schemas.microsoft.com/office/drawing/2014/main" id="{8723A7BD-2BD8-CD83-7CD0-E7F04004F27A}"/>
              </a:ext>
            </a:extLst>
          </p:cNvPr>
          <p:cNvSpPr/>
          <p:nvPr/>
        </p:nvSpPr>
        <p:spPr>
          <a:xfrm>
            <a:off x="10788537" y="3299870"/>
            <a:ext cx="430816" cy="446032"/>
          </a:xfrm>
          <a:custGeom>
            <a:avLst/>
            <a:gdLst>
              <a:gd name="connsiteX0" fmla="*/ 135666 w 430816"/>
              <a:gd name="connsiteY0" fmla="*/ 129465 h 446032"/>
              <a:gd name="connsiteX1" fmla="*/ 193072 w 430816"/>
              <a:gd name="connsiteY1" fmla="*/ 72059 h 446032"/>
              <a:gd name="connsiteX2" fmla="*/ 135666 w 430816"/>
              <a:gd name="connsiteY2" fmla="*/ 0 h 446032"/>
              <a:gd name="connsiteX3" fmla="*/ 78269 w 430816"/>
              <a:gd name="connsiteY3" fmla="*/ 72059 h 446032"/>
              <a:gd name="connsiteX4" fmla="*/ 135666 w 430816"/>
              <a:gd name="connsiteY4" fmla="*/ 129465 h 446032"/>
              <a:gd name="connsiteX5" fmla="*/ 135666 w 430816"/>
              <a:gd name="connsiteY5" fmla="*/ 19128 h 446032"/>
              <a:gd name="connsiteX6" fmla="*/ 173946 w 430816"/>
              <a:gd name="connsiteY6" fmla="*/ 72061 h 446032"/>
              <a:gd name="connsiteX7" fmla="*/ 135666 w 430816"/>
              <a:gd name="connsiteY7" fmla="*/ 110341 h 446032"/>
              <a:gd name="connsiteX8" fmla="*/ 97395 w 430816"/>
              <a:gd name="connsiteY8" fmla="*/ 72061 h 446032"/>
              <a:gd name="connsiteX9" fmla="*/ 135666 w 430816"/>
              <a:gd name="connsiteY9" fmla="*/ 19128 h 446032"/>
              <a:gd name="connsiteX10" fmla="*/ 97395 w 430816"/>
              <a:gd name="connsiteY10" fmla="*/ 159041 h 446032"/>
              <a:gd name="connsiteX11" fmla="*/ 48693 w 430816"/>
              <a:gd name="connsiteY11" fmla="*/ 98357 h 446032"/>
              <a:gd name="connsiteX12" fmla="*/ 0 w 430816"/>
              <a:gd name="connsiteY12" fmla="*/ 159041 h 446032"/>
              <a:gd name="connsiteX13" fmla="*/ 48693 w 430816"/>
              <a:gd name="connsiteY13" fmla="*/ 207743 h 446032"/>
              <a:gd name="connsiteX14" fmla="*/ 97395 w 430816"/>
              <a:gd name="connsiteY14" fmla="*/ 159041 h 446032"/>
              <a:gd name="connsiteX15" fmla="*/ 48693 w 430816"/>
              <a:gd name="connsiteY15" fmla="*/ 188617 h 446032"/>
              <a:gd name="connsiteX16" fmla="*/ 19126 w 430816"/>
              <a:gd name="connsiteY16" fmla="*/ 159041 h 446032"/>
              <a:gd name="connsiteX17" fmla="*/ 48693 w 430816"/>
              <a:gd name="connsiteY17" fmla="*/ 117483 h 446032"/>
              <a:gd name="connsiteX18" fmla="*/ 78269 w 430816"/>
              <a:gd name="connsiteY18" fmla="*/ 159041 h 446032"/>
              <a:gd name="connsiteX19" fmla="*/ 48693 w 430816"/>
              <a:gd name="connsiteY19" fmla="*/ 188617 h 446032"/>
              <a:gd name="connsiteX20" fmla="*/ 265978 w 430816"/>
              <a:gd name="connsiteY20" fmla="*/ 129465 h 446032"/>
              <a:gd name="connsiteX21" fmla="*/ 323375 w 430816"/>
              <a:gd name="connsiteY21" fmla="*/ 72059 h 446032"/>
              <a:gd name="connsiteX22" fmla="*/ 265978 w 430816"/>
              <a:gd name="connsiteY22" fmla="*/ 0 h 446032"/>
              <a:gd name="connsiteX23" fmla="*/ 208571 w 430816"/>
              <a:gd name="connsiteY23" fmla="*/ 72059 h 446032"/>
              <a:gd name="connsiteX24" fmla="*/ 265978 w 430816"/>
              <a:gd name="connsiteY24" fmla="*/ 129465 h 446032"/>
              <a:gd name="connsiteX25" fmla="*/ 265978 w 430816"/>
              <a:gd name="connsiteY25" fmla="*/ 19128 h 446032"/>
              <a:gd name="connsiteX26" fmla="*/ 304249 w 430816"/>
              <a:gd name="connsiteY26" fmla="*/ 72061 h 446032"/>
              <a:gd name="connsiteX27" fmla="*/ 265978 w 430816"/>
              <a:gd name="connsiteY27" fmla="*/ 110341 h 446032"/>
              <a:gd name="connsiteX28" fmla="*/ 227697 w 430816"/>
              <a:gd name="connsiteY28" fmla="*/ 72061 h 446032"/>
              <a:gd name="connsiteX29" fmla="*/ 265978 w 430816"/>
              <a:gd name="connsiteY29" fmla="*/ 19128 h 446032"/>
              <a:gd name="connsiteX30" fmla="*/ 352951 w 430816"/>
              <a:gd name="connsiteY30" fmla="*/ 207743 h 446032"/>
              <a:gd name="connsiteX31" fmla="*/ 401643 w 430816"/>
              <a:gd name="connsiteY31" fmla="*/ 159041 h 446032"/>
              <a:gd name="connsiteX32" fmla="*/ 352951 w 430816"/>
              <a:gd name="connsiteY32" fmla="*/ 98357 h 446032"/>
              <a:gd name="connsiteX33" fmla="*/ 304249 w 430816"/>
              <a:gd name="connsiteY33" fmla="*/ 159041 h 446032"/>
              <a:gd name="connsiteX34" fmla="*/ 352951 w 430816"/>
              <a:gd name="connsiteY34" fmla="*/ 207743 h 446032"/>
              <a:gd name="connsiteX35" fmla="*/ 352951 w 430816"/>
              <a:gd name="connsiteY35" fmla="*/ 117485 h 446032"/>
              <a:gd name="connsiteX36" fmla="*/ 382518 w 430816"/>
              <a:gd name="connsiteY36" fmla="*/ 159043 h 446032"/>
              <a:gd name="connsiteX37" fmla="*/ 352951 w 430816"/>
              <a:gd name="connsiteY37" fmla="*/ 188619 h 446032"/>
              <a:gd name="connsiteX38" fmla="*/ 323375 w 430816"/>
              <a:gd name="connsiteY38" fmla="*/ 159043 h 446032"/>
              <a:gd name="connsiteX39" fmla="*/ 352951 w 430816"/>
              <a:gd name="connsiteY39" fmla="*/ 117485 h 446032"/>
              <a:gd name="connsiteX40" fmla="*/ 316063 w 430816"/>
              <a:gd name="connsiteY40" fmla="*/ 216522 h 446032"/>
              <a:gd name="connsiteX41" fmla="*/ 311031 w 430816"/>
              <a:gd name="connsiteY41" fmla="*/ 216776 h 446032"/>
              <a:gd name="connsiteX42" fmla="*/ 309133 w 430816"/>
              <a:gd name="connsiteY42" fmla="*/ 215298 h 446032"/>
              <a:gd name="connsiteX43" fmla="*/ 291427 w 430816"/>
              <a:gd name="connsiteY43" fmla="*/ 203513 h 446032"/>
              <a:gd name="connsiteX44" fmla="*/ 251056 w 430816"/>
              <a:gd name="connsiteY44" fmla="*/ 161973 h 446032"/>
              <a:gd name="connsiteX45" fmla="*/ 248843 w 430816"/>
              <a:gd name="connsiteY45" fmla="*/ 158948 h 446032"/>
              <a:gd name="connsiteX46" fmla="*/ 200814 w 430816"/>
              <a:gd name="connsiteY46" fmla="*/ 122564 h 446032"/>
              <a:gd name="connsiteX47" fmla="*/ 152598 w 430816"/>
              <a:gd name="connsiteY47" fmla="*/ 159238 h 446032"/>
              <a:gd name="connsiteX48" fmla="*/ 150589 w 430816"/>
              <a:gd name="connsiteY48" fmla="*/ 161975 h 446032"/>
              <a:gd name="connsiteX49" fmla="*/ 110226 w 430816"/>
              <a:gd name="connsiteY49" fmla="*/ 203505 h 446032"/>
              <a:gd name="connsiteX50" fmla="*/ 68276 w 430816"/>
              <a:gd name="connsiteY50" fmla="*/ 242019 h 446032"/>
              <a:gd name="connsiteX51" fmla="*/ 55350 w 430816"/>
              <a:gd name="connsiteY51" fmla="*/ 293559 h 446032"/>
              <a:gd name="connsiteX52" fmla="*/ 78426 w 430816"/>
              <a:gd name="connsiteY52" fmla="*/ 356437 h 446032"/>
              <a:gd name="connsiteX53" fmla="*/ 126623 w 430816"/>
              <a:gd name="connsiteY53" fmla="*/ 378159 h 446032"/>
              <a:gd name="connsiteX54" fmla="*/ 154256 w 430816"/>
              <a:gd name="connsiteY54" fmla="*/ 372471 h 446032"/>
              <a:gd name="connsiteX55" fmla="*/ 200820 w 430816"/>
              <a:gd name="connsiteY55" fmla="*/ 364486 h 446032"/>
              <a:gd name="connsiteX56" fmla="*/ 206280 w 430816"/>
              <a:gd name="connsiteY56" fmla="*/ 364618 h 446032"/>
              <a:gd name="connsiteX57" fmla="*/ 316061 w 430816"/>
              <a:gd name="connsiteY57" fmla="*/ 446033 h 446032"/>
              <a:gd name="connsiteX58" fmla="*/ 430816 w 430816"/>
              <a:gd name="connsiteY58" fmla="*/ 331277 h 446032"/>
              <a:gd name="connsiteX59" fmla="*/ 316061 w 430816"/>
              <a:gd name="connsiteY59" fmla="*/ 216522 h 446032"/>
              <a:gd name="connsiteX60" fmla="*/ 200822 w 430816"/>
              <a:gd name="connsiteY60" fmla="*/ 345360 h 446032"/>
              <a:gd name="connsiteX61" fmla="*/ 148187 w 430816"/>
              <a:gd name="connsiteY61" fmla="*/ 354334 h 446032"/>
              <a:gd name="connsiteX62" fmla="*/ 126625 w 430816"/>
              <a:gd name="connsiteY62" fmla="*/ 359031 h 446032"/>
              <a:gd name="connsiteX63" fmla="*/ 92267 w 430816"/>
              <a:gd name="connsiteY63" fmla="*/ 343229 h 446032"/>
              <a:gd name="connsiteX64" fmla="*/ 74476 w 430816"/>
              <a:gd name="connsiteY64" fmla="*/ 293555 h 446032"/>
              <a:gd name="connsiteX65" fmla="*/ 84674 w 430816"/>
              <a:gd name="connsiteY65" fmla="*/ 251857 h 446032"/>
              <a:gd name="connsiteX66" fmla="*/ 119732 w 430816"/>
              <a:gd name="connsiteY66" fmla="*/ 220097 h 446032"/>
              <a:gd name="connsiteX67" fmla="*/ 166005 w 430816"/>
              <a:gd name="connsiteY67" fmla="*/ 173290 h 446032"/>
              <a:gd name="connsiteX68" fmla="*/ 168032 w 430816"/>
              <a:gd name="connsiteY68" fmla="*/ 170526 h 446032"/>
              <a:gd name="connsiteX69" fmla="*/ 200812 w 430816"/>
              <a:gd name="connsiteY69" fmla="*/ 141688 h 446032"/>
              <a:gd name="connsiteX70" fmla="*/ 233405 w 430816"/>
              <a:gd name="connsiteY70" fmla="*/ 170238 h 446032"/>
              <a:gd name="connsiteX71" fmla="*/ 235646 w 430816"/>
              <a:gd name="connsiteY71" fmla="*/ 173292 h 446032"/>
              <a:gd name="connsiteX72" fmla="*/ 281910 w 430816"/>
              <a:gd name="connsiteY72" fmla="*/ 220099 h 446032"/>
              <a:gd name="connsiteX73" fmla="*/ 283652 w 430816"/>
              <a:gd name="connsiteY73" fmla="*/ 221256 h 446032"/>
              <a:gd name="connsiteX74" fmla="*/ 201306 w 430816"/>
              <a:gd name="connsiteY74" fmla="*/ 331275 h 446032"/>
              <a:gd name="connsiteX75" fmla="*/ 202266 w 430816"/>
              <a:gd name="connsiteY75" fmla="*/ 345392 h 446032"/>
              <a:gd name="connsiteX76" fmla="*/ 200820 w 430816"/>
              <a:gd name="connsiteY76" fmla="*/ 345358 h 446032"/>
              <a:gd name="connsiteX77" fmla="*/ 316063 w 430816"/>
              <a:gd name="connsiteY77" fmla="*/ 426907 h 446032"/>
              <a:gd name="connsiteX78" fmla="*/ 220433 w 430816"/>
              <a:gd name="connsiteY78" fmla="*/ 331277 h 446032"/>
              <a:gd name="connsiteX79" fmla="*/ 316063 w 430816"/>
              <a:gd name="connsiteY79" fmla="*/ 235648 h 446032"/>
              <a:gd name="connsiteX80" fmla="*/ 411692 w 430816"/>
              <a:gd name="connsiteY80" fmla="*/ 331277 h 446032"/>
              <a:gd name="connsiteX81" fmla="*/ 316063 w 430816"/>
              <a:gd name="connsiteY81" fmla="*/ 426907 h 446032"/>
              <a:gd name="connsiteX82" fmla="*/ 373377 w 430816"/>
              <a:gd name="connsiteY82" fmla="*/ 340821 h 446032"/>
              <a:gd name="connsiteX83" fmla="*/ 325664 w 430816"/>
              <a:gd name="connsiteY83" fmla="*/ 340802 h 446032"/>
              <a:gd name="connsiteX84" fmla="*/ 325601 w 430816"/>
              <a:gd name="connsiteY84" fmla="*/ 388598 h 446032"/>
              <a:gd name="connsiteX85" fmla="*/ 306726 w 430816"/>
              <a:gd name="connsiteY85" fmla="*/ 388691 h 446032"/>
              <a:gd name="connsiteX86" fmla="*/ 306538 w 430816"/>
              <a:gd name="connsiteY86" fmla="*/ 340877 h 446032"/>
              <a:gd name="connsiteX87" fmla="*/ 258922 w 430816"/>
              <a:gd name="connsiteY87" fmla="*/ 340821 h 446032"/>
              <a:gd name="connsiteX88" fmla="*/ 258922 w 430816"/>
              <a:gd name="connsiteY88" fmla="*/ 321621 h 446032"/>
              <a:gd name="connsiteX89" fmla="*/ 306699 w 430816"/>
              <a:gd name="connsiteY89" fmla="*/ 321770 h 446032"/>
              <a:gd name="connsiteX90" fmla="*/ 306550 w 430816"/>
              <a:gd name="connsiteY90" fmla="*/ 273844 h 446032"/>
              <a:gd name="connsiteX91" fmla="*/ 325750 w 430816"/>
              <a:gd name="connsiteY91" fmla="*/ 273844 h 446032"/>
              <a:gd name="connsiteX92" fmla="*/ 325589 w 430816"/>
              <a:gd name="connsiteY92" fmla="*/ 321676 h 446032"/>
              <a:gd name="connsiteX93" fmla="*/ 373377 w 430816"/>
              <a:gd name="connsiteY93" fmla="*/ 321770 h 446032"/>
              <a:gd name="connsiteX94" fmla="*/ 373377 w 430816"/>
              <a:gd name="connsiteY94" fmla="*/ 340821 h 44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430816" h="446032">
                <a:moveTo>
                  <a:pt x="135666" y="129465"/>
                </a:moveTo>
                <a:cubicBezTo>
                  <a:pt x="167315" y="129465"/>
                  <a:pt x="193072" y="103708"/>
                  <a:pt x="193072" y="72059"/>
                </a:cubicBezTo>
                <a:cubicBezTo>
                  <a:pt x="193072" y="39420"/>
                  <a:pt x="167464" y="0"/>
                  <a:pt x="135666" y="0"/>
                </a:cubicBezTo>
                <a:cubicBezTo>
                  <a:pt x="103867" y="0"/>
                  <a:pt x="78269" y="39418"/>
                  <a:pt x="78269" y="72059"/>
                </a:cubicBezTo>
                <a:cubicBezTo>
                  <a:pt x="78269" y="103708"/>
                  <a:pt x="104016" y="129465"/>
                  <a:pt x="135666" y="129465"/>
                </a:cubicBezTo>
                <a:close/>
                <a:moveTo>
                  <a:pt x="135666" y="19128"/>
                </a:moveTo>
                <a:cubicBezTo>
                  <a:pt x="155015" y="19128"/>
                  <a:pt x="173946" y="49442"/>
                  <a:pt x="173946" y="72061"/>
                </a:cubicBezTo>
                <a:cubicBezTo>
                  <a:pt x="173946" y="93166"/>
                  <a:pt x="156773" y="110341"/>
                  <a:pt x="135666" y="110341"/>
                </a:cubicBezTo>
                <a:cubicBezTo>
                  <a:pt x="114558" y="110341"/>
                  <a:pt x="97395" y="93168"/>
                  <a:pt x="97395" y="72061"/>
                </a:cubicBezTo>
                <a:cubicBezTo>
                  <a:pt x="97395" y="49442"/>
                  <a:pt x="116316" y="19128"/>
                  <a:pt x="135666" y="19128"/>
                </a:cubicBezTo>
                <a:close/>
                <a:moveTo>
                  <a:pt x="97395" y="159041"/>
                </a:moveTo>
                <a:cubicBezTo>
                  <a:pt x="97395" y="131557"/>
                  <a:pt x="75673" y="98357"/>
                  <a:pt x="48693" y="98357"/>
                </a:cubicBezTo>
                <a:cubicBezTo>
                  <a:pt x="21712" y="98357"/>
                  <a:pt x="0" y="131555"/>
                  <a:pt x="0" y="159041"/>
                </a:cubicBezTo>
                <a:cubicBezTo>
                  <a:pt x="0" y="185900"/>
                  <a:pt x="21844" y="207743"/>
                  <a:pt x="48693" y="207743"/>
                </a:cubicBezTo>
                <a:cubicBezTo>
                  <a:pt x="75541" y="207743"/>
                  <a:pt x="97395" y="185900"/>
                  <a:pt x="97395" y="159041"/>
                </a:cubicBezTo>
                <a:close/>
                <a:moveTo>
                  <a:pt x="48693" y="188617"/>
                </a:moveTo>
                <a:cubicBezTo>
                  <a:pt x="32388" y="188617"/>
                  <a:pt x="19126" y="175348"/>
                  <a:pt x="19126" y="159041"/>
                </a:cubicBezTo>
                <a:cubicBezTo>
                  <a:pt x="19126" y="141279"/>
                  <a:pt x="33742" y="117483"/>
                  <a:pt x="48693" y="117483"/>
                </a:cubicBezTo>
                <a:cubicBezTo>
                  <a:pt x="63643" y="117483"/>
                  <a:pt x="78269" y="141277"/>
                  <a:pt x="78269" y="159041"/>
                </a:cubicBezTo>
                <a:cubicBezTo>
                  <a:pt x="78269" y="175346"/>
                  <a:pt x="64999" y="188617"/>
                  <a:pt x="48693" y="188617"/>
                </a:cubicBezTo>
                <a:close/>
                <a:moveTo>
                  <a:pt x="265978" y="129465"/>
                </a:moveTo>
                <a:cubicBezTo>
                  <a:pt x="297627" y="129465"/>
                  <a:pt x="323375" y="103708"/>
                  <a:pt x="323375" y="72059"/>
                </a:cubicBezTo>
                <a:cubicBezTo>
                  <a:pt x="323375" y="39420"/>
                  <a:pt x="297767" y="0"/>
                  <a:pt x="265978" y="0"/>
                </a:cubicBezTo>
                <a:cubicBezTo>
                  <a:pt x="234189" y="0"/>
                  <a:pt x="208571" y="39418"/>
                  <a:pt x="208571" y="72059"/>
                </a:cubicBezTo>
                <a:cubicBezTo>
                  <a:pt x="208571" y="103708"/>
                  <a:pt x="234328" y="129465"/>
                  <a:pt x="265978" y="129465"/>
                </a:cubicBezTo>
                <a:close/>
                <a:moveTo>
                  <a:pt x="265978" y="19128"/>
                </a:moveTo>
                <a:cubicBezTo>
                  <a:pt x="285327" y="19128"/>
                  <a:pt x="304249" y="49442"/>
                  <a:pt x="304249" y="72061"/>
                </a:cubicBezTo>
                <a:cubicBezTo>
                  <a:pt x="304249" y="93166"/>
                  <a:pt x="287083" y="110341"/>
                  <a:pt x="265978" y="110341"/>
                </a:cubicBezTo>
                <a:cubicBezTo>
                  <a:pt x="244872" y="110341"/>
                  <a:pt x="227697" y="93168"/>
                  <a:pt x="227697" y="72061"/>
                </a:cubicBezTo>
                <a:cubicBezTo>
                  <a:pt x="227697" y="49442"/>
                  <a:pt x="246626" y="19128"/>
                  <a:pt x="265978" y="19128"/>
                </a:cubicBezTo>
                <a:close/>
                <a:moveTo>
                  <a:pt x="352951" y="207743"/>
                </a:moveTo>
                <a:cubicBezTo>
                  <a:pt x="379800" y="207743"/>
                  <a:pt x="401643" y="185900"/>
                  <a:pt x="401643" y="159041"/>
                </a:cubicBezTo>
                <a:cubicBezTo>
                  <a:pt x="401643" y="131557"/>
                  <a:pt x="379922" y="98357"/>
                  <a:pt x="352951" y="98357"/>
                </a:cubicBezTo>
                <a:cubicBezTo>
                  <a:pt x="325980" y="98357"/>
                  <a:pt x="304249" y="131555"/>
                  <a:pt x="304249" y="159041"/>
                </a:cubicBezTo>
                <a:cubicBezTo>
                  <a:pt x="304249" y="185900"/>
                  <a:pt x="326092" y="207743"/>
                  <a:pt x="352951" y="207743"/>
                </a:cubicBezTo>
                <a:close/>
                <a:moveTo>
                  <a:pt x="352951" y="117485"/>
                </a:moveTo>
                <a:cubicBezTo>
                  <a:pt x="367902" y="117485"/>
                  <a:pt x="382518" y="141279"/>
                  <a:pt x="382518" y="159043"/>
                </a:cubicBezTo>
                <a:cubicBezTo>
                  <a:pt x="382518" y="175348"/>
                  <a:pt x="369256" y="188619"/>
                  <a:pt x="352951" y="188619"/>
                </a:cubicBezTo>
                <a:cubicBezTo>
                  <a:pt x="336646" y="188619"/>
                  <a:pt x="323375" y="175350"/>
                  <a:pt x="323375" y="159043"/>
                </a:cubicBezTo>
                <a:cubicBezTo>
                  <a:pt x="323375" y="141281"/>
                  <a:pt x="337998" y="117485"/>
                  <a:pt x="352951" y="117485"/>
                </a:cubicBezTo>
                <a:close/>
                <a:moveTo>
                  <a:pt x="316063" y="216522"/>
                </a:moveTo>
                <a:cubicBezTo>
                  <a:pt x="314364" y="216522"/>
                  <a:pt x="312712" y="216704"/>
                  <a:pt x="311031" y="216776"/>
                </a:cubicBezTo>
                <a:lnTo>
                  <a:pt x="309133" y="215298"/>
                </a:lnTo>
                <a:cubicBezTo>
                  <a:pt x="303895" y="211207"/>
                  <a:pt x="297937" y="207238"/>
                  <a:pt x="291427" y="203513"/>
                </a:cubicBezTo>
                <a:cubicBezTo>
                  <a:pt x="274365" y="193716"/>
                  <a:pt x="261981" y="176851"/>
                  <a:pt x="251056" y="161973"/>
                </a:cubicBezTo>
                <a:lnTo>
                  <a:pt x="248843" y="158948"/>
                </a:lnTo>
                <a:cubicBezTo>
                  <a:pt x="235153" y="140233"/>
                  <a:pt x="222227" y="122564"/>
                  <a:pt x="200814" y="122564"/>
                </a:cubicBezTo>
                <a:cubicBezTo>
                  <a:pt x="179427" y="122564"/>
                  <a:pt x="166401" y="140374"/>
                  <a:pt x="152598" y="159238"/>
                </a:cubicBezTo>
                <a:lnTo>
                  <a:pt x="150589" y="161975"/>
                </a:lnTo>
                <a:cubicBezTo>
                  <a:pt x="139653" y="176861"/>
                  <a:pt x="127262" y="193736"/>
                  <a:pt x="110226" y="203505"/>
                </a:cubicBezTo>
                <a:cubicBezTo>
                  <a:pt x="90913" y="214571"/>
                  <a:pt x="77186" y="227170"/>
                  <a:pt x="68276" y="242019"/>
                </a:cubicBezTo>
                <a:cubicBezTo>
                  <a:pt x="59581" y="256512"/>
                  <a:pt x="55350" y="273370"/>
                  <a:pt x="55350" y="293559"/>
                </a:cubicBezTo>
                <a:cubicBezTo>
                  <a:pt x="55350" y="325536"/>
                  <a:pt x="67901" y="345398"/>
                  <a:pt x="78426" y="356437"/>
                </a:cubicBezTo>
                <a:cubicBezTo>
                  <a:pt x="91594" y="370241"/>
                  <a:pt x="109159" y="378159"/>
                  <a:pt x="126623" y="378159"/>
                </a:cubicBezTo>
                <a:cubicBezTo>
                  <a:pt x="137268" y="378159"/>
                  <a:pt x="145525" y="375395"/>
                  <a:pt x="154256" y="372471"/>
                </a:cubicBezTo>
                <a:cubicBezTo>
                  <a:pt x="165445" y="368726"/>
                  <a:pt x="178125" y="364486"/>
                  <a:pt x="200820" y="364486"/>
                </a:cubicBezTo>
                <a:cubicBezTo>
                  <a:pt x="202715" y="364486"/>
                  <a:pt x="204505" y="364551"/>
                  <a:pt x="206280" y="364618"/>
                </a:cubicBezTo>
                <a:cubicBezTo>
                  <a:pt x="220602" y="411679"/>
                  <a:pt x="264377" y="446033"/>
                  <a:pt x="316061" y="446033"/>
                </a:cubicBezTo>
                <a:cubicBezTo>
                  <a:pt x="379341" y="446033"/>
                  <a:pt x="430816" y="394557"/>
                  <a:pt x="430816" y="331277"/>
                </a:cubicBezTo>
                <a:cubicBezTo>
                  <a:pt x="430816" y="267998"/>
                  <a:pt x="379341" y="216522"/>
                  <a:pt x="316061" y="216522"/>
                </a:cubicBezTo>
                <a:close/>
                <a:moveTo>
                  <a:pt x="200822" y="345360"/>
                </a:moveTo>
                <a:cubicBezTo>
                  <a:pt x="175009" y="345360"/>
                  <a:pt x="160133" y="350338"/>
                  <a:pt x="148187" y="354334"/>
                </a:cubicBezTo>
                <a:cubicBezTo>
                  <a:pt x="140351" y="356958"/>
                  <a:pt x="134160" y="359031"/>
                  <a:pt x="126625" y="359031"/>
                </a:cubicBezTo>
                <a:cubicBezTo>
                  <a:pt x="114363" y="359031"/>
                  <a:pt x="101840" y="353268"/>
                  <a:pt x="92267" y="343229"/>
                </a:cubicBezTo>
                <a:cubicBezTo>
                  <a:pt x="84152" y="334722"/>
                  <a:pt x="74476" y="319201"/>
                  <a:pt x="74476" y="293555"/>
                </a:cubicBezTo>
                <a:cubicBezTo>
                  <a:pt x="74476" y="276933"/>
                  <a:pt x="77810" y="263289"/>
                  <a:pt x="84674" y="251857"/>
                </a:cubicBezTo>
                <a:cubicBezTo>
                  <a:pt x="91856" y="239884"/>
                  <a:pt x="103324" y="229501"/>
                  <a:pt x="119732" y="220097"/>
                </a:cubicBezTo>
                <a:cubicBezTo>
                  <a:pt x="140277" y="208321"/>
                  <a:pt x="153950" y="189708"/>
                  <a:pt x="166005" y="173290"/>
                </a:cubicBezTo>
                <a:lnTo>
                  <a:pt x="168032" y="170526"/>
                </a:lnTo>
                <a:cubicBezTo>
                  <a:pt x="179361" y="155052"/>
                  <a:pt x="189128" y="141688"/>
                  <a:pt x="200812" y="141688"/>
                </a:cubicBezTo>
                <a:cubicBezTo>
                  <a:pt x="212523" y="141688"/>
                  <a:pt x="222199" y="154922"/>
                  <a:pt x="233405" y="170238"/>
                </a:cubicBezTo>
                <a:lnTo>
                  <a:pt x="235646" y="173292"/>
                </a:lnTo>
                <a:cubicBezTo>
                  <a:pt x="247684" y="189700"/>
                  <a:pt x="261338" y="208294"/>
                  <a:pt x="281910" y="220099"/>
                </a:cubicBezTo>
                <a:cubicBezTo>
                  <a:pt x="282556" y="220470"/>
                  <a:pt x="283021" y="220883"/>
                  <a:pt x="283652" y="221256"/>
                </a:cubicBezTo>
                <a:cubicBezTo>
                  <a:pt x="236118" y="235285"/>
                  <a:pt x="201306" y="279257"/>
                  <a:pt x="201306" y="331275"/>
                </a:cubicBezTo>
                <a:cubicBezTo>
                  <a:pt x="201306" y="336065"/>
                  <a:pt x="201694" y="340756"/>
                  <a:pt x="202266" y="345392"/>
                </a:cubicBezTo>
                <a:cubicBezTo>
                  <a:pt x="201770" y="345388"/>
                  <a:pt x="201321" y="345358"/>
                  <a:pt x="200820" y="345358"/>
                </a:cubicBezTo>
                <a:close/>
                <a:moveTo>
                  <a:pt x="316063" y="426907"/>
                </a:moveTo>
                <a:cubicBezTo>
                  <a:pt x="263337" y="426907"/>
                  <a:pt x="220433" y="384004"/>
                  <a:pt x="220433" y="331277"/>
                </a:cubicBezTo>
                <a:cubicBezTo>
                  <a:pt x="220433" y="278551"/>
                  <a:pt x="263337" y="235648"/>
                  <a:pt x="316063" y="235648"/>
                </a:cubicBezTo>
                <a:cubicBezTo>
                  <a:pt x="368789" y="235648"/>
                  <a:pt x="411692" y="278551"/>
                  <a:pt x="411692" y="331277"/>
                </a:cubicBezTo>
                <a:cubicBezTo>
                  <a:pt x="411692" y="384004"/>
                  <a:pt x="368789" y="426907"/>
                  <a:pt x="316063" y="426907"/>
                </a:cubicBezTo>
                <a:close/>
                <a:moveTo>
                  <a:pt x="373377" y="340821"/>
                </a:moveTo>
                <a:lnTo>
                  <a:pt x="325664" y="340802"/>
                </a:lnTo>
                <a:lnTo>
                  <a:pt x="325601" y="388598"/>
                </a:lnTo>
                <a:lnTo>
                  <a:pt x="306726" y="388691"/>
                </a:lnTo>
                <a:lnTo>
                  <a:pt x="306538" y="340877"/>
                </a:lnTo>
                <a:lnTo>
                  <a:pt x="258922" y="340821"/>
                </a:lnTo>
                <a:lnTo>
                  <a:pt x="258922" y="321621"/>
                </a:lnTo>
                <a:lnTo>
                  <a:pt x="306699" y="321770"/>
                </a:lnTo>
                <a:lnTo>
                  <a:pt x="306550" y="273844"/>
                </a:lnTo>
                <a:lnTo>
                  <a:pt x="325750" y="273844"/>
                </a:lnTo>
                <a:lnTo>
                  <a:pt x="325589" y="321676"/>
                </a:lnTo>
                <a:lnTo>
                  <a:pt x="373377" y="321770"/>
                </a:lnTo>
                <a:lnTo>
                  <a:pt x="373377" y="340821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8" name="Graphic 272" descr="ID badge icon.">
            <a:extLst>
              <a:ext uri="{FF2B5EF4-FFF2-40B4-BE49-F238E27FC236}">
                <a16:creationId xmlns:a16="http://schemas.microsoft.com/office/drawing/2014/main" id="{D6187872-7621-4316-B428-903D7EC987E5}"/>
              </a:ext>
            </a:extLst>
          </p:cNvPr>
          <p:cNvSpPr>
            <a:spLocks noChangeAspect="1"/>
          </p:cNvSpPr>
          <p:nvPr/>
        </p:nvSpPr>
        <p:spPr>
          <a:xfrm>
            <a:off x="1004911" y="4213652"/>
            <a:ext cx="343888" cy="458518"/>
          </a:xfrm>
          <a:custGeom>
            <a:avLst/>
            <a:gdLst>
              <a:gd name="connsiteX0" fmla="*/ 0 w 343888"/>
              <a:gd name="connsiteY0" fmla="*/ 439413 h 458518"/>
              <a:gd name="connsiteX1" fmla="*/ 19105 w 343888"/>
              <a:gd name="connsiteY1" fmla="*/ 458518 h 458518"/>
              <a:gd name="connsiteX2" fmla="*/ 324784 w 343888"/>
              <a:gd name="connsiteY2" fmla="*/ 458518 h 458518"/>
              <a:gd name="connsiteX3" fmla="*/ 343889 w 343888"/>
              <a:gd name="connsiteY3" fmla="*/ 439413 h 458518"/>
              <a:gd name="connsiteX4" fmla="*/ 343889 w 343888"/>
              <a:gd name="connsiteY4" fmla="*/ 57315 h 458518"/>
              <a:gd name="connsiteX5" fmla="*/ 324784 w 343888"/>
              <a:gd name="connsiteY5" fmla="*/ 38210 h 458518"/>
              <a:gd name="connsiteX6" fmla="*/ 248364 w 343888"/>
              <a:gd name="connsiteY6" fmla="*/ 38210 h 458518"/>
              <a:gd name="connsiteX7" fmla="*/ 248364 w 343888"/>
              <a:gd name="connsiteY7" fmla="*/ 19105 h 458518"/>
              <a:gd name="connsiteX8" fmla="*/ 229259 w 343888"/>
              <a:gd name="connsiteY8" fmla="*/ 0 h 458518"/>
              <a:gd name="connsiteX9" fmla="*/ 114630 w 343888"/>
              <a:gd name="connsiteY9" fmla="*/ 0 h 458518"/>
              <a:gd name="connsiteX10" fmla="*/ 95525 w 343888"/>
              <a:gd name="connsiteY10" fmla="*/ 19105 h 458518"/>
              <a:gd name="connsiteX11" fmla="*/ 95525 w 343888"/>
              <a:gd name="connsiteY11" fmla="*/ 38210 h 458518"/>
              <a:gd name="connsiteX12" fmla="*/ 19105 w 343888"/>
              <a:gd name="connsiteY12" fmla="*/ 38210 h 458518"/>
              <a:gd name="connsiteX13" fmla="*/ 0 w 343888"/>
              <a:gd name="connsiteY13" fmla="*/ 57315 h 458518"/>
              <a:gd name="connsiteX14" fmla="*/ 0 w 343888"/>
              <a:gd name="connsiteY14" fmla="*/ 439413 h 458518"/>
              <a:gd name="connsiteX15" fmla="*/ 114630 w 343888"/>
              <a:gd name="connsiteY15" fmla="*/ 19105 h 458518"/>
              <a:gd name="connsiteX16" fmla="*/ 229259 w 343888"/>
              <a:gd name="connsiteY16" fmla="*/ 19105 h 458518"/>
              <a:gd name="connsiteX17" fmla="*/ 229259 w 343888"/>
              <a:gd name="connsiteY17" fmla="*/ 76420 h 458518"/>
              <a:gd name="connsiteX18" fmla="*/ 114630 w 343888"/>
              <a:gd name="connsiteY18" fmla="*/ 76420 h 458518"/>
              <a:gd name="connsiteX19" fmla="*/ 114630 w 343888"/>
              <a:gd name="connsiteY19" fmla="*/ 19105 h 458518"/>
              <a:gd name="connsiteX20" fmla="*/ 19105 w 343888"/>
              <a:gd name="connsiteY20" fmla="*/ 57315 h 458518"/>
              <a:gd name="connsiteX21" fmla="*/ 95525 w 343888"/>
              <a:gd name="connsiteY21" fmla="*/ 57315 h 458518"/>
              <a:gd name="connsiteX22" fmla="*/ 95525 w 343888"/>
              <a:gd name="connsiteY22" fmla="*/ 76420 h 458518"/>
              <a:gd name="connsiteX23" fmla="*/ 114630 w 343888"/>
              <a:gd name="connsiteY23" fmla="*/ 95525 h 458518"/>
              <a:gd name="connsiteX24" fmla="*/ 229259 w 343888"/>
              <a:gd name="connsiteY24" fmla="*/ 95525 h 458518"/>
              <a:gd name="connsiteX25" fmla="*/ 248364 w 343888"/>
              <a:gd name="connsiteY25" fmla="*/ 76420 h 458518"/>
              <a:gd name="connsiteX26" fmla="*/ 248364 w 343888"/>
              <a:gd name="connsiteY26" fmla="*/ 57315 h 458518"/>
              <a:gd name="connsiteX27" fmla="*/ 324784 w 343888"/>
              <a:gd name="connsiteY27" fmla="*/ 57315 h 458518"/>
              <a:gd name="connsiteX28" fmla="*/ 324784 w 343888"/>
              <a:gd name="connsiteY28" fmla="*/ 439413 h 458518"/>
              <a:gd name="connsiteX29" fmla="*/ 19105 w 343888"/>
              <a:gd name="connsiteY29" fmla="*/ 439413 h 458518"/>
              <a:gd name="connsiteX30" fmla="*/ 19105 w 343888"/>
              <a:gd name="connsiteY30" fmla="*/ 57315 h 458518"/>
              <a:gd name="connsiteX31" fmla="*/ 57315 w 343888"/>
              <a:gd name="connsiteY31" fmla="*/ 382098 h 458518"/>
              <a:gd name="connsiteX32" fmla="*/ 286574 w 343888"/>
              <a:gd name="connsiteY32" fmla="*/ 382098 h 458518"/>
              <a:gd name="connsiteX33" fmla="*/ 286574 w 343888"/>
              <a:gd name="connsiteY33" fmla="*/ 401203 h 458518"/>
              <a:gd name="connsiteX34" fmla="*/ 57315 w 343888"/>
              <a:gd name="connsiteY34" fmla="*/ 401203 h 458518"/>
              <a:gd name="connsiteX35" fmla="*/ 57315 w 343888"/>
              <a:gd name="connsiteY35" fmla="*/ 382098 h 458518"/>
              <a:gd name="connsiteX36" fmla="*/ 173855 w 343888"/>
              <a:gd name="connsiteY36" fmla="*/ 238811 h 458518"/>
              <a:gd name="connsiteX37" fmla="*/ 233080 w 343888"/>
              <a:gd name="connsiteY37" fmla="*/ 179586 h 458518"/>
              <a:gd name="connsiteX38" fmla="*/ 173855 w 343888"/>
              <a:gd name="connsiteY38" fmla="*/ 120361 h 458518"/>
              <a:gd name="connsiteX39" fmla="*/ 114630 w 343888"/>
              <a:gd name="connsiteY39" fmla="*/ 179586 h 458518"/>
              <a:gd name="connsiteX40" fmla="*/ 173855 w 343888"/>
              <a:gd name="connsiteY40" fmla="*/ 238811 h 458518"/>
              <a:gd name="connsiteX41" fmla="*/ 173855 w 343888"/>
              <a:gd name="connsiteY41" fmla="*/ 139466 h 458518"/>
              <a:gd name="connsiteX42" fmla="*/ 213975 w 343888"/>
              <a:gd name="connsiteY42" fmla="*/ 179586 h 458518"/>
              <a:gd name="connsiteX43" fmla="*/ 173855 w 343888"/>
              <a:gd name="connsiteY43" fmla="*/ 219707 h 458518"/>
              <a:gd name="connsiteX44" fmla="*/ 133734 w 343888"/>
              <a:gd name="connsiteY44" fmla="*/ 179586 h 458518"/>
              <a:gd name="connsiteX45" fmla="*/ 173855 w 343888"/>
              <a:gd name="connsiteY45" fmla="*/ 139466 h 458518"/>
              <a:gd name="connsiteX46" fmla="*/ 173855 w 343888"/>
              <a:gd name="connsiteY46" fmla="*/ 139466 h 458518"/>
              <a:gd name="connsiteX47" fmla="*/ 191049 w 343888"/>
              <a:gd name="connsiteY47" fmla="*/ 248364 h 458518"/>
              <a:gd name="connsiteX48" fmla="*/ 152839 w 343888"/>
              <a:gd name="connsiteY48" fmla="*/ 248364 h 458518"/>
              <a:gd name="connsiteX49" fmla="*/ 57315 w 343888"/>
              <a:gd name="connsiteY49" fmla="*/ 343889 h 458518"/>
              <a:gd name="connsiteX50" fmla="*/ 76420 w 343888"/>
              <a:gd name="connsiteY50" fmla="*/ 362993 h 458518"/>
              <a:gd name="connsiteX51" fmla="*/ 267469 w 343888"/>
              <a:gd name="connsiteY51" fmla="*/ 362993 h 458518"/>
              <a:gd name="connsiteX52" fmla="*/ 286574 w 343888"/>
              <a:gd name="connsiteY52" fmla="*/ 343889 h 458518"/>
              <a:gd name="connsiteX53" fmla="*/ 191049 w 343888"/>
              <a:gd name="connsiteY53" fmla="*/ 248364 h 458518"/>
              <a:gd name="connsiteX54" fmla="*/ 267469 w 343888"/>
              <a:gd name="connsiteY54" fmla="*/ 343889 h 458518"/>
              <a:gd name="connsiteX55" fmla="*/ 267469 w 343888"/>
              <a:gd name="connsiteY55" fmla="*/ 343889 h 458518"/>
              <a:gd name="connsiteX56" fmla="*/ 238811 w 343888"/>
              <a:gd name="connsiteY56" fmla="*/ 343889 h 458518"/>
              <a:gd name="connsiteX57" fmla="*/ 238811 w 343888"/>
              <a:gd name="connsiteY57" fmla="*/ 315231 h 458518"/>
              <a:gd name="connsiteX58" fmla="*/ 219707 w 343888"/>
              <a:gd name="connsiteY58" fmla="*/ 315231 h 458518"/>
              <a:gd name="connsiteX59" fmla="*/ 219707 w 343888"/>
              <a:gd name="connsiteY59" fmla="*/ 343889 h 458518"/>
              <a:gd name="connsiteX60" fmla="*/ 124182 w 343888"/>
              <a:gd name="connsiteY60" fmla="*/ 343889 h 458518"/>
              <a:gd name="connsiteX61" fmla="*/ 124182 w 343888"/>
              <a:gd name="connsiteY61" fmla="*/ 315231 h 458518"/>
              <a:gd name="connsiteX62" fmla="*/ 105077 w 343888"/>
              <a:gd name="connsiteY62" fmla="*/ 315231 h 458518"/>
              <a:gd name="connsiteX63" fmla="*/ 105077 w 343888"/>
              <a:gd name="connsiteY63" fmla="*/ 343889 h 458518"/>
              <a:gd name="connsiteX64" fmla="*/ 76420 w 343888"/>
              <a:gd name="connsiteY64" fmla="*/ 343889 h 458518"/>
              <a:gd name="connsiteX65" fmla="*/ 152839 w 343888"/>
              <a:gd name="connsiteY65" fmla="*/ 267469 h 458518"/>
              <a:gd name="connsiteX66" fmla="*/ 191049 w 343888"/>
              <a:gd name="connsiteY66" fmla="*/ 267469 h 458518"/>
              <a:gd name="connsiteX67" fmla="*/ 267469 w 343888"/>
              <a:gd name="connsiteY67" fmla="*/ 34388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43888" h="458518">
                <a:moveTo>
                  <a:pt x="0" y="439413"/>
                </a:move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57315"/>
                </a:lnTo>
                <a:cubicBezTo>
                  <a:pt x="343889" y="45852"/>
                  <a:pt x="336247" y="38210"/>
                  <a:pt x="324784" y="38210"/>
                </a:cubicBezTo>
                <a:lnTo>
                  <a:pt x="248364" y="38210"/>
                </a:lnTo>
                <a:lnTo>
                  <a:pt x="248364" y="19105"/>
                </a:lnTo>
                <a:cubicBezTo>
                  <a:pt x="248364" y="7642"/>
                  <a:pt x="240722" y="0"/>
                  <a:pt x="229259" y="0"/>
                </a:cubicBezTo>
                <a:lnTo>
                  <a:pt x="114630" y="0"/>
                </a:lnTo>
                <a:cubicBezTo>
                  <a:pt x="103167" y="0"/>
                  <a:pt x="95525" y="7642"/>
                  <a:pt x="95525" y="19105"/>
                </a:cubicBezTo>
                <a:lnTo>
                  <a:pt x="95525" y="38210"/>
                </a:lnTo>
                <a:lnTo>
                  <a:pt x="19105" y="38210"/>
                </a:lnTo>
                <a:cubicBezTo>
                  <a:pt x="7642" y="38210"/>
                  <a:pt x="0" y="45852"/>
                  <a:pt x="0" y="57315"/>
                </a:cubicBezTo>
                <a:lnTo>
                  <a:pt x="0" y="439413"/>
                </a:lnTo>
                <a:close/>
                <a:moveTo>
                  <a:pt x="114630" y="19105"/>
                </a:moveTo>
                <a:lnTo>
                  <a:pt x="229259" y="19105"/>
                </a:lnTo>
                <a:lnTo>
                  <a:pt x="229259" y="76420"/>
                </a:lnTo>
                <a:lnTo>
                  <a:pt x="114630" y="76420"/>
                </a:lnTo>
                <a:lnTo>
                  <a:pt x="114630" y="19105"/>
                </a:lnTo>
                <a:close/>
                <a:moveTo>
                  <a:pt x="19105" y="57315"/>
                </a:moveTo>
                <a:lnTo>
                  <a:pt x="95525" y="57315"/>
                </a:lnTo>
                <a:lnTo>
                  <a:pt x="95525" y="76420"/>
                </a:lnTo>
                <a:cubicBezTo>
                  <a:pt x="95525" y="87883"/>
                  <a:pt x="103167" y="95525"/>
                  <a:pt x="114630" y="95525"/>
                </a:cubicBezTo>
                <a:lnTo>
                  <a:pt x="229259" y="95525"/>
                </a:lnTo>
                <a:cubicBezTo>
                  <a:pt x="240722" y="95525"/>
                  <a:pt x="248364" y="87883"/>
                  <a:pt x="248364" y="76420"/>
                </a:cubicBezTo>
                <a:lnTo>
                  <a:pt x="248364" y="57315"/>
                </a:lnTo>
                <a:lnTo>
                  <a:pt x="324784" y="57315"/>
                </a:lnTo>
                <a:lnTo>
                  <a:pt x="324784" y="439413"/>
                </a:lnTo>
                <a:lnTo>
                  <a:pt x="19105" y="439413"/>
                </a:lnTo>
                <a:lnTo>
                  <a:pt x="19105" y="57315"/>
                </a:lnTo>
                <a:close/>
                <a:moveTo>
                  <a:pt x="57315" y="382098"/>
                </a:moveTo>
                <a:lnTo>
                  <a:pt x="286574" y="382098"/>
                </a:lnTo>
                <a:lnTo>
                  <a:pt x="286574" y="401203"/>
                </a:lnTo>
                <a:lnTo>
                  <a:pt x="57315" y="401203"/>
                </a:lnTo>
                <a:lnTo>
                  <a:pt x="57315" y="382098"/>
                </a:lnTo>
                <a:close/>
                <a:moveTo>
                  <a:pt x="173855" y="238811"/>
                </a:moveTo>
                <a:cubicBezTo>
                  <a:pt x="206333" y="238811"/>
                  <a:pt x="233080" y="212065"/>
                  <a:pt x="233080" y="179586"/>
                </a:cubicBezTo>
                <a:cubicBezTo>
                  <a:pt x="233080" y="147108"/>
                  <a:pt x="206333" y="120361"/>
                  <a:pt x="173855" y="120361"/>
                </a:cubicBezTo>
                <a:cubicBezTo>
                  <a:pt x="141376" y="120361"/>
                  <a:pt x="114630" y="147108"/>
                  <a:pt x="114630" y="179586"/>
                </a:cubicBezTo>
                <a:cubicBezTo>
                  <a:pt x="114630" y="212065"/>
                  <a:pt x="141376" y="238811"/>
                  <a:pt x="173855" y="238811"/>
                </a:cubicBezTo>
                <a:close/>
                <a:moveTo>
                  <a:pt x="173855" y="139466"/>
                </a:moveTo>
                <a:cubicBezTo>
                  <a:pt x="196781" y="139466"/>
                  <a:pt x="213975" y="158571"/>
                  <a:pt x="213975" y="179586"/>
                </a:cubicBezTo>
                <a:cubicBezTo>
                  <a:pt x="213975" y="200602"/>
                  <a:pt x="194870" y="219707"/>
                  <a:pt x="173855" y="219707"/>
                </a:cubicBezTo>
                <a:cubicBezTo>
                  <a:pt x="150929" y="219707"/>
                  <a:pt x="133734" y="202512"/>
                  <a:pt x="133734" y="179586"/>
                </a:cubicBezTo>
                <a:cubicBezTo>
                  <a:pt x="133734" y="156660"/>
                  <a:pt x="152839" y="139466"/>
                  <a:pt x="173855" y="139466"/>
                </a:cubicBezTo>
                <a:cubicBezTo>
                  <a:pt x="173855" y="139466"/>
                  <a:pt x="173855" y="139466"/>
                  <a:pt x="173855" y="139466"/>
                </a:cubicBezTo>
                <a:close/>
                <a:moveTo>
                  <a:pt x="191049" y="248364"/>
                </a:moveTo>
                <a:lnTo>
                  <a:pt x="152839" y="248364"/>
                </a:lnTo>
                <a:cubicBezTo>
                  <a:pt x="99346" y="248364"/>
                  <a:pt x="57315" y="290395"/>
                  <a:pt x="57315" y="343889"/>
                </a:cubicBezTo>
                <a:cubicBezTo>
                  <a:pt x="57315" y="355351"/>
                  <a:pt x="64957" y="362993"/>
                  <a:pt x="76420" y="362993"/>
                </a:cubicBezTo>
                <a:lnTo>
                  <a:pt x="267469" y="362993"/>
                </a:lnTo>
                <a:cubicBezTo>
                  <a:pt x="278932" y="362993"/>
                  <a:pt x="286574" y="355351"/>
                  <a:pt x="286574" y="343889"/>
                </a:cubicBezTo>
                <a:cubicBezTo>
                  <a:pt x="286574" y="290395"/>
                  <a:pt x="244543" y="248364"/>
                  <a:pt x="191049" y="248364"/>
                </a:cubicBezTo>
                <a:close/>
                <a:moveTo>
                  <a:pt x="267469" y="343889"/>
                </a:moveTo>
                <a:lnTo>
                  <a:pt x="267469" y="343889"/>
                </a:lnTo>
                <a:lnTo>
                  <a:pt x="238811" y="343889"/>
                </a:lnTo>
                <a:lnTo>
                  <a:pt x="238811" y="315231"/>
                </a:lnTo>
                <a:lnTo>
                  <a:pt x="219707" y="315231"/>
                </a:lnTo>
                <a:lnTo>
                  <a:pt x="219707" y="343889"/>
                </a:lnTo>
                <a:lnTo>
                  <a:pt x="124182" y="343889"/>
                </a:lnTo>
                <a:lnTo>
                  <a:pt x="124182" y="315231"/>
                </a:lnTo>
                <a:lnTo>
                  <a:pt x="105077" y="315231"/>
                </a:lnTo>
                <a:lnTo>
                  <a:pt x="105077" y="343889"/>
                </a:lnTo>
                <a:lnTo>
                  <a:pt x="76420" y="343889"/>
                </a:lnTo>
                <a:cubicBezTo>
                  <a:pt x="76420" y="301858"/>
                  <a:pt x="110809" y="267469"/>
                  <a:pt x="152839" y="267469"/>
                </a:cubicBezTo>
                <a:lnTo>
                  <a:pt x="191049" y="267469"/>
                </a:lnTo>
                <a:cubicBezTo>
                  <a:pt x="233080" y="267469"/>
                  <a:pt x="267469" y="301858"/>
                  <a:pt x="267469" y="34388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" name="Graphic 220" descr="Dollar symbol icon.">
            <a:extLst>
              <a:ext uri="{FF2B5EF4-FFF2-40B4-BE49-F238E27FC236}">
                <a16:creationId xmlns:a16="http://schemas.microsoft.com/office/drawing/2014/main" id="{A7BAD08A-C610-4245-AF81-1D6251BFAB75}"/>
              </a:ext>
            </a:extLst>
          </p:cNvPr>
          <p:cNvSpPr>
            <a:spLocks noChangeAspect="1"/>
          </p:cNvSpPr>
          <p:nvPr/>
        </p:nvSpPr>
        <p:spPr>
          <a:xfrm>
            <a:off x="2305191" y="4250583"/>
            <a:ext cx="226411" cy="458518"/>
          </a:xfrm>
          <a:custGeom>
            <a:avLst/>
            <a:gdLst>
              <a:gd name="connsiteX0" fmla="*/ 126092 w 226411"/>
              <a:gd name="connsiteY0" fmla="*/ 213975 h 458518"/>
              <a:gd name="connsiteX1" fmla="*/ 126092 w 226411"/>
              <a:gd name="connsiteY1" fmla="*/ 76420 h 458518"/>
              <a:gd name="connsiteX2" fmla="*/ 204423 w 226411"/>
              <a:gd name="connsiteY2" fmla="*/ 143287 h 458518"/>
              <a:gd name="connsiteX3" fmla="*/ 223528 w 226411"/>
              <a:gd name="connsiteY3" fmla="*/ 143287 h 458518"/>
              <a:gd name="connsiteX4" fmla="*/ 126092 w 226411"/>
              <a:gd name="connsiteY4" fmla="*/ 57315 h 458518"/>
              <a:gd name="connsiteX5" fmla="*/ 126092 w 226411"/>
              <a:gd name="connsiteY5" fmla="*/ 0 h 458518"/>
              <a:gd name="connsiteX6" fmla="*/ 106988 w 226411"/>
              <a:gd name="connsiteY6" fmla="*/ 0 h 458518"/>
              <a:gd name="connsiteX7" fmla="*/ 106988 w 226411"/>
              <a:gd name="connsiteY7" fmla="*/ 55404 h 458518"/>
              <a:gd name="connsiteX8" fmla="*/ 11463 w 226411"/>
              <a:gd name="connsiteY8" fmla="*/ 120361 h 458518"/>
              <a:gd name="connsiteX9" fmla="*/ 24836 w 226411"/>
              <a:gd name="connsiteY9" fmla="*/ 191049 h 458518"/>
              <a:gd name="connsiteX10" fmla="*/ 95525 w 226411"/>
              <a:gd name="connsiteY10" fmla="*/ 227349 h 458518"/>
              <a:gd name="connsiteX11" fmla="*/ 106988 w 226411"/>
              <a:gd name="connsiteY11" fmla="*/ 229259 h 458518"/>
              <a:gd name="connsiteX12" fmla="*/ 106988 w 226411"/>
              <a:gd name="connsiteY12" fmla="*/ 380188 h 458518"/>
              <a:gd name="connsiteX13" fmla="*/ 84062 w 226411"/>
              <a:gd name="connsiteY13" fmla="*/ 376367 h 458518"/>
              <a:gd name="connsiteX14" fmla="*/ 47762 w 226411"/>
              <a:gd name="connsiteY14" fmla="*/ 357262 h 458518"/>
              <a:gd name="connsiteX15" fmla="*/ 19105 w 226411"/>
              <a:gd name="connsiteY15" fmla="*/ 317142 h 458518"/>
              <a:gd name="connsiteX16" fmla="*/ 0 w 226411"/>
              <a:gd name="connsiteY16" fmla="*/ 317142 h 458518"/>
              <a:gd name="connsiteX17" fmla="*/ 38210 w 226411"/>
              <a:gd name="connsiteY17" fmla="*/ 372546 h 458518"/>
              <a:gd name="connsiteX18" fmla="*/ 82151 w 226411"/>
              <a:gd name="connsiteY18" fmla="*/ 395472 h 458518"/>
              <a:gd name="connsiteX19" fmla="*/ 110809 w 226411"/>
              <a:gd name="connsiteY19" fmla="*/ 401203 h 458518"/>
              <a:gd name="connsiteX20" fmla="*/ 110809 w 226411"/>
              <a:gd name="connsiteY20" fmla="*/ 458518 h 458518"/>
              <a:gd name="connsiteX21" fmla="*/ 129913 w 226411"/>
              <a:gd name="connsiteY21" fmla="*/ 458518 h 458518"/>
              <a:gd name="connsiteX22" fmla="*/ 129913 w 226411"/>
              <a:gd name="connsiteY22" fmla="*/ 401203 h 458518"/>
              <a:gd name="connsiteX23" fmla="*/ 206333 w 226411"/>
              <a:gd name="connsiteY23" fmla="*/ 368725 h 458518"/>
              <a:gd name="connsiteX24" fmla="*/ 225438 w 226411"/>
              <a:gd name="connsiteY24" fmla="*/ 301858 h 458518"/>
              <a:gd name="connsiteX25" fmla="*/ 126092 w 226411"/>
              <a:gd name="connsiteY25" fmla="*/ 213975 h 458518"/>
              <a:gd name="connsiteX26" fmla="*/ 106988 w 226411"/>
              <a:gd name="connsiteY26" fmla="*/ 210154 h 458518"/>
              <a:gd name="connsiteX27" fmla="*/ 97435 w 226411"/>
              <a:gd name="connsiteY27" fmla="*/ 208244 h 458518"/>
              <a:gd name="connsiteX28" fmla="*/ 38210 w 226411"/>
              <a:gd name="connsiteY28" fmla="*/ 177676 h 458518"/>
              <a:gd name="connsiteX29" fmla="*/ 28657 w 226411"/>
              <a:gd name="connsiteY29" fmla="*/ 126092 h 458518"/>
              <a:gd name="connsiteX30" fmla="*/ 106988 w 226411"/>
              <a:gd name="connsiteY30" fmla="*/ 74509 h 458518"/>
              <a:gd name="connsiteX31" fmla="*/ 106988 w 226411"/>
              <a:gd name="connsiteY31" fmla="*/ 210154 h 458518"/>
              <a:gd name="connsiteX32" fmla="*/ 189139 w 226411"/>
              <a:gd name="connsiteY32" fmla="*/ 353441 h 458518"/>
              <a:gd name="connsiteX33" fmla="*/ 126092 w 226411"/>
              <a:gd name="connsiteY33" fmla="*/ 380188 h 458518"/>
              <a:gd name="connsiteX34" fmla="*/ 126092 w 226411"/>
              <a:gd name="connsiteY34" fmla="*/ 233080 h 458518"/>
              <a:gd name="connsiteX35" fmla="*/ 204423 w 226411"/>
              <a:gd name="connsiteY35" fmla="*/ 301858 h 458518"/>
              <a:gd name="connsiteX36" fmla="*/ 189139 w 226411"/>
              <a:gd name="connsiteY36" fmla="*/ 35344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6411" h="458518">
                <a:moveTo>
                  <a:pt x="126092" y="213975"/>
                </a:moveTo>
                <a:lnTo>
                  <a:pt x="126092" y="76420"/>
                </a:lnTo>
                <a:cubicBezTo>
                  <a:pt x="164302" y="80241"/>
                  <a:pt x="194870" y="106988"/>
                  <a:pt x="204423" y="143287"/>
                </a:cubicBezTo>
                <a:lnTo>
                  <a:pt x="223528" y="143287"/>
                </a:lnTo>
                <a:cubicBezTo>
                  <a:pt x="212065" y="97435"/>
                  <a:pt x="173855" y="61136"/>
                  <a:pt x="126092" y="57315"/>
                </a:cubicBezTo>
                <a:lnTo>
                  <a:pt x="126092" y="0"/>
                </a:lnTo>
                <a:lnTo>
                  <a:pt x="106988" y="0"/>
                </a:lnTo>
                <a:lnTo>
                  <a:pt x="106988" y="55404"/>
                </a:lnTo>
                <a:cubicBezTo>
                  <a:pt x="66867" y="57315"/>
                  <a:pt x="22926" y="80241"/>
                  <a:pt x="11463" y="120361"/>
                </a:cubicBezTo>
                <a:cubicBezTo>
                  <a:pt x="5731" y="145197"/>
                  <a:pt x="9552" y="171944"/>
                  <a:pt x="24836" y="191049"/>
                </a:cubicBezTo>
                <a:cubicBezTo>
                  <a:pt x="42031" y="212065"/>
                  <a:pt x="66867" y="223528"/>
                  <a:pt x="95525" y="227349"/>
                </a:cubicBezTo>
                <a:lnTo>
                  <a:pt x="106988" y="229259"/>
                </a:lnTo>
                <a:lnTo>
                  <a:pt x="106988" y="380188"/>
                </a:lnTo>
                <a:cubicBezTo>
                  <a:pt x="99346" y="380188"/>
                  <a:pt x="91704" y="378277"/>
                  <a:pt x="84062" y="376367"/>
                </a:cubicBezTo>
                <a:cubicBezTo>
                  <a:pt x="70688" y="372546"/>
                  <a:pt x="57315" y="366814"/>
                  <a:pt x="47762" y="357262"/>
                </a:cubicBezTo>
                <a:cubicBezTo>
                  <a:pt x="34389" y="345799"/>
                  <a:pt x="24836" y="332426"/>
                  <a:pt x="19105" y="317142"/>
                </a:cubicBezTo>
                <a:lnTo>
                  <a:pt x="0" y="317142"/>
                </a:lnTo>
                <a:cubicBezTo>
                  <a:pt x="7642" y="338157"/>
                  <a:pt x="21015" y="357262"/>
                  <a:pt x="38210" y="372546"/>
                </a:cubicBezTo>
                <a:cubicBezTo>
                  <a:pt x="51583" y="382098"/>
                  <a:pt x="64957" y="391651"/>
                  <a:pt x="82151" y="395472"/>
                </a:cubicBezTo>
                <a:cubicBezTo>
                  <a:pt x="91704" y="397382"/>
                  <a:pt x="101256" y="399293"/>
                  <a:pt x="110809" y="401203"/>
                </a:cubicBezTo>
                <a:lnTo>
                  <a:pt x="110809" y="458518"/>
                </a:lnTo>
                <a:lnTo>
                  <a:pt x="129913" y="458518"/>
                </a:lnTo>
                <a:lnTo>
                  <a:pt x="129913" y="401203"/>
                </a:lnTo>
                <a:cubicBezTo>
                  <a:pt x="158571" y="401203"/>
                  <a:pt x="185318" y="389740"/>
                  <a:pt x="206333" y="368725"/>
                </a:cubicBezTo>
                <a:cubicBezTo>
                  <a:pt x="221617" y="349620"/>
                  <a:pt x="229259" y="324784"/>
                  <a:pt x="225438" y="301858"/>
                </a:cubicBezTo>
                <a:cubicBezTo>
                  <a:pt x="215886" y="242632"/>
                  <a:pt x="170034" y="223528"/>
                  <a:pt x="126092" y="213975"/>
                </a:cubicBezTo>
                <a:close/>
                <a:moveTo>
                  <a:pt x="106988" y="210154"/>
                </a:moveTo>
                <a:lnTo>
                  <a:pt x="97435" y="208244"/>
                </a:lnTo>
                <a:cubicBezTo>
                  <a:pt x="74509" y="206333"/>
                  <a:pt x="53494" y="194870"/>
                  <a:pt x="38210" y="177676"/>
                </a:cubicBezTo>
                <a:cubicBezTo>
                  <a:pt x="28657" y="164302"/>
                  <a:pt x="24836" y="145197"/>
                  <a:pt x="28657" y="126092"/>
                </a:cubicBezTo>
                <a:cubicBezTo>
                  <a:pt x="38210" y="93614"/>
                  <a:pt x="74509" y="76420"/>
                  <a:pt x="106988" y="74509"/>
                </a:cubicBezTo>
                <a:lnTo>
                  <a:pt x="106988" y="210154"/>
                </a:lnTo>
                <a:close/>
                <a:moveTo>
                  <a:pt x="189139" y="353441"/>
                </a:moveTo>
                <a:cubicBezTo>
                  <a:pt x="171944" y="370635"/>
                  <a:pt x="149018" y="380188"/>
                  <a:pt x="126092" y="380188"/>
                </a:cubicBezTo>
                <a:lnTo>
                  <a:pt x="126092" y="233080"/>
                </a:lnTo>
                <a:cubicBezTo>
                  <a:pt x="166213" y="244543"/>
                  <a:pt x="198691" y="259827"/>
                  <a:pt x="204423" y="301858"/>
                </a:cubicBezTo>
                <a:cubicBezTo>
                  <a:pt x="206333" y="320963"/>
                  <a:pt x="202512" y="340068"/>
                  <a:pt x="189139" y="35344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Graphic 228" descr="Money icon.">
            <a:extLst>
              <a:ext uri="{FF2B5EF4-FFF2-40B4-BE49-F238E27FC236}">
                <a16:creationId xmlns:a16="http://schemas.microsoft.com/office/drawing/2014/main" id="{C5DF1530-F360-4FAD-8C03-E15CF8878AA6}"/>
              </a:ext>
            </a:extLst>
          </p:cNvPr>
          <p:cNvSpPr>
            <a:spLocks noChangeAspect="1"/>
          </p:cNvSpPr>
          <p:nvPr/>
        </p:nvSpPr>
        <p:spPr>
          <a:xfrm>
            <a:off x="3394437" y="4346661"/>
            <a:ext cx="458518" cy="305678"/>
          </a:xfrm>
          <a:custGeom>
            <a:avLst/>
            <a:gdLst>
              <a:gd name="connsiteX0" fmla="*/ 439413 w 458518"/>
              <a:gd name="connsiteY0" fmla="*/ 38210 h 305678"/>
              <a:gd name="connsiteX1" fmla="*/ 420308 w 458518"/>
              <a:gd name="connsiteY1" fmla="*/ 38210 h 305678"/>
              <a:gd name="connsiteX2" fmla="*/ 420308 w 458518"/>
              <a:gd name="connsiteY2" fmla="*/ 19105 h 305678"/>
              <a:gd name="connsiteX3" fmla="*/ 401203 w 458518"/>
              <a:gd name="connsiteY3" fmla="*/ 0 h 305678"/>
              <a:gd name="connsiteX4" fmla="*/ 19105 w 458518"/>
              <a:gd name="connsiteY4" fmla="*/ 0 h 305678"/>
              <a:gd name="connsiteX5" fmla="*/ 0 w 458518"/>
              <a:gd name="connsiteY5" fmla="*/ 19105 h 305678"/>
              <a:gd name="connsiteX6" fmla="*/ 0 w 458518"/>
              <a:gd name="connsiteY6" fmla="*/ 248364 h 305678"/>
              <a:gd name="connsiteX7" fmla="*/ 19105 w 458518"/>
              <a:gd name="connsiteY7" fmla="*/ 267469 h 305678"/>
              <a:gd name="connsiteX8" fmla="*/ 38210 w 458518"/>
              <a:gd name="connsiteY8" fmla="*/ 267469 h 305678"/>
              <a:gd name="connsiteX9" fmla="*/ 38210 w 458518"/>
              <a:gd name="connsiteY9" fmla="*/ 286574 h 305678"/>
              <a:gd name="connsiteX10" fmla="*/ 57315 w 458518"/>
              <a:gd name="connsiteY10" fmla="*/ 305679 h 305678"/>
              <a:gd name="connsiteX11" fmla="*/ 439413 w 458518"/>
              <a:gd name="connsiteY11" fmla="*/ 305679 h 305678"/>
              <a:gd name="connsiteX12" fmla="*/ 458518 w 458518"/>
              <a:gd name="connsiteY12" fmla="*/ 286574 h 305678"/>
              <a:gd name="connsiteX13" fmla="*/ 458518 w 458518"/>
              <a:gd name="connsiteY13" fmla="*/ 57315 h 305678"/>
              <a:gd name="connsiteX14" fmla="*/ 439413 w 458518"/>
              <a:gd name="connsiteY14" fmla="*/ 38210 h 305678"/>
              <a:gd name="connsiteX15" fmla="*/ 19105 w 458518"/>
              <a:gd name="connsiteY15" fmla="*/ 248364 h 305678"/>
              <a:gd name="connsiteX16" fmla="*/ 19105 w 458518"/>
              <a:gd name="connsiteY16" fmla="*/ 19105 h 305678"/>
              <a:gd name="connsiteX17" fmla="*/ 401203 w 458518"/>
              <a:gd name="connsiteY17" fmla="*/ 19105 h 305678"/>
              <a:gd name="connsiteX18" fmla="*/ 401203 w 458518"/>
              <a:gd name="connsiteY18" fmla="*/ 248364 h 305678"/>
              <a:gd name="connsiteX19" fmla="*/ 19105 w 458518"/>
              <a:gd name="connsiteY19" fmla="*/ 248364 h 305678"/>
              <a:gd name="connsiteX20" fmla="*/ 439413 w 458518"/>
              <a:gd name="connsiteY20" fmla="*/ 286574 h 305678"/>
              <a:gd name="connsiteX21" fmla="*/ 57315 w 458518"/>
              <a:gd name="connsiteY21" fmla="*/ 286574 h 305678"/>
              <a:gd name="connsiteX22" fmla="*/ 57315 w 458518"/>
              <a:gd name="connsiteY22" fmla="*/ 267469 h 305678"/>
              <a:gd name="connsiteX23" fmla="*/ 401203 w 458518"/>
              <a:gd name="connsiteY23" fmla="*/ 267469 h 305678"/>
              <a:gd name="connsiteX24" fmla="*/ 420308 w 458518"/>
              <a:gd name="connsiteY24" fmla="*/ 248364 h 305678"/>
              <a:gd name="connsiteX25" fmla="*/ 420308 w 458518"/>
              <a:gd name="connsiteY25" fmla="*/ 57315 h 305678"/>
              <a:gd name="connsiteX26" fmla="*/ 439413 w 458518"/>
              <a:gd name="connsiteY26" fmla="*/ 57315 h 305678"/>
              <a:gd name="connsiteX27" fmla="*/ 439413 w 458518"/>
              <a:gd name="connsiteY27" fmla="*/ 286574 h 305678"/>
              <a:gd name="connsiteX28" fmla="*/ 227349 w 458518"/>
              <a:gd name="connsiteY28" fmla="*/ 110809 h 305678"/>
              <a:gd name="connsiteX29" fmla="*/ 246453 w 458518"/>
              <a:gd name="connsiteY29" fmla="*/ 110809 h 305678"/>
              <a:gd name="connsiteX30" fmla="*/ 219707 w 458518"/>
              <a:gd name="connsiteY30" fmla="*/ 78330 h 305678"/>
              <a:gd name="connsiteX31" fmla="*/ 219707 w 458518"/>
              <a:gd name="connsiteY31" fmla="*/ 72599 h 305678"/>
              <a:gd name="connsiteX32" fmla="*/ 200602 w 458518"/>
              <a:gd name="connsiteY32" fmla="*/ 72599 h 305678"/>
              <a:gd name="connsiteX33" fmla="*/ 200602 w 458518"/>
              <a:gd name="connsiteY33" fmla="*/ 78330 h 305678"/>
              <a:gd name="connsiteX34" fmla="*/ 175765 w 458518"/>
              <a:gd name="connsiteY34" fmla="*/ 114630 h 305678"/>
              <a:gd name="connsiteX35" fmla="*/ 200602 w 458518"/>
              <a:gd name="connsiteY35" fmla="*/ 139466 h 305678"/>
              <a:gd name="connsiteX36" fmla="*/ 200602 w 458518"/>
              <a:gd name="connsiteY36" fmla="*/ 166213 h 305678"/>
              <a:gd name="connsiteX37" fmla="*/ 192960 w 458518"/>
              <a:gd name="connsiteY37" fmla="*/ 154750 h 305678"/>
              <a:gd name="connsiteX38" fmla="*/ 173855 w 458518"/>
              <a:gd name="connsiteY38" fmla="*/ 154750 h 305678"/>
              <a:gd name="connsiteX39" fmla="*/ 200602 w 458518"/>
              <a:gd name="connsiteY39" fmla="*/ 187228 h 305678"/>
              <a:gd name="connsiteX40" fmla="*/ 200602 w 458518"/>
              <a:gd name="connsiteY40" fmla="*/ 194870 h 305678"/>
              <a:gd name="connsiteX41" fmla="*/ 219707 w 458518"/>
              <a:gd name="connsiteY41" fmla="*/ 194870 h 305678"/>
              <a:gd name="connsiteX42" fmla="*/ 219707 w 458518"/>
              <a:gd name="connsiteY42" fmla="*/ 187228 h 305678"/>
              <a:gd name="connsiteX43" fmla="*/ 244543 w 458518"/>
              <a:gd name="connsiteY43" fmla="*/ 150929 h 305678"/>
              <a:gd name="connsiteX44" fmla="*/ 219707 w 458518"/>
              <a:gd name="connsiteY44" fmla="*/ 126092 h 305678"/>
              <a:gd name="connsiteX45" fmla="*/ 219707 w 458518"/>
              <a:gd name="connsiteY45" fmla="*/ 99346 h 305678"/>
              <a:gd name="connsiteX46" fmla="*/ 227349 w 458518"/>
              <a:gd name="connsiteY46" fmla="*/ 110809 h 305678"/>
              <a:gd name="connsiteX47" fmla="*/ 200602 w 458518"/>
              <a:gd name="connsiteY47" fmla="*/ 122271 h 305678"/>
              <a:gd name="connsiteX48" fmla="*/ 192960 w 458518"/>
              <a:gd name="connsiteY48" fmla="*/ 110809 h 305678"/>
              <a:gd name="connsiteX49" fmla="*/ 200602 w 458518"/>
              <a:gd name="connsiteY49" fmla="*/ 99346 h 305678"/>
              <a:gd name="connsiteX50" fmla="*/ 200602 w 458518"/>
              <a:gd name="connsiteY50" fmla="*/ 122271 h 305678"/>
              <a:gd name="connsiteX51" fmla="*/ 227349 w 458518"/>
              <a:gd name="connsiteY51" fmla="*/ 156660 h 305678"/>
              <a:gd name="connsiteX52" fmla="*/ 219707 w 458518"/>
              <a:gd name="connsiteY52" fmla="*/ 168123 h 305678"/>
              <a:gd name="connsiteX53" fmla="*/ 219707 w 458518"/>
              <a:gd name="connsiteY53" fmla="*/ 145197 h 305678"/>
              <a:gd name="connsiteX54" fmla="*/ 227349 w 458518"/>
              <a:gd name="connsiteY54" fmla="*/ 156660 h 305678"/>
              <a:gd name="connsiteX55" fmla="*/ 210154 w 458518"/>
              <a:gd name="connsiteY55" fmla="*/ 38210 h 305678"/>
              <a:gd name="connsiteX56" fmla="*/ 114630 w 458518"/>
              <a:gd name="connsiteY56" fmla="*/ 133734 h 305678"/>
              <a:gd name="connsiteX57" fmla="*/ 210154 w 458518"/>
              <a:gd name="connsiteY57" fmla="*/ 229259 h 305678"/>
              <a:gd name="connsiteX58" fmla="*/ 305679 w 458518"/>
              <a:gd name="connsiteY58" fmla="*/ 133734 h 305678"/>
              <a:gd name="connsiteX59" fmla="*/ 210154 w 458518"/>
              <a:gd name="connsiteY59" fmla="*/ 38210 h 305678"/>
              <a:gd name="connsiteX60" fmla="*/ 210154 w 458518"/>
              <a:gd name="connsiteY60" fmla="*/ 210154 h 305678"/>
              <a:gd name="connsiteX61" fmla="*/ 133734 w 458518"/>
              <a:gd name="connsiteY61" fmla="*/ 133734 h 305678"/>
              <a:gd name="connsiteX62" fmla="*/ 210154 w 458518"/>
              <a:gd name="connsiteY62" fmla="*/ 57315 h 305678"/>
              <a:gd name="connsiteX63" fmla="*/ 286574 w 458518"/>
              <a:gd name="connsiteY63" fmla="*/ 133734 h 305678"/>
              <a:gd name="connsiteX64" fmla="*/ 210154 w 458518"/>
              <a:gd name="connsiteY64" fmla="*/ 210154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58518" h="305678">
                <a:moveTo>
                  <a:pt x="439413" y="38210"/>
                </a:moveTo>
                <a:lnTo>
                  <a:pt x="420308" y="38210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48364"/>
                </a:lnTo>
                <a:cubicBezTo>
                  <a:pt x="0" y="259827"/>
                  <a:pt x="7642" y="267469"/>
                  <a:pt x="19105" y="267469"/>
                </a:cubicBezTo>
                <a:lnTo>
                  <a:pt x="38210" y="267469"/>
                </a:lnTo>
                <a:lnTo>
                  <a:pt x="38210" y="286574"/>
                </a:lnTo>
                <a:cubicBezTo>
                  <a:pt x="38210" y="298037"/>
                  <a:pt x="45852" y="305679"/>
                  <a:pt x="57315" y="305679"/>
                </a:cubicBezTo>
                <a:lnTo>
                  <a:pt x="439413" y="305679"/>
                </a:lnTo>
                <a:cubicBezTo>
                  <a:pt x="450876" y="305679"/>
                  <a:pt x="458518" y="298037"/>
                  <a:pt x="458518" y="286574"/>
                </a:cubicBezTo>
                <a:lnTo>
                  <a:pt x="458518" y="57315"/>
                </a:lnTo>
                <a:cubicBezTo>
                  <a:pt x="458518" y="45852"/>
                  <a:pt x="450876" y="38210"/>
                  <a:pt x="439413" y="38210"/>
                </a:cubicBezTo>
                <a:close/>
                <a:moveTo>
                  <a:pt x="19105" y="248364"/>
                </a:moveTo>
                <a:lnTo>
                  <a:pt x="19105" y="19105"/>
                </a:lnTo>
                <a:lnTo>
                  <a:pt x="401203" y="19105"/>
                </a:lnTo>
                <a:lnTo>
                  <a:pt x="401203" y="248364"/>
                </a:lnTo>
                <a:lnTo>
                  <a:pt x="19105" y="248364"/>
                </a:lnTo>
                <a:close/>
                <a:moveTo>
                  <a:pt x="439413" y="286574"/>
                </a:moveTo>
                <a:lnTo>
                  <a:pt x="57315" y="286574"/>
                </a:lnTo>
                <a:lnTo>
                  <a:pt x="57315" y="267469"/>
                </a:lnTo>
                <a:lnTo>
                  <a:pt x="401203" y="267469"/>
                </a:lnTo>
                <a:cubicBezTo>
                  <a:pt x="412666" y="267469"/>
                  <a:pt x="420308" y="259827"/>
                  <a:pt x="420308" y="248364"/>
                </a:cubicBezTo>
                <a:lnTo>
                  <a:pt x="420308" y="57315"/>
                </a:lnTo>
                <a:lnTo>
                  <a:pt x="439413" y="57315"/>
                </a:lnTo>
                <a:lnTo>
                  <a:pt x="439413" y="286574"/>
                </a:lnTo>
                <a:close/>
                <a:moveTo>
                  <a:pt x="227349" y="110809"/>
                </a:moveTo>
                <a:lnTo>
                  <a:pt x="246453" y="110809"/>
                </a:lnTo>
                <a:cubicBezTo>
                  <a:pt x="246453" y="95525"/>
                  <a:pt x="234990" y="82151"/>
                  <a:pt x="219707" y="78330"/>
                </a:cubicBezTo>
                <a:lnTo>
                  <a:pt x="219707" y="72599"/>
                </a:lnTo>
                <a:lnTo>
                  <a:pt x="200602" y="72599"/>
                </a:lnTo>
                <a:lnTo>
                  <a:pt x="200602" y="78330"/>
                </a:lnTo>
                <a:cubicBezTo>
                  <a:pt x="183407" y="82151"/>
                  <a:pt x="171944" y="97435"/>
                  <a:pt x="175765" y="114630"/>
                </a:cubicBezTo>
                <a:cubicBezTo>
                  <a:pt x="177676" y="128003"/>
                  <a:pt x="189139" y="137555"/>
                  <a:pt x="200602" y="139466"/>
                </a:cubicBezTo>
                <a:lnTo>
                  <a:pt x="200602" y="166213"/>
                </a:lnTo>
                <a:cubicBezTo>
                  <a:pt x="196781" y="164302"/>
                  <a:pt x="192960" y="158571"/>
                  <a:pt x="192960" y="154750"/>
                </a:cubicBezTo>
                <a:lnTo>
                  <a:pt x="173855" y="154750"/>
                </a:lnTo>
                <a:cubicBezTo>
                  <a:pt x="173855" y="170034"/>
                  <a:pt x="185318" y="183407"/>
                  <a:pt x="200602" y="187228"/>
                </a:cubicBezTo>
                <a:lnTo>
                  <a:pt x="200602" y="194870"/>
                </a:lnTo>
                <a:lnTo>
                  <a:pt x="219707" y="194870"/>
                </a:lnTo>
                <a:lnTo>
                  <a:pt x="219707" y="187228"/>
                </a:lnTo>
                <a:cubicBezTo>
                  <a:pt x="236901" y="183407"/>
                  <a:pt x="248364" y="168123"/>
                  <a:pt x="244543" y="150929"/>
                </a:cubicBezTo>
                <a:cubicBezTo>
                  <a:pt x="242632" y="137555"/>
                  <a:pt x="231170" y="128003"/>
                  <a:pt x="219707" y="126092"/>
                </a:cubicBezTo>
                <a:lnTo>
                  <a:pt x="219707" y="99346"/>
                </a:lnTo>
                <a:cubicBezTo>
                  <a:pt x="223528" y="101256"/>
                  <a:pt x="227349" y="106988"/>
                  <a:pt x="227349" y="110809"/>
                </a:cubicBezTo>
                <a:close/>
                <a:moveTo>
                  <a:pt x="200602" y="122271"/>
                </a:moveTo>
                <a:cubicBezTo>
                  <a:pt x="196781" y="120361"/>
                  <a:pt x="192960" y="116540"/>
                  <a:pt x="192960" y="110809"/>
                </a:cubicBezTo>
                <a:cubicBezTo>
                  <a:pt x="192960" y="105077"/>
                  <a:pt x="196781" y="101256"/>
                  <a:pt x="200602" y="99346"/>
                </a:cubicBezTo>
                <a:lnTo>
                  <a:pt x="200602" y="122271"/>
                </a:lnTo>
                <a:close/>
                <a:moveTo>
                  <a:pt x="227349" y="156660"/>
                </a:moveTo>
                <a:cubicBezTo>
                  <a:pt x="227349" y="162392"/>
                  <a:pt x="223528" y="166213"/>
                  <a:pt x="219707" y="168123"/>
                </a:cubicBezTo>
                <a:lnTo>
                  <a:pt x="219707" y="145197"/>
                </a:lnTo>
                <a:cubicBezTo>
                  <a:pt x="223528" y="147108"/>
                  <a:pt x="227349" y="152839"/>
                  <a:pt x="227349" y="156660"/>
                </a:cubicBezTo>
                <a:close/>
                <a:moveTo>
                  <a:pt x="210154" y="38210"/>
                </a:moveTo>
                <a:cubicBezTo>
                  <a:pt x="156660" y="38210"/>
                  <a:pt x="114630" y="80241"/>
                  <a:pt x="114630" y="133734"/>
                </a:cubicBezTo>
                <a:cubicBezTo>
                  <a:pt x="114630" y="187228"/>
                  <a:pt x="156660" y="229259"/>
                  <a:pt x="210154" y="229259"/>
                </a:cubicBezTo>
                <a:cubicBezTo>
                  <a:pt x="263648" y="229259"/>
                  <a:pt x="305679" y="187228"/>
                  <a:pt x="305679" y="133734"/>
                </a:cubicBezTo>
                <a:cubicBezTo>
                  <a:pt x="305679" y="80241"/>
                  <a:pt x="263648" y="38210"/>
                  <a:pt x="210154" y="38210"/>
                </a:cubicBezTo>
                <a:close/>
                <a:moveTo>
                  <a:pt x="210154" y="210154"/>
                </a:moveTo>
                <a:cubicBezTo>
                  <a:pt x="168123" y="210154"/>
                  <a:pt x="133734" y="175765"/>
                  <a:pt x="133734" y="133734"/>
                </a:cubicBezTo>
                <a:cubicBezTo>
                  <a:pt x="133734" y="91704"/>
                  <a:pt x="168123" y="57315"/>
                  <a:pt x="210154" y="57315"/>
                </a:cubicBezTo>
                <a:cubicBezTo>
                  <a:pt x="252185" y="57315"/>
                  <a:pt x="286574" y="91704"/>
                  <a:pt x="286574" y="133734"/>
                </a:cubicBezTo>
                <a:cubicBezTo>
                  <a:pt x="286574" y="175765"/>
                  <a:pt x="252185" y="210154"/>
                  <a:pt x="210154" y="21015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Graphic 233" descr="Piggy bank icon.">
            <a:extLst>
              <a:ext uri="{FF2B5EF4-FFF2-40B4-BE49-F238E27FC236}">
                <a16:creationId xmlns:a16="http://schemas.microsoft.com/office/drawing/2014/main" id="{9830F503-1D0F-4EAC-9292-431B20808BE8}"/>
              </a:ext>
            </a:extLst>
          </p:cNvPr>
          <p:cNvSpPr>
            <a:spLocks noChangeAspect="1"/>
          </p:cNvSpPr>
          <p:nvPr/>
        </p:nvSpPr>
        <p:spPr>
          <a:xfrm>
            <a:off x="4647491" y="4252820"/>
            <a:ext cx="458518" cy="418569"/>
          </a:xfrm>
          <a:custGeom>
            <a:avLst/>
            <a:gdLst>
              <a:gd name="connsiteX0" fmla="*/ 439413 w 458518"/>
              <a:gd name="connsiteY0" fmla="*/ 160654 h 418569"/>
              <a:gd name="connsiteX1" fmla="*/ 408845 w 458518"/>
              <a:gd name="connsiteY1" fmla="*/ 160654 h 418569"/>
              <a:gd name="connsiteX2" fmla="*/ 353441 w 458518"/>
              <a:gd name="connsiteY2" fmla="*/ 67039 h 418569"/>
              <a:gd name="connsiteX3" fmla="*/ 353441 w 458518"/>
              <a:gd name="connsiteY3" fmla="*/ 19277 h 418569"/>
              <a:gd name="connsiteX4" fmla="*/ 341978 w 458518"/>
              <a:gd name="connsiteY4" fmla="*/ 2083 h 418569"/>
              <a:gd name="connsiteX5" fmla="*/ 320963 w 458518"/>
              <a:gd name="connsiteY5" fmla="*/ 3993 h 418569"/>
              <a:gd name="connsiteX6" fmla="*/ 282753 w 458518"/>
              <a:gd name="connsiteY6" fmla="*/ 36472 h 418569"/>
              <a:gd name="connsiteX7" fmla="*/ 154750 w 458518"/>
              <a:gd name="connsiteY7" fmla="*/ 36472 h 418569"/>
              <a:gd name="connsiteX8" fmla="*/ 0 w 458518"/>
              <a:gd name="connsiteY8" fmla="*/ 191221 h 418569"/>
              <a:gd name="connsiteX9" fmla="*/ 0 w 458518"/>
              <a:gd name="connsiteY9" fmla="*/ 206505 h 418569"/>
              <a:gd name="connsiteX10" fmla="*/ 87883 w 458518"/>
              <a:gd name="connsiteY10" fmla="*/ 345971 h 418569"/>
              <a:gd name="connsiteX11" fmla="*/ 95525 w 458518"/>
              <a:gd name="connsiteY11" fmla="*/ 401376 h 418569"/>
              <a:gd name="connsiteX12" fmla="*/ 114630 w 458518"/>
              <a:gd name="connsiteY12" fmla="*/ 418570 h 418569"/>
              <a:gd name="connsiteX13" fmla="*/ 135645 w 458518"/>
              <a:gd name="connsiteY13" fmla="*/ 418570 h 418569"/>
              <a:gd name="connsiteX14" fmla="*/ 154750 w 458518"/>
              <a:gd name="connsiteY14" fmla="*/ 403286 h 418569"/>
              <a:gd name="connsiteX15" fmla="*/ 162392 w 458518"/>
              <a:gd name="connsiteY15" fmla="*/ 361255 h 418569"/>
              <a:gd name="connsiteX16" fmla="*/ 254095 w 458518"/>
              <a:gd name="connsiteY16" fmla="*/ 361255 h 418569"/>
              <a:gd name="connsiteX17" fmla="*/ 267469 w 458518"/>
              <a:gd name="connsiteY17" fmla="*/ 401376 h 418569"/>
              <a:gd name="connsiteX18" fmla="*/ 286574 w 458518"/>
              <a:gd name="connsiteY18" fmla="*/ 418570 h 418569"/>
              <a:gd name="connsiteX19" fmla="*/ 307589 w 458518"/>
              <a:gd name="connsiteY19" fmla="*/ 418570 h 418569"/>
              <a:gd name="connsiteX20" fmla="*/ 326694 w 458518"/>
              <a:gd name="connsiteY20" fmla="*/ 401376 h 418569"/>
              <a:gd name="connsiteX21" fmla="*/ 334336 w 458518"/>
              <a:gd name="connsiteY21" fmla="*/ 342150 h 418569"/>
              <a:gd name="connsiteX22" fmla="*/ 408845 w 458518"/>
              <a:gd name="connsiteY22" fmla="*/ 254268 h 418569"/>
              <a:gd name="connsiteX23" fmla="*/ 439413 w 458518"/>
              <a:gd name="connsiteY23" fmla="*/ 254268 h 418569"/>
              <a:gd name="connsiteX24" fmla="*/ 458518 w 458518"/>
              <a:gd name="connsiteY24" fmla="*/ 235163 h 418569"/>
              <a:gd name="connsiteX25" fmla="*/ 458518 w 458518"/>
              <a:gd name="connsiteY25" fmla="*/ 177848 h 418569"/>
              <a:gd name="connsiteX26" fmla="*/ 439413 w 458518"/>
              <a:gd name="connsiteY26" fmla="*/ 160654 h 418569"/>
              <a:gd name="connsiteX27" fmla="*/ 439413 w 458518"/>
              <a:gd name="connsiteY27" fmla="*/ 160654 h 418569"/>
              <a:gd name="connsiteX28" fmla="*/ 439413 w 458518"/>
              <a:gd name="connsiteY28" fmla="*/ 237073 h 418569"/>
              <a:gd name="connsiteX29" fmla="*/ 408845 w 458518"/>
              <a:gd name="connsiteY29" fmla="*/ 237073 h 418569"/>
              <a:gd name="connsiteX30" fmla="*/ 391651 w 458518"/>
              <a:gd name="connsiteY30" fmla="*/ 250447 h 418569"/>
              <a:gd name="connsiteX31" fmla="*/ 324784 w 458518"/>
              <a:gd name="connsiteY31" fmla="*/ 326866 h 418569"/>
              <a:gd name="connsiteX32" fmla="*/ 315231 w 458518"/>
              <a:gd name="connsiteY32" fmla="*/ 342150 h 418569"/>
              <a:gd name="connsiteX33" fmla="*/ 307589 w 458518"/>
              <a:gd name="connsiteY33" fmla="*/ 399465 h 418569"/>
              <a:gd name="connsiteX34" fmla="*/ 286574 w 458518"/>
              <a:gd name="connsiteY34" fmla="*/ 397555 h 418569"/>
              <a:gd name="connsiteX35" fmla="*/ 273200 w 458518"/>
              <a:gd name="connsiteY35" fmla="*/ 355524 h 418569"/>
              <a:gd name="connsiteX36" fmla="*/ 254095 w 458518"/>
              <a:gd name="connsiteY36" fmla="*/ 342150 h 418569"/>
              <a:gd name="connsiteX37" fmla="*/ 162392 w 458518"/>
              <a:gd name="connsiteY37" fmla="*/ 342150 h 418569"/>
              <a:gd name="connsiteX38" fmla="*/ 143287 w 458518"/>
              <a:gd name="connsiteY38" fmla="*/ 357434 h 418569"/>
              <a:gd name="connsiteX39" fmla="*/ 135645 w 458518"/>
              <a:gd name="connsiteY39" fmla="*/ 399465 h 418569"/>
              <a:gd name="connsiteX40" fmla="*/ 112719 w 458518"/>
              <a:gd name="connsiteY40" fmla="*/ 399465 h 418569"/>
              <a:gd name="connsiteX41" fmla="*/ 105077 w 458518"/>
              <a:gd name="connsiteY41" fmla="*/ 344061 h 418569"/>
              <a:gd name="connsiteX42" fmla="*/ 93614 w 458518"/>
              <a:gd name="connsiteY42" fmla="*/ 328777 h 418569"/>
              <a:gd name="connsiteX43" fmla="*/ 17194 w 458518"/>
              <a:gd name="connsiteY43" fmla="*/ 206505 h 418569"/>
              <a:gd name="connsiteX44" fmla="*/ 17194 w 458518"/>
              <a:gd name="connsiteY44" fmla="*/ 191221 h 418569"/>
              <a:gd name="connsiteX45" fmla="*/ 154750 w 458518"/>
              <a:gd name="connsiteY45" fmla="*/ 55577 h 418569"/>
              <a:gd name="connsiteX46" fmla="*/ 282753 w 458518"/>
              <a:gd name="connsiteY46" fmla="*/ 55577 h 418569"/>
              <a:gd name="connsiteX47" fmla="*/ 294216 w 458518"/>
              <a:gd name="connsiteY47" fmla="*/ 51756 h 418569"/>
              <a:gd name="connsiteX48" fmla="*/ 334336 w 458518"/>
              <a:gd name="connsiteY48" fmla="*/ 19277 h 418569"/>
              <a:gd name="connsiteX49" fmla="*/ 334336 w 458518"/>
              <a:gd name="connsiteY49" fmla="*/ 67039 h 418569"/>
              <a:gd name="connsiteX50" fmla="*/ 341978 w 458518"/>
              <a:gd name="connsiteY50" fmla="*/ 82323 h 418569"/>
              <a:gd name="connsiteX51" fmla="*/ 389740 w 458518"/>
              <a:gd name="connsiteY51" fmla="*/ 164475 h 418569"/>
              <a:gd name="connsiteX52" fmla="*/ 408845 w 458518"/>
              <a:gd name="connsiteY52" fmla="*/ 179758 h 418569"/>
              <a:gd name="connsiteX53" fmla="*/ 439413 w 458518"/>
              <a:gd name="connsiteY53" fmla="*/ 179758 h 418569"/>
              <a:gd name="connsiteX54" fmla="*/ 439413 w 458518"/>
              <a:gd name="connsiteY54" fmla="*/ 237073 h 418569"/>
              <a:gd name="connsiteX55" fmla="*/ 162392 w 458518"/>
              <a:gd name="connsiteY55" fmla="*/ 84234 h 418569"/>
              <a:gd name="connsiteX56" fmla="*/ 267469 w 458518"/>
              <a:gd name="connsiteY56" fmla="*/ 84234 h 418569"/>
              <a:gd name="connsiteX57" fmla="*/ 267469 w 458518"/>
              <a:gd name="connsiteY57" fmla="*/ 103339 h 418569"/>
              <a:gd name="connsiteX58" fmla="*/ 162392 w 458518"/>
              <a:gd name="connsiteY58" fmla="*/ 103339 h 418569"/>
              <a:gd name="connsiteX59" fmla="*/ 162392 w 458518"/>
              <a:gd name="connsiteY59" fmla="*/ 84234 h 418569"/>
              <a:gd name="connsiteX60" fmla="*/ 343889 w 458518"/>
              <a:gd name="connsiteY60" fmla="*/ 141549 h 418569"/>
              <a:gd name="connsiteX61" fmla="*/ 353441 w 458518"/>
              <a:gd name="connsiteY61" fmla="*/ 151101 h 418569"/>
              <a:gd name="connsiteX62" fmla="*/ 343889 w 458518"/>
              <a:gd name="connsiteY62" fmla="*/ 160654 h 418569"/>
              <a:gd name="connsiteX63" fmla="*/ 334336 w 458518"/>
              <a:gd name="connsiteY63" fmla="*/ 151101 h 418569"/>
              <a:gd name="connsiteX64" fmla="*/ 343889 w 458518"/>
              <a:gd name="connsiteY64" fmla="*/ 141549 h 41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58518" h="418569">
                <a:moveTo>
                  <a:pt x="439413" y="160654"/>
                </a:moveTo>
                <a:lnTo>
                  <a:pt x="408845" y="160654"/>
                </a:lnTo>
                <a:cubicBezTo>
                  <a:pt x="403114" y="124354"/>
                  <a:pt x="382098" y="89965"/>
                  <a:pt x="353441" y="67039"/>
                </a:cubicBezTo>
                <a:lnTo>
                  <a:pt x="353441" y="19277"/>
                </a:lnTo>
                <a:cubicBezTo>
                  <a:pt x="353441" y="11635"/>
                  <a:pt x="349620" y="5904"/>
                  <a:pt x="341978" y="2083"/>
                </a:cubicBezTo>
                <a:cubicBezTo>
                  <a:pt x="334336" y="-1738"/>
                  <a:pt x="326694" y="172"/>
                  <a:pt x="320963" y="3993"/>
                </a:cubicBezTo>
                <a:lnTo>
                  <a:pt x="282753" y="36472"/>
                </a:lnTo>
                <a:lnTo>
                  <a:pt x="154750" y="36472"/>
                </a:lnTo>
                <a:cubicBezTo>
                  <a:pt x="68778" y="36472"/>
                  <a:pt x="0" y="105249"/>
                  <a:pt x="0" y="191221"/>
                </a:cubicBezTo>
                <a:lnTo>
                  <a:pt x="0" y="206505"/>
                </a:lnTo>
                <a:cubicBezTo>
                  <a:pt x="0" y="265731"/>
                  <a:pt x="34389" y="319224"/>
                  <a:pt x="87883" y="345971"/>
                </a:cubicBezTo>
                <a:lnTo>
                  <a:pt x="95525" y="401376"/>
                </a:lnTo>
                <a:cubicBezTo>
                  <a:pt x="97435" y="410928"/>
                  <a:pt x="105077" y="418570"/>
                  <a:pt x="114630" y="418570"/>
                </a:cubicBezTo>
                <a:lnTo>
                  <a:pt x="135645" y="418570"/>
                </a:lnTo>
                <a:cubicBezTo>
                  <a:pt x="145197" y="418570"/>
                  <a:pt x="152839" y="412838"/>
                  <a:pt x="154750" y="403286"/>
                </a:cubicBezTo>
                <a:lnTo>
                  <a:pt x="162392" y="361255"/>
                </a:lnTo>
                <a:lnTo>
                  <a:pt x="254095" y="361255"/>
                </a:lnTo>
                <a:lnTo>
                  <a:pt x="267469" y="401376"/>
                </a:lnTo>
                <a:cubicBezTo>
                  <a:pt x="269379" y="410928"/>
                  <a:pt x="277021" y="418570"/>
                  <a:pt x="286574" y="418570"/>
                </a:cubicBezTo>
                <a:lnTo>
                  <a:pt x="307589" y="418570"/>
                </a:lnTo>
                <a:cubicBezTo>
                  <a:pt x="317142" y="418570"/>
                  <a:pt x="324784" y="410928"/>
                  <a:pt x="326694" y="401376"/>
                </a:cubicBezTo>
                <a:lnTo>
                  <a:pt x="334336" y="342150"/>
                </a:lnTo>
                <a:cubicBezTo>
                  <a:pt x="368725" y="323045"/>
                  <a:pt x="395472" y="292478"/>
                  <a:pt x="408845" y="254268"/>
                </a:cubicBezTo>
                <a:lnTo>
                  <a:pt x="439413" y="254268"/>
                </a:lnTo>
                <a:cubicBezTo>
                  <a:pt x="450876" y="254268"/>
                  <a:pt x="458518" y="246626"/>
                  <a:pt x="458518" y="235163"/>
                </a:cubicBezTo>
                <a:lnTo>
                  <a:pt x="458518" y="177848"/>
                </a:lnTo>
                <a:cubicBezTo>
                  <a:pt x="458518" y="168296"/>
                  <a:pt x="450876" y="160654"/>
                  <a:pt x="439413" y="160654"/>
                </a:cubicBezTo>
                <a:lnTo>
                  <a:pt x="439413" y="160654"/>
                </a:lnTo>
                <a:close/>
                <a:moveTo>
                  <a:pt x="439413" y="237073"/>
                </a:moveTo>
                <a:lnTo>
                  <a:pt x="408845" y="237073"/>
                </a:lnTo>
                <a:cubicBezTo>
                  <a:pt x="401203" y="237073"/>
                  <a:pt x="393561" y="242805"/>
                  <a:pt x="391651" y="250447"/>
                </a:cubicBezTo>
                <a:cubicBezTo>
                  <a:pt x="380188" y="282925"/>
                  <a:pt x="357262" y="309672"/>
                  <a:pt x="324784" y="326866"/>
                </a:cubicBezTo>
                <a:cubicBezTo>
                  <a:pt x="319052" y="328777"/>
                  <a:pt x="315231" y="334508"/>
                  <a:pt x="315231" y="342150"/>
                </a:cubicBezTo>
                <a:lnTo>
                  <a:pt x="307589" y="399465"/>
                </a:lnTo>
                <a:lnTo>
                  <a:pt x="286574" y="397555"/>
                </a:lnTo>
                <a:lnTo>
                  <a:pt x="273200" y="355524"/>
                </a:lnTo>
                <a:cubicBezTo>
                  <a:pt x="271290" y="347882"/>
                  <a:pt x="263648" y="342150"/>
                  <a:pt x="254095" y="342150"/>
                </a:cubicBezTo>
                <a:lnTo>
                  <a:pt x="162392" y="342150"/>
                </a:lnTo>
                <a:cubicBezTo>
                  <a:pt x="152839" y="342150"/>
                  <a:pt x="145197" y="347882"/>
                  <a:pt x="143287" y="357434"/>
                </a:cubicBezTo>
                <a:lnTo>
                  <a:pt x="135645" y="399465"/>
                </a:lnTo>
                <a:lnTo>
                  <a:pt x="112719" y="399465"/>
                </a:lnTo>
                <a:lnTo>
                  <a:pt x="105077" y="344061"/>
                </a:lnTo>
                <a:cubicBezTo>
                  <a:pt x="105077" y="338329"/>
                  <a:pt x="99346" y="332598"/>
                  <a:pt x="93614" y="328777"/>
                </a:cubicBezTo>
                <a:cubicBezTo>
                  <a:pt x="45852" y="305851"/>
                  <a:pt x="17194" y="258089"/>
                  <a:pt x="17194" y="206505"/>
                </a:cubicBezTo>
                <a:lnTo>
                  <a:pt x="17194" y="191221"/>
                </a:lnTo>
                <a:cubicBezTo>
                  <a:pt x="19105" y="116712"/>
                  <a:pt x="80241" y="55577"/>
                  <a:pt x="154750" y="55577"/>
                </a:cubicBezTo>
                <a:lnTo>
                  <a:pt x="282753" y="55577"/>
                </a:lnTo>
                <a:cubicBezTo>
                  <a:pt x="286574" y="55577"/>
                  <a:pt x="292305" y="53666"/>
                  <a:pt x="294216" y="51756"/>
                </a:cubicBezTo>
                <a:lnTo>
                  <a:pt x="334336" y="19277"/>
                </a:lnTo>
                <a:lnTo>
                  <a:pt x="334336" y="67039"/>
                </a:lnTo>
                <a:cubicBezTo>
                  <a:pt x="334336" y="72771"/>
                  <a:pt x="338157" y="78502"/>
                  <a:pt x="341978" y="82323"/>
                </a:cubicBezTo>
                <a:cubicBezTo>
                  <a:pt x="366814" y="103339"/>
                  <a:pt x="385919" y="131996"/>
                  <a:pt x="389740" y="164475"/>
                </a:cubicBezTo>
                <a:cubicBezTo>
                  <a:pt x="391651" y="174027"/>
                  <a:pt x="399293" y="179758"/>
                  <a:pt x="408845" y="179758"/>
                </a:cubicBezTo>
                <a:lnTo>
                  <a:pt x="439413" y="179758"/>
                </a:lnTo>
                <a:lnTo>
                  <a:pt x="439413" y="237073"/>
                </a:lnTo>
                <a:close/>
                <a:moveTo>
                  <a:pt x="162392" y="84234"/>
                </a:moveTo>
                <a:lnTo>
                  <a:pt x="267469" y="84234"/>
                </a:lnTo>
                <a:lnTo>
                  <a:pt x="267469" y="103339"/>
                </a:lnTo>
                <a:lnTo>
                  <a:pt x="162392" y="103339"/>
                </a:lnTo>
                <a:lnTo>
                  <a:pt x="162392" y="84234"/>
                </a:lnTo>
                <a:close/>
                <a:moveTo>
                  <a:pt x="343889" y="141549"/>
                </a:moveTo>
                <a:cubicBezTo>
                  <a:pt x="349620" y="141549"/>
                  <a:pt x="353441" y="145370"/>
                  <a:pt x="353441" y="151101"/>
                </a:cubicBezTo>
                <a:cubicBezTo>
                  <a:pt x="353441" y="156833"/>
                  <a:pt x="349620" y="160654"/>
                  <a:pt x="343889" y="160654"/>
                </a:cubicBezTo>
                <a:cubicBezTo>
                  <a:pt x="338157" y="160654"/>
                  <a:pt x="334336" y="156833"/>
                  <a:pt x="334336" y="151101"/>
                </a:cubicBezTo>
                <a:cubicBezTo>
                  <a:pt x="334336" y="145370"/>
                  <a:pt x="338157" y="141549"/>
                  <a:pt x="343889" y="14154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209" descr="Wallet icon.">
            <a:extLst>
              <a:ext uri="{FF2B5EF4-FFF2-40B4-BE49-F238E27FC236}">
                <a16:creationId xmlns:a16="http://schemas.microsoft.com/office/drawing/2014/main" id="{5A354781-75A0-4D30-989F-E4C7612CE5A9}"/>
              </a:ext>
            </a:extLst>
          </p:cNvPr>
          <p:cNvSpPr>
            <a:spLocks noChangeAspect="1"/>
          </p:cNvSpPr>
          <p:nvPr/>
        </p:nvSpPr>
        <p:spPr>
          <a:xfrm>
            <a:off x="5873270" y="4238343"/>
            <a:ext cx="439413" cy="417742"/>
          </a:xfrm>
          <a:custGeom>
            <a:avLst/>
            <a:gdLst>
              <a:gd name="connsiteX0" fmla="*/ 420308 w 439413"/>
              <a:gd name="connsiteY0" fmla="*/ 169378 h 417742"/>
              <a:gd name="connsiteX1" fmla="*/ 420308 w 439413"/>
              <a:gd name="connsiteY1" fmla="*/ 73854 h 417742"/>
              <a:gd name="connsiteX2" fmla="*/ 401203 w 439413"/>
              <a:gd name="connsiteY2" fmla="*/ 54749 h 417742"/>
              <a:gd name="connsiteX3" fmla="*/ 353441 w 439413"/>
              <a:gd name="connsiteY3" fmla="*/ 54749 h 417742"/>
              <a:gd name="connsiteX4" fmla="*/ 345799 w 439413"/>
              <a:gd name="connsiteY4" fmla="*/ 14628 h 417742"/>
              <a:gd name="connsiteX5" fmla="*/ 338157 w 439413"/>
              <a:gd name="connsiteY5" fmla="*/ 3165 h 417742"/>
              <a:gd name="connsiteX6" fmla="*/ 322873 w 439413"/>
              <a:gd name="connsiteY6" fmla="*/ 1255 h 417742"/>
              <a:gd name="connsiteX7" fmla="*/ 64957 w 439413"/>
              <a:gd name="connsiteY7" fmla="*/ 54749 h 417742"/>
              <a:gd name="connsiteX8" fmla="*/ 19105 w 439413"/>
              <a:gd name="connsiteY8" fmla="*/ 54749 h 417742"/>
              <a:gd name="connsiteX9" fmla="*/ 0 w 439413"/>
              <a:gd name="connsiteY9" fmla="*/ 73854 h 417742"/>
              <a:gd name="connsiteX10" fmla="*/ 0 w 439413"/>
              <a:gd name="connsiteY10" fmla="*/ 398637 h 417742"/>
              <a:gd name="connsiteX11" fmla="*/ 19105 w 439413"/>
              <a:gd name="connsiteY11" fmla="*/ 417742 h 417742"/>
              <a:gd name="connsiteX12" fmla="*/ 401203 w 439413"/>
              <a:gd name="connsiteY12" fmla="*/ 417742 h 417742"/>
              <a:gd name="connsiteX13" fmla="*/ 420308 w 439413"/>
              <a:gd name="connsiteY13" fmla="*/ 398637 h 417742"/>
              <a:gd name="connsiteX14" fmla="*/ 420308 w 439413"/>
              <a:gd name="connsiteY14" fmla="*/ 284008 h 417742"/>
              <a:gd name="connsiteX15" fmla="*/ 439413 w 439413"/>
              <a:gd name="connsiteY15" fmla="*/ 264903 h 417742"/>
              <a:gd name="connsiteX16" fmla="*/ 439413 w 439413"/>
              <a:gd name="connsiteY16" fmla="*/ 188483 h 417742"/>
              <a:gd name="connsiteX17" fmla="*/ 420308 w 439413"/>
              <a:gd name="connsiteY17" fmla="*/ 169378 h 417742"/>
              <a:gd name="connsiteX18" fmla="*/ 326694 w 439413"/>
              <a:gd name="connsiteY18" fmla="*/ 18449 h 417742"/>
              <a:gd name="connsiteX19" fmla="*/ 334336 w 439413"/>
              <a:gd name="connsiteY19" fmla="*/ 54749 h 417742"/>
              <a:gd name="connsiteX20" fmla="*/ 156660 w 439413"/>
              <a:gd name="connsiteY20" fmla="*/ 54749 h 417742"/>
              <a:gd name="connsiteX21" fmla="*/ 326694 w 439413"/>
              <a:gd name="connsiteY21" fmla="*/ 18449 h 417742"/>
              <a:gd name="connsiteX22" fmla="*/ 401203 w 439413"/>
              <a:gd name="connsiteY22" fmla="*/ 398637 h 417742"/>
              <a:gd name="connsiteX23" fmla="*/ 19105 w 439413"/>
              <a:gd name="connsiteY23" fmla="*/ 398637 h 417742"/>
              <a:gd name="connsiteX24" fmla="*/ 19105 w 439413"/>
              <a:gd name="connsiteY24" fmla="*/ 73854 h 417742"/>
              <a:gd name="connsiteX25" fmla="*/ 401203 w 439413"/>
              <a:gd name="connsiteY25" fmla="*/ 73854 h 417742"/>
              <a:gd name="connsiteX26" fmla="*/ 401203 w 439413"/>
              <a:gd name="connsiteY26" fmla="*/ 169378 h 417742"/>
              <a:gd name="connsiteX27" fmla="*/ 305679 w 439413"/>
              <a:gd name="connsiteY27" fmla="*/ 169378 h 417742"/>
              <a:gd name="connsiteX28" fmla="*/ 286574 w 439413"/>
              <a:gd name="connsiteY28" fmla="*/ 188483 h 417742"/>
              <a:gd name="connsiteX29" fmla="*/ 286574 w 439413"/>
              <a:gd name="connsiteY29" fmla="*/ 264903 h 417742"/>
              <a:gd name="connsiteX30" fmla="*/ 305679 w 439413"/>
              <a:gd name="connsiteY30" fmla="*/ 284008 h 417742"/>
              <a:gd name="connsiteX31" fmla="*/ 401203 w 439413"/>
              <a:gd name="connsiteY31" fmla="*/ 284008 h 417742"/>
              <a:gd name="connsiteX32" fmla="*/ 401203 w 439413"/>
              <a:gd name="connsiteY32" fmla="*/ 398637 h 417742"/>
              <a:gd name="connsiteX33" fmla="*/ 420308 w 439413"/>
              <a:gd name="connsiteY33" fmla="*/ 264903 h 417742"/>
              <a:gd name="connsiteX34" fmla="*/ 305679 w 439413"/>
              <a:gd name="connsiteY34" fmla="*/ 264903 h 417742"/>
              <a:gd name="connsiteX35" fmla="*/ 305679 w 439413"/>
              <a:gd name="connsiteY35" fmla="*/ 188483 h 417742"/>
              <a:gd name="connsiteX36" fmla="*/ 420308 w 439413"/>
              <a:gd name="connsiteY36" fmla="*/ 188483 h 417742"/>
              <a:gd name="connsiteX37" fmla="*/ 420308 w 439413"/>
              <a:gd name="connsiteY37" fmla="*/ 264903 h 417742"/>
              <a:gd name="connsiteX38" fmla="*/ 420308 w 439413"/>
              <a:gd name="connsiteY38" fmla="*/ 264903 h 417742"/>
              <a:gd name="connsiteX39" fmla="*/ 362993 w 439413"/>
              <a:gd name="connsiteY39" fmla="*/ 198036 h 417742"/>
              <a:gd name="connsiteX40" fmla="*/ 334336 w 439413"/>
              <a:gd name="connsiteY40" fmla="*/ 226693 h 417742"/>
              <a:gd name="connsiteX41" fmla="*/ 362993 w 439413"/>
              <a:gd name="connsiteY41" fmla="*/ 255350 h 417742"/>
              <a:gd name="connsiteX42" fmla="*/ 391651 w 439413"/>
              <a:gd name="connsiteY42" fmla="*/ 226693 h 417742"/>
              <a:gd name="connsiteX43" fmla="*/ 362993 w 439413"/>
              <a:gd name="connsiteY43" fmla="*/ 198036 h 417742"/>
              <a:gd name="connsiteX44" fmla="*/ 362993 w 439413"/>
              <a:gd name="connsiteY44" fmla="*/ 236245 h 417742"/>
              <a:gd name="connsiteX45" fmla="*/ 353441 w 439413"/>
              <a:gd name="connsiteY45" fmla="*/ 226693 h 417742"/>
              <a:gd name="connsiteX46" fmla="*/ 362993 w 439413"/>
              <a:gd name="connsiteY46" fmla="*/ 217140 h 417742"/>
              <a:gd name="connsiteX47" fmla="*/ 372546 w 439413"/>
              <a:gd name="connsiteY47" fmla="*/ 226693 h 417742"/>
              <a:gd name="connsiteX48" fmla="*/ 362993 w 439413"/>
              <a:gd name="connsiteY48" fmla="*/ 236245 h 41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39413" h="417742">
                <a:moveTo>
                  <a:pt x="420308" y="169378"/>
                </a:moveTo>
                <a:lnTo>
                  <a:pt x="420308" y="73854"/>
                </a:lnTo>
                <a:cubicBezTo>
                  <a:pt x="420308" y="62391"/>
                  <a:pt x="412666" y="54749"/>
                  <a:pt x="401203" y="54749"/>
                </a:cubicBezTo>
                <a:lnTo>
                  <a:pt x="353441" y="54749"/>
                </a:lnTo>
                <a:lnTo>
                  <a:pt x="345799" y="14628"/>
                </a:lnTo>
                <a:cubicBezTo>
                  <a:pt x="343889" y="8897"/>
                  <a:pt x="341978" y="5076"/>
                  <a:pt x="338157" y="3165"/>
                </a:cubicBezTo>
                <a:cubicBezTo>
                  <a:pt x="334336" y="-656"/>
                  <a:pt x="328605" y="-656"/>
                  <a:pt x="322873" y="1255"/>
                </a:cubicBezTo>
                <a:lnTo>
                  <a:pt x="64957" y="54749"/>
                </a:lnTo>
                <a:lnTo>
                  <a:pt x="19105" y="54749"/>
                </a:lnTo>
                <a:cubicBezTo>
                  <a:pt x="7642" y="54749"/>
                  <a:pt x="0" y="62391"/>
                  <a:pt x="0" y="73854"/>
                </a:cubicBezTo>
                <a:lnTo>
                  <a:pt x="0" y="398637"/>
                </a:lnTo>
                <a:cubicBezTo>
                  <a:pt x="0" y="410100"/>
                  <a:pt x="7642" y="417742"/>
                  <a:pt x="19105" y="417742"/>
                </a:cubicBezTo>
                <a:lnTo>
                  <a:pt x="401203" y="417742"/>
                </a:lnTo>
                <a:cubicBezTo>
                  <a:pt x="412666" y="417742"/>
                  <a:pt x="420308" y="410100"/>
                  <a:pt x="420308" y="398637"/>
                </a:cubicBezTo>
                <a:lnTo>
                  <a:pt x="420308" y="284008"/>
                </a:lnTo>
                <a:cubicBezTo>
                  <a:pt x="431771" y="284008"/>
                  <a:pt x="439413" y="276366"/>
                  <a:pt x="439413" y="264903"/>
                </a:cubicBezTo>
                <a:lnTo>
                  <a:pt x="439413" y="188483"/>
                </a:lnTo>
                <a:cubicBezTo>
                  <a:pt x="439413" y="177020"/>
                  <a:pt x="431771" y="169378"/>
                  <a:pt x="420308" y="169378"/>
                </a:cubicBezTo>
                <a:close/>
                <a:moveTo>
                  <a:pt x="326694" y="18449"/>
                </a:moveTo>
                <a:lnTo>
                  <a:pt x="334336" y="54749"/>
                </a:lnTo>
                <a:lnTo>
                  <a:pt x="156660" y="54749"/>
                </a:lnTo>
                <a:lnTo>
                  <a:pt x="326694" y="18449"/>
                </a:lnTo>
                <a:close/>
                <a:moveTo>
                  <a:pt x="401203" y="398637"/>
                </a:moveTo>
                <a:lnTo>
                  <a:pt x="19105" y="398637"/>
                </a:lnTo>
                <a:lnTo>
                  <a:pt x="19105" y="73854"/>
                </a:lnTo>
                <a:lnTo>
                  <a:pt x="401203" y="73854"/>
                </a:lnTo>
                <a:lnTo>
                  <a:pt x="401203" y="169378"/>
                </a:lnTo>
                <a:lnTo>
                  <a:pt x="305679" y="169378"/>
                </a:lnTo>
                <a:cubicBezTo>
                  <a:pt x="294216" y="169378"/>
                  <a:pt x="286574" y="177020"/>
                  <a:pt x="286574" y="188483"/>
                </a:cubicBezTo>
                <a:lnTo>
                  <a:pt x="286574" y="264903"/>
                </a:lnTo>
                <a:cubicBezTo>
                  <a:pt x="286574" y="276366"/>
                  <a:pt x="294216" y="284008"/>
                  <a:pt x="305679" y="284008"/>
                </a:cubicBezTo>
                <a:lnTo>
                  <a:pt x="401203" y="284008"/>
                </a:lnTo>
                <a:lnTo>
                  <a:pt x="401203" y="398637"/>
                </a:lnTo>
                <a:close/>
                <a:moveTo>
                  <a:pt x="420308" y="264903"/>
                </a:moveTo>
                <a:lnTo>
                  <a:pt x="305679" y="264903"/>
                </a:lnTo>
                <a:lnTo>
                  <a:pt x="305679" y="188483"/>
                </a:lnTo>
                <a:lnTo>
                  <a:pt x="420308" y="188483"/>
                </a:lnTo>
                <a:lnTo>
                  <a:pt x="420308" y="264903"/>
                </a:lnTo>
                <a:lnTo>
                  <a:pt x="420308" y="264903"/>
                </a:lnTo>
                <a:moveTo>
                  <a:pt x="362993" y="198036"/>
                </a:moveTo>
                <a:cubicBezTo>
                  <a:pt x="347710" y="198036"/>
                  <a:pt x="334336" y="211409"/>
                  <a:pt x="334336" y="226693"/>
                </a:cubicBezTo>
                <a:cubicBezTo>
                  <a:pt x="334336" y="241977"/>
                  <a:pt x="347710" y="255350"/>
                  <a:pt x="362993" y="255350"/>
                </a:cubicBezTo>
                <a:cubicBezTo>
                  <a:pt x="378277" y="255350"/>
                  <a:pt x="391651" y="241977"/>
                  <a:pt x="391651" y="226693"/>
                </a:cubicBezTo>
                <a:cubicBezTo>
                  <a:pt x="391651" y="211409"/>
                  <a:pt x="378277" y="198036"/>
                  <a:pt x="362993" y="198036"/>
                </a:cubicBezTo>
                <a:close/>
                <a:moveTo>
                  <a:pt x="362993" y="236245"/>
                </a:moveTo>
                <a:cubicBezTo>
                  <a:pt x="357262" y="236245"/>
                  <a:pt x="353441" y="232424"/>
                  <a:pt x="353441" y="226693"/>
                </a:cubicBezTo>
                <a:cubicBezTo>
                  <a:pt x="353441" y="220961"/>
                  <a:pt x="357262" y="217140"/>
                  <a:pt x="362993" y="217140"/>
                </a:cubicBezTo>
                <a:cubicBezTo>
                  <a:pt x="368725" y="217140"/>
                  <a:pt x="372546" y="220961"/>
                  <a:pt x="372546" y="226693"/>
                </a:cubicBezTo>
                <a:cubicBezTo>
                  <a:pt x="372546" y="232424"/>
                  <a:pt x="368725" y="236245"/>
                  <a:pt x="362993" y="23624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80" descr="Purse icon.">
            <a:extLst>
              <a:ext uri="{FF2B5EF4-FFF2-40B4-BE49-F238E27FC236}">
                <a16:creationId xmlns:a16="http://schemas.microsoft.com/office/drawing/2014/main" id="{AC920C79-E5EC-4629-837C-E1AF3E3941EA}"/>
              </a:ext>
            </a:extLst>
          </p:cNvPr>
          <p:cNvSpPr>
            <a:spLocks noChangeAspect="1"/>
          </p:cNvSpPr>
          <p:nvPr/>
        </p:nvSpPr>
        <p:spPr>
          <a:xfrm>
            <a:off x="7107111" y="4235777"/>
            <a:ext cx="419521" cy="420308"/>
          </a:xfrm>
          <a:custGeom>
            <a:avLst/>
            <a:gdLst>
              <a:gd name="connsiteX0" fmla="*/ 417619 w 419521"/>
              <a:gd name="connsiteY0" fmla="*/ 319052 h 420308"/>
              <a:gd name="connsiteX1" fmla="*/ 381319 w 419521"/>
              <a:gd name="connsiteY1" fmla="*/ 149018 h 420308"/>
              <a:gd name="connsiteX2" fmla="*/ 364125 w 419521"/>
              <a:gd name="connsiteY2" fmla="*/ 133734 h 420308"/>
              <a:gd name="connsiteX3" fmla="*/ 343109 w 419521"/>
              <a:gd name="connsiteY3" fmla="*/ 133734 h 420308"/>
              <a:gd name="connsiteX4" fmla="*/ 209375 w 419521"/>
              <a:gd name="connsiteY4" fmla="*/ 0 h 420308"/>
              <a:gd name="connsiteX5" fmla="*/ 75641 w 419521"/>
              <a:gd name="connsiteY5" fmla="*/ 133734 h 420308"/>
              <a:gd name="connsiteX6" fmla="*/ 54625 w 419521"/>
              <a:gd name="connsiteY6" fmla="*/ 133734 h 420308"/>
              <a:gd name="connsiteX7" fmla="*/ 35520 w 419521"/>
              <a:gd name="connsiteY7" fmla="*/ 149018 h 420308"/>
              <a:gd name="connsiteX8" fmla="*/ 1131 w 419521"/>
              <a:gd name="connsiteY8" fmla="*/ 319052 h 420308"/>
              <a:gd name="connsiteX9" fmla="*/ 20236 w 419521"/>
              <a:gd name="connsiteY9" fmla="*/ 387830 h 420308"/>
              <a:gd name="connsiteX10" fmla="*/ 87104 w 419521"/>
              <a:gd name="connsiteY10" fmla="*/ 420308 h 420308"/>
              <a:gd name="connsiteX11" fmla="*/ 331647 w 419521"/>
              <a:gd name="connsiteY11" fmla="*/ 420308 h 420308"/>
              <a:gd name="connsiteX12" fmla="*/ 400424 w 419521"/>
              <a:gd name="connsiteY12" fmla="*/ 387830 h 420308"/>
              <a:gd name="connsiteX13" fmla="*/ 417619 w 419521"/>
              <a:gd name="connsiteY13" fmla="*/ 319052 h 420308"/>
              <a:gd name="connsiteX14" fmla="*/ 209375 w 419521"/>
              <a:gd name="connsiteY14" fmla="*/ 17194 h 420308"/>
              <a:gd name="connsiteX15" fmla="*/ 324005 w 419521"/>
              <a:gd name="connsiteY15" fmla="*/ 133734 h 420308"/>
              <a:gd name="connsiteX16" fmla="*/ 94746 w 419521"/>
              <a:gd name="connsiteY16" fmla="*/ 133734 h 420308"/>
              <a:gd name="connsiteX17" fmla="*/ 209375 w 419521"/>
              <a:gd name="connsiteY17" fmla="*/ 17194 h 420308"/>
              <a:gd name="connsiteX18" fmla="*/ 350751 w 419521"/>
              <a:gd name="connsiteY18" fmla="*/ 152839 h 420308"/>
              <a:gd name="connsiteX19" fmla="*/ 325915 w 419521"/>
              <a:gd name="connsiteY19" fmla="*/ 267469 h 420308"/>
              <a:gd name="connsiteX20" fmla="*/ 266690 w 419521"/>
              <a:gd name="connsiteY20" fmla="*/ 267469 h 420308"/>
              <a:gd name="connsiteX21" fmla="*/ 266690 w 419521"/>
              <a:gd name="connsiteY21" fmla="*/ 267469 h 420308"/>
              <a:gd name="connsiteX22" fmla="*/ 247585 w 419521"/>
              <a:gd name="connsiteY22" fmla="*/ 248364 h 420308"/>
              <a:gd name="connsiteX23" fmla="*/ 171165 w 419521"/>
              <a:gd name="connsiteY23" fmla="*/ 248364 h 420308"/>
              <a:gd name="connsiteX24" fmla="*/ 152060 w 419521"/>
              <a:gd name="connsiteY24" fmla="*/ 267469 h 420308"/>
              <a:gd name="connsiteX25" fmla="*/ 152060 w 419521"/>
              <a:gd name="connsiteY25" fmla="*/ 267469 h 420308"/>
              <a:gd name="connsiteX26" fmla="*/ 92835 w 419521"/>
              <a:gd name="connsiteY26" fmla="*/ 267469 h 420308"/>
              <a:gd name="connsiteX27" fmla="*/ 67999 w 419521"/>
              <a:gd name="connsiteY27" fmla="*/ 152839 h 420308"/>
              <a:gd name="connsiteX28" fmla="*/ 350751 w 419521"/>
              <a:gd name="connsiteY28" fmla="*/ 152839 h 420308"/>
              <a:gd name="connsiteX29" fmla="*/ 247585 w 419521"/>
              <a:gd name="connsiteY29" fmla="*/ 267469 h 420308"/>
              <a:gd name="connsiteX30" fmla="*/ 247585 w 419521"/>
              <a:gd name="connsiteY30" fmla="*/ 286574 h 420308"/>
              <a:gd name="connsiteX31" fmla="*/ 171165 w 419521"/>
              <a:gd name="connsiteY31" fmla="*/ 286574 h 420308"/>
              <a:gd name="connsiteX32" fmla="*/ 171165 w 419521"/>
              <a:gd name="connsiteY32" fmla="*/ 267469 h 420308"/>
              <a:gd name="connsiteX33" fmla="*/ 247585 w 419521"/>
              <a:gd name="connsiteY33" fmla="*/ 267469 h 420308"/>
              <a:gd name="connsiteX34" fmla="*/ 385140 w 419521"/>
              <a:gd name="connsiteY34" fmla="*/ 376367 h 420308"/>
              <a:gd name="connsiteX35" fmla="*/ 331647 w 419521"/>
              <a:gd name="connsiteY35" fmla="*/ 401203 h 420308"/>
              <a:gd name="connsiteX36" fmla="*/ 87104 w 419521"/>
              <a:gd name="connsiteY36" fmla="*/ 401203 h 420308"/>
              <a:gd name="connsiteX37" fmla="*/ 33610 w 419521"/>
              <a:gd name="connsiteY37" fmla="*/ 376367 h 420308"/>
              <a:gd name="connsiteX38" fmla="*/ 18326 w 419521"/>
              <a:gd name="connsiteY38" fmla="*/ 322873 h 420308"/>
              <a:gd name="connsiteX39" fmla="*/ 52715 w 419521"/>
              <a:gd name="connsiteY39" fmla="*/ 166213 h 420308"/>
              <a:gd name="connsiteX40" fmla="*/ 75641 w 419521"/>
              <a:gd name="connsiteY40" fmla="*/ 271290 h 420308"/>
              <a:gd name="connsiteX41" fmla="*/ 92835 w 419521"/>
              <a:gd name="connsiteY41" fmla="*/ 286574 h 420308"/>
              <a:gd name="connsiteX42" fmla="*/ 152060 w 419521"/>
              <a:gd name="connsiteY42" fmla="*/ 286574 h 420308"/>
              <a:gd name="connsiteX43" fmla="*/ 152060 w 419521"/>
              <a:gd name="connsiteY43" fmla="*/ 286574 h 420308"/>
              <a:gd name="connsiteX44" fmla="*/ 171165 w 419521"/>
              <a:gd name="connsiteY44" fmla="*/ 305679 h 420308"/>
              <a:gd name="connsiteX45" fmla="*/ 247585 w 419521"/>
              <a:gd name="connsiteY45" fmla="*/ 305679 h 420308"/>
              <a:gd name="connsiteX46" fmla="*/ 266690 w 419521"/>
              <a:gd name="connsiteY46" fmla="*/ 286574 h 420308"/>
              <a:gd name="connsiteX47" fmla="*/ 266690 w 419521"/>
              <a:gd name="connsiteY47" fmla="*/ 286574 h 420308"/>
              <a:gd name="connsiteX48" fmla="*/ 325915 w 419521"/>
              <a:gd name="connsiteY48" fmla="*/ 286574 h 420308"/>
              <a:gd name="connsiteX49" fmla="*/ 345020 w 419521"/>
              <a:gd name="connsiteY49" fmla="*/ 271290 h 420308"/>
              <a:gd name="connsiteX50" fmla="*/ 367946 w 419521"/>
              <a:gd name="connsiteY50" fmla="*/ 166213 h 420308"/>
              <a:gd name="connsiteX51" fmla="*/ 400424 w 419521"/>
              <a:gd name="connsiteY51" fmla="*/ 322873 h 420308"/>
              <a:gd name="connsiteX52" fmla="*/ 385140 w 419521"/>
              <a:gd name="connsiteY52" fmla="*/ 376367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19521" h="420308">
                <a:moveTo>
                  <a:pt x="417619" y="319052"/>
                </a:moveTo>
                <a:lnTo>
                  <a:pt x="381319" y="149018"/>
                </a:lnTo>
                <a:cubicBezTo>
                  <a:pt x="381319" y="139466"/>
                  <a:pt x="371767" y="133734"/>
                  <a:pt x="364125" y="133734"/>
                </a:cubicBezTo>
                <a:lnTo>
                  <a:pt x="343109" y="133734"/>
                </a:lnTo>
                <a:cubicBezTo>
                  <a:pt x="341199" y="61136"/>
                  <a:pt x="281974" y="1910"/>
                  <a:pt x="209375" y="0"/>
                </a:cubicBezTo>
                <a:cubicBezTo>
                  <a:pt x="136776" y="1910"/>
                  <a:pt x="77551" y="61136"/>
                  <a:pt x="75641" y="133734"/>
                </a:cubicBezTo>
                <a:lnTo>
                  <a:pt x="54625" y="133734"/>
                </a:lnTo>
                <a:cubicBezTo>
                  <a:pt x="45073" y="133734"/>
                  <a:pt x="37431" y="139466"/>
                  <a:pt x="35520" y="149018"/>
                </a:cubicBezTo>
                <a:lnTo>
                  <a:pt x="1131" y="319052"/>
                </a:lnTo>
                <a:cubicBezTo>
                  <a:pt x="-2690" y="343889"/>
                  <a:pt x="3042" y="368725"/>
                  <a:pt x="20236" y="387830"/>
                </a:cubicBezTo>
                <a:cubicBezTo>
                  <a:pt x="37431" y="406935"/>
                  <a:pt x="62267" y="420308"/>
                  <a:pt x="87104" y="420308"/>
                </a:cubicBezTo>
                <a:lnTo>
                  <a:pt x="331647" y="420308"/>
                </a:lnTo>
                <a:cubicBezTo>
                  <a:pt x="358393" y="420308"/>
                  <a:pt x="383230" y="408845"/>
                  <a:pt x="400424" y="387830"/>
                </a:cubicBezTo>
                <a:cubicBezTo>
                  <a:pt x="415708" y="368725"/>
                  <a:pt x="423350" y="343889"/>
                  <a:pt x="417619" y="319052"/>
                </a:cubicBezTo>
                <a:close/>
                <a:moveTo>
                  <a:pt x="209375" y="17194"/>
                </a:moveTo>
                <a:cubicBezTo>
                  <a:pt x="272421" y="19105"/>
                  <a:pt x="322094" y="70688"/>
                  <a:pt x="324005" y="133734"/>
                </a:cubicBezTo>
                <a:lnTo>
                  <a:pt x="94746" y="133734"/>
                </a:lnTo>
                <a:cubicBezTo>
                  <a:pt x="96656" y="70688"/>
                  <a:pt x="146329" y="21015"/>
                  <a:pt x="209375" y="17194"/>
                </a:cubicBezTo>
                <a:close/>
                <a:moveTo>
                  <a:pt x="350751" y="152839"/>
                </a:moveTo>
                <a:lnTo>
                  <a:pt x="325915" y="267469"/>
                </a:lnTo>
                <a:lnTo>
                  <a:pt x="266690" y="267469"/>
                </a:lnTo>
                <a:lnTo>
                  <a:pt x="266690" y="267469"/>
                </a:lnTo>
                <a:cubicBezTo>
                  <a:pt x="266690" y="256006"/>
                  <a:pt x="259048" y="248364"/>
                  <a:pt x="247585" y="248364"/>
                </a:cubicBezTo>
                <a:lnTo>
                  <a:pt x="171165" y="248364"/>
                </a:lnTo>
                <a:cubicBezTo>
                  <a:pt x="159702" y="248364"/>
                  <a:pt x="152060" y="256006"/>
                  <a:pt x="152060" y="267469"/>
                </a:cubicBezTo>
                <a:lnTo>
                  <a:pt x="152060" y="267469"/>
                </a:lnTo>
                <a:lnTo>
                  <a:pt x="92835" y="267469"/>
                </a:lnTo>
                <a:lnTo>
                  <a:pt x="67999" y="152839"/>
                </a:lnTo>
                <a:lnTo>
                  <a:pt x="350751" y="152839"/>
                </a:lnTo>
                <a:close/>
                <a:moveTo>
                  <a:pt x="247585" y="267469"/>
                </a:moveTo>
                <a:lnTo>
                  <a:pt x="247585" y="286574"/>
                </a:lnTo>
                <a:lnTo>
                  <a:pt x="171165" y="286574"/>
                </a:lnTo>
                <a:lnTo>
                  <a:pt x="171165" y="267469"/>
                </a:lnTo>
                <a:lnTo>
                  <a:pt x="247585" y="267469"/>
                </a:lnTo>
                <a:close/>
                <a:moveTo>
                  <a:pt x="385140" y="376367"/>
                </a:moveTo>
                <a:cubicBezTo>
                  <a:pt x="371767" y="391651"/>
                  <a:pt x="352662" y="401203"/>
                  <a:pt x="331647" y="401203"/>
                </a:cubicBezTo>
                <a:lnTo>
                  <a:pt x="87104" y="401203"/>
                </a:lnTo>
                <a:cubicBezTo>
                  <a:pt x="66088" y="401203"/>
                  <a:pt x="46983" y="391651"/>
                  <a:pt x="33610" y="376367"/>
                </a:cubicBezTo>
                <a:cubicBezTo>
                  <a:pt x="20236" y="361083"/>
                  <a:pt x="14505" y="341978"/>
                  <a:pt x="18326" y="322873"/>
                </a:cubicBezTo>
                <a:lnTo>
                  <a:pt x="52715" y="166213"/>
                </a:lnTo>
                <a:lnTo>
                  <a:pt x="75641" y="271290"/>
                </a:lnTo>
                <a:cubicBezTo>
                  <a:pt x="75641" y="280842"/>
                  <a:pt x="85193" y="286574"/>
                  <a:pt x="92835" y="286574"/>
                </a:cubicBezTo>
                <a:lnTo>
                  <a:pt x="152060" y="286574"/>
                </a:lnTo>
                <a:lnTo>
                  <a:pt x="152060" y="286574"/>
                </a:lnTo>
                <a:cubicBezTo>
                  <a:pt x="152060" y="298037"/>
                  <a:pt x="159702" y="305679"/>
                  <a:pt x="171165" y="305679"/>
                </a:cubicBezTo>
                <a:lnTo>
                  <a:pt x="247585" y="305679"/>
                </a:lnTo>
                <a:cubicBezTo>
                  <a:pt x="259048" y="305679"/>
                  <a:pt x="266690" y="298037"/>
                  <a:pt x="266690" y="286574"/>
                </a:cubicBezTo>
                <a:lnTo>
                  <a:pt x="266690" y="286574"/>
                </a:lnTo>
                <a:lnTo>
                  <a:pt x="325915" y="286574"/>
                </a:lnTo>
                <a:cubicBezTo>
                  <a:pt x="335468" y="286574"/>
                  <a:pt x="343109" y="280842"/>
                  <a:pt x="345020" y="271290"/>
                </a:cubicBezTo>
                <a:lnTo>
                  <a:pt x="367946" y="166213"/>
                </a:lnTo>
                <a:lnTo>
                  <a:pt x="400424" y="322873"/>
                </a:lnTo>
                <a:cubicBezTo>
                  <a:pt x="404245" y="341978"/>
                  <a:pt x="398514" y="361083"/>
                  <a:pt x="385140" y="37636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23" descr="Greeting card icon.">
            <a:extLst>
              <a:ext uri="{FF2B5EF4-FFF2-40B4-BE49-F238E27FC236}">
                <a16:creationId xmlns:a16="http://schemas.microsoft.com/office/drawing/2014/main" id="{D92CBF0D-D940-4835-9E5A-6508056F6378}"/>
              </a:ext>
            </a:extLst>
          </p:cNvPr>
          <p:cNvSpPr>
            <a:spLocks noChangeAspect="1"/>
          </p:cNvSpPr>
          <p:nvPr/>
        </p:nvSpPr>
        <p:spPr>
          <a:xfrm>
            <a:off x="8404701" y="4214638"/>
            <a:ext cx="305678" cy="458518"/>
          </a:xfrm>
          <a:custGeom>
            <a:avLst/>
            <a:gdLst>
              <a:gd name="connsiteX0" fmla="*/ 152839 w 305678"/>
              <a:gd name="connsiteY0" fmla="*/ 114630 h 458518"/>
              <a:gd name="connsiteX1" fmla="*/ 84062 w 305678"/>
              <a:gd name="connsiteY1" fmla="*/ 192960 h 458518"/>
              <a:gd name="connsiteX2" fmla="*/ 122271 w 305678"/>
              <a:gd name="connsiteY2" fmla="*/ 261737 h 458518"/>
              <a:gd name="connsiteX3" fmla="*/ 120361 w 305678"/>
              <a:gd name="connsiteY3" fmla="*/ 273200 h 458518"/>
              <a:gd name="connsiteX4" fmla="*/ 124182 w 305678"/>
              <a:gd name="connsiteY4" fmla="*/ 290395 h 458518"/>
              <a:gd name="connsiteX5" fmla="*/ 139466 w 305678"/>
              <a:gd name="connsiteY5" fmla="*/ 298037 h 458518"/>
              <a:gd name="connsiteX6" fmla="*/ 143287 w 305678"/>
              <a:gd name="connsiteY6" fmla="*/ 298037 h 458518"/>
              <a:gd name="connsiteX7" fmla="*/ 137555 w 305678"/>
              <a:gd name="connsiteY7" fmla="*/ 303768 h 458518"/>
              <a:gd name="connsiteX8" fmla="*/ 135645 w 305678"/>
              <a:gd name="connsiteY8" fmla="*/ 359172 h 458518"/>
              <a:gd name="connsiteX9" fmla="*/ 137555 w 305678"/>
              <a:gd name="connsiteY9" fmla="*/ 361083 h 458518"/>
              <a:gd name="connsiteX10" fmla="*/ 139466 w 305678"/>
              <a:gd name="connsiteY10" fmla="*/ 389740 h 458518"/>
              <a:gd name="connsiteX11" fmla="*/ 137555 w 305678"/>
              <a:gd name="connsiteY11" fmla="*/ 391651 h 458518"/>
              <a:gd name="connsiteX12" fmla="*/ 126092 w 305678"/>
              <a:gd name="connsiteY12" fmla="*/ 420308 h 458518"/>
              <a:gd name="connsiteX13" fmla="*/ 145197 w 305678"/>
              <a:gd name="connsiteY13" fmla="*/ 420308 h 458518"/>
              <a:gd name="connsiteX14" fmla="*/ 152839 w 305678"/>
              <a:gd name="connsiteY14" fmla="*/ 405024 h 458518"/>
              <a:gd name="connsiteX15" fmla="*/ 154750 w 305678"/>
              <a:gd name="connsiteY15" fmla="*/ 349620 h 458518"/>
              <a:gd name="connsiteX16" fmla="*/ 152839 w 305678"/>
              <a:gd name="connsiteY16" fmla="*/ 347710 h 458518"/>
              <a:gd name="connsiteX17" fmla="*/ 150929 w 305678"/>
              <a:gd name="connsiteY17" fmla="*/ 319052 h 458518"/>
              <a:gd name="connsiteX18" fmla="*/ 152839 w 305678"/>
              <a:gd name="connsiteY18" fmla="*/ 317142 h 458518"/>
              <a:gd name="connsiteX19" fmla="*/ 164302 w 305678"/>
              <a:gd name="connsiteY19" fmla="*/ 298037 h 458518"/>
              <a:gd name="connsiteX20" fmla="*/ 171944 w 305678"/>
              <a:gd name="connsiteY20" fmla="*/ 298037 h 458518"/>
              <a:gd name="connsiteX21" fmla="*/ 187228 w 305678"/>
              <a:gd name="connsiteY21" fmla="*/ 290395 h 458518"/>
              <a:gd name="connsiteX22" fmla="*/ 191049 w 305678"/>
              <a:gd name="connsiteY22" fmla="*/ 273200 h 458518"/>
              <a:gd name="connsiteX23" fmla="*/ 189139 w 305678"/>
              <a:gd name="connsiteY23" fmla="*/ 261737 h 458518"/>
              <a:gd name="connsiteX24" fmla="*/ 225438 w 305678"/>
              <a:gd name="connsiteY24" fmla="*/ 192960 h 458518"/>
              <a:gd name="connsiteX25" fmla="*/ 152839 w 305678"/>
              <a:gd name="connsiteY25" fmla="*/ 114630 h 458518"/>
              <a:gd name="connsiteX26" fmla="*/ 152839 w 305678"/>
              <a:gd name="connsiteY26" fmla="*/ 114630 h 458518"/>
              <a:gd name="connsiteX27" fmla="*/ 175765 w 305678"/>
              <a:gd name="connsiteY27" fmla="*/ 244543 h 458518"/>
              <a:gd name="connsiteX28" fmla="*/ 166213 w 305678"/>
              <a:gd name="connsiteY28" fmla="*/ 265558 h 458518"/>
              <a:gd name="connsiteX29" fmla="*/ 168123 w 305678"/>
              <a:gd name="connsiteY29" fmla="*/ 277021 h 458518"/>
              <a:gd name="connsiteX30" fmla="*/ 135645 w 305678"/>
              <a:gd name="connsiteY30" fmla="*/ 277021 h 458518"/>
              <a:gd name="connsiteX31" fmla="*/ 137555 w 305678"/>
              <a:gd name="connsiteY31" fmla="*/ 265558 h 458518"/>
              <a:gd name="connsiteX32" fmla="*/ 128003 w 305678"/>
              <a:gd name="connsiteY32" fmla="*/ 244543 h 458518"/>
              <a:gd name="connsiteX33" fmla="*/ 101256 w 305678"/>
              <a:gd name="connsiteY33" fmla="*/ 192960 h 458518"/>
              <a:gd name="connsiteX34" fmla="*/ 152839 w 305678"/>
              <a:gd name="connsiteY34" fmla="*/ 133734 h 458518"/>
              <a:gd name="connsiteX35" fmla="*/ 202512 w 305678"/>
              <a:gd name="connsiteY35" fmla="*/ 192960 h 458518"/>
              <a:gd name="connsiteX36" fmla="*/ 175765 w 305678"/>
              <a:gd name="connsiteY36" fmla="*/ 244543 h 458518"/>
              <a:gd name="connsiteX37" fmla="*/ 286574 w 305678"/>
              <a:gd name="connsiteY37" fmla="*/ 76420 h 458518"/>
              <a:gd name="connsiteX38" fmla="*/ 191049 w 305678"/>
              <a:gd name="connsiteY38" fmla="*/ 76420 h 458518"/>
              <a:gd name="connsiteX39" fmla="*/ 191049 w 305678"/>
              <a:gd name="connsiteY39" fmla="*/ 19105 h 458518"/>
              <a:gd name="connsiteX40" fmla="*/ 171944 w 305678"/>
              <a:gd name="connsiteY40" fmla="*/ 0 h 458518"/>
              <a:gd name="connsiteX41" fmla="*/ 164302 w 305678"/>
              <a:gd name="connsiteY41" fmla="*/ 1910 h 458518"/>
              <a:gd name="connsiteX42" fmla="*/ 0 w 305678"/>
              <a:gd name="connsiteY42" fmla="*/ 76420 h 458518"/>
              <a:gd name="connsiteX43" fmla="*/ 0 w 305678"/>
              <a:gd name="connsiteY43" fmla="*/ 439413 h 458518"/>
              <a:gd name="connsiteX44" fmla="*/ 19105 w 305678"/>
              <a:gd name="connsiteY44" fmla="*/ 458518 h 458518"/>
              <a:gd name="connsiteX45" fmla="*/ 286574 w 305678"/>
              <a:gd name="connsiteY45" fmla="*/ 458518 h 458518"/>
              <a:gd name="connsiteX46" fmla="*/ 305679 w 305678"/>
              <a:gd name="connsiteY46" fmla="*/ 439413 h 458518"/>
              <a:gd name="connsiteX47" fmla="*/ 305679 w 305678"/>
              <a:gd name="connsiteY47" fmla="*/ 95525 h 458518"/>
              <a:gd name="connsiteX48" fmla="*/ 286574 w 305678"/>
              <a:gd name="connsiteY48" fmla="*/ 76420 h 458518"/>
              <a:gd name="connsiteX49" fmla="*/ 171944 w 305678"/>
              <a:gd name="connsiteY49" fmla="*/ 19105 h 458518"/>
              <a:gd name="connsiteX50" fmla="*/ 171944 w 305678"/>
              <a:gd name="connsiteY50" fmla="*/ 76420 h 458518"/>
              <a:gd name="connsiteX51" fmla="*/ 43941 w 305678"/>
              <a:gd name="connsiteY51" fmla="*/ 76420 h 458518"/>
              <a:gd name="connsiteX52" fmla="*/ 171944 w 305678"/>
              <a:gd name="connsiteY52" fmla="*/ 19105 h 458518"/>
              <a:gd name="connsiteX53" fmla="*/ 286574 w 305678"/>
              <a:gd name="connsiteY53" fmla="*/ 439413 h 458518"/>
              <a:gd name="connsiteX54" fmla="*/ 19105 w 305678"/>
              <a:gd name="connsiteY54" fmla="*/ 439413 h 458518"/>
              <a:gd name="connsiteX55" fmla="*/ 19105 w 305678"/>
              <a:gd name="connsiteY55" fmla="*/ 95525 h 458518"/>
              <a:gd name="connsiteX56" fmla="*/ 286574 w 305678"/>
              <a:gd name="connsiteY56" fmla="*/ 95525 h 458518"/>
              <a:gd name="connsiteX57" fmla="*/ 286574 w 305678"/>
              <a:gd name="connsiteY57" fmla="*/ 439413 h 458518"/>
              <a:gd name="connsiteX58" fmla="*/ 286574 w 305678"/>
              <a:gd name="connsiteY58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05678" h="458518">
                <a:moveTo>
                  <a:pt x="152839" y="114630"/>
                </a:moveTo>
                <a:cubicBezTo>
                  <a:pt x="112719" y="116540"/>
                  <a:pt x="82151" y="152839"/>
                  <a:pt x="84062" y="192960"/>
                </a:cubicBezTo>
                <a:cubicBezTo>
                  <a:pt x="84062" y="221617"/>
                  <a:pt x="97435" y="246453"/>
                  <a:pt x="122271" y="261737"/>
                </a:cubicBezTo>
                <a:lnTo>
                  <a:pt x="120361" y="273200"/>
                </a:lnTo>
                <a:cubicBezTo>
                  <a:pt x="118450" y="278932"/>
                  <a:pt x="120361" y="284663"/>
                  <a:pt x="124182" y="290395"/>
                </a:cubicBezTo>
                <a:cubicBezTo>
                  <a:pt x="128003" y="294216"/>
                  <a:pt x="133734" y="298037"/>
                  <a:pt x="139466" y="298037"/>
                </a:cubicBezTo>
                <a:lnTo>
                  <a:pt x="143287" y="298037"/>
                </a:lnTo>
                <a:cubicBezTo>
                  <a:pt x="141376" y="299947"/>
                  <a:pt x="139466" y="301858"/>
                  <a:pt x="137555" y="303768"/>
                </a:cubicBezTo>
                <a:cubicBezTo>
                  <a:pt x="122271" y="319052"/>
                  <a:pt x="120361" y="343889"/>
                  <a:pt x="135645" y="359172"/>
                </a:cubicBezTo>
                <a:cubicBezTo>
                  <a:pt x="135645" y="359172"/>
                  <a:pt x="137555" y="361083"/>
                  <a:pt x="137555" y="361083"/>
                </a:cubicBezTo>
                <a:cubicBezTo>
                  <a:pt x="147108" y="368725"/>
                  <a:pt x="147108" y="382098"/>
                  <a:pt x="139466" y="389740"/>
                </a:cubicBezTo>
                <a:cubicBezTo>
                  <a:pt x="139466" y="389740"/>
                  <a:pt x="137555" y="391651"/>
                  <a:pt x="137555" y="391651"/>
                </a:cubicBezTo>
                <a:cubicBezTo>
                  <a:pt x="129913" y="399293"/>
                  <a:pt x="124182" y="408845"/>
                  <a:pt x="126092" y="420308"/>
                </a:cubicBezTo>
                <a:lnTo>
                  <a:pt x="145197" y="420308"/>
                </a:lnTo>
                <a:cubicBezTo>
                  <a:pt x="145197" y="414577"/>
                  <a:pt x="147108" y="408845"/>
                  <a:pt x="152839" y="405024"/>
                </a:cubicBezTo>
                <a:cubicBezTo>
                  <a:pt x="168123" y="389740"/>
                  <a:pt x="170034" y="364904"/>
                  <a:pt x="154750" y="349620"/>
                </a:cubicBezTo>
                <a:cubicBezTo>
                  <a:pt x="154750" y="349620"/>
                  <a:pt x="154750" y="349620"/>
                  <a:pt x="152839" y="347710"/>
                </a:cubicBezTo>
                <a:cubicBezTo>
                  <a:pt x="143287" y="340068"/>
                  <a:pt x="143287" y="326694"/>
                  <a:pt x="150929" y="319052"/>
                </a:cubicBezTo>
                <a:cubicBezTo>
                  <a:pt x="150929" y="317142"/>
                  <a:pt x="152839" y="317142"/>
                  <a:pt x="152839" y="317142"/>
                </a:cubicBezTo>
                <a:cubicBezTo>
                  <a:pt x="158571" y="311410"/>
                  <a:pt x="162392" y="305679"/>
                  <a:pt x="164302" y="298037"/>
                </a:cubicBezTo>
                <a:lnTo>
                  <a:pt x="171944" y="298037"/>
                </a:lnTo>
                <a:cubicBezTo>
                  <a:pt x="177676" y="298037"/>
                  <a:pt x="183407" y="296126"/>
                  <a:pt x="187228" y="290395"/>
                </a:cubicBezTo>
                <a:cubicBezTo>
                  <a:pt x="191049" y="286574"/>
                  <a:pt x="192960" y="278932"/>
                  <a:pt x="191049" y="273200"/>
                </a:cubicBezTo>
                <a:lnTo>
                  <a:pt x="189139" y="261737"/>
                </a:lnTo>
                <a:cubicBezTo>
                  <a:pt x="212065" y="246453"/>
                  <a:pt x="225438" y="221617"/>
                  <a:pt x="225438" y="192960"/>
                </a:cubicBezTo>
                <a:cubicBezTo>
                  <a:pt x="225438" y="152839"/>
                  <a:pt x="194870" y="116540"/>
                  <a:pt x="152839" y="114630"/>
                </a:cubicBezTo>
                <a:cubicBezTo>
                  <a:pt x="152839" y="114630"/>
                  <a:pt x="152839" y="114630"/>
                  <a:pt x="152839" y="114630"/>
                </a:cubicBezTo>
                <a:close/>
                <a:moveTo>
                  <a:pt x="175765" y="244543"/>
                </a:moveTo>
                <a:cubicBezTo>
                  <a:pt x="168123" y="248364"/>
                  <a:pt x="164302" y="257916"/>
                  <a:pt x="166213" y="265558"/>
                </a:cubicBezTo>
                <a:lnTo>
                  <a:pt x="168123" y="277021"/>
                </a:lnTo>
                <a:lnTo>
                  <a:pt x="135645" y="277021"/>
                </a:lnTo>
                <a:lnTo>
                  <a:pt x="137555" y="265558"/>
                </a:lnTo>
                <a:cubicBezTo>
                  <a:pt x="139466" y="257916"/>
                  <a:pt x="135645" y="248364"/>
                  <a:pt x="128003" y="244543"/>
                </a:cubicBezTo>
                <a:cubicBezTo>
                  <a:pt x="110809" y="233080"/>
                  <a:pt x="99346" y="213975"/>
                  <a:pt x="101256" y="192960"/>
                </a:cubicBezTo>
                <a:cubicBezTo>
                  <a:pt x="101256" y="162392"/>
                  <a:pt x="122271" y="135645"/>
                  <a:pt x="152839" y="133734"/>
                </a:cubicBezTo>
                <a:cubicBezTo>
                  <a:pt x="183407" y="135645"/>
                  <a:pt x="204423" y="162392"/>
                  <a:pt x="202512" y="192960"/>
                </a:cubicBezTo>
                <a:cubicBezTo>
                  <a:pt x="204423" y="213975"/>
                  <a:pt x="192960" y="233080"/>
                  <a:pt x="175765" y="244543"/>
                </a:cubicBezTo>
                <a:close/>
                <a:moveTo>
                  <a:pt x="286574" y="76420"/>
                </a:moveTo>
                <a:lnTo>
                  <a:pt x="191049" y="76420"/>
                </a:lnTo>
                <a:lnTo>
                  <a:pt x="191049" y="19105"/>
                </a:lnTo>
                <a:cubicBezTo>
                  <a:pt x="191049" y="7642"/>
                  <a:pt x="183407" y="0"/>
                  <a:pt x="171944" y="0"/>
                </a:cubicBezTo>
                <a:cubicBezTo>
                  <a:pt x="170034" y="0"/>
                  <a:pt x="166213" y="0"/>
                  <a:pt x="164302" y="1910"/>
                </a:cubicBezTo>
                <a:lnTo>
                  <a:pt x="0" y="76420"/>
                </a:ln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86574" y="458518"/>
                </a:lnTo>
                <a:cubicBezTo>
                  <a:pt x="298037" y="458518"/>
                  <a:pt x="305679" y="450876"/>
                  <a:pt x="305679" y="439413"/>
                </a:cubicBezTo>
                <a:lnTo>
                  <a:pt x="305679" y="95525"/>
                </a:lnTo>
                <a:cubicBezTo>
                  <a:pt x="305679" y="84062"/>
                  <a:pt x="298037" y="76420"/>
                  <a:pt x="286574" y="76420"/>
                </a:cubicBezTo>
                <a:close/>
                <a:moveTo>
                  <a:pt x="171944" y="19105"/>
                </a:moveTo>
                <a:lnTo>
                  <a:pt x="171944" y="76420"/>
                </a:lnTo>
                <a:lnTo>
                  <a:pt x="43941" y="76420"/>
                </a:lnTo>
                <a:lnTo>
                  <a:pt x="171944" y="19105"/>
                </a:lnTo>
                <a:close/>
                <a:moveTo>
                  <a:pt x="286574" y="439413"/>
                </a:moveTo>
                <a:lnTo>
                  <a:pt x="19105" y="439413"/>
                </a:lnTo>
                <a:lnTo>
                  <a:pt x="19105" y="95525"/>
                </a:lnTo>
                <a:lnTo>
                  <a:pt x="286574" y="95525"/>
                </a:lnTo>
                <a:lnTo>
                  <a:pt x="286574" y="439413"/>
                </a:lnTo>
                <a:lnTo>
                  <a:pt x="286574" y="439413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16" descr="Gift box icon.">
            <a:extLst>
              <a:ext uri="{FF2B5EF4-FFF2-40B4-BE49-F238E27FC236}">
                <a16:creationId xmlns:a16="http://schemas.microsoft.com/office/drawing/2014/main" id="{93FA3B1A-47B6-423A-9F9A-A8D9C17863AF}"/>
              </a:ext>
            </a:extLst>
          </p:cNvPr>
          <p:cNvSpPr/>
          <p:nvPr/>
        </p:nvSpPr>
        <p:spPr>
          <a:xfrm>
            <a:off x="9583308" y="4257057"/>
            <a:ext cx="379136" cy="416099"/>
          </a:xfrm>
          <a:custGeom>
            <a:avLst/>
            <a:gdLst>
              <a:gd name="connsiteX0" fmla="*/ 360180 w 379136"/>
              <a:gd name="connsiteY0" fmla="*/ 93833 h 416099"/>
              <a:gd name="connsiteX1" fmla="*/ 278665 w 379136"/>
              <a:gd name="connsiteY1" fmla="*/ 93833 h 416099"/>
              <a:gd name="connsiteX2" fmla="*/ 291935 w 379136"/>
              <a:gd name="connsiteY2" fmla="*/ 80563 h 416099"/>
              <a:gd name="connsiteX3" fmla="*/ 301414 w 379136"/>
              <a:gd name="connsiteY3" fmla="*/ 36963 h 416099"/>
              <a:gd name="connsiteX4" fmla="*/ 282457 w 379136"/>
              <a:gd name="connsiteY4" fmla="*/ 8527 h 416099"/>
              <a:gd name="connsiteX5" fmla="*/ 202838 w 379136"/>
              <a:gd name="connsiteY5" fmla="*/ 29380 h 416099"/>
              <a:gd name="connsiteX6" fmla="*/ 189568 w 379136"/>
              <a:gd name="connsiteY6" fmla="*/ 57815 h 416099"/>
              <a:gd name="connsiteX7" fmla="*/ 176299 w 379136"/>
              <a:gd name="connsiteY7" fmla="*/ 29380 h 416099"/>
              <a:gd name="connsiteX8" fmla="*/ 96680 w 379136"/>
              <a:gd name="connsiteY8" fmla="*/ 8527 h 416099"/>
              <a:gd name="connsiteX9" fmla="*/ 77723 w 379136"/>
              <a:gd name="connsiteY9" fmla="*/ 36963 h 416099"/>
              <a:gd name="connsiteX10" fmla="*/ 87201 w 379136"/>
              <a:gd name="connsiteY10" fmla="*/ 80563 h 416099"/>
              <a:gd name="connsiteX11" fmla="*/ 100471 w 379136"/>
              <a:gd name="connsiteY11" fmla="*/ 93833 h 416099"/>
              <a:gd name="connsiteX12" fmla="*/ 18957 w 379136"/>
              <a:gd name="connsiteY12" fmla="*/ 93833 h 416099"/>
              <a:gd name="connsiteX13" fmla="*/ 0 w 379136"/>
              <a:gd name="connsiteY13" fmla="*/ 112790 h 416099"/>
              <a:gd name="connsiteX14" fmla="*/ 0 w 379136"/>
              <a:gd name="connsiteY14" fmla="*/ 169660 h 416099"/>
              <a:gd name="connsiteX15" fmla="*/ 18957 w 379136"/>
              <a:gd name="connsiteY15" fmla="*/ 188617 h 416099"/>
              <a:gd name="connsiteX16" fmla="*/ 18957 w 379136"/>
              <a:gd name="connsiteY16" fmla="*/ 397142 h 416099"/>
              <a:gd name="connsiteX17" fmla="*/ 37914 w 379136"/>
              <a:gd name="connsiteY17" fmla="*/ 416099 h 416099"/>
              <a:gd name="connsiteX18" fmla="*/ 341223 w 379136"/>
              <a:gd name="connsiteY18" fmla="*/ 416099 h 416099"/>
              <a:gd name="connsiteX19" fmla="*/ 360180 w 379136"/>
              <a:gd name="connsiteY19" fmla="*/ 397142 h 416099"/>
              <a:gd name="connsiteX20" fmla="*/ 360180 w 379136"/>
              <a:gd name="connsiteY20" fmla="*/ 188617 h 416099"/>
              <a:gd name="connsiteX21" fmla="*/ 379137 w 379136"/>
              <a:gd name="connsiteY21" fmla="*/ 169660 h 416099"/>
              <a:gd name="connsiteX22" fmla="*/ 379137 w 379136"/>
              <a:gd name="connsiteY22" fmla="*/ 112790 h 416099"/>
              <a:gd name="connsiteX23" fmla="*/ 360180 w 379136"/>
              <a:gd name="connsiteY23" fmla="*/ 93833 h 416099"/>
              <a:gd name="connsiteX24" fmla="*/ 218004 w 379136"/>
              <a:gd name="connsiteY24" fmla="*/ 38858 h 416099"/>
              <a:gd name="connsiteX25" fmla="*/ 271083 w 379136"/>
              <a:gd name="connsiteY25" fmla="*/ 23693 h 416099"/>
              <a:gd name="connsiteX26" fmla="*/ 282457 w 379136"/>
              <a:gd name="connsiteY26" fmla="*/ 38858 h 416099"/>
              <a:gd name="connsiteX27" fmla="*/ 274874 w 379136"/>
              <a:gd name="connsiteY27" fmla="*/ 69189 h 416099"/>
              <a:gd name="connsiteX28" fmla="*/ 218004 w 379136"/>
              <a:gd name="connsiteY28" fmla="*/ 93833 h 416099"/>
              <a:gd name="connsiteX29" fmla="*/ 218004 w 379136"/>
              <a:gd name="connsiteY29" fmla="*/ 93833 h 416099"/>
              <a:gd name="connsiteX30" fmla="*/ 200942 w 379136"/>
              <a:gd name="connsiteY30" fmla="*/ 93833 h 416099"/>
              <a:gd name="connsiteX31" fmla="*/ 218004 w 379136"/>
              <a:gd name="connsiteY31" fmla="*/ 38858 h 416099"/>
              <a:gd name="connsiteX32" fmla="*/ 102367 w 379136"/>
              <a:gd name="connsiteY32" fmla="*/ 69189 h 416099"/>
              <a:gd name="connsiteX33" fmla="*/ 94784 w 379136"/>
              <a:gd name="connsiteY33" fmla="*/ 38858 h 416099"/>
              <a:gd name="connsiteX34" fmla="*/ 106158 w 379136"/>
              <a:gd name="connsiteY34" fmla="*/ 23693 h 416099"/>
              <a:gd name="connsiteX35" fmla="*/ 159237 w 379136"/>
              <a:gd name="connsiteY35" fmla="*/ 38858 h 416099"/>
              <a:gd name="connsiteX36" fmla="*/ 178194 w 379136"/>
              <a:gd name="connsiteY36" fmla="*/ 93833 h 416099"/>
              <a:gd name="connsiteX37" fmla="*/ 161133 w 379136"/>
              <a:gd name="connsiteY37" fmla="*/ 93833 h 416099"/>
              <a:gd name="connsiteX38" fmla="*/ 161133 w 379136"/>
              <a:gd name="connsiteY38" fmla="*/ 93833 h 416099"/>
              <a:gd name="connsiteX39" fmla="*/ 102367 w 379136"/>
              <a:gd name="connsiteY39" fmla="*/ 69189 h 416099"/>
              <a:gd name="connsiteX40" fmla="*/ 18957 w 379136"/>
              <a:gd name="connsiteY40" fmla="*/ 112790 h 416099"/>
              <a:gd name="connsiteX41" fmla="*/ 159237 w 379136"/>
              <a:gd name="connsiteY41" fmla="*/ 112790 h 416099"/>
              <a:gd name="connsiteX42" fmla="*/ 161133 w 379136"/>
              <a:gd name="connsiteY42" fmla="*/ 112790 h 416099"/>
              <a:gd name="connsiteX43" fmla="*/ 161133 w 379136"/>
              <a:gd name="connsiteY43" fmla="*/ 112790 h 416099"/>
              <a:gd name="connsiteX44" fmla="*/ 180090 w 379136"/>
              <a:gd name="connsiteY44" fmla="*/ 112790 h 416099"/>
              <a:gd name="connsiteX45" fmla="*/ 180090 w 379136"/>
              <a:gd name="connsiteY45" fmla="*/ 169660 h 416099"/>
              <a:gd name="connsiteX46" fmla="*/ 37914 w 379136"/>
              <a:gd name="connsiteY46" fmla="*/ 169660 h 416099"/>
              <a:gd name="connsiteX47" fmla="*/ 18957 w 379136"/>
              <a:gd name="connsiteY47" fmla="*/ 169660 h 416099"/>
              <a:gd name="connsiteX48" fmla="*/ 18957 w 379136"/>
              <a:gd name="connsiteY48" fmla="*/ 112790 h 416099"/>
              <a:gd name="connsiteX49" fmla="*/ 37914 w 379136"/>
              <a:gd name="connsiteY49" fmla="*/ 188617 h 416099"/>
              <a:gd name="connsiteX50" fmla="*/ 180090 w 379136"/>
              <a:gd name="connsiteY50" fmla="*/ 188617 h 416099"/>
              <a:gd name="connsiteX51" fmla="*/ 180090 w 379136"/>
              <a:gd name="connsiteY51" fmla="*/ 397142 h 416099"/>
              <a:gd name="connsiteX52" fmla="*/ 37914 w 379136"/>
              <a:gd name="connsiteY52" fmla="*/ 397142 h 416099"/>
              <a:gd name="connsiteX53" fmla="*/ 37914 w 379136"/>
              <a:gd name="connsiteY53" fmla="*/ 188617 h 416099"/>
              <a:gd name="connsiteX54" fmla="*/ 341223 w 379136"/>
              <a:gd name="connsiteY54" fmla="*/ 397142 h 416099"/>
              <a:gd name="connsiteX55" fmla="*/ 199047 w 379136"/>
              <a:gd name="connsiteY55" fmla="*/ 397142 h 416099"/>
              <a:gd name="connsiteX56" fmla="*/ 199047 w 379136"/>
              <a:gd name="connsiteY56" fmla="*/ 188617 h 416099"/>
              <a:gd name="connsiteX57" fmla="*/ 341223 w 379136"/>
              <a:gd name="connsiteY57" fmla="*/ 188617 h 416099"/>
              <a:gd name="connsiteX58" fmla="*/ 341223 w 379136"/>
              <a:gd name="connsiteY58" fmla="*/ 397142 h 416099"/>
              <a:gd name="connsiteX59" fmla="*/ 360180 w 379136"/>
              <a:gd name="connsiteY59" fmla="*/ 169660 h 416099"/>
              <a:gd name="connsiteX60" fmla="*/ 341223 w 379136"/>
              <a:gd name="connsiteY60" fmla="*/ 169660 h 416099"/>
              <a:gd name="connsiteX61" fmla="*/ 199047 w 379136"/>
              <a:gd name="connsiteY61" fmla="*/ 169660 h 416099"/>
              <a:gd name="connsiteX62" fmla="*/ 199047 w 379136"/>
              <a:gd name="connsiteY62" fmla="*/ 112790 h 416099"/>
              <a:gd name="connsiteX63" fmla="*/ 218004 w 379136"/>
              <a:gd name="connsiteY63" fmla="*/ 112790 h 416099"/>
              <a:gd name="connsiteX64" fmla="*/ 218004 w 379136"/>
              <a:gd name="connsiteY64" fmla="*/ 112790 h 416099"/>
              <a:gd name="connsiteX65" fmla="*/ 219899 w 379136"/>
              <a:gd name="connsiteY65" fmla="*/ 112790 h 416099"/>
              <a:gd name="connsiteX66" fmla="*/ 360180 w 379136"/>
              <a:gd name="connsiteY66" fmla="*/ 112790 h 416099"/>
              <a:gd name="connsiteX67" fmla="*/ 360180 w 379136"/>
              <a:gd name="connsiteY67" fmla="*/ 169660 h 41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79136" h="416099">
                <a:moveTo>
                  <a:pt x="360180" y="93833"/>
                </a:moveTo>
                <a:lnTo>
                  <a:pt x="278665" y="93833"/>
                </a:lnTo>
                <a:cubicBezTo>
                  <a:pt x="284353" y="90042"/>
                  <a:pt x="288144" y="84355"/>
                  <a:pt x="291935" y="80563"/>
                </a:cubicBezTo>
                <a:cubicBezTo>
                  <a:pt x="301414" y="67294"/>
                  <a:pt x="305205" y="50232"/>
                  <a:pt x="301414" y="36963"/>
                </a:cubicBezTo>
                <a:cubicBezTo>
                  <a:pt x="299518" y="25589"/>
                  <a:pt x="291935" y="16110"/>
                  <a:pt x="282457" y="8527"/>
                </a:cubicBezTo>
                <a:cubicBezTo>
                  <a:pt x="252126" y="-10429"/>
                  <a:pt x="218004" y="4736"/>
                  <a:pt x="202838" y="29380"/>
                </a:cubicBezTo>
                <a:cubicBezTo>
                  <a:pt x="197151" y="38858"/>
                  <a:pt x="193360" y="48337"/>
                  <a:pt x="189568" y="57815"/>
                </a:cubicBezTo>
                <a:cubicBezTo>
                  <a:pt x="185777" y="48337"/>
                  <a:pt x="181986" y="38858"/>
                  <a:pt x="176299" y="29380"/>
                </a:cubicBezTo>
                <a:cubicBezTo>
                  <a:pt x="159237" y="4736"/>
                  <a:pt x="127011" y="-10429"/>
                  <a:pt x="96680" y="8527"/>
                </a:cubicBezTo>
                <a:cubicBezTo>
                  <a:pt x="87201" y="14214"/>
                  <a:pt x="79619" y="25589"/>
                  <a:pt x="77723" y="36963"/>
                </a:cubicBezTo>
                <a:cubicBezTo>
                  <a:pt x="73932" y="50232"/>
                  <a:pt x="77723" y="67294"/>
                  <a:pt x="87201" y="80563"/>
                </a:cubicBezTo>
                <a:cubicBezTo>
                  <a:pt x="90993" y="84355"/>
                  <a:pt x="94784" y="90042"/>
                  <a:pt x="100471" y="93833"/>
                </a:cubicBezTo>
                <a:lnTo>
                  <a:pt x="18957" y="93833"/>
                </a:lnTo>
                <a:cubicBezTo>
                  <a:pt x="7583" y="93833"/>
                  <a:pt x="0" y="103312"/>
                  <a:pt x="0" y="112790"/>
                </a:cubicBezTo>
                <a:lnTo>
                  <a:pt x="0" y="169660"/>
                </a:lnTo>
                <a:cubicBezTo>
                  <a:pt x="0" y="181035"/>
                  <a:pt x="7583" y="188617"/>
                  <a:pt x="18957" y="188617"/>
                </a:cubicBezTo>
                <a:lnTo>
                  <a:pt x="18957" y="397142"/>
                </a:lnTo>
                <a:cubicBezTo>
                  <a:pt x="18957" y="408517"/>
                  <a:pt x="26540" y="416099"/>
                  <a:pt x="37914" y="416099"/>
                </a:cubicBezTo>
                <a:lnTo>
                  <a:pt x="341223" y="416099"/>
                </a:lnTo>
                <a:cubicBezTo>
                  <a:pt x="352597" y="416099"/>
                  <a:pt x="360180" y="408517"/>
                  <a:pt x="360180" y="397142"/>
                </a:cubicBezTo>
                <a:lnTo>
                  <a:pt x="360180" y="188617"/>
                </a:lnTo>
                <a:cubicBezTo>
                  <a:pt x="371554" y="188617"/>
                  <a:pt x="379137" y="181035"/>
                  <a:pt x="379137" y="169660"/>
                </a:cubicBezTo>
                <a:lnTo>
                  <a:pt x="379137" y="112790"/>
                </a:lnTo>
                <a:cubicBezTo>
                  <a:pt x="379137" y="103312"/>
                  <a:pt x="371554" y="93833"/>
                  <a:pt x="360180" y="93833"/>
                </a:cubicBezTo>
                <a:close/>
                <a:moveTo>
                  <a:pt x="218004" y="38858"/>
                </a:moveTo>
                <a:cubicBezTo>
                  <a:pt x="229378" y="21797"/>
                  <a:pt x="252126" y="10423"/>
                  <a:pt x="271083" y="23693"/>
                </a:cubicBezTo>
                <a:cubicBezTo>
                  <a:pt x="276770" y="27484"/>
                  <a:pt x="280561" y="33171"/>
                  <a:pt x="282457" y="38858"/>
                </a:cubicBezTo>
                <a:cubicBezTo>
                  <a:pt x="284353" y="48337"/>
                  <a:pt x="282457" y="59711"/>
                  <a:pt x="274874" y="69189"/>
                </a:cubicBezTo>
                <a:cubicBezTo>
                  <a:pt x="261604" y="90042"/>
                  <a:pt x="231273" y="93833"/>
                  <a:pt x="218004" y="93833"/>
                </a:cubicBezTo>
                <a:lnTo>
                  <a:pt x="218004" y="93833"/>
                </a:lnTo>
                <a:lnTo>
                  <a:pt x="200942" y="93833"/>
                </a:lnTo>
                <a:cubicBezTo>
                  <a:pt x="202838" y="74876"/>
                  <a:pt x="208525" y="55919"/>
                  <a:pt x="218004" y="38858"/>
                </a:cubicBezTo>
                <a:close/>
                <a:moveTo>
                  <a:pt x="102367" y="69189"/>
                </a:moveTo>
                <a:cubicBezTo>
                  <a:pt x="96680" y="59711"/>
                  <a:pt x="90993" y="52128"/>
                  <a:pt x="94784" y="38858"/>
                </a:cubicBezTo>
                <a:cubicBezTo>
                  <a:pt x="96680" y="31276"/>
                  <a:pt x="100471" y="27484"/>
                  <a:pt x="106158" y="23693"/>
                </a:cubicBezTo>
                <a:cubicBezTo>
                  <a:pt x="125115" y="10423"/>
                  <a:pt x="147863" y="21797"/>
                  <a:pt x="159237" y="38858"/>
                </a:cubicBezTo>
                <a:cubicBezTo>
                  <a:pt x="170612" y="55919"/>
                  <a:pt x="176299" y="74876"/>
                  <a:pt x="178194" y="93833"/>
                </a:cubicBezTo>
                <a:lnTo>
                  <a:pt x="161133" y="93833"/>
                </a:lnTo>
                <a:lnTo>
                  <a:pt x="161133" y="93833"/>
                </a:lnTo>
                <a:cubicBezTo>
                  <a:pt x="149759" y="93833"/>
                  <a:pt x="117532" y="90042"/>
                  <a:pt x="102367" y="69189"/>
                </a:cubicBezTo>
                <a:close/>
                <a:moveTo>
                  <a:pt x="18957" y="112790"/>
                </a:moveTo>
                <a:lnTo>
                  <a:pt x="159237" y="112790"/>
                </a:lnTo>
                <a:lnTo>
                  <a:pt x="161133" y="112790"/>
                </a:lnTo>
                <a:lnTo>
                  <a:pt x="161133" y="112790"/>
                </a:lnTo>
                <a:lnTo>
                  <a:pt x="180090" y="112790"/>
                </a:lnTo>
                <a:lnTo>
                  <a:pt x="180090" y="169660"/>
                </a:lnTo>
                <a:lnTo>
                  <a:pt x="37914" y="169660"/>
                </a:lnTo>
                <a:lnTo>
                  <a:pt x="18957" y="169660"/>
                </a:lnTo>
                <a:lnTo>
                  <a:pt x="18957" y="112790"/>
                </a:lnTo>
                <a:close/>
                <a:moveTo>
                  <a:pt x="37914" y="188617"/>
                </a:moveTo>
                <a:lnTo>
                  <a:pt x="180090" y="188617"/>
                </a:lnTo>
                <a:lnTo>
                  <a:pt x="180090" y="397142"/>
                </a:lnTo>
                <a:lnTo>
                  <a:pt x="37914" y="397142"/>
                </a:lnTo>
                <a:lnTo>
                  <a:pt x="37914" y="188617"/>
                </a:lnTo>
                <a:close/>
                <a:moveTo>
                  <a:pt x="341223" y="397142"/>
                </a:moveTo>
                <a:lnTo>
                  <a:pt x="199047" y="397142"/>
                </a:lnTo>
                <a:lnTo>
                  <a:pt x="199047" y="188617"/>
                </a:lnTo>
                <a:lnTo>
                  <a:pt x="341223" y="188617"/>
                </a:lnTo>
                <a:lnTo>
                  <a:pt x="341223" y="397142"/>
                </a:lnTo>
                <a:close/>
                <a:moveTo>
                  <a:pt x="360180" y="169660"/>
                </a:moveTo>
                <a:lnTo>
                  <a:pt x="341223" y="169660"/>
                </a:lnTo>
                <a:lnTo>
                  <a:pt x="199047" y="169660"/>
                </a:lnTo>
                <a:lnTo>
                  <a:pt x="199047" y="112790"/>
                </a:lnTo>
                <a:lnTo>
                  <a:pt x="218004" y="112790"/>
                </a:lnTo>
                <a:lnTo>
                  <a:pt x="218004" y="112790"/>
                </a:lnTo>
                <a:lnTo>
                  <a:pt x="219899" y="112790"/>
                </a:lnTo>
                <a:lnTo>
                  <a:pt x="360180" y="112790"/>
                </a:lnTo>
                <a:lnTo>
                  <a:pt x="360180" y="16966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60" descr="Spray bottle icon.">
            <a:extLst>
              <a:ext uri="{FF2B5EF4-FFF2-40B4-BE49-F238E27FC236}">
                <a16:creationId xmlns:a16="http://schemas.microsoft.com/office/drawing/2014/main" id="{98941B22-6D0C-493F-8968-BF46B75E4739}"/>
              </a:ext>
            </a:extLst>
          </p:cNvPr>
          <p:cNvSpPr/>
          <p:nvPr/>
        </p:nvSpPr>
        <p:spPr>
          <a:xfrm>
            <a:off x="10898006" y="4230977"/>
            <a:ext cx="220064" cy="459074"/>
          </a:xfrm>
          <a:custGeom>
            <a:avLst/>
            <a:gdLst>
              <a:gd name="connsiteX0" fmla="*/ 214324 w 220064"/>
              <a:gd name="connsiteY0" fmla="*/ 5549 h 459074"/>
              <a:gd name="connsiteX1" fmla="*/ 200929 w 220064"/>
              <a:gd name="connsiteY1" fmla="*/ 0 h 459074"/>
              <a:gd name="connsiteX2" fmla="*/ 57408 w 220064"/>
              <a:gd name="connsiteY2" fmla="*/ 0 h 459074"/>
              <a:gd name="connsiteX3" fmla="*/ 0 w 220064"/>
              <a:gd name="connsiteY3" fmla="*/ 38272 h 459074"/>
              <a:gd name="connsiteX4" fmla="*/ 0 w 220064"/>
              <a:gd name="connsiteY4" fmla="*/ 57408 h 459074"/>
              <a:gd name="connsiteX5" fmla="*/ 19136 w 220064"/>
              <a:gd name="connsiteY5" fmla="*/ 76544 h 459074"/>
              <a:gd name="connsiteX6" fmla="*/ 23920 w 220064"/>
              <a:gd name="connsiteY6" fmla="*/ 76544 h 459074"/>
              <a:gd name="connsiteX7" fmla="*/ 38272 w 220064"/>
              <a:gd name="connsiteY7" fmla="*/ 90896 h 459074"/>
              <a:gd name="connsiteX8" fmla="*/ 38272 w 220064"/>
              <a:gd name="connsiteY8" fmla="*/ 114817 h 459074"/>
              <a:gd name="connsiteX9" fmla="*/ 47840 w 220064"/>
              <a:gd name="connsiteY9" fmla="*/ 131082 h 459074"/>
              <a:gd name="connsiteX10" fmla="*/ 47840 w 220064"/>
              <a:gd name="connsiteY10" fmla="*/ 137780 h 459074"/>
              <a:gd name="connsiteX11" fmla="*/ 46309 w 220064"/>
              <a:gd name="connsiteY11" fmla="*/ 143138 h 459074"/>
              <a:gd name="connsiteX12" fmla="*/ 7272 w 220064"/>
              <a:gd name="connsiteY12" fmla="*/ 205713 h 459074"/>
              <a:gd name="connsiteX13" fmla="*/ 0 w 220064"/>
              <a:gd name="connsiteY13" fmla="*/ 230781 h 459074"/>
              <a:gd name="connsiteX14" fmla="*/ 0 w 220064"/>
              <a:gd name="connsiteY14" fmla="*/ 439939 h 459074"/>
              <a:gd name="connsiteX15" fmla="*/ 19136 w 220064"/>
              <a:gd name="connsiteY15" fmla="*/ 459075 h 459074"/>
              <a:gd name="connsiteX16" fmla="*/ 191361 w 220064"/>
              <a:gd name="connsiteY16" fmla="*/ 459075 h 459074"/>
              <a:gd name="connsiteX17" fmla="*/ 210497 w 220064"/>
              <a:gd name="connsiteY17" fmla="*/ 439939 h 459074"/>
              <a:gd name="connsiteX18" fmla="*/ 210497 w 220064"/>
              <a:gd name="connsiteY18" fmla="*/ 266374 h 459074"/>
              <a:gd name="connsiteX19" fmla="*/ 183515 w 220064"/>
              <a:gd name="connsiteY19" fmla="*/ 216046 h 459074"/>
              <a:gd name="connsiteX20" fmla="*/ 151366 w 220064"/>
              <a:gd name="connsiteY20" fmla="*/ 194614 h 459074"/>
              <a:gd name="connsiteX21" fmla="*/ 124385 w 220064"/>
              <a:gd name="connsiteY21" fmla="*/ 144095 h 459074"/>
              <a:gd name="connsiteX22" fmla="*/ 124385 w 220064"/>
              <a:gd name="connsiteY22" fmla="*/ 130508 h 459074"/>
              <a:gd name="connsiteX23" fmla="*/ 131274 w 220064"/>
              <a:gd name="connsiteY23" fmla="*/ 115199 h 459074"/>
              <a:gd name="connsiteX24" fmla="*/ 131274 w 220064"/>
              <a:gd name="connsiteY24" fmla="*/ 95489 h 459074"/>
              <a:gd name="connsiteX25" fmla="*/ 133379 w 220064"/>
              <a:gd name="connsiteY25" fmla="*/ 84964 h 459074"/>
              <a:gd name="connsiteX26" fmla="*/ 174904 w 220064"/>
              <a:gd name="connsiteY26" fmla="*/ 139885 h 459074"/>
              <a:gd name="connsiteX27" fmla="*/ 181219 w 220064"/>
              <a:gd name="connsiteY27" fmla="*/ 121897 h 459074"/>
              <a:gd name="connsiteX28" fmla="*/ 151558 w 220064"/>
              <a:gd name="connsiteY28" fmla="*/ 76544 h 459074"/>
              <a:gd name="connsiteX29" fmla="*/ 200929 w 220064"/>
              <a:gd name="connsiteY29" fmla="*/ 76544 h 459074"/>
              <a:gd name="connsiteX30" fmla="*/ 214515 w 220064"/>
              <a:gd name="connsiteY30" fmla="*/ 70995 h 459074"/>
              <a:gd name="connsiteX31" fmla="*/ 220065 w 220064"/>
              <a:gd name="connsiteY31" fmla="*/ 57408 h 459074"/>
              <a:gd name="connsiteX32" fmla="*/ 220065 w 220064"/>
              <a:gd name="connsiteY32" fmla="*/ 19136 h 459074"/>
              <a:gd name="connsiteX33" fmla="*/ 214515 w 220064"/>
              <a:gd name="connsiteY33" fmla="*/ 5549 h 459074"/>
              <a:gd name="connsiteX34" fmla="*/ 140650 w 220064"/>
              <a:gd name="connsiteY34" fmla="*/ 210497 h 459074"/>
              <a:gd name="connsiteX35" fmla="*/ 172799 w 220064"/>
              <a:gd name="connsiteY35" fmla="*/ 231929 h 459074"/>
              <a:gd name="connsiteX36" fmla="*/ 191169 w 220064"/>
              <a:gd name="connsiteY36" fmla="*/ 266374 h 459074"/>
              <a:gd name="connsiteX37" fmla="*/ 191169 w 220064"/>
              <a:gd name="connsiteY37" fmla="*/ 440130 h 459074"/>
              <a:gd name="connsiteX38" fmla="*/ 19136 w 220064"/>
              <a:gd name="connsiteY38" fmla="*/ 440130 h 459074"/>
              <a:gd name="connsiteX39" fmla="*/ 19136 w 220064"/>
              <a:gd name="connsiteY39" fmla="*/ 230973 h 459074"/>
              <a:gd name="connsiteX40" fmla="*/ 23346 w 220064"/>
              <a:gd name="connsiteY40" fmla="*/ 216046 h 459074"/>
              <a:gd name="connsiteX41" fmla="*/ 62384 w 220064"/>
              <a:gd name="connsiteY41" fmla="*/ 153471 h 459074"/>
              <a:gd name="connsiteX42" fmla="*/ 66785 w 220064"/>
              <a:gd name="connsiteY42" fmla="*/ 137971 h 459074"/>
              <a:gd name="connsiteX43" fmla="*/ 66785 w 220064"/>
              <a:gd name="connsiteY43" fmla="*/ 134144 h 459074"/>
              <a:gd name="connsiteX44" fmla="*/ 105057 w 220064"/>
              <a:gd name="connsiteY44" fmla="*/ 134144 h 459074"/>
              <a:gd name="connsiteX45" fmla="*/ 105057 w 220064"/>
              <a:gd name="connsiteY45" fmla="*/ 144286 h 459074"/>
              <a:gd name="connsiteX46" fmla="*/ 140650 w 220064"/>
              <a:gd name="connsiteY46" fmla="*/ 210688 h 459074"/>
              <a:gd name="connsiteX47" fmla="*/ 111946 w 220064"/>
              <a:gd name="connsiteY47" fmla="*/ 95489 h 459074"/>
              <a:gd name="connsiteX48" fmla="*/ 111946 w 220064"/>
              <a:gd name="connsiteY48" fmla="*/ 114625 h 459074"/>
              <a:gd name="connsiteX49" fmla="*/ 57217 w 220064"/>
              <a:gd name="connsiteY49" fmla="*/ 114625 h 459074"/>
              <a:gd name="connsiteX50" fmla="*/ 57217 w 220064"/>
              <a:gd name="connsiteY50" fmla="*/ 90705 h 459074"/>
              <a:gd name="connsiteX51" fmla="*/ 23729 w 220064"/>
              <a:gd name="connsiteY51" fmla="*/ 57217 h 459074"/>
              <a:gd name="connsiteX52" fmla="*/ 18945 w 220064"/>
              <a:gd name="connsiteY52" fmla="*/ 57217 h 459074"/>
              <a:gd name="connsiteX53" fmla="*/ 18945 w 220064"/>
              <a:gd name="connsiteY53" fmla="*/ 38081 h 459074"/>
              <a:gd name="connsiteX54" fmla="*/ 57217 w 220064"/>
              <a:gd name="connsiteY54" fmla="*/ 18945 h 459074"/>
              <a:gd name="connsiteX55" fmla="*/ 162465 w 220064"/>
              <a:gd name="connsiteY55" fmla="*/ 18945 h 459074"/>
              <a:gd name="connsiteX56" fmla="*/ 162465 w 220064"/>
              <a:gd name="connsiteY56" fmla="*/ 57408 h 459074"/>
              <a:gd name="connsiteX57" fmla="*/ 143329 w 220064"/>
              <a:gd name="connsiteY57" fmla="*/ 57408 h 459074"/>
              <a:gd name="connsiteX58" fmla="*/ 111946 w 220064"/>
              <a:gd name="connsiteY58" fmla="*/ 95680 h 459074"/>
              <a:gd name="connsiteX59" fmla="*/ 200738 w 220064"/>
              <a:gd name="connsiteY59" fmla="*/ 57408 h 459074"/>
              <a:gd name="connsiteX60" fmla="*/ 181601 w 220064"/>
              <a:gd name="connsiteY60" fmla="*/ 57408 h 459074"/>
              <a:gd name="connsiteX61" fmla="*/ 181601 w 220064"/>
              <a:gd name="connsiteY61" fmla="*/ 19136 h 459074"/>
              <a:gd name="connsiteX62" fmla="*/ 200738 w 220064"/>
              <a:gd name="connsiteY62" fmla="*/ 19136 h 459074"/>
              <a:gd name="connsiteX63" fmla="*/ 200738 w 220064"/>
              <a:gd name="connsiteY63" fmla="*/ 57408 h 459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220064" h="459074">
                <a:moveTo>
                  <a:pt x="214324" y="5549"/>
                </a:moveTo>
                <a:cubicBezTo>
                  <a:pt x="210688" y="1914"/>
                  <a:pt x="205904" y="0"/>
                  <a:pt x="200929" y="0"/>
                </a:cubicBezTo>
                <a:lnTo>
                  <a:pt x="57408" y="0"/>
                </a:lnTo>
                <a:cubicBezTo>
                  <a:pt x="28895" y="0"/>
                  <a:pt x="0" y="11864"/>
                  <a:pt x="0" y="38272"/>
                </a:cubicBezTo>
                <a:lnTo>
                  <a:pt x="0" y="57408"/>
                </a:lnTo>
                <a:cubicBezTo>
                  <a:pt x="0" y="67933"/>
                  <a:pt x="8611" y="76544"/>
                  <a:pt x="19136" y="76544"/>
                </a:cubicBezTo>
                <a:lnTo>
                  <a:pt x="23920" y="76544"/>
                </a:lnTo>
                <a:cubicBezTo>
                  <a:pt x="31957" y="76544"/>
                  <a:pt x="38272" y="83051"/>
                  <a:pt x="38272" y="90896"/>
                </a:cubicBezTo>
                <a:lnTo>
                  <a:pt x="38272" y="114817"/>
                </a:lnTo>
                <a:cubicBezTo>
                  <a:pt x="38272" y="121897"/>
                  <a:pt x="42291" y="127638"/>
                  <a:pt x="47840" y="131082"/>
                </a:cubicBezTo>
                <a:lnTo>
                  <a:pt x="47840" y="137780"/>
                </a:lnTo>
                <a:cubicBezTo>
                  <a:pt x="47840" y="139693"/>
                  <a:pt x="47266" y="141607"/>
                  <a:pt x="46309" y="143138"/>
                </a:cubicBezTo>
                <a:lnTo>
                  <a:pt x="7272" y="205713"/>
                </a:lnTo>
                <a:cubicBezTo>
                  <a:pt x="2488" y="213176"/>
                  <a:pt x="0" y="221979"/>
                  <a:pt x="0" y="230781"/>
                </a:cubicBezTo>
                <a:lnTo>
                  <a:pt x="0" y="439939"/>
                </a:lnTo>
                <a:cubicBezTo>
                  <a:pt x="0" y="450463"/>
                  <a:pt x="8611" y="459075"/>
                  <a:pt x="19136" y="459075"/>
                </a:cubicBezTo>
                <a:lnTo>
                  <a:pt x="191361" y="459075"/>
                </a:lnTo>
                <a:cubicBezTo>
                  <a:pt x="201886" y="459075"/>
                  <a:pt x="210497" y="450463"/>
                  <a:pt x="210497" y="439939"/>
                </a:cubicBezTo>
                <a:lnTo>
                  <a:pt x="210497" y="266374"/>
                </a:lnTo>
                <a:cubicBezTo>
                  <a:pt x="210497" y="246090"/>
                  <a:pt x="200355" y="227337"/>
                  <a:pt x="183515" y="216046"/>
                </a:cubicBezTo>
                <a:lnTo>
                  <a:pt x="151366" y="194614"/>
                </a:lnTo>
                <a:cubicBezTo>
                  <a:pt x="134527" y="183324"/>
                  <a:pt x="124385" y="164379"/>
                  <a:pt x="124385" y="144095"/>
                </a:cubicBezTo>
                <a:lnTo>
                  <a:pt x="124385" y="130508"/>
                </a:lnTo>
                <a:cubicBezTo>
                  <a:pt x="128212" y="127638"/>
                  <a:pt x="131274" y="122662"/>
                  <a:pt x="131274" y="115199"/>
                </a:cubicBezTo>
                <a:lnTo>
                  <a:pt x="131274" y="95489"/>
                </a:lnTo>
                <a:cubicBezTo>
                  <a:pt x="131274" y="91853"/>
                  <a:pt x="132039" y="88217"/>
                  <a:pt x="133379" y="84964"/>
                </a:cubicBezTo>
                <a:cubicBezTo>
                  <a:pt x="135866" y="104292"/>
                  <a:pt x="145052" y="129360"/>
                  <a:pt x="174904" y="139885"/>
                </a:cubicBezTo>
                <a:lnTo>
                  <a:pt x="181219" y="121897"/>
                </a:lnTo>
                <a:cubicBezTo>
                  <a:pt x="158064" y="113668"/>
                  <a:pt x="152323" y="92427"/>
                  <a:pt x="151558" y="76544"/>
                </a:cubicBezTo>
                <a:lnTo>
                  <a:pt x="200929" y="76544"/>
                </a:lnTo>
                <a:cubicBezTo>
                  <a:pt x="206096" y="76544"/>
                  <a:pt x="210880" y="74631"/>
                  <a:pt x="214515" y="70995"/>
                </a:cubicBezTo>
                <a:cubicBezTo>
                  <a:pt x="218151" y="67359"/>
                  <a:pt x="220065" y="62575"/>
                  <a:pt x="220065" y="57408"/>
                </a:cubicBezTo>
                <a:lnTo>
                  <a:pt x="220065" y="19136"/>
                </a:lnTo>
                <a:cubicBezTo>
                  <a:pt x="220065" y="13969"/>
                  <a:pt x="218151" y="9185"/>
                  <a:pt x="214515" y="5549"/>
                </a:cubicBezTo>
                <a:close/>
                <a:moveTo>
                  <a:pt x="140650" y="210497"/>
                </a:moveTo>
                <a:lnTo>
                  <a:pt x="172799" y="231929"/>
                </a:lnTo>
                <a:cubicBezTo>
                  <a:pt x="184280" y="239584"/>
                  <a:pt x="191169" y="252405"/>
                  <a:pt x="191169" y="266374"/>
                </a:cubicBezTo>
                <a:lnTo>
                  <a:pt x="191169" y="440130"/>
                </a:lnTo>
                <a:lnTo>
                  <a:pt x="19136" y="440130"/>
                </a:lnTo>
                <a:lnTo>
                  <a:pt x="19136" y="230973"/>
                </a:lnTo>
                <a:cubicBezTo>
                  <a:pt x="19136" y="225614"/>
                  <a:pt x="20667" y="220448"/>
                  <a:pt x="23346" y="216046"/>
                </a:cubicBezTo>
                <a:lnTo>
                  <a:pt x="62384" y="153471"/>
                </a:lnTo>
                <a:cubicBezTo>
                  <a:pt x="65254" y="148879"/>
                  <a:pt x="66785" y="143329"/>
                  <a:pt x="66785" y="137971"/>
                </a:cubicBezTo>
                <a:lnTo>
                  <a:pt x="66785" y="134144"/>
                </a:lnTo>
                <a:lnTo>
                  <a:pt x="105057" y="134144"/>
                </a:lnTo>
                <a:lnTo>
                  <a:pt x="105057" y="144286"/>
                </a:lnTo>
                <a:cubicBezTo>
                  <a:pt x="105057" y="171077"/>
                  <a:pt x="118261" y="195953"/>
                  <a:pt x="140650" y="210688"/>
                </a:cubicBezTo>
                <a:close/>
                <a:moveTo>
                  <a:pt x="111946" y="95489"/>
                </a:moveTo>
                <a:lnTo>
                  <a:pt x="111946" y="114625"/>
                </a:lnTo>
                <a:lnTo>
                  <a:pt x="57217" y="114625"/>
                </a:lnTo>
                <a:lnTo>
                  <a:pt x="57217" y="90705"/>
                </a:lnTo>
                <a:cubicBezTo>
                  <a:pt x="57217" y="72143"/>
                  <a:pt x="42099" y="57217"/>
                  <a:pt x="23729" y="57217"/>
                </a:cubicBezTo>
                <a:lnTo>
                  <a:pt x="18945" y="57217"/>
                </a:lnTo>
                <a:lnTo>
                  <a:pt x="18945" y="38081"/>
                </a:lnTo>
                <a:cubicBezTo>
                  <a:pt x="18945" y="24111"/>
                  <a:pt x="41908" y="18945"/>
                  <a:pt x="57217" y="18945"/>
                </a:cubicBezTo>
                <a:lnTo>
                  <a:pt x="162465" y="18945"/>
                </a:lnTo>
                <a:lnTo>
                  <a:pt x="162465" y="57408"/>
                </a:lnTo>
                <a:lnTo>
                  <a:pt x="143329" y="57408"/>
                </a:lnTo>
                <a:cubicBezTo>
                  <a:pt x="125150" y="57408"/>
                  <a:pt x="111946" y="73483"/>
                  <a:pt x="111946" y="95680"/>
                </a:cubicBezTo>
                <a:close/>
                <a:moveTo>
                  <a:pt x="200738" y="57408"/>
                </a:moveTo>
                <a:lnTo>
                  <a:pt x="181601" y="57408"/>
                </a:lnTo>
                <a:lnTo>
                  <a:pt x="181601" y="19136"/>
                </a:lnTo>
                <a:lnTo>
                  <a:pt x="200738" y="19136"/>
                </a:lnTo>
                <a:lnTo>
                  <a:pt x="200738" y="574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170" descr="Cologne icon.">
            <a:extLst>
              <a:ext uri="{FF2B5EF4-FFF2-40B4-BE49-F238E27FC236}">
                <a16:creationId xmlns:a16="http://schemas.microsoft.com/office/drawing/2014/main" id="{41E92407-97A9-4E25-A374-7A3A37F91C90}"/>
              </a:ext>
            </a:extLst>
          </p:cNvPr>
          <p:cNvSpPr>
            <a:spLocks noChangeAspect="1"/>
          </p:cNvSpPr>
          <p:nvPr/>
        </p:nvSpPr>
        <p:spPr>
          <a:xfrm>
            <a:off x="1042004" y="5163465"/>
            <a:ext cx="267468" cy="458518"/>
          </a:xfrm>
          <a:custGeom>
            <a:avLst/>
            <a:gdLst>
              <a:gd name="connsiteX0" fmla="*/ 263648 w 267468"/>
              <a:gd name="connsiteY0" fmla="*/ 154750 h 458518"/>
              <a:gd name="connsiteX1" fmla="*/ 229259 w 267468"/>
              <a:gd name="connsiteY1" fmla="*/ 103167 h 458518"/>
              <a:gd name="connsiteX2" fmla="*/ 213975 w 267468"/>
              <a:gd name="connsiteY2" fmla="*/ 95525 h 458518"/>
              <a:gd name="connsiteX3" fmla="*/ 191049 w 267468"/>
              <a:gd name="connsiteY3" fmla="*/ 95525 h 458518"/>
              <a:gd name="connsiteX4" fmla="*/ 191049 w 267468"/>
              <a:gd name="connsiteY4" fmla="*/ 76420 h 458518"/>
              <a:gd name="connsiteX5" fmla="*/ 210154 w 267468"/>
              <a:gd name="connsiteY5" fmla="*/ 76420 h 458518"/>
              <a:gd name="connsiteX6" fmla="*/ 229259 w 267468"/>
              <a:gd name="connsiteY6" fmla="*/ 57315 h 458518"/>
              <a:gd name="connsiteX7" fmla="*/ 229259 w 267468"/>
              <a:gd name="connsiteY7" fmla="*/ 19105 h 458518"/>
              <a:gd name="connsiteX8" fmla="*/ 210154 w 267468"/>
              <a:gd name="connsiteY8" fmla="*/ 0 h 458518"/>
              <a:gd name="connsiteX9" fmla="*/ 57315 w 267468"/>
              <a:gd name="connsiteY9" fmla="*/ 0 h 458518"/>
              <a:gd name="connsiteX10" fmla="*/ 38210 w 267468"/>
              <a:gd name="connsiteY10" fmla="*/ 19105 h 458518"/>
              <a:gd name="connsiteX11" fmla="*/ 38210 w 267468"/>
              <a:gd name="connsiteY11" fmla="*/ 57315 h 458518"/>
              <a:gd name="connsiteX12" fmla="*/ 57315 w 267468"/>
              <a:gd name="connsiteY12" fmla="*/ 76420 h 458518"/>
              <a:gd name="connsiteX13" fmla="*/ 76420 w 267468"/>
              <a:gd name="connsiteY13" fmla="*/ 76420 h 458518"/>
              <a:gd name="connsiteX14" fmla="*/ 76420 w 267468"/>
              <a:gd name="connsiteY14" fmla="*/ 95525 h 458518"/>
              <a:gd name="connsiteX15" fmla="*/ 53494 w 267468"/>
              <a:gd name="connsiteY15" fmla="*/ 95525 h 458518"/>
              <a:gd name="connsiteX16" fmla="*/ 36299 w 267468"/>
              <a:gd name="connsiteY16" fmla="*/ 103167 h 458518"/>
              <a:gd name="connsiteX17" fmla="*/ 3821 w 267468"/>
              <a:gd name="connsiteY17" fmla="*/ 154750 h 458518"/>
              <a:gd name="connsiteX18" fmla="*/ 0 w 267468"/>
              <a:gd name="connsiteY18" fmla="*/ 164302 h 458518"/>
              <a:gd name="connsiteX19" fmla="*/ 0 w 267468"/>
              <a:gd name="connsiteY19" fmla="*/ 439413 h 458518"/>
              <a:gd name="connsiteX20" fmla="*/ 19105 w 267468"/>
              <a:gd name="connsiteY20" fmla="*/ 458518 h 458518"/>
              <a:gd name="connsiteX21" fmla="*/ 248364 w 267468"/>
              <a:gd name="connsiteY21" fmla="*/ 458518 h 458518"/>
              <a:gd name="connsiteX22" fmla="*/ 267469 w 267468"/>
              <a:gd name="connsiteY22" fmla="*/ 439413 h 458518"/>
              <a:gd name="connsiteX23" fmla="*/ 267469 w 267468"/>
              <a:gd name="connsiteY23" fmla="*/ 164302 h 458518"/>
              <a:gd name="connsiteX24" fmla="*/ 263648 w 267468"/>
              <a:gd name="connsiteY24" fmla="*/ 154750 h 458518"/>
              <a:gd name="connsiteX25" fmla="*/ 57315 w 267468"/>
              <a:gd name="connsiteY25" fmla="*/ 19105 h 458518"/>
              <a:gd name="connsiteX26" fmla="*/ 210154 w 267468"/>
              <a:gd name="connsiteY26" fmla="*/ 19105 h 458518"/>
              <a:gd name="connsiteX27" fmla="*/ 210154 w 267468"/>
              <a:gd name="connsiteY27" fmla="*/ 57315 h 458518"/>
              <a:gd name="connsiteX28" fmla="*/ 57315 w 267468"/>
              <a:gd name="connsiteY28" fmla="*/ 57315 h 458518"/>
              <a:gd name="connsiteX29" fmla="*/ 57315 w 267468"/>
              <a:gd name="connsiteY29" fmla="*/ 19105 h 458518"/>
              <a:gd name="connsiteX30" fmla="*/ 95525 w 267468"/>
              <a:gd name="connsiteY30" fmla="*/ 76420 h 458518"/>
              <a:gd name="connsiteX31" fmla="*/ 171944 w 267468"/>
              <a:gd name="connsiteY31" fmla="*/ 76420 h 458518"/>
              <a:gd name="connsiteX32" fmla="*/ 171944 w 267468"/>
              <a:gd name="connsiteY32" fmla="*/ 95525 h 458518"/>
              <a:gd name="connsiteX33" fmla="*/ 95525 w 267468"/>
              <a:gd name="connsiteY33" fmla="*/ 95525 h 458518"/>
              <a:gd name="connsiteX34" fmla="*/ 95525 w 267468"/>
              <a:gd name="connsiteY34" fmla="*/ 76420 h 458518"/>
              <a:gd name="connsiteX35" fmla="*/ 248364 w 267468"/>
              <a:gd name="connsiteY35" fmla="*/ 439413 h 458518"/>
              <a:gd name="connsiteX36" fmla="*/ 19105 w 267468"/>
              <a:gd name="connsiteY36" fmla="*/ 439413 h 458518"/>
              <a:gd name="connsiteX37" fmla="*/ 19105 w 267468"/>
              <a:gd name="connsiteY37" fmla="*/ 164302 h 458518"/>
              <a:gd name="connsiteX38" fmla="*/ 53494 w 267468"/>
              <a:gd name="connsiteY38" fmla="*/ 114630 h 458518"/>
              <a:gd name="connsiteX39" fmla="*/ 215886 w 267468"/>
              <a:gd name="connsiteY39" fmla="*/ 114630 h 458518"/>
              <a:gd name="connsiteX40" fmla="*/ 248364 w 267468"/>
              <a:gd name="connsiteY40" fmla="*/ 164302 h 458518"/>
              <a:gd name="connsiteX41" fmla="*/ 248364 w 267468"/>
              <a:gd name="connsiteY41" fmla="*/ 439413 h 458518"/>
              <a:gd name="connsiteX42" fmla="*/ 191049 w 267468"/>
              <a:gd name="connsiteY42" fmla="*/ 171944 h 458518"/>
              <a:gd name="connsiteX43" fmla="*/ 76420 w 267468"/>
              <a:gd name="connsiteY43" fmla="*/ 171944 h 458518"/>
              <a:gd name="connsiteX44" fmla="*/ 57315 w 267468"/>
              <a:gd name="connsiteY44" fmla="*/ 191049 h 458518"/>
              <a:gd name="connsiteX45" fmla="*/ 57315 w 267468"/>
              <a:gd name="connsiteY45" fmla="*/ 267469 h 458518"/>
              <a:gd name="connsiteX46" fmla="*/ 76420 w 267468"/>
              <a:gd name="connsiteY46" fmla="*/ 286574 h 458518"/>
              <a:gd name="connsiteX47" fmla="*/ 191049 w 267468"/>
              <a:gd name="connsiteY47" fmla="*/ 286574 h 458518"/>
              <a:gd name="connsiteX48" fmla="*/ 210154 w 267468"/>
              <a:gd name="connsiteY48" fmla="*/ 267469 h 458518"/>
              <a:gd name="connsiteX49" fmla="*/ 210154 w 267468"/>
              <a:gd name="connsiteY49" fmla="*/ 191049 h 458518"/>
              <a:gd name="connsiteX50" fmla="*/ 191049 w 267468"/>
              <a:gd name="connsiteY50" fmla="*/ 171944 h 458518"/>
              <a:gd name="connsiteX51" fmla="*/ 191049 w 267468"/>
              <a:gd name="connsiteY51" fmla="*/ 267469 h 458518"/>
              <a:gd name="connsiteX52" fmla="*/ 76420 w 267468"/>
              <a:gd name="connsiteY52" fmla="*/ 267469 h 458518"/>
              <a:gd name="connsiteX53" fmla="*/ 76420 w 267468"/>
              <a:gd name="connsiteY53" fmla="*/ 191049 h 458518"/>
              <a:gd name="connsiteX54" fmla="*/ 191049 w 267468"/>
              <a:gd name="connsiteY54" fmla="*/ 191049 h 458518"/>
              <a:gd name="connsiteX55" fmla="*/ 191049 w 267468"/>
              <a:gd name="connsiteY55" fmla="*/ 26746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7468" h="458518">
                <a:moveTo>
                  <a:pt x="263648" y="154750"/>
                </a:moveTo>
                <a:lnTo>
                  <a:pt x="229259" y="103167"/>
                </a:lnTo>
                <a:cubicBezTo>
                  <a:pt x="227349" y="99346"/>
                  <a:pt x="221617" y="95525"/>
                  <a:pt x="213975" y="95525"/>
                </a:cubicBezTo>
                <a:lnTo>
                  <a:pt x="191049" y="95525"/>
                </a:lnTo>
                <a:lnTo>
                  <a:pt x="191049" y="76420"/>
                </a:lnTo>
                <a:lnTo>
                  <a:pt x="210154" y="76420"/>
                </a:lnTo>
                <a:cubicBezTo>
                  <a:pt x="221617" y="76420"/>
                  <a:pt x="229259" y="68778"/>
                  <a:pt x="229259" y="57315"/>
                </a:cubicBezTo>
                <a:lnTo>
                  <a:pt x="229259" y="19105"/>
                </a:lnTo>
                <a:cubicBezTo>
                  <a:pt x="229259" y="7642"/>
                  <a:pt x="221617" y="0"/>
                  <a:pt x="210154" y="0"/>
                </a:cubicBezTo>
                <a:lnTo>
                  <a:pt x="57315" y="0"/>
                </a:lnTo>
                <a:cubicBezTo>
                  <a:pt x="45852" y="0"/>
                  <a:pt x="38210" y="7642"/>
                  <a:pt x="38210" y="19105"/>
                </a:cubicBezTo>
                <a:lnTo>
                  <a:pt x="38210" y="57315"/>
                </a:lnTo>
                <a:cubicBezTo>
                  <a:pt x="38210" y="68778"/>
                  <a:pt x="45852" y="76420"/>
                  <a:pt x="57315" y="76420"/>
                </a:cubicBezTo>
                <a:lnTo>
                  <a:pt x="76420" y="76420"/>
                </a:lnTo>
                <a:lnTo>
                  <a:pt x="76420" y="95525"/>
                </a:lnTo>
                <a:lnTo>
                  <a:pt x="53494" y="95525"/>
                </a:lnTo>
                <a:cubicBezTo>
                  <a:pt x="45852" y="95525"/>
                  <a:pt x="40120" y="99346"/>
                  <a:pt x="36299" y="103167"/>
                </a:cubicBezTo>
                <a:lnTo>
                  <a:pt x="3821" y="154750"/>
                </a:lnTo>
                <a:cubicBezTo>
                  <a:pt x="1910" y="158571"/>
                  <a:pt x="0" y="162392"/>
                  <a:pt x="0" y="164302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164302"/>
                </a:lnTo>
                <a:cubicBezTo>
                  <a:pt x="267469" y="162392"/>
                  <a:pt x="265558" y="158571"/>
                  <a:pt x="263648" y="154750"/>
                </a:cubicBezTo>
                <a:close/>
                <a:moveTo>
                  <a:pt x="57315" y="19105"/>
                </a:moveTo>
                <a:lnTo>
                  <a:pt x="210154" y="19105"/>
                </a:lnTo>
                <a:lnTo>
                  <a:pt x="210154" y="57315"/>
                </a:lnTo>
                <a:lnTo>
                  <a:pt x="57315" y="57315"/>
                </a:lnTo>
                <a:lnTo>
                  <a:pt x="57315" y="19105"/>
                </a:lnTo>
                <a:close/>
                <a:moveTo>
                  <a:pt x="95525" y="76420"/>
                </a:moveTo>
                <a:lnTo>
                  <a:pt x="171944" y="76420"/>
                </a:lnTo>
                <a:lnTo>
                  <a:pt x="171944" y="95525"/>
                </a:lnTo>
                <a:lnTo>
                  <a:pt x="95525" y="95525"/>
                </a:lnTo>
                <a:lnTo>
                  <a:pt x="95525" y="76420"/>
                </a:lnTo>
                <a:close/>
                <a:moveTo>
                  <a:pt x="248364" y="439413"/>
                </a:moveTo>
                <a:lnTo>
                  <a:pt x="19105" y="439413"/>
                </a:lnTo>
                <a:lnTo>
                  <a:pt x="19105" y="164302"/>
                </a:lnTo>
                <a:lnTo>
                  <a:pt x="53494" y="114630"/>
                </a:lnTo>
                <a:lnTo>
                  <a:pt x="215886" y="114630"/>
                </a:lnTo>
                <a:lnTo>
                  <a:pt x="248364" y="164302"/>
                </a:lnTo>
                <a:lnTo>
                  <a:pt x="248364" y="439413"/>
                </a:lnTo>
                <a:close/>
                <a:moveTo>
                  <a:pt x="191049" y="171944"/>
                </a:moveTo>
                <a:lnTo>
                  <a:pt x="76420" y="171944"/>
                </a:lnTo>
                <a:cubicBezTo>
                  <a:pt x="64957" y="171944"/>
                  <a:pt x="57315" y="179586"/>
                  <a:pt x="57315" y="191049"/>
                </a:cubicBezTo>
                <a:lnTo>
                  <a:pt x="57315" y="267469"/>
                </a:lnTo>
                <a:cubicBezTo>
                  <a:pt x="57315" y="278932"/>
                  <a:pt x="64957" y="286574"/>
                  <a:pt x="76420" y="286574"/>
                </a:cubicBezTo>
                <a:lnTo>
                  <a:pt x="191049" y="286574"/>
                </a:lnTo>
                <a:cubicBezTo>
                  <a:pt x="202512" y="286574"/>
                  <a:pt x="210154" y="278932"/>
                  <a:pt x="210154" y="267469"/>
                </a:cubicBezTo>
                <a:lnTo>
                  <a:pt x="210154" y="191049"/>
                </a:lnTo>
                <a:cubicBezTo>
                  <a:pt x="210154" y="179586"/>
                  <a:pt x="202512" y="171944"/>
                  <a:pt x="191049" y="171944"/>
                </a:cubicBezTo>
                <a:close/>
                <a:moveTo>
                  <a:pt x="191049" y="267469"/>
                </a:moveTo>
                <a:lnTo>
                  <a:pt x="76420" y="267469"/>
                </a:lnTo>
                <a:lnTo>
                  <a:pt x="76420" y="191049"/>
                </a:lnTo>
                <a:lnTo>
                  <a:pt x="191049" y="191049"/>
                </a:lnTo>
                <a:lnTo>
                  <a:pt x="191049" y="26746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73" descr="Hand cream icon.">
            <a:extLst>
              <a:ext uri="{FF2B5EF4-FFF2-40B4-BE49-F238E27FC236}">
                <a16:creationId xmlns:a16="http://schemas.microsoft.com/office/drawing/2014/main" id="{74BACEF9-ACC6-4639-B668-4572AF6F220E}"/>
              </a:ext>
            </a:extLst>
          </p:cNvPr>
          <p:cNvSpPr>
            <a:spLocks noChangeAspect="1"/>
          </p:cNvSpPr>
          <p:nvPr/>
        </p:nvSpPr>
        <p:spPr>
          <a:xfrm>
            <a:off x="2266696" y="5201493"/>
            <a:ext cx="248363" cy="420490"/>
          </a:xfrm>
          <a:custGeom>
            <a:avLst/>
            <a:gdLst>
              <a:gd name="connsiteX0" fmla="*/ 34389 w 248363"/>
              <a:gd name="connsiteY0" fmla="*/ 420308 h 420490"/>
              <a:gd name="connsiteX1" fmla="*/ 213975 w 248363"/>
              <a:gd name="connsiteY1" fmla="*/ 420308 h 420490"/>
              <a:gd name="connsiteX2" fmla="*/ 248364 w 248363"/>
              <a:gd name="connsiteY2" fmla="*/ 391651 h 420490"/>
              <a:gd name="connsiteX3" fmla="*/ 208244 w 248363"/>
              <a:gd name="connsiteY3" fmla="*/ 168123 h 420490"/>
              <a:gd name="connsiteX4" fmla="*/ 166213 w 248363"/>
              <a:gd name="connsiteY4" fmla="*/ 135645 h 420490"/>
              <a:gd name="connsiteX5" fmla="*/ 152839 w 248363"/>
              <a:gd name="connsiteY5" fmla="*/ 135645 h 420490"/>
              <a:gd name="connsiteX6" fmla="*/ 152839 w 248363"/>
              <a:gd name="connsiteY6" fmla="*/ 95525 h 420490"/>
              <a:gd name="connsiteX7" fmla="*/ 162392 w 248363"/>
              <a:gd name="connsiteY7" fmla="*/ 95525 h 420490"/>
              <a:gd name="connsiteX8" fmla="*/ 181497 w 248363"/>
              <a:gd name="connsiteY8" fmla="*/ 76420 h 420490"/>
              <a:gd name="connsiteX9" fmla="*/ 181497 w 248363"/>
              <a:gd name="connsiteY9" fmla="*/ 57315 h 420490"/>
              <a:gd name="connsiteX10" fmla="*/ 215886 w 248363"/>
              <a:gd name="connsiteY10" fmla="*/ 57315 h 420490"/>
              <a:gd name="connsiteX11" fmla="*/ 233080 w 248363"/>
              <a:gd name="connsiteY11" fmla="*/ 72599 h 420490"/>
              <a:gd name="connsiteX12" fmla="*/ 246453 w 248363"/>
              <a:gd name="connsiteY12" fmla="*/ 59225 h 420490"/>
              <a:gd name="connsiteX13" fmla="*/ 229259 w 248363"/>
              <a:gd name="connsiteY13" fmla="*/ 42031 h 420490"/>
              <a:gd name="connsiteX14" fmla="*/ 217796 w 248363"/>
              <a:gd name="connsiteY14" fmla="*/ 38210 h 420490"/>
              <a:gd name="connsiteX15" fmla="*/ 181497 w 248363"/>
              <a:gd name="connsiteY15" fmla="*/ 38210 h 420490"/>
              <a:gd name="connsiteX16" fmla="*/ 181497 w 248363"/>
              <a:gd name="connsiteY16" fmla="*/ 19105 h 420490"/>
              <a:gd name="connsiteX17" fmla="*/ 162392 w 248363"/>
              <a:gd name="connsiteY17" fmla="*/ 0 h 420490"/>
              <a:gd name="connsiteX18" fmla="*/ 85972 w 248363"/>
              <a:gd name="connsiteY18" fmla="*/ 0 h 420490"/>
              <a:gd name="connsiteX19" fmla="*/ 66867 w 248363"/>
              <a:gd name="connsiteY19" fmla="*/ 19105 h 420490"/>
              <a:gd name="connsiteX20" fmla="*/ 66867 w 248363"/>
              <a:gd name="connsiteY20" fmla="*/ 76420 h 420490"/>
              <a:gd name="connsiteX21" fmla="*/ 85972 w 248363"/>
              <a:gd name="connsiteY21" fmla="*/ 95525 h 420490"/>
              <a:gd name="connsiteX22" fmla="*/ 95525 w 248363"/>
              <a:gd name="connsiteY22" fmla="*/ 95525 h 420490"/>
              <a:gd name="connsiteX23" fmla="*/ 95525 w 248363"/>
              <a:gd name="connsiteY23" fmla="*/ 133734 h 420490"/>
              <a:gd name="connsiteX24" fmla="*/ 82151 w 248363"/>
              <a:gd name="connsiteY24" fmla="*/ 133734 h 420490"/>
              <a:gd name="connsiteX25" fmla="*/ 40120 w 248363"/>
              <a:gd name="connsiteY25" fmla="*/ 168123 h 420490"/>
              <a:gd name="connsiteX26" fmla="*/ 0 w 248363"/>
              <a:gd name="connsiteY26" fmla="*/ 391651 h 420490"/>
              <a:gd name="connsiteX27" fmla="*/ 34389 w 248363"/>
              <a:gd name="connsiteY27" fmla="*/ 420308 h 420490"/>
              <a:gd name="connsiteX28" fmla="*/ 85972 w 248363"/>
              <a:gd name="connsiteY28" fmla="*/ 76420 h 420490"/>
              <a:gd name="connsiteX29" fmla="*/ 85972 w 248363"/>
              <a:gd name="connsiteY29" fmla="*/ 19105 h 420490"/>
              <a:gd name="connsiteX30" fmla="*/ 162392 w 248363"/>
              <a:gd name="connsiteY30" fmla="*/ 19105 h 420490"/>
              <a:gd name="connsiteX31" fmla="*/ 162392 w 248363"/>
              <a:gd name="connsiteY31" fmla="*/ 76420 h 420490"/>
              <a:gd name="connsiteX32" fmla="*/ 85972 w 248363"/>
              <a:gd name="connsiteY32" fmla="*/ 76420 h 420490"/>
              <a:gd name="connsiteX33" fmla="*/ 133734 w 248363"/>
              <a:gd name="connsiteY33" fmla="*/ 95525 h 420490"/>
              <a:gd name="connsiteX34" fmla="*/ 133734 w 248363"/>
              <a:gd name="connsiteY34" fmla="*/ 133734 h 420490"/>
              <a:gd name="connsiteX35" fmla="*/ 114630 w 248363"/>
              <a:gd name="connsiteY35" fmla="*/ 133734 h 420490"/>
              <a:gd name="connsiteX36" fmla="*/ 114630 w 248363"/>
              <a:gd name="connsiteY36" fmla="*/ 95525 h 420490"/>
              <a:gd name="connsiteX37" fmla="*/ 133734 w 248363"/>
              <a:gd name="connsiteY37" fmla="*/ 95525 h 420490"/>
              <a:gd name="connsiteX38" fmla="*/ 57315 w 248363"/>
              <a:gd name="connsiteY38" fmla="*/ 173855 h 420490"/>
              <a:gd name="connsiteX39" fmla="*/ 82151 w 248363"/>
              <a:gd name="connsiteY39" fmla="*/ 152839 h 420490"/>
              <a:gd name="connsiteX40" fmla="*/ 164302 w 248363"/>
              <a:gd name="connsiteY40" fmla="*/ 152839 h 420490"/>
              <a:gd name="connsiteX41" fmla="*/ 189139 w 248363"/>
              <a:gd name="connsiteY41" fmla="*/ 173855 h 420490"/>
              <a:gd name="connsiteX42" fmla="*/ 194870 w 248363"/>
              <a:gd name="connsiteY42" fmla="*/ 191049 h 420490"/>
              <a:gd name="connsiteX43" fmla="*/ 53494 w 248363"/>
              <a:gd name="connsiteY43" fmla="*/ 191049 h 420490"/>
              <a:gd name="connsiteX44" fmla="*/ 57315 w 248363"/>
              <a:gd name="connsiteY44" fmla="*/ 173855 h 420490"/>
              <a:gd name="connsiteX45" fmla="*/ 47762 w 248363"/>
              <a:gd name="connsiteY45" fmla="*/ 210154 h 420490"/>
              <a:gd name="connsiteX46" fmla="*/ 200602 w 248363"/>
              <a:gd name="connsiteY46" fmla="*/ 210154 h 420490"/>
              <a:gd name="connsiteX47" fmla="*/ 229259 w 248363"/>
              <a:gd name="connsiteY47" fmla="*/ 391651 h 420490"/>
              <a:gd name="connsiteX48" fmla="*/ 213975 w 248363"/>
              <a:gd name="connsiteY48" fmla="*/ 401203 h 420490"/>
              <a:gd name="connsiteX49" fmla="*/ 34389 w 248363"/>
              <a:gd name="connsiteY49" fmla="*/ 401203 h 420490"/>
              <a:gd name="connsiteX50" fmla="*/ 19105 w 248363"/>
              <a:gd name="connsiteY50" fmla="*/ 391651 h 420490"/>
              <a:gd name="connsiteX51" fmla="*/ 47762 w 248363"/>
              <a:gd name="connsiteY51" fmla="*/ 210154 h 42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48363" h="420490">
                <a:moveTo>
                  <a:pt x="34389" y="420308"/>
                </a:moveTo>
                <a:lnTo>
                  <a:pt x="213975" y="420308"/>
                </a:lnTo>
                <a:cubicBezTo>
                  <a:pt x="231170" y="422219"/>
                  <a:pt x="246453" y="408845"/>
                  <a:pt x="248364" y="391651"/>
                </a:cubicBezTo>
                <a:cubicBezTo>
                  <a:pt x="244543" y="315231"/>
                  <a:pt x="231170" y="240722"/>
                  <a:pt x="208244" y="168123"/>
                </a:cubicBezTo>
                <a:cubicBezTo>
                  <a:pt x="198691" y="149018"/>
                  <a:pt x="191049" y="135645"/>
                  <a:pt x="166213" y="135645"/>
                </a:cubicBezTo>
                <a:lnTo>
                  <a:pt x="152839" y="135645"/>
                </a:lnTo>
                <a:lnTo>
                  <a:pt x="152839" y="95525"/>
                </a:lnTo>
                <a:lnTo>
                  <a:pt x="162392" y="95525"/>
                </a:lnTo>
                <a:cubicBezTo>
                  <a:pt x="173855" y="95525"/>
                  <a:pt x="181497" y="87883"/>
                  <a:pt x="181497" y="76420"/>
                </a:cubicBezTo>
                <a:lnTo>
                  <a:pt x="181497" y="57315"/>
                </a:lnTo>
                <a:lnTo>
                  <a:pt x="215886" y="57315"/>
                </a:lnTo>
                <a:lnTo>
                  <a:pt x="233080" y="72599"/>
                </a:lnTo>
                <a:lnTo>
                  <a:pt x="246453" y="59225"/>
                </a:lnTo>
                <a:lnTo>
                  <a:pt x="229259" y="42031"/>
                </a:lnTo>
                <a:cubicBezTo>
                  <a:pt x="225438" y="40120"/>
                  <a:pt x="221617" y="38210"/>
                  <a:pt x="217796" y="38210"/>
                </a:cubicBezTo>
                <a:lnTo>
                  <a:pt x="181497" y="38210"/>
                </a:lnTo>
                <a:lnTo>
                  <a:pt x="181497" y="19105"/>
                </a:lnTo>
                <a:cubicBezTo>
                  <a:pt x="181497" y="7642"/>
                  <a:pt x="173855" y="0"/>
                  <a:pt x="162392" y="0"/>
                </a:cubicBezTo>
                <a:lnTo>
                  <a:pt x="85972" y="0"/>
                </a:lnTo>
                <a:cubicBezTo>
                  <a:pt x="74509" y="0"/>
                  <a:pt x="66867" y="7642"/>
                  <a:pt x="66867" y="19105"/>
                </a:cubicBezTo>
                <a:lnTo>
                  <a:pt x="66867" y="76420"/>
                </a:lnTo>
                <a:cubicBezTo>
                  <a:pt x="66867" y="87883"/>
                  <a:pt x="74509" y="95525"/>
                  <a:pt x="85972" y="95525"/>
                </a:cubicBezTo>
                <a:lnTo>
                  <a:pt x="95525" y="95525"/>
                </a:lnTo>
                <a:lnTo>
                  <a:pt x="95525" y="133734"/>
                </a:lnTo>
                <a:lnTo>
                  <a:pt x="82151" y="133734"/>
                </a:lnTo>
                <a:cubicBezTo>
                  <a:pt x="59225" y="133734"/>
                  <a:pt x="49673" y="147108"/>
                  <a:pt x="40120" y="168123"/>
                </a:cubicBezTo>
                <a:cubicBezTo>
                  <a:pt x="17194" y="240722"/>
                  <a:pt x="3821" y="315231"/>
                  <a:pt x="0" y="391651"/>
                </a:cubicBezTo>
                <a:cubicBezTo>
                  <a:pt x="1910" y="408845"/>
                  <a:pt x="17194" y="422219"/>
                  <a:pt x="34389" y="420308"/>
                </a:cubicBezTo>
                <a:close/>
                <a:moveTo>
                  <a:pt x="85972" y="76420"/>
                </a:moveTo>
                <a:lnTo>
                  <a:pt x="85972" y="19105"/>
                </a:lnTo>
                <a:lnTo>
                  <a:pt x="162392" y="19105"/>
                </a:lnTo>
                <a:lnTo>
                  <a:pt x="162392" y="76420"/>
                </a:lnTo>
                <a:lnTo>
                  <a:pt x="85972" y="76420"/>
                </a:lnTo>
                <a:close/>
                <a:moveTo>
                  <a:pt x="133734" y="95525"/>
                </a:moveTo>
                <a:lnTo>
                  <a:pt x="133734" y="133734"/>
                </a:lnTo>
                <a:lnTo>
                  <a:pt x="114630" y="133734"/>
                </a:lnTo>
                <a:lnTo>
                  <a:pt x="114630" y="95525"/>
                </a:lnTo>
                <a:lnTo>
                  <a:pt x="133734" y="95525"/>
                </a:lnTo>
                <a:close/>
                <a:moveTo>
                  <a:pt x="57315" y="173855"/>
                </a:moveTo>
                <a:cubicBezTo>
                  <a:pt x="66867" y="156660"/>
                  <a:pt x="70688" y="152839"/>
                  <a:pt x="82151" y="152839"/>
                </a:cubicBezTo>
                <a:lnTo>
                  <a:pt x="164302" y="152839"/>
                </a:lnTo>
                <a:cubicBezTo>
                  <a:pt x="175765" y="152839"/>
                  <a:pt x="181497" y="156660"/>
                  <a:pt x="189139" y="173855"/>
                </a:cubicBezTo>
                <a:lnTo>
                  <a:pt x="194870" y="191049"/>
                </a:lnTo>
                <a:lnTo>
                  <a:pt x="53494" y="191049"/>
                </a:lnTo>
                <a:lnTo>
                  <a:pt x="57315" y="173855"/>
                </a:lnTo>
                <a:close/>
                <a:moveTo>
                  <a:pt x="47762" y="210154"/>
                </a:moveTo>
                <a:lnTo>
                  <a:pt x="200602" y="210154"/>
                </a:lnTo>
                <a:cubicBezTo>
                  <a:pt x="217796" y="269379"/>
                  <a:pt x="227349" y="330515"/>
                  <a:pt x="229259" y="391651"/>
                </a:cubicBezTo>
                <a:cubicBezTo>
                  <a:pt x="229259" y="397382"/>
                  <a:pt x="221617" y="401203"/>
                  <a:pt x="213975" y="401203"/>
                </a:cubicBezTo>
                <a:lnTo>
                  <a:pt x="34389" y="401203"/>
                </a:lnTo>
                <a:cubicBezTo>
                  <a:pt x="26747" y="401203"/>
                  <a:pt x="19105" y="397382"/>
                  <a:pt x="19105" y="391651"/>
                </a:cubicBezTo>
                <a:cubicBezTo>
                  <a:pt x="21015" y="330515"/>
                  <a:pt x="30568" y="269379"/>
                  <a:pt x="47762" y="21015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56" descr="Face cream icon.">
            <a:extLst>
              <a:ext uri="{FF2B5EF4-FFF2-40B4-BE49-F238E27FC236}">
                <a16:creationId xmlns:a16="http://schemas.microsoft.com/office/drawing/2014/main" id="{B9D84753-5A98-4BA8-AF7E-87CB13E3462A}"/>
              </a:ext>
            </a:extLst>
          </p:cNvPr>
          <p:cNvSpPr/>
          <p:nvPr/>
        </p:nvSpPr>
        <p:spPr>
          <a:xfrm>
            <a:off x="3423910" y="5200990"/>
            <a:ext cx="420993" cy="420993"/>
          </a:xfrm>
          <a:custGeom>
            <a:avLst/>
            <a:gdLst>
              <a:gd name="connsiteX0" fmla="*/ 401858 w 420993"/>
              <a:gd name="connsiteY0" fmla="*/ 191361 h 420993"/>
              <a:gd name="connsiteX1" fmla="*/ 382722 w 420993"/>
              <a:gd name="connsiteY1" fmla="*/ 191361 h 420993"/>
              <a:gd name="connsiteX2" fmla="*/ 382722 w 420993"/>
              <a:gd name="connsiteY2" fmla="*/ 133953 h 420993"/>
              <a:gd name="connsiteX3" fmla="*/ 363586 w 420993"/>
              <a:gd name="connsiteY3" fmla="*/ 114817 h 420993"/>
              <a:gd name="connsiteX4" fmla="*/ 363586 w 420993"/>
              <a:gd name="connsiteY4" fmla="*/ 114434 h 420993"/>
              <a:gd name="connsiteX5" fmla="*/ 273646 w 420993"/>
              <a:gd name="connsiteY5" fmla="*/ 0 h 420993"/>
              <a:gd name="connsiteX6" fmla="*/ 264078 w 420993"/>
              <a:gd name="connsiteY6" fmla="*/ 0 h 420993"/>
              <a:gd name="connsiteX7" fmla="*/ 264078 w 420993"/>
              <a:gd name="connsiteY7" fmla="*/ 9568 h 420993"/>
              <a:gd name="connsiteX8" fmla="*/ 124385 w 420993"/>
              <a:gd name="connsiteY8" fmla="*/ 57408 h 420993"/>
              <a:gd name="connsiteX9" fmla="*/ 57408 w 420993"/>
              <a:gd name="connsiteY9" fmla="*/ 114817 h 420993"/>
              <a:gd name="connsiteX10" fmla="*/ 38272 w 420993"/>
              <a:gd name="connsiteY10" fmla="*/ 133953 h 420993"/>
              <a:gd name="connsiteX11" fmla="*/ 38272 w 420993"/>
              <a:gd name="connsiteY11" fmla="*/ 191361 h 420993"/>
              <a:gd name="connsiteX12" fmla="*/ 19136 w 420993"/>
              <a:gd name="connsiteY12" fmla="*/ 191361 h 420993"/>
              <a:gd name="connsiteX13" fmla="*/ 0 w 420993"/>
              <a:gd name="connsiteY13" fmla="*/ 210497 h 420993"/>
              <a:gd name="connsiteX14" fmla="*/ 0 w 420993"/>
              <a:gd name="connsiteY14" fmla="*/ 401858 h 420993"/>
              <a:gd name="connsiteX15" fmla="*/ 19136 w 420993"/>
              <a:gd name="connsiteY15" fmla="*/ 420994 h 420993"/>
              <a:gd name="connsiteX16" fmla="*/ 401858 w 420993"/>
              <a:gd name="connsiteY16" fmla="*/ 420994 h 420993"/>
              <a:gd name="connsiteX17" fmla="*/ 420994 w 420993"/>
              <a:gd name="connsiteY17" fmla="*/ 401858 h 420993"/>
              <a:gd name="connsiteX18" fmla="*/ 420994 w 420993"/>
              <a:gd name="connsiteY18" fmla="*/ 210497 h 420993"/>
              <a:gd name="connsiteX19" fmla="*/ 401858 w 420993"/>
              <a:gd name="connsiteY19" fmla="*/ 191361 h 420993"/>
              <a:gd name="connsiteX20" fmla="*/ 124385 w 420993"/>
              <a:gd name="connsiteY20" fmla="*/ 76544 h 420993"/>
              <a:gd name="connsiteX21" fmla="*/ 282257 w 420993"/>
              <a:gd name="connsiteY21" fmla="*/ 19902 h 420993"/>
              <a:gd name="connsiteX22" fmla="*/ 344450 w 420993"/>
              <a:gd name="connsiteY22" fmla="*/ 114817 h 420993"/>
              <a:gd name="connsiteX23" fmla="*/ 76544 w 420993"/>
              <a:gd name="connsiteY23" fmla="*/ 114817 h 420993"/>
              <a:gd name="connsiteX24" fmla="*/ 124385 w 420993"/>
              <a:gd name="connsiteY24" fmla="*/ 76544 h 420993"/>
              <a:gd name="connsiteX25" fmla="*/ 57408 w 420993"/>
              <a:gd name="connsiteY25" fmla="*/ 133953 h 420993"/>
              <a:gd name="connsiteX26" fmla="*/ 363586 w 420993"/>
              <a:gd name="connsiteY26" fmla="*/ 133953 h 420993"/>
              <a:gd name="connsiteX27" fmla="*/ 363586 w 420993"/>
              <a:gd name="connsiteY27" fmla="*/ 191361 h 420993"/>
              <a:gd name="connsiteX28" fmla="*/ 57408 w 420993"/>
              <a:gd name="connsiteY28" fmla="*/ 191361 h 420993"/>
              <a:gd name="connsiteX29" fmla="*/ 57408 w 420993"/>
              <a:gd name="connsiteY29" fmla="*/ 133953 h 420993"/>
              <a:gd name="connsiteX30" fmla="*/ 401858 w 420993"/>
              <a:gd name="connsiteY30" fmla="*/ 401858 h 420993"/>
              <a:gd name="connsiteX31" fmla="*/ 19136 w 420993"/>
              <a:gd name="connsiteY31" fmla="*/ 401858 h 420993"/>
              <a:gd name="connsiteX32" fmla="*/ 19136 w 420993"/>
              <a:gd name="connsiteY32" fmla="*/ 210497 h 420993"/>
              <a:gd name="connsiteX33" fmla="*/ 401858 w 420993"/>
              <a:gd name="connsiteY33" fmla="*/ 210497 h 420993"/>
              <a:gd name="connsiteX34" fmla="*/ 401858 w 420993"/>
              <a:gd name="connsiteY34" fmla="*/ 401858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20993" h="420993">
                <a:moveTo>
                  <a:pt x="401858" y="191361"/>
                </a:moveTo>
                <a:lnTo>
                  <a:pt x="382722" y="191361"/>
                </a:lnTo>
                <a:lnTo>
                  <a:pt x="382722" y="133953"/>
                </a:lnTo>
                <a:cubicBezTo>
                  <a:pt x="382722" y="123428"/>
                  <a:pt x="374110" y="114817"/>
                  <a:pt x="363586" y="114817"/>
                </a:cubicBezTo>
                <a:lnTo>
                  <a:pt x="363586" y="114434"/>
                </a:lnTo>
                <a:cubicBezTo>
                  <a:pt x="360907" y="23920"/>
                  <a:pt x="303690" y="0"/>
                  <a:pt x="273646" y="0"/>
                </a:cubicBezTo>
                <a:lnTo>
                  <a:pt x="264078" y="0"/>
                </a:lnTo>
                <a:lnTo>
                  <a:pt x="264078" y="9568"/>
                </a:lnTo>
                <a:cubicBezTo>
                  <a:pt x="264078" y="52816"/>
                  <a:pt x="166293" y="57408"/>
                  <a:pt x="124385" y="57408"/>
                </a:cubicBezTo>
                <a:cubicBezTo>
                  <a:pt x="62192" y="57408"/>
                  <a:pt x="57408" y="101421"/>
                  <a:pt x="57408" y="114817"/>
                </a:cubicBezTo>
                <a:cubicBezTo>
                  <a:pt x="46883" y="114817"/>
                  <a:pt x="38272" y="123428"/>
                  <a:pt x="38272" y="133953"/>
                </a:cubicBezTo>
                <a:lnTo>
                  <a:pt x="38272" y="191361"/>
                </a:lnTo>
                <a:lnTo>
                  <a:pt x="19136" y="191361"/>
                </a:lnTo>
                <a:cubicBezTo>
                  <a:pt x="8611" y="191361"/>
                  <a:pt x="0" y="199972"/>
                  <a:pt x="0" y="210497"/>
                </a:cubicBezTo>
                <a:lnTo>
                  <a:pt x="0" y="401858"/>
                </a:lnTo>
                <a:cubicBezTo>
                  <a:pt x="0" y="412383"/>
                  <a:pt x="8611" y="420994"/>
                  <a:pt x="19136" y="420994"/>
                </a:cubicBezTo>
                <a:lnTo>
                  <a:pt x="401858" y="420994"/>
                </a:lnTo>
                <a:cubicBezTo>
                  <a:pt x="412383" y="420994"/>
                  <a:pt x="420994" y="412383"/>
                  <a:pt x="420994" y="401858"/>
                </a:cubicBezTo>
                <a:lnTo>
                  <a:pt x="420994" y="210497"/>
                </a:lnTo>
                <a:cubicBezTo>
                  <a:pt x="420994" y="199972"/>
                  <a:pt x="412383" y="191361"/>
                  <a:pt x="401858" y="191361"/>
                </a:cubicBezTo>
                <a:close/>
                <a:moveTo>
                  <a:pt x="124385" y="76544"/>
                </a:moveTo>
                <a:cubicBezTo>
                  <a:pt x="192126" y="76544"/>
                  <a:pt x="272115" y="66402"/>
                  <a:pt x="282257" y="19902"/>
                </a:cubicBezTo>
                <a:cubicBezTo>
                  <a:pt x="307708" y="24111"/>
                  <a:pt x="342536" y="47266"/>
                  <a:pt x="344450" y="114817"/>
                </a:cubicBezTo>
                <a:lnTo>
                  <a:pt x="76544" y="114817"/>
                </a:lnTo>
                <a:cubicBezTo>
                  <a:pt x="76544" y="97403"/>
                  <a:pt x="84773" y="76544"/>
                  <a:pt x="124385" y="76544"/>
                </a:cubicBezTo>
                <a:close/>
                <a:moveTo>
                  <a:pt x="57408" y="133953"/>
                </a:moveTo>
                <a:lnTo>
                  <a:pt x="363586" y="133953"/>
                </a:lnTo>
                <a:lnTo>
                  <a:pt x="363586" y="191361"/>
                </a:lnTo>
                <a:lnTo>
                  <a:pt x="57408" y="191361"/>
                </a:lnTo>
                <a:lnTo>
                  <a:pt x="57408" y="133953"/>
                </a:lnTo>
                <a:close/>
                <a:moveTo>
                  <a:pt x="401858" y="401858"/>
                </a:moveTo>
                <a:lnTo>
                  <a:pt x="19136" y="401858"/>
                </a:lnTo>
                <a:lnTo>
                  <a:pt x="19136" y="210497"/>
                </a:lnTo>
                <a:lnTo>
                  <a:pt x="401858" y="210497"/>
                </a:lnTo>
                <a:lnTo>
                  <a:pt x="401858" y="40185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74" descr="Lotion icon.">
            <a:extLst>
              <a:ext uri="{FF2B5EF4-FFF2-40B4-BE49-F238E27FC236}">
                <a16:creationId xmlns:a16="http://schemas.microsoft.com/office/drawing/2014/main" id="{62B9D3F1-1AB3-447A-926A-3A535545FA22}"/>
              </a:ext>
            </a:extLst>
          </p:cNvPr>
          <p:cNvSpPr>
            <a:spLocks noChangeAspect="1"/>
          </p:cNvSpPr>
          <p:nvPr/>
        </p:nvSpPr>
        <p:spPr>
          <a:xfrm>
            <a:off x="4726423" y="5163283"/>
            <a:ext cx="267468" cy="458700"/>
          </a:xfrm>
          <a:custGeom>
            <a:avLst/>
            <a:gdLst>
              <a:gd name="connsiteX0" fmla="*/ 248364 w 267468"/>
              <a:gd name="connsiteY0" fmla="*/ 0 h 458700"/>
              <a:gd name="connsiteX1" fmla="*/ 19105 w 267468"/>
              <a:gd name="connsiteY1" fmla="*/ 0 h 458700"/>
              <a:gd name="connsiteX2" fmla="*/ 0 w 267468"/>
              <a:gd name="connsiteY2" fmla="*/ 19105 h 458700"/>
              <a:gd name="connsiteX3" fmla="*/ 0 w 267468"/>
              <a:gd name="connsiteY3" fmla="*/ 47762 h 458700"/>
              <a:gd name="connsiteX4" fmla="*/ 34389 w 267468"/>
              <a:gd name="connsiteY4" fmla="*/ 322873 h 458700"/>
              <a:gd name="connsiteX5" fmla="*/ 57315 w 267468"/>
              <a:gd name="connsiteY5" fmla="*/ 357262 h 458700"/>
              <a:gd name="connsiteX6" fmla="*/ 57315 w 267468"/>
              <a:gd name="connsiteY6" fmla="*/ 431771 h 458700"/>
              <a:gd name="connsiteX7" fmla="*/ 87883 w 267468"/>
              <a:gd name="connsiteY7" fmla="*/ 458518 h 458700"/>
              <a:gd name="connsiteX8" fmla="*/ 177676 w 267468"/>
              <a:gd name="connsiteY8" fmla="*/ 458518 h 458700"/>
              <a:gd name="connsiteX9" fmla="*/ 210154 w 267468"/>
              <a:gd name="connsiteY9" fmla="*/ 431771 h 458700"/>
              <a:gd name="connsiteX10" fmla="*/ 210154 w 267468"/>
              <a:gd name="connsiteY10" fmla="*/ 357262 h 458700"/>
              <a:gd name="connsiteX11" fmla="*/ 233080 w 267468"/>
              <a:gd name="connsiteY11" fmla="*/ 322873 h 458700"/>
              <a:gd name="connsiteX12" fmla="*/ 265558 w 267468"/>
              <a:gd name="connsiteY12" fmla="*/ 63046 h 458700"/>
              <a:gd name="connsiteX13" fmla="*/ 267469 w 267468"/>
              <a:gd name="connsiteY13" fmla="*/ 47762 h 458700"/>
              <a:gd name="connsiteX14" fmla="*/ 267469 w 267468"/>
              <a:gd name="connsiteY14" fmla="*/ 19105 h 458700"/>
              <a:gd name="connsiteX15" fmla="*/ 248364 w 267468"/>
              <a:gd name="connsiteY15" fmla="*/ 0 h 458700"/>
              <a:gd name="connsiteX16" fmla="*/ 19105 w 267468"/>
              <a:gd name="connsiteY16" fmla="*/ 19105 h 458700"/>
              <a:gd name="connsiteX17" fmla="*/ 248364 w 267468"/>
              <a:gd name="connsiteY17" fmla="*/ 19105 h 458700"/>
              <a:gd name="connsiteX18" fmla="*/ 248364 w 267468"/>
              <a:gd name="connsiteY18" fmla="*/ 45852 h 458700"/>
              <a:gd name="connsiteX19" fmla="*/ 246453 w 267468"/>
              <a:gd name="connsiteY19" fmla="*/ 57315 h 458700"/>
              <a:gd name="connsiteX20" fmla="*/ 21015 w 267468"/>
              <a:gd name="connsiteY20" fmla="*/ 57315 h 458700"/>
              <a:gd name="connsiteX21" fmla="*/ 19105 w 267468"/>
              <a:gd name="connsiteY21" fmla="*/ 45852 h 458700"/>
              <a:gd name="connsiteX22" fmla="*/ 19105 w 267468"/>
              <a:gd name="connsiteY22" fmla="*/ 19105 h 458700"/>
              <a:gd name="connsiteX23" fmla="*/ 191049 w 267468"/>
              <a:gd name="connsiteY23" fmla="*/ 431771 h 458700"/>
              <a:gd name="connsiteX24" fmla="*/ 177676 w 267468"/>
              <a:gd name="connsiteY24" fmla="*/ 439413 h 458700"/>
              <a:gd name="connsiteX25" fmla="*/ 87883 w 267468"/>
              <a:gd name="connsiteY25" fmla="*/ 439413 h 458700"/>
              <a:gd name="connsiteX26" fmla="*/ 76420 w 267468"/>
              <a:gd name="connsiteY26" fmla="*/ 431771 h 458700"/>
              <a:gd name="connsiteX27" fmla="*/ 76420 w 267468"/>
              <a:gd name="connsiteY27" fmla="*/ 420308 h 458700"/>
              <a:gd name="connsiteX28" fmla="*/ 191049 w 267468"/>
              <a:gd name="connsiteY28" fmla="*/ 420308 h 458700"/>
              <a:gd name="connsiteX29" fmla="*/ 191049 w 267468"/>
              <a:gd name="connsiteY29" fmla="*/ 431771 h 458700"/>
              <a:gd name="connsiteX30" fmla="*/ 191049 w 267468"/>
              <a:gd name="connsiteY30" fmla="*/ 401203 h 458700"/>
              <a:gd name="connsiteX31" fmla="*/ 76420 w 267468"/>
              <a:gd name="connsiteY31" fmla="*/ 401203 h 458700"/>
              <a:gd name="connsiteX32" fmla="*/ 76420 w 267468"/>
              <a:gd name="connsiteY32" fmla="*/ 362993 h 458700"/>
              <a:gd name="connsiteX33" fmla="*/ 87883 w 267468"/>
              <a:gd name="connsiteY33" fmla="*/ 362993 h 458700"/>
              <a:gd name="connsiteX34" fmla="*/ 179586 w 267468"/>
              <a:gd name="connsiteY34" fmla="*/ 362993 h 458700"/>
              <a:gd name="connsiteX35" fmla="*/ 191049 w 267468"/>
              <a:gd name="connsiteY35" fmla="*/ 362993 h 458700"/>
              <a:gd name="connsiteX36" fmla="*/ 191049 w 267468"/>
              <a:gd name="connsiteY36" fmla="*/ 401203 h 458700"/>
              <a:gd name="connsiteX37" fmla="*/ 213975 w 267468"/>
              <a:gd name="connsiteY37" fmla="*/ 320963 h 458700"/>
              <a:gd name="connsiteX38" fmla="*/ 177676 w 267468"/>
              <a:gd name="connsiteY38" fmla="*/ 343889 h 458700"/>
              <a:gd name="connsiteX39" fmla="*/ 87883 w 267468"/>
              <a:gd name="connsiteY39" fmla="*/ 343889 h 458700"/>
              <a:gd name="connsiteX40" fmla="*/ 53494 w 267468"/>
              <a:gd name="connsiteY40" fmla="*/ 320963 h 458700"/>
              <a:gd name="connsiteX41" fmla="*/ 22926 w 267468"/>
              <a:gd name="connsiteY41" fmla="*/ 76420 h 458700"/>
              <a:gd name="connsiteX42" fmla="*/ 244543 w 267468"/>
              <a:gd name="connsiteY42" fmla="*/ 76420 h 458700"/>
              <a:gd name="connsiteX43" fmla="*/ 213975 w 267468"/>
              <a:gd name="connsiteY43" fmla="*/ 320963 h 45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67468" h="458700">
                <a:moveTo>
                  <a:pt x="248364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7762"/>
                </a:lnTo>
                <a:cubicBezTo>
                  <a:pt x="0" y="49673"/>
                  <a:pt x="30568" y="298037"/>
                  <a:pt x="34389" y="322873"/>
                </a:cubicBezTo>
                <a:cubicBezTo>
                  <a:pt x="34389" y="338157"/>
                  <a:pt x="43941" y="351530"/>
                  <a:pt x="57315" y="357262"/>
                </a:cubicBezTo>
                <a:lnTo>
                  <a:pt x="57315" y="431771"/>
                </a:lnTo>
                <a:cubicBezTo>
                  <a:pt x="59225" y="447055"/>
                  <a:pt x="72599" y="460429"/>
                  <a:pt x="87883" y="458518"/>
                </a:cubicBezTo>
                <a:lnTo>
                  <a:pt x="177676" y="458518"/>
                </a:lnTo>
                <a:cubicBezTo>
                  <a:pt x="192960" y="460429"/>
                  <a:pt x="208244" y="447055"/>
                  <a:pt x="210154" y="431771"/>
                </a:cubicBezTo>
                <a:lnTo>
                  <a:pt x="210154" y="357262"/>
                </a:lnTo>
                <a:cubicBezTo>
                  <a:pt x="223528" y="351530"/>
                  <a:pt x="233080" y="338157"/>
                  <a:pt x="233080" y="322873"/>
                </a:cubicBezTo>
                <a:cubicBezTo>
                  <a:pt x="234990" y="309500"/>
                  <a:pt x="244543" y="221617"/>
                  <a:pt x="265558" y="63046"/>
                </a:cubicBezTo>
                <a:lnTo>
                  <a:pt x="267469" y="47762"/>
                </a:lnTo>
                <a:lnTo>
                  <a:pt x="267469" y="19105"/>
                </a:lnTo>
                <a:cubicBezTo>
                  <a:pt x="267469" y="7642"/>
                  <a:pt x="259827" y="0"/>
                  <a:pt x="248364" y="0"/>
                </a:cubicBezTo>
                <a:close/>
                <a:moveTo>
                  <a:pt x="19105" y="19105"/>
                </a:moveTo>
                <a:lnTo>
                  <a:pt x="248364" y="19105"/>
                </a:lnTo>
                <a:lnTo>
                  <a:pt x="248364" y="45852"/>
                </a:lnTo>
                <a:lnTo>
                  <a:pt x="246453" y="57315"/>
                </a:lnTo>
                <a:lnTo>
                  <a:pt x="21015" y="57315"/>
                </a:lnTo>
                <a:lnTo>
                  <a:pt x="19105" y="45852"/>
                </a:lnTo>
                <a:lnTo>
                  <a:pt x="19105" y="19105"/>
                </a:lnTo>
                <a:close/>
                <a:moveTo>
                  <a:pt x="191049" y="431771"/>
                </a:moveTo>
                <a:cubicBezTo>
                  <a:pt x="191049" y="435592"/>
                  <a:pt x="185318" y="439413"/>
                  <a:pt x="177676" y="439413"/>
                </a:cubicBezTo>
                <a:lnTo>
                  <a:pt x="87883" y="439413"/>
                </a:lnTo>
                <a:cubicBezTo>
                  <a:pt x="82151" y="439413"/>
                  <a:pt x="76420" y="435592"/>
                  <a:pt x="76420" y="431771"/>
                </a:cubicBezTo>
                <a:lnTo>
                  <a:pt x="76420" y="420308"/>
                </a:lnTo>
                <a:lnTo>
                  <a:pt x="191049" y="420308"/>
                </a:lnTo>
                <a:lnTo>
                  <a:pt x="191049" y="431771"/>
                </a:lnTo>
                <a:close/>
                <a:moveTo>
                  <a:pt x="191049" y="401203"/>
                </a:moveTo>
                <a:lnTo>
                  <a:pt x="76420" y="401203"/>
                </a:lnTo>
                <a:lnTo>
                  <a:pt x="76420" y="362993"/>
                </a:lnTo>
                <a:cubicBezTo>
                  <a:pt x="80241" y="362993"/>
                  <a:pt x="84062" y="362993"/>
                  <a:pt x="87883" y="362993"/>
                </a:cubicBezTo>
                <a:lnTo>
                  <a:pt x="179586" y="362993"/>
                </a:lnTo>
                <a:cubicBezTo>
                  <a:pt x="183407" y="362993"/>
                  <a:pt x="187228" y="362993"/>
                  <a:pt x="191049" y="362993"/>
                </a:cubicBezTo>
                <a:lnTo>
                  <a:pt x="191049" y="401203"/>
                </a:lnTo>
                <a:close/>
                <a:moveTo>
                  <a:pt x="213975" y="320963"/>
                </a:moveTo>
                <a:cubicBezTo>
                  <a:pt x="212065" y="334336"/>
                  <a:pt x="206333" y="343889"/>
                  <a:pt x="177676" y="343889"/>
                </a:cubicBezTo>
                <a:lnTo>
                  <a:pt x="87883" y="343889"/>
                </a:lnTo>
                <a:cubicBezTo>
                  <a:pt x="61136" y="343889"/>
                  <a:pt x="53494" y="334336"/>
                  <a:pt x="53494" y="320963"/>
                </a:cubicBezTo>
                <a:cubicBezTo>
                  <a:pt x="49673" y="301858"/>
                  <a:pt x="30568" y="143287"/>
                  <a:pt x="22926" y="76420"/>
                </a:cubicBezTo>
                <a:lnTo>
                  <a:pt x="244543" y="76420"/>
                </a:lnTo>
                <a:cubicBezTo>
                  <a:pt x="227349" y="225438"/>
                  <a:pt x="215886" y="307589"/>
                  <a:pt x="213975" y="32096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7" name="Graphic 171" descr="Comb icon.">
            <a:extLst>
              <a:ext uri="{FF2B5EF4-FFF2-40B4-BE49-F238E27FC236}">
                <a16:creationId xmlns:a16="http://schemas.microsoft.com/office/drawing/2014/main" id="{852140F1-8BDF-9AC9-CCD0-6B676C805D65}"/>
              </a:ext>
            </a:extLst>
          </p:cNvPr>
          <p:cNvSpPr>
            <a:spLocks noChangeAspect="1"/>
          </p:cNvSpPr>
          <p:nvPr/>
        </p:nvSpPr>
        <p:spPr>
          <a:xfrm>
            <a:off x="5975756" y="5162897"/>
            <a:ext cx="229259" cy="458518"/>
          </a:xfrm>
          <a:custGeom>
            <a:avLst/>
            <a:gdLst>
              <a:gd name="connsiteX0" fmla="*/ 181497 w 229259"/>
              <a:gd name="connsiteY0" fmla="*/ 0 h 458518"/>
              <a:gd name="connsiteX1" fmla="*/ 0 w 229259"/>
              <a:gd name="connsiteY1" fmla="*/ 0 h 458518"/>
              <a:gd name="connsiteX2" fmla="*/ 0 w 229259"/>
              <a:gd name="connsiteY2" fmla="*/ 19105 h 458518"/>
              <a:gd name="connsiteX3" fmla="*/ 152839 w 229259"/>
              <a:gd name="connsiteY3" fmla="*/ 19105 h 458518"/>
              <a:gd name="connsiteX4" fmla="*/ 152839 w 229259"/>
              <a:gd name="connsiteY4" fmla="*/ 49673 h 458518"/>
              <a:gd name="connsiteX5" fmla="*/ 0 w 229259"/>
              <a:gd name="connsiteY5" fmla="*/ 49673 h 458518"/>
              <a:gd name="connsiteX6" fmla="*/ 0 w 229259"/>
              <a:gd name="connsiteY6" fmla="*/ 68778 h 458518"/>
              <a:gd name="connsiteX7" fmla="*/ 152839 w 229259"/>
              <a:gd name="connsiteY7" fmla="*/ 68778 h 458518"/>
              <a:gd name="connsiteX8" fmla="*/ 152839 w 229259"/>
              <a:gd name="connsiteY8" fmla="*/ 99346 h 458518"/>
              <a:gd name="connsiteX9" fmla="*/ 0 w 229259"/>
              <a:gd name="connsiteY9" fmla="*/ 99346 h 458518"/>
              <a:gd name="connsiteX10" fmla="*/ 0 w 229259"/>
              <a:gd name="connsiteY10" fmla="*/ 118450 h 458518"/>
              <a:gd name="connsiteX11" fmla="*/ 152839 w 229259"/>
              <a:gd name="connsiteY11" fmla="*/ 118450 h 458518"/>
              <a:gd name="connsiteX12" fmla="*/ 152839 w 229259"/>
              <a:gd name="connsiteY12" fmla="*/ 149018 h 458518"/>
              <a:gd name="connsiteX13" fmla="*/ 0 w 229259"/>
              <a:gd name="connsiteY13" fmla="*/ 149018 h 458518"/>
              <a:gd name="connsiteX14" fmla="*/ 0 w 229259"/>
              <a:gd name="connsiteY14" fmla="*/ 168123 h 458518"/>
              <a:gd name="connsiteX15" fmla="*/ 152839 w 229259"/>
              <a:gd name="connsiteY15" fmla="*/ 168123 h 458518"/>
              <a:gd name="connsiteX16" fmla="*/ 152839 w 229259"/>
              <a:gd name="connsiteY16" fmla="*/ 198691 h 458518"/>
              <a:gd name="connsiteX17" fmla="*/ 0 w 229259"/>
              <a:gd name="connsiteY17" fmla="*/ 198691 h 458518"/>
              <a:gd name="connsiteX18" fmla="*/ 0 w 229259"/>
              <a:gd name="connsiteY18" fmla="*/ 217796 h 458518"/>
              <a:gd name="connsiteX19" fmla="*/ 152839 w 229259"/>
              <a:gd name="connsiteY19" fmla="*/ 217796 h 458518"/>
              <a:gd name="connsiteX20" fmla="*/ 152839 w 229259"/>
              <a:gd name="connsiteY20" fmla="*/ 248364 h 458518"/>
              <a:gd name="connsiteX21" fmla="*/ 0 w 229259"/>
              <a:gd name="connsiteY21" fmla="*/ 248364 h 458518"/>
              <a:gd name="connsiteX22" fmla="*/ 0 w 229259"/>
              <a:gd name="connsiteY22" fmla="*/ 267469 h 458518"/>
              <a:gd name="connsiteX23" fmla="*/ 152839 w 229259"/>
              <a:gd name="connsiteY23" fmla="*/ 267469 h 458518"/>
              <a:gd name="connsiteX24" fmla="*/ 152839 w 229259"/>
              <a:gd name="connsiteY24" fmla="*/ 298037 h 458518"/>
              <a:gd name="connsiteX25" fmla="*/ 0 w 229259"/>
              <a:gd name="connsiteY25" fmla="*/ 298037 h 458518"/>
              <a:gd name="connsiteX26" fmla="*/ 0 w 229259"/>
              <a:gd name="connsiteY26" fmla="*/ 317142 h 458518"/>
              <a:gd name="connsiteX27" fmla="*/ 152839 w 229259"/>
              <a:gd name="connsiteY27" fmla="*/ 317142 h 458518"/>
              <a:gd name="connsiteX28" fmla="*/ 152839 w 229259"/>
              <a:gd name="connsiteY28" fmla="*/ 345799 h 458518"/>
              <a:gd name="connsiteX29" fmla="*/ 0 w 229259"/>
              <a:gd name="connsiteY29" fmla="*/ 345799 h 458518"/>
              <a:gd name="connsiteX30" fmla="*/ 0 w 229259"/>
              <a:gd name="connsiteY30" fmla="*/ 364904 h 458518"/>
              <a:gd name="connsiteX31" fmla="*/ 152839 w 229259"/>
              <a:gd name="connsiteY31" fmla="*/ 364904 h 458518"/>
              <a:gd name="connsiteX32" fmla="*/ 152839 w 229259"/>
              <a:gd name="connsiteY32" fmla="*/ 395472 h 458518"/>
              <a:gd name="connsiteX33" fmla="*/ 0 w 229259"/>
              <a:gd name="connsiteY33" fmla="*/ 395472 h 458518"/>
              <a:gd name="connsiteX34" fmla="*/ 0 w 229259"/>
              <a:gd name="connsiteY34" fmla="*/ 414577 h 458518"/>
              <a:gd name="connsiteX35" fmla="*/ 152839 w 229259"/>
              <a:gd name="connsiteY35" fmla="*/ 414577 h 458518"/>
              <a:gd name="connsiteX36" fmla="*/ 152839 w 229259"/>
              <a:gd name="connsiteY36" fmla="*/ 439413 h 458518"/>
              <a:gd name="connsiteX37" fmla="*/ 0 w 229259"/>
              <a:gd name="connsiteY37" fmla="*/ 439413 h 458518"/>
              <a:gd name="connsiteX38" fmla="*/ 0 w 229259"/>
              <a:gd name="connsiteY38" fmla="*/ 458518 h 458518"/>
              <a:gd name="connsiteX39" fmla="*/ 181497 w 229259"/>
              <a:gd name="connsiteY39" fmla="*/ 458518 h 458518"/>
              <a:gd name="connsiteX40" fmla="*/ 229259 w 229259"/>
              <a:gd name="connsiteY40" fmla="*/ 410756 h 458518"/>
              <a:gd name="connsiteX41" fmla="*/ 229259 w 229259"/>
              <a:gd name="connsiteY41" fmla="*/ 47762 h 458518"/>
              <a:gd name="connsiteX42" fmla="*/ 181497 w 229259"/>
              <a:gd name="connsiteY42" fmla="*/ 0 h 458518"/>
              <a:gd name="connsiteX43" fmla="*/ 210154 w 229259"/>
              <a:gd name="connsiteY43" fmla="*/ 410756 h 458518"/>
              <a:gd name="connsiteX44" fmla="*/ 181497 w 229259"/>
              <a:gd name="connsiteY44" fmla="*/ 439413 h 458518"/>
              <a:gd name="connsiteX45" fmla="*/ 171944 w 229259"/>
              <a:gd name="connsiteY45" fmla="*/ 439413 h 458518"/>
              <a:gd name="connsiteX46" fmla="*/ 171944 w 229259"/>
              <a:gd name="connsiteY46" fmla="*/ 19105 h 458518"/>
              <a:gd name="connsiteX47" fmla="*/ 181497 w 229259"/>
              <a:gd name="connsiteY47" fmla="*/ 19105 h 458518"/>
              <a:gd name="connsiteX48" fmla="*/ 210154 w 229259"/>
              <a:gd name="connsiteY48" fmla="*/ 47762 h 458518"/>
              <a:gd name="connsiteX49" fmla="*/ 210154 w 229259"/>
              <a:gd name="connsiteY49" fmla="*/ 410756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9259" h="458518">
                <a:moveTo>
                  <a:pt x="181497" y="0"/>
                </a:moveTo>
                <a:lnTo>
                  <a:pt x="0" y="0"/>
                </a:lnTo>
                <a:lnTo>
                  <a:pt x="0" y="19105"/>
                </a:lnTo>
                <a:lnTo>
                  <a:pt x="152839" y="19105"/>
                </a:lnTo>
                <a:lnTo>
                  <a:pt x="152839" y="49673"/>
                </a:lnTo>
                <a:lnTo>
                  <a:pt x="0" y="49673"/>
                </a:lnTo>
                <a:lnTo>
                  <a:pt x="0" y="68778"/>
                </a:lnTo>
                <a:lnTo>
                  <a:pt x="152839" y="68778"/>
                </a:lnTo>
                <a:lnTo>
                  <a:pt x="152839" y="99346"/>
                </a:lnTo>
                <a:lnTo>
                  <a:pt x="0" y="99346"/>
                </a:lnTo>
                <a:lnTo>
                  <a:pt x="0" y="118450"/>
                </a:lnTo>
                <a:lnTo>
                  <a:pt x="152839" y="118450"/>
                </a:lnTo>
                <a:lnTo>
                  <a:pt x="152839" y="149018"/>
                </a:lnTo>
                <a:lnTo>
                  <a:pt x="0" y="149018"/>
                </a:lnTo>
                <a:lnTo>
                  <a:pt x="0" y="168123"/>
                </a:lnTo>
                <a:lnTo>
                  <a:pt x="152839" y="168123"/>
                </a:lnTo>
                <a:lnTo>
                  <a:pt x="152839" y="198691"/>
                </a:lnTo>
                <a:lnTo>
                  <a:pt x="0" y="198691"/>
                </a:lnTo>
                <a:lnTo>
                  <a:pt x="0" y="217796"/>
                </a:lnTo>
                <a:lnTo>
                  <a:pt x="152839" y="217796"/>
                </a:lnTo>
                <a:lnTo>
                  <a:pt x="152839" y="248364"/>
                </a:lnTo>
                <a:lnTo>
                  <a:pt x="0" y="248364"/>
                </a:lnTo>
                <a:lnTo>
                  <a:pt x="0" y="267469"/>
                </a:lnTo>
                <a:lnTo>
                  <a:pt x="152839" y="267469"/>
                </a:lnTo>
                <a:lnTo>
                  <a:pt x="152839" y="298037"/>
                </a:lnTo>
                <a:lnTo>
                  <a:pt x="0" y="298037"/>
                </a:lnTo>
                <a:lnTo>
                  <a:pt x="0" y="317142"/>
                </a:lnTo>
                <a:lnTo>
                  <a:pt x="152839" y="317142"/>
                </a:lnTo>
                <a:lnTo>
                  <a:pt x="152839" y="345799"/>
                </a:lnTo>
                <a:lnTo>
                  <a:pt x="0" y="345799"/>
                </a:lnTo>
                <a:lnTo>
                  <a:pt x="0" y="364904"/>
                </a:lnTo>
                <a:lnTo>
                  <a:pt x="152839" y="364904"/>
                </a:lnTo>
                <a:lnTo>
                  <a:pt x="152839" y="395472"/>
                </a:lnTo>
                <a:lnTo>
                  <a:pt x="0" y="395472"/>
                </a:lnTo>
                <a:lnTo>
                  <a:pt x="0" y="414577"/>
                </a:lnTo>
                <a:lnTo>
                  <a:pt x="152839" y="414577"/>
                </a:lnTo>
                <a:lnTo>
                  <a:pt x="152839" y="439413"/>
                </a:lnTo>
                <a:lnTo>
                  <a:pt x="0" y="439413"/>
                </a:lnTo>
                <a:lnTo>
                  <a:pt x="0" y="458518"/>
                </a:lnTo>
                <a:lnTo>
                  <a:pt x="181497" y="458518"/>
                </a:lnTo>
                <a:cubicBezTo>
                  <a:pt x="208244" y="458518"/>
                  <a:pt x="229259" y="437503"/>
                  <a:pt x="229259" y="410756"/>
                </a:cubicBezTo>
                <a:lnTo>
                  <a:pt x="229259" y="47762"/>
                </a:lnTo>
                <a:cubicBezTo>
                  <a:pt x="229259" y="21015"/>
                  <a:pt x="208244" y="0"/>
                  <a:pt x="181497" y="0"/>
                </a:cubicBezTo>
                <a:close/>
                <a:moveTo>
                  <a:pt x="210154" y="410756"/>
                </a:moveTo>
                <a:cubicBezTo>
                  <a:pt x="210154" y="426040"/>
                  <a:pt x="196781" y="439413"/>
                  <a:pt x="181497" y="439413"/>
                </a:cubicBezTo>
                <a:lnTo>
                  <a:pt x="171944" y="439413"/>
                </a:lnTo>
                <a:lnTo>
                  <a:pt x="171944" y="19105"/>
                </a:lnTo>
                <a:lnTo>
                  <a:pt x="181497" y="19105"/>
                </a:lnTo>
                <a:cubicBezTo>
                  <a:pt x="196781" y="19105"/>
                  <a:pt x="210154" y="32478"/>
                  <a:pt x="210154" y="47762"/>
                </a:cubicBezTo>
                <a:lnTo>
                  <a:pt x="210154" y="41075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" name="Graphic 57" descr="Hair care icon.">
            <a:extLst>
              <a:ext uri="{FF2B5EF4-FFF2-40B4-BE49-F238E27FC236}">
                <a16:creationId xmlns:a16="http://schemas.microsoft.com/office/drawing/2014/main" id="{99280CAC-C092-4FB9-AB8F-C166DA2CF08D}"/>
              </a:ext>
            </a:extLst>
          </p:cNvPr>
          <p:cNvSpPr/>
          <p:nvPr/>
        </p:nvSpPr>
        <p:spPr>
          <a:xfrm>
            <a:off x="7057065" y="5200990"/>
            <a:ext cx="420495" cy="420993"/>
          </a:xfrm>
          <a:custGeom>
            <a:avLst/>
            <a:gdLst>
              <a:gd name="connsiteX0" fmla="*/ 420304 w 420495"/>
              <a:gd name="connsiteY0" fmla="*/ 382722 h 420993"/>
              <a:gd name="connsiteX1" fmla="*/ 420304 w 420495"/>
              <a:gd name="connsiteY1" fmla="*/ 382722 h 420993"/>
              <a:gd name="connsiteX2" fmla="*/ 420304 w 420495"/>
              <a:gd name="connsiteY2" fmla="*/ 401284 h 420993"/>
              <a:gd name="connsiteX3" fmla="*/ 401359 w 420495"/>
              <a:gd name="connsiteY3" fmla="*/ 420228 h 420993"/>
              <a:gd name="connsiteX4" fmla="*/ 190480 w 420495"/>
              <a:gd name="connsiteY4" fmla="*/ 420228 h 420993"/>
              <a:gd name="connsiteX5" fmla="*/ 171535 w 420495"/>
              <a:gd name="connsiteY5" fmla="*/ 401284 h 420993"/>
              <a:gd name="connsiteX6" fmla="*/ 171535 w 420495"/>
              <a:gd name="connsiteY6" fmla="*/ 393055 h 420993"/>
              <a:gd name="connsiteX7" fmla="*/ 171535 w 420495"/>
              <a:gd name="connsiteY7" fmla="*/ 393055 h 420993"/>
              <a:gd name="connsiteX8" fmla="*/ 171535 w 420495"/>
              <a:gd name="connsiteY8" fmla="*/ 382722 h 420993"/>
              <a:gd name="connsiteX9" fmla="*/ 171535 w 420495"/>
              <a:gd name="connsiteY9" fmla="*/ 382722 h 420993"/>
              <a:gd name="connsiteX10" fmla="*/ 172109 w 420495"/>
              <a:gd name="connsiteY10" fmla="*/ 305986 h 420993"/>
              <a:gd name="connsiteX11" fmla="*/ 191245 w 420495"/>
              <a:gd name="connsiteY11" fmla="*/ 305986 h 420993"/>
              <a:gd name="connsiteX12" fmla="*/ 190671 w 420495"/>
              <a:gd name="connsiteY12" fmla="*/ 382722 h 420993"/>
              <a:gd name="connsiteX13" fmla="*/ 209807 w 420495"/>
              <a:gd name="connsiteY13" fmla="*/ 382722 h 420993"/>
              <a:gd name="connsiteX14" fmla="*/ 210381 w 420495"/>
              <a:gd name="connsiteY14" fmla="*/ 305986 h 420993"/>
              <a:gd name="connsiteX15" fmla="*/ 229517 w 420495"/>
              <a:gd name="connsiteY15" fmla="*/ 305986 h 420993"/>
              <a:gd name="connsiteX16" fmla="*/ 228943 w 420495"/>
              <a:gd name="connsiteY16" fmla="*/ 382722 h 420993"/>
              <a:gd name="connsiteX17" fmla="*/ 248079 w 420495"/>
              <a:gd name="connsiteY17" fmla="*/ 382722 h 420993"/>
              <a:gd name="connsiteX18" fmla="*/ 248653 w 420495"/>
              <a:gd name="connsiteY18" fmla="*/ 305986 h 420993"/>
              <a:gd name="connsiteX19" fmla="*/ 267790 w 420495"/>
              <a:gd name="connsiteY19" fmla="*/ 305986 h 420993"/>
              <a:gd name="connsiteX20" fmla="*/ 267215 w 420495"/>
              <a:gd name="connsiteY20" fmla="*/ 382722 h 420993"/>
              <a:gd name="connsiteX21" fmla="*/ 286352 w 420495"/>
              <a:gd name="connsiteY21" fmla="*/ 382722 h 420993"/>
              <a:gd name="connsiteX22" fmla="*/ 286926 w 420495"/>
              <a:gd name="connsiteY22" fmla="*/ 305986 h 420993"/>
              <a:gd name="connsiteX23" fmla="*/ 306062 w 420495"/>
              <a:gd name="connsiteY23" fmla="*/ 305986 h 420993"/>
              <a:gd name="connsiteX24" fmla="*/ 305488 w 420495"/>
              <a:gd name="connsiteY24" fmla="*/ 382722 h 420993"/>
              <a:gd name="connsiteX25" fmla="*/ 324624 w 420495"/>
              <a:gd name="connsiteY25" fmla="*/ 382722 h 420993"/>
              <a:gd name="connsiteX26" fmla="*/ 325198 w 420495"/>
              <a:gd name="connsiteY26" fmla="*/ 305986 h 420993"/>
              <a:gd name="connsiteX27" fmla="*/ 344334 w 420495"/>
              <a:gd name="connsiteY27" fmla="*/ 305986 h 420993"/>
              <a:gd name="connsiteX28" fmla="*/ 343760 w 420495"/>
              <a:gd name="connsiteY28" fmla="*/ 382722 h 420993"/>
              <a:gd name="connsiteX29" fmla="*/ 362896 w 420495"/>
              <a:gd name="connsiteY29" fmla="*/ 382722 h 420993"/>
              <a:gd name="connsiteX30" fmla="*/ 363470 w 420495"/>
              <a:gd name="connsiteY30" fmla="*/ 306751 h 420993"/>
              <a:gd name="connsiteX31" fmla="*/ 382606 w 420495"/>
              <a:gd name="connsiteY31" fmla="*/ 306751 h 420993"/>
              <a:gd name="connsiteX32" fmla="*/ 382032 w 420495"/>
              <a:gd name="connsiteY32" fmla="*/ 382722 h 420993"/>
              <a:gd name="connsiteX33" fmla="*/ 401168 w 420495"/>
              <a:gd name="connsiteY33" fmla="*/ 382722 h 420993"/>
              <a:gd name="connsiteX34" fmla="*/ 401168 w 420495"/>
              <a:gd name="connsiteY34" fmla="*/ 306177 h 420993"/>
              <a:gd name="connsiteX35" fmla="*/ 420304 w 420495"/>
              <a:gd name="connsiteY35" fmla="*/ 306177 h 420993"/>
              <a:gd name="connsiteX36" fmla="*/ 420304 w 420495"/>
              <a:gd name="connsiteY36" fmla="*/ 382722 h 420993"/>
              <a:gd name="connsiteX37" fmla="*/ 219758 w 420495"/>
              <a:gd name="connsiteY37" fmla="*/ 66976 h 420993"/>
              <a:gd name="connsiteX38" fmla="*/ 143214 w 420495"/>
              <a:gd name="connsiteY38" fmla="*/ 66976 h 420993"/>
              <a:gd name="connsiteX39" fmla="*/ 143214 w 420495"/>
              <a:gd name="connsiteY39" fmla="*/ 17222 h 420993"/>
              <a:gd name="connsiteX40" fmla="*/ 160436 w 420495"/>
              <a:gd name="connsiteY40" fmla="*/ 0 h 420993"/>
              <a:gd name="connsiteX41" fmla="*/ 202727 w 420495"/>
              <a:gd name="connsiteY41" fmla="*/ 0 h 420993"/>
              <a:gd name="connsiteX42" fmla="*/ 219949 w 420495"/>
              <a:gd name="connsiteY42" fmla="*/ 17222 h 420993"/>
              <a:gd name="connsiteX43" fmla="*/ 219949 w 420495"/>
              <a:gd name="connsiteY43" fmla="*/ 66976 h 420993"/>
              <a:gd name="connsiteX44" fmla="*/ 200622 w 420495"/>
              <a:gd name="connsiteY44" fmla="*/ 19136 h 420993"/>
              <a:gd name="connsiteX45" fmla="*/ 162350 w 420495"/>
              <a:gd name="connsiteY45" fmla="*/ 19136 h 420993"/>
              <a:gd name="connsiteX46" fmla="*/ 162350 w 420495"/>
              <a:gd name="connsiteY46" fmla="*/ 47840 h 420993"/>
              <a:gd name="connsiteX47" fmla="*/ 200622 w 420495"/>
              <a:gd name="connsiteY47" fmla="*/ 47840 h 420993"/>
              <a:gd name="connsiteX48" fmla="*/ 200622 w 420495"/>
              <a:gd name="connsiteY48" fmla="*/ 19136 h 420993"/>
              <a:gd name="connsiteX49" fmla="*/ 114318 w 420495"/>
              <a:gd name="connsiteY49" fmla="*/ 128594 h 420993"/>
              <a:gd name="connsiteX50" fmla="*/ 136707 w 420495"/>
              <a:gd name="connsiteY50" fmla="*/ 105248 h 420993"/>
              <a:gd name="connsiteX51" fmla="*/ 226264 w 420495"/>
              <a:gd name="connsiteY51" fmla="*/ 105248 h 420993"/>
              <a:gd name="connsiteX52" fmla="*/ 248653 w 420495"/>
              <a:gd name="connsiteY52" fmla="*/ 128594 h 420993"/>
              <a:gd name="connsiteX53" fmla="*/ 248653 w 420495"/>
              <a:gd name="connsiteY53" fmla="*/ 277090 h 420993"/>
              <a:gd name="connsiteX54" fmla="*/ 267790 w 420495"/>
              <a:gd name="connsiteY54" fmla="*/ 277090 h 420993"/>
              <a:gd name="connsiteX55" fmla="*/ 267790 w 420495"/>
              <a:gd name="connsiteY55" fmla="*/ 128594 h 420993"/>
              <a:gd name="connsiteX56" fmla="*/ 226264 w 420495"/>
              <a:gd name="connsiteY56" fmla="*/ 86112 h 420993"/>
              <a:gd name="connsiteX57" fmla="*/ 136707 w 420495"/>
              <a:gd name="connsiteY57" fmla="*/ 86112 h 420993"/>
              <a:gd name="connsiteX58" fmla="*/ 95182 w 420495"/>
              <a:gd name="connsiteY58" fmla="*/ 128594 h 420993"/>
              <a:gd name="connsiteX59" fmla="*/ 95565 w 420495"/>
              <a:gd name="connsiteY59" fmla="*/ 401858 h 420993"/>
              <a:gd name="connsiteX60" fmla="*/ 114701 w 420495"/>
              <a:gd name="connsiteY60" fmla="*/ 420994 h 420993"/>
              <a:gd name="connsiteX61" fmla="*/ 152973 w 420495"/>
              <a:gd name="connsiteY61" fmla="*/ 420994 h 420993"/>
              <a:gd name="connsiteX62" fmla="*/ 152973 w 420495"/>
              <a:gd name="connsiteY62" fmla="*/ 401858 h 420993"/>
              <a:gd name="connsiteX63" fmla="*/ 114701 w 420495"/>
              <a:gd name="connsiteY63" fmla="*/ 401858 h 420993"/>
              <a:gd name="connsiteX64" fmla="*/ 114318 w 420495"/>
              <a:gd name="connsiteY64" fmla="*/ 128594 h 420993"/>
              <a:gd name="connsiteX65" fmla="*/ 85423 w 420495"/>
              <a:gd name="connsiteY65" fmla="*/ 52433 h 420993"/>
              <a:gd name="connsiteX66" fmla="*/ 51934 w 420495"/>
              <a:gd name="connsiteY66" fmla="*/ 85921 h 420993"/>
              <a:gd name="connsiteX67" fmla="*/ 18446 w 420495"/>
              <a:gd name="connsiteY67" fmla="*/ 52433 h 420993"/>
              <a:gd name="connsiteX68" fmla="*/ 51934 w 420495"/>
              <a:gd name="connsiteY68" fmla="*/ 18945 h 420993"/>
              <a:gd name="connsiteX69" fmla="*/ 85423 w 420495"/>
              <a:gd name="connsiteY69" fmla="*/ 52433 h 420993"/>
              <a:gd name="connsiteX70" fmla="*/ 66287 w 420495"/>
              <a:gd name="connsiteY70" fmla="*/ 52433 h 420993"/>
              <a:gd name="connsiteX71" fmla="*/ 51934 w 420495"/>
              <a:gd name="connsiteY71" fmla="*/ 38081 h 420993"/>
              <a:gd name="connsiteX72" fmla="*/ 37582 w 420495"/>
              <a:gd name="connsiteY72" fmla="*/ 52433 h 420993"/>
              <a:gd name="connsiteX73" fmla="*/ 51934 w 420495"/>
              <a:gd name="connsiteY73" fmla="*/ 66785 h 420993"/>
              <a:gd name="connsiteX74" fmla="*/ 66287 w 420495"/>
              <a:gd name="connsiteY74" fmla="*/ 52433 h 420993"/>
              <a:gd name="connsiteX75" fmla="*/ 73750 w 420495"/>
              <a:gd name="connsiteY75" fmla="*/ 283979 h 420993"/>
              <a:gd name="connsiteX76" fmla="*/ 53274 w 420495"/>
              <a:gd name="connsiteY76" fmla="*/ 304838 h 420993"/>
              <a:gd name="connsiteX77" fmla="*/ 38348 w 420495"/>
              <a:gd name="connsiteY77" fmla="*/ 307900 h 420993"/>
              <a:gd name="connsiteX78" fmla="*/ 23996 w 420495"/>
              <a:gd name="connsiteY78" fmla="*/ 305029 h 420993"/>
              <a:gd name="connsiteX79" fmla="*/ 3137 w 420495"/>
              <a:gd name="connsiteY79" fmla="*/ 284554 h 420993"/>
              <a:gd name="connsiteX80" fmla="*/ 2755 w 420495"/>
              <a:gd name="connsiteY80" fmla="*/ 255275 h 420993"/>
              <a:gd name="connsiteX81" fmla="*/ 52509 w 420495"/>
              <a:gd name="connsiteY81" fmla="*/ 234034 h 420993"/>
              <a:gd name="connsiteX82" fmla="*/ 73750 w 420495"/>
              <a:gd name="connsiteY82" fmla="*/ 283788 h 420993"/>
              <a:gd name="connsiteX83" fmla="*/ 45428 w 420495"/>
              <a:gd name="connsiteY83" fmla="*/ 252022 h 420993"/>
              <a:gd name="connsiteX84" fmla="*/ 38348 w 420495"/>
              <a:gd name="connsiteY84" fmla="*/ 250683 h 420993"/>
              <a:gd name="connsiteX85" fmla="*/ 20551 w 420495"/>
              <a:gd name="connsiteY85" fmla="*/ 262738 h 420993"/>
              <a:gd name="connsiteX86" fmla="*/ 20551 w 420495"/>
              <a:gd name="connsiteY86" fmla="*/ 277473 h 420993"/>
              <a:gd name="connsiteX87" fmla="*/ 31076 w 420495"/>
              <a:gd name="connsiteY87" fmla="*/ 287807 h 420993"/>
              <a:gd name="connsiteX88" fmla="*/ 55953 w 420495"/>
              <a:gd name="connsiteY88" fmla="*/ 277282 h 420993"/>
              <a:gd name="connsiteX89" fmla="*/ 45428 w 420495"/>
              <a:gd name="connsiteY89" fmla="*/ 252405 h 420993"/>
              <a:gd name="connsiteX90" fmla="*/ 315438 w 420495"/>
              <a:gd name="connsiteY90" fmla="*/ 110224 h 420993"/>
              <a:gd name="connsiteX91" fmla="*/ 348927 w 420495"/>
              <a:gd name="connsiteY91" fmla="*/ 76736 h 420993"/>
              <a:gd name="connsiteX92" fmla="*/ 382415 w 420495"/>
              <a:gd name="connsiteY92" fmla="*/ 110224 h 420993"/>
              <a:gd name="connsiteX93" fmla="*/ 348927 w 420495"/>
              <a:gd name="connsiteY93" fmla="*/ 143712 h 420993"/>
              <a:gd name="connsiteX94" fmla="*/ 315438 w 420495"/>
              <a:gd name="connsiteY94" fmla="*/ 110224 h 420993"/>
              <a:gd name="connsiteX95" fmla="*/ 334574 w 420495"/>
              <a:gd name="connsiteY95" fmla="*/ 110224 h 420993"/>
              <a:gd name="connsiteX96" fmla="*/ 348927 w 420495"/>
              <a:gd name="connsiteY96" fmla="*/ 124576 h 420993"/>
              <a:gd name="connsiteX97" fmla="*/ 363279 w 420495"/>
              <a:gd name="connsiteY97" fmla="*/ 110224 h 420993"/>
              <a:gd name="connsiteX98" fmla="*/ 348927 w 420495"/>
              <a:gd name="connsiteY98" fmla="*/ 95872 h 420993"/>
              <a:gd name="connsiteX99" fmla="*/ 334574 w 420495"/>
              <a:gd name="connsiteY99" fmla="*/ 110224 h 420993"/>
              <a:gd name="connsiteX100" fmla="*/ 377439 w 420495"/>
              <a:gd name="connsiteY100" fmla="*/ 181984 h 420993"/>
              <a:gd name="connsiteX101" fmla="*/ 420495 w 420495"/>
              <a:gd name="connsiteY101" fmla="*/ 225040 h 420993"/>
              <a:gd name="connsiteX102" fmla="*/ 377439 w 420495"/>
              <a:gd name="connsiteY102" fmla="*/ 268097 h 420993"/>
              <a:gd name="connsiteX103" fmla="*/ 334383 w 420495"/>
              <a:gd name="connsiteY103" fmla="*/ 225040 h 420993"/>
              <a:gd name="connsiteX104" fmla="*/ 377439 w 420495"/>
              <a:gd name="connsiteY104" fmla="*/ 181984 h 420993"/>
              <a:gd name="connsiteX105" fmla="*/ 377439 w 420495"/>
              <a:gd name="connsiteY105" fmla="*/ 201120 h 420993"/>
              <a:gd name="connsiteX106" fmla="*/ 353519 w 420495"/>
              <a:gd name="connsiteY106" fmla="*/ 225040 h 420993"/>
              <a:gd name="connsiteX107" fmla="*/ 377439 w 420495"/>
              <a:gd name="connsiteY107" fmla="*/ 248960 h 420993"/>
              <a:gd name="connsiteX108" fmla="*/ 401359 w 420495"/>
              <a:gd name="connsiteY108" fmla="*/ 225040 h 420993"/>
              <a:gd name="connsiteX109" fmla="*/ 377439 w 420495"/>
              <a:gd name="connsiteY109" fmla="*/ 201120 h 420993"/>
              <a:gd name="connsiteX110" fmla="*/ 301086 w 420495"/>
              <a:gd name="connsiteY110" fmla="*/ 38464 h 420993"/>
              <a:gd name="connsiteX111" fmla="*/ 315438 w 420495"/>
              <a:gd name="connsiteY111" fmla="*/ 24111 h 420993"/>
              <a:gd name="connsiteX112" fmla="*/ 301086 w 420495"/>
              <a:gd name="connsiteY112" fmla="*/ 9759 h 420993"/>
              <a:gd name="connsiteX113" fmla="*/ 286734 w 420495"/>
              <a:gd name="connsiteY113" fmla="*/ 24111 h 420993"/>
              <a:gd name="connsiteX114" fmla="*/ 301086 w 420495"/>
              <a:gd name="connsiteY114" fmla="*/ 38464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20495" h="420993">
                <a:moveTo>
                  <a:pt x="420304" y="382722"/>
                </a:moveTo>
                <a:lnTo>
                  <a:pt x="420304" y="382722"/>
                </a:lnTo>
                <a:lnTo>
                  <a:pt x="420304" y="401284"/>
                </a:lnTo>
                <a:cubicBezTo>
                  <a:pt x="420304" y="411809"/>
                  <a:pt x="411884" y="420228"/>
                  <a:pt x="401359" y="420228"/>
                </a:cubicBezTo>
                <a:lnTo>
                  <a:pt x="190480" y="420228"/>
                </a:lnTo>
                <a:cubicBezTo>
                  <a:pt x="179955" y="420228"/>
                  <a:pt x="171535" y="411809"/>
                  <a:pt x="171535" y="401284"/>
                </a:cubicBezTo>
                <a:lnTo>
                  <a:pt x="171535" y="393055"/>
                </a:lnTo>
                <a:lnTo>
                  <a:pt x="171535" y="393055"/>
                </a:lnTo>
                <a:lnTo>
                  <a:pt x="171535" y="382722"/>
                </a:lnTo>
                <a:lnTo>
                  <a:pt x="171535" y="382722"/>
                </a:lnTo>
                <a:lnTo>
                  <a:pt x="172109" y="305986"/>
                </a:lnTo>
                <a:lnTo>
                  <a:pt x="191245" y="305986"/>
                </a:lnTo>
                <a:lnTo>
                  <a:pt x="190671" y="382722"/>
                </a:lnTo>
                <a:lnTo>
                  <a:pt x="209807" y="382722"/>
                </a:lnTo>
                <a:lnTo>
                  <a:pt x="210381" y="305986"/>
                </a:lnTo>
                <a:lnTo>
                  <a:pt x="229517" y="305986"/>
                </a:lnTo>
                <a:lnTo>
                  <a:pt x="228943" y="382722"/>
                </a:lnTo>
                <a:lnTo>
                  <a:pt x="248079" y="382722"/>
                </a:lnTo>
                <a:lnTo>
                  <a:pt x="248653" y="305986"/>
                </a:lnTo>
                <a:lnTo>
                  <a:pt x="267790" y="305986"/>
                </a:lnTo>
                <a:lnTo>
                  <a:pt x="267215" y="382722"/>
                </a:lnTo>
                <a:lnTo>
                  <a:pt x="286352" y="382722"/>
                </a:lnTo>
                <a:lnTo>
                  <a:pt x="286926" y="305986"/>
                </a:lnTo>
                <a:lnTo>
                  <a:pt x="306062" y="305986"/>
                </a:lnTo>
                <a:lnTo>
                  <a:pt x="305488" y="382722"/>
                </a:lnTo>
                <a:lnTo>
                  <a:pt x="324624" y="382722"/>
                </a:lnTo>
                <a:lnTo>
                  <a:pt x="325198" y="305986"/>
                </a:lnTo>
                <a:lnTo>
                  <a:pt x="344334" y="305986"/>
                </a:lnTo>
                <a:lnTo>
                  <a:pt x="343760" y="382722"/>
                </a:lnTo>
                <a:lnTo>
                  <a:pt x="362896" y="382722"/>
                </a:lnTo>
                <a:lnTo>
                  <a:pt x="363470" y="306751"/>
                </a:lnTo>
                <a:lnTo>
                  <a:pt x="382606" y="306751"/>
                </a:lnTo>
                <a:lnTo>
                  <a:pt x="382032" y="382722"/>
                </a:lnTo>
                <a:lnTo>
                  <a:pt x="401168" y="382722"/>
                </a:lnTo>
                <a:lnTo>
                  <a:pt x="401168" y="306177"/>
                </a:lnTo>
                <a:lnTo>
                  <a:pt x="420304" y="306177"/>
                </a:lnTo>
                <a:lnTo>
                  <a:pt x="420304" y="382722"/>
                </a:lnTo>
                <a:close/>
                <a:moveTo>
                  <a:pt x="219758" y="66976"/>
                </a:moveTo>
                <a:lnTo>
                  <a:pt x="143214" y="66976"/>
                </a:lnTo>
                <a:lnTo>
                  <a:pt x="143214" y="17222"/>
                </a:lnTo>
                <a:cubicBezTo>
                  <a:pt x="143214" y="7846"/>
                  <a:pt x="150868" y="0"/>
                  <a:pt x="160436" y="0"/>
                </a:cubicBezTo>
                <a:lnTo>
                  <a:pt x="202727" y="0"/>
                </a:lnTo>
                <a:cubicBezTo>
                  <a:pt x="212104" y="0"/>
                  <a:pt x="219949" y="7654"/>
                  <a:pt x="219949" y="17222"/>
                </a:cubicBezTo>
                <a:lnTo>
                  <a:pt x="219949" y="66976"/>
                </a:lnTo>
                <a:close/>
                <a:moveTo>
                  <a:pt x="200622" y="19136"/>
                </a:moveTo>
                <a:lnTo>
                  <a:pt x="162350" y="19136"/>
                </a:lnTo>
                <a:lnTo>
                  <a:pt x="162350" y="47840"/>
                </a:lnTo>
                <a:lnTo>
                  <a:pt x="200622" y="47840"/>
                </a:lnTo>
                <a:lnTo>
                  <a:pt x="200622" y="19136"/>
                </a:lnTo>
                <a:close/>
                <a:moveTo>
                  <a:pt x="114318" y="128594"/>
                </a:moveTo>
                <a:cubicBezTo>
                  <a:pt x="114318" y="115773"/>
                  <a:pt x="124269" y="105248"/>
                  <a:pt x="136707" y="105248"/>
                </a:cubicBezTo>
                <a:lnTo>
                  <a:pt x="226264" y="105248"/>
                </a:lnTo>
                <a:cubicBezTo>
                  <a:pt x="238511" y="105248"/>
                  <a:pt x="248653" y="115773"/>
                  <a:pt x="248653" y="128594"/>
                </a:cubicBezTo>
                <a:lnTo>
                  <a:pt x="248653" y="277090"/>
                </a:lnTo>
                <a:lnTo>
                  <a:pt x="267790" y="277090"/>
                </a:lnTo>
                <a:lnTo>
                  <a:pt x="267790" y="128594"/>
                </a:lnTo>
                <a:cubicBezTo>
                  <a:pt x="267790" y="105248"/>
                  <a:pt x="249228" y="86112"/>
                  <a:pt x="226264" y="86112"/>
                </a:cubicBezTo>
                <a:lnTo>
                  <a:pt x="136707" y="86112"/>
                </a:lnTo>
                <a:cubicBezTo>
                  <a:pt x="113935" y="86112"/>
                  <a:pt x="95182" y="105057"/>
                  <a:pt x="95182" y="128594"/>
                </a:cubicBezTo>
                <a:lnTo>
                  <a:pt x="95565" y="401858"/>
                </a:lnTo>
                <a:cubicBezTo>
                  <a:pt x="95565" y="412383"/>
                  <a:pt x="104176" y="420994"/>
                  <a:pt x="114701" y="420994"/>
                </a:cubicBezTo>
                <a:lnTo>
                  <a:pt x="152973" y="420994"/>
                </a:lnTo>
                <a:lnTo>
                  <a:pt x="152973" y="401858"/>
                </a:lnTo>
                <a:lnTo>
                  <a:pt x="114701" y="401858"/>
                </a:lnTo>
                <a:lnTo>
                  <a:pt x="114318" y="128594"/>
                </a:lnTo>
                <a:close/>
                <a:moveTo>
                  <a:pt x="85423" y="52433"/>
                </a:moveTo>
                <a:cubicBezTo>
                  <a:pt x="85423" y="70804"/>
                  <a:pt x="70305" y="85921"/>
                  <a:pt x="51934" y="85921"/>
                </a:cubicBezTo>
                <a:cubicBezTo>
                  <a:pt x="33564" y="85921"/>
                  <a:pt x="18446" y="70804"/>
                  <a:pt x="18446" y="52433"/>
                </a:cubicBezTo>
                <a:cubicBezTo>
                  <a:pt x="18446" y="34062"/>
                  <a:pt x="33564" y="18945"/>
                  <a:pt x="51934" y="18945"/>
                </a:cubicBezTo>
                <a:cubicBezTo>
                  <a:pt x="70305" y="18945"/>
                  <a:pt x="85423" y="34062"/>
                  <a:pt x="85423" y="52433"/>
                </a:cubicBezTo>
                <a:close/>
                <a:moveTo>
                  <a:pt x="66287" y="52433"/>
                </a:moveTo>
                <a:cubicBezTo>
                  <a:pt x="66287" y="44587"/>
                  <a:pt x="59780" y="38081"/>
                  <a:pt x="51934" y="38081"/>
                </a:cubicBezTo>
                <a:cubicBezTo>
                  <a:pt x="44089" y="38081"/>
                  <a:pt x="37582" y="44587"/>
                  <a:pt x="37582" y="52433"/>
                </a:cubicBezTo>
                <a:cubicBezTo>
                  <a:pt x="37582" y="60279"/>
                  <a:pt x="44089" y="66785"/>
                  <a:pt x="51934" y="66785"/>
                </a:cubicBezTo>
                <a:cubicBezTo>
                  <a:pt x="59780" y="66785"/>
                  <a:pt x="66287" y="60279"/>
                  <a:pt x="66287" y="52433"/>
                </a:cubicBezTo>
                <a:close/>
                <a:moveTo>
                  <a:pt x="73750" y="283979"/>
                </a:moveTo>
                <a:cubicBezTo>
                  <a:pt x="69922" y="293548"/>
                  <a:pt x="62651" y="300819"/>
                  <a:pt x="53274" y="304838"/>
                </a:cubicBezTo>
                <a:cubicBezTo>
                  <a:pt x="48490" y="306943"/>
                  <a:pt x="43323" y="307900"/>
                  <a:pt x="38348" y="307900"/>
                </a:cubicBezTo>
                <a:cubicBezTo>
                  <a:pt x="33372" y="307900"/>
                  <a:pt x="28588" y="306943"/>
                  <a:pt x="23996" y="305029"/>
                </a:cubicBezTo>
                <a:cubicBezTo>
                  <a:pt x="14428" y="301202"/>
                  <a:pt x="7156" y="293930"/>
                  <a:pt x="3137" y="284554"/>
                </a:cubicBezTo>
                <a:cubicBezTo>
                  <a:pt x="-881" y="275177"/>
                  <a:pt x="-1072" y="264652"/>
                  <a:pt x="2755" y="255275"/>
                </a:cubicBezTo>
                <a:cubicBezTo>
                  <a:pt x="10601" y="235757"/>
                  <a:pt x="32990" y="226189"/>
                  <a:pt x="52509" y="234034"/>
                </a:cubicBezTo>
                <a:cubicBezTo>
                  <a:pt x="72027" y="241880"/>
                  <a:pt x="81595" y="264269"/>
                  <a:pt x="73750" y="283788"/>
                </a:cubicBezTo>
                <a:close/>
                <a:moveTo>
                  <a:pt x="45428" y="252022"/>
                </a:moveTo>
                <a:cubicBezTo>
                  <a:pt x="43132" y="251065"/>
                  <a:pt x="40644" y="250683"/>
                  <a:pt x="38348" y="250683"/>
                </a:cubicBezTo>
                <a:cubicBezTo>
                  <a:pt x="30693" y="250683"/>
                  <a:pt x="23613" y="255275"/>
                  <a:pt x="20551" y="262738"/>
                </a:cubicBezTo>
                <a:cubicBezTo>
                  <a:pt x="18638" y="267522"/>
                  <a:pt x="18638" y="272689"/>
                  <a:pt x="20551" y="277473"/>
                </a:cubicBezTo>
                <a:cubicBezTo>
                  <a:pt x="22465" y="282257"/>
                  <a:pt x="26292" y="285893"/>
                  <a:pt x="31076" y="287807"/>
                </a:cubicBezTo>
                <a:cubicBezTo>
                  <a:pt x="40836" y="291634"/>
                  <a:pt x="52126" y="287041"/>
                  <a:pt x="55953" y="277282"/>
                </a:cubicBezTo>
                <a:cubicBezTo>
                  <a:pt x="59972" y="267522"/>
                  <a:pt x="55188" y="256232"/>
                  <a:pt x="45428" y="252405"/>
                </a:cubicBezTo>
                <a:close/>
                <a:moveTo>
                  <a:pt x="315438" y="110224"/>
                </a:moveTo>
                <a:cubicBezTo>
                  <a:pt x="315438" y="91853"/>
                  <a:pt x="330556" y="76736"/>
                  <a:pt x="348927" y="76736"/>
                </a:cubicBezTo>
                <a:cubicBezTo>
                  <a:pt x="367297" y="76736"/>
                  <a:pt x="382415" y="91853"/>
                  <a:pt x="382415" y="110224"/>
                </a:cubicBezTo>
                <a:cubicBezTo>
                  <a:pt x="382415" y="128594"/>
                  <a:pt x="367297" y="143712"/>
                  <a:pt x="348927" y="143712"/>
                </a:cubicBezTo>
                <a:cubicBezTo>
                  <a:pt x="330556" y="143712"/>
                  <a:pt x="315438" y="128594"/>
                  <a:pt x="315438" y="110224"/>
                </a:cubicBezTo>
                <a:close/>
                <a:moveTo>
                  <a:pt x="334574" y="110224"/>
                </a:moveTo>
                <a:cubicBezTo>
                  <a:pt x="334574" y="118070"/>
                  <a:pt x="341081" y="124576"/>
                  <a:pt x="348927" y="124576"/>
                </a:cubicBezTo>
                <a:cubicBezTo>
                  <a:pt x="356772" y="124576"/>
                  <a:pt x="363279" y="118070"/>
                  <a:pt x="363279" y="110224"/>
                </a:cubicBezTo>
                <a:cubicBezTo>
                  <a:pt x="363279" y="102378"/>
                  <a:pt x="356772" y="95872"/>
                  <a:pt x="348927" y="95872"/>
                </a:cubicBezTo>
                <a:cubicBezTo>
                  <a:pt x="341081" y="95872"/>
                  <a:pt x="334574" y="102378"/>
                  <a:pt x="334574" y="110224"/>
                </a:cubicBezTo>
                <a:close/>
                <a:moveTo>
                  <a:pt x="377439" y="181984"/>
                </a:moveTo>
                <a:cubicBezTo>
                  <a:pt x="401168" y="181984"/>
                  <a:pt x="420495" y="201312"/>
                  <a:pt x="420495" y="225040"/>
                </a:cubicBezTo>
                <a:cubicBezTo>
                  <a:pt x="420495" y="248769"/>
                  <a:pt x="401168" y="268097"/>
                  <a:pt x="377439" y="268097"/>
                </a:cubicBezTo>
                <a:cubicBezTo>
                  <a:pt x="353711" y="268097"/>
                  <a:pt x="334383" y="248769"/>
                  <a:pt x="334383" y="225040"/>
                </a:cubicBezTo>
                <a:cubicBezTo>
                  <a:pt x="334383" y="201312"/>
                  <a:pt x="353711" y="181984"/>
                  <a:pt x="377439" y="181984"/>
                </a:cubicBezTo>
                <a:close/>
                <a:moveTo>
                  <a:pt x="377439" y="201120"/>
                </a:moveTo>
                <a:cubicBezTo>
                  <a:pt x="364235" y="201120"/>
                  <a:pt x="353519" y="211836"/>
                  <a:pt x="353519" y="225040"/>
                </a:cubicBezTo>
                <a:cubicBezTo>
                  <a:pt x="353519" y="238244"/>
                  <a:pt x="364235" y="248960"/>
                  <a:pt x="377439" y="248960"/>
                </a:cubicBezTo>
                <a:cubicBezTo>
                  <a:pt x="390643" y="248960"/>
                  <a:pt x="401359" y="238244"/>
                  <a:pt x="401359" y="225040"/>
                </a:cubicBezTo>
                <a:cubicBezTo>
                  <a:pt x="401359" y="211836"/>
                  <a:pt x="390643" y="201120"/>
                  <a:pt x="377439" y="201120"/>
                </a:cubicBezTo>
                <a:close/>
                <a:moveTo>
                  <a:pt x="301086" y="38464"/>
                </a:moveTo>
                <a:cubicBezTo>
                  <a:pt x="308932" y="38464"/>
                  <a:pt x="315438" y="31957"/>
                  <a:pt x="315438" y="24111"/>
                </a:cubicBezTo>
                <a:cubicBezTo>
                  <a:pt x="315438" y="16266"/>
                  <a:pt x="308932" y="9759"/>
                  <a:pt x="301086" y="9759"/>
                </a:cubicBezTo>
                <a:cubicBezTo>
                  <a:pt x="293241" y="9759"/>
                  <a:pt x="286734" y="16266"/>
                  <a:pt x="286734" y="24111"/>
                </a:cubicBezTo>
                <a:cubicBezTo>
                  <a:pt x="286734" y="31957"/>
                  <a:pt x="293241" y="38464"/>
                  <a:pt x="301086" y="3846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" name="Graphic 58" descr="Makeup icon.">
            <a:extLst>
              <a:ext uri="{FF2B5EF4-FFF2-40B4-BE49-F238E27FC236}">
                <a16:creationId xmlns:a16="http://schemas.microsoft.com/office/drawing/2014/main" id="{D5535845-9266-4C3A-AB9D-9E814ABD1654}"/>
              </a:ext>
            </a:extLst>
          </p:cNvPr>
          <p:cNvSpPr/>
          <p:nvPr/>
        </p:nvSpPr>
        <p:spPr>
          <a:xfrm>
            <a:off x="8373927" y="5162897"/>
            <a:ext cx="268109" cy="459086"/>
          </a:xfrm>
          <a:custGeom>
            <a:avLst/>
            <a:gdLst>
              <a:gd name="connsiteX0" fmla="*/ 249165 w 268109"/>
              <a:gd name="connsiteY0" fmla="*/ 210509 h 459086"/>
              <a:gd name="connsiteX1" fmla="*/ 249165 w 268109"/>
              <a:gd name="connsiteY1" fmla="*/ 114829 h 459086"/>
              <a:gd name="connsiteX2" fmla="*/ 239788 w 268109"/>
              <a:gd name="connsiteY2" fmla="*/ 98754 h 459086"/>
              <a:gd name="connsiteX3" fmla="*/ 240171 w 268109"/>
              <a:gd name="connsiteY3" fmla="*/ 86316 h 459086"/>
              <a:gd name="connsiteX4" fmla="*/ 164392 w 268109"/>
              <a:gd name="connsiteY4" fmla="*/ 12 h 459086"/>
              <a:gd name="connsiteX5" fmla="*/ 149657 w 268109"/>
              <a:gd name="connsiteY5" fmla="*/ 5753 h 459086"/>
              <a:gd name="connsiteX6" fmla="*/ 143725 w 268109"/>
              <a:gd name="connsiteY6" fmla="*/ 19148 h 459086"/>
              <a:gd name="connsiteX7" fmla="*/ 143725 w 268109"/>
              <a:gd name="connsiteY7" fmla="*/ 98563 h 459086"/>
              <a:gd name="connsiteX8" fmla="*/ 134157 w 268109"/>
              <a:gd name="connsiteY8" fmla="*/ 114829 h 459086"/>
              <a:gd name="connsiteX9" fmla="*/ 134157 w 268109"/>
              <a:gd name="connsiteY9" fmla="*/ 191373 h 459086"/>
              <a:gd name="connsiteX10" fmla="*/ 86317 w 268109"/>
              <a:gd name="connsiteY10" fmla="*/ 191373 h 459086"/>
              <a:gd name="connsiteX11" fmla="*/ 86317 w 268109"/>
              <a:gd name="connsiteY11" fmla="*/ 153101 h 459086"/>
              <a:gd name="connsiteX12" fmla="*/ 115021 w 268109"/>
              <a:gd name="connsiteY12" fmla="*/ 153101 h 459086"/>
              <a:gd name="connsiteX13" fmla="*/ 115021 w 268109"/>
              <a:gd name="connsiteY13" fmla="*/ 133965 h 459086"/>
              <a:gd name="connsiteX14" fmla="*/ 86125 w 268109"/>
              <a:gd name="connsiteY14" fmla="*/ 133965 h 459086"/>
              <a:gd name="connsiteX15" fmla="*/ 86125 w 268109"/>
              <a:gd name="connsiteY15" fmla="*/ 114829 h 459086"/>
              <a:gd name="connsiteX16" fmla="*/ 115021 w 268109"/>
              <a:gd name="connsiteY16" fmla="*/ 114829 h 459086"/>
              <a:gd name="connsiteX17" fmla="*/ 115021 w 268109"/>
              <a:gd name="connsiteY17" fmla="*/ 95692 h 459086"/>
              <a:gd name="connsiteX18" fmla="*/ 86125 w 268109"/>
              <a:gd name="connsiteY18" fmla="*/ 95692 h 459086"/>
              <a:gd name="connsiteX19" fmla="*/ 86125 w 268109"/>
              <a:gd name="connsiteY19" fmla="*/ 76556 h 459086"/>
              <a:gd name="connsiteX20" fmla="*/ 105453 w 268109"/>
              <a:gd name="connsiteY20" fmla="*/ 76556 h 459086"/>
              <a:gd name="connsiteX21" fmla="*/ 105453 w 268109"/>
              <a:gd name="connsiteY21" fmla="*/ 57420 h 459086"/>
              <a:gd name="connsiteX22" fmla="*/ 86125 w 268109"/>
              <a:gd name="connsiteY22" fmla="*/ 57420 h 459086"/>
              <a:gd name="connsiteX23" fmla="*/ 86125 w 268109"/>
              <a:gd name="connsiteY23" fmla="*/ 38284 h 459086"/>
              <a:gd name="connsiteX24" fmla="*/ 95694 w 268109"/>
              <a:gd name="connsiteY24" fmla="*/ 38284 h 459086"/>
              <a:gd name="connsiteX25" fmla="*/ 95694 w 268109"/>
              <a:gd name="connsiteY25" fmla="*/ 19148 h 459086"/>
              <a:gd name="connsiteX26" fmla="*/ 57421 w 268109"/>
              <a:gd name="connsiteY26" fmla="*/ 19148 h 459086"/>
              <a:gd name="connsiteX27" fmla="*/ 57421 w 268109"/>
              <a:gd name="connsiteY27" fmla="*/ 38284 h 459086"/>
              <a:gd name="connsiteX28" fmla="*/ 66798 w 268109"/>
              <a:gd name="connsiteY28" fmla="*/ 38284 h 459086"/>
              <a:gd name="connsiteX29" fmla="*/ 66798 w 268109"/>
              <a:gd name="connsiteY29" fmla="*/ 57420 h 459086"/>
              <a:gd name="connsiteX30" fmla="*/ 47853 w 268109"/>
              <a:gd name="connsiteY30" fmla="*/ 57420 h 459086"/>
              <a:gd name="connsiteX31" fmla="*/ 47853 w 268109"/>
              <a:gd name="connsiteY31" fmla="*/ 76556 h 459086"/>
              <a:gd name="connsiteX32" fmla="*/ 66798 w 268109"/>
              <a:gd name="connsiteY32" fmla="*/ 76556 h 459086"/>
              <a:gd name="connsiteX33" fmla="*/ 66798 w 268109"/>
              <a:gd name="connsiteY33" fmla="*/ 95692 h 459086"/>
              <a:gd name="connsiteX34" fmla="*/ 38285 w 268109"/>
              <a:gd name="connsiteY34" fmla="*/ 95692 h 459086"/>
              <a:gd name="connsiteX35" fmla="*/ 38285 w 268109"/>
              <a:gd name="connsiteY35" fmla="*/ 114829 h 459086"/>
              <a:gd name="connsiteX36" fmla="*/ 66989 w 268109"/>
              <a:gd name="connsiteY36" fmla="*/ 114829 h 459086"/>
              <a:gd name="connsiteX37" fmla="*/ 66989 w 268109"/>
              <a:gd name="connsiteY37" fmla="*/ 133965 h 459086"/>
              <a:gd name="connsiteX38" fmla="*/ 38285 w 268109"/>
              <a:gd name="connsiteY38" fmla="*/ 133965 h 459086"/>
              <a:gd name="connsiteX39" fmla="*/ 38285 w 268109"/>
              <a:gd name="connsiteY39" fmla="*/ 153101 h 459086"/>
              <a:gd name="connsiteX40" fmla="*/ 66989 w 268109"/>
              <a:gd name="connsiteY40" fmla="*/ 153101 h 459086"/>
              <a:gd name="connsiteX41" fmla="*/ 66989 w 268109"/>
              <a:gd name="connsiteY41" fmla="*/ 191373 h 459086"/>
              <a:gd name="connsiteX42" fmla="*/ 19149 w 268109"/>
              <a:gd name="connsiteY42" fmla="*/ 191373 h 459086"/>
              <a:gd name="connsiteX43" fmla="*/ 5180 w 268109"/>
              <a:gd name="connsiteY43" fmla="*/ 197114 h 459086"/>
              <a:gd name="connsiteX44" fmla="*/ 13 w 268109"/>
              <a:gd name="connsiteY44" fmla="*/ 210509 h 459086"/>
              <a:gd name="connsiteX45" fmla="*/ 36754 w 268109"/>
              <a:gd name="connsiteY45" fmla="*/ 450667 h 459086"/>
              <a:gd name="connsiteX46" fmla="*/ 52829 w 268109"/>
              <a:gd name="connsiteY46" fmla="*/ 459087 h 459086"/>
              <a:gd name="connsiteX47" fmla="*/ 100478 w 268109"/>
              <a:gd name="connsiteY47" fmla="*/ 459087 h 459086"/>
              <a:gd name="connsiteX48" fmla="*/ 116552 w 268109"/>
              <a:gd name="connsiteY48" fmla="*/ 450667 h 459086"/>
              <a:gd name="connsiteX49" fmla="*/ 117509 w 268109"/>
              <a:gd name="connsiteY49" fmla="*/ 448945 h 459086"/>
              <a:gd name="connsiteX50" fmla="*/ 134157 w 268109"/>
              <a:gd name="connsiteY50" fmla="*/ 459087 h 459086"/>
              <a:gd name="connsiteX51" fmla="*/ 248974 w 268109"/>
              <a:gd name="connsiteY51" fmla="*/ 459087 h 459086"/>
              <a:gd name="connsiteX52" fmla="*/ 268110 w 268109"/>
              <a:gd name="connsiteY52" fmla="*/ 439951 h 459086"/>
              <a:gd name="connsiteX53" fmla="*/ 268110 w 268109"/>
              <a:gd name="connsiteY53" fmla="*/ 229645 h 459086"/>
              <a:gd name="connsiteX54" fmla="*/ 248974 w 268109"/>
              <a:gd name="connsiteY54" fmla="*/ 210509 h 459086"/>
              <a:gd name="connsiteX55" fmla="*/ 163818 w 268109"/>
              <a:gd name="connsiteY55" fmla="*/ 19148 h 459086"/>
              <a:gd name="connsiteX56" fmla="*/ 221226 w 268109"/>
              <a:gd name="connsiteY56" fmla="*/ 85933 h 459086"/>
              <a:gd name="connsiteX57" fmla="*/ 220844 w 268109"/>
              <a:gd name="connsiteY57" fmla="*/ 95692 h 459086"/>
              <a:gd name="connsiteX58" fmla="*/ 163244 w 268109"/>
              <a:gd name="connsiteY58" fmla="*/ 95692 h 459086"/>
              <a:gd name="connsiteX59" fmla="*/ 163818 w 268109"/>
              <a:gd name="connsiteY59" fmla="*/ 19148 h 459086"/>
              <a:gd name="connsiteX60" fmla="*/ 153484 w 268109"/>
              <a:gd name="connsiteY60" fmla="*/ 114829 h 459086"/>
              <a:gd name="connsiteX61" fmla="*/ 230029 w 268109"/>
              <a:gd name="connsiteY61" fmla="*/ 114829 h 459086"/>
              <a:gd name="connsiteX62" fmla="*/ 230029 w 268109"/>
              <a:gd name="connsiteY62" fmla="*/ 210509 h 459086"/>
              <a:gd name="connsiteX63" fmla="*/ 153484 w 268109"/>
              <a:gd name="connsiteY63" fmla="*/ 210509 h 459086"/>
              <a:gd name="connsiteX64" fmla="*/ 153484 w 268109"/>
              <a:gd name="connsiteY64" fmla="*/ 114829 h 459086"/>
              <a:gd name="connsiteX65" fmla="*/ 19532 w 268109"/>
              <a:gd name="connsiteY65" fmla="*/ 210509 h 459086"/>
              <a:gd name="connsiteX66" fmla="*/ 134348 w 268109"/>
              <a:gd name="connsiteY66" fmla="*/ 210509 h 459086"/>
              <a:gd name="connsiteX67" fmla="*/ 132435 w 268109"/>
              <a:gd name="connsiteY67" fmla="*/ 258349 h 459086"/>
              <a:gd name="connsiteX68" fmla="*/ 21446 w 268109"/>
              <a:gd name="connsiteY68" fmla="*/ 258349 h 459086"/>
              <a:gd name="connsiteX69" fmla="*/ 19532 w 268109"/>
              <a:gd name="connsiteY69" fmla="*/ 210509 h 459086"/>
              <a:gd name="connsiteX70" fmla="*/ 100860 w 268109"/>
              <a:gd name="connsiteY70" fmla="*/ 440142 h 459086"/>
              <a:gd name="connsiteX71" fmla="*/ 53211 w 268109"/>
              <a:gd name="connsiteY71" fmla="*/ 440525 h 459086"/>
              <a:gd name="connsiteX72" fmla="*/ 22594 w 268109"/>
              <a:gd name="connsiteY72" fmla="*/ 277485 h 459086"/>
              <a:gd name="connsiteX73" fmla="*/ 131287 w 268109"/>
              <a:gd name="connsiteY73" fmla="*/ 277485 h 459086"/>
              <a:gd name="connsiteX74" fmla="*/ 100860 w 268109"/>
              <a:gd name="connsiteY74" fmla="*/ 440142 h 459086"/>
              <a:gd name="connsiteX75" fmla="*/ 249165 w 268109"/>
              <a:gd name="connsiteY75" fmla="*/ 440142 h 459086"/>
              <a:gd name="connsiteX76" fmla="*/ 134348 w 268109"/>
              <a:gd name="connsiteY76" fmla="*/ 440142 h 459086"/>
              <a:gd name="connsiteX77" fmla="*/ 134348 w 268109"/>
              <a:gd name="connsiteY77" fmla="*/ 403209 h 459086"/>
              <a:gd name="connsiteX78" fmla="*/ 151188 w 268109"/>
              <a:gd name="connsiteY78" fmla="*/ 267917 h 459086"/>
              <a:gd name="connsiteX79" fmla="*/ 249165 w 268109"/>
              <a:gd name="connsiteY79" fmla="*/ 267917 h 459086"/>
              <a:gd name="connsiteX80" fmla="*/ 249165 w 268109"/>
              <a:gd name="connsiteY80" fmla="*/ 440142 h 459086"/>
              <a:gd name="connsiteX81" fmla="*/ 249165 w 268109"/>
              <a:gd name="connsiteY81" fmla="*/ 248781 h 459086"/>
              <a:gd name="connsiteX82" fmla="*/ 152145 w 268109"/>
              <a:gd name="connsiteY82" fmla="*/ 248781 h 459086"/>
              <a:gd name="connsiteX83" fmla="*/ 152910 w 268109"/>
              <a:gd name="connsiteY83" fmla="*/ 229645 h 459086"/>
              <a:gd name="connsiteX84" fmla="*/ 249165 w 268109"/>
              <a:gd name="connsiteY84" fmla="*/ 229645 h 459086"/>
              <a:gd name="connsiteX85" fmla="*/ 249165 w 268109"/>
              <a:gd name="connsiteY85" fmla="*/ 248781 h 45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68109" h="459086">
                <a:moveTo>
                  <a:pt x="249165" y="210509"/>
                </a:moveTo>
                <a:lnTo>
                  <a:pt x="249165" y="114829"/>
                </a:lnTo>
                <a:cubicBezTo>
                  <a:pt x="249165" y="107940"/>
                  <a:pt x="245338" y="102199"/>
                  <a:pt x="239788" y="98754"/>
                </a:cubicBezTo>
                <a:lnTo>
                  <a:pt x="240171" y="86316"/>
                </a:lnTo>
                <a:cubicBezTo>
                  <a:pt x="240362" y="9006"/>
                  <a:pt x="182189" y="777"/>
                  <a:pt x="164392" y="12"/>
                </a:cubicBezTo>
                <a:cubicBezTo>
                  <a:pt x="159034" y="-179"/>
                  <a:pt x="153676" y="1926"/>
                  <a:pt x="149657" y="5753"/>
                </a:cubicBezTo>
                <a:cubicBezTo>
                  <a:pt x="145830" y="9389"/>
                  <a:pt x="143725" y="14173"/>
                  <a:pt x="143725" y="19148"/>
                </a:cubicBezTo>
                <a:lnTo>
                  <a:pt x="143725" y="98563"/>
                </a:lnTo>
                <a:cubicBezTo>
                  <a:pt x="138176" y="101816"/>
                  <a:pt x="134157" y="107748"/>
                  <a:pt x="134157" y="114829"/>
                </a:cubicBezTo>
                <a:lnTo>
                  <a:pt x="134157" y="191373"/>
                </a:lnTo>
                <a:lnTo>
                  <a:pt x="86317" y="191373"/>
                </a:lnTo>
                <a:lnTo>
                  <a:pt x="86317" y="153101"/>
                </a:lnTo>
                <a:lnTo>
                  <a:pt x="115021" y="153101"/>
                </a:lnTo>
                <a:lnTo>
                  <a:pt x="115021" y="133965"/>
                </a:lnTo>
                <a:lnTo>
                  <a:pt x="86125" y="133965"/>
                </a:lnTo>
                <a:lnTo>
                  <a:pt x="86125" y="114829"/>
                </a:lnTo>
                <a:lnTo>
                  <a:pt x="115021" y="114829"/>
                </a:lnTo>
                <a:lnTo>
                  <a:pt x="115021" y="95692"/>
                </a:lnTo>
                <a:lnTo>
                  <a:pt x="86125" y="95692"/>
                </a:lnTo>
                <a:lnTo>
                  <a:pt x="86125" y="76556"/>
                </a:lnTo>
                <a:lnTo>
                  <a:pt x="105453" y="76556"/>
                </a:lnTo>
                <a:lnTo>
                  <a:pt x="105453" y="57420"/>
                </a:lnTo>
                <a:lnTo>
                  <a:pt x="86125" y="57420"/>
                </a:lnTo>
                <a:lnTo>
                  <a:pt x="86125" y="38284"/>
                </a:lnTo>
                <a:lnTo>
                  <a:pt x="95694" y="38284"/>
                </a:lnTo>
                <a:lnTo>
                  <a:pt x="95694" y="19148"/>
                </a:lnTo>
                <a:lnTo>
                  <a:pt x="57421" y="19148"/>
                </a:lnTo>
                <a:lnTo>
                  <a:pt x="57421" y="38284"/>
                </a:lnTo>
                <a:lnTo>
                  <a:pt x="66798" y="38284"/>
                </a:lnTo>
                <a:lnTo>
                  <a:pt x="66798" y="57420"/>
                </a:lnTo>
                <a:lnTo>
                  <a:pt x="47853" y="57420"/>
                </a:lnTo>
                <a:lnTo>
                  <a:pt x="47853" y="76556"/>
                </a:lnTo>
                <a:lnTo>
                  <a:pt x="66798" y="76556"/>
                </a:lnTo>
                <a:lnTo>
                  <a:pt x="66798" y="95692"/>
                </a:lnTo>
                <a:lnTo>
                  <a:pt x="38285" y="95692"/>
                </a:lnTo>
                <a:lnTo>
                  <a:pt x="38285" y="114829"/>
                </a:lnTo>
                <a:lnTo>
                  <a:pt x="66989" y="114829"/>
                </a:lnTo>
                <a:lnTo>
                  <a:pt x="66989" y="133965"/>
                </a:lnTo>
                <a:lnTo>
                  <a:pt x="38285" y="133965"/>
                </a:lnTo>
                <a:lnTo>
                  <a:pt x="38285" y="153101"/>
                </a:lnTo>
                <a:lnTo>
                  <a:pt x="66989" y="153101"/>
                </a:lnTo>
                <a:lnTo>
                  <a:pt x="66989" y="191373"/>
                </a:lnTo>
                <a:lnTo>
                  <a:pt x="19149" y="191373"/>
                </a:lnTo>
                <a:cubicBezTo>
                  <a:pt x="13791" y="191373"/>
                  <a:pt x="8816" y="193478"/>
                  <a:pt x="5180" y="197114"/>
                </a:cubicBezTo>
                <a:cubicBezTo>
                  <a:pt x="1735" y="200750"/>
                  <a:pt x="-178" y="205534"/>
                  <a:pt x="13" y="210509"/>
                </a:cubicBezTo>
                <a:cubicBezTo>
                  <a:pt x="1927" y="281887"/>
                  <a:pt x="9198" y="407993"/>
                  <a:pt x="36754" y="450667"/>
                </a:cubicBezTo>
                <a:cubicBezTo>
                  <a:pt x="40199" y="456025"/>
                  <a:pt x="46131" y="459087"/>
                  <a:pt x="52829" y="459087"/>
                </a:cubicBezTo>
                <a:lnTo>
                  <a:pt x="100478" y="459087"/>
                </a:lnTo>
                <a:cubicBezTo>
                  <a:pt x="107175" y="459087"/>
                  <a:pt x="113107" y="456025"/>
                  <a:pt x="116552" y="450667"/>
                </a:cubicBezTo>
                <a:cubicBezTo>
                  <a:pt x="116935" y="450093"/>
                  <a:pt x="117126" y="449519"/>
                  <a:pt x="117509" y="448945"/>
                </a:cubicBezTo>
                <a:cubicBezTo>
                  <a:pt x="120762" y="454877"/>
                  <a:pt x="126885" y="459087"/>
                  <a:pt x="134157" y="459087"/>
                </a:cubicBezTo>
                <a:lnTo>
                  <a:pt x="248974" y="459087"/>
                </a:lnTo>
                <a:cubicBezTo>
                  <a:pt x="259498" y="459087"/>
                  <a:pt x="268110" y="450475"/>
                  <a:pt x="268110" y="439951"/>
                </a:cubicBezTo>
                <a:lnTo>
                  <a:pt x="268110" y="229645"/>
                </a:lnTo>
                <a:cubicBezTo>
                  <a:pt x="268110" y="219120"/>
                  <a:pt x="259498" y="210509"/>
                  <a:pt x="248974" y="210509"/>
                </a:cubicBezTo>
                <a:close/>
                <a:moveTo>
                  <a:pt x="163818" y="19148"/>
                </a:moveTo>
                <a:cubicBezTo>
                  <a:pt x="185250" y="19914"/>
                  <a:pt x="221226" y="29864"/>
                  <a:pt x="221226" y="85933"/>
                </a:cubicBezTo>
                <a:lnTo>
                  <a:pt x="220844" y="95692"/>
                </a:lnTo>
                <a:lnTo>
                  <a:pt x="163244" y="95692"/>
                </a:lnTo>
                <a:lnTo>
                  <a:pt x="163818" y="19148"/>
                </a:lnTo>
                <a:close/>
                <a:moveTo>
                  <a:pt x="153484" y="114829"/>
                </a:moveTo>
                <a:lnTo>
                  <a:pt x="230029" y="114829"/>
                </a:lnTo>
                <a:lnTo>
                  <a:pt x="230029" y="210509"/>
                </a:lnTo>
                <a:lnTo>
                  <a:pt x="153484" y="210509"/>
                </a:lnTo>
                <a:lnTo>
                  <a:pt x="153484" y="114829"/>
                </a:lnTo>
                <a:close/>
                <a:moveTo>
                  <a:pt x="19532" y="210509"/>
                </a:moveTo>
                <a:lnTo>
                  <a:pt x="134348" y="210509"/>
                </a:lnTo>
                <a:cubicBezTo>
                  <a:pt x="133966" y="227157"/>
                  <a:pt x="133200" y="243040"/>
                  <a:pt x="132435" y="258349"/>
                </a:cubicBezTo>
                <a:lnTo>
                  <a:pt x="21446" y="258349"/>
                </a:lnTo>
                <a:cubicBezTo>
                  <a:pt x="20680" y="243040"/>
                  <a:pt x="19915" y="227157"/>
                  <a:pt x="19532" y="210509"/>
                </a:cubicBezTo>
                <a:close/>
                <a:moveTo>
                  <a:pt x="100860" y="440142"/>
                </a:moveTo>
                <a:lnTo>
                  <a:pt x="53211" y="440525"/>
                </a:lnTo>
                <a:cubicBezTo>
                  <a:pt x="38859" y="418327"/>
                  <a:pt x="27952" y="359005"/>
                  <a:pt x="22594" y="277485"/>
                </a:cubicBezTo>
                <a:lnTo>
                  <a:pt x="131287" y="277485"/>
                </a:lnTo>
                <a:cubicBezTo>
                  <a:pt x="125929" y="359196"/>
                  <a:pt x="115021" y="418135"/>
                  <a:pt x="100860" y="440142"/>
                </a:cubicBezTo>
                <a:close/>
                <a:moveTo>
                  <a:pt x="249165" y="440142"/>
                </a:moveTo>
                <a:lnTo>
                  <a:pt x="134348" y="440142"/>
                </a:lnTo>
                <a:lnTo>
                  <a:pt x="134348" y="403209"/>
                </a:lnTo>
                <a:cubicBezTo>
                  <a:pt x="143534" y="364363"/>
                  <a:pt x="148509" y="313270"/>
                  <a:pt x="151188" y="267917"/>
                </a:cubicBezTo>
                <a:lnTo>
                  <a:pt x="249165" y="267917"/>
                </a:lnTo>
                <a:lnTo>
                  <a:pt x="249165" y="440142"/>
                </a:lnTo>
                <a:close/>
                <a:moveTo>
                  <a:pt x="249165" y="248781"/>
                </a:moveTo>
                <a:lnTo>
                  <a:pt x="152145" y="248781"/>
                </a:lnTo>
                <a:cubicBezTo>
                  <a:pt x="152528" y="242275"/>
                  <a:pt x="152719" y="235769"/>
                  <a:pt x="152910" y="229645"/>
                </a:cubicBezTo>
                <a:lnTo>
                  <a:pt x="249165" y="229645"/>
                </a:lnTo>
                <a:lnTo>
                  <a:pt x="249165" y="24878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179" descr="Makeup pouch icon.">
            <a:extLst>
              <a:ext uri="{FF2B5EF4-FFF2-40B4-BE49-F238E27FC236}">
                <a16:creationId xmlns:a16="http://schemas.microsoft.com/office/drawing/2014/main" id="{0C03BDBF-2F03-4D6B-88D6-9447CE476A82}"/>
              </a:ext>
            </a:extLst>
          </p:cNvPr>
          <p:cNvSpPr>
            <a:spLocks noChangeAspect="1"/>
          </p:cNvSpPr>
          <p:nvPr/>
        </p:nvSpPr>
        <p:spPr>
          <a:xfrm>
            <a:off x="9532186" y="5201675"/>
            <a:ext cx="439413" cy="420308"/>
          </a:xfrm>
          <a:custGeom>
            <a:avLst/>
            <a:gdLst>
              <a:gd name="connsiteX0" fmla="*/ 439413 w 439413"/>
              <a:gd name="connsiteY0" fmla="*/ 145197 h 420308"/>
              <a:gd name="connsiteX1" fmla="*/ 429861 w 439413"/>
              <a:gd name="connsiteY1" fmla="*/ 122271 h 420308"/>
              <a:gd name="connsiteX2" fmla="*/ 385919 w 439413"/>
              <a:gd name="connsiteY2" fmla="*/ 122271 h 420308"/>
              <a:gd name="connsiteX3" fmla="*/ 366814 w 439413"/>
              <a:gd name="connsiteY3" fmla="*/ 158571 h 420308"/>
              <a:gd name="connsiteX4" fmla="*/ 334336 w 439413"/>
              <a:gd name="connsiteY4" fmla="*/ 152839 h 420308"/>
              <a:gd name="connsiteX5" fmla="*/ 286574 w 439413"/>
              <a:gd name="connsiteY5" fmla="*/ 152839 h 420308"/>
              <a:gd name="connsiteX6" fmla="*/ 286574 w 439413"/>
              <a:gd name="connsiteY6" fmla="*/ 99346 h 420308"/>
              <a:gd name="connsiteX7" fmla="*/ 288484 w 439413"/>
              <a:gd name="connsiteY7" fmla="*/ 95525 h 420308"/>
              <a:gd name="connsiteX8" fmla="*/ 288484 w 439413"/>
              <a:gd name="connsiteY8" fmla="*/ 9552 h 420308"/>
              <a:gd name="connsiteX9" fmla="*/ 257916 w 439413"/>
              <a:gd name="connsiteY9" fmla="*/ 0 h 420308"/>
              <a:gd name="connsiteX10" fmla="*/ 250274 w 439413"/>
              <a:gd name="connsiteY10" fmla="*/ 0 h 420308"/>
              <a:gd name="connsiteX11" fmla="*/ 225438 w 439413"/>
              <a:gd name="connsiteY11" fmla="*/ 9552 h 420308"/>
              <a:gd name="connsiteX12" fmla="*/ 225438 w 439413"/>
              <a:gd name="connsiteY12" fmla="*/ 95525 h 420308"/>
              <a:gd name="connsiteX13" fmla="*/ 227349 w 439413"/>
              <a:gd name="connsiteY13" fmla="*/ 99346 h 420308"/>
              <a:gd name="connsiteX14" fmla="*/ 227349 w 439413"/>
              <a:gd name="connsiteY14" fmla="*/ 152839 h 420308"/>
              <a:gd name="connsiteX15" fmla="*/ 189139 w 439413"/>
              <a:gd name="connsiteY15" fmla="*/ 152839 h 420308"/>
              <a:gd name="connsiteX16" fmla="*/ 189139 w 439413"/>
              <a:gd name="connsiteY16" fmla="*/ 105077 h 420308"/>
              <a:gd name="connsiteX17" fmla="*/ 179586 w 439413"/>
              <a:gd name="connsiteY17" fmla="*/ 89793 h 420308"/>
              <a:gd name="connsiteX18" fmla="*/ 179586 w 439413"/>
              <a:gd name="connsiteY18" fmla="*/ 19105 h 420308"/>
              <a:gd name="connsiteX19" fmla="*/ 170034 w 439413"/>
              <a:gd name="connsiteY19" fmla="*/ 1910 h 420308"/>
              <a:gd name="connsiteX20" fmla="*/ 152839 w 439413"/>
              <a:gd name="connsiteY20" fmla="*/ 3821 h 420308"/>
              <a:gd name="connsiteX21" fmla="*/ 131824 w 439413"/>
              <a:gd name="connsiteY21" fmla="*/ 19105 h 420308"/>
              <a:gd name="connsiteX22" fmla="*/ 124182 w 439413"/>
              <a:gd name="connsiteY22" fmla="*/ 34389 h 420308"/>
              <a:gd name="connsiteX23" fmla="*/ 124182 w 439413"/>
              <a:gd name="connsiteY23" fmla="*/ 89793 h 420308"/>
              <a:gd name="connsiteX24" fmla="*/ 114630 w 439413"/>
              <a:gd name="connsiteY24" fmla="*/ 105077 h 420308"/>
              <a:gd name="connsiteX25" fmla="*/ 114630 w 439413"/>
              <a:gd name="connsiteY25" fmla="*/ 152839 h 420308"/>
              <a:gd name="connsiteX26" fmla="*/ 85972 w 439413"/>
              <a:gd name="connsiteY26" fmla="*/ 152839 h 420308"/>
              <a:gd name="connsiteX27" fmla="*/ 0 w 439413"/>
              <a:gd name="connsiteY27" fmla="*/ 238811 h 420308"/>
              <a:gd name="connsiteX28" fmla="*/ 0 w 439413"/>
              <a:gd name="connsiteY28" fmla="*/ 401203 h 420308"/>
              <a:gd name="connsiteX29" fmla="*/ 19105 w 439413"/>
              <a:gd name="connsiteY29" fmla="*/ 420308 h 420308"/>
              <a:gd name="connsiteX30" fmla="*/ 401203 w 439413"/>
              <a:gd name="connsiteY30" fmla="*/ 420308 h 420308"/>
              <a:gd name="connsiteX31" fmla="*/ 420308 w 439413"/>
              <a:gd name="connsiteY31" fmla="*/ 401203 h 420308"/>
              <a:gd name="connsiteX32" fmla="*/ 420308 w 439413"/>
              <a:gd name="connsiteY32" fmla="*/ 238811 h 420308"/>
              <a:gd name="connsiteX33" fmla="*/ 399293 w 439413"/>
              <a:gd name="connsiteY33" fmla="*/ 183407 h 420308"/>
              <a:gd name="connsiteX34" fmla="*/ 429861 w 439413"/>
              <a:gd name="connsiteY34" fmla="*/ 166213 h 420308"/>
              <a:gd name="connsiteX35" fmla="*/ 439413 w 439413"/>
              <a:gd name="connsiteY35" fmla="*/ 145197 h 420308"/>
              <a:gd name="connsiteX36" fmla="*/ 238811 w 439413"/>
              <a:gd name="connsiteY36" fmla="*/ 24836 h 420308"/>
              <a:gd name="connsiteX37" fmla="*/ 252185 w 439413"/>
              <a:gd name="connsiteY37" fmla="*/ 19105 h 420308"/>
              <a:gd name="connsiteX38" fmla="*/ 257916 w 439413"/>
              <a:gd name="connsiteY38" fmla="*/ 19105 h 420308"/>
              <a:gd name="connsiteX39" fmla="*/ 277021 w 439413"/>
              <a:gd name="connsiteY39" fmla="*/ 24836 h 420308"/>
              <a:gd name="connsiteX40" fmla="*/ 277021 w 439413"/>
              <a:gd name="connsiteY40" fmla="*/ 24836 h 420308"/>
              <a:gd name="connsiteX41" fmla="*/ 273200 w 439413"/>
              <a:gd name="connsiteY41" fmla="*/ 85972 h 420308"/>
              <a:gd name="connsiteX42" fmla="*/ 242632 w 439413"/>
              <a:gd name="connsiteY42" fmla="*/ 85972 h 420308"/>
              <a:gd name="connsiteX43" fmla="*/ 238811 w 439413"/>
              <a:gd name="connsiteY43" fmla="*/ 24836 h 420308"/>
              <a:gd name="connsiteX44" fmla="*/ 248364 w 439413"/>
              <a:gd name="connsiteY44" fmla="*/ 105077 h 420308"/>
              <a:gd name="connsiteX45" fmla="*/ 267469 w 439413"/>
              <a:gd name="connsiteY45" fmla="*/ 105077 h 420308"/>
              <a:gd name="connsiteX46" fmla="*/ 267469 w 439413"/>
              <a:gd name="connsiteY46" fmla="*/ 152839 h 420308"/>
              <a:gd name="connsiteX47" fmla="*/ 248364 w 439413"/>
              <a:gd name="connsiteY47" fmla="*/ 152839 h 420308"/>
              <a:gd name="connsiteX48" fmla="*/ 248364 w 439413"/>
              <a:gd name="connsiteY48" fmla="*/ 105077 h 420308"/>
              <a:gd name="connsiteX49" fmla="*/ 143287 w 439413"/>
              <a:gd name="connsiteY49" fmla="*/ 34389 h 420308"/>
              <a:gd name="connsiteX50" fmla="*/ 162392 w 439413"/>
              <a:gd name="connsiteY50" fmla="*/ 19105 h 420308"/>
              <a:gd name="connsiteX51" fmla="*/ 162392 w 439413"/>
              <a:gd name="connsiteY51" fmla="*/ 85972 h 420308"/>
              <a:gd name="connsiteX52" fmla="*/ 143287 w 439413"/>
              <a:gd name="connsiteY52" fmla="*/ 85972 h 420308"/>
              <a:gd name="connsiteX53" fmla="*/ 143287 w 439413"/>
              <a:gd name="connsiteY53" fmla="*/ 34389 h 420308"/>
              <a:gd name="connsiteX54" fmla="*/ 133734 w 439413"/>
              <a:gd name="connsiteY54" fmla="*/ 105077 h 420308"/>
              <a:gd name="connsiteX55" fmla="*/ 171944 w 439413"/>
              <a:gd name="connsiteY55" fmla="*/ 105077 h 420308"/>
              <a:gd name="connsiteX56" fmla="*/ 171944 w 439413"/>
              <a:gd name="connsiteY56" fmla="*/ 152839 h 420308"/>
              <a:gd name="connsiteX57" fmla="*/ 133734 w 439413"/>
              <a:gd name="connsiteY57" fmla="*/ 152839 h 420308"/>
              <a:gd name="connsiteX58" fmla="*/ 133734 w 439413"/>
              <a:gd name="connsiteY58" fmla="*/ 105077 h 420308"/>
              <a:gd name="connsiteX59" fmla="*/ 401203 w 439413"/>
              <a:gd name="connsiteY59" fmla="*/ 401203 h 420308"/>
              <a:gd name="connsiteX60" fmla="*/ 19105 w 439413"/>
              <a:gd name="connsiteY60" fmla="*/ 401203 h 420308"/>
              <a:gd name="connsiteX61" fmla="*/ 19105 w 439413"/>
              <a:gd name="connsiteY61" fmla="*/ 343889 h 420308"/>
              <a:gd name="connsiteX62" fmla="*/ 401203 w 439413"/>
              <a:gd name="connsiteY62" fmla="*/ 343889 h 420308"/>
              <a:gd name="connsiteX63" fmla="*/ 401203 w 439413"/>
              <a:gd name="connsiteY63" fmla="*/ 401203 h 420308"/>
              <a:gd name="connsiteX64" fmla="*/ 401203 w 439413"/>
              <a:gd name="connsiteY64" fmla="*/ 401203 h 420308"/>
              <a:gd name="connsiteX65" fmla="*/ 401203 w 439413"/>
              <a:gd name="connsiteY65" fmla="*/ 324784 h 420308"/>
              <a:gd name="connsiteX66" fmla="*/ 19105 w 439413"/>
              <a:gd name="connsiteY66" fmla="*/ 324784 h 420308"/>
              <a:gd name="connsiteX67" fmla="*/ 19105 w 439413"/>
              <a:gd name="connsiteY67" fmla="*/ 238811 h 420308"/>
              <a:gd name="connsiteX68" fmla="*/ 85972 w 439413"/>
              <a:gd name="connsiteY68" fmla="*/ 171944 h 420308"/>
              <a:gd name="connsiteX69" fmla="*/ 334336 w 439413"/>
              <a:gd name="connsiteY69" fmla="*/ 171944 h 420308"/>
              <a:gd name="connsiteX70" fmla="*/ 401203 w 439413"/>
              <a:gd name="connsiteY70" fmla="*/ 238811 h 420308"/>
              <a:gd name="connsiteX71" fmla="*/ 401203 w 439413"/>
              <a:gd name="connsiteY71" fmla="*/ 324784 h 420308"/>
              <a:gd name="connsiteX72" fmla="*/ 416487 w 439413"/>
              <a:gd name="connsiteY72" fmla="*/ 154750 h 420308"/>
              <a:gd name="connsiteX73" fmla="*/ 384009 w 439413"/>
              <a:gd name="connsiteY73" fmla="*/ 170034 h 420308"/>
              <a:gd name="connsiteX74" fmla="*/ 384009 w 439413"/>
              <a:gd name="connsiteY74" fmla="*/ 170034 h 420308"/>
              <a:gd name="connsiteX75" fmla="*/ 401203 w 439413"/>
              <a:gd name="connsiteY75" fmla="*/ 137555 h 420308"/>
              <a:gd name="connsiteX76" fmla="*/ 408845 w 439413"/>
              <a:gd name="connsiteY76" fmla="*/ 133734 h 420308"/>
              <a:gd name="connsiteX77" fmla="*/ 416487 w 439413"/>
              <a:gd name="connsiteY77" fmla="*/ 137555 h 420308"/>
              <a:gd name="connsiteX78" fmla="*/ 420308 w 439413"/>
              <a:gd name="connsiteY78" fmla="*/ 145197 h 420308"/>
              <a:gd name="connsiteX79" fmla="*/ 416487 w 439413"/>
              <a:gd name="connsiteY79" fmla="*/ 15475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39413" h="420308">
                <a:moveTo>
                  <a:pt x="439413" y="145197"/>
                </a:moveTo>
                <a:cubicBezTo>
                  <a:pt x="439413" y="137555"/>
                  <a:pt x="435592" y="129913"/>
                  <a:pt x="429861" y="122271"/>
                </a:cubicBezTo>
                <a:cubicBezTo>
                  <a:pt x="418398" y="110809"/>
                  <a:pt x="399293" y="110809"/>
                  <a:pt x="385919" y="122271"/>
                </a:cubicBezTo>
                <a:cubicBezTo>
                  <a:pt x="378277" y="133734"/>
                  <a:pt x="370635" y="145197"/>
                  <a:pt x="366814" y="158571"/>
                </a:cubicBezTo>
                <a:cubicBezTo>
                  <a:pt x="357262" y="154750"/>
                  <a:pt x="345799" y="152839"/>
                  <a:pt x="334336" y="152839"/>
                </a:cubicBezTo>
                <a:lnTo>
                  <a:pt x="286574" y="152839"/>
                </a:lnTo>
                <a:lnTo>
                  <a:pt x="286574" y="99346"/>
                </a:lnTo>
                <a:cubicBezTo>
                  <a:pt x="286574" y="97435"/>
                  <a:pt x="288484" y="97435"/>
                  <a:pt x="288484" y="95525"/>
                </a:cubicBezTo>
                <a:cubicBezTo>
                  <a:pt x="296126" y="80241"/>
                  <a:pt x="320963" y="32478"/>
                  <a:pt x="288484" y="9552"/>
                </a:cubicBezTo>
                <a:cubicBezTo>
                  <a:pt x="280842" y="3821"/>
                  <a:pt x="269379" y="0"/>
                  <a:pt x="257916" y="0"/>
                </a:cubicBezTo>
                <a:lnTo>
                  <a:pt x="250274" y="0"/>
                </a:lnTo>
                <a:cubicBezTo>
                  <a:pt x="240722" y="1910"/>
                  <a:pt x="233080" y="3821"/>
                  <a:pt x="225438" y="9552"/>
                </a:cubicBezTo>
                <a:cubicBezTo>
                  <a:pt x="192960" y="32478"/>
                  <a:pt x="217796" y="82151"/>
                  <a:pt x="225438" y="95525"/>
                </a:cubicBezTo>
                <a:cubicBezTo>
                  <a:pt x="225438" y="97435"/>
                  <a:pt x="227349" y="97435"/>
                  <a:pt x="227349" y="99346"/>
                </a:cubicBezTo>
                <a:lnTo>
                  <a:pt x="227349" y="152839"/>
                </a:lnTo>
                <a:lnTo>
                  <a:pt x="189139" y="152839"/>
                </a:lnTo>
                <a:lnTo>
                  <a:pt x="189139" y="105077"/>
                </a:lnTo>
                <a:cubicBezTo>
                  <a:pt x="189139" y="97435"/>
                  <a:pt x="185318" y="91704"/>
                  <a:pt x="179586" y="89793"/>
                </a:cubicBezTo>
                <a:lnTo>
                  <a:pt x="179586" y="19105"/>
                </a:lnTo>
                <a:cubicBezTo>
                  <a:pt x="179586" y="11463"/>
                  <a:pt x="175765" y="5731"/>
                  <a:pt x="170034" y="1910"/>
                </a:cubicBezTo>
                <a:cubicBezTo>
                  <a:pt x="166213" y="0"/>
                  <a:pt x="158571" y="0"/>
                  <a:pt x="152839" y="3821"/>
                </a:cubicBezTo>
                <a:lnTo>
                  <a:pt x="131824" y="19105"/>
                </a:lnTo>
                <a:cubicBezTo>
                  <a:pt x="126092" y="22926"/>
                  <a:pt x="124182" y="28657"/>
                  <a:pt x="124182" y="34389"/>
                </a:cubicBezTo>
                <a:lnTo>
                  <a:pt x="124182" y="89793"/>
                </a:lnTo>
                <a:cubicBezTo>
                  <a:pt x="118450" y="93614"/>
                  <a:pt x="114630" y="99346"/>
                  <a:pt x="114630" y="105077"/>
                </a:cubicBezTo>
                <a:lnTo>
                  <a:pt x="114630" y="152839"/>
                </a:lnTo>
                <a:lnTo>
                  <a:pt x="85972" y="152839"/>
                </a:lnTo>
                <a:cubicBezTo>
                  <a:pt x="38210" y="152839"/>
                  <a:pt x="0" y="191049"/>
                  <a:pt x="0" y="238811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238811"/>
                </a:lnTo>
                <a:cubicBezTo>
                  <a:pt x="420308" y="217796"/>
                  <a:pt x="412666" y="198691"/>
                  <a:pt x="399293" y="183407"/>
                </a:cubicBezTo>
                <a:cubicBezTo>
                  <a:pt x="410756" y="179586"/>
                  <a:pt x="420308" y="173855"/>
                  <a:pt x="429861" y="166213"/>
                </a:cubicBezTo>
                <a:cubicBezTo>
                  <a:pt x="435592" y="162392"/>
                  <a:pt x="439413" y="152839"/>
                  <a:pt x="439413" y="145197"/>
                </a:cubicBezTo>
                <a:close/>
                <a:moveTo>
                  <a:pt x="238811" y="24836"/>
                </a:moveTo>
                <a:cubicBezTo>
                  <a:pt x="242632" y="22926"/>
                  <a:pt x="246453" y="19105"/>
                  <a:pt x="252185" y="19105"/>
                </a:cubicBezTo>
                <a:lnTo>
                  <a:pt x="257916" y="19105"/>
                </a:lnTo>
                <a:cubicBezTo>
                  <a:pt x="265558" y="19105"/>
                  <a:pt x="271290" y="21015"/>
                  <a:pt x="277021" y="24836"/>
                </a:cubicBezTo>
                <a:lnTo>
                  <a:pt x="277021" y="24836"/>
                </a:lnTo>
                <a:cubicBezTo>
                  <a:pt x="296126" y="38210"/>
                  <a:pt x="277021" y="74509"/>
                  <a:pt x="273200" y="85972"/>
                </a:cubicBezTo>
                <a:lnTo>
                  <a:pt x="242632" y="85972"/>
                </a:lnTo>
                <a:cubicBezTo>
                  <a:pt x="236901" y="76420"/>
                  <a:pt x="219707" y="40120"/>
                  <a:pt x="238811" y="24836"/>
                </a:cubicBezTo>
                <a:close/>
                <a:moveTo>
                  <a:pt x="248364" y="105077"/>
                </a:moveTo>
                <a:lnTo>
                  <a:pt x="267469" y="105077"/>
                </a:lnTo>
                <a:lnTo>
                  <a:pt x="267469" y="152839"/>
                </a:lnTo>
                <a:lnTo>
                  <a:pt x="248364" y="152839"/>
                </a:lnTo>
                <a:lnTo>
                  <a:pt x="248364" y="105077"/>
                </a:lnTo>
                <a:close/>
                <a:moveTo>
                  <a:pt x="143287" y="34389"/>
                </a:moveTo>
                <a:lnTo>
                  <a:pt x="162392" y="19105"/>
                </a:lnTo>
                <a:lnTo>
                  <a:pt x="162392" y="85972"/>
                </a:lnTo>
                <a:lnTo>
                  <a:pt x="143287" y="85972"/>
                </a:lnTo>
                <a:lnTo>
                  <a:pt x="143287" y="34389"/>
                </a:lnTo>
                <a:close/>
                <a:moveTo>
                  <a:pt x="133734" y="105077"/>
                </a:moveTo>
                <a:lnTo>
                  <a:pt x="171944" y="105077"/>
                </a:lnTo>
                <a:lnTo>
                  <a:pt x="171944" y="152839"/>
                </a:lnTo>
                <a:lnTo>
                  <a:pt x="133734" y="152839"/>
                </a:lnTo>
                <a:lnTo>
                  <a:pt x="133734" y="105077"/>
                </a:lnTo>
                <a:close/>
                <a:moveTo>
                  <a:pt x="401203" y="401203"/>
                </a:moveTo>
                <a:lnTo>
                  <a:pt x="19105" y="401203"/>
                </a:lnTo>
                <a:lnTo>
                  <a:pt x="19105" y="343889"/>
                </a:lnTo>
                <a:lnTo>
                  <a:pt x="401203" y="343889"/>
                </a:lnTo>
                <a:lnTo>
                  <a:pt x="401203" y="401203"/>
                </a:lnTo>
                <a:lnTo>
                  <a:pt x="401203" y="401203"/>
                </a:lnTo>
                <a:moveTo>
                  <a:pt x="401203" y="324784"/>
                </a:moveTo>
                <a:lnTo>
                  <a:pt x="19105" y="324784"/>
                </a:lnTo>
                <a:lnTo>
                  <a:pt x="19105" y="238811"/>
                </a:lnTo>
                <a:cubicBezTo>
                  <a:pt x="19105" y="202512"/>
                  <a:pt x="49673" y="171944"/>
                  <a:pt x="85972" y="171944"/>
                </a:cubicBezTo>
                <a:lnTo>
                  <a:pt x="334336" y="171944"/>
                </a:lnTo>
                <a:cubicBezTo>
                  <a:pt x="370635" y="171944"/>
                  <a:pt x="401203" y="202512"/>
                  <a:pt x="401203" y="238811"/>
                </a:cubicBezTo>
                <a:lnTo>
                  <a:pt x="401203" y="324784"/>
                </a:lnTo>
                <a:close/>
                <a:moveTo>
                  <a:pt x="416487" y="154750"/>
                </a:moveTo>
                <a:cubicBezTo>
                  <a:pt x="406935" y="160481"/>
                  <a:pt x="395472" y="166213"/>
                  <a:pt x="384009" y="170034"/>
                </a:cubicBezTo>
                <a:lnTo>
                  <a:pt x="384009" y="170034"/>
                </a:lnTo>
                <a:cubicBezTo>
                  <a:pt x="387830" y="158571"/>
                  <a:pt x="393561" y="147108"/>
                  <a:pt x="401203" y="137555"/>
                </a:cubicBezTo>
                <a:cubicBezTo>
                  <a:pt x="403114" y="135645"/>
                  <a:pt x="405024" y="133734"/>
                  <a:pt x="408845" y="133734"/>
                </a:cubicBezTo>
                <a:cubicBezTo>
                  <a:pt x="412666" y="133734"/>
                  <a:pt x="414577" y="135645"/>
                  <a:pt x="416487" y="137555"/>
                </a:cubicBezTo>
                <a:cubicBezTo>
                  <a:pt x="418398" y="139466"/>
                  <a:pt x="420308" y="143287"/>
                  <a:pt x="420308" y="145197"/>
                </a:cubicBezTo>
                <a:cubicBezTo>
                  <a:pt x="420308" y="149018"/>
                  <a:pt x="418398" y="150929"/>
                  <a:pt x="416487" y="15475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79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Retail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(2 of 3)</a:t>
            </a:r>
            <a:endParaRPr lang="en-US" b="0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5FB9A-FAF9-4926-B565-0C3BABFF9FE8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Apple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Banana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Bananas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Grapes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Strawberries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Citrus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Watermelon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Cherries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Lemon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Tomatoes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Carrot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Carrots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Mushroom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Radish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Bread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Sandwich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Noodles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Fish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Bone-in ham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Canned food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Condiment bottles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Pretzel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Chocolate bar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Popsicle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Birthday cake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Candy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Ice cubes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Baby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Water bottle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Milk carton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Milk jug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Coffee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Milk and bread 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Nutrition label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Low sodium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Vegan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Gluten free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Non-GMO certified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Organic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Source of protein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Sugar-free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Foods to eat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Foods to avoid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48" name="Graphic 248" descr="Apple icon.">
            <a:extLst>
              <a:ext uri="{FF2B5EF4-FFF2-40B4-BE49-F238E27FC236}">
                <a16:creationId xmlns:a16="http://schemas.microsoft.com/office/drawing/2014/main" id="{02CF4A7B-50AB-4009-B22C-5D66DBAB6F13}"/>
              </a:ext>
            </a:extLst>
          </p:cNvPr>
          <p:cNvSpPr>
            <a:spLocks noChangeAspect="1"/>
          </p:cNvSpPr>
          <p:nvPr/>
        </p:nvSpPr>
        <p:spPr>
          <a:xfrm>
            <a:off x="962361" y="1441552"/>
            <a:ext cx="420308" cy="414576"/>
          </a:xfrm>
          <a:custGeom>
            <a:avLst/>
            <a:gdLst>
              <a:gd name="connsiteX0" fmla="*/ 414577 w 420308"/>
              <a:gd name="connsiteY0" fmla="*/ 143287 h 414576"/>
              <a:gd name="connsiteX1" fmla="*/ 395472 w 420308"/>
              <a:gd name="connsiteY1" fmla="*/ 101256 h 414576"/>
              <a:gd name="connsiteX2" fmla="*/ 330515 w 420308"/>
              <a:gd name="connsiteY2" fmla="*/ 55404 h 414576"/>
              <a:gd name="connsiteX3" fmla="*/ 240722 w 420308"/>
              <a:gd name="connsiteY3" fmla="*/ 70688 h 414576"/>
              <a:gd name="connsiteX4" fmla="*/ 217796 w 420308"/>
              <a:gd name="connsiteY4" fmla="*/ 78330 h 414576"/>
              <a:gd name="connsiteX5" fmla="*/ 202512 w 420308"/>
              <a:gd name="connsiteY5" fmla="*/ 22926 h 414576"/>
              <a:gd name="connsiteX6" fmla="*/ 152839 w 420308"/>
              <a:gd name="connsiteY6" fmla="*/ 0 h 414576"/>
              <a:gd name="connsiteX7" fmla="*/ 150929 w 420308"/>
              <a:gd name="connsiteY7" fmla="*/ 19105 h 414576"/>
              <a:gd name="connsiteX8" fmla="*/ 187228 w 420308"/>
              <a:gd name="connsiteY8" fmla="*/ 36299 h 414576"/>
              <a:gd name="connsiteX9" fmla="*/ 198691 w 420308"/>
              <a:gd name="connsiteY9" fmla="*/ 80241 h 414576"/>
              <a:gd name="connsiteX10" fmla="*/ 175765 w 420308"/>
              <a:gd name="connsiteY10" fmla="*/ 72599 h 414576"/>
              <a:gd name="connsiteX11" fmla="*/ 89793 w 420308"/>
              <a:gd name="connsiteY11" fmla="*/ 55404 h 414576"/>
              <a:gd name="connsiteX12" fmla="*/ 24836 w 420308"/>
              <a:gd name="connsiteY12" fmla="*/ 101256 h 414576"/>
              <a:gd name="connsiteX13" fmla="*/ 5731 w 420308"/>
              <a:gd name="connsiteY13" fmla="*/ 143287 h 414576"/>
              <a:gd name="connsiteX14" fmla="*/ 0 w 420308"/>
              <a:gd name="connsiteY14" fmla="*/ 192960 h 414576"/>
              <a:gd name="connsiteX15" fmla="*/ 45852 w 420308"/>
              <a:gd name="connsiteY15" fmla="*/ 347709 h 414576"/>
              <a:gd name="connsiteX16" fmla="*/ 139466 w 420308"/>
              <a:gd name="connsiteY16" fmla="*/ 414577 h 414576"/>
              <a:gd name="connsiteX17" fmla="*/ 143287 w 420308"/>
              <a:gd name="connsiteY17" fmla="*/ 414577 h 414576"/>
              <a:gd name="connsiteX18" fmla="*/ 177676 w 420308"/>
              <a:gd name="connsiteY18" fmla="*/ 408845 h 414576"/>
              <a:gd name="connsiteX19" fmla="*/ 210154 w 420308"/>
              <a:gd name="connsiteY19" fmla="*/ 401203 h 414576"/>
              <a:gd name="connsiteX20" fmla="*/ 242632 w 420308"/>
              <a:gd name="connsiteY20" fmla="*/ 406935 h 414576"/>
              <a:gd name="connsiteX21" fmla="*/ 280842 w 420308"/>
              <a:gd name="connsiteY21" fmla="*/ 412666 h 414576"/>
              <a:gd name="connsiteX22" fmla="*/ 372546 w 420308"/>
              <a:gd name="connsiteY22" fmla="*/ 345799 h 414576"/>
              <a:gd name="connsiteX23" fmla="*/ 420308 w 420308"/>
              <a:gd name="connsiteY23" fmla="*/ 191049 h 414576"/>
              <a:gd name="connsiteX24" fmla="*/ 414577 w 420308"/>
              <a:gd name="connsiteY24" fmla="*/ 143287 h 414576"/>
              <a:gd name="connsiteX25" fmla="*/ 401203 w 420308"/>
              <a:gd name="connsiteY25" fmla="*/ 192960 h 414576"/>
              <a:gd name="connsiteX26" fmla="*/ 359172 w 420308"/>
              <a:gd name="connsiteY26" fmla="*/ 338157 h 414576"/>
              <a:gd name="connsiteX27" fmla="*/ 280842 w 420308"/>
              <a:gd name="connsiteY27" fmla="*/ 395472 h 414576"/>
              <a:gd name="connsiteX28" fmla="*/ 248364 w 420308"/>
              <a:gd name="connsiteY28" fmla="*/ 389740 h 414576"/>
              <a:gd name="connsiteX29" fmla="*/ 210154 w 420308"/>
              <a:gd name="connsiteY29" fmla="*/ 384009 h 414576"/>
              <a:gd name="connsiteX30" fmla="*/ 171944 w 420308"/>
              <a:gd name="connsiteY30" fmla="*/ 391651 h 414576"/>
              <a:gd name="connsiteX31" fmla="*/ 141376 w 420308"/>
              <a:gd name="connsiteY31" fmla="*/ 395472 h 414576"/>
              <a:gd name="connsiteX32" fmla="*/ 63046 w 420308"/>
              <a:gd name="connsiteY32" fmla="*/ 338157 h 414576"/>
              <a:gd name="connsiteX33" fmla="*/ 19105 w 420308"/>
              <a:gd name="connsiteY33" fmla="*/ 192960 h 414576"/>
              <a:gd name="connsiteX34" fmla="*/ 24836 w 420308"/>
              <a:gd name="connsiteY34" fmla="*/ 147108 h 414576"/>
              <a:gd name="connsiteX35" fmla="*/ 40120 w 420308"/>
              <a:gd name="connsiteY35" fmla="*/ 110809 h 414576"/>
              <a:gd name="connsiteX36" fmla="*/ 91704 w 420308"/>
              <a:gd name="connsiteY36" fmla="*/ 72599 h 414576"/>
              <a:gd name="connsiteX37" fmla="*/ 108898 w 420308"/>
              <a:gd name="connsiteY37" fmla="*/ 70688 h 414576"/>
              <a:gd name="connsiteX38" fmla="*/ 171944 w 420308"/>
              <a:gd name="connsiteY38" fmla="*/ 87883 h 414576"/>
              <a:gd name="connsiteX39" fmla="*/ 210154 w 420308"/>
              <a:gd name="connsiteY39" fmla="*/ 99346 h 414576"/>
              <a:gd name="connsiteX40" fmla="*/ 248364 w 420308"/>
              <a:gd name="connsiteY40" fmla="*/ 87883 h 414576"/>
              <a:gd name="connsiteX41" fmla="*/ 326694 w 420308"/>
              <a:gd name="connsiteY41" fmla="*/ 72599 h 414576"/>
              <a:gd name="connsiteX42" fmla="*/ 378277 w 420308"/>
              <a:gd name="connsiteY42" fmla="*/ 110809 h 414576"/>
              <a:gd name="connsiteX43" fmla="*/ 395472 w 420308"/>
              <a:gd name="connsiteY43" fmla="*/ 145197 h 414576"/>
              <a:gd name="connsiteX44" fmla="*/ 401203 w 420308"/>
              <a:gd name="connsiteY44" fmla="*/ 192960 h 414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20308" h="414576">
                <a:moveTo>
                  <a:pt x="414577" y="143287"/>
                </a:moveTo>
                <a:cubicBezTo>
                  <a:pt x="410756" y="128003"/>
                  <a:pt x="405024" y="114630"/>
                  <a:pt x="395472" y="101256"/>
                </a:cubicBezTo>
                <a:cubicBezTo>
                  <a:pt x="380188" y="78330"/>
                  <a:pt x="357262" y="61136"/>
                  <a:pt x="330515" y="55404"/>
                </a:cubicBezTo>
                <a:cubicBezTo>
                  <a:pt x="299947" y="51583"/>
                  <a:pt x="269379" y="57315"/>
                  <a:pt x="240722" y="70688"/>
                </a:cubicBezTo>
                <a:cubicBezTo>
                  <a:pt x="233080" y="74509"/>
                  <a:pt x="225438" y="76420"/>
                  <a:pt x="217796" y="78330"/>
                </a:cubicBezTo>
                <a:cubicBezTo>
                  <a:pt x="219707" y="59225"/>
                  <a:pt x="213975" y="38210"/>
                  <a:pt x="202512" y="22926"/>
                </a:cubicBezTo>
                <a:cubicBezTo>
                  <a:pt x="191049" y="9552"/>
                  <a:pt x="171944" y="0"/>
                  <a:pt x="152839" y="0"/>
                </a:cubicBezTo>
                <a:lnTo>
                  <a:pt x="150929" y="19105"/>
                </a:lnTo>
                <a:cubicBezTo>
                  <a:pt x="164302" y="19105"/>
                  <a:pt x="177676" y="24836"/>
                  <a:pt x="187228" y="36299"/>
                </a:cubicBezTo>
                <a:cubicBezTo>
                  <a:pt x="196781" y="49673"/>
                  <a:pt x="200602" y="64957"/>
                  <a:pt x="198691" y="80241"/>
                </a:cubicBezTo>
                <a:cubicBezTo>
                  <a:pt x="191049" y="78330"/>
                  <a:pt x="183407" y="74509"/>
                  <a:pt x="175765" y="72599"/>
                </a:cubicBezTo>
                <a:cubicBezTo>
                  <a:pt x="150929" y="57315"/>
                  <a:pt x="120361" y="51583"/>
                  <a:pt x="89793" y="55404"/>
                </a:cubicBezTo>
                <a:cubicBezTo>
                  <a:pt x="63046" y="61136"/>
                  <a:pt x="38210" y="78330"/>
                  <a:pt x="24836" y="101256"/>
                </a:cubicBezTo>
                <a:cubicBezTo>
                  <a:pt x="15284" y="114630"/>
                  <a:pt x="9552" y="128003"/>
                  <a:pt x="5731" y="143287"/>
                </a:cubicBezTo>
                <a:cubicBezTo>
                  <a:pt x="1910" y="158571"/>
                  <a:pt x="0" y="175765"/>
                  <a:pt x="0" y="192960"/>
                </a:cubicBezTo>
                <a:cubicBezTo>
                  <a:pt x="1910" y="248364"/>
                  <a:pt x="17194" y="299947"/>
                  <a:pt x="45852" y="347709"/>
                </a:cubicBezTo>
                <a:cubicBezTo>
                  <a:pt x="72599" y="387830"/>
                  <a:pt x="105077" y="412666"/>
                  <a:pt x="139466" y="414577"/>
                </a:cubicBezTo>
                <a:lnTo>
                  <a:pt x="143287" y="414577"/>
                </a:lnTo>
                <a:cubicBezTo>
                  <a:pt x="154750" y="414577"/>
                  <a:pt x="166213" y="412666"/>
                  <a:pt x="177676" y="408845"/>
                </a:cubicBezTo>
                <a:cubicBezTo>
                  <a:pt x="187228" y="405024"/>
                  <a:pt x="198691" y="403114"/>
                  <a:pt x="210154" y="401203"/>
                </a:cubicBezTo>
                <a:cubicBezTo>
                  <a:pt x="221617" y="401203"/>
                  <a:pt x="231170" y="403114"/>
                  <a:pt x="242632" y="406935"/>
                </a:cubicBezTo>
                <a:cubicBezTo>
                  <a:pt x="254095" y="410756"/>
                  <a:pt x="267469" y="412666"/>
                  <a:pt x="280842" y="412666"/>
                </a:cubicBezTo>
                <a:cubicBezTo>
                  <a:pt x="313321" y="410756"/>
                  <a:pt x="347710" y="385919"/>
                  <a:pt x="372546" y="345799"/>
                </a:cubicBezTo>
                <a:cubicBezTo>
                  <a:pt x="401203" y="299947"/>
                  <a:pt x="418398" y="246453"/>
                  <a:pt x="420308" y="191049"/>
                </a:cubicBezTo>
                <a:cubicBezTo>
                  <a:pt x="420308" y="175765"/>
                  <a:pt x="418398" y="158571"/>
                  <a:pt x="414577" y="143287"/>
                </a:cubicBezTo>
                <a:close/>
                <a:moveTo>
                  <a:pt x="401203" y="192960"/>
                </a:moveTo>
                <a:cubicBezTo>
                  <a:pt x="399293" y="244543"/>
                  <a:pt x="385919" y="294216"/>
                  <a:pt x="359172" y="338157"/>
                </a:cubicBezTo>
                <a:cubicBezTo>
                  <a:pt x="336247" y="372546"/>
                  <a:pt x="307589" y="393561"/>
                  <a:pt x="280842" y="395472"/>
                </a:cubicBezTo>
                <a:cubicBezTo>
                  <a:pt x="269379" y="395472"/>
                  <a:pt x="257916" y="393561"/>
                  <a:pt x="248364" y="389740"/>
                </a:cubicBezTo>
                <a:cubicBezTo>
                  <a:pt x="236901" y="385919"/>
                  <a:pt x="223528" y="384009"/>
                  <a:pt x="210154" y="384009"/>
                </a:cubicBezTo>
                <a:cubicBezTo>
                  <a:pt x="196781" y="384009"/>
                  <a:pt x="183407" y="387830"/>
                  <a:pt x="171944" y="391651"/>
                </a:cubicBezTo>
                <a:cubicBezTo>
                  <a:pt x="162392" y="393561"/>
                  <a:pt x="150929" y="395472"/>
                  <a:pt x="141376" y="395472"/>
                </a:cubicBezTo>
                <a:cubicBezTo>
                  <a:pt x="114630" y="393561"/>
                  <a:pt x="85972" y="372546"/>
                  <a:pt x="63046" y="338157"/>
                </a:cubicBezTo>
                <a:cubicBezTo>
                  <a:pt x="36299" y="294216"/>
                  <a:pt x="21015" y="244543"/>
                  <a:pt x="19105" y="192960"/>
                </a:cubicBezTo>
                <a:cubicBezTo>
                  <a:pt x="19105" y="177676"/>
                  <a:pt x="21015" y="162392"/>
                  <a:pt x="24836" y="147108"/>
                </a:cubicBezTo>
                <a:cubicBezTo>
                  <a:pt x="28657" y="133734"/>
                  <a:pt x="34389" y="122271"/>
                  <a:pt x="40120" y="110809"/>
                </a:cubicBezTo>
                <a:cubicBezTo>
                  <a:pt x="51583" y="91704"/>
                  <a:pt x="70688" y="78330"/>
                  <a:pt x="91704" y="72599"/>
                </a:cubicBezTo>
                <a:cubicBezTo>
                  <a:pt x="97435" y="72599"/>
                  <a:pt x="103167" y="70688"/>
                  <a:pt x="108898" y="70688"/>
                </a:cubicBezTo>
                <a:cubicBezTo>
                  <a:pt x="131824" y="72599"/>
                  <a:pt x="152839" y="78330"/>
                  <a:pt x="171944" y="87883"/>
                </a:cubicBezTo>
                <a:cubicBezTo>
                  <a:pt x="183407" y="93614"/>
                  <a:pt x="196781" y="97435"/>
                  <a:pt x="210154" y="99346"/>
                </a:cubicBezTo>
                <a:cubicBezTo>
                  <a:pt x="223528" y="97435"/>
                  <a:pt x="236901" y="93614"/>
                  <a:pt x="248364" y="87883"/>
                </a:cubicBezTo>
                <a:cubicBezTo>
                  <a:pt x="273200" y="74509"/>
                  <a:pt x="299947" y="70688"/>
                  <a:pt x="326694" y="72599"/>
                </a:cubicBezTo>
                <a:cubicBezTo>
                  <a:pt x="347710" y="78330"/>
                  <a:pt x="366814" y="91704"/>
                  <a:pt x="378277" y="110809"/>
                </a:cubicBezTo>
                <a:cubicBezTo>
                  <a:pt x="385919" y="122271"/>
                  <a:pt x="391651" y="133734"/>
                  <a:pt x="395472" y="145197"/>
                </a:cubicBezTo>
                <a:cubicBezTo>
                  <a:pt x="399293" y="162392"/>
                  <a:pt x="401203" y="177676"/>
                  <a:pt x="401203" y="19296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Graphic 33" descr="Pear icon.">
            <a:extLst>
              <a:ext uri="{FF2B5EF4-FFF2-40B4-BE49-F238E27FC236}">
                <a16:creationId xmlns:a16="http://schemas.microsoft.com/office/drawing/2014/main" id="{ABC6CE96-9B0B-4017-B5AB-3A7DBA8877EB}"/>
              </a:ext>
            </a:extLst>
          </p:cNvPr>
          <p:cNvSpPr/>
          <p:nvPr/>
        </p:nvSpPr>
        <p:spPr>
          <a:xfrm>
            <a:off x="2253955" y="1404441"/>
            <a:ext cx="294723" cy="451687"/>
          </a:xfrm>
          <a:custGeom>
            <a:avLst/>
            <a:gdLst>
              <a:gd name="connsiteX0" fmla="*/ 132590 w 148977"/>
              <a:gd name="connsiteY0" fmla="*/ 120021 h 228319"/>
              <a:gd name="connsiteX1" fmla="*/ 112588 w 148977"/>
              <a:gd name="connsiteY1" fmla="*/ 76587 h 228319"/>
              <a:gd name="connsiteX2" fmla="*/ 112302 w 148977"/>
              <a:gd name="connsiteY2" fmla="*/ 75158 h 228319"/>
              <a:gd name="connsiteX3" fmla="*/ 76869 w 148977"/>
              <a:gd name="connsiteY3" fmla="*/ 44392 h 228319"/>
              <a:gd name="connsiteX4" fmla="*/ 76298 w 148977"/>
              <a:gd name="connsiteY4" fmla="*/ 34677 h 228319"/>
              <a:gd name="connsiteX5" fmla="*/ 101063 w 148977"/>
              <a:gd name="connsiteY5" fmla="*/ 42011 h 228319"/>
              <a:gd name="connsiteX6" fmla="*/ 101348 w 148977"/>
              <a:gd name="connsiteY6" fmla="*/ 42011 h 228319"/>
              <a:gd name="connsiteX7" fmla="*/ 140687 w 148977"/>
              <a:gd name="connsiteY7" fmla="*/ 24294 h 228319"/>
              <a:gd name="connsiteX8" fmla="*/ 140877 w 148977"/>
              <a:gd name="connsiteY8" fmla="*/ 17817 h 228319"/>
              <a:gd name="connsiteX9" fmla="*/ 101253 w 148977"/>
              <a:gd name="connsiteY9" fmla="*/ 6 h 228319"/>
              <a:gd name="connsiteX10" fmla="*/ 70392 w 148977"/>
              <a:gd name="connsiteY10" fmla="*/ 18865 h 228319"/>
              <a:gd name="connsiteX11" fmla="*/ 68868 w 148977"/>
              <a:gd name="connsiteY11" fmla="*/ 16579 h 228319"/>
              <a:gd name="connsiteX12" fmla="*/ 43627 w 148977"/>
              <a:gd name="connsiteY12" fmla="*/ 4768 h 228319"/>
              <a:gd name="connsiteX13" fmla="*/ 43055 w 148977"/>
              <a:gd name="connsiteY13" fmla="*/ 14293 h 228319"/>
              <a:gd name="connsiteX14" fmla="*/ 61534 w 148977"/>
              <a:gd name="connsiteY14" fmla="*/ 22580 h 228319"/>
              <a:gd name="connsiteX15" fmla="*/ 67439 w 148977"/>
              <a:gd name="connsiteY15" fmla="*/ 45345 h 228319"/>
              <a:gd name="connsiteX16" fmla="*/ 49437 w 148977"/>
              <a:gd name="connsiteY16" fmla="*/ 54870 h 228319"/>
              <a:gd name="connsiteX17" fmla="*/ 38769 w 148977"/>
              <a:gd name="connsiteY17" fmla="*/ 74872 h 228319"/>
              <a:gd name="connsiteX18" fmla="*/ 18005 w 148977"/>
              <a:gd name="connsiteY18" fmla="*/ 117830 h 228319"/>
              <a:gd name="connsiteX19" fmla="*/ 2 w 148977"/>
              <a:gd name="connsiteY19" fmla="*/ 165741 h 228319"/>
              <a:gd name="connsiteX20" fmla="*/ 62296 w 148977"/>
              <a:gd name="connsiteY20" fmla="*/ 228034 h 228319"/>
              <a:gd name="connsiteX21" fmla="*/ 80965 w 148977"/>
              <a:gd name="connsiteY21" fmla="*/ 228320 h 228319"/>
              <a:gd name="connsiteX22" fmla="*/ 82965 w 148977"/>
              <a:gd name="connsiteY22" fmla="*/ 228320 h 228319"/>
              <a:gd name="connsiteX23" fmla="*/ 130876 w 148977"/>
              <a:gd name="connsiteY23" fmla="*/ 209556 h 228319"/>
              <a:gd name="connsiteX24" fmla="*/ 148973 w 148977"/>
              <a:gd name="connsiteY24" fmla="*/ 167360 h 228319"/>
              <a:gd name="connsiteX25" fmla="*/ 132781 w 148977"/>
              <a:gd name="connsiteY25" fmla="*/ 119925 h 228319"/>
              <a:gd name="connsiteX26" fmla="*/ 101063 w 148977"/>
              <a:gd name="connsiteY26" fmla="*/ 9531 h 228319"/>
              <a:gd name="connsiteX27" fmla="*/ 130304 w 148977"/>
              <a:gd name="connsiteY27" fmla="*/ 20865 h 228319"/>
              <a:gd name="connsiteX28" fmla="*/ 101253 w 148977"/>
              <a:gd name="connsiteY28" fmla="*/ 32391 h 228319"/>
              <a:gd name="connsiteX29" fmla="*/ 78488 w 148977"/>
              <a:gd name="connsiteY29" fmla="*/ 24009 h 228319"/>
              <a:gd name="connsiteX30" fmla="*/ 101063 w 148977"/>
              <a:gd name="connsiteY30" fmla="*/ 9435 h 228319"/>
              <a:gd name="connsiteX31" fmla="*/ 123923 w 148977"/>
              <a:gd name="connsiteY31" fmla="*/ 202983 h 228319"/>
              <a:gd name="connsiteX32" fmla="*/ 81060 w 148977"/>
              <a:gd name="connsiteY32" fmla="*/ 218795 h 228319"/>
              <a:gd name="connsiteX33" fmla="*/ 62391 w 148977"/>
              <a:gd name="connsiteY33" fmla="*/ 218509 h 228319"/>
              <a:gd name="connsiteX34" fmla="*/ 9432 w 148977"/>
              <a:gd name="connsiteY34" fmla="*/ 165741 h 228319"/>
              <a:gd name="connsiteX35" fmla="*/ 25053 w 148977"/>
              <a:gd name="connsiteY35" fmla="*/ 124021 h 228319"/>
              <a:gd name="connsiteX36" fmla="*/ 48104 w 148977"/>
              <a:gd name="connsiteY36" fmla="*/ 76015 h 228319"/>
              <a:gd name="connsiteX37" fmla="*/ 56009 w 148977"/>
              <a:gd name="connsiteY37" fmla="*/ 61728 h 228319"/>
              <a:gd name="connsiteX38" fmla="*/ 75536 w 148977"/>
              <a:gd name="connsiteY38" fmla="*/ 53727 h 228319"/>
              <a:gd name="connsiteX39" fmla="*/ 75917 w 148977"/>
              <a:gd name="connsiteY39" fmla="*/ 53727 h 228319"/>
              <a:gd name="connsiteX40" fmla="*/ 103063 w 148977"/>
              <a:gd name="connsiteY40" fmla="*/ 76777 h 228319"/>
              <a:gd name="connsiteX41" fmla="*/ 103349 w 148977"/>
              <a:gd name="connsiteY41" fmla="*/ 78206 h 228319"/>
              <a:gd name="connsiteX42" fmla="*/ 125256 w 148977"/>
              <a:gd name="connsiteY42" fmla="*/ 125926 h 228319"/>
              <a:gd name="connsiteX43" fmla="*/ 139353 w 148977"/>
              <a:gd name="connsiteY43" fmla="*/ 167265 h 228319"/>
              <a:gd name="connsiteX44" fmla="*/ 123923 w 148977"/>
              <a:gd name="connsiteY44" fmla="*/ 202983 h 228319"/>
              <a:gd name="connsiteX45" fmla="*/ 129066 w 148977"/>
              <a:gd name="connsiteY45" fmla="*/ 172218 h 228319"/>
              <a:gd name="connsiteX46" fmla="*/ 91823 w 148977"/>
              <a:gd name="connsiteY46" fmla="*/ 209460 h 228319"/>
              <a:gd name="connsiteX47" fmla="*/ 90204 w 148977"/>
              <a:gd name="connsiteY47" fmla="*/ 200031 h 228319"/>
              <a:gd name="connsiteX48" fmla="*/ 119636 w 148977"/>
              <a:gd name="connsiteY48" fmla="*/ 170598 h 228319"/>
              <a:gd name="connsiteX49" fmla="*/ 129066 w 148977"/>
              <a:gd name="connsiteY49" fmla="*/ 172122 h 22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8977" h="228319">
                <a:moveTo>
                  <a:pt x="132590" y="120021"/>
                </a:moveTo>
                <a:cubicBezTo>
                  <a:pt x="122303" y="107067"/>
                  <a:pt x="115350" y="92017"/>
                  <a:pt x="112588" y="76587"/>
                </a:cubicBezTo>
                <a:lnTo>
                  <a:pt x="112302" y="75158"/>
                </a:lnTo>
                <a:cubicBezTo>
                  <a:pt x="109159" y="57822"/>
                  <a:pt x="94395" y="45154"/>
                  <a:pt x="76869" y="44392"/>
                </a:cubicBezTo>
                <a:cubicBezTo>
                  <a:pt x="76869" y="41916"/>
                  <a:pt x="76869" y="38487"/>
                  <a:pt x="76298" y="34677"/>
                </a:cubicBezTo>
                <a:cubicBezTo>
                  <a:pt x="81441" y="38296"/>
                  <a:pt x="89442" y="41916"/>
                  <a:pt x="101063" y="42011"/>
                </a:cubicBezTo>
                <a:lnTo>
                  <a:pt x="101348" y="42011"/>
                </a:lnTo>
                <a:cubicBezTo>
                  <a:pt x="123351" y="42011"/>
                  <a:pt x="139925" y="25056"/>
                  <a:pt x="140687" y="24294"/>
                </a:cubicBezTo>
                <a:cubicBezTo>
                  <a:pt x="142401" y="22485"/>
                  <a:pt x="142496" y="19722"/>
                  <a:pt x="140877" y="17817"/>
                </a:cubicBezTo>
                <a:cubicBezTo>
                  <a:pt x="140306" y="17151"/>
                  <a:pt x="125542" y="672"/>
                  <a:pt x="101253" y="6"/>
                </a:cubicBezTo>
                <a:cubicBezTo>
                  <a:pt x="84108" y="-280"/>
                  <a:pt x="74488" y="10293"/>
                  <a:pt x="70392" y="18865"/>
                </a:cubicBezTo>
                <a:cubicBezTo>
                  <a:pt x="69916" y="18103"/>
                  <a:pt x="69440" y="17341"/>
                  <a:pt x="68868" y="16579"/>
                </a:cubicBezTo>
                <a:cubicBezTo>
                  <a:pt x="63058" y="9435"/>
                  <a:pt x="54581" y="5435"/>
                  <a:pt x="43627" y="4768"/>
                </a:cubicBezTo>
                <a:lnTo>
                  <a:pt x="43055" y="14293"/>
                </a:lnTo>
                <a:cubicBezTo>
                  <a:pt x="51247" y="14769"/>
                  <a:pt x="57438" y="17627"/>
                  <a:pt x="61534" y="22580"/>
                </a:cubicBezTo>
                <a:cubicBezTo>
                  <a:pt x="67820" y="30295"/>
                  <a:pt x="67725" y="41439"/>
                  <a:pt x="67439" y="45345"/>
                </a:cubicBezTo>
                <a:cubicBezTo>
                  <a:pt x="60772" y="46869"/>
                  <a:pt x="54390" y="50012"/>
                  <a:pt x="49437" y="54870"/>
                </a:cubicBezTo>
                <a:cubicBezTo>
                  <a:pt x="44103" y="60108"/>
                  <a:pt x="40388" y="66776"/>
                  <a:pt x="38769" y="74872"/>
                </a:cubicBezTo>
                <a:cubicBezTo>
                  <a:pt x="35435" y="91065"/>
                  <a:pt x="28196" y="105924"/>
                  <a:pt x="18005" y="117830"/>
                </a:cubicBezTo>
                <a:cubicBezTo>
                  <a:pt x="6575" y="131165"/>
                  <a:pt x="193" y="148119"/>
                  <a:pt x="2" y="165741"/>
                </a:cubicBezTo>
                <a:cubicBezTo>
                  <a:pt x="-283" y="200316"/>
                  <a:pt x="26482" y="227082"/>
                  <a:pt x="62296" y="228034"/>
                </a:cubicBezTo>
                <a:lnTo>
                  <a:pt x="80965" y="228320"/>
                </a:lnTo>
                <a:cubicBezTo>
                  <a:pt x="81632" y="228320"/>
                  <a:pt x="82298" y="228320"/>
                  <a:pt x="82965" y="228320"/>
                </a:cubicBezTo>
                <a:cubicBezTo>
                  <a:pt x="101063" y="228320"/>
                  <a:pt x="118303" y="221652"/>
                  <a:pt x="130876" y="209556"/>
                </a:cubicBezTo>
                <a:cubicBezTo>
                  <a:pt x="142306" y="198411"/>
                  <a:pt x="148688" y="183457"/>
                  <a:pt x="148973" y="167360"/>
                </a:cubicBezTo>
                <a:cubicBezTo>
                  <a:pt x="149164" y="150215"/>
                  <a:pt x="143449" y="133356"/>
                  <a:pt x="132781" y="119925"/>
                </a:cubicBezTo>
                <a:close/>
                <a:moveTo>
                  <a:pt x="101063" y="9531"/>
                </a:moveTo>
                <a:cubicBezTo>
                  <a:pt x="114969" y="9912"/>
                  <a:pt x="125256" y="16770"/>
                  <a:pt x="130304" y="20865"/>
                </a:cubicBezTo>
                <a:cubicBezTo>
                  <a:pt x="124875" y="25247"/>
                  <a:pt x="114302" y="32391"/>
                  <a:pt x="101253" y="32391"/>
                </a:cubicBezTo>
                <a:cubicBezTo>
                  <a:pt x="88204" y="32391"/>
                  <a:pt x="81251" y="26866"/>
                  <a:pt x="78488" y="24009"/>
                </a:cubicBezTo>
                <a:cubicBezTo>
                  <a:pt x="80393" y="19341"/>
                  <a:pt x="86489" y="8864"/>
                  <a:pt x="101063" y="9435"/>
                </a:cubicBezTo>
                <a:close/>
                <a:moveTo>
                  <a:pt x="123923" y="202983"/>
                </a:moveTo>
                <a:cubicBezTo>
                  <a:pt x="112969" y="213461"/>
                  <a:pt x="97443" y="219366"/>
                  <a:pt x="81060" y="218795"/>
                </a:cubicBezTo>
                <a:lnTo>
                  <a:pt x="62391" y="218509"/>
                </a:lnTo>
                <a:cubicBezTo>
                  <a:pt x="31911" y="217652"/>
                  <a:pt x="9146" y="194982"/>
                  <a:pt x="9432" y="165741"/>
                </a:cubicBezTo>
                <a:cubicBezTo>
                  <a:pt x="9527" y="150405"/>
                  <a:pt x="15147" y="135546"/>
                  <a:pt x="25053" y="124021"/>
                </a:cubicBezTo>
                <a:cubicBezTo>
                  <a:pt x="36388" y="110877"/>
                  <a:pt x="44294" y="94589"/>
                  <a:pt x="48104" y="76015"/>
                </a:cubicBezTo>
                <a:cubicBezTo>
                  <a:pt x="49247" y="70586"/>
                  <a:pt x="51914" y="65633"/>
                  <a:pt x="56009" y="61728"/>
                </a:cubicBezTo>
                <a:cubicBezTo>
                  <a:pt x="61248" y="56584"/>
                  <a:pt x="68201" y="53727"/>
                  <a:pt x="75536" y="53727"/>
                </a:cubicBezTo>
                <a:lnTo>
                  <a:pt x="75917" y="53727"/>
                </a:lnTo>
                <a:cubicBezTo>
                  <a:pt x="89252" y="53917"/>
                  <a:pt x="100682" y="63633"/>
                  <a:pt x="103063" y="76777"/>
                </a:cubicBezTo>
                <a:lnTo>
                  <a:pt x="103349" y="78206"/>
                </a:lnTo>
                <a:cubicBezTo>
                  <a:pt x="106397" y="95256"/>
                  <a:pt x="114017" y="111734"/>
                  <a:pt x="125256" y="125926"/>
                </a:cubicBezTo>
                <a:cubicBezTo>
                  <a:pt x="134591" y="137642"/>
                  <a:pt x="139544" y="152310"/>
                  <a:pt x="139353" y="167265"/>
                </a:cubicBezTo>
                <a:cubicBezTo>
                  <a:pt x="139163" y="180790"/>
                  <a:pt x="133829" y="193363"/>
                  <a:pt x="123923" y="202983"/>
                </a:cubicBezTo>
                <a:close/>
                <a:moveTo>
                  <a:pt x="129066" y="172218"/>
                </a:moveTo>
                <a:cubicBezTo>
                  <a:pt x="124875" y="197459"/>
                  <a:pt x="102872" y="207651"/>
                  <a:pt x="91823" y="209460"/>
                </a:cubicBezTo>
                <a:lnTo>
                  <a:pt x="90204" y="200031"/>
                </a:lnTo>
                <a:cubicBezTo>
                  <a:pt x="91252" y="199840"/>
                  <a:pt x="115541" y="195363"/>
                  <a:pt x="119636" y="170598"/>
                </a:cubicBezTo>
                <a:lnTo>
                  <a:pt x="129066" y="172122"/>
                </a:ln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5" descr="Banana icon.">
            <a:extLst>
              <a:ext uri="{FF2B5EF4-FFF2-40B4-BE49-F238E27FC236}">
                <a16:creationId xmlns:a16="http://schemas.microsoft.com/office/drawing/2014/main" id="{782A6145-BC87-476F-9C66-62451B16AC67}"/>
              </a:ext>
            </a:extLst>
          </p:cNvPr>
          <p:cNvSpPr/>
          <p:nvPr/>
        </p:nvSpPr>
        <p:spPr>
          <a:xfrm>
            <a:off x="3401764" y="1432822"/>
            <a:ext cx="452439" cy="413258"/>
          </a:xfrm>
          <a:custGeom>
            <a:avLst/>
            <a:gdLst>
              <a:gd name="connsiteX0" fmla="*/ 223220 w 228699"/>
              <a:gd name="connsiteY0" fmla="*/ 46303 h 208894"/>
              <a:gd name="connsiteX1" fmla="*/ 223030 w 228699"/>
              <a:gd name="connsiteY1" fmla="*/ 10298 h 208894"/>
              <a:gd name="connsiteX2" fmla="*/ 213219 w 228699"/>
              <a:gd name="connsiteY2" fmla="*/ 202 h 208894"/>
              <a:gd name="connsiteX3" fmla="*/ 197693 w 228699"/>
              <a:gd name="connsiteY3" fmla="*/ 11 h 208894"/>
              <a:gd name="connsiteX4" fmla="*/ 190930 w 228699"/>
              <a:gd name="connsiteY4" fmla="*/ 2012 h 208894"/>
              <a:gd name="connsiteX5" fmla="*/ 187597 w 228699"/>
              <a:gd name="connsiteY5" fmla="*/ 15347 h 208894"/>
              <a:gd name="connsiteX6" fmla="*/ 187597 w 228699"/>
              <a:gd name="connsiteY6" fmla="*/ 41826 h 208894"/>
              <a:gd name="connsiteX7" fmla="*/ 186739 w 228699"/>
              <a:gd name="connsiteY7" fmla="*/ 52304 h 208894"/>
              <a:gd name="connsiteX8" fmla="*/ 88918 w 228699"/>
              <a:gd name="connsiteY8" fmla="*/ 143839 h 208894"/>
              <a:gd name="connsiteX9" fmla="*/ 22719 w 228699"/>
              <a:gd name="connsiteY9" fmla="*/ 132504 h 208894"/>
              <a:gd name="connsiteX10" fmla="*/ 11670 w 228699"/>
              <a:gd name="connsiteY10" fmla="*/ 134028 h 208894"/>
              <a:gd name="connsiteX11" fmla="*/ 3383 w 228699"/>
              <a:gd name="connsiteY11" fmla="*/ 141362 h 208894"/>
              <a:gd name="connsiteX12" fmla="*/ 1764 w 228699"/>
              <a:gd name="connsiteY12" fmla="*/ 154602 h 208894"/>
              <a:gd name="connsiteX13" fmla="*/ 80536 w 228699"/>
              <a:gd name="connsiteY13" fmla="*/ 206704 h 208894"/>
              <a:gd name="connsiteX14" fmla="*/ 104824 w 228699"/>
              <a:gd name="connsiteY14" fmla="*/ 208895 h 208894"/>
              <a:gd name="connsiteX15" fmla="*/ 206647 w 228699"/>
              <a:gd name="connsiteY15" fmla="*/ 159460 h 208894"/>
              <a:gd name="connsiteX16" fmla="*/ 223411 w 228699"/>
              <a:gd name="connsiteY16" fmla="*/ 46303 h 208894"/>
              <a:gd name="connsiteX17" fmla="*/ 198741 w 228699"/>
              <a:gd name="connsiteY17" fmla="*/ 154031 h 208894"/>
              <a:gd name="connsiteX18" fmla="*/ 82155 w 228699"/>
              <a:gd name="connsiteY18" fmla="*/ 197369 h 208894"/>
              <a:gd name="connsiteX19" fmla="*/ 9574 w 228699"/>
              <a:gd name="connsiteY19" fmla="*/ 148601 h 208894"/>
              <a:gd name="connsiteX20" fmla="*/ 17861 w 228699"/>
              <a:gd name="connsiteY20" fmla="*/ 141267 h 208894"/>
              <a:gd name="connsiteX21" fmla="*/ 18528 w 228699"/>
              <a:gd name="connsiteY21" fmla="*/ 141267 h 208894"/>
              <a:gd name="connsiteX22" fmla="*/ 89394 w 228699"/>
              <a:gd name="connsiteY22" fmla="*/ 153459 h 208894"/>
              <a:gd name="connsiteX23" fmla="*/ 195502 w 228699"/>
              <a:gd name="connsiteY23" fmla="*/ 55923 h 208894"/>
              <a:gd name="connsiteX24" fmla="*/ 196931 w 228699"/>
              <a:gd name="connsiteY24" fmla="*/ 41255 h 208894"/>
              <a:gd name="connsiteX25" fmla="*/ 196931 w 228699"/>
              <a:gd name="connsiteY25" fmla="*/ 15347 h 208894"/>
              <a:gd name="connsiteX26" fmla="*/ 197407 w 228699"/>
              <a:gd name="connsiteY26" fmla="*/ 9536 h 208894"/>
              <a:gd name="connsiteX27" fmla="*/ 213505 w 228699"/>
              <a:gd name="connsiteY27" fmla="*/ 10108 h 208894"/>
              <a:gd name="connsiteX28" fmla="*/ 213886 w 228699"/>
              <a:gd name="connsiteY28" fmla="*/ 48398 h 208894"/>
              <a:gd name="connsiteX29" fmla="*/ 198646 w 228699"/>
              <a:gd name="connsiteY29" fmla="*/ 153935 h 208894"/>
              <a:gd name="connsiteX30" fmla="*/ 200170 w 228699"/>
              <a:gd name="connsiteY30" fmla="*/ 99167 h 208894"/>
              <a:gd name="connsiteX31" fmla="*/ 209599 w 228699"/>
              <a:gd name="connsiteY31" fmla="*/ 100500 h 208894"/>
              <a:gd name="connsiteX32" fmla="*/ 200455 w 228699"/>
              <a:gd name="connsiteY32" fmla="*/ 129266 h 208894"/>
              <a:gd name="connsiteX33" fmla="*/ 185406 w 228699"/>
              <a:gd name="connsiteY33" fmla="*/ 153173 h 208894"/>
              <a:gd name="connsiteX34" fmla="*/ 108730 w 228699"/>
              <a:gd name="connsiteY34" fmla="*/ 189559 h 208894"/>
              <a:gd name="connsiteX35" fmla="*/ 105205 w 228699"/>
              <a:gd name="connsiteY35" fmla="*/ 189559 h 208894"/>
              <a:gd name="connsiteX36" fmla="*/ 70725 w 228699"/>
              <a:gd name="connsiteY36" fmla="*/ 184606 h 208894"/>
              <a:gd name="connsiteX37" fmla="*/ 73297 w 228699"/>
              <a:gd name="connsiteY37" fmla="*/ 175462 h 208894"/>
              <a:gd name="connsiteX38" fmla="*/ 108539 w 228699"/>
              <a:gd name="connsiteY38" fmla="*/ 180034 h 208894"/>
              <a:gd name="connsiteX39" fmla="*/ 177976 w 228699"/>
              <a:gd name="connsiteY39" fmla="*/ 147173 h 208894"/>
              <a:gd name="connsiteX40" fmla="*/ 191692 w 228699"/>
              <a:gd name="connsiteY40" fmla="*/ 125646 h 208894"/>
              <a:gd name="connsiteX41" fmla="*/ 200170 w 228699"/>
              <a:gd name="connsiteY41" fmla="*/ 99167 h 208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28699" h="208894">
                <a:moveTo>
                  <a:pt x="223220" y="46303"/>
                </a:moveTo>
                <a:cubicBezTo>
                  <a:pt x="222934" y="43922"/>
                  <a:pt x="222839" y="24967"/>
                  <a:pt x="223030" y="10298"/>
                </a:cubicBezTo>
                <a:cubicBezTo>
                  <a:pt x="223030" y="4869"/>
                  <a:pt x="218648" y="297"/>
                  <a:pt x="213219" y="202"/>
                </a:cubicBezTo>
                <a:lnTo>
                  <a:pt x="197693" y="11"/>
                </a:lnTo>
                <a:cubicBezTo>
                  <a:pt x="196264" y="11"/>
                  <a:pt x="193312" y="-274"/>
                  <a:pt x="190930" y="2012"/>
                </a:cubicBezTo>
                <a:cubicBezTo>
                  <a:pt x="188549" y="4298"/>
                  <a:pt x="187597" y="8012"/>
                  <a:pt x="187597" y="15347"/>
                </a:cubicBezTo>
                <a:lnTo>
                  <a:pt x="187597" y="41826"/>
                </a:lnTo>
                <a:cubicBezTo>
                  <a:pt x="187597" y="44684"/>
                  <a:pt x="187597" y="50018"/>
                  <a:pt x="186739" y="52304"/>
                </a:cubicBezTo>
                <a:cubicBezTo>
                  <a:pt x="163213" y="110597"/>
                  <a:pt x="130256" y="141458"/>
                  <a:pt x="88918" y="143839"/>
                </a:cubicBezTo>
                <a:cubicBezTo>
                  <a:pt x="71773" y="144887"/>
                  <a:pt x="46436" y="143744"/>
                  <a:pt x="22719" y="132504"/>
                </a:cubicBezTo>
                <a:cubicBezTo>
                  <a:pt x="19099" y="130790"/>
                  <a:pt x="14718" y="131361"/>
                  <a:pt x="11670" y="134028"/>
                </a:cubicBezTo>
                <a:lnTo>
                  <a:pt x="3383" y="141362"/>
                </a:lnTo>
                <a:cubicBezTo>
                  <a:pt x="-427" y="144696"/>
                  <a:pt x="-1094" y="150411"/>
                  <a:pt x="1764" y="154602"/>
                </a:cubicBezTo>
                <a:cubicBezTo>
                  <a:pt x="21195" y="182415"/>
                  <a:pt x="49103" y="200989"/>
                  <a:pt x="80536" y="206704"/>
                </a:cubicBezTo>
                <a:cubicBezTo>
                  <a:pt x="88632" y="208228"/>
                  <a:pt x="96823" y="208895"/>
                  <a:pt x="104824" y="208895"/>
                </a:cubicBezTo>
                <a:cubicBezTo>
                  <a:pt x="145687" y="208895"/>
                  <a:pt x="184644" y="190511"/>
                  <a:pt x="206647" y="159460"/>
                </a:cubicBezTo>
                <a:cubicBezTo>
                  <a:pt x="228078" y="129075"/>
                  <a:pt x="234364" y="86689"/>
                  <a:pt x="223411" y="46303"/>
                </a:cubicBezTo>
                <a:close/>
                <a:moveTo>
                  <a:pt x="198741" y="154031"/>
                </a:moveTo>
                <a:cubicBezTo>
                  <a:pt x="174452" y="188321"/>
                  <a:pt x="127589" y="205656"/>
                  <a:pt x="82155" y="197369"/>
                </a:cubicBezTo>
                <a:cubicBezTo>
                  <a:pt x="53294" y="192131"/>
                  <a:pt x="27481" y="174986"/>
                  <a:pt x="9574" y="148601"/>
                </a:cubicBezTo>
                <a:lnTo>
                  <a:pt x="17861" y="141267"/>
                </a:lnTo>
                <a:lnTo>
                  <a:pt x="18528" y="141267"/>
                </a:lnTo>
                <a:cubicBezTo>
                  <a:pt x="38721" y="150792"/>
                  <a:pt x="63295" y="154983"/>
                  <a:pt x="89394" y="153459"/>
                </a:cubicBezTo>
                <a:cubicBezTo>
                  <a:pt x="134828" y="150792"/>
                  <a:pt x="170547" y="117931"/>
                  <a:pt x="195502" y="55923"/>
                </a:cubicBezTo>
                <a:cubicBezTo>
                  <a:pt x="197122" y="51827"/>
                  <a:pt x="197026" y="45731"/>
                  <a:pt x="196931" y="41255"/>
                </a:cubicBezTo>
                <a:lnTo>
                  <a:pt x="196931" y="15347"/>
                </a:lnTo>
                <a:cubicBezTo>
                  <a:pt x="197026" y="12108"/>
                  <a:pt x="197312" y="10394"/>
                  <a:pt x="197407" y="9536"/>
                </a:cubicBezTo>
                <a:lnTo>
                  <a:pt x="213505" y="10108"/>
                </a:lnTo>
                <a:cubicBezTo>
                  <a:pt x="213505" y="13727"/>
                  <a:pt x="213124" y="45255"/>
                  <a:pt x="213886" y="48398"/>
                </a:cubicBezTo>
                <a:cubicBezTo>
                  <a:pt x="224173" y="86403"/>
                  <a:pt x="218458" y="125837"/>
                  <a:pt x="198646" y="153935"/>
                </a:cubicBezTo>
                <a:close/>
                <a:moveTo>
                  <a:pt x="200170" y="99167"/>
                </a:moveTo>
                <a:lnTo>
                  <a:pt x="209599" y="100500"/>
                </a:lnTo>
                <a:cubicBezTo>
                  <a:pt x="207980" y="111835"/>
                  <a:pt x="204361" y="120312"/>
                  <a:pt x="200455" y="129266"/>
                </a:cubicBezTo>
                <a:cubicBezTo>
                  <a:pt x="196169" y="139172"/>
                  <a:pt x="190740" y="146601"/>
                  <a:pt x="185406" y="153173"/>
                </a:cubicBezTo>
                <a:cubicBezTo>
                  <a:pt x="167308" y="175462"/>
                  <a:pt x="138638" y="189083"/>
                  <a:pt x="108730" y="189559"/>
                </a:cubicBezTo>
                <a:cubicBezTo>
                  <a:pt x="107491" y="189559"/>
                  <a:pt x="106348" y="189559"/>
                  <a:pt x="105205" y="189559"/>
                </a:cubicBezTo>
                <a:cubicBezTo>
                  <a:pt x="92347" y="189559"/>
                  <a:pt x="83774" y="188321"/>
                  <a:pt x="70725" y="184606"/>
                </a:cubicBezTo>
                <a:lnTo>
                  <a:pt x="73297" y="175462"/>
                </a:lnTo>
                <a:cubicBezTo>
                  <a:pt x="86632" y="179272"/>
                  <a:pt x="94537" y="180224"/>
                  <a:pt x="108539" y="180034"/>
                </a:cubicBezTo>
                <a:cubicBezTo>
                  <a:pt x="135685" y="179653"/>
                  <a:pt x="161593" y="167366"/>
                  <a:pt x="177976" y="147173"/>
                </a:cubicBezTo>
                <a:cubicBezTo>
                  <a:pt x="182834" y="141172"/>
                  <a:pt x="187882" y="134314"/>
                  <a:pt x="191692" y="125646"/>
                </a:cubicBezTo>
                <a:cubicBezTo>
                  <a:pt x="195502" y="116788"/>
                  <a:pt x="198741" y="109263"/>
                  <a:pt x="200170" y="99167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Graphic 5" descr="Bananas icon.">
            <a:extLst>
              <a:ext uri="{FF2B5EF4-FFF2-40B4-BE49-F238E27FC236}">
                <a16:creationId xmlns:a16="http://schemas.microsoft.com/office/drawing/2014/main" id="{EA466FEE-8B24-4B2D-A47D-BBA52F5243E2}"/>
              </a:ext>
            </a:extLst>
          </p:cNvPr>
          <p:cNvSpPr/>
          <p:nvPr/>
        </p:nvSpPr>
        <p:spPr>
          <a:xfrm>
            <a:off x="4643451" y="1467257"/>
            <a:ext cx="417757" cy="378823"/>
          </a:xfrm>
          <a:custGeom>
            <a:avLst/>
            <a:gdLst>
              <a:gd name="connsiteX0" fmla="*/ 407847 w 417757"/>
              <a:gd name="connsiteY0" fmla="*/ 84369 h 378823"/>
              <a:gd name="connsiteX1" fmla="*/ 407469 w 417757"/>
              <a:gd name="connsiteY1" fmla="*/ 19502 h 378823"/>
              <a:gd name="connsiteX2" fmla="*/ 388747 w 417757"/>
              <a:gd name="connsiteY2" fmla="*/ 401 h 378823"/>
              <a:gd name="connsiteX3" fmla="*/ 360568 w 417757"/>
              <a:gd name="connsiteY3" fmla="*/ 23 h 378823"/>
              <a:gd name="connsiteX4" fmla="*/ 347708 w 417757"/>
              <a:gd name="connsiteY4" fmla="*/ 3994 h 378823"/>
              <a:gd name="connsiteX5" fmla="*/ 341467 w 417757"/>
              <a:gd name="connsiteY5" fmla="*/ 28579 h 378823"/>
              <a:gd name="connsiteX6" fmla="*/ 341467 w 417757"/>
              <a:gd name="connsiteY6" fmla="*/ 75480 h 378823"/>
              <a:gd name="connsiteX7" fmla="*/ 339576 w 417757"/>
              <a:gd name="connsiteY7" fmla="*/ 96472 h 378823"/>
              <a:gd name="connsiteX8" fmla="*/ 334848 w 417757"/>
              <a:gd name="connsiteY8" fmla="*/ 114060 h 378823"/>
              <a:gd name="connsiteX9" fmla="*/ 217218 w 417757"/>
              <a:gd name="connsiteY9" fmla="*/ 143373 h 378823"/>
              <a:gd name="connsiteX10" fmla="*/ 111123 w 417757"/>
              <a:gd name="connsiteY10" fmla="*/ 91177 h 378823"/>
              <a:gd name="connsiteX11" fmla="*/ 90510 w 417757"/>
              <a:gd name="connsiteY11" fmla="*/ 88529 h 378823"/>
              <a:gd name="connsiteX12" fmla="*/ 73489 w 417757"/>
              <a:gd name="connsiteY12" fmla="*/ 97229 h 378823"/>
              <a:gd name="connsiteX13" fmla="*/ 63844 w 417757"/>
              <a:gd name="connsiteY13" fmla="*/ 120301 h 378823"/>
              <a:gd name="connsiteX14" fmla="*/ 86916 w 417757"/>
              <a:gd name="connsiteY14" fmla="*/ 170606 h 378823"/>
              <a:gd name="connsiteX15" fmla="*/ 63466 w 417757"/>
              <a:gd name="connsiteY15" fmla="*/ 154909 h 378823"/>
              <a:gd name="connsiteX16" fmla="*/ 42852 w 417757"/>
              <a:gd name="connsiteY16" fmla="*/ 153585 h 378823"/>
              <a:gd name="connsiteX17" fmla="*/ 26399 w 417757"/>
              <a:gd name="connsiteY17" fmla="*/ 163230 h 378823"/>
              <a:gd name="connsiteX18" fmla="*/ 18267 w 417757"/>
              <a:gd name="connsiteY18" fmla="*/ 186681 h 378823"/>
              <a:gd name="connsiteX19" fmla="*/ 50039 w 417757"/>
              <a:gd name="connsiteY19" fmla="*/ 242848 h 378823"/>
              <a:gd name="connsiteX20" fmla="*/ 42474 w 417757"/>
              <a:gd name="connsiteY20" fmla="*/ 239444 h 378823"/>
              <a:gd name="connsiteX21" fmla="*/ 21671 w 417757"/>
              <a:gd name="connsiteY21" fmla="*/ 242470 h 378823"/>
              <a:gd name="connsiteX22" fmla="*/ 6542 w 417757"/>
              <a:gd name="connsiteY22" fmla="*/ 255708 h 378823"/>
              <a:gd name="connsiteX23" fmla="*/ 3516 w 417757"/>
              <a:gd name="connsiteY23" fmla="*/ 280672 h 378823"/>
              <a:gd name="connsiteX24" fmla="*/ 109989 w 417757"/>
              <a:gd name="connsiteY24" fmla="*/ 365207 h 378823"/>
              <a:gd name="connsiteX25" fmla="*/ 192822 w 417757"/>
              <a:gd name="connsiteY25" fmla="*/ 378823 h 378823"/>
              <a:gd name="connsiteX26" fmla="*/ 196226 w 417757"/>
              <a:gd name="connsiteY26" fmla="*/ 378823 h 378823"/>
              <a:gd name="connsiteX27" fmla="*/ 377589 w 417757"/>
              <a:gd name="connsiteY27" fmla="*/ 289749 h 378823"/>
              <a:gd name="connsiteX28" fmla="*/ 408036 w 417757"/>
              <a:gd name="connsiteY28" fmla="*/ 84558 h 378823"/>
              <a:gd name="connsiteX29" fmla="*/ 81810 w 417757"/>
              <a:gd name="connsiteY29" fmla="*/ 114060 h 378823"/>
              <a:gd name="connsiteX30" fmla="*/ 98074 w 417757"/>
              <a:gd name="connsiteY30" fmla="*/ 105361 h 378823"/>
              <a:gd name="connsiteX31" fmla="*/ 212679 w 417757"/>
              <a:gd name="connsiteY31" fmla="*/ 162096 h 378823"/>
              <a:gd name="connsiteX32" fmla="*/ 298727 w 417757"/>
              <a:gd name="connsiteY32" fmla="*/ 154531 h 378823"/>
              <a:gd name="connsiteX33" fmla="*/ 172397 w 417757"/>
              <a:gd name="connsiteY33" fmla="*/ 200108 h 378823"/>
              <a:gd name="connsiteX34" fmla="*/ 121525 w 417757"/>
              <a:gd name="connsiteY34" fmla="*/ 186870 h 378823"/>
              <a:gd name="connsiteX35" fmla="*/ 81810 w 417757"/>
              <a:gd name="connsiteY35" fmla="*/ 114438 h 378823"/>
              <a:gd name="connsiteX36" fmla="*/ 51551 w 417757"/>
              <a:gd name="connsiteY36" fmla="*/ 169471 h 378823"/>
              <a:gd name="connsiteX37" fmla="*/ 110556 w 417757"/>
              <a:gd name="connsiteY37" fmla="*/ 202756 h 378823"/>
              <a:gd name="connsiteX38" fmla="*/ 110556 w 417757"/>
              <a:gd name="connsiteY38" fmla="*/ 202756 h 378823"/>
              <a:gd name="connsiteX39" fmla="*/ 169560 w 417757"/>
              <a:gd name="connsiteY39" fmla="*/ 218452 h 378823"/>
              <a:gd name="connsiteX40" fmla="*/ 307426 w 417757"/>
              <a:gd name="connsiteY40" fmla="*/ 171930 h 378823"/>
              <a:gd name="connsiteX41" fmla="*/ 268468 w 417757"/>
              <a:gd name="connsiteY41" fmla="*/ 220533 h 378823"/>
              <a:gd name="connsiteX42" fmla="*/ 170695 w 417757"/>
              <a:gd name="connsiteY42" fmla="*/ 264975 h 378823"/>
              <a:gd name="connsiteX43" fmla="*/ 86727 w 417757"/>
              <a:gd name="connsiteY43" fmla="*/ 255708 h 378823"/>
              <a:gd name="connsiteX44" fmla="*/ 35666 w 417757"/>
              <a:gd name="connsiteY44" fmla="*/ 179305 h 378823"/>
              <a:gd name="connsiteX45" fmla="*/ 51362 w 417757"/>
              <a:gd name="connsiteY45" fmla="*/ 169471 h 378823"/>
              <a:gd name="connsiteX46" fmla="*/ 361892 w 417757"/>
              <a:gd name="connsiteY46" fmla="*/ 278592 h 378823"/>
              <a:gd name="connsiteX47" fmla="*/ 194713 w 417757"/>
              <a:gd name="connsiteY47" fmla="*/ 359723 h 378823"/>
              <a:gd name="connsiteX48" fmla="*/ 116229 w 417757"/>
              <a:gd name="connsiteY48" fmla="*/ 347241 h 378823"/>
              <a:gd name="connsiteX49" fmla="*/ 18834 w 417757"/>
              <a:gd name="connsiteY49" fmla="*/ 269703 h 378823"/>
              <a:gd name="connsiteX50" fmla="*/ 33964 w 417757"/>
              <a:gd name="connsiteY50" fmla="*/ 256465 h 378823"/>
              <a:gd name="connsiteX51" fmla="*/ 34342 w 417757"/>
              <a:gd name="connsiteY51" fmla="*/ 256465 h 378823"/>
              <a:gd name="connsiteX52" fmla="*/ 76137 w 417757"/>
              <a:gd name="connsiteY52" fmla="*/ 272540 h 378823"/>
              <a:gd name="connsiteX53" fmla="*/ 77460 w 417757"/>
              <a:gd name="connsiteY53" fmla="*/ 272918 h 378823"/>
              <a:gd name="connsiteX54" fmla="*/ 77460 w 417757"/>
              <a:gd name="connsiteY54" fmla="*/ 272918 h 378823"/>
              <a:gd name="connsiteX55" fmla="*/ 171830 w 417757"/>
              <a:gd name="connsiteY55" fmla="*/ 284076 h 378823"/>
              <a:gd name="connsiteX56" fmla="*/ 281706 w 417757"/>
              <a:gd name="connsiteY56" fmla="*/ 234338 h 378823"/>
              <a:gd name="connsiteX57" fmla="*/ 357731 w 417757"/>
              <a:gd name="connsiteY57" fmla="*/ 101011 h 378823"/>
              <a:gd name="connsiteX58" fmla="*/ 360001 w 417757"/>
              <a:gd name="connsiteY58" fmla="*/ 75669 h 378823"/>
              <a:gd name="connsiteX59" fmla="*/ 360001 w 417757"/>
              <a:gd name="connsiteY59" fmla="*/ 28768 h 378823"/>
              <a:gd name="connsiteX60" fmla="*/ 360757 w 417757"/>
              <a:gd name="connsiteY60" fmla="*/ 19123 h 378823"/>
              <a:gd name="connsiteX61" fmla="*/ 388557 w 417757"/>
              <a:gd name="connsiteY61" fmla="*/ 19123 h 378823"/>
              <a:gd name="connsiteX62" fmla="*/ 389503 w 417757"/>
              <a:gd name="connsiteY62" fmla="*/ 88718 h 378823"/>
              <a:gd name="connsiteX63" fmla="*/ 362081 w 417757"/>
              <a:gd name="connsiteY63" fmla="*/ 278592 h 378823"/>
              <a:gd name="connsiteX64" fmla="*/ 356408 w 417757"/>
              <a:gd name="connsiteY64" fmla="*/ 171552 h 378823"/>
              <a:gd name="connsiteX65" fmla="*/ 374563 w 417757"/>
              <a:gd name="connsiteY65" fmla="*/ 176469 h 378823"/>
              <a:gd name="connsiteX66" fmla="*/ 355462 w 417757"/>
              <a:gd name="connsiteY66" fmla="*/ 229043 h 378823"/>
              <a:gd name="connsiteX67" fmla="*/ 321043 w 417757"/>
              <a:gd name="connsiteY67" fmla="*/ 278781 h 378823"/>
              <a:gd name="connsiteX68" fmla="*/ 222513 w 417757"/>
              <a:gd name="connsiteY68" fmla="*/ 336083 h 378823"/>
              <a:gd name="connsiteX69" fmla="*/ 187905 w 417757"/>
              <a:gd name="connsiteY69" fmla="*/ 339487 h 378823"/>
              <a:gd name="connsiteX70" fmla="*/ 111312 w 417757"/>
              <a:gd name="connsiteY70" fmla="*/ 326249 h 378823"/>
              <a:gd name="connsiteX71" fmla="*/ 116419 w 417757"/>
              <a:gd name="connsiteY71" fmla="*/ 308094 h 378823"/>
              <a:gd name="connsiteX72" fmla="*/ 218731 w 417757"/>
              <a:gd name="connsiteY72" fmla="*/ 317550 h 378823"/>
              <a:gd name="connsiteX73" fmla="*/ 306859 w 417757"/>
              <a:gd name="connsiteY73" fmla="*/ 265921 h 378823"/>
              <a:gd name="connsiteX74" fmla="*/ 338252 w 417757"/>
              <a:gd name="connsiteY74" fmla="*/ 220533 h 378823"/>
              <a:gd name="connsiteX75" fmla="*/ 356029 w 417757"/>
              <a:gd name="connsiteY75" fmla="*/ 171362 h 37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17757" h="378823">
                <a:moveTo>
                  <a:pt x="407847" y="84369"/>
                </a:moveTo>
                <a:cubicBezTo>
                  <a:pt x="407280" y="80019"/>
                  <a:pt x="407091" y="45978"/>
                  <a:pt x="407469" y="19502"/>
                </a:cubicBezTo>
                <a:cubicBezTo>
                  <a:pt x="407469" y="9100"/>
                  <a:pt x="399148" y="590"/>
                  <a:pt x="388747" y="401"/>
                </a:cubicBezTo>
                <a:lnTo>
                  <a:pt x="360568" y="23"/>
                </a:lnTo>
                <a:cubicBezTo>
                  <a:pt x="357920" y="23"/>
                  <a:pt x="352247" y="-545"/>
                  <a:pt x="347708" y="3994"/>
                </a:cubicBezTo>
                <a:cubicBezTo>
                  <a:pt x="342413" y="8911"/>
                  <a:pt x="341467" y="17421"/>
                  <a:pt x="341467" y="28579"/>
                </a:cubicBezTo>
                <a:lnTo>
                  <a:pt x="341467" y="75480"/>
                </a:lnTo>
                <a:cubicBezTo>
                  <a:pt x="341467" y="81343"/>
                  <a:pt x="340711" y="91177"/>
                  <a:pt x="339576" y="96472"/>
                </a:cubicBezTo>
                <a:cubicBezTo>
                  <a:pt x="338252" y="102335"/>
                  <a:pt x="336739" y="108197"/>
                  <a:pt x="334848" y="114060"/>
                </a:cubicBezTo>
                <a:cubicBezTo>
                  <a:pt x="295512" y="140915"/>
                  <a:pt x="253906" y="151505"/>
                  <a:pt x="217218" y="143373"/>
                </a:cubicBezTo>
                <a:cubicBezTo>
                  <a:pt x="159348" y="130513"/>
                  <a:pt x="123794" y="102524"/>
                  <a:pt x="111123" y="91177"/>
                </a:cubicBezTo>
                <a:cubicBezTo>
                  <a:pt x="105450" y="86071"/>
                  <a:pt x="97507" y="84936"/>
                  <a:pt x="90510" y="88529"/>
                </a:cubicBezTo>
                <a:lnTo>
                  <a:pt x="73489" y="97229"/>
                </a:lnTo>
                <a:cubicBezTo>
                  <a:pt x="65168" y="101389"/>
                  <a:pt x="61007" y="111412"/>
                  <a:pt x="63844" y="120301"/>
                </a:cubicBezTo>
                <a:cubicBezTo>
                  <a:pt x="67626" y="131837"/>
                  <a:pt x="74813" y="150560"/>
                  <a:pt x="86916" y="170606"/>
                </a:cubicBezTo>
                <a:cubicBezTo>
                  <a:pt x="76137" y="164365"/>
                  <a:pt x="68194" y="158692"/>
                  <a:pt x="63466" y="154909"/>
                </a:cubicBezTo>
                <a:cubicBezTo>
                  <a:pt x="57603" y="150181"/>
                  <a:pt x="49471" y="149614"/>
                  <a:pt x="42852" y="153585"/>
                </a:cubicBezTo>
                <a:lnTo>
                  <a:pt x="26399" y="163230"/>
                </a:lnTo>
                <a:cubicBezTo>
                  <a:pt x="18267" y="167958"/>
                  <a:pt x="14863" y="178171"/>
                  <a:pt x="18267" y="186681"/>
                </a:cubicBezTo>
                <a:cubicBezTo>
                  <a:pt x="22428" y="197461"/>
                  <a:pt x="32640" y="219776"/>
                  <a:pt x="50039" y="242848"/>
                </a:cubicBezTo>
                <a:cubicBezTo>
                  <a:pt x="47013" y="241525"/>
                  <a:pt x="44176" y="240201"/>
                  <a:pt x="42474" y="239444"/>
                </a:cubicBezTo>
                <a:cubicBezTo>
                  <a:pt x="35477" y="236229"/>
                  <a:pt x="27345" y="237364"/>
                  <a:pt x="21671" y="242470"/>
                </a:cubicBezTo>
                <a:lnTo>
                  <a:pt x="6542" y="255708"/>
                </a:lnTo>
                <a:cubicBezTo>
                  <a:pt x="-834" y="262138"/>
                  <a:pt x="-2158" y="272918"/>
                  <a:pt x="3516" y="280672"/>
                </a:cubicBezTo>
                <a:cubicBezTo>
                  <a:pt x="16376" y="299016"/>
                  <a:pt x="52497" y="343837"/>
                  <a:pt x="109989" y="365207"/>
                </a:cubicBezTo>
                <a:cubicBezTo>
                  <a:pt x="134574" y="374285"/>
                  <a:pt x="161996" y="378823"/>
                  <a:pt x="192822" y="378823"/>
                </a:cubicBezTo>
                <a:cubicBezTo>
                  <a:pt x="193956" y="378823"/>
                  <a:pt x="195091" y="378823"/>
                  <a:pt x="196226" y="378823"/>
                </a:cubicBezTo>
                <a:cubicBezTo>
                  <a:pt x="270738" y="377878"/>
                  <a:pt x="338441" y="344593"/>
                  <a:pt x="377589" y="289749"/>
                </a:cubicBezTo>
                <a:cubicBezTo>
                  <a:pt x="416736" y="234716"/>
                  <a:pt x="428083" y="157746"/>
                  <a:pt x="408036" y="84558"/>
                </a:cubicBezTo>
                <a:close/>
                <a:moveTo>
                  <a:pt x="81810" y="114060"/>
                </a:moveTo>
                <a:lnTo>
                  <a:pt x="98074" y="105361"/>
                </a:lnTo>
                <a:cubicBezTo>
                  <a:pt x="115095" y="120868"/>
                  <a:pt x="152729" y="148668"/>
                  <a:pt x="212679" y="162096"/>
                </a:cubicBezTo>
                <a:cubicBezTo>
                  <a:pt x="239912" y="168147"/>
                  <a:pt x="269414" y="165311"/>
                  <a:pt x="298727" y="154531"/>
                </a:cubicBezTo>
                <a:cubicBezTo>
                  <a:pt x="259202" y="189139"/>
                  <a:pt x="213624" y="206349"/>
                  <a:pt x="172397" y="200108"/>
                </a:cubicBezTo>
                <a:cubicBezTo>
                  <a:pt x="152918" y="197082"/>
                  <a:pt x="136087" y="192354"/>
                  <a:pt x="121525" y="186870"/>
                </a:cubicBezTo>
                <a:cubicBezTo>
                  <a:pt x="97696" y="158692"/>
                  <a:pt x="85782" y="127298"/>
                  <a:pt x="81810" y="114438"/>
                </a:cubicBezTo>
                <a:close/>
                <a:moveTo>
                  <a:pt x="51551" y="169471"/>
                </a:moveTo>
                <a:cubicBezTo>
                  <a:pt x="62898" y="178360"/>
                  <a:pt x="82377" y="191787"/>
                  <a:pt x="110556" y="202756"/>
                </a:cubicBezTo>
                <a:lnTo>
                  <a:pt x="110556" y="202756"/>
                </a:lnTo>
                <a:cubicBezTo>
                  <a:pt x="127198" y="209375"/>
                  <a:pt x="146866" y="215048"/>
                  <a:pt x="169560" y="218452"/>
                </a:cubicBezTo>
                <a:cubicBezTo>
                  <a:pt x="214759" y="225450"/>
                  <a:pt x="264497" y="208051"/>
                  <a:pt x="307426" y="171930"/>
                </a:cubicBezTo>
                <a:cubicBezTo>
                  <a:pt x="296458" y="189518"/>
                  <a:pt x="283219" y="205971"/>
                  <a:pt x="268468" y="220533"/>
                </a:cubicBezTo>
                <a:cubicBezTo>
                  <a:pt x="239344" y="248711"/>
                  <a:pt x="208329" y="262895"/>
                  <a:pt x="170695" y="264975"/>
                </a:cubicBezTo>
                <a:cubicBezTo>
                  <a:pt x="142517" y="266488"/>
                  <a:pt x="114338" y="263273"/>
                  <a:pt x="86727" y="255708"/>
                </a:cubicBezTo>
                <a:cubicBezTo>
                  <a:pt x="56847" y="227908"/>
                  <a:pt x="41150" y="193489"/>
                  <a:pt x="35666" y="179305"/>
                </a:cubicBezTo>
                <a:lnTo>
                  <a:pt x="51362" y="169471"/>
                </a:lnTo>
                <a:close/>
                <a:moveTo>
                  <a:pt x="361892" y="278592"/>
                </a:moveTo>
                <a:cubicBezTo>
                  <a:pt x="326338" y="328518"/>
                  <a:pt x="264308" y="358777"/>
                  <a:pt x="194713" y="359723"/>
                </a:cubicBezTo>
                <a:cubicBezTo>
                  <a:pt x="165778" y="359912"/>
                  <a:pt x="139491" y="355751"/>
                  <a:pt x="116229" y="347241"/>
                </a:cubicBezTo>
                <a:cubicBezTo>
                  <a:pt x="63844" y="327762"/>
                  <a:pt x="30560" y="286534"/>
                  <a:pt x="18834" y="269703"/>
                </a:cubicBezTo>
                <a:lnTo>
                  <a:pt x="33964" y="256465"/>
                </a:lnTo>
                <a:lnTo>
                  <a:pt x="34342" y="256465"/>
                </a:lnTo>
                <a:cubicBezTo>
                  <a:pt x="40015" y="259113"/>
                  <a:pt x="55145" y="266299"/>
                  <a:pt x="76137" y="272540"/>
                </a:cubicBezTo>
                <a:cubicBezTo>
                  <a:pt x="76515" y="272540"/>
                  <a:pt x="77082" y="272729"/>
                  <a:pt x="77460" y="272918"/>
                </a:cubicBezTo>
                <a:lnTo>
                  <a:pt x="77460" y="272918"/>
                </a:lnTo>
                <a:cubicBezTo>
                  <a:pt x="108286" y="281996"/>
                  <a:pt x="140058" y="285778"/>
                  <a:pt x="171830" y="284076"/>
                </a:cubicBezTo>
                <a:cubicBezTo>
                  <a:pt x="213624" y="281807"/>
                  <a:pt x="249557" y="265543"/>
                  <a:pt x="281706" y="234338"/>
                </a:cubicBezTo>
                <a:cubicBezTo>
                  <a:pt x="319341" y="197650"/>
                  <a:pt x="347141" y="149047"/>
                  <a:pt x="357731" y="101011"/>
                </a:cubicBezTo>
                <a:cubicBezTo>
                  <a:pt x="359244" y="93825"/>
                  <a:pt x="360001" y="82478"/>
                  <a:pt x="360001" y="75669"/>
                </a:cubicBezTo>
                <a:lnTo>
                  <a:pt x="360001" y="28768"/>
                </a:lnTo>
                <a:cubicBezTo>
                  <a:pt x="360001" y="23662"/>
                  <a:pt x="360379" y="20826"/>
                  <a:pt x="360757" y="19123"/>
                </a:cubicBezTo>
                <a:lnTo>
                  <a:pt x="388557" y="19123"/>
                </a:lnTo>
                <a:cubicBezTo>
                  <a:pt x="388557" y="34253"/>
                  <a:pt x="387990" y="83423"/>
                  <a:pt x="389503" y="88718"/>
                </a:cubicBezTo>
                <a:cubicBezTo>
                  <a:pt x="408226" y="157179"/>
                  <a:pt x="398013" y="228097"/>
                  <a:pt x="362081" y="278592"/>
                </a:cubicBezTo>
                <a:close/>
                <a:moveTo>
                  <a:pt x="356408" y="171552"/>
                </a:moveTo>
                <a:lnTo>
                  <a:pt x="374563" y="176469"/>
                </a:lnTo>
                <a:cubicBezTo>
                  <a:pt x="369267" y="195569"/>
                  <a:pt x="365296" y="209564"/>
                  <a:pt x="355462" y="229043"/>
                </a:cubicBezTo>
                <a:cubicBezTo>
                  <a:pt x="346384" y="247198"/>
                  <a:pt x="334848" y="264030"/>
                  <a:pt x="321043" y="278781"/>
                </a:cubicBezTo>
                <a:cubicBezTo>
                  <a:pt x="293243" y="308850"/>
                  <a:pt x="258256" y="329275"/>
                  <a:pt x="222513" y="336083"/>
                </a:cubicBezTo>
                <a:cubicBezTo>
                  <a:pt x="210409" y="338352"/>
                  <a:pt x="199062" y="339487"/>
                  <a:pt x="187905" y="339487"/>
                </a:cubicBezTo>
                <a:cubicBezTo>
                  <a:pt x="161239" y="339487"/>
                  <a:pt x="137032" y="333435"/>
                  <a:pt x="111312" y="326249"/>
                </a:cubicBezTo>
                <a:lnTo>
                  <a:pt x="116419" y="308094"/>
                </a:lnTo>
                <a:cubicBezTo>
                  <a:pt x="150270" y="317550"/>
                  <a:pt x="181286" y="324736"/>
                  <a:pt x="218731" y="317550"/>
                </a:cubicBezTo>
                <a:cubicBezTo>
                  <a:pt x="250502" y="311309"/>
                  <a:pt x="281896" y="292964"/>
                  <a:pt x="306859" y="265921"/>
                </a:cubicBezTo>
                <a:cubicBezTo>
                  <a:pt x="319152" y="252493"/>
                  <a:pt x="330120" y="236797"/>
                  <a:pt x="338252" y="220533"/>
                </a:cubicBezTo>
                <a:cubicBezTo>
                  <a:pt x="347141" y="202567"/>
                  <a:pt x="351112" y="189328"/>
                  <a:pt x="356029" y="171362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21" descr="Grapes icon.">
            <a:extLst>
              <a:ext uri="{FF2B5EF4-FFF2-40B4-BE49-F238E27FC236}">
                <a16:creationId xmlns:a16="http://schemas.microsoft.com/office/drawing/2014/main" id="{A6B4CF88-18DB-40F0-85B5-E29E66814121}"/>
              </a:ext>
            </a:extLst>
          </p:cNvPr>
          <p:cNvSpPr/>
          <p:nvPr/>
        </p:nvSpPr>
        <p:spPr>
          <a:xfrm>
            <a:off x="5939775" y="1394199"/>
            <a:ext cx="294901" cy="451881"/>
          </a:xfrm>
          <a:custGeom>
            <a:avLst/>
            <a:gdLst>
              <a:gd name="connsiteX0" fmla="*/ 148971 w 149067"/>
              <a:gd name="connsiteY0" fmla="*/ 107831 h 228417"/>
              <a:gd name="connsiteX1" fmla="*/ 141637 w 149067"/>
              <a:gd name="connsiteY1" fmla="*/ 89257 h 228417"/>
              <a:gd name="connsiteX2" fmla="*/ 128683 w 149067"/>
              <a:gd name="connsiteY2" fmla="*/ 81923 h 228417"/>
              <a:gd name="connsiteX3" fmla="*/ 129635 w 149067"/>
              <a:gd name="connsiteY3" fmla="*/ 74588 h 228417"/>
              <a:gd name="connsiteX4" fmla="*/ 122301 w 149067"/>
              <a:gd name="connsiteY4" fmla="*/ 56015 h 228417"/>
              <a:gd name="connsiteX5" fmla="*/ 104585 w 149067"/>
              <a:gd name="connsiteY5" fmla="*/ 48204 h 228417"/>
              <a:gd name="connsiteX6" fmla="*/ 104489 w 149067"/>
              <a:gd name="connsiteY6" fmla="*/ 48204 h 228417"/>
              <a:gd name="connsiteX7" fmla="*/ 89249 w 149067"/>
              <a:gd name="connsiteY7" fmla="*/ 53824 h 228417"/>
              <a:gd name="connsiteX8" fmla="*/ 80296 w 149067"/>
              <a:gd name="connsiteY8" fmla="*/ 49252 h 228417"/>
              <a:gd name="connsiteX9" fmla="*/ 75533 w 149067"/>
              <a:gd name="connsiteY9" fmla="*/ 28106 h 228417"/>
              <a:gd name="connsiteX10" fmla="*/ 101346 w 149067"/>
              <a:gd name="connsiteY10" fmla="*/ 37250 h 228417"/>
              <a:gd name="connsiteX11" fmla="*/ 101632 w 149067"/>
              <a:gd name="connsiteY11" fmla="*/ 37250 h 228417"/>
              <a:gd name="connsiteX12" fmla="*/ 136874 w 149067"/>
              <a:gd name="connsiteY12" fmla="*/ 22010 h 228417"/>
              <a:gd name="connsiteX13" fmla="*/ 137065 w 149067"/>
              <a:gd name="connsiteY13" fmla="*/ 15438 h 228417"/>
              <a:gd name="connsiteX14" fmla="*/ 101537 w 149067"/>
              <a:gd name="connsiteY14" fmla="*/ 8 h 228417"/>
              <a:gd name="connsiteX15" fmla="*/ 71819 w 149067"/>
              <a:gd name="connsiteY15" fmla="*/ 20867 h 228417"/>
              <a:gd name="connsiteX16" fmla="*/ 71819 w 149067"/>
              <a:gd name="connsiteY16" fmla="*/ 21915 h 228417"/>
              <a:gd name="connsiteX17" fmla="*/ 71247 w 149067"/>
              <a:gd name="connsiteY17" fmla="*/ 20963 h 228417"/>
              <a:gd name="connsiteX18" fmla="*/ 47054 w 149067"/>
              <a:gd name="connsiteY18" fmla="*/ 9437 h 228417"/>
              <a:gd name="connsiteX19" fmla="*/ 46482 w 149067"/>
              <a:gd name="connsiteY19" fmla="*/ 18962 h 228417"/>
              <a:gd name="connsiteX20" fmla="*/ 63818 w 149067"/>
              <a:gd name="connsiteY20" fmla="*/ 26963 h 228417"/>
              <a:gd name="connsiteX21" fmla="*/ 70771 w 149067"/>
              <a:gd name="connsiteY21" fmla="*/ 48680 h 228417"/>
              <a:gd name="connsiteX22" fmla="*/ 58769 w 149067"/>
              <a:gd name="connsiteY22" fmla="*/ 54110 h 228417"/>
              <a:gd name="connsiteX23" fmla="*/ 43434 w 149067"/>
              <a:gd name="connsiteY23" fmla="*/ 48490 h 228417"/>
              <a:gd name="connsiteX24" fmla="*/ 43339 w 149067"/>
              <a:gd name="connsiteY24" fmla="*/ 48490 h 228417"/>
              <a:gd name="connsiteX25" fmla="*/ 18383 w 149067"/>
              <a:gd name="connsiteY25" fmla="*/ 75160 h 228417"/>
              <a:gd name="connsiteX26" fmla="*/ 19526 w 149067"/>
              <a:gd name="connsiteY26" fmla="*/ 82685 h 228417"/>
              <a:gd name="connsiteX27" fmla="*/ 0 w 149067"/>
              <a:gd name="connsiteY27" fmla="*/ 108593 h 228417"/>
              <a:gd name="connsiteX28" fmla="*/ 7334 w 149067"/>
              <a:gd name="connsiteY28" fmla="*/ 127166 h 228417"/>
              <a:gd name="connsiteX29" fmla="*/ 19812 w 149067"/>
              <a:gd name="connsiteY29" fmla="*/ 134310 h 228417"/>
              <a:gd name="connsiteX30" fmla="*/ 18669 w 149067"/>
              <a:gd name="connsiteY30" fmla="*/ 141930 h 228417"/>
              <a:gd name="connsiteX31" fmla="*/ 26003 w 149067"/>
              <a:gd name="connsiteY31" fmla="*/ 160504 h 228417"/>
              <a:gd name="connsiteX32" fmla="*/ 34481 w 149067"/>
              <a:gd name="connsiteY32" fmla="*/ 166409 h 228417"/>
              <a:gd name="connsiteX33" fmla="*/ 33814 w 149067"/>
              <a:gd name="connsiteY33" fmla="*/ 172315 h 228417"/>
              <a:gd name="connsiteX34" fmla="*/ 41148 w 149067"/>
              <a:gd name="connsiteY34" fmla="*/ 190889 h 228417"/>
              <a:gd name="connsiteX35" fmla="*/ 49435 w 149067"/>
              <a:gd name="connsiteY35" fmla="*/ 196699 h 228417"/>
              <a:gd name="connsiteX36" fmla="*/ 48959 w 149067"/>
              <a:gd name="connsiteY36" fmla="*/ 202033 h 228417"/>
              <a:gd name="connsiteX37" fmla="*/ 56293 w 149067"/>
              <a:gd name="connsiteY37" fmla="*/ 220607 h 228417"/>
              <a:gd name="connsiteX38" fmla="*/ 74009 w 149067"/>
              <a:gd name="connsiteY38" fmla="*/ 228417 h 228417"/>
              <a:gd name="connsiteX39" fmla="*/ 74105 w 149067"/>
              <a:gd name="connsiteY39" fmla="*/ 228417 h 228417"/>
              <a:gd name="connsiteX40" fmla="*/ 99060 w 149067"/>
              <a:gd name="connsiteY40" fmla="*/ 201747 h 228417"/>
              <a:gd name="connsiteX41" fmla="*/ 98298 w 149067"/>
              <a:gd name="connsiteY41" fmla="*/ 195556 h 228417"/>
              <a:gd name="connsiteX42" fmla="*/ 112109 w 149067"/>
              <a:gd name="connsiteY42" fmla="*/ 171839 h 228417"/>
              <a:gd name="connsiteX43" fmla="*/ 111633 w 149067"/>
              <a:gd name="connsiteY43" fmla="*/ 166790 h 228417"/>
              <a:gd name="connsiteX44" fmla="*/ 130016 w 149067"/>
              <a:gd name="connsiteY44" fmla="*/ 141263 h 228417"/>
              <a:gd name="connsiteX45" fmla="*/ 128968 w 149067"/>
              <a:gd name="connsiteY45" fmla="*/ 133739 h 228417"/>
              <a:gd name="connsiteX46" fmla="*/ 149066 w 149067"/>
              <a:gd name="connsiteY46" fmla="*/ 107640 h 228417"/>
              <a:gd name="connsiteX47" fmla="*/ 101251 w 149067"/>
              <a:gd name="connsiteY47" fmla="*/ 9533 h 228417"/>
              <a:gd name="connsiteX48" fmla="*/ 126206 w 149067"/>
              <a:gd name="connsiteY48" fmla="*/ 18581 h 228417"/>
              <a:gd name="connsiteX49" fmla="*/ 101441 w 149067"/>
              <a:gd name="connsiteY49" fmla="*/ 27821 h 228417"/>
              <a:gd name="connsiteX50" fmla="*/ 81915 w 149067"/>
              <a:gd name="connsiteY50" fmla="*/ 21153 h 228417"/>
              <a:gd name="connsiteX51" fmla="*/ 101251 w 149067"/>
              <a:gd name="connsiteY51" fmla="*/ 9533 h 228417"/>
              <a:gd name="connsiteX52" fmla="*/ 104585 w 149067"/>
              <a:gd name="connsiteY52" fmla="*/ 57729 h 228417"/>
              <a:gd name="connsiteX53" fmla="*/ 115443 w 149067"/>
              <a:gd name="connsiteY53" fmla="*/ 62492 h 228417"/>
              <a:gd name="connsiteX54" fmla="*/ 120205 w 149067"/>
              <a:gd name="connsiteY54" fmla="*/ 74588 h 228417"/>
              <a:gd name="connsiteX55" fmla="*/ 118491 w 149067"/>
              <a:gd name="connsiteY55" fmla="*/ 82113 h 228417"/>
              <a:gd name="connsiteX56" fmla="*/ 107442 w 149067"/>
              <a:gd name="connsiteY56" fmla="*/ 88114 h 228417"/>
              <a:gd name="connsiteX57" fmla="*/ 98108 w 149067"/>
              <a:gd name="connsiteY57" fmla="*/ 82685 h 228417"/>
              <a:gd name="connsiteX58" fmla="*/ 99346 w 149067"/>
              <a:gd name="connsiteY58" fmla="*/ 74684 h 228417"/>
              <a:gd name="connsiteX59" fmla="*/ 95536 w 149067"/>
              <a:gd name="connsiteY59" fmla="*/ 60968 h 228417"/>
              <a:gd name="connsiteX60" fmla="*/ 104680 w 149067"/>
              <a:gd name="connsiteY60" fmla="*/ 57634 h 228417"/>
              <a:gd name="connsiteX61" fmla="*/ 74581 w 149067"/>
              <a:gd name="connsiteY61" fmla="*/ 158694 h 228417"/>
              <a:gd name="connsiteX62" fmla="*/ 74581 w 149067"/>
              <a:gd name="connsiteY62" fmla="*/ 158694 h 228417"/>
              <a:gd name="connsiteX63" fmla="*/ 63818 w 149067"/>
              <a:gd name="connsiteY63" fmla="*/ 153932 h 228417"/>
              <a:gd name="connsiteX64" fmla="*/ 59055 w 149067"/>
              <a:gd name="connsiteY64" fmla="*/ 141835 h 228417"/>
              <a:gd name="connsiteX65" fmla="*/ 60674 w 149067"/>
              <a:gd name="connsiteY65" fmla="*/ 134501 h 228417"/>
              <a:gd name="connsiteX66" fmla="*/ 74581 w 149067"/>
              <a:gd name="connsiteY66" fmla="*/ 127928 h 228417"/>
              <a:gd name="connsiteX67" fmla="*/ 88392 w 149067"/>
              <a:gd name="connsiteY67" fmla="*/ 134215 h 228417"/>
              <a:gd name="connsiteX68" fmla="*/ 90107 w 149067"/>
              <a:gd name="connsiteY68" fmla="*/ 141549 h 228417"/>
              <a:gd name="connsiteX69" fmla="*/ 74676 w 149067"/>
              <a:gd name="connsiteY69" fmla="*/ 158599 h 228417"/>
              <a:gd name="connsiteX70" fmla="*/ 42291 w 149067"/>
              <a:gd name="connsiteY70" fmla="*/ 108402 h 228417"/>
              <a:gd name="connsiteX71" fmla="*/ 45339 w 149067"/>
              <a:gd name="connsiteY71" fmla="*/ 98306 h 228417"/>
              <a:gd name="connsiteX72" fmla="*/ 45530 w 149067"/>
              <a:gd name="connsiteY72" fmla="*/ 98115 h 228417"/>
              <a:gd name="connsiteX73" fmla="*/ 57817 w 149067"/>
              <a:gd name="connsiteY73" fmla="*/ 91352 h 228417"/>
              <a:gd name="connsiteX74" fmla="*/ 57817 w 149067"/>
              <a:gd name="connsiteY74" fmla="*/ 91352 h 228417"/>
              <a:gd name="connsiteX75" fmla="*/ 68675 w 149067"/>
              <a:gd name="connsiteY75" fmla="*/ 96115 h 228417"/>
              <a:gd name="connsiteX76" fmla="*/ 73438 w 149067"/>
              <a:gd name="connsiteY76" fmla="*/ 108212 h 228417"/>
              <a:gd name="connsiteX77" fmla="*/ 58007 w 149067"/>
              <a:gd name="connsiteY77" fmla="*/ 125261 h 228417"/>
              <a:gd name="connsiteX78" fmla="*/ 47530 w 149067"/>
              <a:gd name="connsiteY78" fmla="*/ 120880 h 228417"/>
              <a:gd name="connsiteX79" fmla="*/ 42386 w 149067"/>
              <a:gd name="connsiteY79" fmla="*/ 108402 h 228417"/>
              <a:gd name="connsiteX80" fmla="*/ 91059 w 149067"/>
              <a:gd name="connsiteY80" fmla="*/ 125071 h 228417"/>
              <a:gd name="connsiteX81" fmla="*/ 91059 w 149067"/>
              <a:gd name="connsiteY81" fmla="*/ 125071 h 228417"/>
              <a:gd name="connsiteX82" fmla="*/ 80201 w 149067"/>
              <a:gd name="connsiteY82" fmla="*/ 120023 h 228417"/>
              <a:gd name="connsiteX83" fmla="*/ 82963 w 149067"/>
              <a:gd name="connsiteY83" fmla="*/ 108116 h 228417"/>
              <a:gd name="connsiteX84" fmla="*/ 80105 w 149067"/>
              <a:gd name="connsiteY84" fmla="*/ 96210 h 228417"/>
              <a:gd name="connsiteX85" fmla="*/ 91059 w 149067"/>
              <a:gd name="connsiteY85" fmla="*/ 91067 h 228417"/>
              <a:gd name="connsiteX86" fmla="*/ 101918 w 149067"/>
              <a:gd name="connsiteY86" fmla="*/ 95829 h 228417"/>
              <a:gd name="connsiteX87" fmla="*/ 106680 w 149067"/>
              <a:gd name="connsiteY87" fmla="*/ 107926 h 228417"/>
              <a:gd name="connsiteX88" fmla="*/ 91250 w 149067"/>
              <a:gd name="connsiteY88" fmla="*/ 124976 h 228417"/>
              <a:gd name="connsiteX89" fmla="*/ 89630 w 149067"/>
              <a:gd name="connsiteY89" fmla="*/ 74779 h 228417"/>
              <a:gd name="connsiteX90" fmla="*/ 88011 w 149067"/>
              <a:gd name="connsiteY90" fmla="*/ 81923 h 228417"/>
              <a:gd name="connsiteX91" fmla="*/ 74200 w 149067"/>
              <a:gd name="connsiteY91" fmla="*/ 88400 h 228417"/>
              <a:gd name="connsiteX92" fmla="*/ 60103 w 149067"/>
              <a:gd name="connsiteY92" fmla="*/ 81923 h 228417"/>
              <a:gd name="connsiteX93" fmla="*/ 58484 w 149067"/>
              <a:gd name="connsiteY93" fmla="*/ 74874 h 228417"/>
              <a:gd name="connsiteX94" fmla="*/ 73914 w 149067"/>
              <a:gd name="connsiteY94" fmla="*/ 57824 h 228417"/>
              <a:gd name="connsiteX95" fmla="*/ 73914 w 149067"/>
              <a:gd name="connsiteY95" fmla="*/ 57824 h 228417"/>
              <a:gd name="connsiteX96" fmla="*/ 84296 w 149067"/>
              <a:gd name="connsiteY96" fmla="*/ 62206 h 228417"/>
              <a:gd name="connsiteX97" fmla="*/ 89440 w 149067"/>
              <a:gd name="connsiteY97" fmla="*/ 74684 h 228417"/>
              <a:gd name="connsiteX98" fmla="*/ 43244 w 149067"/>
              <a:gd name="connsiteY98" fmla="*/ 58015 h 228417"/>
              <a:gd name="connsiteX99" fmla="*/ 43244 w 149067"/>
              <a:gd name="connsiteY99" fmla="*/ 58015 h 228417"/>
              <a:gd name="connsiteX100" fmla="*/ 52483 w 149067"/>
              <a:gd name="connsiteY100" fmla="*/ 61444 h 228417"/>
              <a:gd name="connsiteX101" fmla="*/ 48959 w 149067"/>
              <a:gd name="connsiteY101" fmla="*/ 74969 h 228417"/>
              <a:gd name="connsiteX102" fmla="*/ 50292 w 149067"/>
              <a:gd name="connsiteY102" fmla="*/ 83066 h 228417"/>
              <a:gd name="connsiteX103" fmla="*/ 41243 w 149067"/>
              <a:gd name="connsiteY103" fmla="*/ 88400 h 228417"/>
              <a:gd name="connsiteX104" fmla="*/ 29337 w 149067"/>
              <a:gd name="connsiteY104" fmla="*/ 82494 h 228417"/>
              <a:gd name="connsiteX105" fmla="*/ 27623 w 149067"/>
              <a:gd name="connsiteY105" fmla="*/ 75065 h 228417"/>
              <a:gd name="connsiteX106" fmla="*/ 43053 w 149067"/>
              <a:gd name="connsiteY106" fmla="*/ 58015 h 228417"/>
              <a:gd name="connsiteX107" fmla="*/ 9430 w 149067"/>
              <a:gd name="connsiteY107" fmla="*/ 108497 h 228417"/>
              <a:gd name="connsiteX108" fmla="*/ 24860 w 149067"/>
              <a:gd name="connsiteY108" fmla="*/ 91448 h 228417"/>
              <a:gd name="connsiteX109" fmla="*/ 24860 w 149067"/>
              <a:gd name="connsiteY109" fmla="*/ 91448 h 228417"/>
              <a:gd name="connsiteX110" fmla="*/ 35433 w 149067"/>
              <a:gd name="connsiteY110" fmla="*/ 96115 h 228417"/>
              <a:gd name="connsiteX111" fmla="*/ 32576 w 149067"/>
              <a:gd name="connsiteY111" fmla="*/ 108402 h 228417"/>
              <a:gd name="connsiteX112" fmla="*/ 35624 w 149067"/>
              <a:gd name="connsiteY112" fmla="*/ 120594 h 228417"/>
              <a:gd name="connsiteX113" fmla="*/ 24956 w 149067"/>
              <a:gd name="connsiteY113" fmla="*/ 125452 h 228417"/>
              <a:gd name="connsiteX114" fmla="*/ 14097 w 149067"/>
              <a:gd name="connsiteY114" fmla="*/ 120689 h 228417"/>
              <a:gd name="connsiteX115" fmla="*/ 9335 w 149067"/>
              <a:gd name="connsiteY115" fmla="*/ 108593 h 228417"/>
              <a:gd name="connsiteX116" fmla="*/ 28099 w 149067"/>
              <a:gd name="connsiteY116" fmla="*/ 141930 h 228417"/>
              <a:gd name="connsiteX117" fmla="*/ 29718 w 149067"/>
              <a:gd name="connsiteY117" fmla="*/ 134310 h 228417"/>
              <a:gd name="connsiteX118" fmla="*/ 41434 w 149067"/>
              <a:gd name="connsiteY118" fmla="*/ 128309 h 228417"/>
              <a:gd name="connsiteX119" fmla="*/ 50578 w 149067"/>
              <a:gd name="connsiteY119" fmla="*/ 133548 h 228417"/>
              <a:gd name="connsiteX120" fmla="*/ 49244 w 149067"/>
              <a:gd name="connsiteY120" fmla="*/ 141835 h 228417"/>
              <a:gd name="connsiteX121" fmla="*/ 52959 w 149067"/>
              <a:gd name="connsiteY121" fmla="*/ 155360 h 228417"/>
              <a:gd name="connsiteX122" fmla="*/ 43625 w 149067"/>
              <a:gd name="connsiteY122" fmla="*/ 158885 h 228417"/>
              <a:gd name="connsiteX123" fmla="*/ 32766 w 149067"/>
              <a:gd name="connsiteY123" fmla="*/ 154122 h 228417"/>
              <a:gd name="connsiteX124" fmla="*/ 28004 w 149067"/>
              <a:gd name="connsiteY124" fmla="*/ 142025 h 228417"/>
              <a:gd name="connsiteX125" fmla="*/ 43244 w 149067"/>
              <a:gd name="connsiteY125" fmla="*/ 172315 h 228417"/>
              <a:gd name="connsiteX126" fmla="*/ 43720 w 149067"/>
              <a:gd name="connsiteY126" fmla="*/ 168314 h 228417"/>
              <a:gd name="connsiteX127" fmla="*/ 43720 w 149067"/>
              <a:gd name="connsiteY127" fmla="*/ 168314 h 228417"/>
              <a:gd name="connsiteX128" fmla="*/ 59055 w 149067"/>
              <a:gd name="connsiteY128" fmla="*/ 162504 h 228417"/>
              <a:gd name="connsiteX129" fmla="*/ 73724 w 149067"/>
              <a:gd name="connsiteY129" fmla="*/ 168029 h 228417"/>
              <a:gd name="connsiteX130" fmla="*/ 74200 w 149067"/>
              <a:gd name="connsiteY130" fmla="*/ 172029 h 228417"/>
              <a:gd name="connsiteX131" fmla="*/ 58769 w 149067"/>
              <a:gd name="connsiteY131" fmla="*/ 189079 h 228417"/>
              <a:gd name="connsiteX132" fmla="*/ 58769 w 149067"/>
              <a:gd name="connsiteY132" fmla="*/ 189079 h 228417"/>
              <a:gd name="connsiteX133" fmla="*/ 48006 w 149067"/>
              <a:gd name="connsiteY133" fmla="*/ 184316 h 228417"/>
              <a:gd name="connsiteX134" fmla="*/ 43244 w 149067"/>
              <a:gd name="connsiteY134" fmla="*/ 172220 h 228417"/>
              <a:gd name="connsiteX135" fmla="*/ 89345 w 149067"/>
              <a:gd name="connsiteY135" fmla="*/ 201938 h 228417"/>
              <a:gd name="connsiteX136" fmla="*/ 73914 w 149067"/>
              <a:gd name="connsiteY136" fmla="*/ 218987 h 228417"/>
              <a:gd name="connsiteX137" fmla="*/ 63056 w 149067"/>
              <a:gd name="connsiteY137" fmla="*/ 214225 h 228417"/>
              <a:gd name="connsiteX138" fmla="*/ 58293 w 149067"/>
              <a:gd name="connsiteY138" fmla="*/ 202128 h 228417"/>
              <a:gd name="connsiteX139" fmla="*/ 58579 w 149067"/>
              <a:gd name="connsiteY139" fmla="*/ 198794 h 228417"/>
              <a:gd name="connsiteX140" fmla="*/ 58865 w 149067"/>
              <a:gd name="connsiteY140" fmla="*/ 198794 h 228417"/>
              <a:gd name="connsiteX141" fmla="*/ 72962 w 149067"/>
              <a:gd name="connsiteY141" fmla="*/ 194127 h 228417"/>
              <a:gd name="connsiteX142" fmla="*/ 86868 w 149067"/>
              <a:gd name="connsiteY142" fmla="*/ 198699 h 228417"/>
              <a:gd name="connsiteX143" fmla="*/ 86963 w 149067"/>
              <a:gd name="connsiteY143" fmla="*/ 198699 h 228417"/>
              <a:gd name="connsiteX144" fmla="*/ 88964 w 149067"/>
              <a:gd name="connsiteY144" fmla="*/ 198509 h 228417"/>
              <a:gd name="connsiteX145" fmla="*/ 89345 w 149067"/>
              <a:gd name="connsiteY145" fmla="*/ 202033 h 228417"/>
              <a:gd name="connsiteX146" fmla="*/ 86963 w 149067"/>
              <a:gd name="connsiteY146" fmla="*/ 189079 h 228417"/>
              <a:gd name="connsiteX147" fmla="*/ 86963 w 149067"/>
              <a:gd name="connsiteY147" fmla="*/ 189079 h 228417"/>
              <a:gd name="connsiteX148" fmla="*/ 79629 w 149067"/>
              <a:gd name="connsiteY148" fmla="*/ 186983 h 228417"/>
              <a:gd name="connsiteX149" fmla="*/ 83915 w 149067"/>
              <a:gd name="connsiteY149" fmla="*/ 172124 h 228417"/>
              <a:gd name="connsiteX150" fmla="*/ 83249 w 149067"/>
              <a:gd name="connsiteY150" fmla="*/ 166409 h 228417"/>
              <a:gd name="connsiteX151" fmla="*/ 89726 w 149067"/>
              <a:gd name="connsiteY151" fmla="*/ 162599 h 228417"/>
              <a:gd name="connsiteX152" fmla="*/ 101918 w 149067"/>
              <a:gd name="connsiteY152" fmla="*/ 167743 h 228417"/>
              <a:gd name="connsiteX153" fmla="*/ 102489 w 149067"/>
              <a:gd name="connsiteY153" fmla="*/ 172029 h 228417"/>
              <a:gd name="connsiteX154" fmla="*/ 87059 w 149067"/>
              <a:gd name="connsiteY154" fmla="*/ 189079 h 228417"/>
              <a:gd name="connsiteX155" fmla="*/ 104870 w 149067"/>
              <a:gd name="connsiteY155" fmla="*/ 158504 h 228417"/>
              <a:gd name="connsiteX156" fmla="*/ 104870 w 149067"/>
              <a:gd name="connsiteY156" fmla="*/ 158504 h 228417"/>
              <a:gd name="connsiteX157" fmla="*/ 95822 w 149067"/>
              <a:gd name="connsiteY157" fmla="*/ 155265 h 228417"/>
              <a:gd name="connsiteX158" fmla="*/ 99441 w 149067"/>
              <a:gd name="connsiteY158" fmla="*/ 141549 h 228417"/>
              <a:gd name="connsiteX159" fmla="*/ 98012 w 149067"/>
              <a:gd name="connsiteY159" fmla="*/ 133358 h 228417"/>
              <a:gd name="connsiteX160" fmla="*/ 107347 w 149067"/>
              <a:gd name="connsiteY160" fmla="*/ 127928 h 228417"/>
              <a:gd name="connsiteX161" fmla="*/ 118396 w 149067"/>
              <a:gd name="connsiteY161" fmla="*/ 133739 h 228417"/>
              <a:gd name="connsiteX162" fmla="*/ 120301 w 149067"/>
              <a:gd name="connsiteY162" fmla="*/ 141454 h 228417"/>
              <a:gd name="connsiteX163" fmla="*/ 104870 w 149067"/>
              <a:gd name="connsiteY163" fmla="*/ 158504 h 228417"/>
              <a:gd name="connsiteX164" fmla="*/ 123920 w 149067"/>
              <a:gd name="connsiteY164" fmla="*/ 124880 h 228417"/>
              <a:gd name="connsiteX165" fmla="*/ 123920 w 149067"/>
              <a:gd name="connsiteY165" fmla="*/ 124880 h 228417"/>
              <a:gd name="connsiteX166" fmla="*/ 113252 w 149067"/>
              <a:gd name="connsiteY166" fmla="*/ 120118 h 228417"/>
              <a:gd name="connsiteX167" fmla="*/ 116110 w 149067"/>
              <a:gd name="connsiteY167" fmla="*/ 108021 h 228417"/>
              <a:gd name="connsiteX168" fmla="*/ 113157 w 149067"/>
              <a:gd name="connsiteY168" fmla="*/ 95924 h 228417"/>
              <a:gd name="connsiteX169" fmla="*/ 123920 w 149067"/>
              <a:gd name="connsiteY169" fmla="*/ 90971 h 228417"/>
              <a:gd name="connsiteX170" fmla="*/ 134779 w 149067"/>
              <a:gd name="connsiteY170" fmla="*/ 95734 h 228417"/>
              <a:gd name="connsiteX171" fmla="*/ 139541 w 149067"/>
              <a:gd name="connsiteY171" fmla="*/ 107831 h 228417"/>
              <a:gd name="connsiteX172" fmla="*/ 124111 w 149067"/>
              <a:gd name="connsiteY172" fmla="*/ 124880 h 22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149067" h="228417">
                <a:moveTo>
                  <a:pt x="148971" y="107831"/>
                </a:moveTo>
                <a:cubicBezTo>
                  <a:pt x="148971" y="100782"/>
                  <a:pt x="146304" y="94210"/>
                  <a:pt x="141637" y="89257"/>
                </a:cubicBezTo>
                <a:cubicBezTo>
                  <a:pt x="138017" y="85447"/>
                  <a:pt x="133541" y="82970"/>
                  <a:pt x="128683" y="81923"/>
                </a:cubicBezTo>
                <a:cubicBezTo>
                  <a:pt x="129350" y="79541"/>
                  <a:pt x="129635" y="77065"/>
                  <a:pt x="129635" y="74588"/>
                </a:cubicBezTo>
                <a:cubicBezTo>
                  <a:pt x="129635" y="67540"/>
                  <a:pt x="126968" y="60968"/>
                  <a:pt x="122301" y="56015"/>
                </a:cubicBezTo>
                <a:cubicBezTo>
                  <a:pt x="117539" y="50966"/>
                  <a:pt x="111252" y="48204"/>
                  <a:pt x="104585" y="48204"/>
                </a:cubicBezTo>
                <a:lnTo>
                  <a:pt x="104489" y="48204"/>
                </a:lnTo>
                <a:cubicBezTo>
                  <a:pt x="98965" y="48204"/>
                  <a:pt x="93631" y="50300"/>
                  <a:pt x="89249" y="53824"/>
                </a:cubicBezTo>
                <a:cubicBezTo>
                  <a:pt x="86582" y="51633"/>
                  <a:pt x="83534" y="50109"/>
                  <a:pt x="80296" y="49252"/>
                </a:cubicBezTo>
                <a:cubicBezTo>
                  <a:pt x="80105" y="43442"/>
                  <a:pt x="79058" y="35441"/>
                  <a:pt x="75533" y="28106"/>
                </a:cubicBezTo>
                <a:cubicBezTo>
                  <a:pt x="79534" y="31821"/>
                  <a:pt x="87630" y="37155"/>
                  <a:pt x="101346" y="37250"/>
                </a:cubicBezTo>
                <a:lnTo>
                  <a:pt x="101632" y="37250"/>
                </a:lnTo>
                <a:cubicBezTo>
                  <a:pt x="121349" y="37250"/>
                  <a:pt x="136303" y="22582"/>
                  <a:pt x="136874" y="22010"/>
                </a:cubicBezTo>
                <a:cubicBezTo>
                  <a:pt x="138684" y="20201"/>
                  <a:pt x="138779" y="17343"/>
                  <a:pt x="137065" y="15438"/>
                </a:cubicBezTo>
                <a:cubicBezTo>
                  <a:pt x="136493" y="14867"/>
                  <a:pt x="123349" y="579"/>
                  <a:pt x="101537" y="8"/>
                </a:cubicBezTo>
                <a:cubicBezTo>
                  <a:pt x="82677" y="-373"/>
                  <a:pt x="73914" y="13438"/>
                  <a:pt x="71819" y="20867"/>
                </a:cubicBezTo>
                <a:cubicBezTo>
                  <a:pt x="71723" y="21248"/>
                  <a:pt x="71819" y="21629"/>
                  <a:pt x="71819" y="21915"/>
                </a:cubicBezTo>
                <a:cubicBezTo>
                  <a:pt x="71628" y="21629"/>
                  <a:pt x="71438" y="21248"/>
                  <a:pt x="71247" y="20963"/>
                </a:cubicBezTo>
                <a:cubicBezTo>
                  <a:pt x="65532" y="14009"/>
                  <a:pt x="57341" y="10104"/>
                  <a:pt x="47054" y="9437"/>
                </a:cubicBezTo>
                <a:lnTo>
                  <a:pt x="46482" y="18962"/>
                </a:lnTo>
                <a:cubicBezTo>
                  <a:pt x="54102" y="19439"/>
                  <a:pt x="59817" y="22106"/>
                  <a:pt x="63818" y="26963"/>
                </a:cubicBezTo>
                <a:cubicBezTo>
                  <a:pt x="69152" y="33345"/>
                  <a:pt x="70485" y="42299"/>
                  <a:pt x="70771" y="48680"/>
                </a:cubicBezTo>
                <a:cubicBezTo>
                  <a:pt x="66294" y="49347"/>
                  <a:pt x="62198" y="51252"/>
                  <a:pt x="58769" y="54110"/>
                </a:cubicBezTo>
                <a:cubicBezTo>
                  <a:pt x="54388" y="50490"/>
                  <a:pt x="49054" y="48490"/>
                  <a:pt x="43434" y="48490"/>
                </a:cubicBezTo>
                <a:lnTo>
                  <a:pt x="43339" y="48490"/>
                </a:lnTo>
                <a:cubicBezTo>
                  <a:pt x="29528" y="48490"/>
                  <a:pt x="18383" y="60491"/>
                  <a:pt x="18383" y="75160"/>
                </a:cubicBezTo>
                <a:cubicBezTo>
                  <a:pt x="18383" y="77732"/>
                  <a:pt x="18860" y="80208"/>
                  <a:pt x="19526" y="82685"/>
                </a:cubicBezTo>
                <a:cubicBezTo>
                  <a:pt x="8382" y="85352"/>
                  <a:pt x="0" y="96020"/>
                  <a:pt x="0" y="108593"/>
                </a:cubicBezTo>
                <a:cubicBezTo>
                  <a:pt x="0" y="115641"/>
                  <a:pt x="2667" y="122213"/>
                  <a:pt x="7334" y="127166"/>
                </a:cubicBezTo>
                <a:cubicBezTo>
                  <a:pt x="10763" y="130881"/>
                  <a:pt x="15145" y="133262"/>
                  <a:pt x="19812" y="134310"/>
                </a:cubicBezTo>
                <a:cubicBezTo>
                  <a:pt x="19145" y="136787"/>
                  <a:pt x="18669" y="139358"/>
                  <a:pt x="18669" y="141930"/>
                </a:cubicBezTo>
                <a:cubicBezTo>
                  <a:pt x="18669" y="148979"/>
                  <a:pt x="21336" y="155551"/>
                  <a:pt x="26003" y="160504"/>
                </a:cubicBezTo>
                <a:cubicBezTo>
                  <a:pt x="28480" y="163076"/>
                  <a:pt x="31337" y="165076"/>
                  <a:pt x="34481" y="166409"/>
                </a:cubicBezTo>
                <a:cubicBezTo>
                  <a:pt x="34100" y="168314"/>
                  <a:pt x="33814" y="170315"/>
                  <a:pt x="33814" y="172315"/>
                </a:cubicBezTo>
                <a:cubicBezTo>
                  <a:pt x="33814" y="179363"/>
                  <a:pt x="36481" y="185936"/>
                  <a:pt x="41148" y="190889"/>
                </a:cubicBezTo>
                <a:cubicBezTo>
                  <a:pt x="43529" y="193460"/>
                  <a:pt x="46387" y="195365"/>
                  <a:pt x="49435" y="196699"/>
                </a:cubicBezTo>
                <a:cubicBezTo>
                  <a:pt x="49149" y="198413"/>
                  <a:pt x="48959" y="200223"/>
                  <a:pt x="48959" y="202033"/>
                </a:cubicBezTo>
                <a:cubicBezTo>
                  <a:pt x="48959" y="209081"/>
                  <a:pt x="51626" y="215654"/>
                  <a:pt x="56293" y="220607"/>
                </a:cubicBezTo>
                <a:cubicBezTo>
                  <a:pt x="61055" y="225655"/>
                  <a:pt x="67342" y="228417"/>
                  <a:pt x="74009" y="228417"/>
                </a:cubicBezTo>
                <a:lnTo>
                  <a:pt x="74105" y="228417"/>
                </a:lnTo>
                <a:cubicBezTo>
                  <a:pt x="87916" y="228417"/>
                  <a:pt x="99060" y="216416"/>
                  <a:pt x="99060" y="201747"/>
                </a:cubicBezTo>
                <a:cubicBezTo>
                  <a:pt x="99060" y="199652"/>
                  <a:pt x="98774" y="197556"/>
                  <a:pt x="98298" y="195556"/>
                </a:cubicBezTo>
                <a:cubicBezTo>
                  <a:pt x="106490" y="191174"/>
                  <a:pt x="112205" y="182221"/>
                  <a:pt x="112109" y="171839"/>
                </a:cubicBezTo>
                <a:cubicBezTo>
                  <a:pt x="112109" y="170124"/>
                  <a:pt x="111919" y="168505"/>
                  <a:pt x="111633" y="166790"/>
                </a:cubicBezTo>
                <a:cubicBezTo>
                  <a:pt x="122206" y="163647"/>
                  <a:pt x="130112" y="153455"/>
                  <a:pt x="130016" y="141263"/>
                </a:cubicBezTo>
                <a:cubicBezTo>
                  <a:pt x="130016" y="138692"/>
                  <a:pt x="129635" y="136120"/>
                  <a:pt x="128968" y="133739"/>
                </a:cubicBezTo>
                <a:cubicBezTo>
                  <a:pt x="140494" y="131262"/>
                  <a:pt x="149162" y="120499"/>
                  <a:pt x="149066" y="107640"/>
                </a:cubicBezTo>
                <a:close/>
                <a:moveTo>
                  <a:pt x="101251" y="9533"/>
                </a:moveTo>
                <a:cubicBezTo>
                  <a:pt x="112776" y="9914"/>
                  <a:pt x="121539" y="15057"/>
                  <a:pt x="126206" y="18581"/>
                </a:cubicBezTo>
                <a:cubicBezTo>
                  <a:pt x="121253" y="22296"/>
                  <a:pt x="111633" y="27821"/>
                  <a:pt x="101441" y="27821"/>
                </a:cubicBezTo>
                <a:cubicBezTo>
                  <a:pt x="90583" y="27821"/>
                  <a:pt x="84487" y="23630"/>
                  <a:pt x="81915" y="21153"/>
                </a:cubicBezTo>
                <a:cubicBezTo>
                  <a:pt x="83820" y="17057"/>
                  <a:pt x="89059" y="9152"/>
                  <a:pt x="101251" y="9533"/>
                </a:cubicBezTo>
                <a:close/>
                <a:moveTo>
                  <a:pt x="104585" y="57729"/>
                </a:moveTo>
                <a:cubicBezTo>
                  <a:pt x="108299" y="57729"/>
                  <a:pt x="112490" y="59444"/>
                  <a:pt x="115443" y="62492"/>
                </a:cubicBezTo>
                <a:cubicBezTo>
                  <a:pt x="118491" y="65730"/>
                  <a:pt x="120110" y="70016"/>
                  <a:pt x="120205" y="74588"/>
                </a:cubicBezTo>
                <a:cubicBezTo>
                  <a:pt x="120205" y="77255"/>
                  <a:pt x="119539" y="79732"/>
                  <a:pt x="118491" y="82113"/>
                </a:cubicBezTo>
                <a:cubicBezTo>
                  <a:pt x="114395" y="83066"/>
                  <a:pt x="110585" y="85161"/>
                  <a:pt x="107442" y="88114"/>
                </a:cubicBezTo>
                <a:cubicBezTo>
                  <a:pt x="104680" y="85637"/>
                  <a:pt x="101537" y="83828"/>
                  <a:pt x="98108" y="82685"/>
                </a:cubicBezTo>
                <a:cubicBezTo>
                  <a:pt x="98870" y="80113"/>
                  <a:pt x="99346" y="77446"/>
                  <a:pt x="99346" y="74684"/>
                </a:cubicBezTo>
                <a:cubicBezTo>
                  <a:pt x="99346" y="69826"/>
                  <a:pt x="97917" y="65063"/>
                  <a:pt x="95536" y="60968"/>
                </a:cubicBezTo>
                <a:cubicBezTo>
                  <a:pt x="98203" y="58872"/>
                  <a:pt x="101346" y="57634"/>
                  <a:pt x="104680" y="57634"/>
                </a:cubicBezTo>
                <a:close/>
                <a:moveTo>
                  <a:pt x="74581" y="158694"/>
                </a:moveTo>
                <a:lnTo>
                  <a:pt x="74581" y="158694"/>
                </a:lnTo>
                <a:cubicBezTo>
                  <a:pt x="70485" y="158694"/>
                  <a:pt x="66675" y="156980"/>
                  <a:pt x="63818" y="153932"/>
                </a:cubicBezTo>
                <a:cubicBezTo>
                  <a:pt x="60770" y="150693"/>
                  <a:pt x="59150" y="146407"/>
                  <a:pt x="59055" y="141835"/>
                </a:cubicBezTo>
                <a:cubicBezTo>
                  <a:pt x="59055" y="139263"/>
                  <a:pt x="59722" y="136787"/>
                  <a:pt x="60674" y="134501"/>
                </a:cubicBezTo>
                <a:cubicBezTo>
                  <a:pt x="66008" y="133834"/>
                  <a:pt x="70771" y="131548"/>
                  <a:pt x="74581" y="127928"/>
                </a:cubicBezTo>
                <a:cubicBezTo>
                  <a:pt x="78391" y="131548"/>
                  <a:pt x="83249" y="133643"/>
                  <a:pt x="88392" y="134215"/>
                </a:cubicBezTo>
                <a:cubicBezTo>
                  <a:pt x="89440" y="136501"/>
                  <a:pt x="90107" y="138977"/>
                  <a:pt x="90107" y="141549"/>
                </a:cubicBezTo>
                <a:cubicBezTo>
                  <a:pt x="90107" y="150884"/>
                  <a:pt x="83249" y="158599"/>
                  <a:pt x="74676" y="158599"/>
                </a:cubicBezTo>
                <a:close/>
                <a:moveTo>
                  <a:pt x="42291" y="108402"/>
                </a:moveTo>
                <a:cubicBezTo>
                  <a:pt x="42291" y="104592"/>
                  <a:pt x="43434" y="101163"/>
                  <a:pt x="45339" y="98306"/>
                </a:cubicBezTo>
                <a:cubicBezTo>
                  <a:pt x="45339" y="98306"/>
                  <a:pt x="45434" y="98210"/>
                  <a:pt x="45530" y="98115"/>
                </a:cubicBezTo>
                <a:cubicBezTo>
                  <a:pt x="48387" y="94019"/>
                  <a:pt x="52769" y="91352"/>
                  <a:pt x="57817" y="91352"/>
                </a:cubicBezTo>
                <a:lnTo>
                  <a:pt x="57817" y="91352"/>
                </a:lnTo>
                <a:cubicBezTo>
                  <a:pt x="61913" y="91352"/>
                  <a:pt x="65723" y="93067"/>
                  <a:pt x="68675" y="96115"/>
                </a:cubicBezTo>
                <a:cubicBezTo>
                  <a:pt x="71723" y="99353"/>
                  <a:pt x="73343" y="103640"/>
                  <a:pt x="73438" y="108212"/>
                </a:cubicBezTo>
                <a:cubicBezTo>
                  <a:pt x="73438" y="117546"/>
                  <a:pt x="66580" y="125261"/>
                  <a:pt x="58007" y="125261"/>
                </a:cubicBezTo>
                <a:cubicBezTo>
                  <a:pt x="54197" y="125071"/>
                  <a:pt x="50387" y="123737"/>
                  <a:pt x="47530" y="120880"/>
                </a:cubicBezTo>
                <a:cubicBezTo>
                  <a:pt x="44291" y="117737"/>
                  <a:pt x="42482" y="113165"/>
                  <a:pt x="42386" y="108402"/>
                </a:cubicBezTo>
                <a:close/>
                <a:moveTo>
                  <a:pt x="91059" y="125071"/>
                </a:moveTo>
                <a:lnTo>
                  <a:pt x="91059" y="125071"/>
                </a:lnTo>
                <a:cubicBezTo>
                  <a:pt x="86963" y="125071"/>
                  <a:pt x="83058" y="123166"/>
                  <a:pt x="80201" y="120023"/>
                </a:cubicBezTo>
                <a:cubicBezTo>
                  <a:pt x="81915" y="116403"/>
                  <a:pt x="82963" y="112403"/>
                  <a:pt x="82963" y="108116"/>
                </a:cubicBezTo>
                <a:cubicBezTo>
                  <a:pt x="82963" y="103925"/>
                  <a:pt x="81915" y="99925"/>
                  <a:pt x="80105" y="96210"/>
                </a:cubicBezTo>
                <a:cubicBezTo>
                  <a:pt x="82963" y="92972"/>
                  <a:pt x="86868" y="91067"/>
                  <a:pt x="91059" y="91067"/>
                </a:cubicBezTo>
                <a:cubicBezTo>
                  <a:pt x="95345" y="91067"/>
                  <a:pt x="98965" y="92781"/>
                  <a:pt x="101918" y="95829"/>
                </a:cubicBezTo>
                <a:cubicBezTo>
                  <a:pt x="104966" y="99068"/>
                  <a:pt x="106585" y="103354"/>
                  <a:pt x="106680" y="107926"/>
                </a:cubicBezTo>
                <a:cubicBezTo>
                  <a:pt x="106680" y="117260"/>
                  <a:pt x="99822" y="124976"/>
                  <a:pt x="91250" y="124976"/>
                </a:cubicBezTo>
                <a:close/>
                <a:moveTo>
                  <a:pt x="89630" y="74779"/>
                </a:moveTo>
                <a:cubicBezTo>
                  <a:pt x="89630" y="77351"/>
                  <a:pt x="88964" y="79732"/>
                  <a:pt x="88011" y="81923"/>
                </a:cubicBezTo>
                <a:cubicBezTo>
                  <a:pt x="82868" y="82589"/>
                  <a:pt x="78010" y="84780"/>
                  <a:pt x="74200" y="88400"/>
                </a:cubicBezTo>
                <a:cubicBezTo>
                  <a:pt x="70199" y="84685"/>
                  <a:pt x="65342" y="82494"/>
                  <a:pt x="60103" y="81923"/>
                </a:cubicBezTo>
                <a:cubicBezTo>
                  <a:pt x="59150" y="79732"/>
                  <a:pt x="58579" y="77351"/>
                  <a:pt x="58484" y="74874"/>
                </a:cubicBezTo>
                <a:cubicBezTo>
                  <a:pt x="58484" y="65540"/>
                  <a:pt x="65342" y="57824"/>
                  <a:pt x="73914" y="57824"/>
                </a:cubicBezTo>
                <a:lnTo>
                  <a:pt x="73914" y="57824"/>
                </a:lnTo>
                <a:cubicBezTo>
                  <a:pt x="77819" y="57824"/>
                  <a:pt x="81439" y="59348"/>
                  <a:pt x="84296" y="62206"/>
                </a:cubicBezTo>
                <a:cubicBezTo>
                  <a:pt x="87535" y="65444"/>
                  <a:pt x="89345" y="69921"/>
                  <a:pt x="89440" y="74684"/>
                </a:cubicBezTo>
                <a:close/>
                <a:moveTo>
                  <a:pt x="43244" y="58015"/>
                </a:moveTo>
                <a:lnTo>
                  <a:pt x="43244" y="58015"/>
                </a:lnTo>
                <a:cubicBezTo>
                  <a:pt x="46577" y="58015"/>
                  <a:pt x="49816" y="59253"/>
                  <a:pt x="52483" y="61444"/>
                </a:cubicBezTo>
                <a:cubicBezTo>
                  <a:pt x="50292" y="65444"/>
                  <a:pt x="48863" y="70016"/>
                  <a:pt x="48959" y="74969"/>
                </a:cubicBezTo>
                <a:cubicBezTo>
                  <a:pt x="48959" y="77732"/>
                  <a:pt x="49530" y="80399"/>
                  <a:pt x="50292" y="83066"/>
                </a:cubicBezTo>
                <a:cubicBezTo>
                  <a:pt x="46863" y="84209"/>
                  <a:pt x="43815" y="86018"/>
                  <a:pt x="41243" y="88400"/>
                </a:cubicBezTo>
                <a:cubicBezTo>
                  <a:pt x="37910" y="85352"/>
                  <a:pt x="33719" y="83351"/>
                  <a:pt x="29337" y="82494"/>
                </a:cubicBezTo>
                <a:cubicBezTo>
                  <a:pt x="28289" y="80208"/>
                  <a:pt x="27623" y="77636"/>
                  <a:pt x="27623" y="75065"/>
                </a:cubicBezTo>
                <a:cubicBezTo>
                  <a:pt x="27623" y="65730"/>
                  <a:pt x="34481" y="58015"/>
                  <a:pt x="43053" y="58015"/>
                </a:cubicBezTo>
                <a:close/>
                <a:moveTo>
                  <a:pt x="9430" y="108497"/>
                </a:moveTo>
                <a:cubicBezTo>
                  <a:pt x="9430" y="99163"/>
                  <a:pt x="16288" y="91448"/>
                  <a:pt x="24860" y="91448"/>
                </a:cubicBezTo>
                <a:lnTo>
                  <a:pt x="24860" y="91448"/>
                </a:lnTo>
                <a:cubicBezTo>
                  <a:pt x="28861" y="91448"/>
                  <a:pt x="32576" y="93162"/>
                  <a:pt x="35433" y="96115"/>
                </a:cubicBezTo>
                <a:cubicBezTo>
                  <a:pt x="33623" y="99830"/>
                  <a:pt x="32480" y="103925"/>
                  <a:pt x="32576" y="108402"/>
                </a:cubicBezTo>
                <a:cubicBezTo>
                  <a:pt x="32576" y="112688"/>
                  <a:pt x="33719" y="116879"/>
                  <a:pt x="35624" y="120594"/>
                </a:cubicBezTo>
                <a:cubicBezTo>
                  <a:pt x="32766" y="123642"/>
                  <a:pt x="29051" y="125357"/>
                  <a:pt x="24956" y="125452"/>
                </a:cubicBezTo>
                <a:cubicBezTo>
                  <a:pt x="20765" y="125452"/>
                  <a:pt x="17050" y="123737"/>
                  <a:pt x="14097" y="120689"/>
                </a:cubicBezTo>
                <a:cubicBezTo>
                  <a:pt x="11049" y="117451"/>
                  <a:pt x="9430" y="113165"/>
                  <a:pt x="9335" y="108593"/>
                </a:cubicBezTo>
                <a:close/>
                <a:moveTo>
                  <a:pt x="28099" y="141930"/>
                </a:moveTo>
                <a:cubicBezTo>
                  <a:pt x="28099" y="139263"/>
                  <a:pt x="28670" y="136691"/>
                  <a:pt x="29718" y="134310"/>
                </a:cubicBezTo>
                <a:cubicBezTo>
                  <a:pt x="34100" y="133453"/>
                  <a:pt x="38100" y="131357"/>
                  <a:pt x="41434" y="128309"/>
                </a:cubicBezTo>
                <a:cubicBezTo>
                  <a:pt x="44101" y="130786"/>
                  <a:pt x="47244" y="132500"/>
                  <a:pt x="50578" y="133548"/>
                </a:cubicBezTo>
                <a:cubicBezTo>
                  <a:pt x="49720" y="136215"/>
                  <a:pt x="49244" y="138977"/>
                  <a:pt x="49244" y="141835"/>
                </a:cubicBezTo>
                <a:cubicBezTo>
                  <a:pt x="49244" y="146693"/>
                  <a:pt x="50578" y="151265"/>
                  <a:pt x="52959" y="155360"/>
                </a:cubicBezTo>
                <a:cubicBezTo>
                  <a:pt x="50292" y="157551"/>
                  <a:pt x="47054" y="158789"/>
                  <a:pt x="43625" y="158885"/>
                </a:cubicBezTo>
                <a:cubicBezTo>
                  <a:pt x="39529" y="158885"/>
                  <a:pt x="35719" y="157170"/>
                  <a:pt x="32766" y="154122"/>
                </a:cubicBezTo>
                <a:cubicBezTo>
                  <a:pt x="29718" y="150884"/>
                  <a:pt x="28099" y="146597"/>
                  <a:pt x="28004" y="142025"/>
                </a:cubicBezTo>
                <a:close/>
                <a:moveTo>
                  <a:pt x="43244" y="172315"/>
                </a:moveTo>
                <a:cubicBezTo>
                  <a:pt x="43244" y="170981"/>
                  <a:pt x="43434" y="169648"/>
                  <a:pt x="43720" y="168314"/>
                </a:cubicBezTo>
                <a:lnTo>
                  <a:pt x="43720" y="168314"/>
                </a:lnTo>
                <a:cubicBezTo>
                  <a:pt x="49340" y="168314"/>
                  <a:pt x="54769" y="166219"/>
                  <a:pt x="59055" y="162504"/>
                </a:cubicBezTo>
                <a:cubicBezTo>
                  <a:pt x="63246" y="165933"/>
                  <a:pt x="68294" y="167933"/>
                  <a:pt x="73724" y="168029"/>
                </a:cubicBezTo>
                <a:cubicBezTo>
                  <a:pt x="74009" y="169362"/>
                  <a:pt x="74200" y="170696"/>
                  <a:pt x="74200" y="172029"/>
                </a:cubicBezTo>
                <a:cubicBezTo>
                  <a:pt x="74200" y="181364"/>
                  <a:pt x="67342" y="189079"/>
                  <a:pt x="58769" y="189079"/>
                </a:cubicBezTo>
                <a:lnTo>
                  <a:pt x="58769" y="189079"/>
                </a:lnTo>
                <a:cubicBezTo>
                  <a:pt x="54674" y="189079"/>
                  <a:pt x="50864" y="187364"/>
                  <a:pt x="48006" y="184316"/>
                </a:cubicBezTo>
                <a:cubicBezTo>
                  <a:pt x="44958" y="181078"/>
                  <a:pt x="43339" y="176792"/>
                  <a:pt x="43244" y="172220"/>
                </a:cubicBezTo>
                <a:close/>
                <a:moveTo>
                  <a:pt x="89345" y="201938"/>
                </a:moveTo>
                <a:cubicBezTo>
                  <a:pt x="89345" y="211272"/>
                  <a:pt x="82487" y="218987"/>
                  <a:pt x="73914" y="218987"/>
                </a:cubicBezTo>
                <a:cubicBezTo>
                  <a:pt x="69818" y="219178"/>
                  <a:pt x="66008" y="217273"/>
                  <a:pt x="63056" y="214225"/>
                </a:cubicBezTo>
                <a:cubicBezTo>
                  <a:pt x="60007" y="210986"/>
                  <a:pt x="58388" y="206700"/>
                  <a:pt x="58293" y="202128"/>
                </a:cubicBezTo>
                <a:cubicBezTo>
                  <a:pt x="58293" y="200985"/>
                  <a:pt x="58388" y="199842"/>
                  <a:pt x="58579" y="198794"/>
                </a:cubicBezTo>
                <a:lnTo>
                  <a:pt x="58865" y="198794"/>
                </a:lnTo>
                <a:cubicBezTo>
                  <a:pt x="64103" y="198794"/>
                  <a:pt x="68961" y="197080"/>
                  <a:pt x="72962" y="194127"/>
                </a:cubicBezTo>
                <a:cubicBezTo>
                  <a:pt x="77057" y="197080"/>
                  <a:pt x="81915" y="198699"/>
                  <a:pt x="86868" y="198699"/>
                </a:cubicBezTo>
                <a:lnTo>
                  <a:pt x="86963" y="198699"/>
                </a:lnTo>
                <a:cubicBezTo>
                  <a:pt x="87630" y="198699"/>
                  <a:pt x="88297" y="198509"/>
                  <a:pt x="88964" y="198509"/>
                </a:cubicBezTo>
                <a:cubicBezTo>
                  <a:pt x="89154" y="199652"/>
                  <a:pt x="89345" y="200890"/>
                  <a:pt x="89345" y="202033"/>
                </a:cubicBezTo>
                <a:close/>
                <a:moveTo>
                  <a:pt x="86963" y="189079"/>
                </a:moveTo>
                <a:lnTo>
                  <a:pt x="86963" y="189079"/>
                </a:lnTo>
                <a:cubicBezTo>
                  <a:pt x="84392" y="189079"/>
                  <a:pt x="81915" y="188317"/>
                  <a:pt x="79629" y="186983"/>
                </a:cubicBezTo>
                <a:cubicBezTo>
                  <a:pt x="82296" y="182697"/>
                  <a:pt x="83915" y="177649"/>
                  <a:pt x="83915" y="172124"/>
                </a:cubicBezTo>
                <a:cubicBezTo>
                  <a:pt x="83915" y="170219"/>
                  <a:pt x="83630" y="168314"/>
                  <a:pt x="83249" y="166409"/>
                </a:cubicBezTo>
                <a:cubicBezTo>
                  <a:pt x="85630" y="165457"/>
                  <a:pt x="87725" y="164123"/>
                  <a:pt x="89726" y="162599"/>
                </a:cubicBezTo>
                <a:cubicBezTo>
                  <a:pt x="93250" y="165457"/>
                  <a:pt x="97441" y="167171"/>
                  <a:pt x="101918" y="167743"/>
                </a:cubicBezTo>
                <a:cubicBezTo>
                  <a:pt x="102299" y="169172"/>
                  <a:pt x="102489" y="170600"/>
                  <a:pt x="102489" y="172029"/>
                </a:cubicBezTo>
                <a:cubicBezTo>
                  <a:pt x="102489" y="181364"/>
                  <a:pt x="95631" y="189079"/>
                  <a:pt x="87059" y="189079"/>
                </a:cubicBezTo>
                <a:close/>
                <a:moveTo>
                  <a:pt x="104870" y="158504"/>
                </a:moveTo>
                <a:lnTo>
                  <a:pt x="104870" y="158504"/>
                </a:lnTo>
                <a:cubicBezTo>
                  <a:pt x="101537" y="158504"/>
                  <a:pt x="98489" y="157361"/>
                  <a:pt x="95822" y="155265"/>
                </a:cubicBezTo>
                <a:cubicBezTo>
                  <a:pt x="98108" y="151265"/>
                  <a:pt x="99536" y="146597"/>
                  <a:pt x="99441" y="141549"/>
                </a:cubicBezTo>
                <a:cubicBezTo>
                  <a:pt x="99441" y="138692"/>
                  <a:pt x="98870" y="136025"/>
                  <a:pt x="98012" y="133358"/>
                </a:cubicBezTo>
                <a:cubicBezTo>
                  <a:pt x="101537" y="132215"/>
                  <a:pt x="104680" y="130405"/>
                  <a:pt x="107347" y="127928"/>
                </a:cubicBezTo>
                <a:cubicBezTo>
                  <a:pt x="110490" y="130786"/>
                  <a:pt x="114300" y="132786"/>
                  <a:pt x="118396" y="133739"/>
                </a:cubicBezTo>
                <a:cubicBezTo>
                  <a:pt x="119539" y="136120"/>
                  <a:pt x="120301" y="138692"/>
                  <a:pt x="120301" y="141454"/>
                </a:cubicBezTo>
                <a:cubicBezTo>
                  <a:pt x="120301" y="150788"/>
                  <a:pt x="113443" y="158504"/>
                  <a:pt x="104870" y="158504"/>
                </a:cubicBezTo>
                <a:close/>
                <a:moveTo>
                  <a:pt x="123920" y="124880"/>
                </a:moveTo>
                <a:lnTo>
                  <a:pt x="123920" y="124880"/>
                </a:lnTo>
                <a:cubicBezTo>
                  <a:pt x="119920" y="124880"/>
                  <a:pt x="116110" y="123071"/>
                  <a:pt x="113252" y="120118"/>
                </a:cubicBezTo>
                <a:cubicBezTo>
                  <a:pt x="115062" y="116498"/>
                  <a:pt x="116110" y="112403"/>
                  <a:pt x="116110" y="108021"/>
                </a:cubicBezTo>
                <a:cubicBezTo>
                  <a:pt x="116110" y="103735"/>
                  <a:pt x="114967" y="99639"/>
                  <a:pt x="113157" y="95924"/>
                </a:cubicBezTo>
                <a:cubicBezTo>
                  <a:pt x="116015" y="92876"/>
                  <a:pt x="119825" y="91067"/>
                  <a:pt x="123920" y="90971"/>
                </a:cubicBezTo>
                <a:cubicBezTo>
                  <a:pt x="127921" y="91162"/>
                  <a:pt x="131826" y="92686"/>
                  <a:pt x="134779" y="95734"/>
                </a:cubicBezTo>
                <a:cubicBezTo>
                  <a:pt x="137827" y="98972"/>
                  <a:pt x="139446" y="103259"/>
                  <a:pt x="139541" y="107831"/>
                </a:cubicBezTo>
                <a:cubicBezTo>
                  <a:pt x="139541" y="117165"/>
                  <a:pt x="132683" y="124880"/>
                  <a:pt x="124111" y="124880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5" name="Graphic 29" descr="Strawberries icon.">
            <a:extLst>
              <a:ext uri="{FF2B5EF4-FFF2-40B4-BE49-F238E27FC236}">
                <a16:creationId xmlns:a16="http://schemas.microsoft.com/office/drawing/2014/main" id="{2E1B632B-53E4-4F47-9F80-1DDE8990350D}"/>
              </a:ext>
            </a:extLst>
          </p:cNvPr>
          <p:cNvSpPr/>
          <p:nvPr/>
        </p:nvSpPr>
        <p:spPr>
          <a:xfrm>
            <a:off x="7083488" y="1476283"/>
            <a:ext cx="453816" cy="339653"/>
          </a:xfrm>
          <a:custGeom>
            <a:avLst/>
            <a:gdLst>
              <a:gd name="connsiteX0" fmla="*/ 451400 w 453816"/>
              <a:gd name="connsiteY0" fmla="*/ 150537 h 339653"/>
              <a:gd name="connsiteX1" fmla="*/ 441376 w 453816"/>
              <a:gd name="connsiteY1" fmla="*/ 126141 h 339653"/>
              <a:gd name="connsiteX2" fmla="*/ 419061 w 453816"/>
              <a:gd name="connsiteY2" fmla="*/ 100610 h 339653"/>
              <a:gd name="connsiteX3" fmla="*/ 429651 w 453816"/>
              <a:gd name="connsiteY3" fmla="*/ 83779 h 339653"/>
              <a:gd name="connsiteX4" fmla="*/ 428895 w 453816"/>
              <a:gd name="connsiteY4" fmla="*/ 70541 h 339653"/>
              <a:gd name="connsiteX5" fmla="*/ 418682 w 453816"/>
              <a:gd name="connsiteY5" fmla="*/ 62219 h 339653"/>
              <a:gd name="connsiteX6" fmla="*/ 384641 w 453816"/>
              <a:gd name="connsiteY6" fmla="*/ 61463 h 339653"/>
              <a:gd name="connsiteX7" fmla="*/ 386533 w 453816"/>
              <a:gd name="connsiteY7" fmla="*/ 27233 h 339653"/>
              <a:gd name="connsiteX8" fmla="*/ 363082 w 453816"/>
              <a:gd name="connsiteY8" fmla="*/ 0 h 339653"/>
              <a:gd name="connsiteX9" fmla="*/ 354950 w 453816"/>
              <a:gd name="connsiteY9" fmla="*/ 17021 h 339653"/>
              <a:gd name="connsiteX10" fmla="*/ 368188 w 453816"/>
              <a:gd name="connsiteY10" fmla="*/ 31961 h 339653"/>
              <a:gd name="connsiteX11" fmla="*/ 367243 w 453816"/>
              <a:gd name="connsiteY11" fmla="*/ 53142 h 339653"/>
              <a:gd name="connsiteX12" fmla="*/ 352302 w 453816"/>
              <a:gd name="connsiteY12" fmla="*/ 32339 h 339653"/>
              <a:gd name="connsiteX13" fmla="*/ 339064 w 453816"/>
              <a:gd name="connsiteY13" fmla="*/ 27044 h 339653"/>
              <a:gd name="connsiteX14" fmla="*/ 327906 w 453816"/>
              <a:gd name="connsiteY14" fmla="*/ 32717 h 339653"/>
              <a:gd name="connsiteX15" fmla="*/ 318829 w 453816"/>
              <a:gd name="connsiteY15" fmla="*/ 50683 h 339653"/>
              <a:gd name="connsiteX16" fmla="*/ 295567 w 453816"/>
              <a:gd name="connsiteY16" fmla="*/ 47090 h 339653"/>
              <a:gd name="connsiteX17" fmla="*/ 218975 w 453816"/>
              <a:gd name="connsiteY17" fmla="*/ 90020 h 339653"/>
              <a:gd name="connsiteX18" fmla="*/ 178504 w 453816"/>
              <a:gd name="connsiteY18" fmla="*/ 65056 h 339653"/>
              <a:gd name="connsiteX19" fmla="*/ 152406 w 453816"/>
              <a:gd name="connsiteY19" fmla="*/ 61463 h 339653"/>
              <a:gd name="connsiteX20" fmla="*/ 119122 w 453816"/>
              <a:gd name="connsiteY20" fmla="*/ 67515 h 339653"/>
              <a:gd name="connsiteX21" fmla="*/ 116663 w 453816"/>
              <a:gd name="connsiteY21" fmla="*/ 60896 h 339653"/>
              <a:gd name="connsiteX22" fmla="*/ 91889 w 453816"/>
              <a:gd name="connsiteY22" fmla="*/ 41606 h 339653"/>
              <a:gd name="connsiteX23" fmla="*/ 70140 w 453816"/>
              <a:gd name="connsiteY23" fmla="*/ 68460 h 339653"/>
              <a:gd name="connsiteX24" fmla="*/ 68817 w 453816"/>
              <a:gd name="connsiteY24" fmla="*/ 71864 h 339653"/>
              <a:gd name="connsiteX25" fmla="*/ 66925 w 453816"/>
              <a:gd name="connsiteY25" fmla="*/ 77727 h 339653"/>
              <a:gd name="connsiteX26" fmla="*/ 41962 w 453816"/>
              <a:gd name="connsiteY26" fmla="*/ 61085 h 339653"/>
              <a:gd name="connsiteX27" fmla="*/ 4706 w 453816"/>
              <a:gd name="connsiteY27" fmla="*/ 66569 h 339653"/>
              <a:gd name="connsiteX28" fmla="*/ 14729 w 453816"/>
              <a:gd name="connsiteY28" fmla="*/ 82644 h 339653"/>
              <a:gd name="connsiteX29" fmla="*/ 36289 w 453816"/>
              <a:gd name="connsiteY29" fmla="*/ 79051 h 339653"/>
              <a:gd name="connsiteX30" fmla="*/ 51796 w 453816"/>
              <a:gd name="connsiteY30" fmla="*/ 89074 h 339653"/>
              <a:gd name="connsiteX31" fmla="*/ 27022 w 453816"/>
              <a:gd name="connsiteY31" fmla="*/ 91532 h 339653"/>
              <a:gd name="connsiteX32" fmla="*/ 16620 w 453816"/>
              <a:gd name="connsiteY32" fmla="*/ 99854 h 339653"/>
              <a:gd name="connsiteX33" fmla="*/ 16053 w 453816"/>
              <a:gd name="connsiteY33" fmla="*/ 113281 h 339653"/>
              <a:gd name="connsiteX34" fmla="*/ 26076 w 453816"/>
              <a:gd name="connsiteY34" fmla="*/ 129923 h 339653"/>
              <a:gd name="connsiteX35" fmla="*/ 11514 w 453816"/>
              <a:gd name="connsiteY35" fmla="*/ 148078 h 339653"/>
              <a:gd name="connsiteX36" fmla="*/ 17944 w 453816"/>
              <a:gd name="connsiteY36" fmla="*/ 249067 h 339653"/>
              <a:gd name="connsiteX37" fmla="*/ 186636 w 453816"/>
              <a:gd name="connsiteY37" fmla="*/ 339654 h 339653"/>
              <a:gd name="connsiteX38" fmla="*/ 228431 w 453816"/>
              <a:gd name="connsiteY38" fmla="*/ 328307 h 339653"/>
              <a:gd name="connsiteX39" fmla="*/ 238643 w 453816"/>
              <a:gd name="connsiteY39" fmla="*/ 319040 h 339653"/>
              <a:gd name="connsiteX40" fmla="*/ 248477 w 453816"/>
              <a:gd name="connsiteY40" fmla="*/ 325092 h 339653"/>
              <a:gd name="connsiteX41" fmla="*/ 276467 w 453816"/>
              <a:gd name="connsiteY41" fmla="*/ 330954 h 339653"/>
              <a:gd name="connsiteX42" fmla="*/ 444024 w 453816"/>
              <a:gd name="connsiteY42" fmla="*/ 213702 h 339653"/>
              <a:gd name="connsiteX43" fmla="*/ 451400 w 453816"/>
              <a:gd name="connsiteY43" fmla="*/ 150159 h 339653"/>
              <a:gd name="connsiteX44" fmla="*/ 334526 w 453816"/>
              <a:gd name="connsiteY44" fmla="*/ 80375 h 339653"/>
              <a:gd name="connsiteX45" fmla="*/ 334904 w 453816"/>
              <a:gd name="connsiteY45" fmla="*/ 68082 h 339653"/>
              <a:gd name="connsiteX46" fmla="*/ 341145 w 453816"/>
              <a:gd name="connsiteY46" fmla="*/ 47657 h 339653"/>
              <a:gd name="connsiteX47" fmla="*/ 357976 w 453816"/>
              <a:gd name="connsiteY47" fmla="*/ 77916 h 339653"/>
              <a:gd name="connsiteX48" fmla="*/ 351546 w 453816"/>
              <a:gd name="connsiteY48" fmla="*/ 88696 h 339653"/>
              <a:gd name="connsiteX49" fmla="*/ 367054 w 453816"/>
              <a:gd name="connsiteY49" fmla="*/ 99475 h 339653"/>
              <a:gd name="connsiteX50" fmla="*/ 376699 w 453816"/>
              <a:gd name="connsiteY50" fmla="*/ 82644 h 339653"/>
              <a:gd name="connsiteX51" fmla="*/ 411118 w 453816"/>
              <a:gd name="connsiteY51" fmla="*/ 79807 h 339653"/>
              <a:gd name="connsiteX52" fmla="*/ 397690 w 453816"/>
              <a:gd name="connsiteY52" fmla="*/ 93424 h 339653"/>
              <a:gd name="connsiteX53" fmla="*/ 381048 w 453816"/>
              <a:gd name="connsiteY53" fmla="*/ 99286 h 339653"/>
              <a:gd name="connsiteX54" fmla="*/ 395232 w 453816"/>
              <a:gd name="connsiteY54" fmla="*/ 109877 h 339653"/>
              <a:gd name="connsiteX55" fmla="*/ 411307 w 453816"/>
              <a:gd name="connsiteY55" fmla="*/ 128410 h 339653"/>
              <a:gd name="connsiteX56" fmla="*/ 410740 w 453816"/>
              <a:gd name="connsiteY56" fmla="*/ 129545 h 339653"/>
              <a:gd name="connsiteX57" fmla="*/ 374807 w 453816"/>
              <a:gd name="connsiteY57" fmla="*/ 113281 h 339653"/>
              <a:gd name="connsiteX58" fmla="*/ 366864 w 453816"/>
              <a:gd name="connsiteY58" fmla="*/ 109309 h 339653"/>
              <a:gd name="connsiteX59" fmla="*/ 361002 w 453816"/>
              <a:gd name="connsiteY59" fmla="*/ 115550 h 339653"/>
              <a:gd name="connsiteX60" fmla="*/ 339821 w 453816"/>
              <a:gd name="connsiteY60" fmla="*/ 133705 h 339653"/>
              <a:gd name="connsiteX61" fmla="*/ 340010 w 453816"/>
              <a:gd name="connsiteY61" fmla="*/ 104771 h 339653"/>
              <a:gd name="connsiteX62" fmla="*/ 341334 w 453816"/>
              <a:gd name="connsiteY62" fmla="*/ 96260 h 339653"/>
              <a:gd name="connsiteX63" fmla="*/ 333013 w 453816"/>
              <a:gd name="connsiteY63" fmla="*/ 94180 h 339653"/>
              <a:gd name="connsiteX64" fmla="*/ 299917 w 453816"/>
              <a:gd name="connsiteY64" fmla="*/ 75458 h 339653"/>
              <a:gd name="connsiteX65" fmla="*/ 322611 w 453816"/>
              <a:gd name="connsiteY65" fmla="*/ 76781 h 339653"/>
              <a:gd name="connsiteX66" fmla="*/ 334526 w 453816"/>
              <a:gd name="connsiteY66" fmla="*/ 80375 h 339653"/>
              <a:gd name="connsiteX67" fmla="*/ 68060 w 453816"/>
              <a:gd name="connsiteY67" fmla="*/ 109877 h 339653"/>
              <a:gd name="connsiteX68" fmla="*/ 76381 w 453816"/>
              <a:gd name="connsiteY68" fmla="*/ 125763 h 339653"/>
              <a:gd name="connsiteX69" fmla="*/ 93780 w 453816"/>
              <a:gd name="connsiteY69" fmla="*/ 118387 h 339653"/>
              <a:gd name="connsiteX70" fmla="*/ 81866 w 453816"/>
              <a:gd name="connsiteY70" fmla="*/ 96639 h 339653"/>
              <a:gd name="connsiteX71" fmla="*/ 86215 w 453816"/>
              <a:gd name="connsiteY71" fmla="*/ 79618 h 339653"/>
              <a:gd name="connsiteX72" fmla="*/ 87728 w 453816"/>
              <a:gd name="connsiteY72" fmla="*/ 75647 h 339653"/>
              <a:gd name="connsiteX73" fmla="*/ 94158 w 453816"/>
              <a:gd name="connsiteY73" fmla="*/ 60328 h 339653"/>
              <a:gd name="connsiteX74" fmla="*/ 99075 w 453816"/>
              <a:gd name="connsiteY74" fmla="*/ 68271 h 339653"/>
              <a:gd name="connsiteX75" fmla="*/ 104181 w 453816"/>
              <a:gd name="connsiteY75" fmla="*/ 85292 h 339653"/>
              <a:gd name="connsiteX76" fmla="*/ 113448 w 453816"/>
              <a:gd name="connsiteY76" fmla="*/ 84724 h 339653"/>
              <a:gd name="connsiteX77" fmla="*/ 117987 w 453816"/>
              <a:gd name="connsiteY77" fmla="*/ 93045 h 339653"/>
              <a:gd name="connsiteX78" fmla="*/ 117987 w 453816"/>
              <a:gd name="connsiteY78" fmla="*/ 93045 h 339653"/>
              <a:gd name="connsiteX79" fmla="*/ 138412 w 453816"/>
              <a:gd name="connsiteY79" fmla="*/ 87372 h 339653"/>
              <a:gd name="connsiteX80" fmla="*/ 138979 w 453816"/>
              <a:gd name="connsiteY80" fmla="*/ 88507 h 339653"/>
              <a:gd name="connsiteX81" fmla="*/ 107775 w 453816"/>
              <a:gd name="connsiteY81" fmla="*/ 113281 h 339653"/>
              <a:gd name="connsiteX82" fmla="*/ 100399 w 453816"/>
              <a:gd name="connsiteY82" fmla="*/ 118009 h 339653"/>
              <a:gd name="connsiteX83" fmla="*/ 103047 w 453816"/>
              <a:gd name="connsiteY83" fmla="*/ 126141 h 339653"/>
              <a:gd name="connsiteX84" fmla="*/ 108153 w 453816"/>
              <a:gd name="connsiteY84" fmla="*/ 153563 h 339653"/>
              <a:gd name="connsiteX85" fmla="*/ 83189 w 453816"/>
              <a:gd name="connsiteY85" fmla="*/ 138812 h 339653"/>
              <a:gd name="connsiteX86" fmla="*/ 76570 w 453816"/>
              <a:gd name="connsiteY86" fmla="*/ 133516 h 339653"/>
              <a:gd name="connsiteX87" fmla="*/ 70519 w 453816"/>
              <a:gd name="connsiteY87" fmla="*/ 139757 h 339653"/>
              <a:gd name="connsiteX88" fmla="*/ 37801 w 453816"/>
              <a:gd name="connsiteY88" fmla="*/ 159236 h 339653"/>
              <a:gd name="connsiteX89" fmla="*/ 50283 w 453816"/>
              <a:gd name="connsiteY89" fmla="*/ 140325 h 339653"/>
              <a:gd name="connsiteX90" fmla="*/ 60685 w 453816"/>
              <a:gd name="connsiteY90" fmla="*/ 130490 h 339653"/>
              <a:gd name="connsiteX91" fmla="*/ 47636 w 453816"/>
              <a:gd name="connsiteY91" fmla="*/ 124817 h 339653"/>
              <a:gd name="connsiteX92" fmla="*/ 34586 w 453816"/>
              <a:gd name="connsiteY92" fmla="*/ 109877 h 339653"/>
              <a:gd name="connsiteX93" fmla="*/ 67682 w 453816"/>
              <a:gd name="connsiteY93" fmla="*/ 110255 h 339653"/>
              <a:gd name="connsiteX94" fmla="*/ 217841 w 453816"/>
              <a:gd name="connsiteY94" fmla="*/ 312988 h 339653"/>
              <a:gd name="connsiteX95" fmla="*/ 33452 w 453816"/>
              <a:gd name="connsiteY95" fmla="*/ 238665 h 339653"/>
              <a:gd name="connsiteX96" fmla="*/ 21916 w 453816"/>
              <a:gd name="connsiteY96" fmla="*/ 172474 h 339653"/>
              <a:gd name="connsiteX97" fmla="*/ 23618 w 453816"/>
              <a:gd name="connsiteY97" fmla="*/ 174555 h 339653"/>
              <a:gd name="connsiteX98" fmla="*/ 34965 w 453816"/>
              <a:gd name="connsiteY98" fmla="*/ 179093 h 339653"/>
              <a:gd name="connsiteX99" fmla="*/ 39882 w 453816"/>
              <a:gd name="connsiteY99" fmla="*/ 178337 h 339653"/>
              <a:gd name="connsiteX100" fmla="*/ 78083 w 453816"/>
              <a:gd name="connsiteY100" fmla="*/ 158669 h 339653"/>
              <a:gd name="connsiteX101" fmla="*/ 106829 w 453816"/>
              <a:gd name="connsiteY101" fmla="*/ 172664 h 339653"/>
              <a:gd name="connsiteX102" fmla="*/ 119689 w 453816"/>
              <a:gd name="connsiteY102" fmla="*/ 170205 h 339653"/>
              <a:gd name="connsiteX103" fmla="*/ 126686 w 453816"/>
              <a:gd name="connsiteY103" fmla="*/ 159425 h 339653"/>
              <a:gd name="connsiteX104" fmla="*/ 123282 w 453816"/>
              <a:gd name="connsiteY104" fmla="*/ 126897 h 339653"/>
              <a:gd name="connsiteX105" fmla="*/ 154865 w 453816"/>
              <a:gd name="connsiteY105" fmla="*/ 99286 h 339653"/>
              <a:gd name="connsiteX106" fmla="*/ 156756 w 453816"/>
              <a:gd name="connsiteY106" fmla="*/ 81509 h 339653"/>
              <a:gd name="connsiteX107" fmla="*/ 156567 w 453816"/>
              <a:gd name="connsiteY107" fmla="*/ 81131 h 339653"/>
              <a:gd name="connsiteX108" fmla="*/ 173209 w 453816"/>
              <a:gd name="connsiteY108" fmla="*/ 83590 h 339653"/>
              <a:gd name="connsiteX109" fmla="*/ 214247 w 453816"/>
              <a:gd name="connsiteY109" fmla="*/ 114416 h 339653"/>
              <a:gd name="connsiteX110" fmla="*/ 217651 w 453816"/>
              <a:gd name="connsiteY110" fmla="*/ 313177 h 339653"/>
              <a:gd name="connsiteX111" fmla="*/ 427004 w 453816"/>
              <a:gd name="connsiteY111" fmla="*/ 205948 h 339653"/>
              <a:gd name="connsiteX112" fmla="*/ 256609 w 453816"/>
              <a:gd name="connsiteY112" fmla="*/ 308260 h 339653"/>
              <a:gd name="connsiteX113" fmla="*/ 249234 w 453816"/>
              <a:gd name="connsiteY113" fmla="*/ 303532 h 339653"/>
              <a:gd name="connsiteX114" fmla="*/ 263229 w 453816"/>
              <a:gd name="connsiteY114" fmla="*/ 216349 h 339653"/>
              <a:gd name="connsiteX115" fmla="*/ 267767 w 453816"/>
              <a:gd name="connsiteY115" fmla="*/ 218619 h 339653"/>
              <a:gd name="connsiteX116" fmla="*/ 279871 w 453816"/>
              <a:gd name="connsiteY116" fmla="*/ 193088 h 339653"/>
              <a:gd name="connsiteX117" fmla="*/ 262850 w 453816"/>
              <a:gd name="connsiteY117" fmla="*/ 184956 h 339653"/>
              <a:gd name="connsiteX118" fmla="*/ 260392 w 453816"/>
              <a:gd name="connsiteY118" fmla="*/ 190062 h 339653"/>
              <a:gd name="connsiteX119" fmla="*/ 253773 w 453816"/>
              <a:gd name="connsiteY119" fmla="*/ 159236 h 339653"/>
              <a:gd name="connsiteX120" fmla="*/ 265876 w 453816"/>
              <a:gd name="connsiteY120" fmla="*/ 134273 h 339653"/>
              <a:gd name="connsiteX121" fmla="*/ 248856 w 453816"/>
              <a:gd name="connsiteY121" fmla="*/ 125952 h 339653"/>
              <a:gd name="connsiteX122" fmla="*/ 245073 w 453816"/>
              <a:gd name="connsiteY122" fmla="*/ 133705 h 339653"/>
              <a:gd name="connsiteX123" fmla="*/ 231268 w 453816"/>
              <a:gd name="connsiteY123" fmla="*/ 106473 h 339653"/>
              <a:gd name="connsiteX124" fmla="*/ 280249 w 453816"/>
              <a:gd name="connsiteY124" fmla="*/ 68649 h 339653"/>
              <a:gd name="connsiteX125" fmla="*/ 278925 w 453816"/>
              <a:gd name="connsiteY125" fmla="*/ 71108 h 339653"/>
              <a:gd name="connsiteX126" fmla="*/ 283842 w 453816"/>
              <a:gd name="connsiteY126" fmla="*/ 86994 h 339653"/>
              <a:gd name="connsiteX127" fmla="*/ 319964 w 453816"/>
              <a:gd name="connsiteY127" fmla="*/ 110255 h 339653"/>
              <a:gd name="connsiteX128" fmla="*/ 322233 w 453816"/>
              <a:gd name="connsiteY128" fmla="*/ 142216 h 339653"/>
              <a:gd name="connsiteX129" fmla="*/ 330743 w 453816"/>
              <a:gd name="connsiteY129" fmla="*/ 152050 h 339653"/>
              <a:gd name="connsiteX130" fmla="*/ 337930 w 453816"/>
              <a:gd name="connsiteY130" fmla="*/ 153752 h 339653"/>
              <a:gd name="connsiteX131" fmla="*/ 343603 w 453816"/>
              <a:gd name="connsiteY131" fmla="*/ 152806 h 339653"/>
              <a:gd name="connsiteX132" fmla="*/ 369890 w 453816"/>
              <a:gd name="connsiteY132" fmla="*/ 133705 h 339653"/>
              <a:gd name="connsiteX133" fmla="*/ 408848 w 453816"/>
              <a:gd name="connsiteY133" fmla="*/ 148835 h 339653"/>
              <a:gd name="connsiteX134" fmla="*/ 424545 w 453816"/>
              <a:gd name="connsiteY134" fmla="*/ 142027 h 339653"/>
              <a:gd name="connsiteX135" fmla="*/ 426247 w 453816"/>
              <a:gd name="connsiteY135" fmla="*/ 139568 h 339653"/>
              <a:gd name="connsiteX136" fmla="*/ 432488 w 453816"/>
              <a:gd name="connsiteY136" fmla="*/ 155265 h 339653"/>
              <a:gd name="connsiteX137" fmla="*/ 426436 w 453816"/>
              <a:gd name="connsiteY137" fmla="*/ 206326 h 339653"/>
              <a:gd name="connsiteX138" fmla="*/ 322422 w 453816"/>
              <a:gd name="connsiteY138" fmla="*/ 192143 h 339653"/>
              <a:gd name="connsiteX139" fmla="*/ 305402 w 453816"/>
              <a:gd name="connsiteY139" fmla="*/ 183821 h 339653"/>
              <a:gd name="connsiteX140" fmla="*/ 317694 w 453816"/>
              <a:gd name="connsiteY140" fmla="*/ 158480 h 339653"/>
              <a:gd name="connsiteX141" fmla="*/ 334715 w 453816"/>
              <a:gd name="connsiteY141" fmla="*/ 166801 h 339653"/>
              <a:gd name="connsiteX142" fmla="*/ 322422 w 453816"/>
              <a:gd name="connsiteY142" fmla="*/ 192143 h 339653"/>
              <a:gd name="connsiteX143" fmla="*/ 386154 w 453816"/>
              <a:gd name="connsiteY143" fmla="*/ 191008 h 339653"/>
              <a:gd name="connsiteX144" fmla="*/ 403175 w 453816"/>
              <a:gd name="connsiteY144" fmla="*/ 199329 h 339653"/>
              <a:gd name="connsiteX145" fmla="*/ 390693 w 453816"/>
              <a:gd name="connsiteY145" fmla="*/ 224671 h 339653"/>
              <a:gd name="connsiteX146" fmla="*/ 373673 w 453816"/>
              <a:gd name="connsiteY146" fmla="*/ 216349 h 339653"/>
              <a:gd name="connsiteX147" fmla="*/ 386154 w 453816"/>
              <a:gd name="connsiteY147" fmla="*/ 191008 h 339653"/>
              <a:gd name="connsiteX148" fmla="*/ 331500 w 453816"/>
              <a:gd name="connsiteY148" fmla="*/ 217295 h 339653"/>
              <a:gd name="connsiteX149" fmla="*/ 348520 w 453816"/>
              <a:gd name="connsiteY149" fmla="*/ 225427 h 339653"/>
              <a:gd name="connsiteX150" fmla="*/ 336417 w 453816"/>
              <a:gd name="connsiteY150" fmla="*/ 250958 h 339653"/>
              <a:gd name="connsiteX151" fmla="*/ 319396 w 453816"/>
              <a:gd name="connsiteY151" fmla="*/ 242826 h 339653"/>
              <a:gd name="connsiteX152" fmla="*/ 331500 w 453816"/>
              <a:gd name="connsiteY152" fmla="*/ 217295 h 339653"/>
              <a:gd name="connsiteX153" fmla="*/ 272873 w 453816"/>
              <a:gd name="connsiteY153" fmla="*/ 252282 h 339653"/>
              <a:gd name="connsiteX154" fmla="*/ 289894 w 453816"/>
              <a:gd name="connsiteY154" fmla="*/ 260414 h 339653"/>
              <a:gd name="connsiteX155" fmla="*/ 277791 w 453816"/>
              <a:gd name="connsiteY155" fmla="*/ 285944 h 339653"/>
              <a:gd name="connsiteX156" fmla="*/ 260770 w 453816"/>
              <a:gd name="connsiteY156" fmla="*/ 277812 h 339653"/>
              <a:gd name="connsiteX157" fmla="*/ 272873 w 453816"/>
              <a:gd name="connsiteY157" fmla="*/ 252282 h 339653"/>
              <a:gd name="connsiteX158" fmla="*/ 134440 w 453816"/>
              <a:gd name="connsiteY158" fmla="*/ 174366 h 339653"/>
              <a:gd name="connsiteX159" fmla="*/ 150326 w 453816"/>
              <a:gd name="connsiteY159" fmla="*/ 197816 h 339653"/>
              <a:gd name="connsiteX160" fmla="*/ 134629 w 453816"/>
              <a:gd name="connsiteY160" fmla="*/ 208407 h 339653"/>
              <a:gd name="connsiteX161" fmla="*/ 118743 w 453816"/>
              <a:gd name="connsiteY161" fmla="*/ 184956 h 339653"/>
              <a:gd name="connsiteX162" fmla="*/ 134440 w 453816"/>
              <a:gd name="connsiteY162" fmla="*/ 174366 h 339653"/>
              <a:gd name="connsiteX163" fmla="*/ 196849 w 453816"/>
              <a:gd name="connsiteY163" fmla="*/ 131625 h 339653"/>
              <a:gd name="connsiteX164" fmla="*/ 212734 w 453816"/>
              <a:gd name="connsiteY164" fmla="*/ 155076 h 339653"/>
              <a:gd name="connsiteX165" fmla="*/ 197038 w 453816"/>
              <a:gd name="connsiteY165" fmla="*/ 165666 h 339653"/>
              <a:gd name="connsiteX166" fmla="*/ 181152 w 453816"/>
              <a:gd name="connsiteY166" fmla="*/ 142216 h 339653"/>
              <a:gd name="connsiteX167" fmla="*/ 196849 w 453816"/>
              <a:gd name="connsiteY167" fmla="*/ 131625 h 339653"/>
              <a:gd name="connsiteX168" fmla="*/ 71842 w 453816"/>
              <a:gd name="connsiteY168" fmla="*/ 217484 h 339653"/>
              <a:gd name="connsiteX169" fmla="*/ 87728 w 453816"/>
              <a:gd name="connsiteY169" fmla="*/ 240935 h 339653"/>
              <a:gd name="connsiteX170" fmla="*/ 72032 w 453816"/>
              <a:gd name="connsiteY170" fmla="*/ 251525 h 339653"/>
              <a:gd name="connsiteX171" fmla="*/ 56146 w 453816"/>
              <a:gd name="connsiteY171" fmla="*/ 228075 h 339653"/>
              <a:gd name="connsiteX172" fmla="*/ 71842 w 453816"/>
              <a:gd name="connsiteY172" fmla="*/ 217484 h 339653"/>
              <a:gd name="connsiteX173" fmla="*/ 192499 w 453816"/>
              <a:gd name="connsiteY173" fmla="*/ 226184 h 339653"/>
              <a:gd name="connsiteX174" fmla="*/ 176424 w 453816"/>
              <a:gd name="connsiteY174" fmla="*/ 202733 h 339653"/>
              <a:gd name="connsiteX175" fmla="*/ 191932 w 453816"/>
              <a:gd name="connsiteY175" fmla="*/ 191953 h 339653"/>
              <a:gd name="connsiteX176" fmla="*/ 208006 w 453816"/>
              <a:gd name="connsiteY176" fmla="*/ 215404 h 339653"/>
              <a:gd name="connsiteX177" fmla="*/ 192499 w 453816"/>
              <a:gd name="connsiteY177" fmla="*/ 226184 h 339653"/>
              <a:gd name="connsiteX178" fmla="*/ 129712 w 453816"/>
              <a:gd name="connsiteY178" fmla="*/ 234883 h 339653"/>
              <a:gd name="connsiteX179" fmla="*/ 145787 w 453816"/>
              <a:gd name="connsiteY179" fmla="*/ 258333 h 339653"/>
              <a:gd name="connsiteX180" fmla="*/ 130279 w 453816"/>
              <a:gd name="connsiteY180" fmla="*/ 269113 h 339653"/>
              <a:gd name="connsiteX181" fmla="*/ 114205 w 453816"/>
              <a:gd name="connsiteY181" fmla="*/ 245663 h 339653"/>
              <a:gd name="connsiteX182" fmla="*/ 129712 w 453816"/>
              <a:gd name="connsiteY182" fmla="*/ 234883 h 339653"/>
              <a:gd name="connsiteX183" fmla="*/ 193066 w 453816"/>
              <a:gd name="connsiteY183" fmla="*/ 260225 h 339653"/>
              <a:gd name="connsiteX184" fmla="*/ 209141 w 453816"/>
              <a:gd name="connsiteY184" fmla="*/ 283675 h 339653"/>
              <a:gd name="connsiteX185" fmla="*/ 193634 w 453816"/>
              <a:gd name="connsiteY185" fmla="*/ 294455 h 339653"/>
              <a:gd name="connsiteX186" fmla="*/ 177559 w 453816"/>
              <a:gd name="connsiteY186" fmla="*/ 271004 h 339653"/>
              <a:gd name="connsiteX187" fmla="*/ 193066 w 453816"/>
              <a:gd name="connsiteY187" fmla="*/ 260225 h 339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453816" h="339653">
                <a:moveTo>
                  <a:pt x="451400" y="150537"/>
                </a:moveTo>
                <a:cubicBezTo>
                  <a:pt x="449508" y="142216"/>
                  <a:pt x="446104" y="134273"/>
                  <a:pt x="441376" y="126141"/>
                </a:cubicBezTo>
                <a:cubicBezTo>
                  <a:pt x="435703" y="116496"/>
                  <a:pt x="427949" y="108175"/>
                  <a:pt x="419061" y="100610"/>
                </a:cubicBezTo>
                <a:cubicBezTo>
                  <a:pt x="423410" y="95882"/>
                  <a:pt x="427382" y="90398"/>
                  <a:pt x="429651" y="83779"/>
                </a:cubicBezTo>
                <a:cubicBezTo>
                  <a:pt x="431164" y="79429"/>
                  <a:pt x="430975" y="74512"/>
                  <a:pt x="428895" y="70541"/>
                </a:cubicBezTo>
                <a:cubicBezTo>
                  <a:pt x="426814" y="66569"/>
                  <a:pt x="423221" y="63354"/>
                  <a:pt x="418682" y="62219"/>
                </a:cubicBezTo>
                <a:cubicBezTo>
                  <a:pt x="407525" y="59004"/>
                  <a:pt x="395043" y="59761"/>
                  <a:pt x="384641" y="61463"/>
                </a:cubicBezTo>
                <a:cubicBezTo>
                  <a:pt x="387856" y="50305"/>
                  <a:pt x="389558" y="38202"/>
                  <a:pt x="386533" y="27233"/>
                </a:cubicBezTo>
                <a:cubicBezTo>
                  <a:pt x="383318" y="15318"/>
                  <a:pt x="375375" y="5863"/>
                  <a:pt x="363082" y="0"/>
                </a:cubicBezTo>
                <a:lnTo>
                  <a:pt x="354950" y="17021"/>
                </a:lnTo>
                <a:cubicBezTo>
                  <a:pt x="362137" y="20425"/>
                  <a:pt x="366486" y="25342"/>
                  <a:pt x="368188" y="31961"/>
                </a:cubicBezTo>
                <a:cubicBezTo>
                  <a:pt x="369890" y="38202"/>
                  <a:pt x="369134" y="45766"/>
                  <a:pt x="367243" y="53142"/>
                </a:cubicBezTo>
                <a:cubicBezTo>
                  <a:pt x="362326" y="44442"/>
                  <a:pt x="356841" y="36878"/>
                  <a:pt x="352302" y="32339"/>
                </a:cubicBezTo>
                <a:cubicBezTo>
                  <a:pt x="348709" y="28746"/>
                  <a:pt x="343981" y="26665"/>
                  <a:pt x="339064" y="27044"/>
                </a:cubicBezTo>
                <a:cubicBezTo>
                  <a:pt x="334715" y="27233"/>
                  <a:pt x="330743" y="29313"/>
                  <a:pt x="327906" y="32717"/>
                </a:cubicBezTo>
                <a:cubicBezTo>
                  <a:pt x="323746" y="37823"/>
                  <a:pt x="320909" y="44253"/>
                  <a:pt x="318829" y="50683"/>
                </a:cubicBezTo>
                <a:cubicBezTo>
                  <a:pt x="311453" y="48792"/>
                  <a:pt x="303699" y="47468"/>
                  <a:pt x="295567" y="47090"/>
                </a:cubicBezTo>
                <a:cubicBezTo>
                  <a:pt x="263418" y="48414"/>
                  <a:pt x="236185" y="63921"/>
                  <a:pt x="218975" y="90020"/>
                </a:cubicBezTo>
                <a:cubicBezTo>
                  <a:pt x="207628" y="78294"/>
                  <a:pt x="193634" y="69595"/>
                  <a:pt x="178504" y="65056"/>
                </a:cubicBezTo>
                <a:cubicBezTo>
                  <a:pt x="170372" y="62598"/>
                  <a:pt x="161862" y="61463"/>
                  <a:pt x="152406" y="61463"/>
                </a:cubicBezTo>
                <a:cubicBezTo>
                  <a:pt x="141248" y="61463"/>
                  <a:pt x="130090" y="63543"/>
                  <a:pt x="119122" y="67515"/>
                </a:cubicBezTo>
                <a:cubicBezTo>
                  <a:pt x="118365" y="65434"/>
                  <a:pt x="117798" y="63354"/>
                  <a:pt x="116663" y="60896"/>
                </a:cubicBezTo>
                <a:cubicBezTo>
                  <a:pt x="110990" y="46523"/>
                  <a:pt x="101912" y="39525"/>
                  <a:pt x="91889" y="41606"/>
                </a:cubicBezTo>
                <a:cubicBezTo>
                  <a:pt x="79596" y="44253"/>
                  <a:pt x="73923" y="58815"/>
                  <a:pt x="70140" y="68460"/>
                </a:cubicBezTo>
                <a:lnTo>
                  <a:pt x="68817" y="71864"/>
                </a:lnTo>
                <a:cubicBezTo>
                  <a:pt x="68817" y="71864"/>
                  <a:pt x="68060" y="74323"/>
                  <a:pt x="66925" y="77727"/>
                </a:cubicBezTo>
                <a:cubicBezTo>
                  <a:pt x="59739" y="70351"/>
                  <a:pt x="51418" y="64111"/>
                  <a:pt x="41962" y="61085"/>
                </a:cubicBezTo>
                <a:cubicBezTo>
                  <a:pt x="29291" y="57113"/>
                  <a:pt x="16809" y="59004"/>
                  <a:pt x="4706" y="66569"/>
                </a:cubicBezTo>
                <a:lnTo>
                  <a:pt x="14729" y="82644"/>
                </a:lnTo>
                <a:cubicBezTo>
                  <a:pt x="22105" y="77916"/>
                  <a:pt x="29102" y="76781"/>
                  <a:pt x="36289" y="79051"/>
                </a:cubicBezTo>
                <a:cubicBezTo>
                  <a:pt x="41773" y="80753"/>
                  <a:pt x="47068" y="84535"/>
                  <a:pt x="51796" y="89074"/>
                </a:cubicBezTo>
                <a:cubicBezTo>
                  <a:pt x="42151" y="89074"/>
                  <a:pt x="33074" y="90020"/>
                  <a:pt x="27022" y="91532"/>
                </a:cubicBezTo>
                <a:cubicBezTo>
                  <a:pt x="22483" y="92667"/>
                  <a:pt x="18701" y="95693"/>
                  <a:pt x="16620" y="99854"/>
                </a:cubicBezTo>
                <a:cubicBezTo>
                  <a:pt x="14540" y="104014"/>
                  <a:pt x="14162" y="108931"/>
                  <a:pt x="16053" y="113281"/>
                </a:cubicBezTo>
                <a:cubicBezTo>
                  <a:pt x="18512" y="119711"/>
                  <a:pt x="22105" y="125195"/>
                  <a:pt x="26076" y="129923"/>
                </a:cubicBezTo>
                <a:cubicBezTo>
                  <a:pt x="20781" y="135408"/>
                  <a:pt x="15864" y="141270"/>
                  <a:pt x="11514" y="148078"/>
                </a:cubicBezTo>
                <a:cubicBezTo>
                  <a:pt x="-5885" y="180985"/>
                  <a:pt x="-3426" y="217673"/>
                  <a:pt x="17944" y="249067"/>
                </a:cubicBezTo>
                <a:cubicBezTo>
                  <a:pt x="48203" y="292942"/>
                  <a:pt x="127821" y="339654"/>
                  <a:pt x="186636" y="339654"/>
                </a:cubicBezTo>
                <a:cubicBezTo>
                  <a:pt x="202522" y="339654"/>
                  <a:pt x="217084" y="336249"/>
                  <a:pt x="228431" y="328307"/>
                </a:cubicBezTo>
                <a:cubicBezTo>
                  <a:pt x="232213" y="325659"/>
                  <a:pt x="235617" y="322633"/>
                  <a:pt x="238643" y="319040"/>
                </a:cubicBezTo>
                <a:cubicBezTo>
                  <a:pt x="241858" y="321498"/>
                  <a:pt x="245073" y="323579"/>
                  <a:pt x="248477" y="325092"/>
                </a:cubicBezTo>
                <a:cubicBezTo>
                  <a:pt x="256988" y="329063"/>
                  <a:pt x="266444" y="330954"/>
                  <a:pt x="276467" y="330954"/>
                </a:cubicBezTo>
                <a:cubicBezTo>
                  <a:pt x="336606" y="330954"/>
                  <a:pt x="419061" y="266087"/>
                  <a:pt x="444024" y="213702"/>
                </a:cubicBezTo>
                <a:cubicBezTo>
                  <a:pt x="453669" y="193466"/>
                  <a:pt x="456317" y="170961"/>
                  <a:pt x="451400" y="150159"/>
                </a:cubicBezTo>
                <a:close/>
                <a:moveTo>
                  <a:pt x="334526" y="80375"/>
                </a:moveTo>
                <a:lnTo>
                  <a:pt x="334904" y="68082"/>
                </a:lnTo>
                <a:cubicBezTo>
                  <a:pt x="334904" y="60896"/>
                  <a:pt x="337362" y="53709"/>
                  <a:pt x="341145" y="47657"/>
                </a:cubicBezTo>
                <a:cubicBezTo>
                  <a:pt x="347007" y="54276"/>
                  <a:pt x="354194" y="66380"/>
                  <a:pt x="357976" y="77916"/>
                </a:cubicBezTo>
                <a:cubicBezTo>
                  <a:pt x="355517" y="82455"/>
                  <a:pt x="353248" y="86237"/>
                  <a:pt x="351546" y="88696"/>
                </a:cubicBezTo>
                <a:lnTo>
                  <a:pt x="367054" y="99475"/>
                </a:lnTo>
                <a:cubicBezTo>
                  <a:pt x="367054" y="99475"/>
                  <a:pt x="371971" y="92100"/>
                  <a:pt x="376699" y="82644"/>
                </a:cubicBezTo>
                <a:cubicBezTo>
                  <a:pt x="385776" y="80185"/>
                  <a:pt x="399960" y="77538"/>
                  <a:pt x="411118" y="79807"/>
                </a:cubicBezTo>
                <a:cubicBezTo>
                  <a:pt x="408092" y="86426"/>
                  <a:pt x="403175" y="91532"/>
                  <a:pt x="397690" y="93424"/>
                </a:cubicBezTo>
                <a:lnTo>
                  <a:pt x="381048" y="99286"/>
                </a:lnTo>
                <a:lnTo>
                  <a:pt x="395232" y="109877"/>
                </a:lnTo>
                <a:cubicBezTo>
                  <a:pt x="402986" y="115739"/>
                  <a:pt x="409037" y="123115"/>
                  <a:pt x="411307" y="128410"/>
                </a:cubicBezTo>
                <a:cubicBezTo>
                  <a:pt x="411307" y="128788"/>
                  <a:pt x="411118" y="129167"/>
                  <a:pt x="410740" y="129545"/>
                </a:cubicBezTo>
                <a:cubicBezTo>
                  <a:pt x="401662" y="127843"/>
                  <a:pt x="387478" y="122737"/>
                  <a:pt x="374807" y="113281"/>
                </a:cubicBezTo>
                <a:lnTo>
                  <a:pt x="366864" y="109309"/>
                </a:lnTo>
                <a:lnTo>
                  <a:pt x="361002" y="115550"/>
                </a:lnTo>
                <a:cubicBezTo>
                  <a:pt x="355139" y="121980"/>
                  <a:pt x="347953" y="129923"/>
                  <a:pt x="339821" y="133705"/>
                </a:cubicBezTo>
                <a:cubicBezTo>
                  <a:pt x="337173" y="123871"/>
                  <a:pt x="338686" y="113281"/>
                  <a:pt x="340010" y="104771"/>
                </a:cubicBezTo>
                <a:lnTo>
                  <a:pt x="341334" y="96260"/>
                </a:lnTo>
                <a:lnTo>
                  <a:pt x="333013" y="94180"/>
                </a:lnTo>
                <a:cubicBezTo>
                  <a:pt x="319207" y="90587"/>
                  <a:pt x="307104" y="81888"/>
                  <a:pt x="299917" y="75458"/>
                </a:cubicBezTo>
                <a:cubicBezTo>
                  <a:pt x="305402" y="74323"/>
                  <a:pt x="313155" y="73945"/>
                  <a:pt x="322611" y="76781"/>
                </a:cubicBezTo>
                <a:lnTo>
                  <a:pt x="334526" y="80375"/>
                </a:lnTo>
                <a:close/>
                <a:moveTo>
                  <a:pt x="68060" y="109877"/>
                </a:moveTo>
                <a:cubicBezTo>
                  <a:pt x="72032" y="116118"/>
                  <a:pt x="74868" y="122169"/>
                  <a:pt x="76381" y="125763"/>
                </a:cubicBezTo>
                <a:lnTo>
                  <a:pt x="93780" y="118387"/>
                </a:lnTo>
                <a:cubicBezTo>
                  <a:pt x="93780" y="118387"/>
                  <a:pt x="89052" y="107797"/>
                  <a:pt x="81866" y="96639"/>
                </a:cubicBezTo>
                <a:cubicBezTo>
                  <a:pt x="83379" y="90587"/>
                  <a:pt x="85837" y="80942"/>
                  <a:pt x="86215" y="79618"/>
                </a:cubicBezTo>
                <a:lnTo>
                  <a:pt x="87728" y="75647"/>
                </a:lnTo>
                <a:cubicBezTo>
                  <a:pt x="89052" y="72243"/>
                  <a:pt x="93213" y="61841"/>
                  <a:pt x="94158" y="60328"/>
                </a:cubicBezTo>
                <a:cubicBezTo>
                  <a:pt x="95104" y="60896"/>
                  <a:pt x="97373" y="63732"/>
                  <a:pt x="99075" y="68271"/>
                </a:cubicBezTo>
                <a:cubicBezTo>
                  <a:pt x="99832" y="70541"/>
                  <a:pt x="103803" y="82833"/>
                  <a:pt x="104181" y="85292"/>
                </a:cubicBezTo>
                <a:lnTo>
                  <a:pt x="113448" y="84724"/>
                </a:lnTo>
                <a:lnTo>
                  <a:pt x="117987" y="93045"/>
                </a:lnTo>
                <a:lnTo>
                  <a:pt x="117987" y="93045"/>
                </a:lnTo>
                <a:cubicBezTo>
                  <a:pt x="126119" y="88507"/>
                  <a:pt x="133305" y="86805"/>
                  <a:pt x="138412" y="87372"/>
                </a:cubicBezTo>
                <a:cubicBezTo>
                  <a:pt x="138601" y="87561"/>
                  <a:pt x="138790" y="88128"/>
                  <a:pt x="138979" y="88507"/>
                </a:cubicBezTo>
                <a:cubicBezTo>
                  <a:pt x="133116" y="95504"/>
                  <a:pt x="121958" y="107229"/>
                  <a:pt x="107775" y="113281"/>
                </a:cubicBezTo>
                <a:lnTo>
                  <a:pt x="100399" y="118009"/>
                </a:lnTo>
                <a:lnTo>
                  <a:pt x="103047" y="126141"/>
                </a:lnTo>
                <a:cubicBezTo>
                  <a:pt x="105694" y="134462"/>
                  <a:pt x="108909" y="144674"/>
                  <a:pt x="108153" y="153563"/>
                </a:cubicBezTo>
                <a:cubicBezTo>
                  <a:pt x="98319" y="150915"/>
                  <a:pt x="89998" y="144296"/>
                  <a:pt x="83189" y="138812"/>
                </a:cubicBezTo>
                <a:lnTo>
                  <a:pt x="76570" y="133516"/>
                </a:lnTo>
                <a:lnTo>
                  <a:pt x="70519" y="139757"/>
                </a:lnTo>
                <a:cubicBezTo>
                  <a:pt x="60874" y="149591"/>
                  <a:pt x="48014" y="155643"/>
                  <a:pt x="37801" y="159236"/>
                </a:cubicBezTo>
                <a:cubicBezTo>
                  <a:pt x="39503" y="153941"/>
                  <a:pt x="43097" y="147133"/>
                  <a:pt x="50283" y="140325"/>
                </a:cubicBezTo>
                <a:lnTo>
                  <a:pt x="60685" y="130490"/>
                </a:lnTo>
                <a:lnTo>
                  <a:pt x="47636" y="124817"/>
                </a:lnTo>
                <a:cubicBezTo>
                  <a:pt x="42908" y="122737"/>
                  <a:pt x="37991" y="116874"/>
                  <a:pt x="34586" y="109877"/>
                </a:cubicBezTo>
                <a:cubicBezTo>
                  <a:pt x="43097" y="108364"/>
                  <a:pt x="56335" y="107986"/>
                  <a:pt x="67682" y="110255"/>
                </a:cubicBezTo>
                <a:close/>
                <a:moveTo>
                  <a:pt x="217841" y="312988"/>
                </a:moveTo>
                <a:cubicBezTo>
                  <a:pt x="177937" y="340410"/>
                  <a:pt x="69195" y="290483"/>
                  <a:pt x="33452" y="238665"/>
                </a:cubicBezTo>
                <a:cubicBezTo>
                  <a:pt x="19079" y="217673"/>
                  <a:pt x="15297" y="194601"/>
                  <a:pt x="21916" y="172474"/>
                </a:cubicBezTo>
                <a:cubicBezTo>
                  <a:pt x="22483" y="173231"/>
                  <a:pt x="22861" y="173798"/>
                  <a:pt x="23618" y="174555"/>
                </a:cubicBezTo>
                <a:cubicBezTo>
                  <a:pt x="26833" y="177581"/>
                  <a:pt x="30804" y="179093"/>
                  <a:pt x="34965" y="179093"/>
                </a:cubicBezTo>
                <a:cubicBezTo>
                  <a:pt x="36667" y="179093"/>
                  <a:pt x="38180" y="178904"/>
                  <a:pt x="39882" y="178337"/>
                </a:cubicBezTo>
                <a:cubicBezTo>
                  <a:pt x="50851" y="174933"/>
                  <a:pt x="65602" y="169070"/>
                  <a:pt x="78083" y="158669"/>
                </a:cubicBezTo>
                <a:cubicBezTo>
                  <a:pt x="85648" y="164342"/>
                  <a:pt x="95104" y="170205"/>
                  <a:pt x="106829" y="172664"/>
                </a:cubicBezTo>
                <a:cubicBezTo>
                  <a:pt x="111368" y="173609"/>
                  <a:pt x="115907" y="172664"/>
                  <a:pt x="119689" y="170205"/>
                </a:cubicBezTo>
                <a:cubicBezTo>
                  <a:pt x="123471" y="167746"/>
                  <a:pt x="125930" y="163775"/>
                  <a:pt x="126686" y="159425"/>
                </a:cubicBezTo>
                <a:cubicBezTo>
                  <a:pt x="128767" y="148457"/>
                  <a:pt x="126308" y="137110"/>
                  <a:pt x="123282" y="126897"/>
                </a:cubicBezTo>
                <a:cubicBezTo>
                  <a:pt x="137277" y="119144"/>
                  <a:pt x="147867" y="107986"/>
                  <a:pt x="154865" y="99286"/>
                </a:cubicBezTo>
                <a:cubicBezTo>
                  <a:pt x="158647" y="94747"/>
                  <a:pt x="159403" y="88128"/>
                  <a:pt x="156756" y="81509"/>
                </a:cubicBezTo>
                <a:cubicBezTo>
                  <a:pt x="156756" y="81509"/>
                  <a:pt x="156756" y="81320"/>
                  <a:pt x="156567" y="81131"/>
                </a:cubicBezTo>
                <a:cubicBezTo>
                  <a:pt x="162429" y="81509"/>
                  <a:pt x="167914" y="82077"/>
                  <a:pt x="173209" y="83590"/>
                </a:cubicBezTo>
                <a:cubicBezTo>
                  <a:pt x="189473" y="88507"/>
                  <a:pt x="204035" y="99475"/>
                  <a:pt x="214247" y="114416"/>
                </a:cubicBezTo>
                <a:cubicBezTo>
                  <a:pt x="249990" y="166234"/>
                  <a:pt x="257555" y="285755"/>
                  <a:pt x="217651" y="313177"/>
                </a:cubicBezTo>
                <a:close/>
                <a:moveTo>
                  <a:pt x="427004" y="205948"/>
                </a:moveTo>
                <a:cubicBezTo>
                  <a:pt x="399960" y="262683"/>
                  <a:pt x="300295" y="329252"/>
                  <a:pt x="256609" y="308260"/>
                </a:cubicBezTo>
                <a:cubicBezTo>
                  <a:pt x="254151" y="307125"/>
                  <a:pt x="251692" y="305423"/>
                  <a:pt x="249234" y="303532"/>
                </a:cubicBezTo>
                <a:cubicBezTo>
                  <a:pt x="261148" y="280649"/>
                  <a:pt x="265120" y="248878"/>
                  <a:pt x="263229" y="216349"/>
                </a:cubicBezTo>
                <a:lnTo>
                  <a:pt x="267767" y="218619"/>
                </a:lnTo>
                <a:lnTo>
                  <a:pt x="279871" y="193088"/>
                </a:lnTo>
                <a:lnTo>
                  <a:pt x="262850" y="184956"/>
                </a:lnTo>
                <a:lnTo>
                  <a:pt x="260392" y="190062"/>
                </a:lnTo>
                <a:cubicBezTo>
                  <a:pt x="258690" y="179472"/>
                  <a:pt x="256609" y="169259"/>
                  <a:pt x="253773" y="159236"/>
                </a:cubicBezTo>
                <a:lnTo>
                  <a:pt x="265876" y="134273"/>
                </a:lnTo>
                <a:lnTo>
                  <a:pt x="248856" y="125952"/>
                </a:lnTo>
                <a:lnTo>
                  <a:pt x="245073" y="133705"/>
                </a:lnTo>
                <a:cubicBezTo>
                  <a:pt x="240913" y="123493"/>
                  <a:pt x="236374" y="114226"/>
                  <a:pt x="231268" y="106473"/>
                </a:cubicBezTo>
                <a:cubicBezTo>
                  <a:pt x="242426" y="86805"/>
                  <a:pt x="259635" y="73566"/>
                  <a:pt x="280249" y="68649"/>
                </a:cubicBezTo>
                <a:cubicBezTo>
                  <a:pt x="279871" y="69595"/>
                  <a:pt x="279114" y="70162"/>
                  <a:pt x="278925" y="71108"/>
                </a:cubicBezTo>
                <a:cubicBezTo>
                  <a:pt x="277601" y="76970"/>
                  <a:pt x="279493" y="83022"/>
                  <a:pt x="283842" y="86994"/>
                </a:cubicBezTo>
                <a:cubicBezTo>
                  <a:pt x="292163" y="94747"/>
                  <a:pt x="304645" y="104582"/>
                  <a:pt x="319964" y="110255"/>
                </a:cubicBezTo>
                <a:cubicBezTo>
                  <a:pt x="318829" y="119711"/>
                  <a:pt x="318451" y="130869"/>
                  <a:pt x="322233" y="142216"/>
                </a:cubicBezTo>
                <a:cubicBezTo>
                  <a:pt x="323746" y="146565"/>
                  <a:pt x="326772" y="150159"/>
                  <a:pt x="330743" y="152050"/>
                </a:cubicBezTo>
                <a:cubicBezTo>
                  <a:pt x="333013" y="153185"/>
                  <a:pt x="335471" y="153752"/>
                  <a:pt x="337930" y="153752"/>
                </a:cubicBezTo>
                <a:cubicBezTo>
                  <a:pt x="339821" y="153752"/>
                  <a:pt x="341712" y="153374"/>
                  <a:pt x="343603" y="152806"/>
                </a:cubicBezTo>
                <a:cubicBezTo>
                  <a:pt x="354005" y="149024"/>
                  <a:pt x="362704" y="141270"/>
                  <a:pt x="369890" y="133705"/>
                </a:cubicBezTo>
                <a:cubicBezTo>
                  <a:pt x="384074" y="142594"/>
                  <a:pt x="398825" y="147322"/>
                  <a:pt x="408848" y="148835"/>
                </a:cubicBezTo>
                <a:cubicBezTo>
                  <a:pt x="414522" y="149591"/>
                  <a:pt x="420384" y="147133"/>
                  <a:pt x="424545" y="142027"/>
                </a:cubicBezTo>
                <a:cubicBezTo>
                  <a:pt x="425112" y="141270"/>
                  <a:pt x="425680" y="140325"/>
                  <a:pt x="426247" y="139568"/>
                </a:cubicBezTo>
                <a:cubicBezTo>
                  <a:pt x="429084" y="144863"/>
                  <a:pt x="431164" y="149970"/>
                  <a:pt x="432488" y="155265"/>
                </a:cubicBezTo>
                <a:cubicBezTo>
                  <a:pt x="436459" y="171718"/>
                  <a:pt x="434190" y="189873"/>
                  <a:pt x="426436" y="206326"/>
                </a:cubicBezTo>
                <a:close/>
                <a:moveTo>
                  <a:pt x="322422" y="192143"/>
                </a:moveTo>
                <a:lnTo>
                  <a:pt x="305402" y="183821"/>
                </a:lnTo>
                <a:lnTo>
                  <a:pt x="317694" y="158480"/>
                </a:lnTo>
                <a:lnTo>
                  <a:pt x="334715" y="166801"/>
                </a:lnTo>
                <a:lnTo>
                  <a:pt x="322422" y="192143"/>
                </a:lnTo>
                <a:close/>
                <a:moveTo>
                  <a:pt x="386154" y="191008"/>
                </a:moveTo>
                <a:lnTo>
                  <a:pt x="403175" y="199329"/>
                </a:lnTo>
                <a:lnTo>
                  <a:pt x="390693" y="224671"/>
                </a:lnTo>
                <a:lnTo>
                  <a:pt x="373673" y="216349"/>
                </a:lnTo>
                <a:lnTo>
                  <a:pt x="386154" y="191008"/>
                </a:lnTo>
                <a:close/>
                <a:moveTo>
                  <a:pt x="331500" y="217295"/>
                </a:moveTo>
                <a:lnTo>
                  <a:pt x="348520" y="225427"/>
                </a:lnTo>
                <a:lnTo>
                  <a:pt x="336417" y="250958"/>
                </a:lnTo>
                <a:lnTo>
                  <a:pt x="319396" y="242826"/>
                </a:lnTo>
                <a:lnTo>
                  <a:pt x="331500" y="217295"/>
                </a:lnTo>
                <a:close/>
                <a:moveTo>
                  <a:pt x="272873" y="252282"/>
                </a:moveTo>
                <a:lnTo>
                  <a:pt x="289894" y="260414"/>
                </a:lnTo>
                <a:lnTo>
                  <a:pt x="277791" y="285944"/>
                </a:lnTo>
                <a:lnTo>
                  <a:pt x="260770" y="277812"/>
                </a:lnTo>
                <a:lnTo>
                  <a:pt x="272873" y="252282"/>
                </a:lnTo>
                <a:close/>
                <a:moveTo>
                  <a:pt x="134440" y="174366"/>
                </a:moveTo>
                <a:lnTo>
                  <a:pt x="150326" y="197816"/>
                </a:lnTo>
                <a:lnTo>
                  <a:pt x="134629" y="208407"/>
                </a:lnTo>
                <a:lnTo>
                  <a:pt x="118743" y="184956"/>
                </a:lnTo>
                <a:lnTo>
                  <a:pt x="134440" y="174366"/>
                </a:lnTo>
                <a:close/>
                <a:moveTo>
                  <a:pt x="196849" y="131625"/>
                </a:moveTo>
                <a:lnTo>
                  <a:pt x="212734" y="155076"/>
                </a:lnTo>
                <a:lnTo>
                  <a:pt x="197038" y="165666"/>
                </a:lnTo>
                <a:lnTo>
                  <a:pt x="181152" y="142216"/>
                </a:lnTo>
                <a:lnTo>
                  <a:pt x="196849" y="131625"/>
                </a:lnTo>
                <a:close/>
                <a:moveTo>
                  <a:pt x="71842" y="217484"/>
                </a:moveTo>
                <a:lnTo>
                  <a:pt x="87728" y="240935"/>
                </a:lnTo>
                <a:lnTo>
                  <a:pt x="72032" y="251525"/>
                </a:lnTo>
                <a:lnTo>
                  <a:pt x="56146" y="228075"/>
                </a:lnTo>
                <a:lnTo>
                  <a:pt x="71842" y="217484"/>
                </a:lnTo>
                <a:close/>
                <a:moveTo>
                  <a:pt x="192499" y="226184"/>
                </a:moveTo>
                <a:lnTo>
                  <a:pt x="176424" y="202733"/>
                </a:lnTo>
                <a:lnTo>
                  <a:pt x="191932" y="191953"/>
                </a:lnTo>
                <a:lnTo>
                  <a:pt x="208006" y="215404"/>
                </a:lnTo>
                <a:lnTo>
                  <a:pt x="192499" y="226184"/>
                </a:lnTo>
                <a:close/>
                <a:moveTo>
                  <a:pt x="129712" y="234883"/>
                </a:moveTo>
                <a:lnTo>
                  <a:pt x="145787" y="258333"/>
                </a:lnTo>
                <a:lnTo>
                  <a:pt x="130279" y="269113"/>
                </a:lnTo>
                <a:lnTo>
                  <a:pt x="114205" y="245663"/>
                </a:lnTo>
                <a:lnTo>
                  <a:pt x="129712" y="234883"/>
                </a:lnTo>
                <a:close/>
                <a:moveTo>
                  <a:pt x="193066" y="260225"/>
                </a:moveTo>
                <a:lnTo>
                  <a:pt x="209141" y="283675"/>
                </a:lnTo>
                <a:lnTo>
                  <a:pt x="193634" y="294455"/>
                </a:lnTo>
                <a:lnTo>
                  <a:pt x="177559" y="271004"/>
                </a:lnTo>
                <a:lnTo>
                  <a:pt x="193066" y="26022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9" name="Graphic 262" descr="Citrus icon.">
            <a:extLst>
              <a:ext uri="{FF2B5EF4-FFF2-40B4-BE49-F238E27FC236}">
                <a16:creationId xmlns:a16="http://schemas.microsoft.com/office/drawing/2014/main" id="{6FBA3297-F14E-4D97-9DCE-12F481AB1DF4}"/>
              </a:ext>
            </a:extLst>
          </p:cNvPr>
          <p:cNvSpPr>
            <a:spLocks noChangeAspect="1"/>
          </p:cNvSpPr>
          <p:nvPr/>
        </p:nvSpPr>
        <p:spPr>
          <a:xfrm>
            <a:off x="8329019" y="1511706"/>
            <a:ext cx="419602" cy="344422"/>
          </a:xfrm>
          <a:custGeom>
            <a:avLst/>
            <a:gdLst>
              <a:gd name="connsiteX0" fmla="*/ 391628 w 419602"/>
              <a:gd name="connsiteY0" fmla="*/ 8712 h 344422"/>
              <a:gd name="connsiteX1" fmla="*/ 381694 w 419602"/>
              <a:gd name="connsiteY1" fmla="*/ 497 h 344422"/>
              <a:gd name="connsiteX2" fmla="*/ 367747 w 419602"/>
              <a:gd name="connsiteY2" fmla="*/ 2598 h 344422"/>
              <a:gd name="connsiteX3" fmla="*/ 182047 w 419602"/>
              <a:gd name="connsiteY3" fmla="*/ 115126 h 344422"/>
              <a:gd name="connsiteX4" fmla="*/ 182047 w 419602"/>
              <a:gd name="connsiteY4" fmla="*/ 115126 h 344422"/>
              <a:gd name="connsiteX5" fmla="*/ 148423 w 419602"/>
              <a:gd name="connsiteY5" fmla="*/ 135950 h 344422"/>
              <a:gd name="connsiteX6" fmla="*/ 8575 w 419602"/>
              <a:gd name="connsiteY6" fmla="*/ 221541 h 344422"/>
              <a:gd name="connsiteX7" fmla="*/ 360 w 419602"/>
              <a:gd name="connsiteY7" fmla="*/ 233195 h 344422"/>
              <a:gd name="connsiteX8" fmla="*/ 3034 w 419602"/>
              <a:gd name="connsiteY8" fmla="*/ 246759 h 344422"/>
              <a:gd name="connsiteX9" fmla="*/ 137915 w 419602"/>
              <a:gd name="connsiteY9" fmla="*/ 339036 h 344422"/>
              <a:gd name="connsiteX10" fmla="*/ 190645 w 419602"/>
              <a:gd name="connsiteY10" fmla="*/ 344385 h 344422"/>
              <a:gd name="connsiteX11" fmla="*/ 413217 w 419602"/>
              <a:gd name="connsiteY11" fmla="*/ 169957 h 344422"/>
              <a:gd name="connsiteX12" fmla="*/ 391628 w 419602"/>
              <a:gd name="connsiteY12" fmla="*/ 8712 h 344422"/>
              <a:gd name="connsiteX13" fmla="*/ 90535 w 419602"/>
              <a:gd name="connsiteY13" fmla="*/ 191546 h 344422"/>
              <a:gd name="connsiteX14" fmla="*/ 110977 w 419602"/>
              <a:gd name="connsiteY14" fmla="*/ 179128 h 344422"/>
              <a:gd name="connsiteX15" fmla="*/ 177844 w 419602"/>
              <a:gd name="connsiteY15" fmla="*/ 138243 h 344422"/>
              <a:gd name="connsiteX16" fmla="*/ 153772 w 419602"/>
              <a:gd name="connsiteY16" fmla="*/ 234723 h 344422"/>
              <a:gd name="connsiteX17" fmla="*/ 111726 w 419602"/>
              <a:gd name="connsiteY17" fmla="*/ 260220 h 344422"/>
              <a:gd name="connsiteX18" fmla="*/ 102189 w 419602"/>
              <a:gd name="connsiteY18" fmla="*/ 256311 h 344422"/>
              <a:gd name="connsiteX19" fmla="*/ 90153 w 419602"/>
              <a:gd name="connsiteY19" fmla="*/ 248861 h 344422"/>
              <a:gd name="connsiteX20" fmla="*/ 73914 w 419602"/>
              <a:gd name="connsiteY20" fmla="*/ 220203 h 344422"/>
              <a:gd name="connsiteX21" fmla="*/ 90535 w 419602"/>
              <a:gd name="connsiteY21" fmla="*/ 191546 h 344422"/>
              <a:gd name="connsiteX22" fmla="*/ 169629 w 419602"/>
              <a:gd name="connsiteY22" fmla="*/ 239881 h 344422"/>
              <a:gd name="connsiteX23" fmla="*/ 194084 w 419602"/>
              <a:gd name="connsiteY23" fmla="*/ 141109 h 344422"/>
              <a:gd name="connsiteX24" fmla="*/ 246240 w 419602"/>
              <a:gd name="connsiteY24" fmla="*/ 226317 h 344422"/>
              <a:gd name="connsiteX25" fmla="*/ 248533 w 419602"/>
              <a:gd name="connsiteY25" fmla="*/ 256885 h 344422"/>
              <a:gd name="connsiteX26" fmla="*/ 224460 w 419602"/>
              <a:gd name="connsiteY26" fmla="*/ 277518 h 344422"/>
              <a:gd name="connsiteX27" fmla="*/ 210705 w 419602"/>
              <a:gd name="connsiteY27" fmla="*/ 280766 h 344422"/>
              <a:gd name="connsiteX28" fmla="*/ 178417 w 419602"/>
              <a:gd name="connsiteY28" fmla="*/ 271786 h 344422"/>
              <a:gd name="connsiteX29" fmla="*/ 169629 w 419602"/>
              <a:gd name="connsiteY29" fmla="*/ 239881 h 344422"/>
              <a:gd name="connsiteX30" fmla="*/ 261142 w 419602"/>
              <a:gd name="connsiteY30" fmla="*/ 218675 h 344422"/>
              <a:gd name="connsiteX31" fmla="*/ 208221 w 419602"/>
              <a:gd name="connsiteY31" fmla="*/ 132512 h 344422"/>
              <a:gd name="connsiteX32" fmla="*/ 306229 w 419602"/>
              <a:gd name="connsiteY32" fmla="*/ 155438 h 344422"/>
              <a:gd name="connsiteX33" fmla="*/ 331658 w 419602"/>
              <a:gd name="connsiteY33" fmla="*/ 195619 h 344422"/>
              <a:gd name="connsiteX34" fmla="*/ 327245 w 419602"/>
              <a:gd name="connsiteY34" fmla="*/ 206257 h 344422"/>
              <a:gd name="connsiteX35" fmla="*/ 319794 w 419602"/>
              <a:gd name="connsiteY35" fmla="*/ 218293 h 344422"/>
              <a:gd name="connsiteX36" fmla="*/ 290181 w 419602"/>
              <a:gd name="connsiteY36" fmla="*/ 234723 h 344422"/>
              <a:gd name="connsiteX37" fmla="*/ 290181 w 419602"/>
              <a:gd name="connsiteY37" fmla="*/ 234723 h 344422"/>
              <a:gd name="connsiteX38" fmla="*/ 261142 w 419602"/>
              <a:gd name="connsiteY38" fmla="*/ 218675 h 344422"/>
              <a:gd name="connsiteX39" fmla="*/ 311197 w 419602"/>
              <a:gd name="connsiteY39" fmla="*/ 139580 h 344422"/>
              <a:gd name="connsiteX40" fmla="*/ 212233 w 419602"/>
              <a:gd name="connsiteY40" fmla="*/ 116463 h 344422"/>
              <a:gd name="connsiteX41" fmla="*/ 298587 w 419602"/>
              <a:gd name="connsiteY41" fmla="*/ 63734 h 344422"/>
              <a:gd name="connsiteX42" fmla="*/ 330111 w 419602"/>
              <a:gd name="connsiteY42" fmla="*/ 61250 h 344422"/>
              <a:gd name="connsiteX43" fmla="*/ 349215 w 419602"/>
              <a:gd name="connsiteY43" fmla="*/ 84558 h 344422"/>
              <a:gd name="connsiteX44" fmla="*/ 352272 w 419602"/>
              <a:gd name="connsiteY44" fmla="*/ 98123 h 344422"/>
              <a:gd name="connsiteX45" fmla="*/ 343484 w 419602"/>
              <a:gd name="connsiteY45" fmla="*/ 130219 h 344422"/>
              <a:gd name="connsiteX46" fmla="*/ 311197 w 419602"/>
              <a:gd name="connsiteY46" fmla="*/ 139580 h 344422"/>
              <a:gd name="connsiteX47" fmla="*/ 396787 w 419602"/>
              <a:gd name="connsiteY47" fmla="*/ 166900 h 344422"/>
              <a:gd name="connsiteX48" fmla="*/ 141545 w 419602"/>
              <a:gd name="connsiteY48" fmla="*/ 322988 h 344422"/>
              <a:gd name="connsiteX49" fmla="*/ 17172 w 419602"/>
              <a:gd name="connsiteY49" fmla="*/ 235678 h 344422"/>
              <a:gd name="connsiteX50" fmla="*/ 58630 w 419602"/>
              <a:gd name="connsiteY50" fmla="*/ 210651 h 344422"/>
              <a:gd name="connsiteX51" fmla="*/ 57483 w 419602"/>
              <a:gd name="connsiteY51" fmla="*/ 220776 h 344422"/>
              <a:gd name="connsiteX52" fmla="*/ 81556 w 419602"/>
              <a:gd name="connsiteY52" fmla="*/ 263571 h 344422"/>
              <a:gd name="connsiteX53" fmla="*/ 93592 w 419602"/>
              <a:gd name="connsiteY53" fmla="*/ 270831 h 344422"/>
              <a:gd name="connsiteX54" fmla="*/ 119765 w 419602"/>
              <a:gd name="connsiteY54" fmla="*/ 278282 h 344422"/>
              <a:gd name="connsiteX55" fmla="*/ 138870 w 419602"/>
              <a:gd name="connsiteY55" fmla="*/ 274270 h 344422"/>
              <a:gd name="connsiteX56" fmla="*/ 154154 w 419602"/>
              <a:gd name="connsiteY56" fmla="*/ 264144 h 344422"/>
              <a:gd name="connsiteX57" fmla="*/ 166190 w 419602"/>
              <a:gd name="connsiteY57" fmla="*/ 283249 h 344422"/>
              <a:gd name="connsiteX58" fmla="*/ 201917 w 419602"/>
              <a:gd name="connsiteY58" fmla="*/ 298151 h 344422"/>
              <a:gd name="connsiteX59" fmla="*/ 214144 w 419602"/>
              <a:gd name="connsiteY59" fmla="*/ 296623 h 344422"/>
              <a:gd name="connsiteX60" fmla="*/ 227899 w 419602"/>
              <a:gd name="connsiteY60" fmla="*/ 293375 h 344422"/>
              <a:gd name="connsiteX61" fmla="*/ 263243 w 419602"/>
              <a:gd name="connsiteY61" fmla="*/ 262998 h 344422"/>
              <a:gd name="connsiteX62" fmla="*/ 266873 w 419602"/>
              <a:gd name="connsiteY62" fmla="*/ 245613 h 344422"/>
              <a:gd name="connsiteX63" fmla="*/ 289417 w 419602"/>
              <a:gd name="connsiteY63" fmla="*/ 251153 h 344422"/>
              <a:gd name="connsiteX64" fmla="*/ 289417 w 419602"/>
              <a:gd name="connsiteY64" fmla="*/ 251153 h 344422"/>
              <a:gd name="connsiteX65" fmla="*/ 332976 w 419602"/>
              <a:gd name="connsiteY65" fmla="*/ 226890 h 344422"/>
              <a:gd name="connsiteX66" fmla="*/ 340427 w 419602"/>
              <a:gd name="connsiteY66" fmla="*/ 214854 h 344422"/>
              <a:gd name="connsiteX67" fmla="*/ 344439 w 419602"/>
              <a:gd name="connsiteY67" fmla="*/ 168811 h 344422"/>
              <a:gd name="connsiteX68" fmla="*/ 334505 w 419602"/>
              <a:gd name="connsiteY68" fmla="*/ 153909 h 344422"/>
              <a:gd name="connsiteX69" fmla="*/ 354756 w 419602"/>
              <a:gd name="connsiteY69" fmla="*/ 141682 h 344422"/>
              <a:gd name="connsiteX70" fmla="*/ 368511 w 419602"/>
              <a:gd name="connsiteY70" fmla="*/ 94111 h 344422"/>
              <a:gd name="connsiteX71" fmla="*/ 365264 w 419602"/>
              <a:gd name="connsiteY71" fmla="*/ 80546 h 344422"/>
              <a:gd name="connsiteX72" fmla="*/ 335651 w 419602"/>
              <a:gd name="connsiteY72" fmla="*/ 45775 h 344422"/>
              <a:gd name="connsiteX73" fmla="*/ 329920 w 419602"/>
              <a:gd name="connsiteY73" fmla="*/ 44056 h 344422"/>
              <a:gd name="connsiteX74" fmla="*/ 376535 w 419602"/>
              <a:gd name="connsiteY74" fmla="*/ 16545 h 344422"/>
              <a:gd name="connsiteX75" fmla="*/ 396787 w 419602"/>
              <a:gd name="connsiteY75" fmla="*/ 166900 h 34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19602" h="344422">
                <a:moveTo>
                  <a:pt x="391628" y="8712"/>
                </a:moveTo>
                <a:cubicBezTo>
                  <a:pt x="389492" y="4802"/>
                  <a:pt x="385935" y="1861"/>
                  <a:pt x="381694" y="497"/>
                </a:cubicBezTo>
                <a:cubicBezTo>
                  <a:pt x="376946" y="-607"/>
                  <a:pt x="371958" y="145"/>
                  <a:pt x="367747" y="2598"/>
                </a:cubicBezTo>
                <a:lnTo>
                  <a:pt x="182047" y="115126"/>
                </a:lnTo>
                <a:lnTo>
                  <a:pt x="182047" y="115126"/>
                </a:lnTo>
                <a:lnTo>
                  <a:pt x="148423" y="135950"/>
                </a:lnTo>
                <a:lnTo>
                  <a:pt x="8575" y="221541"/>
                </a:lnTo>
                <a:cubicBezTo>
                  <a:pt x="4435" y="224219"/>
                  <a:pt x="1491" y="228395"/>
                  <a:pt x="360" y="233195"/>
                </a:cubicBezTo>
                <a:cubicBezTo>
                  <a:pt x="-595" y="237892"/>
                  <a:pt x="368" y="242776"/>
                  <a:pt x="3034" y="246759"/>
                </a:cubicBezTo>
                <a:cubicBezTo>
                  <a:pt x="34681" y="293495"/>
                  <a:pt x="82888" y="326474"/>
                  <a:pt x="137915" y="339036"/>
                </a:cubicBezTo>
                <a:cubicBezTo>
                  <a:pt x="155216" y="342912"/>
                  <a:pt x="172917" y="344708"/>
                  <a:pt x="190645" y="344385"/>
                </a:cubicBezTo>
                <a:cubicBezTo>
                  <a:pt x="296010" y="344028"/>
                  <a:pt x="387685" y="272184"/>
                  <a:pt x="413217" y="169957"/>
                </a:cubicBezTo>
                <a:cubicBezTo>
                  <a:pt x="426548" y="115406"/>
                  <a:pt x="418841" y="57834"/>
                  <a:pt x="391628" y="8712"/>
                </a:cubicBezTo>
                <a:close/>
                <a:moveTo>
                  <a:pt x="90535" y="191546"/>
                </a:moveTo>
                <a:lnTo>
                  <a:pt x="110977" y="179128"/>
                </a:lnTo>
                <a:lnTo>
                  <a:pt x="177844" y="138243"/>
                </a:lnTo>
                <a:lnTo>
                  <a:pt x="153772" y="234723"/>
                </a:lnTo>
                <a:cubicBezTo>
                  <a:pt x="149202" y="253375"/>
                  <a:pt x="130378" y="264790"/>
                  <a:pt x="111726" y="260220"/>
                </a:cubicBezTo>
                <a:cubicBezTo>
                  <a:pt x="108370" y="259399"/>
                  <a:pt x="105156" y="258081"/>
                  <a:pt x="102189" y="256311"/>
                </a:cubicBezTo>
                <a:lnTo>
                  <a:pt x="90153" y="248861"/>
                </a:lnTo>
                <a:cubicBezTo>
                  <a:pt x="80111" y="242795"/>
                  <a:pt x="73957" y="231934"/>
                  <a:pt x="73914" y="220203"/>
                </a:cubicBezTo>
                <a:cubicBezTo>
                  <a:pt x="74255" y="208456"/>
                  <a:pt x="80507" y="197675"/>
                  <a:pt x="90535" y="191546"/>
                </a:cubicBezTo>
                <a:close/>
                <a:moveTo>
                  <a:pt x="169629" y="239881"/>
                </a:moveTo>
                <a:lnTo>
                  <a:pt x="194084" y="141109"/>
                </a:lnTo>
                <a:lnTo>
                  <a:pt x="246240" y="226317"/>
                </a:lnTo>
                <a:cubicBezTo>
                  <a:pt x="251937" y="235525"/>
                  <a:pt x="252793" y="246931"/>
                  <a:pt x="248533" y="256885"/>
                </a:cubicBezTo>
                <a:cubicBezTo>
                  <a:pt x="244402" y="267310"/>
                  <a:pt x="235396" y="275030"/>
                  <a:pt x="224460" y="277518"/>
                </a:cubicBezTo>
                <a:lnTo>
                  <a:pt x="210705" y="280766"/>
                </a:lnTo>
                <a:cubicBezTo>
                  <a:pt x="199112" y="283612"/>
                  <a:pt x="186875" y="280210"/>
                  <a:pt x="178417" y="271786"/>
                </a:cubicBezTo>
                <a:cubicBezTo>
                  <a:pt x="170026" y="263468"/>
                  <a:pt x="166681" y="251323"/>
                  <a:pt x="169629" y="239881"/>
                </a:cubicBezTo>
                <a:close/>
                <a:moveTo>
                  <a:pt x="261142" y="218675"/>
                </a:moveTo>
                <a:lnTo>
                  <a:pt x="208221" y="132512"/>
                </a:lnTo>
                <a:lnTo>
                  <a:pt x="306229" y="155438"/>
                </a:lnTo>
                <a:cubicBezTo>
                  <a:pt x="324347" y="159513"/>
                  <a:pt x="335731" y="177502"/>
                  <a:pt x="331658" y="195619"/>
                </a:cubicBezTo>
                <a:cubicBezTo>
                  <a:pt x="330810" y="199392"/>
                  <a:pt x="329316" y="202992"/>
                  <a:pt x="327245" y="206257"/>
                </a:cubicBezTo>
                <a:lnTo>
                  <a:pt x="319794" y="218293"/>
                </a:lnTo>
                <a:cubicBezTo>
                  <a:pt x="313438" y="228531"/>
                  <a:pt x="302233" y="234748"/>
                  <a:pt x="290181" y="234723"/>
                </a:cubicBezTo>
                <a:lnTo>
                  <a:pt x="290181" y="234723"/>
                </a:lnTo>
                <a:cubicBezTo>
                  <a:pt x="278361" y="234817"/>
                  <a:pt x="267351" y="228732"/>
                  <a:pt x="261142" y="218675"/>
                </a:cubicBezTo>
                <a:close/>
                <a:moveTo>
                  <a:pt x="311197" y="139580"/>
                </a:moveTo>
                <a:lnTo>
                  <a:pt x="212233" y="116463"/>
                </a:lnTo>
                <a:lnTo>
                  <a:pt x="298587" y="63734"/>
                </a:lnTo>
                <a:cubicBezTo>
                  <a:pt x="308058" y="57806"/>
                  <a:pt x="319828" y="56879"/>
                  <a:pt x="330111" y="61250"/>
                </a:cubicBezTo>
                <a:cubicBezTo>
                  <a:pt x="339856" y="65495"/>
                  <a:pt x="346967" y="74169"/>
                  <a:pt x="349215" y="84558"/>
                </a:cubicBezTo>
                <a:lnTo>
                  <a:pt x="352272" y="98123"/>
                </a:lnTo>
                <a:cubicBezTo>
                  <a:pt x="355021" y="109620"/>
                  <a:pt x="351707" y="121726"/>
                  <a:pt x="343484" y="130219"/>
                </a:cubicBezTo>
                <a:cubicBezTo>
                  <a:pt x="335026" y="138648"/>
                  <a:pt x="322851" y="142179"/>
                  <a:pt x="311197" y="139580"/>
                </a:cubicBezTo>
                <a:close/>
                <a:moveTo>
                  <a:pt x="396787" y="166900"/>
                </a:moveTo>
                <a:cubicBezTo>
                  <a:pt x="368618" y="279910"/>
                  <a:pt x="254977" y="349404"/>
                  <a:pt x="141545" y="322988"/>
                </a:cubicBezTo>
                <a:cubicBezTo>
                  <a:pt x="90267" y="311263"/>
                  <a:pt x="45621" y="279921"/>
                  <a:pt x="17172" y="235678"/>
                </a:cubicBezTo>
                <a:lnTo>
                  <a:pt x="58630" y="210651"/>
                </a:lnTo>
                <a:cubicBezTo>
                  <a:pt x="57954" y="213986"/>
                  <a:pt x="57571" y="217374"/>
                  <a:pt x="57483" y="220776"/>
                </a:cubicBezTo>
                <a:cubicBezTo>
                  <a:pt x="57403" y="238288"/>
                  <a:pt x="66549" y="254546"/>
                  <a:pt x="81556" y="263571"/>
                </a:cubicBezTo>
                <a:lnTo>
                  <a:pt x="93592" y="270831"/>
                </a:lnTo>
                <a:cubicBezTo>
                  <a:pt x="101484" y="275630"/>
                  <a:pt x="110528" y="278206"/>
                  <a:pt x="119765" y="278282"/>
                </a:cubicBezTo>
                <a:cubicBezTo>
                  <a:pt x="126334" y="278202"/>
                  <a:pt x="132824" y="276840"/>
                  <a:pt x="138870" y="274270"/>
                </a:cubicBezTo>
                <a:cubicBezTo>
                  <a:pt x="144512" y="271804"/>
                  <a:pt x="149683" y="268376"/>
                  <a:pt x="154154" y="264144"/>
                </a:cubicBezTo>
                <a:cubicBezTo>
                  <a:pt x="156671" y="271341"/>
                  <a:pt x="160786" y="277873"/>
                  <a:pt x="166190" y="283249"/>
                </a:cubicBezTo>
                <a:cubicBezTo>
                  <a:pt x="175594" y="292844"/>
                  <a:pt x="188482" y="298220"/>
                  <a:pt x="201917" y="298151"/>
                </a:cubicBezTo>
                <a:cubicBezTo>
                  <a:pt x="206043" y="298197"/>
                  <a:pt x="210156" y="297683"/>
                  <a:pt x="214144" y="296623"/>
                </a:cubicBezTo>
                <a:lnTo>
                  <a:pt x="227899" y="293375"/>
                </a:lnTo>
                <a:cubicBezTo>
                  <a:pt x="243963" y="289686"/>
                  <a:pt x="257181" y="278326"/>
                  <a:pt x="263243" y="262998"/>
                </a:cubicBezTo>
                <a:cubicBezTo>
                  <a:pt x="265580" y="257496"/>
                  <a:pt x="266812" y="251589"/>
                  <a:pt x="266873" y="245613"/>
                </a:cubicBezTo>
                <a:cubicBezTo>
                  <a:pt x="273854" y="249187"/>
                  <a:pt x="281574" y="251084"/>
                  <a:pt x="289417" y="251153"/>
                </a:cubicBezTo>
                <a:lnTo>
                  <a:pt x="289417" y="251153"/>
                </a:lnTo>
                <a:cubicBezTo>
                  <a:pt x="307160" y="251159"/>
                  <a:pt x="323642" y="241979"/>
                  <a:pt x="332976" y="226890"/>
                </a:cubicBezTo>
                <a:lnTo>
                  <a:pt x="340427" y="214854"/>
                </a:lnTo>
                <a:cubicBezTo>
                  <a:pt x="349225" y="201091"/>
                  <a:pt x="350725" y="183889"/>
                  <a:pt x="344439" y="168811"/>
                </a:cubicBezTo>
                <a:cubicBezTo>
                  <a:pt x="341929" y="163355"/>
                  <a:pt x="338576" y="158324"/>
                  <a:pt x="334505" y="153909"/>
                </a:cubicBezTo>
                <a:cubicBezTo>
                  <a:pt x="342110" y="151458"/>
                  <a:pt x="349044" y="147272"/>
                  <a:pt x="354756" y="141682"/>
                </a:cubicBezTo>
                <a:cubicBezTo>
                  <a:pt x="367312" y="129302"/>
                  <a:pt x="372523" y="111281"/>
                  <a:pt x="368511" y="94111"/>
                </a:cubicBezTo>
                <a:lnTo>
                  <a:pt x="365264" y="80546"/>
                </a:lnTo>
                <a:cubicBezTo>
                  <a:pt x="361594" y="64851"/>
                  <a:pt x="350562" y="51898"/>
                  <a:pt x="335651" y="45775"/>
                </a:cubicBezTo>
                <a:cubicBezTo>
                  <a:pt x="333740" y="45775"/>
                  <a:pt x="331830" y="44629"/>
                  <a:pt x="329920" y="44056"/>
                </a:cubicBezTo>
                <a:lnTo>
                  <a:pt x="376535" y="16545"/>
                </a:lnTo>
                <a:cubicBezTo>
                  <a:pt x="402062" y="62297"/>
                  <a:pt x="409299" y="116025"/>
                  <a:pt x="396787" y="16690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Graphic 45" descr="Watermelon icon.">
            <a:extLst>
              <a:ext uri="{FF2B5EF4-FFF2-40B4-BE49-F238E27FC236}">
                <a16:creationId xmlns:a16="http://schemas.microsoft.com/office/drawing/2014/main" id="{ADB28980-DFAB-46FE-9EFA-C13D50B2C92E}"/>
              </a:ext>
            </a:extLst>
          </p:cNvPr>
          <p:cNvSpPr/>
          <p:nvPr/>
        </p:nvSpPr>
        <p:spPr>
          <a:xfrm>
            <a:off x="9542005" y="1460718"/>
            <a:ext cx="453185" cy="416439"/>
          </a:xfrm>
          <a:custGeom>
            <a:avLst/>
            <a:gdLst>
              <a:gd name="connsiteX0" fmla="*/ 226933 w 229076"/>
              <a:gd name="connsiteY0" fmla="*/ 145733 h 210502"/>
              <a:gd name="connsiteX1" fmla="*/ 206931 w 229076"/>
              <a:gd name="connsiteY1" fmla="*/ 118110 h 210502"/>
              <a:gd name="connsiteX2" fmla="*/ 206931 w 229076"/>
              <a:gd name="connsiteY2" fmla="*/ 118110 h 210502"/>
              <a:gd name="connsiteX3" fmla="*/ 124063 w 229076"/>
              <a:gd name="connsiteY3" fmla="*/ 3810 h 210502"/>
              <a:gd name="connsiteX4" fmla="*/ 115491 w 229076"/>
              <a:gd name="connsiteY4" fmla="*/ 0 h 210502"/>
              <a:gd name="connsiteX5" fmla="*/ 115491 w 229076"/>
              <a:gd name="connsiteY5" fmla="*/ 0 h 210502"/>
              <a:gd name="connsiteX6" fmla="*/ 106918 w 229076"/>
              <a:gd name="connsiteY6" fmla="*/ 3810 h 210502"/>
              <a:gd name="connsiteX7" fmla="*/ 22146 w 229076"/>
              <a:gd name="connsiteY7" fmla="*/ 120015 h 210502"/>
              <a:gd name="connsiteX8" fmla="*/ 22146 w 229076"/>
              <a:gd name="connsiteY8" fmla="*/ 120015 h 210502"/>
              <a:gd name="connsiteX9" fmla="*/ 2143 w 229076"/>
              <a:gd name="connsiteY9" fmla="*/ 146685 h 210502"/>
              <a:gd name="connsiteX10" fmla="*/ 2143 w 229076"/>
              <a:gd name="connsiteY10" fmla="*/ 158115 h 210502"/>
              <a:gd name="connsiteX11" fmla="*/ 114538 w 229076"/>
              <a:gd name="connsiteY11" fmla="*/ 210503 h 210502"/>
              <a:gd name="connsiteX12" fmla="*/ 226933 w 229076"/>
              <a:gd name="connsiteY12" fmla="*/ 157163 h 210502"/>
              <a:gd name="connsiteX13" fmla="*/ 226933 w 229076"/>
              <a:gd name="connsiteY13" fmla="*/ 145733 h 210502"/>
              <a:gd name="connsiteX14" fmla="*/ 115491 w 229076"/>
              <a:gd name="connsiteY14" fmla="*/ 9525 h 210502"/>
              <a:gd name="connsiteX15" fmla="*/ 116443 w 229076"/>
              <a:gd name="connsiteY15" fmla="*/ 9525 h 210502"/>
              <a:gd name="connsiteX16" fmla="*/ 195501 w 229076"/>
              <a:gd name="connsiteY16" fmla="*/ 120015 h 210502"/>
              <a:gd name="connsiteX17" fmla="*/ 192643 w 229076"/>
              <a:gd name="connsiteY17" fmla="*/ 124778 h 210502"/>
              <a:gd name="connsiteX18" fmla="*/ 189786 w 229076"/>
              <a:gd name="connsiteY18" fmla="*/ 129540 h 210502"/>
              <a:gd name="connsiteX19" fmla="*/ 185023 w 229076"/>
              <a:gd name="connsiteY19" fmla="*/ 135255 h 210502"/>
              <a:gd name="connsiteX20" fmla="*/ 181213 w 229076"/>
              <a:gd name="connsiteY20" fmla="*/ 139065 h 210502"/>
              <a:gd name="connsiteX21" fmla="*/ 176451 w 229076"/>
              <a:gd name="connsiteY21" fmla="*/ 143828 h 210502"/>
              <a:gd name="connsiteX22" fmla="*/ 172641 w 229076"/>
              <a:gd name="connsiteY22" fmla="*/ 147638 h 210502"/>
              <a:gd name="connsiteX23" fmla="*/ 166926 w 229076"/>
              <a:gd name="connsiteY23" fmla="*/ 151448 h 210502"/>
              <a:gd name="connsiteX24" fmla="*/ 162163 w 229076"/>
              <a:gd name="connsiteY24" fmla="*/ 154305 h 210502"/>
              <a:gd name="connsiteX25" fmla="*/ 155496 w 229076"/>
              <a:gd name="connsiteY25" fmla="*/ 158115 h 210502"/>
              <a:gd name="connsiteX26" fmla="*/ 150733 w 229076"/>
              <a:gd name="connsiteY26" fmla="*/ 160020 h 210502"/>
              <a:gd name="connsiteX27" fmla="*/ 143113 w 229076"/>
              <a:gd name="connsiteY27" fmla="*/ 162878 h 210502"/>
              <a:gd name="connsiteX28" fmla="*/ 138351 w 229076"/>
              <a:gd name="connsiteY28" fmla="*/ 164783 h 210502"/>
              <a:gd name="connsiteX29" fmla="*/ 129778 w 229076"/>
              <a:gd name="connsiteY29" fmla="*/ 166688 h 210502"/>
              <a:gd name="connsiteX30" fmla="*/ 125968 w 229076"/>
              <a:gd name="connsiteY30" fmla="*/ 167640 h 210502"/>
              <a:gd name="connsiteX31" fmla="*/ 113586 w 229076"/>
              <a:gd name="connsiteY31" fmla="*/ 168593 h 210502"/>
              <a:gd name="connsiteX32" fmla="*/ 101203 w 229076"/>
              <a:gd name="connsiteY32" fmla="*/ 167640 h 210502"/>
              <a:gd name="connsiteX33" fmla="*/ 97393 w 229076"/>
              <a:gd name="connsiteY33" fmla="*/ 166688 h 210502"/>
              <a:gd name="connsiteX34" fmla="*/ 88821 w 229076"/>
              <a:gd name="connsiteY34" fmla="*/ 164783 h 210502"/>
              <a:gd name="connsiteX35" fmla="*/ 84058 w 229076"/>
              <a:gd name="connsiteY35" fmla="*/ 162878 h 210502"/>
              <a:gd name="connsiteX36" fmla="*/ 77391 w 229076"/>
              <a:gd name="connsiteY36" fmla="*/ 160020 h 210502"/>
              <a:gd name="connsiteX37" fmla="*/ 72628 w 229076"/>
              <a:gd name="connsiteY37" fmla="*/ 158115 h 210502"/>
              <a:gd name="connsiteX38" fmla="*/ 65961 w 229076"/>
              <a:gd name="connsiteY38" fmla="*/ 155258 h 210502"/>
              <a:gd name="connsiteX39" fmla="*/ 61198 w 229076"/>
              <a:gd name="connsiteY39" fmla="*/ 152400 h 210502"/>
              <a:gd name="connsiteX40" fmla="*/ 55483 w 229076"/>
              <a:gd name="connsiteY40" fmla="*/ 148590 h 210502"/>
              <a:gd name="connsiteX41" fmla="*/ 51673 w 229076"/>
              <a:gd name="connsiteY41" fmla="*/ 144780 h 210502"/>
              <a:gd name="connsiteX42" fmla="*/ 46911 w 229076"/>
              <a:gd name="connsiteY42" fmla="*/ 140018 h 210502"/>
              <a:gd name="connsiteX43" fmla="*/ 43101 w 229076"/>
              <a:gd name="connsiteY43" fmla="*/ 136208 h 210502"/>
              <a:gd name="connsiteX44" fmla="*/ 38338 w 229076"/>
              <a:gd name="connsiteY44" fmla="*/ 130493 h 210502"/>
              <a:gd name="connsiteX45" fmla="*/ 35481 w 229076"/>
              <a:gd name="connsiteY45" fmla="*/ 125730 h 210502"/>
              <a:gd name="connsiteX46" fmla="*/ 32623 w 229076"/>
              <a:gd name="connsiteY46" fmla="*/ 120968 h 210502"/>
              <a:gd name="connsiteX47" fmla="*/ 115491 w 229076"/>
              <a:gd name="connsiteY47" fmla="*/ 9525 h 210502"/>
              <a:gd name="connsiteX48" fmla="*/ 114538 w 229076"/>
              <a:gd name="connsiteY48" fmla="*/ 200978 h 210502"/>
              <a:gd name="connsiteX49" fmla="*/ 9763 w 229076"/>
              <a:gd name="connsiteY49" fmla="*/ 151448 h 210502"/>
              <a:gd name="connsiteX50" fmla="*/ 26908 w 229076"/>
              <a:gd name="connsiteY50" fmla="*/ 127635 h 210502"/>
              <a:gd name="connsiteX51" fmla="*/ 28813 w 229076"/>
              <a:gd name="connsiteY51" fmla="*/ 130493 h 210502"/>
              <a:gd name="connsiteX52" fmla="*/ 32623 w 229076"/>
              <a:gd name="connsiteY52" fmla="*/ 135255 h 210502"/>
              <a:gd name="connsiteX53" fmla="*/ 37386 w 229076"/>
              <a:gd name="connsiteY53" fmla="*/ 140970 h 210502"/>
              <a:gd name="connsiteX54" fmla="*/ 41196 w 229076"/>
              <a:gd name="connsiteY54" fmla="*/ 145733 h 210502"/>
              <a:gd name="connsiteX55" fmla="*/ 46911 w 229076"/>
              <a:gd name="connsiteY55" fmla="*/ 150495 h 210502"/>
              <a:gd name="connsiteX56" fmla="*/ 51673 w 229076"/>
              <a:gd name="connsiteY56" fmla="*/ 154305 h 210502"/>
              <a:gd name="connsiteX57" fmla="*/ 57388 w 229076"/>
              <a:gd name="connsiteY57" fmla="*/ 159068 h 210502"/>
              <a:gd name="connsiteX58" fmla="*/ 62151 w 229076"/>
              <a:gd name="connsiteY58" fmla="*/ 161925 h 210502"/>
              <a:gd name="connsiteX59" fmla="*/ 68818 w 229076"/>
              <a:gd name="connsiteY59" fmla="*/ 165735 h 210502"/>
              <a:gd name="connsiteX60" fmla="*/ 73581 w 229076"/>
              <a:gd name="connsiteY60" fmla="*/ 168593 h 210502"/>
              <a:gd name="connsiteX61" fmla="*/ 81201 w 229076"/>
              <a:gd name="connsiteY61" fmla="*/ 171450 h 210502"/>
              <a:gd name="connsiteX62" fmla="*/ 87868 w 229076"/>
              <a:gd name="connsiteY62" fmla="*/ 173355 h 210502"/>
              <a:gd name="connsiteX63" fmla="*/ 96441 w 229076"/>
              <a:gd name="connsiteY63" fmla="*/ 175260 h 210502"/>
              <a:gd name="connsiteX64" fmla="*/ 101203 w 229076"/>
              <a:gd name="connsiteY64" fmla="*/ 176213 h 210502"/>
              <a:gd name="connsiteX65" fmla="*/ 114538 w 229076"/>
              <a:gd name="connsiteY65" fmla="*/ 177165 h 210502"/>
              <a:gd name="connsiteX66" fmla="*/ 127873 w 229076"/>
              <a:gd name="connsiteY66" fmla="*/ 176213 h 210502"/>
              <a:gd name="connsiteX67" fmla="*/ 132636 w 229076"/>
              <a:gd name="connsiteY67" fmla="*/ 175260 h 210502"/>
              <a:gd name="connsiteX68" fmla="*/ 141208 w 229076"/>
              <a:gd name="connsiteY68" fmla="*/ 173355 h 210502"/>
              <a:gd name="connsiteX69" fmla="*/ 145971 w 229076"/>
              <a:gd name="connsiteY69" fmla="*/ 171450 h 210502"/>
              <a:gd name="connsiteX70" fmla="*/ 153591 w 229076"/>
              <a:gd name="connsiteY70" fmla="*/ 168593 h 210502"/>
              <a:gd name="connsiteX71" fmla="*/ 158353 w 229076"/>
              <a:gd name="connsiteY71" fmla="*/ 165735 h 210502"/>
              <a:gd name="connsiteX72" fmla="*/ 165021 w 229076"/>
              <a:gd name="connsiteY72" fmla="*/ 161925 h 210502"/>
              <a:gd name="connsiteX73" fmla="*/ 169783 w 229076"/>
              <a:gd name="connsiteY73" fmla="*/ 159068 h 210502"/>
              <a:gd name="connsiteX74" fmla="*/ 175498 w 229076"/>
              <a:gd name="connsiteY74" fmla="*/ 154305 h 210502"/>
              <a:gd name="connsiteX75" fmla="*/ 180261 w 229076"/>
              <a:gd name="connsiteY75" fmla="*/ 150495 h 210502"/>
              <a:gd name="connsiteX76" fmla="*/ 185976 w 229076"/>
              <a:gd name="connsiteY76" fmla="*/ 145733 h 210502"/>
              <a:gd name="connsiteX77" fmla="*/ 189786 w 229076"/>
              <a:gd name="connsiteY77" fmla="*/ 140970 h 210502"/>
              <a:gd name="connsiteX78" fmla="*/ 194548 w 229076"/>
              <a:gd name="connsiteY78" fmla="*/ 135255 h 210502"/>
              <a:gd name="connsiteX79" fmla="*/ 198358 w 229076"/>
              <a:gd name="connsiteY79" fmla="*/ 130493 h 210502"/>
              <a:gd name="connsiteX80" fmla="*/ 200263 w 229076"/>
              <a:gd name="connsiteY80" fmla="*/ 127635 h 210502"/>
              <a:gd name="connsiteX81" fmla="*/ 217408 w 229076"/>
              <a:gd name="connsiteY81" fmla="*/ 151448 h 210502"/>
              <a:gd name="connsiteX82" fmla="*/ 114538 w 229076"/>
              <a:gd name="connsiteY82" fmla="*/ 200978 h 210502"/>
              <a:gd name="connsiteX83" fmla="*/ 114538 w 229076"/>
              <a:gd name="connsiteY83" fmla="*/ 200978 h 210502"/>
              <a:gd name="connsiteX84" fmla="*/ 119301 w 229076"/>
              <a:gd name="connsiteY84" fmla="*/ 110490 h 210502"/>
              <a:gd name="connsiteX85" fmla="*/ 109776 w 229076"/>
              <a:gd name="connsiteY85" fmla="*/ 110490 h 210502"/>
              <a:gd name="connsiteX86" fmla="*/ 109776 w 229076"/>
              <a:gd name="connsiteY86" fmla="*/ 91440 h 210502"/>
              <a:gd name="connsiteX87" fmla="*/ 119301 w 229076"/>
              <a:gd name="connsiteY87" fmla="*/ 91440 h 210502"/>
              <a:gd name="connsiteX88" fmla="*/ 119301 w 229076"/>
              <a:gd name="connsiteY88" fmla="*/ 110490 h 210502"/>
              <a:gd name="connsiteX89" fmla="*/ 119301 w 229076"/>
              <a:gd name="connsiteY89" fmla="*/ 148590 h 210502"/>
              <a:gd name="connsiteX90" fmla="*/ 109776 w 229076"/>
              <a:gd name="connsiteY90" fmla="*/ 148590 h 210502"/>
              <a:gd name="connsiteX91" fmla="*/ 109776 w 229076"/>
              <a:gd name="connsiteY91" fmla="*/ 129540 h 210502"/>
              <a:gd name="connsiteX92" fmla="*/ 119301 w 229076"/>
              <a:gd name="connsiteY92" fmla="*/ 129540 h 210502"/>
              <a:gd name="connsiteX93" fmla="*/ 119301 w 229076"/>
              <a:gd name="connsiteY93" fmla="*/ 148590 h 210502"/>
              <a:gd name="connsiteX94" fmla="*/ 66913 w 229076"/>
              <a:gd name="connsiteY94" fmla="*/ 122873 h 210502"/>
              <a:gd name="connsiteX95" fmla="*/ 71676 w 229076"/>
              <a:gd name="connsiteY95" fmla="*/ 104775 h 210502"/>
              <a:gd name="connsiteX96" fmla="*/ 81201 w 229076"/>
              <a:gd name="connsiteY96" fmla="*/ 107633 h 210502"/>
              <a:gd name="connsiteX97" fmla="*/ 76438 w 229076"/>
              <a:gd name="connsiteY97" fmla="*/ 125730 h 210502"/>
              <a:gd name="connsiteX98" fmla="*/ 66913 w 229076"/>
              <a:gd name="connsiteY98" fmla="*/ 122873 h 210502"/>
              <a:gd name="connsiteX99" fmla="*/ 152638 w 229076"/>
              <a:gd name="connsiteY99" fmla="*/ 125730 h 210502"/>
              <a:gd name="connsiteX100" fmla="*/ 147876 w 229076"/>
              <a:gd name="connsiteY100" fmla="*/ 107633 h 210502"/>
              <a:gd name="connsiteX101" fmla="*/ 157401 w 229076"/>
              <a:gd name="connsiteY101" fmla="*/ 104775 h 210502"/>
              <a:gd name="connsiteX102" fmla="*/ 162163 w 229076"/>
              <a:gd name="connsiteY102" fmla="*/ 122873 h 210502"/>
              <a:gd name="connsiteX103" fmla="*/ 152638 w 229076"/>
              <a:gd name="connsiteY103" fmla="*/ 125730 h 210502"/>
              <a:gd name="connsiteX104" fmla="*/ 100251 w 229076"/>
              <a:gd name="connsiteY104" fmla="*/ 78105 h 210502"/>
              <a:gd name="connsiteX105" fmla="*/ 90726 w 229076"/>
              <a:gd name="connsiteY105" fmla="*/ 75248 h 210502"/>
              <a:gd name="connsiteX106" fmla="*/ 95488 w 229076"/>
              <a:gd name="connsiteY106" fmla="*/ 57150 h 210502"/>
              <a:gd name="connsiteX107" fmla="*/ 105013 w 229076"/>
              <a:gd name="connsiteY107" fmla="*/ 60008 h 210502"/>
              <a:gd name="connsiteX108" fmla="*/ 100251 w 229076"/>
              <a:gd name="connsiteY108" fmla="*/ 78105 h 210502"/>
              <a:gd name="connsiteX109" fmla="*/ 128826 w 229076"/>
              <a:gd name="connsiteY109" fmla="*/ 78105 h 210502"/>
              <a:gd name="connsiteX110" fmla="*/ 124063 w 229076"/>
              <a:gd name="connsiteY110" fmla="*/ 60008 h 210502"/>
              <a:gd name="connsiteX111" fmla="*/ 133588 w 229076"/>
              <a:gd name="connsiteY111" fmla="*/ 57150 h 210502"/>
              <a:gd name="connsiteX112" fmla="*/ 138351 w 229076"/>
              <a:gd name="connsiteY112" fmla="*/ 75248 h 210502"/>
              <a:gd name="connsiteX113" fmla="*/ 128826 w 229076"/>
              <a:gd name="connsiteY113" fmla="*/ 78105 h 21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229076" h="210502">
                <a:moveTo>
                  <a:pt x="226933" y="145733"/>
                </a:moveTo>
                <a:lnTo>
                  <a:pt x="206931" y="118110"/>
                </a:lnTo>
                <a:lnTo>
                  <a:pt x="206931" y="118110"/>
                </a:lnTo>
                <a:lnTo>
                  <a:pt x="124063" y="3810"/>
                </a:lnTo>
                <a:cubicBezTo>
                  <a:pt x="122158" y="953"/>
                  <a:pt x="119301" y="0"/>
                  <a:pt x="115491" y="0"/>
                </a:cubicBezTo>
                <a:lnTo>
                  <a:pt x="115491" y="0"/>
                </a:lnTo>
                <a:cubicBezTo>
                  <a:pt x="112633" y="0"/>
                  <a:pt x="108823" y="1905"/>
                  <a:pt x="106918" y="3810"/>
                </a:cubicBezTo>
                <a:lnTo>
                  <a:pt x="22146" y="120015"/>
                </a:lnTo>
                <a:lnTo>
                  <a:pt x="22146" y="120015"/>
                </a:lnTo>
                <a:lnTo>
                  <a:pt x="2143" y="146685"/>
                </a:lnTo>
                <a:cubicBezTo>
                  <a:pt x="-714" y="150495"/>
                  <a:pt x="-714" y="154305"/>
                  <a:pt x="2143" y="158115"/>
                </a:cubicBezTo>
                <a:cubicBezTo>
                  <a:pt x="27861" y="191453"/>
                  <a:pt x="69771" y="210503"/>
                  <a:pt x="114538" y="210503"/>
                </a:cubicBezTo>
                <a:cubicBezTo>
                  <a:pt x="159306" y="210503"/>
                  <a:pt x="201216" y="190500"/>
                  <a:pt x="226933" y="157163"/>
                </a:cubicBezTo>
                <a:cubicBezTo>
                  <a:pt x="229791" y="154305"/>
                  <a:pt x="229791" y="149543"/>
                  <a:pt x="226933" y="145733"/>
                </a:cubicBezTo>
                <a:close/>
                <a:moveTo>
                  <a:pt x="115491" y="9525"/>
                </a:moveTo>
                <a:lnTo>
                  <a:pt x="116443" y="9525"/>
                </a:lnTo>
                <a:lnTo>
                  <a:pt x="195501" y="120015"/>
                </a:lnTo>
                <a:cubicBezTo>
                  <a:pt x="194548" y="121920"/>
                  <a:pt x="193596" y="122873"/>
                  <a:pt x="192643" y="124778"/>
                </a:cubicBezTo>
                <a:cubicBezTo>
                  <a:pt x="191691" y="126683"/>
                  <a:pt x="190738" y="128588"/>
                  <a:pt x="189786" y="129540"/>
                </a:cubicBezTo>
                <a:cubicBezTo>
                  <a:pt x="188833" y="131445"/>
                  <a:pt x="186928" y="133350"/>
                  <a:pt x="185023" y="135255"/>
                </a:cubicBezTo>
                <a:cubicBezTo>
                  <a:pt x="184071" y="136208"/>
                  <a:pt x="183118" y="138113"/>
                  <a:pt x="181213" y="139065"/>
                </a:cubicBezTo>
                <a:cubicBezTo>
                  <a:pt x="179308" y="140970"/>
                  <a:pt x="177403" y="141923"/>
                  <a:pt x="176451" y="143828"/>
                </a:cubicBezTo>
                <a:cubicBezTo>
                  <a:pt x="175498" y="144780"/>
                  <a:pt x="173593" y="146685"/>
                  <a:pt x="172641" y="147638"/>
                </a:cubicBezTo>
                <a:cubicBezTo>
                  <a:pt x="170736" y="148590"/>
                  <a:pt x="168831" y="150495"/>
                  <a:pt x="166926" y="151448"/>
                </a:cubicBezTo>
                <a:cubicBezTo>
                  <a:pt x="165021" y="152400"/>
                  <a:pt x="164068" y="153353"/>
                  <a:pt x="162163" y="154305"/>
                </a:cubicBezTo>
                <a:cubicBezTo>
                  <a:pt x="160258" y="155258"/>
                  <a:pt x="157401" y="156210"/>
                  <a:pt x="155496" y="158115"/>
                </a:cubicBezTo>
                <a:cubicBezTo>
                  <a:pt x="153591" y="159068"/>
                  <a:pt x="152638" y="160020"/>
                  <a:pt x="150733" y="160020"/>
                </a:cubicBezTo>
                <a:cubicBezTo>
                  <a:pt x="148828" y="160973"/>
                  <a:pt x="145971" y="161925"/>
                  <a:pt x="143113" y="162878"/>
                </a:cubicBezTo>
                <a:cubicBezTo>
                  <a:pt x="141208" y="162878"/>
                  <a:pt x="140256" y="163830"/>
                  <a:pt x="138351" y="164783"/>
                </a:cubicBezTo>
                <a:cubicBezTo>
                  <a:pt x="135493" y="165735"/>
                  <a:pt x="132636" y="165735"/>
                  <a:pt x="129778" y="166688"/>
                </a:cubicBezTo>
                <a:cubicBezTo>
                  <a:pt x="128826" y="166688"/>
                  <a:pt x="126921" y="167640"/>
                  <a:pt x="125968" y="167640"/>
                </a:cubicBezTo>
                <a:cubicBezTo>
                  <a:pt x="122158" y="168593"/>
                  <a:pt x="117396" y="168593"/>
                  <a:pt x="113586" y="168593"/>
                </a:cubicBezTo>
                <a:cubicBezTo>
                  <a:pt x="109776" y="168593"/>
                  <a:pt x="105013" y="168593"/>
                  <a:pt x="101203" y="167640"/>
                </a:cubicBezTo>
                <a:cubicBezTo>
                  <a:pt x="100251" y="167640"/>
                  <a:pt x="98346" y="166688"/>
                  <a:pt x="97393" y="166688"/>
                </a:cubicBezTo>
                <a:cubicBezTo>
                  <a:pt x="94536" y="166688"/>
                  <a:pt x="91678" y="165735"/>
                  <a:pt x="88821" y="164783"/>
                </a:cubicBezTo>
                <a:cubicBezTo>
                  <a:pt x="86916" y="164783"/>
                  <a:pt x="85963" y="163830"/>
                  <a:pt x="84058" y="162878"/>
                </a:cubicBezTo>
                <a:cubicBezTo>
                  <a:pt x="82153" y="161925"/>
                  <a:pt x="79296" y="160973"/>
                  <a:pt x="77391" y="160020"/>
                </a:cubicBezTo>
                <a:cubicBezTo>
                  <a:pt x="75486" y="159068"/>
                  <a:pt x="74533" y="158115"/>
                  <a:pt x="72628" y="158115"/>
                </a:cubicBezTo>
                <a:cubicBezTo>
                  <a:pt x="70723" y="157163"/>
                  <a:pt x="68818" y="156210"/>
                  <a:pt x="65961" y="155258"/>
                </a:cubicBezTo>
                <a:cubicBezTo>
                  <a:pt x="64056" y="154305"/>
                  <a:pt x="63103" y="153353"/>
                  <a:pt x="61198" y="152400"/>
                </a:cubicBezTo>
                <a:cubicBezTo>
                  <a:pt x="59293" y="151448"/>
                  <a:pt x="57388" y="149543"/>
                  <a:pt x="55483" y="148590"/>
                </a:cubicBezTo>
                <a:cubicBezTo>
                  <a:pt x="53578" y="147638"/>
                  <a:pt x="52626" y="146685"/>
                  <a:pt x="51673" y="144780"/>
                </a:cubicBezTo>
                <a:cubicBezTo>
                  <a:pt x="49768" y="142875"/>
                  <a:pt x="47863" y="141923"/>
                  <a:pt x="46911" y="140018"/>
                </a:cubicBezTo>
                <a:cubicBezTo>
                  <a:pt x="45958" y="139065"/>
                  <a:pt x="44053" y="137160"/>
                  <a:pt x="43101" y="136208"/>
                </a:cubicBezTo>
                <a:cubicBezTo>
                  <a:pt x="41196" y="134303"/>
                  <a:pt x="40243" y="132398"/>
                  <a:pt x="38338" y="130493"/>
                </a:cubicBezTo>
                <a:cubicBezTo>
                  <a:pt x="37386" y="128588"/>
                  <a:pt x="36433" y="127635"/>
                  <a:pt x="35481" y="125730"/>
                </a:cubicBezTo>
                <a:cubicBezTo>
                  <a:pt x="34528" y="123825"/>
                  <a:pt x="33576" y="122873"/>
                  <a:pt x="32623" y="120968"/>
                </a:cubicBezTo>
                <a:lnTo>
                  <a:pt x="115491" y="9525"/>
                </a:lnTo>
                <a:close/>
                <a:moveTo>
                  <a:pt x="114538" y="200978"/>
                </a:moveTo>
                <a:cubicBezTo>
                  <a:pt x="72628" y="200978"/>
                  <a:pt x="33576" y="182880"/>
                  <a:pt x="9763" y="151448"/>
                </a:cubicBezTo>
                <a:lnTo>
                  <a:pt x="26908" y="127635"/>
                </a:lnTo>
                <a:cubicBezTo>
                  <a:pt x="27861" y="128588"/>
                  <a:pt x="28813" y="129540"/>
                  <a:pt x="28813" y="130493"/>
                </a:cubicBezTo>
                <a:cubicBezTo>
                  <a:pt x="29766" y="132398"/>
                  <a:pt x="30718" y="134303"/>
                  <a:pt x="32623" y="135255"/>
                </a:cubicBezTo>
                <a:cubicBezTo>
                  <a:pt x="34528" y="137160"/>
                  <a:pt x="35481" y="139065"/>
                  <a:pt x="37386" y="140970"/>
                </a:cubicBezTo>
                <a:cubicBezTo>
                  <a:pt x="38338" y="142875"/>
                  <a:pt x="40243" y="143828"/>
                  <a:pt x="41196" y="145733"/>
                </a:cubicBezTo>
                <a:cubicBezTo>
                  <a:pt x="43101" y="147638"/>
                  <a:pt x="45006" y="149543"/>
                  <a:pt x="46911" y="150495"/>
                </a:cubicBezTo>
                <a:cubicBezTo>
                  <a:pt x="48816" y="151448"/>
                  <a:pt x="49768" y="153353"/>
                  <a:pt x="51673" y="154305"/>
                </a:cubicBezTo>
                <a:cubicBezTo>
                  <a:pt x="53578" y="156210"/>
                  <a:pt x="55483" y="157163"/>
                  <a:pt x="57388" y="159068"/>
                </a:cubicBezTo>
                <a:cubicBezTo>
                  <a:pt x="59293" y="160020"/>
                  <a:pt x="60246" y="160973"/>
                  <a:pt x="62151" y="161925"/>
                </a:cubicBezTo>
                <a:cubicBezTo>
                  <a:pt x="64056" y="162878"/>
                  <a:pt x="66913" y="163830"/>
                  <a:pt x="68818" y="165735"/>
                </a:cubicBezTo>
                <a:cubicBezTo>
                  <a:pt x="70723" y="166688"/>
                  <a:pt x="72628" y="167640"/>
                  <a:pt x="73581" y="168593"/>
                </a:cubicBezTo>
                <a:cubicBezTo>
                  <a:pt x="76438" y="169545"/>
                  <a:pt x="78343" y="170498"/>
                  <a:pt x="81201" y="171450"/>
                </a:cubicBezTo>
                <a:cubicBezTo>
                  <a:pt x="84058" y="172403"/>
                  <a:pt x="85963" y="173355"/>
                  <a:pt x="87868" y="173355"/>
                </a:cubicBezTo>
                <a:cubicBezTo>
                  <a:pt x="90726" y="174308"/>
                  <a:pt x="93583" y="174308"/>
                  <a:pt x="96441" y="175260"/>
                </a:cubicBezTo>
                <a:cubicBezTo>
                  <a:pt x="98346" y="175260"/>
                  <a:pt x="99298" y="176213"/>
                  <a:pt x="101203" y="176213"/>
                </a:cubicBezTo>
                <a:cubicBezTo>
                  <a:pt x="105966" y="177165"/>
                  <a:pt x="109776" y="177165"/>
                  <a:pt x="114538" y="177165"/>
                </a:cubicBezTo>
                <a:cubicBezTo>
                  <a:pt x="119301" y="177165"/>
                  <a:pt x="124063" y="177165"/>
                  <a:pt x="127873" y="176213"/>
                </a:cubicBezTo>
                <a:cubicBezTo>
                  <a:pt x="129778" y="176213"/>
                  <a:pt x="130731" y="175260"/>
                  <a:pt x="132636" y="175260"/>
                </a:cubicBezTo>
                <a:cubicBezTo>
                  <a:pt x="135493" y="174308"/>
                  <a:pt x="138351" y="174308"/>
                  <a:pt x="141208" y="173355"/>
                </a:cubicBezTo>
                <a:cubicBezTo>
                  <a:pt x="143113" y="173355"/>
                  <a:pt x="145018" y="172403"/>
                  <a:pt x="145971" y="171450"/>
                </a:cubicBezTo>
                <a:cubicBezTo>
                  <a:pt x="148828" y="170498"/>
                  <a:pt x="150733" y="169545"/>
                  <a:pt x="153591" y="168593"/>
                </a:cubicBezTo>
                <a:cubicBezTo>
                  <a:pt x="155496" y="167640"/>
                  <a:pt x="157401" y="166688"/>
                  <a:pt x="158353" y="165735"/>
                </a:cubicBezTo>
                <a:cubicBezTo>
                  <a:pt x="160258" y="164783"/>
                  <a:pt x="163116" y="163830"/>
                  <a:pt x="165021" y="161925"/>
                </a:cubicBezTo>
                <a:cubicBezTo>
                  <a:pt x="166926" y="160973"/>
                  <a:pt x="168831" y="160020"/>
                  <a:pt x="169783" y="159068"/>
                </a:cubicBezTo>
                <a:cubicBezTo>
                  <a:pt x="171688" y="158115"/>
                  <a:pt x="173593" y="156210"/>
                  <a:pt x="175498" y="154305"/>
                </a:cubicBezTo>
                <a:cubicBezTo>
                  <a:pt x="177403" y="153353"/>
                  <a:pt x="178356" y="151448"/>
                  <a:pt x="180261" y="150495"/>
                </a:cubicBezTo>
                <a:cubicBezTo>
                  <a:pt x="182166" y="148590"/>
                  <a:pt x="184071" y="147638"/>
                  <a:pt x="185976" y="145733"/>
                </a:cubicBezTo>
                <a:cubicBezTo>
                  <a:pt x="186928" y="144780"/>
                  <a:pt x="188833" y="142875"/>
                  <a:pt x="189786" y="140970"/>
                </a:cubicBezTo>
                <a:cubicBezTo>
                  <a:pt x="191691" y="139065"/>
                  <a:pt x="192643" y="137160"/>
                  <a:pt x="194548" y="135255"/>
                </a:cubicBezTo>
                <a:cubicBezTo>
                  <a:pt x="195501" y="133350"/>
                  <a:pt x="197406" y="131445"/>
                  <a:pt x="198358" y="130493"/>
                </a:cubicBezTo>
                <a:cubicBezTo>
                  <a:pt x="199311" y="129540"/>
                  <a:pt x="199311" y="128588"/>
                  <a:pt x="200263" y="127635"/>
                </a:cubicBezTo>
                <a:lnTo>
                  <a:pt x="217408" y="151448"/>
                </a:lnTo>
                <a:cubicBezTo>
                  <a:pt x="195501" y="182880"/>
                  <a:pt x="155496" y="200978"/>
                  <a:pt x="114538" y="200978"/>
                </a:cubicBezTo>
                <a:lnTo>
                  <a:pt x="114538" y="200978"/>
                </a:lnTo>
                <a:close/>
                <a:moveTo>
                  <a:pt x="119301" y="110490"/>
                </a:moveTo>
                <a:lnTo>
                  <a:pt x="109776" y="110490"/>
                </a:lnTo>
                <a:lnTo>
                  <a:pt x="109776" y="91440"/>
                </a:lnTo>
                <a:lnTo>
                  <a:pt x="119301" y="91440"/>
                </a:lnTo>
                <a:lnTo>
                  <a:pt x="119301" y="110490"/>
                </a:lnTo>
                <a:close/>
                <a:moveTo>
                  <a:pt x="119301" y="148590"/>
                </a:moveTo>
                <a:lnTo>
                  <a:pt x="109776" y="148590"/>
                </a:lnTo>
                <a:lnTo>
                  <a:pt x="109776" y="129540"/>
                </a:lnTo>
                <a:lnTo>
                  <a:pt x="119301" y="129540"/>
                </a:lnTo>
                <a:lnTo>
                  <a:pt x="119301" y="148590"/>
                </a:lnTo>
                <a:close/>
                <a:moveTo>
                  <a:pt x="66913" y="122873"/>
                </a:moveTo>
                <a:lnTo>
                  <a:pt x="71676" y="104775"/>
                </a:lnTo>
                <a:lnTo>
                  <a:pt x="81201" y="107633"/>
                </a:lnTo>
                <a:lnTo>
                  <a:pt x="76438" y="125730"/>
                </a:lnTo>
                <a:lnTo>
                  <a:pt x="66913" y="122873"/>
                </a:lnTo>
                <a:close/>
                <a:moveTo>
                  <a:pt x="152638" y="125730"/>
                </a:moveTo>
                <a:lnTo>
                  <a:pt x="147876" y="107633"/>
                </a:lnTo>
                <a:lnTo>
                  <a:pt x="157401" y="104775"/>
                </a:lnTo>
                <a:lnTo>
                  <a:pt x="162163" y="122873"/>
                </a:lnTo>
                <a:lnTo>
                  <a:pt x="152638" y="125730"/>
                </a:lnTo>
                <a:close/>
                <a:moveTo>
                  <a:pt x="100251" y="78105"/>
                </a:moveTo>
                <a:lnTo>
                  <a:pt x="90726" y="75248"/>
                </a:lnTo>
                <a:lnTo>
                  <a:pt x="95488" y="57150"/>
                </a:lnTo>
                <a:lnTo>
                  <a:pt x="105013" y="60008"/>
                </a:lnTo>
                <a:cubicBezTo>
                  <a:pt x="105013" y="60008"/>
                  <a:pt x="100251" y="78105"/>
                  <a:pt x="100251" y="78105"/>
                </a:cubicBezTo>
                <a:close/>
                <a:moveTo>
                  <a:pt x="128826" y="78105"/>
                </a:moveTo>
                <a:lnTo>
                  <a:pt x="124063" y="60008"/>
                </a:lnTo>
                <a:lnTo>
                  <a:pt x="133588" y="57150"/>
                </a:lnTo>
                <a:lnTo>
                  <a:pt x="138351" y="75248"/>
                </a:lnTo>
                <a:cubicBezTo>
                  <a:pt x="138351" y="76200"/>
                  <a:pt x="128826" y="78105"/>
                  <a:pt x="128826" y="78105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3" descr="Cherries icon.">
            <a:extLst>
              <a:ext uri="{FF2B5EF4-FFF2-40B4-BE49-F238E27FC236}">
                <a16:creationId xmlns:a16="http://schemas.microsoft.com/office/drawing/2014/main" id="{16D3446C-7662-4210-B3ED-2BC2AD91D436}"/>
              </a:ext>
            </a:extLst>
          </p:cNvPr>
          <p:cNvSpPr/>
          <p:nvPr/>
        </p:nvSpPr>
        <p:spPr>
          <a:xfrm>
            <a:off x="10797990" y="1459589"/>
            <a:ext cx="415223" cy="413990"/>
          </a:xfrm>
          <a:custGeom>
            <a:avLst/>
            <a:gdLst>
              <a:gd name="connsiteX0" fmla="*/ 209271 w 209887"/>
              <a:gd name="connsiteY0" fmla="*/ 115538 h 209264"/>
              <a:gd name="connsiteX1" fmla="*/ 199746 w 209887"/>
              <a:gd name="connsiteY1" fmla="*/ 91345 h 209264"/>
              <a:gd name="connsiteX2" fmla="*/ 150501 w 209887"/>
              <a:gd name="connsiteY2" fmla="*/ 84582 h 209264"/>
              <a:gd name="connsiteX3" fmla="*/ 148692 w 209887"/>
              <a:gd name="connsiteY3" fmla="*/ 85820 h 209264"/>
              <a:gd name="connsiteX4" fmla="*/ 143358 w 209887"/>
              <a:gd name="connsiteY4" fmla="*/ 88964 h 209264"/>
              <a:gd name="connsiteX5" fmla="*/ 116307 w 209887"/>
              <a:gd name="connsiteY5" fmla="*/ 19241 h 209264"/>
              <a:gd name="connsiteX6" fmla="*/ 131070 w 209887"/>
              <a:gd name="connsiteY6" fmla="*/ 8096 h 209264"/>
              <a:gd name="connsiteX7" fmla="*/ 126022 w 209887"/>
              <a:gd name="connsiteY7" fmla="*/ 0 h 209264"/>
              <a:gd name="connsiteX8" fmla="*/ 102114 w 209887"/>
              <a:gd name="connsiteY8" fmla="*/ 19526 h 209264"/>
              <a:gd name="connsiteX9" fmla="*/ 101448 w 209887"/>
              <a:gd name="connsiteY9" fmla="*/ 18383 h 209264"/>
              <a:gd name="connsiteX10" fmla="*/ 61824 w 209887"/>
              <a:gd name="connsiteY10" fmla="*/ 571 h 209264"/>
              <a:gd name="connsiteX11" fmla="*/ 28962 w 209887"/>
              <a:gd name="connsiteY11" fmla="*/ 24384 h 209264"/>
              <a:gd name="connsiteX12" fmla="*/ 29534 w 209887"/>
              <a:gd name="connsiteY12" fmla="*/ 28194 h 209264"/>
              <a:gd name="connsiteX13" fmla="*/ 61633 w 209887"/>
              <a:gd name="connsiteY13" fmla="*/ 42577 h 209264"/>
              <a:gd name="connsiteX14" fmla="*/ 61919 w 209887"/>
              <a:gd name="connsiteY14" fmla="*/ 42577 h 209264"/>
              <a:gd name="connsiteX15" fmla="*/ 89256 w 209887"/>
              <a:gd name="connsiteY15" fmla="*/ 34195 h 209264"/>
              <a:gd name="connsiteX16" fmla="*/ 67539 w 209887"/>
              <a:gd name="connsiteY16" fmla="*/ 72009 h 209264"/>
              <a:gd name="connsiteX17" fmla="*/ 59347 w 209887"/>
              <a:gd name="connsiteY17" fmla="*/ 110585 h 209264"/>
              <a:gd name="connsiteX18" fmla="*/ 57156 w 209887"/>
              <a:gd name="connsiteY18" fmla="*/ 109347 h 209264"/>
              <a:gd name="connsiteX19" fmla="*/ 55632 w 209887"/>
              <a:gd name="connsiteY19" fmla="*/ 108490 h 209264"/>
              <a:gd name="connsiteX20" fmla="*/ 7341 w 209887"/>
              <a:gd name="connsiteY20" fmla="*/ 119825 h 209264"/>
              <a:gd name="connsiteX21" fmla="*/ 102 w 209887"/>
              <a:gd name="connsiteY21" fmla="*/ 144780 h 209264"/>
              <a:gd name="connsiteX22" fmla="*/ 13437 w 209887"/>
              <a:gd name="connsiteY22" fmla="*/ 186309 h 209264"/>
              <a:gd name="connsiteX23" fmla="*/ 58395 w 209887"/>
              <a:gd name="connsiteY23" fmla="*/ 209264 h 209264"/>
              <a:gd name="connsiteX24" fmla="*/ 85065 w 209887"/>
              <a:gd name="connsiteY24" fmla="*/ 202597 h 209264"/>
              <a:gd name="connsiteX25" fmla="*/ 112211 w 209887"/>
              <a:gd name="connsiteY25" fmla="*/ 176879 h 209264"/>
              <a:gd name="connsiteX26" fmla="*/ 114211 w 209887"/>
              <a:gd name="connsiteY26" fmla="*/ 172403 h 209264"/>
              <a:gd name="connsiteX27" fmla="*/ 129832 w 209887"/>
              <a:gd name="connsiteY27" fmla="*/ 181356 h 209264"/>
              <a:gd name="connsiteX28" fmla="*/ 152406 w 209887"/>
              <a:gd name="connsiteY28" fmla="*/ 185928 h 209264"/>
              <a:gd name="connsiteX29" fmla="*/ 199746 w 209887"/>
              <a:gd name="connsiteY29" fmla="*/ 158496 h 209264"/>
              <a:gd name="connsiteX30" fmla="*/ 209175 w 209887"/>
              <a:gd name="connsiteY30" fmla="*/ 115824 h 209264"/>
              <a:gd name="connsiteX31" fmla="*/ 61728 w 209887"/>
              <a:gd name="connsiteY31" fmla="*/ 32861 h 209264"/>
              <a:gd name="connsiteX32" fmla="*/ 38964 w 209887"/>
              <a:gd name="connsiteY32" fmla="*/ 24479 h 209264"/>
              <a:gd name="connsiteX33" fmla="*/ 61538 w 209887"/>
              <a:gd name="connsiteY33" fmla="*/ 9906 h 209264"/>
              <a:gd name="connsiteX34" fmla="*/ 90780 w 209887"/>
              <a:gd name="connsiteY34" fmla="*/ 21336 h 209264"/>
              <a:gd name="connsiteX35" fmla="*/ 61728 w 209887"/>
              <a:gd name="connsiteY35" fmla="*/ 32861 h 209264"/>
              <a:gd name="connsiteX36" fmla="*/ 76587 w 209887"/>
              <a:gd name="connsiteY36" fmla="*/ 75152 h 209264"/>
              <a:gd name="connsiteX37" fmla="*/ 102876 w 209887"/>
              <a:gd name="connsiteY37" fmla="*/ 32576 h 209264"/>
              <a:gd name="connsiteX38" fmla="*/ 107734 w 209887"/>
              <a:gd name="connsiteY38" fmla="*/ 27527 h 209264"/>
              <a:gd name="connsiteX39" fmla="*/ 131642 w 209887"/>
              <a:gd name="connsiteY39" fmla="*/ 89630 h 209264"/>
              <a:gd name="connsiteX40" fmla="*/ 125355 w 209887"/>
              <a:gd name="connsiteY40" fmla="*/ 89630 h 209264"/>
              <a:gd name="connsiteX41" fmla="*/ 112973 w 209887"/>
              <a:gd name="connsiteY41" fmla="*/ 92297 h 209264"/>
              <a:gd name="connsiteX42" fmla="*/ 92875 w 209887"/>
              <a:gd name="connsiteY42" fmla="*/ 112395 h 209264"/>
              <a:gd name="connsiteX43" fmla="*/ 81255 w 209887"/>
              <a:gd name="connsiteY43" fmla="*/ 111062 h 209264"/>
              <a:gd name="connsiteX44" fmla="*/ 73158 w 209887"/>
              <a:gd name="connsiteY44" fmla="*/ 111919 h 209264"/>
              <a:gd name="connsiteX45" fmla="*/ 68872 w 209887"/>
              <a:gd name="connsiteY45" fmla="*/ 112586 h 209264"/>
              <a:gd name="connsiteX46" fmla="*/ 76683 w 209887"/>
              <a:gd name="connsiteY46" fmla="*/ 75248 h 209264"/>
              <a:gd name="connsiteX47" fmla="*/ 103924 w 209887"/>
              <a:gd name="connsiteY47" fmla="*/ 172022 h 209264"/>
              <a:gd name="connsiteX48" fmla="*/ 80683 w 209887"/>
              <a:gd name="connsiteY48" fmla="*/ 193929 h 209264"/>
              <a:gd name="connsiteX49" fmla="*/ 20866 w 209887"/>
              <a:gd name="connsiteY49" fmla="*/ 180213 h 209264"/>
              <a:gd name="connsiteX50" fmla="*/ 9627 w 209887"/>
              <a:gd name="connsiteY50" fmla="*/ 145161 h 209264"/>
              <a:gd name="connsiteX51" fmla="*/ 15342 w 209887"/>
              <a:gd name="connsiteY51" fmla="*/ 124873 h 209264"/>
              <a:gd name="connsiteX52" fmla="*/ 51156 w 209887"/>
              <a:gd name="connsiteY52" fmla="*/ 116681 h 209264"/>
              <a:gd name="connsiteX53" fmla="*/ 52870 w 209887"/>
              <a:gd name="connsiteY53" fmla="*/ 117634 h 209264"/>
              <a:gd name="connsiteX54" fmla="*/ 63538 w 209887"/>
              <a:gd name="connsiteY54" fmla="*/ 121920 h 209264"/>
              <a:gd name="connsiteX55" fmla="*/ 74682 w 209887"/>
              <a:gd name="connsiteY55" fmla="*/ 121158 h 209264"/>
              <a:gd name="connsiteX56" fmla="*/ 81159 w 209887"/>
              <a:gd name="connsiteY56" fmla="*/ 120396 h 209264"/>
              <a:gd name="connsiteX57" fmla="*/ 90589 w 209887"/>
              <a:gd name="connsiteY57" fmla="*/ 121539 h 209264"/>
              <a:gd name="connsiteX58" fmla="*/ 100305 w 209887"/>
              <a:gd name="connsiteY58" fmla="*/ 158020 h 209264"/>
              <a:gd name="connsiteX59" fmla="*/ 106686 w 209887"/>
              <a:gd name="connsiteY59" fmla="*/ 165640 h 209264"/>
              <a:gd name="connsiteX60" fmla="*/ 103924 w 209887"/>
              <a:gd name="connsiteY60" fmla="*/ 172022 h 209264"/>
              <a:gd name="connsiteX61" fmla="*/ 191459 w 209887"/>
              <a:gd name="connsiteY61" fmla="*/ 152876 h 209264"/>
              <a:gd name="connsiteX62" fmla="*/ 172123 w 209887"/>
              <a:gd name="connsiteY62" fmla="*/ 171355 h 209264"/>
              <a:gd name="connsiteX63" fmla="*/ 133356 w 209887"/>
              <a:gd name="connsiteY63" fmla="*/ 172307 h 209264"/>
              <a:gd name="connsiteX64" fmla="*/ 108115 w 209887"/>
              <a:gd name="connsiteY64" fmla="*/ 152591 h 209264"/>
              <a:gd name="connsiteX65" fmla="*/ 101162 w 209887"/>
              <a:gd name="connsiteY65" fmla="*/ 116586 h 209264"/>
              <a:gd name="connsiteX66" fmla="*/ 116116 w 209887"/>
              <a:gd name="connsiteY66" fmla="*/ 101156 h 209264"/>
              <a:gd name="connsiteX67" fmla="*/ 126022 w 209887"/>
              <a:gd name="connsiteY67" fmla="*/ 98965 h 209264"/>
              <a:gd name="connsiteX68" fmla="*/ 140405 w 209887"/>
              <a:gd name="connsiteY68" fmla="*/ 99155 h 209264"/>
              <a:gd name="connsiteX69" fmla="*/ 143834 w 209887"/>
              <a:gd name="connsiteY69" fmla="*/ 98774 h 209264"/>
              <a:gd name="connsiteX70" fmla="*/ 168218 w 209887"/>
              <a:gd name="connsiteY70" fmla="*/ 88392 h 209264"/>
              <a:gd name="connsiteX71" fmla="*/ 190125 w 209887"/>
              <a:gd name="connsiteY71" fmla="*/ 94964 h 209264"/>
              <a:gd name="connsiteX72" fmla="*/ 191459 w 209887"/>
              <a:gd name="connsiteY72" fmla="*/ 152781 h 209264"/>
              <a:gd name="connsiteX73" fmla="*/ 182791 w 209887"/>
              <a:gd name="connsiteY73" fmla="*/ 101441 h 209264"/>
              <a:gd name="connsiteX74" fmla="*/ 190411 w 209887"/>
              <a:gd name="connsiteY74" fmla="*/ 122111 h 209264"/>
              <a:gd name="connsiteX75" fmla="*/ 180886 w 209887"/>
              <a:gd name="connsiteY75" fmla="*/ 122111 h 209264"/>
              <a:gd name="connsiteX76" fmla="*/ 176314 w 209887"/>
              <a:gd name="connsiteY76" fmla="*/ 108490 h 209264"/>
              <a:gd name="connsiteX77" fmla="*/ 166980 w 209887"/>
              <a:gd name="connsiteY77" fmla="*/ 104775 h 209264"/>
              <a:gd name="connsiteX78" fmla="*/ 166599 w 209887"/>
              <a:gd name="connsiteY78" fmla="*/ 95250 h 209264"/>
              <a:gd name="connsiteX79" fmla="*/ 182791 w 209887"/>
              <a:gd name="connsiteY79" fmla="*/ 101537 h 20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9887" h="209264">
                <a:moveTo>
                  <a:pt x="209271" y="115538"/>
                </a:moveTo>
                <a:cubicBezTo>
                  <a:pt x="207651" y="105251"/>
                  <a:pt x="204603" y="97346"/>
                  <a:pt x="199746" y="91345"/>
                </a:cubicBezTo>
                <a:cubicBezTo>
                  <a:pt x="189173" y="78105"/>
                  <a:pt x="164789" y="74771"/>
                  <a:pt x="150501" y="84582"/>
                </a:cubicBezTo>
                <a:lnTo>
                  <a:pt x="148692" y="85820"/>
                </a:lnTo>
                <a:cubicBezTo>
                  <a:pt x="146882" y="87154"/>
                  <a:pt x="145072" y="88202"/>
                  <a:pt x="143358" y="88964"/>
                </a:cubicBezTo>
                <a:cubicBezTo>
                  <a:pt x="126498" y="69818"/>
                  <a:pt x="118402" y="41434"/>
                  <a:pt x="116307" y="19241"/>
                </a:cubicBezTo>
                <a:cubicBezTo>
                  <a:pt x="121260" y="14859"/>
                  <a:pt x="126213" y="11144"/>
                  <a:pt x="131070" y="8096"/>
                </a:cubicBezTo>
                <a:lnTo>
                  <a:pt x="126022" y="0"/>
                </a:lnTo>
                <a:cubicBezTo>
                  <a:pt x="117926" y="4953"/>
                  <a:pt x="110020" y="11430"/>
                  <a:pt x="102114" y="19526"/>
                </a:cubicBezTo>
                <a:cubicBezTo>
                  <a:pt x="101924" y="19145"/>
                  <a:pt x="101733" y="18764"/>
                  <a:pt x="101448" y="18383"/>
                </a:cubicBezTo>
                <a:cubicBezTo>
                  <a:pt x="100876" y="17716"/>
                  <a:pt x="86112" y="1238"/>
                  <a:pt x="61824" y="571"/>
                </a:cubicBezTo>
                <a:cubicBezTo>
                  <a:pt x="40869" y="95"/>
                  <a:pt x="31248" y="15907"/>
                  <a:pt x="28962" y="24384"/>
                </a:cubicBezTo>
                <a:cubicBezTo>
                  <a:pt x="28581" y="25718"/>
                  <a:pt x="28867" y="27051"/>
                  <a:pt x="29534" y="28194"/>
                </a:cubicBezTo>
                <a:cubicBezTo>
                  <a:pt x="29915" y="28766"/>
                  <a:pt x="38964" y="42386"/>
                  <a:pt x="61633" y="42577"/>
                </a:cubicBezTo>
                <a:lnTo>
                  <a:pt x="61919" y="42577"/>
                </a:lnTo>
                <a:cubicBezTo>
                  <a:pt x="72777" y="42577"/>
                  <a:pt x="82302" y="38481"/>
                  <a:pt x="89256" y="34195"/>
                </a:cubicBezTo>
                <a:cubicBezTo>
                  <a:pt x="79826" y="46101"/>
                  <a:pt x="72492" y="58769"/>
                  <a:pt x="67539" y="72009"/>
                </a:cubicBezTo>
                <a:cubicBezTo>
                  <a:pt x="62967" y="84392"/>
                  <a:pt x="60871" y="97727"/>
                  <a:pt x="59347" y="110585"/>
                </a:cubicBezTo>
                <a:cubicBezTo>
                  <a:pt x="58585" y="110204"/>
                  <a:pt x="57918" y="109823"/>
                  <a:pt x="57156" y="109347"/>
                </a:cubicBezTo>
                <a:lnTo>
                  <a:pt x="55632" y="108490"/>
                </a:lnTo>
                <a:cubicBezTo>
                  <a:pt x="40488" y="100108"/>
                  <a:pt x="16580" y="105728"/>
                  <a:pt x="7341" y="119825"/>
                </a:cubicBezTo>
                <a:cubicBezTo>
                  <a:pt x="3054" y="126302"/>
                  <a:pt x="768" y="134398"/>
                  <a:pt x="102" y="144780"/>
                </a:cubicBezTo>
                <a:cubicBezTo>
                  <a:pt x="-756" y="159830"/>
                  <a:pt x="3816" y="174117"/>
                  <a:pt x="13437" y="186309"/>
                </a:cubicBezTo>
                <a:cubicBezTo>
                  <a:pt x="25343" y="201359"/>
                  <a:pt x="41440" y="209264"/>
                  <a:pt x="58395" y="209264"/>
                </a:cubicBezTo>
                <a:cubicBezTo>
                  <a:pt x="67253" y="209264"/>
                  <a:pt x="76302" y="207074"/>
                  <a:pt x="85065" y="202597"/>
                </a:cubicBezTo>
                <a:cubicBezTo>
                  <a:pt x="96399" y="196787"/>
                  <a:pt x="106020" y="187643"/>
                  <a:pt x="112211" y="176879"/>
                </a:cubicBezTo>
                <a:cubicBezTo>
                  <a:pt x="112973" y="175451"/>
                  <a:pt x="113544" y="173831"/>
                  <a:pt x="114211" y="172403"/>
                </a:cubicBezTo>
                <a:cubicBezTo>
                  <a:pt x="118974" y="176022"/>
                  <a:pt x="124212" y="179070"/>
                  <a:pt x="129832" y="181356"/>
                </a:cubicBezTo>
                <a:cubicBezTo>
                  <a:pt x="137452" y="184404"/>
                  <a:pt x="145072" y="185928"/>
                  <a:pt x="152406" y="185928"/>
                </a:cubicBezTo>
                <a:cubicBezTo>
                  <a:pt x="171075" y="185928"/>
                  <a:pt x="188125" y="176403"/>
                  <a:pt x="199746" y="158496"/>
                </a:cubicBezTo>
                <a:cubicBezTo>
                  <a:pt x="208223" y="145447"/>
                  <a:pt x="211461" y="130683"/>
                  <a:pt x="209175" y="115824"/>
                </a:cubicBezTo>
                <a:close/>
                <a:moveTo>
                  <a:pt x="61728" y="32861"/>
                </a:moveTo>
                <a:cubicBezTo>
                  <a:pt x="48679" y="32861"/>
                  <a:pt x="41726" y="27337"/>
                  <a:pt x="38964" y="24479"/>
                </a:cubicBezTo>
                <a:cubicBezTo>
                  <a:pt x="40964" y="19812"/>
                  <a:pt x="46774" y="9430"/>
                  <a:pt x="61538" y="9906"/>
                </a:cubicBezTo>
                <a:cubicBezTo>
                  <a:pt x="75444" y="10287"/>
                  <a:pt x="85731" y="17145"/>
                  <a:pt x="90780" y="21336"/>
                </a:cubicBezTo>
                <a:cubicBezTo>
                  <a:pt x="85350" y="25718"/>
                  <a:pt x="74682" y="32861"/>
                  <a:pt x="61728" y="32861"/>
                </a:cubicBezTo>
                <a:close/>
                <a:moveTo>
                  <a:pt x="76587" y="75152"/>
                </a:moveTo>
                <a:cubicBezTo>
                  <a:pt x="82207" y="60103"/>
                  <a:pt x="91065" y="45815"/>
                  <a:pt x="102876" y="32576"/>
                </a:cubicBezTo>
                <a:cubicBezTo>
                  <a:pt x="104496" y="30766"/>
                  <a:pt x="106115" y="29147"/>
                  <a:pt x="107734" y="27527"/>
                </a:cubicBezTo>
                <a:cubicBezTo>
                  <a:pt x="110687" y="47816"/>
                  <a:pt x="118116" y="71438"/>
                  <a:pt x="131642" y="89630"/>
                </a:cubicBezTo>
                <a:cubicBezTo>
                  <a:pt x="129642" y="89535"/>
                  <a:pt x="127546" y="89440"/>
                  <a:pt x="125355" y="89630"/>
                </a:cubicBezTo>
                <a:cubicBezTo>
                  <a:pt x="121069" y="90011"/>
                  <a:pt x="116878" y="90964"/>
                  <a:pt x="112973" y="92297"/>
                </a:cubicBezTo>
                <a:cubicBezTo>
                  <a:pt x="103162" y="95917"/>
                  <a:pt x="96304" y="102870"/>
                  <a:pt x="92875" y="112395"/>
                </a:cubicBezTo>
                <a:cubicBezTo>
                  <a:pt x="89160" y="111538"/>
                  <a:pt x="85350" y="110966"/>
                  <a:pt x="81255" y="111062"/>
                </a:cubicBezTo>
                <a:cubicBezTo>
                  <a:pt x="78397" y="111062"/>
                  <a:pt x="75730" y="111538"/>
                  <a:pt x="73158" y="111919"/>
                </a:cubicBezTo>
                <a:cubicBezTo>
                  <a:pt x="71730" y="112205"/>
                  <a:pt x="70301" y="112395"/>
                  <a:pt x="68872" y="112586"/>
                </a:cubicBezTo>
                <a:cubicBezTo>
                  <a:pt x="70301" y="100013"/>
                  <a:pt x="72301" y="87059"/>
                  <a:pt x="76683" y="75248"/>
                </a:cubicBezTo>
                <a:close/>
                <a:moveTo>
                  <a:pt x="103924" y="172022"/>
                </a:moveTo>
                <a:cubicBezTo>
                  <a:pt x="98685" y="181166"/>
                  <a:pt x="90399" y="188976"/>
                  <a:pt x="80683" y="193929"/>
                </a:cubicBezTo>
                <a:cubicBezTo>
                  <a:pt x="59157" y="204978"/>
                  <a:pt x="36201" y="199739"/>
                  <a:pt x="20866" y="180213"/>
                </a:cubicBezTo>
                <a:cubicBezTo>
                  <a:pt x="12770" y="169926"/>
                  <a:pt x="8865" y="157829"/>
                  <a:pt x="9627" y="145161"/>
                </a:cubicBezTo>
                <a:cubicBezTo>
                  <a:pt x="10103" y="136493"/>
                  <a:pt x="12008" y="129921"/>
                  <a:pt x="15342" y="124873"/>
                </a:cubicBezTo>
                <a:cubicBezTo>
                  <a:pt x="21914" y="114872"/>
                  <a:pt x="40297" y="110681"/>
                  <a:pt x="51156" y="116681"/>
                </a:cubicBezTo>
                <a:lnTo>
                  <a:pt x="52870" y="117634"/>
                </a:lnTo>
                <a:cubicBezTo>
                  <a:pt x="55918" y="119348"/>
                  <a:pt x="59347" y="121349"/>
                  <a:pt x="63538" y="121920"/>
                </a:cubicBezTo>
                <a:cubicBezTo>
                  <a:pt x="67634" y="122396"/>
                  <a:pt x="71349" y="121730"/>
                  <a:pt x="74682" y="121158"/>
                </a:cubicBezTo>
                <a:cubicBezTo>
                  <a:pt x="76873" y="120777"/>
                  <a:pt x="78969" y="120396"/>
                  <a:pt x="81159" y="120396"/>
                </a:cubicBezTo>
                <a:cubicBezTo>
                  <a:pt x="84398" y="120396"/>
                  <a:pt x="87541" y="120777"/>
                  <a:pt x="90589" y="121539"/>
                </a:cubicBezTo>
                <a:cubicBezTo>
                  <a:pt x="89256" y="133636"/>
                  <a:pt x="92780" y="147256"/>
                  <a:pt x="100305" y="158020"/>
                </a:cubicBezTo>
                <a:cubicBezTo>
                  <a:pt x="102210" y="160687"/>
                  <a:pt x="104305" y="163259"/>
                  <a:pt x="106686" y="165640"/>
                </a:cubicBezTo>
                <a:cubicBezTo>
                  <a:pt x="105829" y="167831"/>
                  <a:pt x="105067" y="170021"/>
                  <a:pt x="103924" y="172022"/>
                </a:cubicBezTo>
                <a:close/>
                <a:moveTo>
                  <a:pt x="191459" y="152876"/>
                </a:moveTo>
                <a:cubicBezTo>
                  <a:pt x="186315" y="160877"/>
                  <a:pt x="179553" y="167545"/>
                  <a:pt x="172123" y="171355"/>
                </a:cubicBezTo>
                <a:cubicBezTo>
                  <a:pt x="160026" y="177546"/>
                  <a:pt x="145929" y="177356"/>
                  <a:pt x="133356" y="172307"/>
                </a:cubicBezTo>
                <a:cubicBezTo>
                  <a:pt x="123165" y="168212"/>
                  <a:pt x="114211" y="161258"/>
                  <a:pt x="108115" y="152591"/>
                </a:cubicBezTo>
                <a:cubicBezTo>
                  <a:pt x="100590" y="141827"/>
                  <a:pt x="97828" y="127349"/>
                  <a:pt x="101162" y="116586"/>
                </a:cubicBezTo>
                <a:cubicBezTo>
                  <a:pt x="103543" y="109061"/>
                  <a:pt x="108496" y="103918"/>
                  <a:pt x="116116" y="101156"/>
                </a:cubicBezTo>
                <a:cubicBezTo>
                  <a:pt x="119259" y="100013"/>
                  <a:pt x="122784" y="99251"/>
                  <a:pt x="126022" y="98965"/>
                </a:cubicBezTo>
                <a:cubicBezTo>
                  <a:pt x="130689" y="98584"/>
                  <a:pt x="136023" y="99441"/>
                  <a:pt x="140405" y="99155"/>
                </a:cubicBezTo>
                <a:cubicBezTo>
                  <a:pt x="141548" y="99155"/>
                  <a:pt x="142691" y="99155"/>
                  <a:pt x="143834" y="98774"/>
                </a:cubicBezTo>
                <a:cubicBezTo>
                  <a:pt x="152883" y="96774"/>
                  <a:pt x="158598" y="89059"/>
                  <a:pt x="168218" y="88392"/>
                </a:cubicBezTo>
                <a:cubicBezTo>
                  <a:pt x="175743" y="87916"/>
                  <a:pt x="184315" y="89726"/>
                  <a:pt x="190125" y="94964"/>
                </a:cubicBezTo>
                <a:cubicBezTo>
                  <a:pt x="206127" y="109538"/>
                  <a:pt x="202984" y="134684"/>
                  <a:pt x="191459" y="152781"/>
                </a:cubicBezTo>
                <a:close/>
                <a:moveTo>
                  <a:pt x="182791" y="101441"/>
                </a:moveTo>
                <a:cubicBezTo>
                  <a:pt x="187839" y="106204"/>
                  <a:pt x="190411" y="113157"/>
                  <a:pt x="190411" y="122111"/>
                </a:cubicBezTo>
                <a:lnTo>
                  <a:pt x="180886" y="122111"/>
                </a:lnTo>
                <a:cubicBezTo>
                  <a:pt x="180886" y="116015"/>
                  <a:pt x="179267" y="111347"/>
                  <a:pt x="176314" y="108490"/>
                </a:cubicBezTo>
                <a:cubicBezTo>
                  <a:pt x="172409" y="104680"/>
                  <a:pt x="167075" y="104775"/>
                  <a:pt x="166980" y="104775"/>
                </a:cubicBezTo>
                <a:lnTo>
                  <a:pt x="166599" y="95250"/>
                </a:lnTo>
                <a:cubicBezTo>
                  <a:pt x="166599" y="95250"/>
                  <a:pt x="175933" y="94964"/>
                  <a:pt x="182791" y="101537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25" descr="Lemon icon.">
            <a:extLst>
              <a:ext uri="{FF2B5EF4-FFF2-40B4-BE49-F238E27FC236}">
                <a16:creationId xmlns:a16="http://schemas.microsoft.com/office/drawing/2014/main" id="{3D2FE8C4-ED26-4591-A542-A6B6BF8E5791}"/>
              </a:ext>
            </a:extLst>
          </p:cNvPr>
          <p:cNvSpPr/>
          <p:nvPr/>
        </p:nvSpPr>
        <p:spPr>
          <a:xfrm>
            <a:off x="965273" y="2388594"/>
            <a:ext cx="414485" cy="386345"/>
          </a:xfrm>
          <a:custGeom>
            <a:avLst/>
            <a:gdLst>
              <a:gd name="connsiteX0" fmla="*/ 204103 w 209514"/>
              <a:gd name="connsiteY0" fmla="*/ 46129 h 195290"/>
              <a:gd name="connsiteX1" fmla="*/ 204103 w 209514"/>
              <a:gd name="connsiteY1" fmla="*/ 46129 h 195290"/>
              <a:gd name="connsiteX2" fmla="*/ 204770 w 209514"/>
              <a:gd name="connsiteY2" fmla="*/ 16411 h 195290"/>
              <a:gd name="connsiteX3" fmla="*/ 175623 w 209514"/>
              <a:gd name="connsiteY3" fmla="*/ 10887 h 195290"/>
              <a:gd name="connsiteX4" fmla="*/ 159145 w 209514"/>
              <a:gd name="connsiteY4" fmla="*/ 10220 h 195290"/>
              <a:gd name="connsiteX5" fmla="*/ 46369 w 209514"/>
              <a:gd name="connsiteY5" fmla="*/ 25270 h 195290"/>
              <a:gd name="connsiteX6" fmla="*/ 8174 w 209514"/>
              <a:gd name="connsiteY6" fmla="*/ 132807 h 195290"/>
              <a:gd name="connsiteX7" fmla="*/ 5412 w 209514"/>
              <a:gd name="connsiteY7" fmla="*/ 149190 h 195290"/>
              <a:gd name="connsiteX8" fmla="*/ 4745 w 209514"/>
              <a:gd name="connsiteY8" fmla="*/ 178908 h 195290"/>
              <a:gd name="connsiteX9" fmla="*/ 33891 w 209514"/>
              <a:gd name="connsiteY9" fmla="*/ 184432 h 195290"/>
              <a:gd name="connsiteX10" fmla="*/ 50370 w 209514"/>
              <a:gd name="connsiteY10" fmla="*/ 185099 h 195290"/>
              <a:gd name="connsiteX11" fmla="*/ 93327 w 209514"/>
              <a:gd name="connsiteY11" fmla="*/ 195291 h 195290"/>
              <a:gd name="connsiteX12" fmla="*/ 163146 w 209514"/>
              <a:gd name="connsiteY12" fmla="*/ 170050 h 195290"/>
              <a:gd name="connsiteX13" fmla="*/ 201436 w 209514"/>
              <a:gd name="connsiteY13" fmla="*/ 62512 h 195290"/>
              <a:gd name="connsiteX14" fmla="*/ 204198 w 209514"/>
              <a:gd name="connsiteY14" fmla="*/ 46129 h 195290"/>
              <a:gd name="connsiteX15" fmla="*/ 196483 w 209514"/>
              <a:gd name="connsiteY15" fmla="*/ 40510 h 195290"/>
              <a:gd name="connsiteX16" fmla="*/ 192197 w 209514"/>
              <a:gd name="connsiteY16" fmla="*/ 65084 h 195290"/>
              <a:gd name="connsiteX17" fmla="*/ 157050 w 209514"/>
              <a:gd name="connsiteY17" fmla="*/ 162715 h 195290"/>
              <a:gd name="connsiteX18" fmla="*/ 54751 w 209514"/>
              <a:gd name="connsiteY18" fmla="*/ 176717 h 195290"/>
              <a:gd name="connsiteX19" fmla="*/ 41226 w 209514"/>
              <a:gd name="connsiteY19" fmla="*/ 173288 h 195290"/>
              <a:gd name="connsiteX20" fmla="*/ 29891 w 209514"/>
              <a:gd name="connsiteY20" fmla="*/ 175765 h 195290"/>
              <a:gd name="connsiteX21" fmla="*/ 12174 w 209514"/>
              <a:gd name="connsiteY21" fmla="*/ 172907 h 195290"/>
              <a:gd name="connsiteX22" fmla="*/ 13127 w 209514"/>
              <a:gd name="connsiteY22" fmla="*/ 154810 h 195290"/>
              <a:gd name="connsiteX23" fmla="*/ 17413 w 209514"/>
              <a:gd name="connsiteY23" fmla="*/ 130235 h 195290"/>
              <a:gd name="connsiteX24" fmla="*/ 52560 w 209514"/>
              <a:gd name="connsiteY24" fmla="*/ 32604 h 195290"/>
              <a:gd name="connsiteX25" fmla="*/ 154859 w 209514"/>
              <a:gd name="connsiteY25" fmla="*/ 18602 h 195290"/>
              <a:gd name="connsiteX26" fmla="*/ 179719 w 209514"/>
              <a:gd name="connsiteY26" fmla="*/ 19555 h 195290"/>
              <a:gd name="connsiteX27" fmla="*/ 197436 w 209514"/>
              <a:gd name="connsiteY27" fmla="*/ 22412 h 195290"/>
              <a:gd name="connsiteX28" fmla="*/ 196483 w 209514"/>
              <a:gd name="connsiteY28" fmla="*/ 40510 h 195290"/>
              <a:gd name="connsiteX29" fmla="*/ 119045 w 209514"/>
              <a:gd name="connsiteY29" fmla="*/ 21650 h 195290"/>
              <a:gd name="connsiteX30" fmla="*/ 119045 w 209514"/>
              <a:gd name="connsiteY30" fmla="*/ 31175 h 195290"/>
              <a:gd name="connsiteX31" fmla="*/ 66467 w 209514"/>
              <a:gd name="connsiteY31" fmla="*/ 48320 h 195290"/>
              <a:gd name="connsiteX32" fmla="*/ 63133 w 209514"/>
              <a:gd name="connsiteY32" fmla="*/ 51178 h 195290"/>
              <a:gd name="connsiteX33" fmla="*/ 60561 w 209514"/>
              <a:gd name="connsiteY33" fmla="*/ 53559 h 195290"/>
              <a:gd name="connsiteX34" fmla="*/ 57037 w 209514"/>
              <a:gd name="connsiteY34" fmla="*/ 57178 h 195290"/>
              <a:gd name="connsiteX35" fmla="*/ 49417 w 209514"/>
              <a:gd name="connsiteY35" fmla="*/ 67275 h 195290"/>
              <a:gd name="connsiteX36" fmla="*/ 47322 w 209514"/>
              <a:gd name="connsiteY36" fmla="*/ 70704 h 195290"/>
              <a:gd name="connsiteX37" fmla="*/ 38463 w 209514"/>
              <a:gd name="connsiteY37" fmla="*/ 97660 h 195290"/>
              <a:gd name="connsiteX38" fmla="*/ 29034 w 209514"/>
              <a:gd name="connsiteY38" fmla="*/ 97660 h 195290"/>
              <a:gd name="connsiteX39" fmla="*/ 38749 w 209514"/>
              <a:gd name="connsiteY39" fmla="*/ 66418 h 195290"/>
              <a:gd name="connsiteX40" fmla="*/ 41130 w 209514"/>
              <a:gd name="connsiteY40" fmla="*/ 62417 h 195290"/>
              <a:gd name="connsiteX41" fmla="*/ 49703 w 209514"/>
              <a:gd name="connsiteY41" fmla="*/ 50987 h 195290"/>
              <a:gd name="connsiteX42" fmla="*/ 53037 w 209514"/>
              <a:gd name="connsiteY42" fmla="*/ 47463 h 195290"/>
              <a:gd name="connsiteX43" fmla="*/ 53799 w 209514"/>
              <a:gd name="connsiteY43" fmla="*/ 46796 h 195290"/>
              <a:gd name="connsiteX44" fmla="*/ 56561 w 209514"/>
              <a:gd name="connsiteY44" fmla="*/ 44129 h 195290"/>
              <a:gd name="connsiteX45" fmla="*/ 60276 w 209514"/>
              <a:gd name="connsiteY45" fmla="*/ 40986 h 195290"/>
              <a:gd name="connsiteX46" fmla="*/ 118854 w 209514"/>
              <a:gd name="connsiteY46" fmla="*/ 21745 h 19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09514" h="195290">
                <a:moveTo>
                  <a:pt x="204103" y="46129"/>
                </a:moveTo>
                <a:lnTo>
                  <a:pt x="204103" y="46129"/>
                </a:lnTo>
                <a:cubicBezTo>
                  <a:pt x="211056" y="36700"/>
                  <a:pt x="211342" y="24508"/>
                  <a:pt x="204770" y="16411"/>
                </a:cubicBezTo>
                <a:cubicBezTo>
                  <a:pt x="198198" y="8315"/>
                  <a:pt x="186291" y="6029"/>
                  <a:pt x="175623" y="10887"/>
                </a:cubicBezTo>
                <a:cubicBezTo>
                  <a:pt x="170480" y="13268"/>
                  <a:pt x="164479" y="12982"/>
                  <a:pt x="159145" y="10220"/>
                </a:cubicBezTo>
                <a:cubicBezTo>
                  <a:pt x="124855" y="-7687"/>
                  <a:pt x="79516" y="-1686"/>
                  <a:pt x="46369" y="25270"/>
                </a:cubicBezTo>
                <a:cubicBezTo>
                  <a:pt x="13317" y="52130"/>
                  <a:pt x="-2113" y="95374"/>
                  <a:pt x="8174" y="132807"/>
                </a:cubicBezTo>
                <a:cubicBezTo>
                  <a:pt x="9793" y="138712"/>
                  <a:pt x="8745" y="144618"/>
                  <a:pt x="5412" y="149190"/>
                </a:cubicBezTo>
                <a:cubicBezTo>
                  <a:pt x="-1542" y="158620"/>
                  <a:pt x="-1827" y="170812"/>
                  <a:pt x="4745" y="178908"/>
                </a:cubicBezTo>
                <a:cubicBezTo>
                  <a:pt x="11317" y="187004"/>
                  <a:pt x="23223" y="189290"/>
                  <a:pt x="33891" y="184432"/>
                </a:cubicBezTo>
                <a:cubicBezTo>
                  <a:pt x="38940" y="182146"/>
                  <a:pt x="45131" y="182337"/>
                  <a:pt x="50370" y="185099"/>
                </a:cubicBezTo>
                <a:cubicBezTo>
                  <a:pt x="63514" y="191957"/>
                  <a:pt x="78278" y="195291"/>
                  <a:pt x="93327" y="195291"/>
                </a:cubicBezTo>
                <a:cubicBezTo>
                  <a:pt x="117616" y="195291"/>
                  <a:pt x="142667" y="186623"/>
                  <a:pt x="163146" y="170050"/>
                </a:cubicBezTo>
                <a:cubicBezTo>
                  <a:pt x="196293" y="143094"/>
                  <a:pt x="211723" y="99850"/>
                  <a:pt x="201436" y="62512"/>
                </a:cubicBezTo>
                <a:cubicBezTo>
                  <a:pt x="199817" y="56702"/>
                  <a:pt x="200865" y="50701"/>
                  <a:pt x="204198" y="46129"/>
                </a:cubicBezTo>
                <a:close/>
                <a:moveTo>
                  <a:pt x="196483" y="40510"/>
                </a:moveTo>
                <a:cubicBezTo>
                  <a:pt x="191340" y="47463"/>
                  <a:pt x="189816" y="56416"/>
                  <a:pt x="192197" y="65084"/>
                </a:cubicBezTo>
                <a:cubicBezTo>
                  <a:pt x="201436" y="98898"/>
                  <a:pt x="187339" y="138141"/>
                  <a:pt x="157050" y="162715"/>
                </a:cubicBezTo>
                <a:cubicBezTo>
                  <a:pt x="126760" y="187290"/>
                  <a:pt x="85612" y="192910"/>
                  <a:pt x="54751" y="176717"/>
                </a:cubicBezTo>
                <a:cubicBezTo>
                  <a:pt x="50465" y="174526"/>
                  <a:pt x="45798" y="173288"/>
                  <a:pt x="41226" y="173288"/>
                </a:cubicBezTo>
                <a:cubicBezTo>
                  <a:pt x="37225" y="173288"/>
                  <a:pt x="33415" y="174145"/>
                  <a:pt x="29891" y="175765"/>
                </a:cubicBezTo>
                <a:cubicBezTo>
                  <a:pt x="23223" y="178813"/>
                  <a:pt x="15889" y="177574"/>
                  <a:pt x="12174" y="172907"/>
                </a:cubicBezTo>
                <a:cubicBezTo>
                  <a:pt x="8364" y="168145"/>
                  <a:pt x="8745" y="160715"/>
                  <a:pt x="13127" y="154810"/>
                </a:cubicBezTo>
                <a:cubicBezTo>
                  <a:pt x="18270" y="147856"/>
                  <a:pt x="19794" y="138903"/>
                  <a:pt x="17413" y="130235"/>
                </a:cubicBezTo>
                <a:cubicBezTo>
                  <a:pt x="8174" y="96421"/>
                  <a:pt x="22271" y="57178"/>
                  <a:pt x="52560" y="32604"/>
                </a:cubicBezTo>
                <a:cubicBezTo>
                  <a:pt x="82850" y="8029"/>
                  <a:pt x="123998" y="2410"/>
                  <a:pt x="154859" y="18602"/>
                </a:cubicBezTo>
                <a:cubicBezTo>
                  <a:pt x="162860" y="22793"/>
                  <a:pt x="171909" y="23079"/>
                  <a:pt x="179719" y="19555"/>
                </a:cubicBezTo>
                <a:cubicBezTo>
                  <a:pt x="186387" y="16507"/>
                  <a:pt x="193721" y="17650"/>
                  <a:pt x="197436" y="22412"/>
                </a:cubicBezTo>
                <a:cubicBezTo>
                  <a:pt x="201246" y="27175"/>
                  <a:pt x="200865" y="34604"/>
                  <a:pt x="196483" y="40510"/>
                </a:cubicBezTo>
                <a:close/>
                <a:moveTo>
                  <a:pt x="119045" y="21650"/>
                </a:moveTo>
                <a:lnTo>
                  <a:pt x="119045" y="31175"/>
                </a:lnTo>
                <a:cubicBezTo>
                  <a:pt x="100757" y="29746"/>
                  <a:pt x="81897" y="35842"/>
                  <a:pt x="66467" y="48320"/>
                </a:cubicBezTo>
                <a:cubicBezTo>
                  <a:pt x="65324" y="49273"/>
                  <a:pt x="64181" y="50225"/>
                  <a:pt x="63133" y="51178"/>
                </a:cubicBezTo>
                <a:cubicBezTo>
                  <a:pt x="62276" y="51940"/>
                  <a:pt x="61419" y="52797"/>
                  <a:pt x="60561" y="53559"/>
                </a:cubicBezTo>
                <a:cubicBezTo>
                  <a:pt x="58942" y="55178"/>
                  <a:pt x="57990" y="56131"/>
                  <a:pt x="57037" y="57178"/>
                </a:cubicBezTo>
                <a:cubicBezTo>
                  <a:pt x="54180" y="60417"/>
                  <a:pt x="51608" y="63751"/>
                  <a:pt x="49417" y="67275"/>
                </a:cubicBezTo>
                <a:cubicBezTo>
                  <a:pt x="48560" y="68513"/>
                  <a:pt x="47988" y="69656"/>
                  <a:pt x="47322" y="70704"/>
                </a:cubicBezTo>
                <a:cubicBezTo>
                  <a:pt x="42464" y="79372"/>
                  <a:pt x="39511" y="88516"/>
                  <a:pt x="38463" y="97660"/>
                </a:cubicBezTo>
                <a:lnTo>
                  <a:pt x="29034" y="97660"/>
                </a:lnTo>
                <a:cubicBezTo>
                  <a:pt x="30081" y="86706"/>
                  <a:pt x="33320" y="76133"/>
                  <a:pt x="38749" y="66418"/>
                </a:cubicBezTo>
                <a:cubicBezTo>
                  <a:pt x="39702" y="64798"/>
                  <a:pt x="40368" y="63560"/>
                  <a:pt x="41130" y="62417"/>
                </a:cubicBezTo>
                <a:cubicBezTo>
                  <a:pt x="43797" y="58226"/>
                  <a:pt x="46655" y="54511"/>
                  <a:pt x="49703" y="50987"/>
                </a:cubicBezTo>
                <a:cubicBezTo>
                  <a:pt x="50846" y="49654"/>
                  <a:pt x="51894" y="48606"/>
                  <a:pt x="53037" y="47463"/>
                </a:cubicBezTo>
                <a:lnTo>
                  <a:pt x="53799" y="46796"/>
                </a:lnTo>
                <a:cubicBezTo>
                  <a:pt x="54751" y="45939"/>
                  <a:pt x="55608" y="44986"/>
                  <a:pt x="56561" y="44129"/>
                </a:cubicBezTo>
                <a:cubicBezTo>
                  <a:pt x="57799" y="43081"/>
                  <a:pt x="59037" y="41938"/>
                  <a:pt x="60276" y="40986"/>
                </a:cubicBezTo>
                <a:cubicBezTo>
                  <a:pt x="77421" y="27079"/>
                  <a:pt x="98376" y="20317"/>
                  <a:pt x="118854" y="21745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Graphic 31" descr="Tomatoes icon.">
            <a:extLst>
              <a:ext uri="{FF2B5EF4-FFF2-40B4-BE49-F238E27FC236}">
                <a16:creationId xmlns:a16="http://schemas.microsoft.com/office/drawing/2014/main" id="{5C4384A1-BCD4-4877-9242-26D6A50133EB}"/>
              </a:ext>
            </a:extLst>
          </p:cNvPr>
          <p:cNvSpPr/>
          <p:nvPr/>
        </p:nvSpPr>
        <p:spPr>
          <a:xfrm>
            <a:off x="2174471" y="2436232"/>
            <a:ext cx="453690" cy="338707"/>
          </a:xfrm>
          <a:custGeom>
            <a:avLst/>
            <a:gdLst>
              <a:gd name="connsiteX0" fmla="*/ 377288 w 453690"/>
              <a:gd name="connsiteY0" fmla="*/ 56168 h 338707"/>
              <a:gd name="connsiteX1" fmla="*/ 374829 w 453690"/>
              <a:gd name="connsiteY1" fmla="*/ 30448 h 338707"/>
              <a:gd name="connsiteX2" fmla="*/ 330387 w 453690"/>
              <a:gd name="connsiteY2" fmla="*/ 38769 h 338707"/>
              <a:gd name="connsiteX3" fmla="*/ 293131 w 453690"/>
              <a:gd name="connsiteY3" fmla="*/ 0 h 338707"/>
              <a:gd name="connsiteX4" fmla="*/ 293131 w 453690"/>
              <a:gd name="connsiteY4" fmla="*/ 18912 h 338707"/>
              <a:gd name="connsiteX5" fmla="*/ 310340 w 453690"/>
              <a:gd name="connsiteY5" fmla="*/ 34608 h 338707"/>
              <a:gd name="connsiteX6" fmla="*/ 282540 w 453690"/>
              <a:gd name="connsiteY6" fmla="*/ 25720 h 338707"/>
              <a:gd name="connsiteX7" fmla="*/ 274597 w 453690"/>
              <a:gd name="connsiteY7" fmla="*/ 38391 h 338707"/>
              <a:gd name="connsiteX8" fmla="*/ 274597 w 453690"/>
              <a:gd name="connsiteY8" fmla="*/ 47279 h 338707"/>
              <a:gd name="connsiteX9" fmla="*/ 221834 w 453690"/>
              <a:gd name="connsiteY9" fmla="*/ 69973 h 338707"/>
              <a:gd name="connsiteX10" fmla="*/ 219186 w 453690"/>
              <a:gd name="connsiteY10" fmla="*/ 56924 h 338707"/>
              <a:gd name="connsiteX11" fmla="*/ 201977 w 453690"/>
              <a:gd name="connsiteY11" fmla="*/ 50116 h 338707"/>
              <a:gd name="connsiteX12" fmla="*/ 168692 w 453690"/>
              <a:gd name="connsiteY12" fmla="*/ 64867 h 338707"/>
              <a:gd name="connsiteX13" fmla="*/ 123115 w 453690"/>
              <a:gd name="connsiteY13" fmla="*/ 18533 h 338707"/>
              <a:gd name="connsiteX14" fmla="*/ 123115 w 453690"/>
              <a:gd name="connsiteY14" fmla="*/ 37445 h 338707"/>
              <a:gd name="connsiteX15" fmla="*/ 149213 w 453690"/>
              <a:gd name="connsiteY15" fmla="*/ 62976 h 338707"/>
              <a:gd name="connsiteX16" fmla="*/ 127465 w 453690"/>
              <a:gd name="connsiteY16" fmla="*/ 51629 h 338707"/>
              <a:gd name="connsiteX17" fmla="*/ 114037 w 453690"/>
              <a:gd name="connsiteY17" fmla="*/ 52764 h 338707"/>
              <a:gd name="connsiteX18" fmla="*/ 106094 w 453690"/>
              <a:gd name="connsiteY18" fmla="*/ 63165 h 338707"/>
              <a:gd name="connsiteX19" fmla="*/ 104392 w 453690"/>
              <a:gd name="connsiteY19" fmla="*/ 75836 h 338707"/>
              <a:gd name="connsiteX20" fmla="*/ 0 w 453690"/>
              <a:gd name="connsiteY20" fmla="*/ 199518 h 338707"/>
              <a:gd name="connsiteX21" fmla="*/ 155265 w 453690"/>
              <a:gd name="connsiteY21" fmla="*/ 338708 h 338707"/>
              <a:gd name="connsiteX22" fmla="*/ 282729 w 453690"/>
              <a:gd name="connsiteY22" fmla="*/ 277056 h 338707"/>
              <a:gd name="connsiteX23" fmla="*/ 312232 w 453690"/>
              <a:gd name="connsiteY23" fmla="*/ 279893 h 338707"/>
              <a:gd name="connsiteX24" fmla="*/ 453691 w 453690"/>
              <a:gd name="connsiteY24" fmla="*/ 157912 h 338707"/>
              <a:gd name="connsiteX25" fmla="*/ 377099 w 453690"/>
              <a:gd name="connsiteY25" fmla="*/ 55979 h 338707"/>
              <a:gd name="connsiteX26" fmla="*/ 287836 w 453690"/>
              <a:gd name="connsiteY26" fmla="*/ 73377 h 338707"/>
              <a:gd name="connsiteX27" fmla="*/ 297291 w 453690"/>
              <a:gd name="connsiteY27" fmla="*/ 72053 h 338707"/>
              <a:gd name="connsiteX28" fmla="*/ 295778 w 453690"/>
              <a:gd name="connsiteY28" fmla="*/ 62598 h 338707"/>
              <a:gd name="connsiteX29" fmla="*/ 293509 w 453690"/>
              <a:gd name="connsiteY29" fmla="*/ 46523 h 338707"/>
              <a:gd name="connsiteX30" fmla="*/ 311097 w 453690"/>
              <a:gd name="connsiteY30" fmla="*/ 59950 h 338707"/>
              <a:gd name="connsiteX31" fmla="*/ 312232 w 453690"/>
              <a:gd name="connsiteY31" fmla="*/ 60706 h 338707"/>
              <a:gd name="connsiteX32" fmla="*/ 312232 w 453690"/>
              <a:gd name="connsiteY32" fmla="*/ 76025 h 338707"/>
              <a:gd name="connsiteX33" fmla="*/ 331143 w 453690"/>
              <a:gd name="connsiteY33" fmla="*/ 76025 h 338707"/>
              <a:gd name="connsiteX34" fmla="*/ 331143 w 453690"/>
              <a:gd name="connsiteY34" fmla="*/ 61652 h 338707"/>
              <a:gd name="connsiteX35" fmla="*/ 331711 w 453690"/>
              <a:gd name="connsiteY35" fmla="*/ 61274 h 338707"/>
              <a:gd name="connsiteX36" fmla="*/ 361591 w 453690"/>
              <a:gd name="connsiteY36" fmla="*/ 45577 h 338707"/>
              <a:gd name="connsiteX37" fmla="*/ 351757 w 453690"/>
              <a:gd name="connsiteY37" fmla="*/ 60896 h 338707"/>
              <a:gd name="connsiteX38" fmla="*/ 340977 w 453690"/>
              <a:gd name="connsiteY38" fmla="*/ 75458 h 338707"/>
              <a:gd name="connsiteX39" fmla="*/ 359133 w 453690"/>
              <a:gd name="connsiteY39" fmla="*/ 75836 h 338707"/>
              <a:gd name="connsiteX40" fmla="*/ 376342 w 453690"/>
              <a:gd name="connsiteY40" fmla="*/ 79807 h 338707"/>
              <a:gd name="connsiteX41" fmla="*/ 373505 w 453690"/>
              <a:gd name="connsiteY41" fmla="*/ 82266 h 338707"/>
              <a:gd name="connsiteX42" fmla="*/ 342112 w 453690"/>
              <a:gd name="connsiteY42" fmla="*/ 85481 h 338707"/>
              <a:gd name="connsiteX43" fmla="*/ 333791 w 453690"/>
              <a:gd name="connsiteY43" fmla="*/ 84535 h 338707"/>
              <a:gd name="connsiteX44" fmla="*/ 331143 w 453690"/>
              <a:gd name="connsiteY44" fmla="*/ 92478 h 338707"/>
              <a:gd name="connsiteX45" fmla="*/ 323579 w 453690"/>
              <a:gd name="connsiteY45" fmla="*/ 107229 h 338707"/>
              <a:gd name="connsiteX46" fmla="*/ 313366 w 453690"/>
              <a:gd name="connsiteY46" fmla="*/ 86237 h 338707"/>
              <a:gd name="connsiteX47" fmla="*/ 310719 w 453690"/>
              <a:gd name="connsiteY47" fmla="*/ 78294 h 338707"/>
              <a:gd name="connsiteX48" fmla="*/ 302587 w 453690"/>
              <a:gd name="connsiteY48" fmla="*/ 79807 h 338707"/>
              <a:gd name="connsiteX49" fmla="*/ 272139 w 453690"/>
              <a:gd name="connsiteY49" fmla="*/ 78483 h 338707"/>
              <a:gd name="connsiteX50" fmla="*/ 287646 w 453690"/>
              <a:gd name="connsiteY50" fmla="*/ 73377 h 338707"/>
              <a:gd name="connsiteX51" fmla="*/ 119333 w 453690"/>
              <a:gd name="connsiteY51" fmla="*/ 104203 h 338707"/>
              <a:gd name="connsiteX52" fmla="*/ 133895 w 453690"/>
              <a:gd name="connsiteY52" fmla="*/ 102123 h 338707"/>
              <a:gd name="connsiteX53" fmla="*/ 125763 w 453690"/>
              <a:gd name="connsiteY53" fmla="*/ 89830 h 338707"/>
              <a:gd name="connsiteX54" fmla="*/ 123682 w 453690"/>
              <a:gd name="connsiteY54" fmla="*/ 71108 h 338707"/>
              <a:gd name="connsiteX55" fmla="*/ 151482 w 453690"/>
              <a:gd name="connsiteY55" fmla="*/ 89452 h 338707"/>
              <a:gd name="connsiteX56" fmla="*/ 151482 w 453690"/>
              <a:gd name="connsiteY56" fmla="*/ 104203 h 338707"/>
              <a:gd name="connsiteX57" fmla="*/ 170394 w 453690"/>
              <a:gd name="connsiteY57" fmla="*/ 104203 h 338707"/>
              <a:gd name="connsiteX58" fmla="*/ 170394 w 453690"/>
              <a:gd name="connsiteY58" fmla="*/ 87750 h 338707"/>
              <a:gd name="connsiteX59" fmla="*/ 203111 w 453690"/>
              <a:gd name="connsiteY59" fmla="*/ 69784 h 338707"/>
              <a:gd name="connsiteX60" fmla="*/ 195547 w 453690"/>
              <a:gd name="connsiteY60" fmla="*/ 89830 h 338707"/>
              <a:gd name="connsiteX61" fmla="*/ 186091 w 453690"/>
              <a:gd name="connsiteY61" fmla="*/ 104203 h 338707"/>
              <a:gd name="connsiteX62" fmla="*/ 203300 w 453690"/>
              <a:gd name="connsiteY62" fmla="*/ 104582 h 338707"/>
              <a:gd name="connsiteX63" fmla="*/ 221645 w 453690"/>
              <a:gd name="connsiteY63" fmla="*/ 111957 h 338707"/>
              <a:gd name="connsiteX64" fmla="*/ 180985 w 453690"/>
              <a:gd name="connsiteY64" fmla="*/ 113848 h 338707"/>
              <a:gd name="connsiteX65" fmla="*/ 173609 w 453690"/>
              <a:gd name="connsiteY65" fmla="*/ 113281 h 338707"/>
              <a:gd name="connsiteX66" fmla="*/ 171340 w 453690"/>
              <a:gd name="connsiteY66" fmla="*/ 120278 h 338707"/>
              <a:gd name="connsiteX67" fmla="*/ 169449 w 453690"/>
              <a:gd name="connsiteY67" fmla="*/ 126519 h 338707"/>
              <a:gd name="connsiteX68" fmla="*/ 160749 w 453690"/>
              <a:gd name="connsiteY68" fmla="*/ 146376 h 338707"/>
              <a:gd name="connsiteX69" fmla="*/ 147889 w 453690"/>
              <a:gd name="connsiteY69" fmla="*/ 120656 h 338707"/>
              <a:gd name="connsiteX70" fmla="*/ 145242 w 453690"/>
              <a:gd name="connsiteY70" fmla="*/ 112714 h 338707"/>
              <a:gd name="connsiteX71" fmla="*/ 137110 w 453690"/>
              <a:gd name="connsiteY71" fmla="*/ 114226 h 338707"/>
              <a:gd name="connsiteX72" fmla="*/ 98530 w 453690"/>
              <a:gd name="connsiteY72" fmla="*/ 111768 h 338707"/>
              <a:gd name="connsiteX73" fmla="*/ 119522 w 453690"/>
              <a:gd name="connsiteY73" fmla="*/ 103825 h 338707"/>
              <a:gd name="connsiteX74" fmla="*/ 155265 w 453690"/>
              <a:gd name="connsiteY74" fmla="*/ 319985 h 338707"/>
              <a:gd name="connsiteX75" fmla="*/ 18912 w 453690"/>
              <a:gd name="connsiteY75" fmla="*/ 199707 h 338707"/>
              <a:gd name="connsiteX76" fmla="*/ 77349 w 453690"/>
              <a:gd name="connsiteY76" fmla="*/ 107797 h 338707"/>
              <a:gd name="connsiteX77" fmla="*/ 76970 w 453690"/>
              <a:gd name="connsiteY77" fmla="*/ 116496 h 338707"/>
              <a:gd name="connsiteX78" fmla="*/ 88507 w 453690"/>
              <a:gd name="connsiteY78" fmla="*/ 128788 h 338707"/>
              <a:gd name="connsiteX79" fmla="*/ 132193 w 453690"/>
              <a:gd name="connsiteY79" fmla="*/ 133895 h 338707"/>
              <a:gd name="connsiteX80" fmla="*/ 148457 w 453690"/>
              <a:gd name="connsiteY80" fmla="*/ 161127 h 338707"/>
              <a:gd name="connsiteX81" fmla="*/ 160371 w 453690"/>
              <a:gd name="connsiteY81" fmla="*/ 166044 h 338707"/>
              <a:gd name="connsiteX82" fmla="*/ 172096 w 453690"/>
              <a:gd name="connsiteY82" fmla="*/ 161317 h 338707"/>
              <a:gd name="connsiteX83" fmla="*/ 186847 w 453690"/>
              <a:gd name="connsiteY83" fmla="*/ 132760 h 338707"/>
              <a:gd name="connsiteX84" fmla="*/ 230911 w 453690"/>
              <a:gd name="connsiteY84" fmla="*/ 128788 h 338707"/>
              <a:gd name="connsiteX85" fmla="*/ 242637 w 453690"/>
              <a:gd name="connsiteY85" fmla="*/ 116685 h 338707"/>
              <a:gd name="connsiteX86" fmla="*/ 242826 w 453690"/>
              <a:gd name="connsiteY86" fmla="*/ 113848 h 338707"/>
              <a:gd name="connsiteX87" fmla="*/ 291996 w 453690"/>
              <a:gd name="connsiteY87" fmla="*/ 199707 h 338707"/>
              <a:gd name="connsiteX88" fmla="*/ 155265 w 453690"/>
              <a:gd name="connsiteY88" fmla="*/ 319985 h 338707"/>
              <a:gd name="connsiteX89" fmla="*/ 312421 w 453690"/>
              <a:gd name="connsiteY89" fmla="*/ 261170 h 338707"/>
              <a:gd name="connsiteX90" fmla="*/ 294455 w 453690"/>
              <a:gd name="connsiteY90" fmla="*/ 259846 h 338707"/>
              <a:gd name="connsiteX91" fmla="*/ 311097 w 453690"/>
              <a:gd name="connsiteY91" fmla="*/ 199707 h 338707"/>
              <a:gd name="connsiteX92" fmla="*/ 232803 w 453690"/>
              <a:gd name="connsiteY92" fmla="*/ 85859 h 338707"/>
              <a:gd name="connsiteX93" fmla="*/ 249823 w 453690"/>
              <a:gd name="connsiteY93" fmla="*/ 76214 h 338707"/>
              <a:gd name="connsiteX94" fmla="*/ 249256 w 453690"/>
              <a:gd name="connsiteY94" fmla="*/ 77916 h 338707"/>
              <a:gd name="connsiteX95" fmla="*/ 260414 w 453690"/>
              <a:gd name="connsiteY95" fmla="*/ 94747 h 338707"/>
              <a:gd name="connsiteX96" fmla="*/ 298237 w 453690"/>
              <a:gd name="connsiteY96" fmla="*/ 99286 h 338707"/>
              <a:gd name="connsiteX97" fmla="*/ 312421 w 453690"/>
              <a:gd name="connsiteY97" fmla="*/ 122358 h 338707"/>
              <a:gd name="connsiteX98" fmla="*/ 323768 w 453690"/>
              <a:gd name="connsiteY98" fmla="*/ 126897 h 338707"/>
              <a:gd name="connsiteX99" fmla="*/ 334926 w 453690"/>
              <a:gd name="connsiteY99" fmla="*/ 122548 h 338707"/>
              <a:gd name="connsiteX100" fmla="*/ 347029 w 453690"/>
              <a:gd name="connsiteY100" fmla="*/ 104771 h 338707"/>
              <a:gd name="connsiteX101" fmla="*/ 383718 w 453690"/>
              <a:gd name="connsiteY101" fmla="*/ 97962 h 338707"/>
              <a:gd name="connsiteX102" fmla="*/ 394308 w 453690"/>
              <a:gd name="connsiteY102" fmla="*/ 86615 h 338707"/>
              <a:gd name="connsiteX103" fmla="*/ 435157 w 453690"/>
              <a:gd name="connsiteY103" fmla="*/ 158102 h 338707"/>
              <a:gd name="connsiteX104" fmla="*/ 312610 w 453690"/>
              <a:gd name="connsiteY104" fmla="*/ 261170 h 338707"/>
              <a:gd name="connsiteX105" fmla="*/ 74701 w 453690"/>
              <a:gd name="connsiteY105" fmla="*/ 252849 h 338707"/>
              <a:gd name="connsiteX106" fmla="*/ 160371 w 453690"/>
              <a:gd name="connsiteY106" fmla="*/ 291240 h 338707"/>
              <a:gd name="connsiteX107" fmla="*/ 160371 w 453690"/>
              <a:gd name="connsiteY107" fmla="*/ 310151 h 338707"/>
              <a:gd name="connsiteX108" fmla="*/ 60706 w 453690"/>
              <a:gd name="connsiteY108" fmla="*/ 265520 h 338707"/>
              <a:gd name="connsiteX109" fmla="*/ 28935 w 453690"/>
              <a:gd name="connsiteY109" fmla="*/ 178904 h 338707"/>
              <a:gd name="connsiteX110" fmla="*/ 47847 w 453690"/>
              <a:gd name="connsiteY110" fmla="*/ 180606 h 338707"/>
              <a:gd name="connsiteX111" fmla="*/ 74701 w 453690"/>
              <a:gd name="connsiteY111" fmla="*/ 252660 h 33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453690" h="338707">
                <a:moveTo>
                  <a:pt x="377288" y="56168"/>
                </a:moveTo>
                <a:cubicBezTo>
                  <a:pt x="382016" y="47090"/>
                  <a:pt x="383529" y="37634"/>
                  <a:pt x="374829" y="30448"/>
                </a:cubicBezTo>
                <a:cubicBezTo>
                  <a:pt x="363860" y="21370"/>
                  <a:pt x="346084" y="28557"/>
                  <a:pt x="330387" y="38769"/>
                </a:cubicBezTo>
                <a:cubicBezTo>
                  <a:pt x="327550" y="15508"/>
                  <a:pt x="312988" y="0"/>
                  <a:pt x="293131" y="0"/>
                </a:cubicBezTo>
                <a:lnTo>
                  <a:pt x="293131" y="18912"/>
                </a:lnTo>
                <a:cubicBezTo>
                  <a:pt x="302776" y="18912"/>
                  <a:pt x="307882" y="26476"/>
                  <a:pt x="310340" y="34608"/>
                </a:cubicBezTo>
                <a:cubicBezTo>
                  <a:pt x="301263" y="28178"/>
                  <a:pt x="290294" y="22505"/>
                  <a:pt x="282540" y="25720"/>
                </a:cubicBezTo>
                <a:cubicBezTo>
                  <a:pt x="280271" y="26665"/>
                  <a:pt x="274787" y="29880"/>
                  <a:pt x="274597" y="38391"/>
                </a:cubicBezTo>
                <a:cubicBezTo>
                  <a:pt x="274597" y="42362"/>
                  <a:pt x="274597" y="44632"/>
                  <a:pt x="274597" y="47279"/>
                </a:cubicBezTo>
                <a:cubicBezTo>
                  <a:pt x="255118" y="51818"/>
                  <a:pt x="237152" y="59383"/>
                  <a:pt x="221834" y="69973"/>
                </a:cubicBezTo>
                <a:cubicBezTo>
                  <a:pt x="222212" y="65245"/>
                  <a:pt x="221834" y="60706"/>
                  <a:pt x="219186" y="56924"/>
                </a:cubicBezTo>
                <a:cubicBezTo>
                  <a:pt x="217484" y="54276"/>
                  <a:pt x="212378" y="48414"/>
                  <a:pt x="201977" y="50116"/>
                </a:cubicBezTo>
                <a:cubicBezTo>
                  <a:pt x="189684" y="52007"/>
                  <a:pt x="177581" y="58626"/>
                  <a:pt x="168692" y="64867"/>
                </a:cubicBezTo>
                <a:cubicBezTo>
                  <a:pt x="163775" y="35743"/>
                  <a:pt x="147700" y="18533"/>
                  <a:pt x="123115" y="18533"/>
                </a:cubicBezTo>
                <a:lnTo>
                  <a:pt x="123115" y="37445"/>
                </a:lnTo>
                <a:cubicBezTo>
                  <a:pt x="138812" y="37445"/>
                  <a:pt x="145998" y="49549"/>
                  <a:pt x="149213" y="62976"/>
                </a:cubicBezTo>
                <a:cubicBezTo>
                  <a:pt x="141270" y="57681"/>
                  <a:pt x="133327" y="53709"/>
                  <a:pt x="127465" y="51629"/>
                </a:cubicBezTo>
                <a:cubicBezTo>
                  <a:pt x="122926" y="50116"/>
                  <a:pt x="118009" y="50494"/>
                  <a:pt x="114037" y="52764"/>
                </a:cubicBezTo>
                <a:cubicBezTo>
                  <a:pt x="110066" y="55033"/>
                  <a:pt x="107040" y="58626"/>
                  <a:pt x="106094" y="63165"/>
                </a:cubicBezTo>
                <a:cubicBezTo>
                  <a:pt x="104960" y="67515"/>
                  <a:pt x="104392" y="71675"/>
                  <a:pt x="104392" y="75836"/>
                </a:cubicBezTo>
                <a:cubicBezTo>
                  <a:pt x="42551" y="94558"/>
                  <a:pt x="0" y="144107"/>
                  <a:pt x="0" y="199518"/>
                </a:cubicBezTo>
                <a:cubicBezTo>
                  <a:pt x="0" y="273652"/>
                  <a:pt x="72621" y="338708"/>
                  <a:pt x="155265" y="338708"/>
                </a:cubicBezTo>
                <a:cubicBezTo>
                  <a:pt x="206705" y="338708"/>
                  <a:pt x="254173" y="313745"/>
                  <a:pt x="282729" y="277056"/>
                </a:cubicBezTo>
                <a:cubicBezTo>
                  <a:pt x="292374" y="278947"/>
                  <a:pt x="302398" y="279893"/>
                  <a:pt x="312232" y="279893"/>
                </a:cubicBezTo>
                <a:cubicBezTo>
                  <a:pt x="387689" y="279893"/>
                  <a:pt x="453691" y="222969"/>
                  <a:pt x="453691" y="157912"/>
                </a:cubicBezTo>
                <a:cubicBezTo>
                  <a:pt x="453691" y="114983"/>
                  <a:pt x="423621" y="75647"/>
                  <a:pt x="377099" y="55979"/>
                </a:cubicBezTo>
                <a:close/>
                <a:moveTo>
                  <a:pt x="287836" y="73377"/>
                </a:moveTo>
                <a:lnTo>
                  <a:pt x="297291" y="72053"/>
                </a:lnTo>
                <a:lnTo>
                  <a:pt x="295778" y="62598"/>
                </a:lnTo>
                <a:cubicBezTo>
                  <a:pt x="294266" y="53331"/>
                  <a:pt x="293698" y="49549"/>
                  <a:pt x="293509" y="46523"/>
                </a:cubicBezTo>
                <a:cubicBezTo>
                  <a:pt x="298426" y="49359"/>
                  <a:pt x="305234" y="54466"/>
                  <a:pt x="311097" y="59950"/>
                </a:cubicBezTo>
                <a:cubicBezTo>
                  <a:pt x="311475" y="60328"/>
                  <a:pt x="311853" y="60328"/>
                  <a:pt x="312232" y="60706"/>
                </a:cubicBezTo>
                <a:lnTo>
                  <a:pt x="312232" y="76025"/>
                </a:lnTo>
                <a:lnTo>
                  <a:pt x="331143" y="76025"/>
                </a:lnTo>
                <a:lnTo>
                  <a:pt x="331143" y="61652"/>
                </a:lnTo>
                <a:cubicBezTo>
                  <a:pt x="331143" y="61652"/>
                  <a:pt x="331522" y="61652"/>
                  <a:pt x="331711" y="61274"/>
                </a:cubicBezTo>
                <a:cubicBezTo>
                  <a:pt x="345516" y="51061"/>
                  <a:pt x="356863" y="45955"/>
                  <a:pt x="361591" y="45577"/>
                </a:cubicBezTo>
                <a:cubicBezTo>
                  <a:pt x="360456" y="47847"/>
                  <a:pt x="357998" y="52574"/>
                  <a:pt x="351757" y="60896"/>
                </a:cubicBezTo>
                <a:lnTo>
                  <a:pt x="340977" y="75458"/>
                </a:lnTo>
                <a:lnTo>
                  <a:pt x="359133" y="75836"/>
                </a:lnTo>
                <a:cubicBezTo>
                  <a:pt x="365941" y="75836"/>
                  <a:pt x="372371" y="77538"/>
                  <a:pt x="376342" y="79807"/>
                </a:cubicBezTo>
                <a:cubicBezTo>
                  <a:pt x="375586" y="80753"/>
                  <a:pt x="374451" y="81509"/>
                  <a:pt x="373505" y="82266"/>
                </a:cubicBezTo>
                <a:cubicBezTo>
                  <a:pt x="366508" y="86615"/>
                  <a:pt x="354783" y="87750"/>
                  <a:pt x="342112" y="85481"/>
                </a:cubicBezTo>
                <a:lnTo>
                  <a:pt x="333791" y="84535"/>
                </a:lnTo>
                <a:lnTo>
                  <a:pt x="331143" y="92478"/>
                </a:lnTo>
                <a:cubicBezTo>
                  <a:pt x="328874" y="99475"/>
                  <a:pt x="327739" y="102879"/>
                  <a:pt x="323579" y="107229"/>
                </a:cubicBezTo>
                <a:cubicBezTo>
                  <a:pt x="318094" y="100988"/>
                  <a:pt x="315636" y="92856"/>
                  <a:pt x="313366" y="86237"/>
                </a:cubicBezTo>
                <a:lnTo>
                  <a:pt x="310719" y="78294"/>
                </a:lnTo>
                <a:lnTo>
                  <a:pt x="302587" y="79807"/>
                </a:lnTo>
                <a:cubicBezTo>
                  <a:pt x="291618" y="81888"/>
                  <a:pt x="280271" y="80375"/>
                  <a:pt x="272139" y="78483"/>
                </a:cubicBezTo>
                <a:cubicBezTo>
                  <a:pt x="276489" y="76025"/>
                  <a:pt x="281595" y="74323"/>
                  <a:pt x="287646" y="73377"/>
                </a:cubicBezTo>
                <a:close/>
                <a:moveTo>
                  <a:pt x="119333" y="104203"/>
                </a:moveTo>
                <a:lnTo>
                  <a:pt x="133895" y="102123"/>
                </a:lnTo>
                <a:lnTo>
                  <a:pt x="125763" y="89830"/>
                </a:lnTo>
                <a:cubicBezTo>
                  <a:pt x="123115" y="85859"/>
                  <a:pt x="122358" y="78483"/>
                  <a:pt x="123682" y="71108"/>
                </a:cubicBezTo>
                <a:cubicBezTo>
                  <a:pt x="131814" y="74323"/>
                  <a:pt x="142972" y="81320"/>
                  <a:pt x="151482" y="89452"/>
                </a:cubicBezTo>
                <a:lnTo>
                  <a:pt x="151482" y="104203"/>
                </a:lnTo>
                <a:lnTo>
                  <a:pt x="170394" y="104203"/>
                </a:lnTo>
                <a:lnTo>
                  <a:pt x="170394" y="87750"/>
                </a:lnTo>
                <a:cubicBezTo>
                  <a:pt x="176635" y="82455"/>
                  <a:pt x="189684" y="72810"/>
                  <a:pt x="203111" y="69784"/>
                </a:cubicBezTo>
                <a:cubicBezTo>
                  <a:pt x="202544" y="74890"/>
                  <a:pt x="198951" y="84535"/>
                  <a:pt x="195547" y="89830"/>
                </a:cubicBezTo>
                <a:lnTo>
                  <a:pt x="186091" y="104203"/>
                </a:lnTo>
                <a:lnTo>
                  <a:pt x="203300" y="104582"/>
                </a:lnTo>
                <a:cubicBezTo>
                  <a:pt x="210298" y="104582"/>
                  <a:pt x="216728" y="108175"/>
                  <a:pt x="221645" y="111957"/>
                </a:cubicBezTo>
                <a:cubicBezTo>
                  <a:pt x="211054" y="114037"/>
                  <a:pt x="195168" y="114794"/>
                  <a:pt x="180985" y="113848"/>
                </a:cubicBezTo>
                <a:lnTo>
                  <a:pt x="173609" y="113281"/>
                </a:lnTo>
                <a:lnTo>
                  <a:pt x="171340" y="120278"/>
                </a:lnTo>
                <a:cubicBezTo>
                  <a:pt x="170772" y="122358"/>
                  <a:pt x="170016" y="124439"/>
                  <a:pt x="169449" y="126519"/>
                </a:cubicBezTo>
                <a:cubicBezTo>
                  <a:pt x="167368" y="133705"/>
                  <a:pt x="165288" y="141270"/>
                  <a:pt x="160749" y="146376"/>
                </a:cubicBezTo>
                <a:cubicBezTo>
                  <a:pt x="153752" y="138812"/>
                  <a:pt x="150537" y="128788"/>
                  <a:pt x="147889" y="120656"/>
                </a:cubicBezTo>
                <a:lnTo>
                  <a:pt x="145242" y="112714"/>
                </a:lnTo>
                <a:lnTo>
                  <a:pt x="137110" y="114226"/>
                </a:lnTo>
                <a:cubicBezTo>
                  <a:pt x="122926" y="116874"/>
                  <a:pt x="107986" y="114226"/>
                  <a:pt x="98530" y="111768"/>
                </a:cubicBezTo>
                <a:cubicBezTo>
                  <a:pt x="103069" y="108553"/>
                  <a:pt x="109877" y="105338"/>
                  <a:pt x="119522" y="103825"/>
                </a:cubicBezTo>
                <a:close/>
                <a:moveTo>
                  <a:pt x="155265" y="319985"/>
                </a:moveTo>
                <a:cubicBezTo>
                  <a:pt x="82644" y="319985"/>
                  <a:pt x="18912" y="263818"/>
                  <a:pt x="18912" y="199707"/>
                </a:cubicBezTo>
                <a:cubicBezTo>
                  <a:pt x="18912" y="162640"/>
                  <a:pt x="41606" y="128599"/>
                  <a:pt x="77349" y="107797"/>
                </a:cubicBezTo>
                <a:cubicBezTo>
                  <a:pt x="76403" y="110633"/>
                  <a:pt x="76214" y="113470"/>
                  <a:pt x="76970" y="116496"/>
                </a:cubicBezTo>
                <a:cubicBezTo>
                  <a:pt x="78294" y="122358"/>
                  <a:pt x="82644" y="127086"/>
                  <a:pt x="88507" y="128788"/>
                </a:cubicBezTo>
                <a:cubicBezTo>
                  <a:pt x="99664" y="132193"/>
                  <a:pt x="115550" y="135408"/>
                  <a:pt x="132193" y="133895"/>
                </a:cubicBezTo>
                <a:cubicBezTo>
                  <a:pt x="135408" y="142594"/>
                  <a:pt x="139946" y="152617"/>
                  <a:pt x="148457" y="161127"/>
                </a:cubicBezTo>
                <a:cubicBezTo>
                  <a:pt x="151861" y="164342"/>
                  <a:pt x="156210" y="166044"/>
                  <a:pt x="160371" y="166044"/>
                </a:cubicBezTo>
                <a:cubicBezTo>
                  <a:pt x="164532" y="166044"/>
                  <a:pt x="168881" y="164532"/>
                  <a:pt x="172096" y="161317"/>
                </a:cubicBezTo>
                <a:cubicBezTo>
                  <a:pt x="180796" y="152995"/>
                  <a:pt x="184200" y="141838"/>
                  <a:pt x="186847" y="132760"/>
                </a:cubicBezTo>
                <a:cubicBezTo>
                  <a:pt x="203300" y="133327"/>
                  <a:pt x="220321" y="131625"/>
                  <a:pt x="230911" y="128788"/>
                </a:cubicBezTo>
                <a:cubicBezTo>
                  <a:pt x="236774" y="127086"/>
                  <a:pt x="241124" y="122548"/>
                  <a:pt x="242637" y="116685"/>
                </a:cubicBezTo>
                <a:cubicBezTo>
                  <a:pt x="242826" y="115739"/>
                  <a:pt x="242826" y="114794"/>
                  <a:pt x="242826" y="113848"/>
                </a:cubicBezTo>
                <a:cubicBezTo>
                  <a:pt x="273084" y="134840"/>
                  <a:pt x="291996" y="166234"/>
                  <a:pt x="291996" y="199707"/>
                </a:cubicBezTo>
                <a:cubicBezTo>
                  <a:pt x="291996" y="263818"/>
                  <a:pt x="228075" y="319985"/>
                  <a:pt x="155265" y="319985"/>
                </a:cubicBezTo>
                <a:close/>
                <a:moveTo>
                  <a:pt x="312421" y="261170"/>
                </a:moveTo>
                <a:cubicBezTo>
                  <a:pt x="306369" y="261170"/>
                  <a:pt x="300317" y="260603"/>
                  <a:pt x="294455" y="259846"/>
                </a:cubicBezTo>
                <a:cubicBezTo>
                  <a:pt x="305045" y="241313"/>
                  <a:pt x="311097" y="220888"/>
                  <a:pt x="311097" y="199707"/>
                </a:cubicBezTo>
                <a:cubicBezTo>
                  <a:pt x="311097" y="152428"/>
                  <a:pt x="280460" y="108931"/>
                  <a:pt x="232803" y="85859"/>
                </a:cubicBezTo>
                <a:cubicBezTo>
                  <a:pt x="238098" y="82266"/>
                  <a:pt x="243961" y="79051"/>
                  <a:pt x="249823" y="76214"/>
                </a:cubicBezTo>
                <a:cubicBezTo>
                  <a:pt x="249823" y="76781"/>
                  <a:pt x="249445" y="77349"/>
                  <a:pt x="249256" y="77916"/>
                </a:cubicBezTo>
                <a:cubicBezTo>
                  <a:pt x="248310" y="85481"/>
                  <a:pt x="253038" y="92667"/>
                  <a:pt x="260414" y="94747"/>
                </a:cubicBezTo>
                <a:cubicBezTo>
                  <a:pt x="270059" y="97584"/>
                  <a:pt x="283675" y="100421"/>
                  <a:pt x="298237" y="99286"/>
                </a:cubicBezTo>
                <a:cubicBezTo>
                  <a:pt x="301074" y="106851"/>
                  <a:pt x="305045" y="115172"/>
                  <a:pt x="312421" y="122358"/>
                </a:cubicBezTo>
                <a:cubicBezTo>
                  <a:pt x="315636" y="125384"/>
                  <a:pt x="319607" y="126897"/>
                  <a:pt x="323768" y="126897"/>
                </a:cubicBezTo>
                <a:cubicBezTo>
                  <a:pt x="327928" y="126897"/>
                  <a:pt x="331711" y="125384"/>
                  <a:pt x="334926" y="122548"/>
                </a:cubicBezTo>
                <a:cubicBezTo>
                  <a:pt x="341734" y="116118"/>
                  <a:pt x="344760" y="110822"/>
                  <a:pt x="347029" y="104771"/>
                </a:cubicBezTo>
                <a:cubicBezTo>
                  <a:pt x="357241" y="105716"/>
                  <a:pt x="371993" y="105338"/>
                  <a:pt x="383718" y="97962"/>
                </a:cubicBezTo>
                <a:cubicBezTo>
                  <a:pt x="384663" y="97395"/>
                  <a:pt x="390904" y="93045"/>
                  <a:pt x="394308" y="86615"/>
                </a:cubicBezTo>
                <a:cubicBezTo>
                  <a:pt x="419839" y="104582"/>
                  <a:pt x="435157" y="130490"/>
                  <a:pt x="435157" y="158102"/>
                </a:cubicBezTo>
                <a:cubicBezTo>
                  <a:pt x="435157" y="212945"/>
                  <a:pt x="377855" y="261170"/>
                  <a:pt x="312610" y="261170"/>
                </a:cubicBezTo>
                <a:close/>
                <a:moveTo>
                  <a:pt x="74701" y="252849"/>
                </a:moveTo>
                <a:cubicBezTo>
                  <a:pt x="96828" y="277245"/>
                  <a:pt x="128221" y="291240"/>
                  <a:pt x="160371" y="291240"/>
                </a:cubicBezTo>
                <a:lnTo>
                  <a:pt x="160371" y="310151"/>
                </a:lnTo>
                <a:cubicBezTo>
                  <a:pt x="122737" y="310151"/>
                  <a:pt x="86426" y="293698"/>
                  <a:pt x="60706" y="265520"/>
                </a:cubicBezTo>
                <a:cubicBezTo>
                  <a:pt x="37823" y="240556"/>
                  <a:pt x="26287" y="208974"/>
                  <a:pt x="28935" y="178904"/>
                </a:cubicBezTo>
                <a:lnTo>
                  <a:pt x="47847" y="180606"/>
                </a:lnTo>
                <a:cubicBezTo>
                  <a:pt x="45577" y="205381"/>
                  <a:pt x="55411" y="231668"/>
                  <a:pt x="74701" y="25266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9" descr="Carrot icon.">
            <a:extLst>
              <a:ext uri="{FF2B5EF4-FFF2-40B4-BE49-F238E27FC236}">
                <a16:creationId xmlns:a16="http://schemas.microsoft.com/office/drawing/2014/main" id="{281FA277-4339-427B-A960-66421750C918}"/>
              </a:ext>
            </a:extLst>
          </p:cNvPr>
          <p:cNvSpPr/>
          <p:nvPr/>
        </p:nvSpPr>
        <p:spPr>
          <a:xfrm>
            <a:off x="3423433" y="2360195"/>
            <a:ext cx="409100" cy="414744"/>
          </a:xfrm>
          <a:custGeom>
            <a:avLst/>
            <a:gdLst>
              <a:gd name="connsiteX0" fmla="*/ 206793 w 206792"/>
              <a:gd name="connsiteY0" fmla="*/ 54578 h 209645"/>
              <a:gd name="connsiteX1" fmla="*/ 204031 w 206792"/>
              <a:gd name="connsiteY1" fmla="*/ 48578 h 209645"/>
              <a:gd name="connsiteX2" fmla="*/ 187267 w 206792"/>
              <a:gd name="connsiteY2" fmla="*/ 39815 h 209645"/>
              <a:gd name="connsiteX3" fmla="*/ 192029 w 206792"/>
              <a:gd name="connsiteY3" fmla="*/ 24289 h 209645"/>
              <a:gd name="connsiteX4" fmla="*/ 189838 w 206792"/>
              <a:gd name="connsiteY4" fmla="*/ 18002 h 209645"/>
              <a:gd name="connsiteX5" fmla="*/ 183742 w 206792"/>
              <a:gd name="connsiteY5" fmla="*/ 15812 h 209645"/>
              <a:gd name="connsiteX6" fmla="*/ 168693 w 206792"/>
              <a:gd name="connsiteY6" fmla="*/ 20288 h 209645"/>
              <a:gd name="connsiteX7" fmla="*/ 160501 w 206792"/>
              <a:gd name="connsiteY7" fmla="*/ 3048 h 209645"/>
              <a:gd name="connsiteX8" fmla="*/ 154501 w 206792"/>
              <a:gd name="connsiteY8" fmla="*/ 0 h 209645"/>
              <a:gd name="connsiteX9" fmla="*/ 154501 w 206792"/>
              <a:gd name="connsiteY9" fmla="*/ 0 h 209645"/>
              <a:gd name="connsiteX10" fmla="*/ 148595 w 206792"/>
              <a:gd name="connsiteY10" fmla="*/ 2857 h 209645"/>
              <a:gd name="connsiteX11" fmla="*/ 139070 w 206792"/>
              <a:gd name="connsiteY11" fmla="*/ 28289 h 209645"/>
              <a:gd name="connsiteX12" fmla="*/ 121735 w 206792"/>
              <a:gd name="connsiteY12" fmla="*/ 23146 h 209645"/>
              <a:gd name="connsiteX13" fmla="*/ 102589 w 206792"/>
              <a:gd name="connsiteY13" fmla="*/ 34004 h 209645"/>
              <a:gd name="connsiteX14" fmla="*/ 1720 w 206792"/>
              <a:gd name="connsiteY14" fmla="*/ 183928 h 209645"/>
              <a:gd name="connsiteX15" fmla="*/ 2863 w 206792"/>
              <a:gd name="connsiteY15" fmla="*/ 196977 h 209645"/>
              <a:gd name="connsiteX16" fmla="*/ 11816 w 206792"/>
              <a:gd name="connsiteY16" fmla="*/ 206407 h 209645"/>
              <a:gd name="connsiteX17" fmla="*/ 19246 w 206792"/>
              <a:gd name="connsiteY17" fmla="*/ 209645 h 209645"/>
              <a:gd name="connsiteX18" fmla="*/ 24865 w 206792"/>
              <a:gd name="connsiteY18" fmla="*/ 207931 h 209645"/>
              <a:gd name="connsiteX19" fmla="*/ 171741 w 206792"/>
              <a:gd name="connsiteY19" fmla="*/ 107061 h 209645"/>
              <a:gd name="connsiteX20" fmla="*/ 182980 w 206792"/>
              <a:gd name="connsiteY20" fmla="*/ 87916 h 209645"/>
              <a:gd name="connsiteX21" fmla="*/ 178408 w 206792"/>
              <a:gd name="connsiteY21" fmla="*/ 69723 h 209645"/>
              <a:gd name="connsiteX22" fmla="*/ 203840 w 206792"/>
              <a:gd name="connsiteY22" fmla="*/ 60484 h 209645"/>
              <a:gd name="connsiteX23" fmla="*/ 206698 w 206792"/>
              <a:gd name="connsiteY23" fmla="*/ 54673 h 209645"/>
              <a:gd name="connsiteX24" fmla="*/ 182218 w 206792"/>
              <a:gd name="connsiteY24" fmla="*/ 25527 h 209645"/>
              <a:gd name="connsiteX25" fmla="*/ 162311 w 206792"/>
              <a:gd name="connsiteY25" fmla="*/ 51816 h 209645"/>
              <a:gd name="connsiteX26" fmla="*/ 156310 w 206792"/>
              <a:gd name="connsiteY26" fmla="*/ 45625 h 209645"/>
              <a:gd name="connsiteX27" fmla="*/ 182123 w 206792"/>
              <a:gd name="connsiteY27" fmla="*/ 25527 h 209645"/>
              <a:gd name="connsiteX28" fmla="*/ 154501 w 206792"/>
              <a:gd name="connsiteY28" fmla="*/ 10954 h 209645"/>
              <a:gd name="connsiteX29" fmla="*/ 160025 w 206792"/>
              <a:gd name="connsiteY29" fmla="*/ 25908 h 209645"/>
              <a:gd name="connsiteX30" fmla="*/ 149452 w 206792"/>
              <a:gd name="connsiteY30" fmla="*/ 38291 h 209645"/>
              <a:gd name="connsiteX31" fmla="*/ 148690 w 206792"/>
              <a:gd name="connsiteY31" fmla="*/ 37529 h 209645"/>
              <a:gd name="connsiteX32" fmla="*/ 154596 w 206792"/>
              <a:gd name="connsiteY32" fmla="*/ 10954 h 209645"/>
              <a:gd name="connsiteX33" fmla="*/ 166502 w 206792"/>
              <a:gd name="connsiteY33" fmla="*/ 99060 h 209645"/>
              <a:gd name="connsiteX34" fmla="*/ 136879 w 206792"/>
              <a:gd name="connsiteY34" fmla="*/ 119253 h 209645"/>
              <a:gd name="connsiteX35" fmla="*/ 113638 w 206792"/>
              <a:gd name="connsiteY35" fmla="*/ 94964 h 209645"/>
              <a:gd name="connsiteX36" fmla="*/ 106780 w 206792"/>
              <a:gd name="connsiteY36" fmla="*/ 101537 h 209645"/>
              <a:gd name="connsiteX37" fmla="*/ 128878 w 206792"/>
              <a:gd name="connsiteY37" fmla="*/ 124682 h 209645"/>
              <a:gd name="connsiteX38" fmla="*/ 82396 w 206792"/>
              <a:gd name="connsiteY38" fmla="*/ 156401 h 209645"/>
              <a:gd name="connsiteX39" fmla="*/ 67823 w 206792"/>
              <a:gd name="connsiteY39" fmla="*/ 141161 h 209645"/>
              <a:gd name="connsiteX40" fmla="*/ 60965 w 206792"/>
              <a:gd name="connsiteY40" fmla="*/ 147733 h 209645"/>
              <a:gd name="connsiteX41" fmla="*/ 74491 w 206792"/>
              <a:gd name="connsiteY41" fmla="*/ 161830 h 209645"/>
              <a:gd name="connsiteX42" fmla="*/ 18960 w 206792"/>
              <a:gd name="connsiteY42" fmla="*/ 199739 h 209645"/>
              <a:gd name="connsiteX43" fmla="*/ 10006 w 206792"/>
              <a:gd name="connsiteY43" fmla="*/ 190310 h 209645"/>
              <a:gd name="connsiteX44" fmla="*/ 9816 w 206792"/>
              <a:gd name="connsiteY44" fmla="*/ 189167 h 209645"/>
              <a:gd name="connsiteX45" fmla="*/ 28771 w 206792"/>
              <a:gd name="connsiteY45" fmla="*/ 160973 h 209645"/>
              <a:gd name="connsiteX46" fmla="*/ 38105 w 206792"/>
              <a:gd name="connsiteY46" fmla="*/ 170783 h 209645"/>
              <a:gd name="connsiteX47" fmla="*/ 44963 w 206792"/>
              <a:gd name="connsiteY47" fmla="*/ 164211 h 209645"/>
              <a:gd name="connsiteX48" fmla="*/ 34105 w 206792"/>
              <a:gd name="connsiteY48" fmla="*/ 152876 h 209645"/>
              <a:gd name="connsiteX49" fmla="*/ 65823 w 206792"/>
              <a:gd name="connsiteY49" fmla="*/ 105728 h 209645"/>
              <a:gd name="connsiteX50" fmla="*/ 83825 w 206792"/>
              <a:gd name="connsiteY50" fmla="*/ 124587 h 209645"/>
              <a:gd name="connsiteX51" fmla="*/ 90683 w 206792"/>
              <a:gd name="connsiteY51" fmla="*/ 118015 h 209645"/>
              <a:gd name="connsiteX52" fmla="*/ 71157 w 206792"/>
              <a:gd name="connsiteY52" fmla="*/ 97631 h 209645"/>
              <a:gd name="connsiteX53" fmla="*/ 102875 w 206792"/>
              <a:gd name="connsiteY53" fmla="*/ 50483 h 209645"/>
              <a:gd name="connsiteX54" fmla="*/ 129545 w 206792"/>
              <a:gd name="connsiteY54" fmla="*/ 78391 h 209645"/>
              <a:gd name="connsiteX55" fmla="*/ 136403 w 206792"/>
              <a:gd name="connsiteY55" fmla="*/ 71819 h 209645"/>
              <a:gd name="connsiteX56" fmla="*/ 108304 w 206792"/>
              <a:gd name="connsiteY56" fmla="*/ 42386 h 209645"/>
              <a:gd name="connsiteX57" fmla="*/ 110305 w 206792"/>
              <a:gd name="connsiteY57" fmla="*/ 39338 h 209645"/>
              <a:gd name="connsiteX58" fmla="*/ 122306 w 206792"/>
              <a:gd name="connsiteY58" fmla="*/ 32576 h 209645"/>
              <a:gd name="connsiteX59" fmla="*/ 123449 w 206792"/>
              <a:gd name="connsiteY59" fmla="*/ 32576 h 209645"/>
              <a:gd name="connsiteX60" fmla="*/ 135832 w 206792"/>
              <a:gd name="connsiteY60" fmla="*/ 38005 h 209645"/>
              <a:gd name="connsiteX61" fmla="*/ 168598 w 206792"/>
              <a:gd name="connsiteY61" fmla="*/ 72295 h 209645"/>
              <a:gd name="connsiteX62" fmla="*/ 173551 w 206792"/>
              <a:gd name="connsiteY62" fmla="*/ 86773 h 209645"/>
              <a:gd name="connsiteX63" fmla="*/ 166407 w 206792"/>
              <a:gd name="connsiteY63" fmla="*/ 99060 h 209645"/>
              <a:gd name="connsiteX64" fmla="*/ 169741 w 206792"/>
              <a:gd name="connsiteY64" fmla="*/ 59627 h 209645"/>
              <a:gd name="connsiteX65" fmla="*/ 169169 w 206792"/>
              <a:gd name="connsiteY65" fmla="*/ 59055 h 209645"/>
              <a:gd name="connsiteX66" fmla="*/ 181742 w 206792"/>
              <a:gd name="connsiteY66" fmla="*/ 48292 h 209645"/>
              <a:gd name="connsiteX67" fmla="*/ 196030 w 206792"/>
              <a:gd name="connsiteY67" fmla="*/ 54388 h 209645"/>
              <a:gd name="connsiteX68" fmla="*/ 169645 w 206792"/>
              <a:gd name="connsiteY68" fmla="*/ 59627 h 20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06792" h="209645">
                <a:moveTo>
                  <a:pt x="206793" y="54578"/>
                </a:moveTo>
                <a:cubicBezTo>
                  <a:pt x="206793" y="52292"/>
                  <a:pt x="205840" y="50102"/>
                  <a:pt x="204031" y="48578"/>
                </a:cubicBezTo>
                <a:cubicBezTo>
                  <a:pt x="199173" y="44482"/>
                  <a:pt x="193458" y="41529"/>
                  <a:pt x="187267" y="39815"/>
                </a:cubicBezTo>
                <a:cubicBezTo>
                  <a:pt x="189743" y="34957"/>
                  <a:pt x="191458" y="29813"/>
                  <a:pt x="192029" y="24289"/>
                </a:cubicBezTo>
                <a:cubicBezTo>
                  <a:pt x="192315" y="21908"/>
                  <a:pt x="191458" y="19622"/>
                  <a:pt x="189838" y="18002"/>
                </a:cubicBezTo>
                <a:cubicBezTo>
                  <a:pt x="188219" y="16383"/>
                  <a:pt x="186028" y="15621"/>
                  <a:pt x="183742" y="15812"/>
                </a:cubicBezTo>
                <a:cubicBezTo>
                  <a:pt x="178504" y="16288"/>
                  <a:pt x="173455" y="17907"/>
                  <a:pt x="168693" y="20288"/>
                </a:cubicBezTo>
                <a:cubicBezTo>
                  <a:pt x="167074" y="14002"/>
                  <a:pt x="164407" y="8096"/>
                  <a:pt x="160501" y="3048"/>
                </a:cubicBezTo>
                <a:cubicBezTo>
                  <a:pt x="159073" y="1143"/>
                  <a:pt x="156882" y="0"/>
                  <a:pt x="154501" y="0"/>
                </a:cubicBezTo>
                <a:lnTo>
                  <a:pt x="154501" y="0"/>
                </a:lnTo>
                <a:cubicBezTo>
                  <a:pt x="152215" y="0"/>
                  <a:pt x="150024" y="1048"/>
                  <a:pt x="148595" y="2857"/>
                </a:cubicBezTo>
                <a:cubicBezTo>
                  <a:pt x="143166" y="9716"/>
                  <a:pt x="139927" y="18955"/>
                  <a:pt x="139070" y="28289"/>
                </a:cubicBezTo>
                <a:cubicBezTo>
                  <a:pt x="134022" y="24575"/>
                  <a:pt x="128021" y="22765"/>
                  <a:pt x="121735" y="23146"/>
                </a:cubicBezTo>
                <a:cubicBezTo>
                  <a:pt x="114115" y="23717"/>
                  <a:pt x="107161" y="27623"/>
                  <a:pt x="102589" y="34004"/>
                </a:cubicBezTo>
                <a:lnTo>
                  <a:pt x="1720" y="183928"/>
                </a:lnTo>
                <a:cubicBezTo>
                  <a:pt x="-947" y="187928"/>
                  <a:pt x="-471" y="193453"/>
                  <a:pt x="2863" y="196977"/>
                </a:cubicBezTo>
                <a:lnTo>
                  <a:pt x="11816" y="206407"/>
                </a:lnTo>
                <a:cubicBezTo>
                  <a:pt x="13816" y="208502"/>
                  <a:pt x="16483" y="209645"/>
                  <a:pt x="19246" y="209645"/>
                </a:cubicBezTo>
                <a:cubicBezTo>
                  <a:pt x="21246" y="209645"/>
                  <a:pt x="23151" y="209074"/>
                  <a:pt x="24865" y="207931"/>
                </a:cubicBezTo>
                <a:lnTo>
                  <a:pt x="171741" y="107061"/>
                </a:lnTo>
                <a:cubicBezTo>
                  <a:pt x="178027" y="102680"/>
                  <a:pt x="182123" y="95726"/>
                  <a:pt x="182980" y="87916"/>
                </a:cubicBezTo>
                <a:cubicBezTo>
                  <a:pt x="183647" y="81439"/>
                  <a:pt x="181933" y="75057"/>
                  <a:pt x="178408" y="69723"/>
                </a:cubicBezTo>
                <a:cubicBezTo>
                  <a:pt x="187743" y="69342"/>
                  <a:pt x="196601" y="66199"/>
                  <a:pt x="203840" y="60484"/>
                </a:cubicBezTo>
                <a:cubicBezTo>
                  <a:pt x="205650" y="59055"/>
                  <a:pt x="206698" y="56960"/>
                  <a:pt x="206698" y="54673"/>
                </a:cubicBezTo>
                <a:close/>
                <a:moveTo>
                  <a:pt x="182218" y="25527"/>
                </a:moveTo>
                <a:cubicBezTo>
                  <a:pt x="180218" y="36862"/>
                  <a:pt x="172693" y="46768"/>
                  <a:pt x="162311" y="51816"/>
                </a:cubicBezTo>
                <a:lnTo>
                  <a:pt x="156310" y="45625"/>
                </a:lnTo>
                <a:cubicBezTo>
                  <a:pt x="161454" y="35052"/>
                  <a:pt x="171169" y="27432"/>
                  <a:pt x="182123" y="25527"/>
                </a:cubicBezTo>
                <a:close/>
                <a:moveTo>
                  <a:pt x="154501" y="10954"/>
                </a:moveTo>
                <a:cubicBezTo>
                  <a:pt x="157358" y="15335"/>
                  <a:pt x="159073" y="20479"/>
                  <a:pt x="160025" y="25908"/>
                </a:cubicBezTo>
                <a:cubicBezTo>
                  <a:pt x="155834" y="29337"/>
                  <a:pt x="152215" y="33528"/>
                  <a:pt x="149452" y="38291"/>
                </a:cubicBezTo>
                <a:lnTo>
                  <a:pt x="148690" y="37529"/>
                </a:lnTo>
                <a:cubicBezTo>
                  <a:pt x="147547" y="28194"/>
                  <a:pt x="149738" y="18383"/>
                  <a:pt x="154596" y="10954"/>
                </a:cubicBezTo>
                <a:close/>
                <a:moveTo>
                  <a:pt x="166502" y="99060"/>
                </a:moveTo>
                <a:lnTo>
                  <a:pt x="136879" y="119253"/>
                </a:lnTo>
                <a:lnTo>
                  <a:pt x="113638" y="94964"/>
                </a:lnTo>
                <a:lnTo>
                  <a:pt x="106780" y="101537"/>
                </a:lnTo>
                <a:lnTo>
                  <a:pt x="128878" y="124682"/>
                </a:lnTo>
                <a:lnTo>
                  <a:pt x="82396" y="156401"/>
                </a:lnTo>
                <a:lnTo>
                  <a:pt x="67823" y="141161"/>
                </a:lnTo>
                <a:lnTo>
                  <a:pt x="60965" y="147733"/>
                </a:lnTo>
                <a:lnTo>
                  <a:pt x="74491" y="161830"/>
                </a:lnTo>
                <a:lnTo>
                  <a:pt x="18960" y="199739"/>
                </a:lnTo>
                <a:lnTo>
                  <a:pt x="10006" y="190310"/>
                </a:lnTo>
                <a:cubicBezTo>
                  <a:pt x="10006" y="190310"/>
                  <a:pt x="9625" y="189452"/>
                  <a:pt x="9816" y="189167"/>
                </a:cubicBezTo>
                <a:lnTo>
                  <a:pt x="28771" y="160973"/>
                </a:lnTo>
                <a:lnTo>
                  <a:pt x="38105" y="170783"/>
                </a:lnTo>
                <a:lnTo>
                  <a:pt x="44963" y="164211"/>
                </a:lnTo>
                <a:lnTo>
                  <a:pt x="34105" y="152876"/>
                </a:lnTo>
                <a:lnTo>
                  <a:pt x="65823" y="105728"/>
                </a:lnTo>
                <a:lnTo>
                  <a:pt x="83825" y="124587"/>
                </a:lnTo>
                <a:lnTo>
                  <a:pt x="90683" y="118015"/>
                </a:lnTo>
                <a:lnTo>
                  <a:pt x="71157" y="97631"/>
                </a:lnTo>
                <a:lnTo>
                  <a:pt x="102875" y="50483"/>
                </a:lnTo>
                <a:lnTo>
                  <a:pt x="129545" y="78391"/>
                </a:lnTo>
                <a:lnTo>
                  <a:pt x="136403" y="71819"/>
                </a:lnTo>
                <a:lnTo>
                  <a:pt x="108304" y="42386"/>
                </a:lnTo>
                <a:lnTo>
                  <a:pt x="110305" y="39338"/>
                </a:lnTo>
                <a:cubicBezTo>
                  <a:pt x="113162" y="35338"/>
                  <a:pt x="117448" y="32957"/>
                  <a:pt x="122306" y="32576"/>
                </a:cubicBezTo>
                <a:cubicBezTo>
                  <a:pt x="122687" y="32576"/>
                  <a:pt x="123068" y="32576"/>
                  <a:pt x="123449" y="32576"/>
                </a:cubicBezTo>
                <a:cubicBezTo>
                  <a:pt x="128021" y="32576"/>
                  <a:pt x="132498" y="34481"/>
                  <a:pt x="135832" y="38005"/>
                </a:cubicBezTo>
                <a:lnTo>
                  <a:pt x="168598" y="72295"/>
                </a:lnTo>
                <a:cubicBezTo>
                  <a:pt x="172312" y="76200"/>
                  <a:pt x="174122" y="81439"/>
                  <a:pt x="173551" y="86773"/>
                </a:cubicBezTo>
                <a:cubicBezTo>
                  <a:pt x="173074" y="91821"/>
                  <a:pt x="170407" y="96298"/>
                  <a:pt x="166407" y="99060"/>
                </a:cubicBezTo>
                <a:close/>
                <a:moveTo>
                  <a:pt x="169741" y="59627"/>
                </a:moveTo>
                <a:lnTo>
                  <a:pt x="169169" y="59055"/>
                </a:lnTo>
                <a:cubicBezTo>
                  <a:pt x="174027" y="56293"/>
                  <a:pt x="178218" y="52578"/>
                  <a:pt x="181742" y="48292"/>
                </a:cubicBezTo>
                <a:cubicBezTo>
                  <a:pt x="186981" y="49340"/>
                  <a:pt x="191839" y="51340"/>
                  <a:pt x="196030" y="54388"/>
                </a:cubicBezTo>
                <a:cubicBezTo>
                  <a:pt x="188600" y="59436"/>
                  <a:pt x="179075" y="61341"/>
                  <a:pt x="169645" y="59627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" name="Graphic 11" descr="Carrots icon.">
            <a:extLst>
              <a:ext uri="{FF2B5EF4-FFF2-40B4-BE49-F238E27FC236}">
                <a16:creationId xmlns:a16="http://schemas.microsoft.com/office/drawing/2014/main" id="{91C69EB2-7EED-43B1-BED0-A7DF26D2987E}"/>
              </a:ext>
            </a:extLst>
          </p:cNvPr>
          <p:cNvSpPr/>
          <p:nvPr/>
        </p:nvSpPr>
        <p:spPr>
          <a:xfrm>
            <a:off x="4625416" y="2425200"/>
            <a:ext cx="453826" cy="349739"/>
          </a:xfrm>
          <a:custGeom>
            <a:avLst/>
            <a:gdLst>
              <a:gd name="connsiteX0" fmla="*/ 431434 w 453826"/>
              <a:gd name="connsiteY0" fmla="*/ 216601 h 349739"/>
              <a:gd name="connsiteX1" fmla="*/ 451291 w 453826"/>
              <a:gd name="connsiteY1" fmla="*/ 196177 h 349739"/>
              <a:gd name="connsiteX2" fmla="*/ 453182 w 453826"/>
              <a:gd name="connsiteY2" fmla="*/ 183506 h 349739"/>
              <a:gd name="connsiteX3" fmla="*/ 444672 w 453826"/>
              <a:gd name="connsiteY3" fmla="*/ 174239 h 349739"/>
              <a:gd name="connsiteX4" fmla="*/ 417439 w 453826"/>
              <a:gd name="connsiteY4" fmla="*/ 168755 h 349739"/>
              <a:gd name="connsiteX5" fmla="*/ 418574 w 453826"/>
              <a:gd name="connsiteY5" fmla="*/ 134903 h 349739"/>
              <a:gd name="connsiteX6" fmla="*/ 411009 w 453826"/>
              <a:gd name="connsiteY6" fmla="*/ 124502 h 349739"/>
              <a:gd name="connsiteX7" fmla="*/ 398338 w 453826"/>
              <a:gd name="connsiteY7" fmla="*/ 124123 h 349739"/>
              <a:gd name="connsiteX8" fmla="*/ 362217 w 453826"/>
              <a:gd name="connsiteY8" fmla="*/ 156084 h 349739"/>
              <a:gd name="connsiteX9" fmla="*/ 359191 w 453826"/>
              <a:gd name="connsiteY9" fmla="*/ 151356 h 349739"/>
              <a:gd name="connsiteX10" fmla="*/ 356165 w 453826"/>
              <a:gd name="connsiteY10" fmla="*/ 122421 h 349739"/>
              <a:gd name="connsiteX11" fmla="*/ 357867 w 453826"/>
              <a:gd name="connsiteY11" fmla="*/ 122421 h 349739"/>
              <a:gd name="connsiteX12" fmla="*/ 399662 w 453826"/>
              <a:gd name="connsiteY12" fmla="*/ 110696 h 349739"/>
              <a:gd name="connsiteX13" fmla="*/ 406281 w 453826"/>
              <a:gd name="connsiteY13" fmla="*/ 100295 h 349739"/>
              <a:gd name="connsiteX14" fmla="*/ 402121 w 453826"/>
              <a:gd name="connsiteY14" fmla="*/ 88569 h 349739"/>
              <a:gd name="connsiteX15" fmla="*/ 376779 w 453826"/>
              <a:gd name="connsiteY15" fmla="*/ 71927 h 349739"/>
              <a:gd name="connsiteX16" fmla="*/ 387180 w 453826"/>
              <a:gd name="connsiteY16" fmla="*/ 48098 h 349739"/>
              <a:gd name="connsiteX17" fmla="*/ 384533 w 453826"/>
              <a:gd name="connsiteY17" fmla="*/ 35995 h 349739"/>
              <a:gd name="connsiteX18" fmla="*/ 373375 w 453826"/>
              <a:gd name="connsiteY18" fmla="*/ 30700 h 349739"/>
              <a:gd name="connsiteX19" fmla="*/ 348033 w 453826"/>
              <a:gd name="connsiteY19" fmla="*/ 35238 h 349739"/>
              <a:gd name="connsiteX20" fmla="*/ 337632 w 453826"/>
              <a:gd name="connsiteY20" fmla="*/ 6682 h 349739"/>
              <a:gd name="connsiteX21" fmla="*/ 327231 w 453826"/>
              <a:gd name="connsiteY21" fmla="*/ 63 h 349739"/>
              <a:gd name="connsiteX22" fmla="*/ 315505 w 453826"/>
              <a:gd name="connsiteY22" fmla="*/ 4223 h 349739"/>
              <a:gd name="connsiteX23" fmla="*/ 294324 w 453826"/>
              <a:gd name="connsiteY23" fmla="*/ 43749 h 349739"/>
              <a:gd name="connsiteX24" fmla="*/ 266902 w 453826"/>
              <a:gd name="connsiteY24" fmla="*/ 33536 h 349739"/>
              <a:gd name="connsiteX25" fmla="*/ 230592 w 453826"/>
              <a:gd name="connsiteY25" fmla="*/ 48666 h 349739"/>
              <a:gd name="connsiteX26" fmla="*/ 24455 w 453826"/>
              <a:gd name="connsiteY26" fmla="*/ 282603 h 349739"/>
              <a:gd name="connsiteX27" fmla="*/ 10271 w 453826"/>
              <a:gd name="connsiteY27" fmla="*/ 290168 h 349739"/>
              <a:gd name="connsiteX28" fmla="*/ 815 w 453826"/>
              <a:gd name="connsiteY28" fmla="*/ 313051 h 349739"/>
              <a:gd name="connsiteX29" fmla="*/ 7434 w 453826"/>
              <a:gd name="connsiteY29" fmla="*/ 335745 h 349739"/>
              <a:gd name="connsiteX30" fmla="*/ 25779 w 453826"/>
              <a:gd name="connsiteY30" fmla="*/ 349740 h 349739"/>
              <a:gd name="connsiteX31" fmla="*/ 28048 w 453826"/>
              <a:gd name="connsiteY31" fmla="*/ 349740 h 349739"/>
              <a:gd name="connsiteX32" fmla="*/ 348979 w 453826"/>
              <a:gd name="connsiteY32" fmla="*/ 312105 h 349739"/>
              <a:gd name="connsiteX33" fmla="*/ 348979 w 453826"/>
              <a:gd name="connsiteY33" fmla="*/ 312105 h 349739"/>
              <a:gd name="connsiteX34" fmla="*/ 383776 w 453826"/>
              <a:gd name="connsiteY34" fmla="*/ 290546 h 349739"/>
              <a:gd name="connsiteX35" fmla="*/ 392098 w 453826"/>
              <a:gd name="connsiteY35" fmla="*/ 258585 h 349739"/>
              <a:gd name="connsiteX36" fmla="*/ 425382 w 453826"/>
              <a:gd name="connsiteY36" fmla="*/ 266150 h 349739"/>
              <a:gd name="connsiteX37" fmla="*/ 439755 w 453826"/>
              <a:gd name="connsiteY37" fmla="*/ 264826 h 349739"/>
              <a:gd name="connsiteX38" fmla="*/ 449967 w 453826"/>
              <a:gd name="connsiteY38" fmla="*/ 257451 h 349739"/>
              <a:gd name="connsiteX39" fmla="*/ 450535 w 453826"/>
              <a:gd name="connsiteY39" fmla="*/ 244780 h 349739"/>
              <a:gd name="connsiteX40" fmla="*/ 431623 w 453826"/>
              <a:gd name="connsiteY40" fmla="*/ 217169 h 349739"/>
              <a:gd name="connsiteX41" fmla="*/ 380372 w 453826"/>
              <a:gd name="connsiteY41" fmla="*/ 213954 h 349739"/>
              <a:gd name="connsiteX42" fmla="*/ 376401 w 453826"/>
              <a:gd name="connsiteY42" fmla="*/ 200337 h 349739"/>
              <a:gd name="connsiteX43" fmla="*/ 432379 w 453826"/>
              <a:gd name="connsiteY43" fmla="*/ 189747 h 349739"/>
              <a:gd name="connsiteX44" fmla="*/ 380372 w 453826"/>
              <a:gd name="connsiteY44" fmla="*/ 213765 h 349739"/>
              <a:gd name="connsiteX45" fmla="*/ 371484 w 453826"/>
              <a:gd name="connsiteY45" fmla="*/ 179913 h 349739"/>
              <a:gd name="connsiteX46" fmla="*/ 400797 w 453826"/>
              <a:gd name="connsiteY46" fmla="*/ 143981 h 349739"/>
              <a:gd name="connsiteX47" fmla="*/ 397204 w 453826"/>
              <a:gd name="connsiteY47" fmla="*/ 170457 h 349739"/>
              <a:gd name="connsiteX48" fmla="*/ 370916 w 453826"/>
              <a:gd name="connsiteY48" fmla="*/ 180858 h 349739"/>
              <a:gd name="connsiteX49" fmla="*/ 371484 w 453826"/>
              <a:gd name="connsiteY49" fmla="*/ 179913 h 349739"/>
              <a:gd name="connsiteX50" fmla="*/ 343684 w 453826"/>
              <a:gd name="connsiteY50" fmla="*/ 101808 h 349739"/>
              <a:gd name="connsiteX51" fmla="*/ 364108 w 453826"/>
              <a:gd name="connsiteY51" fmla="*/ 87624 h 349739"/>
              <a:gd name="connsiteX52" fmla="*/ 384344 w 453826"/>
              <a:gd name="connsiteY52" fmla="*/ 97647 h 349739"/>
              <a:gd name="connsiteX53" fmla="*/ 343684 w 453826"/>
              <a:gd name="connsiteY53" fmla="*/ 101808 h 349739"/>
              <a:gd name="connsiteX54" fmla="*/ 330256 w 453826"/>
              <a:gd name="connsiteY54" fmla="*/ 86867 h 349739"/>
              <a:gd name="connsiteX55" fmla="*/ 322881 w 453826"/>
              <a:gd name="connsiteY55" fmla="*/ 77601 h 349739"/>
              <a:gd name="connsiteX56" fmla="*/ 367134 w 453826"/>
              <a:gd name="connsiteY56" fmla="*/ 49990 h 349739"/>
              <a:gd name="connsiteX57" fmla="*/ 330067 w 453826"/>
              <a:gd name="connsiteY57" fmla="*/ 86867 h 349739"/>
              <a:gd name="connsiteX58" fmla="*/ 324772 w 453826"/>
              <a:gd name="connsiteY58" fmla="*/ 22379 h 349739"/>
              <a:gd name="connsiteX59" fmla="*/ 330067 w 453826"/>
              <a:gd name="connsiteY59" fmla="*/ 44316 h 349739"/>
              <a:gd name="connsiteX60" fmla="*/ 311534 w 453826"/>
              <a:gd name="connsiteY60" fmla="*/ 60958 h 349739"/>
              <a:gd name="connsiteX61" fmla="*/ 311534 w 453826"/>
              <a:gd name="connsiteY61" fmla="*/ 57932 h 349739"/>
              <a:gd name="connsiteX62" fmla="*/ 324772 w 453826"/>
              <a:gd name="connsiteY62" fmla="*/ 22379 h 349739"/>
              <a:gd name="connsiteX63" fmla="*/ 266524 w 453826"/>
              <a:gd name="connsiteY63" fmla="*/ 52259 h 349739"/>
              <a:gd name="connsiteX64" fmla="*/ 286949 w 453826"/>
              <a:gd name="connsiteY64" fmla="*/ 62660 h 349739"/>
              <a:gd name="connsiteX65" fmla="*/ 335741 w 453826"/>
              <a:gd name="connsiteY65" fmla="*/ 124502 h 349739"/>
              <a:gd name="connsiteX66" fmla="*/ 340847 w 453826"/>
              <a:gd name="connsiteY66" fmla="*/ 134903 h 349739"/>
              <a:gd name="connsiteX67" fmla="*/ 338956 w 453826"/>
              <a:gd name="connsiteY67" fmla="*/ 133768 h 349739"/>
              <a:gd name="connsiteX68" fmla="*/ 298485 w 453826"/>
              <a:gd name="connsiteY68" fmla="*/ 135092 h 349739"/>
              <a:gd name="connsiteX69" fmla="*/ 112583 w 453826"/>
              <a:gd name="connsiteY69" fmla="*/ 235135 h 349739"/>
              <a:gd name="connsiteX70" fmla="*/ 102749 w 453826"/>
              <a:gd name="connsiteY70" fmla="*/ 222653 h 349739"/>
              <a:gd name="connsiteX71" fmla="*/ 154378 w 453826"/>
              <a:gd name="connsiteY71" fmla="*/ 164216 h 349739"/>
              <a:gd name="connsiteX72" fmla="*/ 172722 w 453826"/>
              <a:gd name="connsiteY72" fmla="*/ 185964 h 349739"/>
              <a:gd name="connsiteX73" fmla="*/ 187095 w 453826"/>
              <a:gd name="connsiteY73" fmla="*/ 173861 h 349739"/>
              <a:gd name="connsiteX74" fmla="*/ 167049 w 453826"/>
              <a:gd name="connsiteY74" fmla="*/ 150032 h 349739"/>
              <a:gd name="connsiteX75" fmla="*/ 228890 w 453826"/>
              <a:gd name="connsiteY75" fmla="*/ 80059 h 349739"/>
              <a:gd name="connsiteX76" fmla="*/ 257446 w 453826"/>
              <a:gd name="connsiteY76" fmla="*/ 119395 h 349739"/>
              <a:gd name="connsiteX77" fmla="*/ 272765 w 453826"/>
              <a:gd name="connsiteY77" fmla="*/ 108238 h 349739"/>
              <a:gd name="connsiteX78" fmla="*/ 241750 w 453826"/>
              <a:gd name="connsiteY78" fmla="*/ 65497 h 349739"/>
              <a:gd name="connsiteX79" fmla="*/ 245154 w 453826"/>
              <a:gd name="connsiteY79" fmla="*/ 61526 h 349739"/>
              <a:gd name="connsiteX80" fmla="*/ 266713 w 453826"/>
              <a:gd name="connsiteY80" fmla="*/ 52637 h 349739"/>
              <a:gd name="connsiteX81" fmla="*/ 89889 w 453826"/>
              <a:gd name="connsiteY81" fmla="*/ 237026 h 349739"/>
              <a:gd name="connsiteX82" fmla="*/ 95563 w 453826"/>
              <a:gd name="connsiteY82" fmla="*/ 244212 h 349739"/>
              <a:gd name="connsiteX83" fmla="*/ 72490 w 453826"/>
              <a:gd name="connsiteY83" fmla="*/ 256694 h 349739"/>
              <a:gd name="connsiteX84" fmla="*/ 89889 w 453826"/>
              <a:gd name="connsiteY84" fmla="*/ 237026 h 349739"/>
              <a:gd name="connsiteX85" fmla="*/ 367891 w 453826"/>
              <a:gd name="connsiteY85" fmla="*/ 279766 h 349739"/>
              <a:gd name="connsiteX86" fmla="*/ 346710 w 453826"/>
              <a:gd name="connsiteY86" fmla="*/ 293005 h 349739"/>
              <a:gd name="connsiteX87" fmla="*/ 282788 w 453826"/>
              <a:gd name="connsiteY87" fmla="*/ 300380 h 349739"/>
              <a:gd name="connsiteX88" fmla="*/ 265957 w 453826"/>
              <a:gd name="connsiteY88" fmla="*/ 242510 h 349739"/>
              <a:gd name="connsiteX89" fmla="*/ 247802 w 453826"/>
              <a:gd name="connsiteY89" fmla="*/ 247806 h 349739"/>
              <a:gd name="connsiteX90" fmla="*/ 263687 w 453826"/>
              <a:gd name="connsiteY90" fmla="*/ 302649 h 349739"/>
              <a:gd name="connsiteX91" fmla="*/ 164023 w 453826"/>
              <a:gd name="connsiteY91" fmla="*/ 314186 h 349739"/>
              <a:gd name="connsiteX92" fmla="*/ 153432 w 453826"/>
              <a:gd name="connsiteY92" fmla="*/ 277686 h 349739"/>
              <a:gd name="connsiteX93" fmla="*/ 135277 w 453826"/>
              <a:gd name="connsiteY93" fmla="*/ 282981 h 349739"/>
              <a:gd name="connsiteX94" fmla="*/ 144922 w 453826"/>
              <a:gd name="connsiteY94" fmla="*/ 316266 h 349739"/>
              <a:gd name="connsiteX95" fmla="*/ 25400 w 453826"/>
              <a:gd name="connsiteY95" fmla="*/ 330260 h 349739"/>
              <a:gd name="connsiteX96" fmla="*/ 19159 w 453826"/>
              <a:gd name="connsiteY96" fmla="*/ 306621 h 349739"/>
              <a:gd name="connsiteX97" fmla="*/ 35802 w 453826"/>
              <a:gd name="connsiteY97" fmla="*/ 297732 h 349739"/>
              <a:gd name="connsiteX98" fmla="*/ 36369 w 453826"/>
              <a:gd name="connsiteY98" fmla="*/ 297732 h 349739"/>
              <a:gd name="connsiteX99" fmla="*/ 72490 w 453826"/>
              <a:gd name="connsiteY99" fmla="*/ 278064 h 349739"/>
              <a:gd name="connsiteX100" fmla="*/ 79109 w 453826"/>
              <a:gd name="connsiteY100" fmla="*/ 300758 h 349739"/>
              <a:gd name="connsiteX101" fmla="*/ 97265 w 453826"/>
              <a:gd name="connsiteY101" fmla="*/ 295463 h 349739"/>
              <a:gd name="connsiteX102" fmla="*/ 89511 w 453826"/>
              <a:gd name="connsiteY102" fmla="*/ 268987 h 349739"/>
              <a:gd name="connsiteX103" fmla="*/ 178585 w 453826"/>
              <a:gd name="connsiteY103" fmla="*/ 220951 h 349739"/>
              <a:gd name="connsiteX104" fmla="*/ 191445 w 453826"/>
              <a:gd name="connsiteY104" fmla="*/ 265393 h 349739"/>
              <a:gd name="connsiteX105" fmla="*/ 209600 w 453826"/>
              <a:gd name="connsiteY105" fmla="*/ 260098 h 349739"/>
              <a:gd name="connsiteX106" fmla="*/ 195605 w 453826"/>
              <a:gd name="connsiteY106" fmla="*/ 211684 h 349739"/>
              <a:gd name="connsiteX107" fmla="*/ 284679 w 453826"/>
              <a:gd name="connsiteY107" fmla="*/ 163649 h 349739"/>
              <a:gd name="connsiteX108" fmla="*/ 303969 w 453826"/>
              <a:gd name="connsiteY108" fmla="*/ 229840 h 349739"/>
              <a:gd name="connsiteX109" fmla="*/ 322124 w 453826"/>
              <a:gd name="connsiteY109" fmla="*/ 224544 h 349739"/>
              <a:gd name="connsiteX110" fmla="*/ 301700 w 453826"/>
              <a:gd name="connsiteY110" fmla="*/ 154382 h 349739"/>
              <a:gd name="connsiteX111" fmla="*/ 306806 w 453826"/>
              <a:gd name="connsiteY111" fmla="*/ 151545 h 349739"/>
              <a:gd name="connsiteX112" fmla="*/ 319666 w 453826"/>
              <a:gd name="connsiteY112" fmla="*/ 148330 h 349739"/>
              <a:gd name="connsiteX113" fmla="*/ 331013 w 453826"/>
              <a:gd name="connsiteY113" fmla="*/ 150789 h 349739"/>
              <a:gd name="connsiteX114" fmla="*/ 347844 w 453826"/>
              <a:gd name="connsiteY114" fmla="*/ 170268 h 349739"/>
              <a:gd name="connsiteX115" fmla="*/ 371673 w 453826"/>
              <a:gd name="connsiteY115" fmla="*/ 252723 h 349739"/>
              <a:gd name="connsiteX116" fmla="*/ 367702 w 453826"/>
              <a:gd name="connsiteY116" fmla="*/ 279388 h 349739"/>
              <a:gd name="connsiteX117" fmla="*/ 385857 w 453826"/>
              <a:gd name="connsiteY117" fmla="*/ 232865 h 349739"/>
              <a:gd name="connsiteX118" fmla="*/ 385857 w 453826"/>
              <a:gd name="connsiteY118" fmla="*/ 232865 h 349739"/>
              <a:gd name="connsiteX119" fmla="*/ 413846 w 453826"/>
              <a:gd name="connsiteY119" fmla="*/ 226435 h 349739"/>
              <a:gd name="connsiteX120" fmla="*/ 430677 w 453826"/>
              <a:gd name="connsiteY120" fmla="*/ 246482 h 349739"/>
              <a:gd name="connsiteX121" fmla="*/ 385857 w 453826"/>
              <a:gd name="connsiteY121" fmla="*/ 232865 h 349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453826" h="349739">
                <a:moveTo>
                  <a:pt x="431434" y="216601"/>
                </a:moveTo>
                <a:cubicBezTo>
                  <a:pt x="439188" y="210928"/>
                  <a:pt x="445996" y="204120"/>
                  <a:pt x="451291" y="196177"/>
                </a:cubicBezTo>
                <a:cubicBezTo>
                  <a:pt x="453750" y="192394"/>
                  <a:pt x="454506" y="187856"/>
                  <a:pt x="453182" y="183506"/>
                </a:cubicBezTo>
                <a:cubicBezTo>
                  <a:pt x="451858" y="179345"/>
                  <a:pt x="448833" y="175941"/>
                  <a:pt x="444672" y="174239"/>
                </a:cubicBezTo>
                <a:cubicBezTo>
                  <a:pt x="435973" y="170646"/>
                  <a:pt x="426706" y="168944"/>
                  <a:pt x="417439" y="168755"/>
                </a:cubicBezTo>
                <a:cubicBezTo>
                  <a:pt x="420087" y="157597"/>
                  <a:pt x="420465" y="146061"/>
                  <a:pt x="418574" y="134903"/>
                </a:cubicBezTo>
                <a:cubicBezTo>
                  <a:pt x="417817" y="130364"/>
                  <a:pt x="414981" y="126582"/>
                  <a:pt x="411009" y="124502"/>
                </a:cubicBezTo>
                <a:cubicBezTo>
                  <a:pt x="407038" y="122421"/>
                  <a:pt x="402499" y="122232"/>
                  <a:pt x="398338" y="124123"/>
                </a:cubicBezTo>
                <a:cubicBezTo>
                  <a:pt x="383587" y="130742"/>
                  <a:pt x="371106" y="142089"/>
                  <a:pt x="362217" y="156084"/>
                </a:cubicBezTo>
                <a:cubicBezTo>
                  <a:pt x="361272" y="154382"/>
                  <a:pt x="360137" y="152869"/>
                  <a:pt x="359191" y="151356"/>
                </a:cubicBezTo>
                <a:cubicBezTo>
                  <a:pt x="361272" y="141522"/>
                  <a:pt x="360326" y="131310"/>
                  <a:pt x="356165" y="122421"/>
                </a:cubicBezTo>
                <a:cubicBezTo>
                  <a:pt x="356733" y="122421"/>
                  <a:pt x="357300" y="122421"/>
                  <a:pt x="357867" y="122421"/>
                </a:cubicBezTo>
                <a:cubicBezTo>
                  <a:pt x="372808" y="122421"/>
                  <a:pt x="387370" y="118450"/>
                  <a:pt x="399662" y="110696"/>
                </a:cubicBezTo>
                <a:cubicBezTo>
                  <a:pt x="403445" y="108427"/>
                  <a:pt x="405903" y="104455"/>
                  <a:pt x="406281" y="100295"/>
                </a:cubicBezTo>
                <a:cubicBezTo>
                  <a:pt x="406849" y="95945"/>
                  <a:pt x="405336" y="91784"/>
                  <a:pt x="402121" y="88569"/>
                </a:cubicBezTo>
                <a:cubicBezTo>
                  <a:pt x="394934" y="81383"/>
                  <a:pt x="386235" y="75899"/>
                  <a:pt x="376779" y="71927"/>
                </a:cubicBezTo>
                <a:cubicBezTo>
                  <a:pt x="381507" y="64552"/>
                  <a:pt x="385100" y="56609"/>
                  <a:pt x="387180" y="48098"/>
                </a:cubicBezTo>
                <a:cubicBezTo>
                  <a:pt x="388126" y="43749"/>
                  <a:pt x="387180" y="39399"/>
                  <a:pt x="384533" y="35995"/>
                </a:cubicBezTo>
                <a:cubicBezTo>
                  <a:pt x="381885" y="32591"/>
                  <a:pt x="377725" y="30700"/>
                  <a:pt x="373375" y="30700"/>
                </a:cubicBezTo>
                <a:cubicBezTo>
                  <a:pt x="364676" y="30700"/>
                  <a:pt x="356165" y="32402"/>
                  <a:pt x="348033" y="35238"/>
                </a:cubicBezTo>
                <a:cubicBezTo>
                  <a:pt x="346331" y="25026"/>
                  <a:pt x="342927" y="15381"/>
                  <a:pt x="337632" y="6682"/>
                </a:cubicBezTo>
                <a:cubicBezTo>
                  <a:pt x="335363" y="2900"/>
                  <a:pt x="331580" y="441"/>
                  <a:pt x="327231" y="63"/>
                </a:cubicBezTo>
                <a:cubicBezTo>
                  <a:pt x="322881" y="-315"/>
                  <a:pt x="318720" y="1008"/>
                  <a:pt x="315505" y="4223"/>
                </a:cubicBezTo>
                <a:cubicBezTo>
                  <a:pt x="304726" y="15003"/>
                  <a:pt x="297539" y="28619"/>
                  <a:pt x="294324" y="43749"/>
                </a:cubicBezTo>
                <a:cubicBezTo>
                  <a:pt x="286570" y="37508"/>
                  <a:pt x="277115" y="33915"/>
                  <a:pt x="266902" y="33536"/>
                </a:cubicBezTo>
                <a:cubicBezTo>
                  <a:pt x="253286" y="33158"/>
                  <a:pt x="240048" y="38453"/>
                  <a:pt x="230592" y="48666"/>
                </a:cubicBezTo>
                <a:lnTo>
                  <a:pt x="24455" y="282603"/>
                </a:lnTo>
                <a:lnTo>
                  <a:pt x="10271" y="290168"/>
                </a:lnTo>
                <a:cubicBezTo>
                  <a:pt x="2139" y="294517"/>
                  <a:pt x="-1832" y="304162"/>
                  <a:pt x="815" y="313051"/>
                </a:cubicBezTo>
                <a:lnTo>
                  <a:pt x="7434" y="335745"/>
                </a:lnTo>
                <a:cubicBezTo>
                  <a:pt x="9893" y="344066"/>
                  <a:pt x="17457" y="349740"/>
                  <a:pt x="25779" y="349740"/>
                </a:cubicBezTo>
                <a:cubicBezTo>
                  <a:pt x="26535" y="349740"/>
                  <a:pt x="27291" y="349740"/>
                  <a:pt x="28048" y="349740"/>
                </a:cubicBezTo>
                <a:lnTo>
                  <a:pt x="348979" y="312105"/>
                </a:lnTo>
                <a:lnTo>
                  <a:pt x="348979" y="312105"/>
                </a:lnTo>
                <a:cubicBezTo>
                  <a:pt x="363163" y="310403"/>
                  <a:pt x="375834" y="302649"/>
                  <a:pt x="383776" y="290546"/>
                </a:cubicBezTo>
                <a:cubicBezTo>
                  <a:pt x="390017" y="281090"/>
                  <a:pt x="392854" y="269743"/>
                  <a:pt x="392098" y="258585"/>
                </a:cubicBezTo>
                <a:cubicBezTo>
                  <a:pt x="402688" y="263313"/>
                  <a:pt x="414035" y="266150"/>
                  <a:pt x="425382" y="266150"/>
                </a:cubicBezTo>
                <a:cubicBezTo>
                  <a:pt x="430110" y="266150"/>
                  <a:pt x="435027" y="265772"/>
                  <a:pt x="439755" y="264826"/>
                </a:cubicBezTo>
                <a:cubicBezTo>
                  <a:pt x="444105" y="264070"/>
                  <a:pt x="447887" y="261422"/>
                  <a:pt x="449967" y="257451"/>
                </a:cubicBezTo>
                <a:cubicBezTo>
                  <a:pt x="452048" y="253479"/>
                  <a:pt x="452237" y="248940"/>
                  <a:pt x="450535" y="244780"/>
                </a:cubicBezTo>
                <a:cubicBezTo>
                  <a:pt x="446185" y="234378"/>
                  <a:pt x="439755" y="224923"/>
                  <a:pt x="431623" y="217169"/>
                </a:cubicBezTo>
                <a:close/>
                <a:moveTo>
                  <a:pt x="380372" y="213954"/>
                </a:moveTo>
                <a:lnTo>
                  <a:pt x="376401" y="200337"/>
                </a:lnTo>
                <a:cubicBezTo>
                  <a:pt x="392854" y="188423"/>
                  <a:pt x="413846" y="184262"/>
                  <a:pt x="432379" y="189747"/>
                </a:cubicBezTo>
                <a:cubicBezTo>
                  <a:pt x="419898" y="205254"/>
                  <a:pt x="400419" y="214143"/>
                  <a:pt x="380372" y="213765"/>
                </a:cubicBezTo>
                <a:close/>
                <a:moveTo>
                  <a:pt x="371484" y="179913"/>
                </a:moveTo>
                <a:cubicBezTo>
                  <a:pt x="377157" y="164405"/>
                  <a:pt x="387748" y="151734"/>
                  <a:pt x="400797" y="143981"/>
                </a:cubicBezTo>
                <a:cubicBezTo>
                  <a:pt x="401553" y="152869"/>
                  <a:pt x="400040" y="161758"/>
                  <a:pt x="397204" y="170457"/>
                </a:cubicBezTo>
                <a:cubicBezTo>
                  <a:pt x="387937" y="172537"/>
                  <a:pt x="379049" y="175941"/>
                  <a:pt x="370916" y="180858"/>
                </a:cubicBezTo>
                <a:lnTo>
                  <a:pt x="371484" y="179913"/>
                </a:lnTo>
                <a:close/>
                <a:moveTo>
                  <a:pt x="343684" y="101808"/>
                </a:moveTo>
                <a:cubicBezTo>
                  <a:pt x="351248" y="98025"/>
                  <a:pt x="358057" y="93297"/>
                  <a:pt x="364108" y="87624"/>
                </a:cubicBezTo>
                <a:cubicBezTo>
                  <a:pt x="371484" y="89893"/>
                  <a:pt x="378481" y="93108"/>
                  <a:pt x="384344" y="97647"/>
                </a:cubicBezTo>
                <a:cubicBezTo>
                  <a:pt x="372051" y="103510"/>
                  <a:pt x="357489" y="105023"/>
                  <a:pt x="343684" y="101808"/>
                </a:cubicBezTo>
                <a:close/>
                <a:moveTo>
                  <a:pt x="330256" y="86867"/>
                </a:moveTo>
                <a:lnTo>
                  <a:pt x="322881" y="77601"/>
                </a:lnTo>
                <a:cubicBezTo>
                  <a:pt x="333282" y="62282"/>
                  <a:pt x="349735" y="52070"/>
                  <a:pt x="367134" y="49990"/>
                </a:cubicBezTo>
                <a:cubicBezTo>
                  <a:pt x="361082" y="66632"/>
                  <a:pt x="347466" y="80248"/>
                  <a:pt x="330067" y="86867"/>
                </a:cubicBezTo>
                <a:close/>
                <a:moveTo>
                  <a:pt x="324772" y="22379"/>
                </a:moveTo>
                <a:cubicBezTo>
                  <a:pt x="327987" y="29187"/>
                  <a:pt x="329500" y="36562"/>
                  <a:pt x="330067" y="44316"/>
                </a:cubicBezTo>
                <a:cubicBezTo>
                  <a:pt x="323259" y="48855"/>
                  <a:pt x="316829" y="54339"/>
                  <a:pt x="311534" y="60958"/>
                </a:cubicBezTo>
                <a:cubicBezTo>
                  <a:pt x="311534" y="60013"/>
                  <a:pt x="311534" y="58878"/>
                  <a:pt x="311534" y="57932"/>
                </a:cubicBezTo>
                <a:cubicBezTo>
                  <a:pt x="312290" y="44694"/>
                  <a:pt x="316829" y="32213"/>
                  <a:pt x="324772" y="22379"/>
                </a:cubicBezTo>
                <a:close/>
                <a:moveTo>
                  <a:pt x="266524" y="52259"/>
                </a:moveTo>
                <a:cubicBezTo>
                  <a:pt x="274467" y="52637"/>
                  <a:pt x="282032" y="56420"/>
                  <a:pt x="286949" y="62660"/>
                </a:cubicBezTo>
                <a:lnTo>
                  <a:pt x="335741" y="124502"/>
                </a:lnTo>
                <a:cubicBezTo>
                  <a:pt x="338199" y="127717"/>
                  <a:pt x="339901" y="131121"/>
                  <a:pt x="340847" y="134903"/>
                </a:cubicBezTo>
                <a:cubicBezTo>
                  <a:pt x="340090" y="134525"/>
                  <a:pt x="339523" y="134147"/>
                  <a:pt x="338956" y="133768"/>
                </a:cubicBezTo>
                <a:cubicBezTo>
                  <a:pt x="326096" y="128095"/>
                  <a:pt x="311345" y="128473"/>
                  <a:pt x="298485" y="135092"/>
                </a:cubicBezTo>
                <a:lnTo>
                  <a:pt x="112583" y="235135"/>
                </a:lnTo>
                <a:lnTo>
                  <a:pt x="102749" y="222653"/>
                </a:lnTo>
                <a:lnTo>
                  <a:pt x="154378" y="164216"/>
                </a:lnTo>
                <a:lnTo>
                  <a:pt x="172722" y="185964"/>
                </a:lnTo>
                <a:lnTo>
                  <a:pt x="187095" y="173861"/>
                </a:lnTo>
                <a:lnTo>
                  <a:pt x="167049" y="150032"/>
                </a:lnTo>
                <a:lnTo>
                  <a:pt x="228890" y="80059"/>
                </a:lnTo>
                <a:lnTo>
                  <a:pt x="257446" y="119395"/>
                </a:lnTo>
                <a:lnTo>
                  <a:pt x="272765" y="108238"/>
                </a:lnTo>
                <a:lnTo>
                  <a:pt x="241750" y="65497"/>
                </a:lnTo>
                <a:lnTo>
                  <a:pt x="245154" y="61526"/>
                </a:lnTo>
                <a:cubicBezTo>
                  <a:pt x="250638" y="55474"/>
                  <a:pt x="258581" y="52070"/>
                  <a:pt x="266713" y="52637"/>
                </a:cubicBezTo>
                <a:close/>
                <a:moveTo>
                  <a:pt x="89889" y="237026"/>
                </a:moveTo>
                <a:lnTo>
                  <a:pt x="95563" y="244212"/>
                </a:lnTo>
                <a:lnTo>
                  <a:pt x="72490" y="256694"/>
                </a:lnTo>
                <a:lnTo>
                  <a:pt x="89889" y="237026"/>
                </a:lnTo>
                <a:close/>
                <a:moveTo>
                  <a:pt x="367891" y="279766"/>
                </a:moveTo>
                <a:cubicBezTo>
                  <a:pt x="362974" y="287142"/>
                  <a:pt x="355220" y="292059"/>
                  <a:pt x="346710" y="293005"/>
                </a:cubicBezTo>
                <a:lnTo>
                  <a:pt x="282788" y="300380"/>
                </a:lnTo>
                <a:lnTo>
                  <a:pt x="265957" y="242510"/>
                </a:lnTo>
                <a:lnTo>
                  <a:pt x="247802" y="247806"/>
                </a:lnTo>
                <a:lnTo>
                  <a:pt x="263687" y="302649"/>
                </a:lnTo>
                <a:lnTo>
                  <a:pt x="164023" y="314186"/>
                </a:lnTo>
                <a:lnTo>
                  <a:pt x="153432" y="277686"/>
                </a:lnTo>
                <a:lnTo>
                  <a:pt x="135277" y="282981"/>
                </a:lnTo>
                <a:lnTo>
                  <a:pt x="144922" y="316266"/>
                </a:lnTo>
                <a:lnTo>
                  <a:pt x="25400" y="330260"/>
                </a:lnTo>
                <a:lnTo>
                  <a:pt x="19159" y="306621"/>
                </a:lnTo>
                <a:lnTo>
                  <a:pt x="35802" y="297732"/>
                </a:lnTo>
                <a:lnTo>
                  <a:pt x="36369" y="297732"/>
                </a:lnTo>
                <a:lnTo>
                  <a:pt x="72490" y="278064"/>
                </a:lnTo>
                <a:lnTo>
                  <a:pt x="79109" y="300758"/>
                </a:lnTo>
                <a:lnTo>
                  <a:pt x="97265" y="295463"/>
                </a:lnTo>
                <a:lnTo>
                  <a:pt x="89511" y="268987"/>
                </a:lnTo>
                <a:lnTo>
                  <a:pt x="178585" y="220951"/>
                </a:lnTo>
                <a:lnTo>
                  <a:pt x="191445" y="265393"/>
                </a:lnTo>
                <a:lnTo>
                  <a:pt x="209600" y="260098"/>
                </a:lnTo>
                <a:lnTo>
                  <a:pt x="195605" y="211684"/>
                </a:lnTo>
                <a:lnTo>
                  <a:pt x="284679" y="163649"/>
                </a:lnTo>
                <a:lnTo>
                  <a:pt x="303969" y="229840"/>
                </a:lnTo>
                <a:lnTo>
                  <a:pt x="322124" y="224544"/>
                </a:lnTo>
                <a:lnTo>
                  <a:pt x="301700" y="154382"/>
                </a:lnTo>
                <a:lnTo>
                  <a:pt x="306806" y="151545"/>
                </a:lnTo>
                <a:cubicBezTo>
                  <a:pt x="310967" y="149465"/>
                  <a:pt x="315316" y="148330"/>
                  <a:pt x="319666" y="148330"/>
                </a:cubicBezTo>
                <a:cubicBezTo>
                  <a:pt x="323448" y="148330"/>
                  <a:pt x="327420" y="149087"/>
                  <a:pt x="331013" y="150789"/>
                </a:cubicBezTo>
                <a:cubicBezTo>
                  <a:pt x="339145" y="154382"/>
                  <a:pt x="345197" y="161379"/>
                  <a:pt x="347844" y="170268"/>
                </a:cubicBezTo>
                <a:lnTo>
                  <a:pt x="371673" y="252723"/>
                </a:lnTo>
                <a:cubicBezTo>
                  <a:pt x="374321" y="261800"/>
                  <a:pt x="372808" y="271634"/>
                  <a:pt x="367702" y="279388"/>
                </a:cubicBezTo>
                <a:close/>
                <a:moveTo>
                  <a:pt x="385857" y="232865"/>
                </a:moveTo>
                <a:lnTo>
                  <a:pt x="385857" y="232865"/>
                </a:lnTo>
                <a:cubicBezTo>
                  <a:pt x="395502" y="232298"/>
                  <a:pt x="404957" y="230029"/>
                  <a:pt x="413846" y="226435"/>
                </a:cubicBezTo>
                <a:cubicBezTo>
                  <a:pt x="420843" y="232109"/>
                  <a:pt x="426517" y="238728"/>
                  <a:pt x="430677" y="246482"/>
                </a:cubicBezTo>
                <a:cubicBezTo>
                  <a:pt x="415170" y="247806"/>
                  <a:pt x="399095" y="243078"/>
                  <a:pt x="385857" y="232865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29" descr="Mushroom icon.">
            <a:extLst>
              <a:ext uri="{FF2B5EF4-FFF2-40B4-BE49-F238E27FC236}">
                <a16:creationId xmlns:a16="http://schemas.microsoft.com/office/drawing/2014/main" id="{61FD08B9-92F7-4A21-9DB8-1E2A4A0927C3}"/>
              </a:ext>
            </a:extLst>
          </p:cNvPr>
          <p:cNvSpPr/>
          <p:nvPr/>
        </p:nvSpPr>
        <p:spPr>
          <a:xfrm>
            <a:off x="5898791" y="2360195"/>
            <a:ext cx="376869" cy="414744"/>
          </a:xfrm>
          <a:custGeom>
            <a:avLst/>
            <a:gdLst>
              <a:gd name="connsiteX0" fmla="*/ 190500 w 190500"/>
              <a:gd name="connsiteY0" fmla="*/ 66675 h 209645"/>
              <a:gd name="connsiteX1" fmla="*/ 95250 w 190500"/>
              <a:gd name="connsiteY1" fmla="*/ 0 h 209645"/>
              <a:gd name="connsiteX2" fmla="*/ 0 w 190500"/>
              <a:gd name="connsiteY2" fmla="*/ 66675 h 209645"/>
              <a:gd name="connsiteX3" fmla="*/ 61341 w 190500"/>
              <a:gd name="connsiteY3" fmla="*/ 104299 h 209645"/>
              <a:gd name="connsiteX4" fmla="*/ 56007 w 190500"/>
              <a:gd name="connsiteY4" fmla="*/ 180023 h 209645"/>
              <a:gd name="connsiteX5" fmla="*/ 85534 w 190500"/>
              <a:gd name="connsiteY5" fmla="*/ 209645 h 209645"/>
              <a:gd name="connsiteX6" fmla="*/ 104775 w 190500"/>
              <a:gd name="connsiteY6" fmla="*/ 209645 h 209645"/>
              <a:gd name="connsiteX7" fmla="*/ 134303 w 190500"/>
              <a:gd name="connsiteY7" fmla="*/ 179451 h 209645"/>
              <a:gd name="connsiteX8" fmla="*/ 129064 w 190500"/>
              <a:gd name="connsiteY8" fmla="*/ 104299 h 209645"/>
              <a:gd name="connsiteX9" fmla="*/ 190405 w 190500"/>
              <a:gd name="connsiteY9" fmla="*/ 66675 h 209645"/>
              <a:gd name="connsiteX10" fmla="*/ 124873 w 190500"/>
              <a:gd name="connsiteY10" fmla="*/ 180023 h 209645"/>
              <a:gd name="connsiteX11" fmla="*/ 104870 w 190500"/>
              <a:gd name="connsiteY11" fmla="*/ 200120 h 209645"/>
              <a:gd name="connsiteX12" fmla="*/ 85630 w 190500"/>
              <a:gd name="connsiteY12" fmla="*/ 200120 h 209645"/>
              <a:gd name="connsiteX13" fmla="*/ 65627 w 190500"/>
              <a:gd name="connsiteY13" fmla="*/ 180118 h 209645"/>
              <a:gd name="connsiteX14" fmla="*/ 70866 w 190500"/>
              <a:gd name="connsiteY14" fmla="*/ 104680 h 209645"/>
              <a:gd name="connsiteX15" fmla="*/ 95250 w 190500"/>
              <a:gd name="connsiteY15" fmla="*/ 104870 h 209645"/>
              <a:gd name="connsiteX16" fmla="*/ 119634 w 190500"/>
              <a:gd name="connsiteY16" fmla="*/ 104680 h 209645"/>
              <a:gd name="connsiteX17" fmla="*/ 124873 w 190500"/>
              <a:gd name="connsiteY17" fmla="*/ 180023 h 209645"/>
              <a:gd name="connsiteX18" fmla="*/ 95250 w 190500"/>
              <a:gd name="connsiteY18" fmla="*/ 95345 h 209645"/>
              <a:gd name="connsiteX19" fmla="*/ 9525 w 190500"/>
              <a:gd name="connsiteY19" fmla="*/ 66675 h 209645"/>
              <a:gd name="connsiteX20" fmla="*/ 95250 w 190500"/>
              <a:gd name="connsiteY20" fmla="*/ 9620 h 209645"/>
              <a:gd name="connsiteX21" fmla="*/ 180975 w 190500"/>
              <a:gd name="connsiteY21" fmla="*/ 66770 h 209645"/>
              <a:gd name="connsiteX22" fmla="*/ 95250 w 190500"/>
              <a:gd name="connsiteY22" fmla="*/ 95441 h 209645"/>
              <a:gd name="connsiteX23" fmla="*/ 161830 w 190500"/>
              <a:gd name="connsiteY23" fmla="*/ 47244 h 209645"/>
              <a:gd name="connsiteX24" fmla="*/ 154686 w 190500"/>
              <a:gd name="connsiteY24" fmla="*/ 53531 h 209645"/>
              <a:gd name="connsiteX25" fmla="*/ 112109 w 190500"/>
              <a:gd name="connsiteY25" fmla="*/ 28575 h 209645"/>
              <a:gd name="connsiteX26" fmla="*/ 115253 w 190500"/>
              <a:gd name="connsiteY26" fmla="*/ 19526 h 209645"/>
              <a:gd name="connsiteX27" fmla="*/ 161925 w 190500"/>
              <a:gd name="connsiteY27" fmla="*/ 47149 h 20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90500" h="209645">
                <a:moveTo>
                  <a:pt x="190500" y="66675"/>
                </a:moveTo>
                <a:cubicBezTo>
                  <a:pt x="190500" y="31814"/>
                  <a:pt x="145066" y="0"/>
                  <a:pt x="95250" y="0"/>
                </a:cubicBezTo>
                <a:cubicBezTo>
                  <a:pt x="45434" y="0"/>
                  <a:pt x="0" y="31814"/>
                  <a:pt x="0" y="66675"/>
                </a:cubicBezTo>
                <a:cubicBezTo>
                  <a:pt x="0" y="95345"/>
                  <a:pt x="28385" y="102489"/>
                  <a:pt x="61341" y="104299"/>
                </a:cubicBezTo>
                <a:lnTo>
                  <a:pt x="56007" y="180023"/>
                </a:lnTo>
                <a:cubicBezTo>
                  <a:pt x="56007" y="196310"/>
                  <a:pt x="69247" y="209645"/>
                  <a:pt x="85534" y="209645"/>
                </a:cubicBezTo>
                <a:lnTo>
                  <a:pt x="104775" y="209645"/>
                </a:lnTo>
                <a:cubicBezTo>
                  <a:pt x="121063" y="209645"/>
                  <a:pt x="134303" y="196406"/>
                  <a:pt x="134303" y="179451"/>
                </a:cubicBezTo>
                <a:lnTo>
                  <a:pt x="129064" y="104299"/>
                </a:lnTo>
                <a:cubicBezTo>
                  <a:pt x="162020" y="102489"/>
                  <a:pt x="190405" y="95345"/>
                  <a:pt x="190405" y="66675"/>
                </a:cubicBezTo>
                <a:close/>
                <a:moveTo>
                  <a:pt x="124873" y="180023"/>
                </a:moveTo>
                <a:cubicBezTo>
                  <a:pt x="124873" y="191072"/>
                  <a:pt x="115919" y="200120"/>
                  <a:pt x="104870" y="200120"/>
                </a:cubicBezTo>
                <a:lnTo>
                  <a:pt x="85630" y="200120"/>
                </a:lnTo>
                <a:cubicBezTo>
                  <a:pt x="74581" y="200120"/>
                  <a:pt x="65627" y="191072"/>
                  <a:pt x="65627" y="180118"/>
                </a:cubicBezTo>
                <a:lnTo>
                  <a:pt x="70866" y="104680"/>
                </a:lnTo>
                <a:cubicBezTo>
                  <a:pt x="78962" y="104870"/>
                  <a:pt x="87154" y="104870"/>
                  <a:pt x="95250" y="104870"/>
                </a:cubicBezTo>
                <a:cubicBezTo>
                  <a:pt x="103346" y="104870"/>
                  <a:pt x="111538" y="104870"/>
                  <a:pt x="119634" y="104680"/>
                </a:cubicBezTo>
                <a:lnTo>
                  <a:pt x="124873" y="180023"/>
                </a:lnTo>
                <a:close/>
                <a:moveTo>
                  <a:pt x="95250" y="95345"/>
                </a:moveTo>
                <a:cubicBezTo>
                  <a:pt x="53150" y="95345"/>
                  <a:pt x="9525" y="95345"/>
                  <a:pt x="9525" y="66675"/>
                </a:cubicBezTo>
                <a:cubicBezTo>
                  <a:pt x="9525" y="38005"/>
                  <a:pt x="50387" y="9620"/>
                  <a:pt x="95250" y="9620"/>
                </a:cubicBezTo>
                <a:cubicBezTo>
                  <a:pt x="140113" y="9620"/>
                  <a:pt x="180975" y="36862"/>
                  <a:pt x="180975" y="66770"/>
                </a:cubicBezTo>
                <a:cubicBezTo>
                  <a:pt x="180975" y="96679"/>
                  <a:pt x="137351" y="95441"/>
                  <a:pt x="95250" y="95441"/>
                </a:cubicBezTo>
                <a:close/>
                <a:moveTo>
                  <a:pt x="161830" y="47244"/>
                </a:moveTo>
                <a:lnTo>
                  <a:pt x="154686" y="53531"/>
                </a:lnTo>
                <a:cubicBezTo>
                  <a:pt x="145637" y="43244"/>
                  <a:pt x="133255" y="36005"/>
                  <a:pt x="112109" y="28575"/>
                </a:cubicBezTo>
                <a:lnTo>
                  <a:pt x="115253" y="19526"/>
                </a:lnTo>
                <a:cubicBezTo>
                  <a:pt x="132017" y="25337"/>
                  <a:pt x="149257" y="32766"/>
                  <a:pt x="161925" y="47149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Graphic 37" descr="Radish icon.">
            <a:extLst>
              <a:ext uri="{FF2B5EF4-FFF2-40B4-BE49-F238E27FC236}">
                <a16:creationId xmlns:a16="http://schemas.microsoft.com/office/drawing/2014/main" id="{9FECF8CB-5A3F-4972-85DB-D260794E682F}"/>
              </a:ext>
            </a:extLst>
          </p:cNvPr>
          <p:cNvSpPr/>
          <p:nvPr/>
        </p:nvSpPr>
        <p:spPr>
          <a:xfrm>
            <a:off x="7159479" y="2322886"/>
            <a:ext cx="301834" cy="452053"/>
          </a:xfrm>
          <a:custGeom>
            <a:avLst/>
            <a:gdLst>
              <a:gd name="connsiteX0" fmla="*/ 136341 w 152571"/>
              <a:gd name="connsiteY0" fmla="*/ 87344 h 228504"/>
              <a:gd name="connsiteX1" fmla="*/ 85192 w 152571"/>
              <a:gd name="connsiteY1" fmla="*/ 67342 h 228504"/>
              <a:gd name="connsiteX2" fmla="*/ 95669 w 152571"/>
              <a:gd name="connsiteY2" fmla="*/ 31909 h 228504"/>
              <a:gd name="connsiteX3" fmla="*/ 123959 w 152571"/>
              <a:gd name="connsiteY3" fmla="*/ 19526 h 228504"/>
              <a:gd name="connsiteX4" fmla="*/ 123387 w 152571"/>
              <a:gd name="connsiteY4" fmla="*/ 10001 h 228504"/>
              <a:gd name="connsiteX5" fmla="*/ 88430 w 152571"/>
              <a:gd name="connsiteY5" fmla="*/ 25622 h 228504"/>
              <a:gd name="connsiteX6" fmla="*/ 81001 w 152571"/>
              <a:gd name="connsiteY6" fmla="*/ 37338 h 228504"/>
              <a:gd name="connsiteX7" fmla="*/ 81191 w 152571"/>
              <a:gd name="connsiteY7" fmla="*/ 0 h 228504"/>
              <a:gd name="connsiteX8" fmla="*/ 71666 w 152571"/>
              <a:gd name="connsiteY8" fmla="*/ 0 h 228504"/>
              <a:gd name="connsiteX9" fmla="*/ 71476 w 152571"/>
              <a:gd name="connsiteY9" fmla="*/ 39815 h 228504"/>
              <a:gd name="connsiteX10" fmla="*/ 60713 w 152571"/>
              <a:gd name="connsiteY10" fmla="*/ 22193 h 228504"/>
              <a:gd name="connsiteX11" fmla="*/ 28613 w 152571"/>
              <a:gd name="connsiteY11" fmla="*/ 9906 h 228504"/>
              <a:gd name="connsiteX12" fmla="*/ 28613 w 152571"/>
              <a:gd name="connsiteY12" fmla="*/ 19431 h 228504"/>
              <a:gd name="connsiteX13" fmla="*/ 53950 w 152571"/>
              <a:gd name="connsiteY13" fmla="*/ 28861 h 228504"/>
              <a:gd name="connsiteX14" fmla="*/ 66999 w 152571"/>
              <a:gd name="connsiteY14" fmla="*/ 67247 h 228504"/>
              <a:gd name="connsiteX15" fmla="*/ 16326 w 152571"/>
              <a:gd name="connsiteY15" fmla="*/ 87249 h 228504"/>
              <a:gd name="connsiteX16" fmla="*/ 14040 w 152571"/>
              <a:gd name="connsiteY16" fmla="*/ 174879 h 228504"/>
              <a:gd name="connsiteX17" fmla="*/ 41758 w 152571"/>
              <a:gd name="connsiteY17" fmla="*/ 194882 h 228504"/>
              <a:gd name="connsiteX18" fmla="*/ 42710 w 152571"/>
              <a:gd name="connsiteY18" fmla="*/ 195262 h 228504"/>
              <a:gd name="connsiteX19" fmla="*/ 62618 w 152571"/>
              <a:gd name="connsiteY19" fmla="*/ 205931 h 228504"/>
              <a:gd name="connsiteX20" fmla="*/ 67094 w 152571"/>
              <a:gd name="connsiteY20" fmla="*/ 214217 h 228504"/>
              <a:gd name="connsiteX21" fmla="*/ 67094 w 152571"/>
              <a:gd name="connsiteY21" fmla="*/ 228505 h 228504"/>
              <a:gd name="connsiteX22" fmla="*/ 85382 w 152571"/>
              <a:gd name="connsiteY22" fmla="*/ 228505 h 228504"/>
              <a:gd name="connsiteX23" fmla="*/ 85382 w 152571"/>
              <a:gd name="connsiteY23" fmla="*/ 214503 h 228504"/>
              <a:gd name="connsiteX24" fmla="*/ 89954 w 152571"/>
              <a:gd name="connsiteY24" fmla="*/ 205931 h 228504"/>
              <a:gd name="connsiteX25" fmla="*/ 109862 w 152571"/>
              <a:gd name="connsiteY25" fmla="*/ 195262 h 228504"/>
              <a:gd name="connsiteX26" fmla="*/ 110814 w 152571"/>
              <a:gd name="connsiteY26" fmla="*/ 194882 h 228504"/>
              <a:gd name="connsiteX27" fmla="*/ 138532 w 152571"/>
              <a:gd name="connsiteY27" fmla="*/ 174879 h 228504"/>
              <a:gd name="connsiteX28" fmla="*/ 136246 w 152571"/>
              <a:gd name="connsiteY28" fmla="*/ 87249 h 228504"/>
              <a:gd name="connsiteX29" fmla="*/ 131102 w 152571"/>
              <a:gd name="connsiteY29" fmla="*/ 169164 h 228504"/>
              <a:gd name="connsiteX30" fmla="*/ 107576 w 152571"/>
              <a:gd name="connsiteY30" fmla="*/ 186119 h 228504"/>
              <a:gd name="connsiteX31" fmla="*/ 106623 w 152571"/>
              <a:gd name="connsiteY31" fmla="*/ 186500 h 228504"/>
              <a:gd name="connsiteX32" fmla="*/ 83096 w 152571"/>
              <a:gd name="connsiteY32" fmla="*/ 199644 h 228504"/>
              <a:gd name="connsiteX33" fmla="*/ 76334 w 152571"/>
              <a:gd name="connsiteY33" fmla="*/ 212217 h 228504"/>
              <a:gd name="connsiteX34" fmla="*/ 69571 w 152571"/>
              <a:gd name="connsiteY34" fmla="*/ 199644 h 228504"/>
              <a:gd name="connsiteX35" fmla="*/ 46044 w 152571"/>
              <a:gd name="connsiteY35" fmla="*/ 186500 h 228504"/>
              <a:gd name="connsiteX36" fmla="*/ 45092 w 152571"/>
              <a:gd name="connsiteY36" fmla="*/ 186119 h 228504"/>
              <a:gd name="connsiteX37" fmla="*/ 21565 w 152571"/>
              <a:gd name="connsiteY37" fmla="*/ 169164 h 228504"/>
              <a:gd name="connsiteX38" fmla="*/ 13183 w 152571"/>
              <a:gd name="connsiteY38" fmla="*/ 152686 h 228504"/>
              <a:gd name="connsiteX39" fmla="*/ 52521 w 152571"/>
              <a:gd name="connsiteY39" fmla="*/ 152495 h 228504"/>
              <a:gd name="connsiteX40" fmla="*/ 52521 w 152571"/>
              <a:gd name="connsiteY40" fmla="*/ 142970 h 228504"/>
              <a:gd name="connsiteX41" fmla="*/ 10802 w 152571"/>
              <a:gd name="connsiteY41" fmla="*/ 143161 h 228504"/>
              <a:gd name="connsiteX42" fmla="*/ 10135 w 152571"/>
              <a:gd name="connsiteY42" fmla="*/ 123920 h 228504"/>
              <a:gd name="connsiteX43" fmla="*/ 38234 w 152571"/>
              <a:gd name="connsiteY43" fmla="*/ 123920 h 228504"/>
              <a:gd name="connsiteX44" fmla="*/ 38234 w 152571"/>
              <a:gd name="connsiteY44" fmla="*/ 114395 h 228504"/>
              <a:gd name="connsiteX45" fmla="*/ 11945 w 152571"/>
              <a:gd name="connsiteY45" fmla="*/ 114395 h 228504"/>
              <a:gd name="connsiteX46" fmla="*/ 23184 w 152571"/>
              <a:gd name="connsiteY46" fmla="*/ 94012 h 228504"/>
              <a:gd name="connsiteX47" fmla="*/ 76048 w 152571"/>
              <a:gd name="connsiteY47" fmla="*/ 76391 h 228504"/>
              <a:gd name="connsiteX48" fmla="*/ 129578 w 152571"/>
              <a:gd name="connsiteY48" fmla="*/ 94012 h 228504"/>
              <a:gd name="connsiteX49" fmla="*/ 131102 w 152571"/>
              <a:gd name="connsiteY49" fmla="*/ 169164 h 22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52571" h="228504">
                <a:moveTo>
                  <a:pt x="136341" y="87344"/>
                </a:moveTo>
                <a:cubicBezTo>
                  <a:pt x="121863" y="72771"/>
                  <a:pt x="100622" y="68390"/>
                  <a:pt x="85192" y="67342"/>
                </a:cubicBezTo>
                <a:cubicBezTo>
                  <a:pt x="85001" y="58198"/>
                  <a:pt x="86240" y="42672"/>
                  <a:pt x="95669" y="31909"/>
                </a:cubicBezTo>
                <a:cubicBezTo>
                  <a:pt x="102146" y="24479"/>
                  <a:pt x="111671" y="20384"/>
                  <a:pt x="123959" y="19526"/>
                </a:cubicBezTo>
                <a:lnTo>
                  <a:pt x="123387" y="10001"/>
                </a:lnTo>
                <a:cubicBezTo>
                  <a:pt x="108433" y="10954"/>
                  <a:pt x="96622" y="16193"/>
                  <a:pt x="88430" y="25622"/>
                </a:cubicBezTo>
                <a:cubicBezTo>
                  <a:pt x="85287" y="29242"/>
                  <a:pt x="82811" y="33242"/>
                  <a:pt x="81001" y="37338"/>
                </a:cubicBezTo>
                <a:lnTo>
                  <a:pt x="81191" y="0"/>
                </a:lnTo>
                <a:lnTo>
                  <a:pt x="71666" y="0"/>
                </a:lnTo>
                <a:lnTo>
                  <a:pt x="71476" y="39815"/>
                </a:lnTo>
                <a:cubicBezTo>
                  <a:pt x="69095" y="33433"/>
                  <a:pt x="65761" y="27242"/>
                  <a:pt x="60713" y="22193"/>
                </a:cubicBezTo>
                <a:cubicBezTo>
                  <a:pt x="52616" y="14002"/>
                  <a:pt x="41948" y="9620"/>
                  <a:pt x="28613" y="9906"/>
                </a:cubicBezTo>
                <a:lnTo>
                  <a:pt x="28613" y="19431"/>
                </a:lnTo>
                <a:cubicBezTo>
                  <a:pt x="38996" y="19145"/>
                  <a:pt x="47663" y="22574"/>
                  <a:pt x="53950" y="28861"/>
                </a:cubicBezTo>
                <a:cubicBezTo>
                  <a:pt x="64523" y="39529"/>
                  <a:pt x="66713" y="57055"/>
                  <a:pt x="66999" y="67247"/>
                </a:cubicBezTo>
                <a:cubicBezTo>
                  <a:pt x="51759" y="68390"/>
                  <a:pt x="30804" y="72676"/>
                  <a:pt x="16326" y="87249"/>
                </a:cubicBezTo>
                <a:cubicBezTo>
                  <a:pt x="-6724" y="110585"/>
                  <a:pt x="-3391" y="152114"/>
                  <a:pt x="14040" y="174879"/>
                </a:cubicBezTo>
                <a:cubicBezTo>
                  <a:pt x="20803" y="183737"/>
                  <a:pt x="30423" y="190691"/>
                  <a:pt x="41758" y="194882"/>
                </a:cubicBezTo>
                <a:lnTo>
                  <a:pt x="42710" y="195262"/>
                </a:lnTo>
                <a:cubicBezTo>
                  <a:pt x="49473" y="197739"/>
                  <a:pt x="57950" y="200882"/>
                  <a:pt x="62618" y="205931"/>
                </a:cubicBezTo>
                <a:cubicBezTo>
                  <a:pt x="65951" y="209455"/>
                  <a:pt x="66904" y="210598"/>
                  <a:pt x="67094" y="214217"/>
                </a:cubicBezTo>
                <a:lnTo>
                  <a:pt x="67094" y="228505"/>
                </a:lnTo>
                <a:lnTo>
                  <a:pt x="85382" y="228505"/>
                </a:lnTo>
                <a:lnTo>
                  <a:pt x="85382" y="214503"/>
                </a:lnTo>
                <a:cubicBezTo>
                  <a:pt x="85668" y="210693"/>
                  <a:pt x="86621" y="209455"/>
                  <a:pt x="89954" y="205931"/>
                </a:cubicBezTo>
                <a:cubicBezTo>
                  <a:pt x="94717" y="200882"/>
                  <a:pt x="103099" y="197739"/>
                  <a:pt x="109862" y="195262"/>
                </a:cubicBezTo>
                <a:lnTo>
                  <a:pt x="110814" y="194882"/>
                </a:lnTo>
                <a:cubicBezTo>
                  <a:pt x="122149" y="190595"/>
                  <a:pt x="131769" y="183737"/>
                  <a:pt x="138532" y="174879"/>
                </a:cubicBezTo>
                <a:cubicBezTo>
                  <a:pt x="155963" y="152114"/>
                  <a:pt x="159296" y="110585"/>
                  <a:pt x="136246" y="87249"/>
                </a:cubicBezTo>
                <a:close/>
                <a:moveTo>
                  <a:pt x="131102" y="169164"/>
                </a:moveTo>
                <a:cubicBezTo>
                  <a:pt x="125387" y="176594"/>
                  <a:pt x="117291" y="182499"/>
                  <a:pt x="107576" y="186119"/>
                </a:cubicBezTo>
                <a:lnTo>
                  <a:pt x="106623" y="186500"/>
                </a:lnTo>
                <a:cubicBezTo>
                  <a:pt x="98908" y="189357"/>
                  <a:pt x="89288" y="192977"/>
                  <a:pt x="83096" y="199644"/>
                </a:cubicBezTo>
                <a:cubicBezTo>
                  <a:pt x="79953" y="202978"/>
                  <a:pt x="77286" y="206121"/>
                  <a:pt x="76334" y="212217"/>
                </a:cubicBezTo>
                <a:cubicBezTo>
                  <a:pt x="75476" y="206216"/>
                  <a:pt x="72809" y="203073"/>
                  <a:pt x="69571" y="199644"/>
                </a:cubicBezTo>
                <a:cubicBezTo>
                  <a:pt x="63284" y="192977"/>
                  <a:pt x="53664" y="189357"/>
                  <a:pt x="46044" y="186500"/>
                </a:cubicBezTo>
                <a:lnTo>
                  <a:pt x="45092" y="186119"/>
                </a:lnTo>
                <a:cubicBezTo>
                  <a:pt x="35376" y="182499"/>
                  <a:pt x="27280" y="176689"/>
                  <a:pt x="21565" y="169164"/>
                </a:cubicBezTo>
                <a:cubicBezTo>
                  <a:pt x="17945" y="164497"/>
                  <a:pt x="15183" y="158877"/>
                  <a:pt x="13183" y="152686"/>
                </a:cubicBezTo>
                <a:lnTo>
                  <a:pt x="52521" y="152495"/>
                </a:lnTo>
                <a:lnTo>
                  <a:pt x="52521" y="142970"/>
                </a:lnTo>
                <a:lnTo>
                  <a:pt x="10802" y="143161"/>
                </a:lnTo>
                <a:cubicBezTo>
                  <a:pt x="9659" y="136874"/>
                  <a:pt x="9468" y="130302"/>
                  <a:pt x="10135" y="123920"/>
                </a:cubicBezTo>
                <a:lnTo>
                  <a:pt x="38234" y="123920"/>
                </a:lnTo>
                <a:lnTo>
                  <a:pt x="38234" y="114395"/>
                </a:lnTo>
                <a:lnTo>
                  <a:pt x="11945" y="114395"/>
                </a:lnTo>
                <a:cubicBezTo>
                  <a:pt x="14040" y="106680"/>
                  <a:pt x="17564" y="99632"/>
                  <a:pt x="23184" y="94012"/>
                </a:cubicBezTo>
                <a:cubicBezTo>
                  <a:pt x="38329" y="78677"/>
                  <a:pt x="62808" y="76391"/>
                  <a:pt x="76048" y="76391"/>
                </a:cubicBezTo>
                <a:cubicBezTo>
                  <a:pt x="86906" y="76391"/>
                  <a:pt x="113862" y="78105"/>
                  <a:pt x="129578" y="94012"/>
                </a:cubicBezTo>
                <a:cubicBezTo>
                  <a:pt x="148628" y="113252"/>
                  <a:pt x="146057" y="149543"/>
                  <a:pt x="131102" y="169164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7" name="Graphic 261" descr="Bread icon.">
            <a:extLst>
              <a:ext uri="{FF2B5EF4-FFF2-40B4-BE49-F238E27FC236}">
                <a16:creationId xmlns:a16="http://schemas.microsoft.com/office/drawing/2014/main" id="{6D95E47B-A69E-43E0-846A-7C232FBAA48F}"/>
              </a:ext>
            </a:extLst>
          </p:cNvPr>
          <p:cNvSpPr>
            <a:spLocks noChangeAspect="1"/>
          </p:cNvSpPr>
          <p:nvPr/>
        </p:nvSpPr>
        <p:spPr>
          <a:xfrm>
            <a:off x="8328666" y="2354631"/>
            <a:ext cx="420308" cy="420308"/>
          </a:xfrm>
          <a:custGeom>
            <a:avLst/>
            <a:gdLst>
              <a:gd name="connsiteX0" fmla="*/ 397382 w 420308"/>
              <a:gd name="connsiteY0" fmla="*/ 145197 h 420308"/>
              <a:gd name="connsiteX1" fmla="*/ 418398 w 420308"/>
              <a:gd name="connsiteY1" fmla="*/ 72599 h 420308"/>
              <a:gd name="connsiteX2" fmla="*/ 330515 w 420308"/>
              <a:gd name="connsiteY2" fmla="*/ 0 h 420308"/>
              <a:gd name="connsiteX3" fmla="*/ 89793 w 420308"/>
              <a:gd name="connsiteY3" fmla="*/ 0 h 420308"/>
              <a:gd name="connsiteX4" fmla="*/ 1910 w 420308"/>
              <a:gd name="connsiteY4" fmla="*/ 72599 h 420308"/>
              <a:gd name="connsiteX5" fmla="*/ 22926 w 420308"/>
              <a:gd name="connsiteY5" fmla="*/ 145197 h 420308"/>
              <a:gd name="connsiteX6" fmla="*/ 0 w 420308"/>
              <a:gd name="connsiteY6" fmla="*/ 202512 h 420308"/>
              <a:gd name="connsiteX7" fmla="*/ 0 w 420308"/>
              <a:gd name="connsiteY7" fmla="*/ 334336 h 420308"/>
              <a:gd name="connsiteX8" fmla="*/ 85972 w 420308"/>
              <a:gd name="connsiteY8" fmla="*/ 420308 h 420308"/>
              <a:gd name="connsiteX9" fmla="*/ 85972 w 420308"/>
              <a:gd name="connsiteY9" fmla="*/ 420308 h 420308"/>
              <a:gd name="connsiteX10" fmla="*/ 334336 w 420308"/>
              <a:gd name="connsiteY10" fmla="*/ 420308 h 420308"/>
              <a:gd name="connsiteX11" fmla="*/ 420308 w 420308"/>
              <a:gd name="connsiteY11" fmla="*/ 334336 h 420308"/>
              <a:gd name="connsiteX12" fmla="*/ 420308 w 420308"/>
              <a:gd name="connsiteY12" fmla="*/ 202512 h 420308"/>
              <a:gd name="connsiteX13" fmla="*/ 397382 w 420308"/>
              <a:gd name="connsiteY13" fmla="*/ 145197 h 420308"/>
              <a:gd name="connsiteX14" fmla="*/ 401203 w 420308"/>
              <a:gd name="connsiteY14" fmla="*/ 334336 h 420308"/>
              <a:gd name="connsiteX15" fmla="*/ 334336 w 420308"/>
              <a:gd name="connsiteY15" fmla="*/ 401203 h 420308"/>
              <a:gd name="connsiteX16" fmla="*/ 85972 w 420308"/>
              <a:gd name="connsiteY16" fmla="*/ 401203 h 420308"/>
              <a:gd name="connsiteX17" fmla="*/ 19105 w 420308"/>
              <a:gd name="connsiteY17" fmla="*/ 334336 h 420308"/>
              <a:gd name="connsiteX18" fmla="*/ 19105 w 420308"/>
              <a:gd name="connsiteY18" fmla="*/ 202512 h 420308"/>
              <a:gd name="connsiteX19" fmla="*/ 38210 w 420308"/>
              <a:gd name="connsiteY19" fmla="*/ 154750 h 420308"/>
              <a:gd name="connsiteX20" fmla="*/ 38210 w 420308"/>
              <a:gd name="connsiteY20" fmla="*/ 133734 h 420308"/>
              <a:gd name="connsiteX21" fmla="*/ 19105 w 420308"/>
              <a:gd name="connsiteY21" fmla="*/ 76420 h 420308"/>
              <a:gd name="connsiteX22" fmla="*/ 89793 w 420308"/>
              <a:gd name="connsiteY22" fmla="*/ 19105 h 420308"/>
              <a:gd name="connsiteX23" fmla="*/ 330515 w 420308"/>
              <a:gd name="connsiteY23" fmla="*/ 19105 h 420308"/>
              <a:gd name="connsiteX24" fmla="*/ 401203 w 420308"/>
              <a:gd name="connsiteY24" fmla="*/ 76420 h 420308"/>
              <a:gd name="connsiteX25" fmla="*/ 382098 w 420308"/>
              <a:gd name="connsiteY25" fmla="*/ 133734 h 420308"/>
              <a:gd name="connsiteX26" fmla="*/ 382098 w 420308"/>
              <a:gd name="connsiteY26" fmla="*/ 154750 h 420308"/>
              <a:gd name="connsiteX27" fmla="*/ 382098 w 420308"/>
              <a:gd name="connsiteY27" fmla="*/ 154750 h 420308"/>
              <a:gd name="connsiteX28" fmla="*/ 401203 w 420308"/>
              <a:gd name="connsiteY28" fmla="*/ 202512 h 420308"/>
              <a:gd name="connsiteX29" fmla="*/ 401203 w 420308"/>
              <a:gd name="connsiteY29" fmla="*/ 334336 h 420308"/>
              <a:gd name="connsiteX30" fmla="*/ 294216 w 420308"/>
              <a:gd name="connsiteY30" fmla="*/ 177676 h 420308"/>
              <a:gd name="connsiteX31" fmla="*/ 267469 w 420308"/>
              <a:gd name="connsiteY31" fmla="*/ 177676 h 420308"/>
              <a:gd name="connsiteX32" fmla="*/ 196781 w 420308"/>
              <a:gd name="connsiteY32" fmla="*/ 246453 h 420308"/>
              <a:gd name="connsiteX33" fmla="*/ 196781 w 420308"/>
              <a:gd name="connsiteY33" fmla="*/ 273200 h 420308"/>
              <a:gd name="connsiteX34" fmla="*/ 265558 w 420308"/>
              <a:gd name="connsiteY34" fmla="*/ 343889 h 420308"/>
              <a:gd name="connsiteX35" fmla="*/ 278932 w 420308"/>
              <a:gd name="connsiteY35" fmla="*/ 349620 h 420308"/>
              <a:gd name="connsiteX36" fmla="*/ 278932 w 420308"/>
              <a:gd name="connsiteY36" fmla="*/ 349620 h 420308"/>
              <a:gd name="connsiteX37" fmla="*/ 292305 w 420308"/>
              <a:gd name="connsiteY37" fmla="*/ 343889 h 420308"/>
              <a:gd name="connsiteX38" fmla="*/ 362993 w 420308"/>
              <a:gd name="connsiteY38" fmla="*/ 273200 h 420308"/>
              <a:gd name="connsiteX39" fmla="*/ 362993 w 420308"/>
              <a:gd name="connsiteY39" fmla="*/ 246453 h 420308"/>
              <a:gd name="connsiteX40" fmla="*/ 362993 w 420308"/>
              <a:gd name="connsiteY40" fmla="*/ 246453 h 420308"/>
              <a:gd name="connsiteX41" fmla="*/ 294216 w 420308"/>
              <a:gd name="connsiteY41" fmla="*/ 177676 h 420308"/>
              <a:gd name="connsiteX42" fmla="*/ 278932 w 420308"/>
              <a:gd name="connsiteY42" fmla="*/ 330515 h 420308"/>
              <a:gd name="connsiteX43" fmla="*/ 210154 w 420308"/>
              <a:gd name="connsiteY43" fmla="*/ 259827 h 420308"/>
              <a:gd name="connsiteX44" fmla="*/ 278932 w 420308"/>
              <a:gd name="connsiteY44" fmla="*/ 191049 h 420308"/>
              <a:gd name="connsiteX45" fmla="*/ 347710 w 420308"/>
              <a:gd name="connsiteY45" fmla="*/ 261737 h 420308"/>
              <a:gd name="connsiteX46" fmla="*/ 278932 w 420308"/>
              <a:gd name="connsiteY46" fmla="*/ 33051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20308" h="420308">
                <a:moveTo>
                  <a:pt x="397382" y="145197"/>
                </a:moveTo>
                <a:cubicBezTo>
                  <a:pt x="414577" y="126092"/>
                  <a:pt x="422219" y="99346"/>
                  <a:pt x="418398" y="72599"/>
                </a:cubicBezTo>
                <a:cubicBezTo>
                  <a:pt x="410756" y="30568"/>
                  <a:pt x="374456" y="0"/>
                  <a:pt x="330515" y="0"/>
                </a:cubicBezTo>
                <a:lnTo>
                  <a:pt x="89793" y="0"/>
                </a:lnTo>
                <a:cubicBezTo>
                  <a:pt x="45852" y="0"/>
                  <a:pt x="9552" y="30568"/>
                  <a:pt x="1910" y="72599"/>
                </a:cubicBezTo>
                <a:cubicBezTo>
                  <a:pt x="-3821" y="99346"/>
                  <a:pt x="3821" y="124182"/>
                  <a:pt x="22926" y="145197"/>
                </a:cubicBezTo>
                <a:cubicBezTo>
                  <a:pt x="7642" y="160481"/>
                  <a:pt x="0" y="179586"/>
                  <a:pt x="0" y="202512"/>
                </a:cubicBezTo>
                <a:lnTo>
                  <a:pt x="0" y="334336"/>
                </a:lnTo>
                <a:cubicBezTo>
                  <a:pt x="0" y="382098"/>
                  <a:pt x="38210" y="420308"/>
                  <a:pt x="85972" y="420308"/>
                </a:cubicBezTo>
                <a:cubicBezTo>
                  <a:pt x="85972" y="420308"/>
                  <a:pt x="85972" y="420308"/>
                  <a:pt x="85972" y="420308"/>
                </a:cubicBezTo>
                <a:lnTo>
                  <a:pt x="334336" y="420308"/>
                </a:lnTo>
                <a:cubicBezTo>
                  <a:pt x="382098" y="420308"/>
                  <a:pt x="420308" y="382098"/>
                  <a:pt x="420308" y="334336"/>
                </a:cubicBezTo>
                <a:lnTo>
                  <a:pt x="420308" y="202512"/>
                </a:lnTo>
                <a:cubicBezTo>
                  <a:pt x="420308" y="181497"/>
                  <a:pt x="412666" y="160481"/>
                  <a:pt x="397382" y="145197"/>
                </a:cubicBezTo>
                <a:close/>
                <a:moveTo>
                  <a:pt x="401203" y="334336"/>
                </a:moveTo>
                <a:cubicBezTo>
                  <a:pt x="401203" y="370635"/>
                  <a:pt x="370635" y="401203"/>
                  <a:pt x="334336" y="401203"/>
                </a:cubicBezTo>
                <a:lnTo>
                  <a:pt x="85972" y="401203"/>
                </a:lnTo>
                <a:cubicBezTo>
                  <a:pt x="49673" y="401203"/>
                  <a:pt x="19105" y="370635"/>
                  <a:pt x="19105" y="334336"/>
                </a:cubicBezTo>
                <a:lnTo>
                  <a:pt x="19105" y="202512"/>
                </a:lnTo>
                <a:cubicBezTo>
                  <a:pt x="19105" y="185318"/>
                  <a:pt x="26747" y="168123"/>
                  <a:pt x="38210" y="154750"/>
                </a:cubicBezTo>
                <a:cubicBezTo>
                  <a:pt x="43941" y="149018"/>
                  <a:pt x="43941" y="139466"/>
                  <a:pt x="38210" y="133734"/>
                </a:cubicBezTo>
                <a:cubicBezTo>
                  <a:pt x="22926" y="118450"/>
                  <a:pt x="15284" y="97435"/>
                  <a:pt x="19105" y="76420"/>
                </a:cubicBezTo>
                <a:cubicBezTo>
                  <a:pt x="24836" y="42031"/>
                  <a:pt x="55404" y="19105"/>
                  <a:pt x="89793" y="19105"/>
                </a:cubicBezTo>
                <a:lnTo>
                  <a:pt x="330515" y="19105"/>
                </a:lnTo>
                <a:cubicBezTo>
                  <a:pt x="364904" y="19105"/>
                  <a:pt x="395472" y="42031"/>
                  <a:pt x="401203" y="76420"/>
                </a:cubicBezTo>
                <a:cubicBezTo>
                  <a:pt x="405024" y="97435"/>
                  <a:pt x="397382" y="118450"/>
                  <a:pt x="382098" y="133734"/>
                </a:cubicBezTo>
                <a:cubicBezTo>
                  <a:pt x="376367" y="139466"/>
                  <a:pt x="376367" y="149018"/>
                  <a:pt x="382098" y="154750"/>
                </a:cubicBezTo>
                <a:cubicBezTo>
                  <a:pt x="382098" y="154750"/>
                  <a:pt x="382098" y="154750"/>
                  <a:pt x="382098" y="154750"/>
                </a:cubicBezTo>
                <a:cubicBezTo>
                  <a:pt x="393561" y="168123"/>
                  <a:pt x="401203" y="183407"/>
                  <a:pt x="401203" y="202512"/>
                </a:cubicBezTo>
                <a:lnTo>
                  <a:pt x="401203" y="334336"/>
                </a:lnTo>
                <a:close/>
                <a:moveTo>
                  <a:pt x="294216" y="177676"/>
                </a:moveTo>
                <a:cubicBezTo>
                  <a:pt x="286574" y="170034"/>
                  <a:pt x="275111" y="170034"/>
                  <a:pt x="267469" y="177676"/>
                </a:cubicBezTo>
                <a:lnTo>
                  <a:pt x="196781" y="246453"/>
                </a:lnTo>
                <a:cubicBezTo>
                  <a:pt x="189139" y="254095"/>
                  <a:pt x="189139" y="265558"/>
                  <a:pt x="196781" y="273200"/>
                </a:cubicBezTo>
                <a:lnTo>
                  <a:pt x="265558" y="343889"/>
                </a:lnTo>
                <a:cubicBezTo>
                  <a:pt x="269379" y="347710"/>
                  <a:pt x="273200" y="349620"/>
                  <a:pt x="278932" y="349620"/>
                </a:cubicBezTo>
                <a:lnTo>
                  <a:pt x="278932" y="349620"/>
                </a:lnTo>
                <a:cubicBezTo>
                  <a:pt x="284663" y="349620"/>
                  <a:pt x="288484" y="347710"/>
                  <a:pt x="292305" y="343889"/>
                </a:cubicBezTo>
                <a:lnTo>
                  <a:pt x="362993" y="273200"/>
                </a:lnTo>
                <a:cubicBezTo>
                  <a:pt x="370635" y="265558"/>
                  <a:pt x="370635" y="254095"/>
                  <a:pt x="362993" y="246453"/>
                </a:cubicBezTo>
                <a:cubicBezTo>
                  <a:pt x="362993" y="246453"/>
                  <a:pt x="362993" y="246453"/>
                  <a:pt x="362993" y="246453"/>
                </a:cubicBezTo>
                <a:lnTo>
                  <a:pt x="294216" y="177676"/>
                </a:lnTo>
                <a:close/>
                <a:moveTo>
                  <a:pt x="278932" y="330515"/>
                </a:moveTo>
                <a:lnTo>
                  <a:pt x="210154" y="259827"/>
                </a:lnTo>
                <a:lnTo>
                  <a:pt x="278932" y="191049"/>
                </a:lnTo>
                <a:lnTo>
                  <a:pt x="347710" y="261737"/>
                </a:lnTo>
                <a:lnTo>
                  <a:pt x="278932" y="33051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269" descr="Sandwich icon.">
            <a:extLst>
              <a:ext uri="{FF2B5EF4-FFF2-40B4-BE49-F238E27FC236}">
                <a16:creationId xmlns:a16="http://schemas.microsoft.com/office/drawing/2014/main" id="{6124F33B-A57C-4FBA-87C4-25FBFB0FFF47}"/>
              </a:ext>
            </a:extLst>
          </p:cNvPr>
          <p:cNvSpPr>
            <a:spLocks noChangeAspect="1"/>
          </p:cNvSpPr>
          <p:nvPr/>
        </p:nvSpPr>
        <p:spPr>
          <a:xfrm>
            <a:off x="9558443" y="2339593"/>
            <a:ext cx="420308" cy="418638"/>
          </a:xfrm>
          <a:custGeom>
            <a:avLst/>
            <a:gdLst>
              <a:gd name="connsiteX0" fmla="*/ 401203 w 420308"/>
              <a:gd name="connsiteY0" fmla="*/ 112960 h 418638"/>
              <a:gd name="connsiteX1" fmla="*/ 238811 w 420308"/>
              <a:gd name="connsiteY1" fmla="*/ 112960 h 418638"/>
              <a:gd name="connsiteX2" fmla="*/ 246453 w 420308"/>
              <a:gd name="connsiteY2" fmla="*/ 59466 h 418638"/>
              <a:gd name="connsiteX3" fmla="*/ 271290 w 420308"/>
              <a:gd name="connsiteY3" fmla="*/ 34630 h 418638"/>
              <a:gd name="connsiteX4" fmla="*/ 271290 w 420308"/>
              <a:gd name="connsiteY4" fmla="*/ 34630 h 418638"/>
              <a:gd name="connsiteX5" fmla="*/ 244543 w 420308"/>
              <a:gd name="connsiteY5" fmla="*/ 241 h 418638"/>
              <a:gd name="connsiteX6" fmla="*/ 212065 w 420308"/>
              <a:gd name="connsiteY6" fmla="*/ 25077 h 418638"/>
              <a:gd name="connsiteX7" fmla="*/ 227349 w 420308"/>
              <a:gd name="connsiteY7" fmla="*/ 55645 h 418638"/>
              <a:gd name="connsiteX8" fmla="*/ 219707 w 420308"/>
              <a:gd name="connsiteY8" fmla="*/ 112960 h 418638"/>
              <a:gd name="connsiteX9" fmla="*/ 19105 w 420308"/>
              <a:gd name="connsiteY9" fmla="*/ 112960 h 418638"/>
              <a:gd name="connsiteX10" fmla="*/ 0 w 420308"/>
              <a:gd name="connsiteY10" fmla="*/ 132065 h 418638"/>
              <a:gd name="connsiteX11" fmla="*/ 0 w 420308"/>
              <a:gd name="connsiteY11" fmla="*/ 189380 h 418638"/>
              <a:gd name="connsiteX12" fmla="*/ 19105 w 420308"/>
              <a:gd name="connsiteY12" fmla="*/ 208485 h 418638"/>
              <a:gd name="connsiteX13" fmla="*/ 401203 w 420308"/>
              <a:gd name="connsiteY13" fmla="*/ 208485 h 418638"/>
              <a:gd name="connsiteX14" fmla="*/ 420308 w 420308"/>
              <a:gd name="connsiteY14" fmla="*/ 189380 h 418638"/>
              <a:gd name="connsiteX15" fmla="*/ 420308 w 420308"/>
              <a:gd name="connsiteY15" fmla="*/ 132065 h 418638"/>
              <a:gd name="connsiteX16" fmla="*/ 401203 w 420308"/>
              <a:gd name="connsiteY16" fmla="*/ 112960 h 418638"/>
              <a:gd name="connsiteX17" fmla="*/ 242632 w 420308"/>
              <a:gd name="connsiteY17" fmla="*/ 17435 h 418638"/>
              <a:gd name="connsiteX18" fmla="*/ 242632 w 420308"/>
              <a:gd name="connsiteY18" fmla="*/ 17435 h 418638"/>
              <a:gd name="connsiteX19" fmla="*/ 254095 w 420308"/>
              <a:gd name="connsiteY19" fmla="*/ 30809 h 418638"/>
              <a:gd name="connsiteX20" fmla="*/ 250274 w 420308"/>
              <a:gd name="connsiteY20" fmla="*/ 38451 h 418638"/>
              <a:gd name="connsiteX21" fmla="*/ 242632 w 420308"/>
              <a:gd name="connsiteY21" fmla="*/ 40361 h 418638"/>
              <a:gd name="connsiteX22" fmla="*/ 233080 w 420308"/>
              <a:gd name="connsiteY22" fmla="*/ 26988 h 418638"/>
              <a:gd name="connsiteX23" fmla="*/ 242632 w 420308"/>
              <a:gd name="connsiteY23" fmla="*/ 17435 h 418638"/>
              <a:gd name="connsiteX24" fmla="*/ 401203 w 420308"/>
              <a:gd name="connsiteY24" fmla="*/ 189380 h 418638"/>
              <a:gd name="connsiteX25" fmla="*/ 19105 w 420308"/>
              <a:gd name="connsiteY25" fmla="*/ 189380 h 418638"/>
              <a:gd name="connsiteX26" fmla="*/ 19105 w 420308"/>
              <a:gd name="connsiteY26" fmla="*/ 132065 h 418638"/>
              <a:gd name="connsiteX27" fmla="*/ 89793 w 420308"/>
              <a:gd name="connsiteY27" fmla="*/ 132065 h 418638"/>
              <a:gd name="connsiteX28" fmla="*/ 89793 w 420308"/>
              <a:gd name="connsiteY28" fmla="*/ 166454 h 418638"/>
              <a:gd name="connsiteX29" fmla="*/ 108898 w 420308"/>
              <a:gd name="connsiteY29" fmla="*/ 166454 h 418638"/>
              <a:gd name="connsiteX30" fmla="*/ 108898 w 420308"/>
              <a:gd name="connsiteY30" fmla="*/ 132065 h 418638"/>
              <a:gd name="connsiteX31" fmla="*/ 200602 w 420308"/>
              <a:gd name="connsiteY31" fmla="*/ 132065 h 418638"/>
              <a:gd name="connsiteX32" fmla="*/ 200602 w 420308"/>
              <a:gd name="connsiteY32" fmla="*/ 166454 h 418638"/>
              <a:gd name="connsiteX33" fmla="*/ 219707 w 420308"/>
              <a:gd name="connsiteY33" fmla="*/ 166454 h 418638"/>
              <a:gd name="connsiteX34" fmla="*/ 219707 w 420308"/>
              <a:gd name="connsiteY34" fmla="*/ 132065 h 418638"/>
              <a:gd name="connsiteX35" fmla="*/ 311410 w 420308"/>
              <a:gd name="connsiteY35" fmla="*/ 132065 h 418638"/>
              <a:gd name="connsiteX36" fmla="*/ 311410 w 420308"/>
              <a:gd name="connsiteY36" fmla="*/ 166454 h 418638"/>
              <a:gd name="connsiteX37" fmla="*/ 330515 w 420308"/>
              <a:gd name="connsiteY37" fmla="*/ 166454 h 418638"/>
              <a:gd name="connsiteX38" fmla="*/ 330515 w 420308"/>
              <a:gd name="connsiteY38" fmla="*/ 132065 h 418638"/>
              <a:gd name="connsiteX39" fmla="*/ 401203 w 420308"/>
              <a:gd name="connsiteY39" fmla="*/ 132065 h 418638"/>
              <a:gd name="connsiteX40" fmla="*/ 401203 w 420308"/>
              <a:gd name="connsiteY40" fmla="*/ 189380 h 418638"/>
              <a:gd name="connsiteX41" fmla="*/ 401203 w 420308"/>
              <a:gd name="connsiteY41" fmla="*/ 323114 h 418638"/>
              <a:gd name="connsiteX42" fmla="*/ 19105 w 420308"/>
              <a:gd name="connsiteY42" fmla="*/ 323114 h 418638"/>
              <a:gd name="connsiteX43" fmla="*/ 0 w 420308"/>
              <a:gd name="connsiteY43" fmla="*/ 342219 h 418638"/>
              <a:gd name="connsiteX44" fmla="*/ 0 w 420308"/>
              <a:gd name="connsiteY44" fmla="*/ 399534 h 418638"/>
              <a:gd name="connsiteX45" fmla="*/ 19105 w 420308"/>
              <a:gd name="connsiteY45" fmla="*/ 418639 h 418638"/>
              <a:gd name="connsiteX46" fmla="*/ 401203 w 420308"/>
              <a:gd name="connsiteY46" fmla="*/ 418639 h 418638"/>
              <a:gd name="connsiteX47" fmla="*/ 420308 w 420308"/>
              <a:gd name="connsiteY47" fmla="*/ 399534 h 418638"/>
              <a:gd name="connsiteX48" fmla="*/ 420308 w 420308"/>
              <a:gd name="connsiteY48" fmla="*/ 342219 h 418638"/>
              <a:gd name="connsiteX49" fmla="*/ 401203 w 420308"/>
              <a:gd name="connsiteY49" fmla="*/ 323114 h 418638"/>
              <a:gd name="connsiteX50" fmla="*/ 401203 w 420308"/>
              <a:gd name="connsiteY50" fmla="*/ 399534 h 418638"/>
              <a:gd name="connsiteX51" fmla="*/ 19105 w 420308"/>
              <a:gd name="connsiteY51" fmla="*/ 399534 h 418638"/>
              <a:gd name="connsiteX52" fmla="*/ 19105 w 420308"/>
              <a:gd name="connsiteY52" fmla="*/ 342219 h 418638"/>
              <a:gd name="connsiteX53" fmla="*/ 401203 w 420308"/>
              <a:gd name="connsiteY53" fmla="*/ 342219 h 418638"/>
              <a:gd name="connsiteX54" fmla="*/ 401203 w 420308"/>
              <a:gd name="connsiteY54" fmla="*/ 399534 h 418638"/>
              <a:gd name="connsiteX55" fmla="*/ 9552 w 420308"/>
              <a:gd name="connsiteY55" fmla="*/ 227590 h 418638"/>
              <a:gd name="connsiteX56" fmla="*/ 410756 w 420308"/>
              <a:gd name="connsiteY56" fmla="*/ 227590 h 418638"/>
              <a:gd name="connsiteX57" fmla="*/ 410756 w 420308"/>
              <a:gd name="connsiteY57" fmla="*/ 246695 h 418638"/>
              <a:gd name="connsiteX58" fmla="*/ 9552 w 420308"/>
              <a:gd name="connsiteY58" fmla="*/ 246695 h 418638"/>
              <a:gd name="connsiteX59" fmla="*/ 9552 w 420308"/>
              <a:gd name="connsiteY59" fmla="*/ 227590 h 418638"/>
              <a:gd name="connsiteX60" fmla="*/ 9552 w 420308"/>
              <a:gd name="connsiteY60" fmla="*/ 302099 h 418638"/>
              <a:gd name="connsiteX61" fmla="*/ 21015 w 420308"/>
              <a:gd name="connsiteY61" fmla="*/ 302099 h 418638"/>
              <a:gd name="connsiteX62" fmla="*/ 43941 w 420308"/>
              <a:gd name="connsiteY62" fmla="*/ 288725 h 418638"/>
              <a:gd name="connsiteX63" fmla="*/ 61136 w 420308"/>
              <a:gd name="connsiteY63" fmla="*/ 288725 h 418638"/>
              <a:gd name="connsiteX64" fmla="*/ 84062 w 420308"/>
              <a:gd name="connsiteY64" fmla="*/ 302099 h 418638"/>
              <a:gd name="connsiteX65" fmla="*/ 84062 w 420308"/>
              <a:gd name="connsiteY65" fmla="*/ 302099 h 418638"/>
              <a:gd name="connsiteX66" fmla="*/ 106988 w 420308"/>
              <a:gd name="connsiteY66" fmla="*/ 288725 h 418638"/>
              <a:gd name="connsiteX67" fmla="*/ 124182 w 420308"/>
              <a:gd name="connsiteY67" fmla="*/ 288725 h 418638"/>
              <a:gd name="connsiteX68" fmla="*/ 147108 w 420308"/>
              <a:gd name="connsiteY68" fmla="*/ 302099 h 418638"/>
              <a:gd name="connsiteX69" fmla="*/ 170034 w 420308"/>
              <a:gd name="connsiteY69" fmla="*/ 288725 h 418638"/>
              <a:gd name="connsiteX70" fmla="*/ 187228 w 420308"/>
              <a:gd name="connsiteY70" fmla="*/ 288725 h 418638"/>
              <a:gd name="connsiteX71" fmla="*/ 210154 w 420308"/>
              <a:gd name="connsiteY71" fmla="*/ 302099 h 418638"/>
              <a:gd name="connsiteX72" fmla="*/ 210154 w 420308"/>
              <a:gd name="connsiteY72" fmla="*/ 302099 h 418638"/>
              <a:gd name="connsiteX73" fmla="*/ 233080 w 420308"/>
              <a:gd name="connsiteY73" fmla="*/ 288725 h 418638"/>
              <a:gd name="connsiteX74" fmla="*/ 250274 w 420308"/>
              <a:gd name="connsiteY74" fmla="*/ 288725 h 418638"/>
              <a:gd name="connsiteX75" fmla="*/ 273200 w 420308"/>
              <a:gd name="connsiteY75" fmla="*/ 302099 h 418638"/>
              <a:gd name="connsiteX76" fmla="*/ 296126 w 420308"/>
              <a:gd name="connsiteY76" fmla="*/ 288725 h 418638"/>
              <a:gd name="connsiteX77" fmla="*/ 313321 w 420308"/>
              <a:gd name="connsiteY77" fmla="*/ 288725 h 418638"/>
              <a:gd name="connsiteX78" fmla="*/ 336247 w 420308"/>
              <a:gd name="connsiteY78" fmla="*/ 302099 h 418638"/>
              <a:gd name="connsiteX79" fmla="*/ 336247 w 420308"/>
              <a:gd name="connsiteY79" fmla="*/ 302099 h 418638"/>
              <a:gd name="connsiteX80" fmla="*/ 359172 w 420308"/>
              <a:gd name="connsiteY80" fmla="*/ 288725 h 418638"/>
              <a:gd name="connsiteX81" fmla="*/ 376367 w 420308"/>
              <a:gd name="connsiteY81" fmla="*/ 288725 h 418638"/>
              <a:gd name="connsiteX82" fmla="*/ 399293 w 420308"/>
              <a:gd name="connsiteY82" fmla="*/ 302099 h 418638"/>
              <a:gd name="connsiteX83" fmla="*/ 408845 w 420308"/>
              <a:gd name="connsiteY83" fmla="*/ 302099 h 418638"/>
              <a:gd name="connsiteX84" fmla="*/ 408845 w 420308"/>
              <a:gd name="connsiteY84" fmla="*/ 282994 h 418638"/>
              <a:gd name="connsiteX85" fmla="*/ 399293 w 420308"/>
              <a:gd name="connsiteY85" fmla="*/ 282994 h 418638"/>
              <a:gd name="connsiteX86" fmla="*/ 389740 w 420308"/>
              <a:gd name="connsiteY86" fmla="*/ 275352 h 418638"/>
              <a:gd name="connsiteX87" fmla="*/ 366814 w 420308"/>
              <a:gd name="connsiteY87" fmla="*/ 261978 h 418638"/>
              <a:gd name="connsiteX88" fmla="*/ 343889 w 420308"/>
              <a:gd name="connsiteY88" fmla="*/ 275352 h 418638"/>
              <a:gd name="connsiteX89" fmla="*/ 326694 w 420308"/>
              <a:gd name="connsiteY89" fmla="*/ 275352 h 418638"/>
              <a:gd name="connsiteX90" fmla="*/ 303768 w 420308"/>
              <a:gd name="connsiteY90" fmla="*/ 261978 h 418638"/>
              <a:gd name="connsiteX91" fmla="*/ 280842 w 420308"/>
              <a:gd name="connsiteY91" fmla="*/ 275352 h 418638"/>
              <a:gd name="connsiteX92" fmla="*/ 263648 w 420308"/>
              <a:gd name="connsiteY92" fmla="*/ 275352 h 418638"/>
              <a:gd name="connsiteX93" fmla="*/ 240722 w 420308"/>
              <a:gd name="connsiteY93" fmla="*/ 261978 h 418638"/>
              <a:gd name="connsiteX94" fmla="*/ 217796 w 420308"/>
              <a:gd name="connsiteY94" fmla="*/ 275352 h 418638"/>
              <a:gd name="connsiteX95" fmla="*/ 200602 w 420308"/>
              <a:gd name="connsiteY95" fmla="*/ 275352 h 418638"/>
              <a:gd name="connsiteX96" fmla="*/ 177676 w 420308"/>
              <a:gd name="connsiteY96" fmla="*/ 261978 h 418638"/>
              <a:gd name="connsiteX97" fmla="*/ 154750 w 420308"/>
              <a:gd name="connsiteY97" fmla="*/ 275352 h 418638"/>
              <a:gd name="connsiteX98" fmla="*/ 137555 w 420308"/>
              <a:gd name="connsiteY98" fmla="*/ 275352 h 418638"/>
              <a:gd name="connsiteX99" fmla="*/ 114630 w 420308"/>
              <a:gd name="connsiteY99" fmla="*/ 261978 h 418638"/>
              <a:gd name="connsiteX100" fmla="*/ 91704 w 420308"/>
              <a:gd name="connsiteY100" fmla="*/ 275352 h 418638"/>
              <a:gd name="connsiteX101" fmla="*/ 74509 w 420308"/>
              <a:gd name="connsiteY101" fmla="*/ 275352 h 418638"/>
              <a:gd name="connsiteX102" fmla="*/ 51583 w 420308"/>
              <a:gd name="connsiteY102" fmla="*/ 261978 h 418638"/>
              <a:gd name="connsiteX103" fmla="*/ 28657 w 420308"/>
              <a:gd name="connsiteY103" fmla="*/ 275352 h 418638"/>
              <a:gd name="connsiteX104" fmla="*/ 19105 w 420308"/>
              <a:gd name="connsiteY104" fmla="*/ 282994 h 418638"/>
              <a:gd name="connsiteX105" fmla="*/ 9552 w 420308"/>
              <a:gd name="connsiteY105" fmla="*/ 282994 h 418638"/>
              <a:gd name="connsiteX106" fmla="*/ 9552 w 420308"/>
              <a:gd name="connsiteY106" fmla="*/ 302099 h 41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20308" h="418638">
                <a:moveTo>
                  <a:pt x="401203" y="112960"/>
                </a:moveTo>
                <a:lnTo>
                  <a:pt x="238811" y="112960"/>
                </a:lnTo>
                <a:lnTo>
                  <a:pt x="246453" y="59466"/>
                </a:lnTo>
                <a:cubicBezTo>
                  <a:pt x="259827" y="57556"/>
                  <a:pt x="269379" y="48003"/>
                  <a:pt x="271290" y="34630"/>
                </a:cubicBezTo>
                <a:lnTo>
                  <a:pt x="271290" y="34630"/>
                </a:lnTo>
                <a:cubicBezTo>
                  <a:pt x="273200" y="17435"/>
                  <a:pt x="261737" y="2152"/>
                  <a:pt x="244543" y="241"/>
                </a:cubicBezTo>
                <a:cubicBezTo>
                  <a:pt x="229259" y="-1669"/>
                  <a:pt x="213975" y="7883"/>
                  <a:pt x="212065" y="25077"/>
                </a:cubicBezTo>
                <a:cubicBezTo>
                  <a:pt x="210154" y="36540"/>
                  <a:pt x="215886" y="49914"/>
                  <a:pt x="227349" y="55645"/>
                </a:cubicBezTo>
                <a:lnTo>
                  <a:pt x="219707" y="112960"/>
                </a:lnTo>
                <a:lnTo>
                  <a:pt x="19105" y="112960"/>
                </a:lnTo>
                <a:cubicBezTo>
                  <a:pt x="7642" y="112960"/>
                  <a:pt x="0" y="120602"/>
                  <a:pt x="0" y="132065"/>
                </a:cubicBezTo>
                <a:lnTo>
                  <a:pt x="0" y="189380"/>
                </a:lnTo>
                <a:cubicBezTo>
                  <a:pt x="0" y="200843"/>
                  <a:pt x="7642" y="208485"/>
                  <a:pt x="19105" y="208485"/>
                </a:cubicBezTo>
                <a:lnTo>
                  <a:pt x="401203" y="208485"/>
                </a:lnTo>
                <a:cubicBezTo>
                  <a:pt x="412666" y="208485"/>
                  <a:pt x="420308" y="200843"/>
                  <a:pt x="420308" y="189380"/>
                </a:cubicBezTo>
                <a:lnTo>
                  <a:pt x="420308" y="132065"/>
                </a:lnTo>
                <a:cubicBezTo>
                  <a:pt x="420308" y="120602"/>
                  <a:pt x="412666" y="112960"/>
                  <a:pt x="401203" y="112960"/>
                </a:cubicBezTo>
                <a:close/>
                <a:moveTo>
                  <a:pt x="242632" y="17435"/>
                </a:moveTo>
                <a:lnTo>
                  <a:pt x="242632" y="17435"/>
                </a:lnTo>
                <a:cubicBezTo>
                  <a:pt x="250274" y="19346"/>
                  <a:pt x="254095" y="25077"/>
                  <a:pt x="254095" y="30809"/>
                </a:cubicBezTo>
                <a:cubicBezTo>
                  <a:pt x="254095" y="34630"/>
                  <a:pt x="252185" y="36540"/>
                  <a:pt x="250274" y="38451"/>
                </a:cubicBezTo>
                <a:cubicBezTo>
                  <a:pt x="248364" y="40361"/>
                  <a:pt x="244543" y="40361"/>
                  <a:pt x="242632" y="40361"/>
                </a:cubicBezTo>
                <a:cubicBezTo>
                  <a:pt x="236901" y="38451"/>
                  <a:pt x="231170" y="32719"/>
                  <a:pt x="233080" y="26988"/>
                </a:cubicBezTo>
                <a:cubicBezTo>
                  <a:pt x="231170" y="21256"/>
                  <a:pt x="236901" y="17435"/>
                  <a:pt x="242632" y="17435"/>
                </a:cubicBezTo>
                <a:close/>
                <a:moveTo>
                  <a:pt x="401203" y="189380"/>
                </a:moveTo>
                <a:lnTo>
                  <a:pt x="19105" y="189380"/>
                </a:lnTo>
                <a:lnTo>
                  <a:pt x="19105" y="132065"/>
                </a:lnTo>
                <a:lnTo>
                  <a:pt x="89793" y="132065"/>
                </a:lnTo>
                <a:lnTo>
                  <a:pt x="89793" y="166454"/>
                </a:lnTo>
                <a:lnTo>
                  <a:pt x="108898" y="166454"/>
                </a:lnTo>
                <a:lnTo>
                  <a:pt x="108898" y="132065"/>
                </a:lnTo>
                <a:lnTo>
                  <a:pt x="200602" y="132065"/>
                </a:lnTo>
                <a:lnTo>
                  <a:pt x="200602" y="166454"/>
                </a:lnTo>
                <a:lnTo>
                  <a:pt x="219707" y="166454"/>
                </a:lnTo>
                <a:lnTo>
                  <a:pt x="219707" y="132065"/>
                </a:lnTo>
                <a:lnTo>
                  <a:pt x="311410" y="132065"/>
                </a:lnTo>
                <a:lnTo>
                  <a:pt x="311410" y="166454"/>
                </a:lnTo>
                <a:lnTo>
                  <a:pt x="330515" y="166454"/>
                </a:lnTo>
                <a:lnTo>
                  <a:pt x="330515" y="132065"/>
                </a:lnTo>
                <a:lnTo>
                  <a:pt x="401203" y="132065"/>
                </a:lnTo>
                <a:lnTo>
                  <a:pt x="401203" y="189380"/>
                </a:lnTo>
                <a:close/>
                <a:moveTo>
                  <a:pt x="401203" y="323114"/>
                </a:moveTo>
                <a:lnTo>
                  <a:pt x="19105" y="323114"/>
                </a:lnTo>
                <a:cubicBezTo>
                  <a:pt x="7642" y="323114"/>
                  <a:pt x="0" y="330756"/>
                  <a:pt x="0" y="342219"/>
                </a:cubicBezTo>
                <a:lnTo>
                  <a:pt x="0" y="399534"/>
                </a:lnTo>
                <a:cubicBezTo>
                  <a:pt x="0" y="410997"/>
                  <a:pt x="7642" y="418639"/>
                  <a:pt x="19105" y="418639"/>
                </a:cubicBezTo>
                <a:lnTo>
                  <a:pt x="401203" y="418639"/>
                </a:lnTo>
                <a:cubicBezTo>
                  <a:pt x="412666" y="418639"/>
                  <a:pt x="420308" y="410997"/>
                  <a:pt x="420308" y="399534"/>
                </a:cubicBezTo>
                <a:lnTo>
                  <a:pt x="420308" y="342219"/>
                </a:lnTo>
                <a:cubicBezTo>
                  <a:pt x="420308" y="330756"/>
                  <a:pt x="412666" y="323114"/>
                  <a:pt x="401203" y="323114"/>
                </a:cubicBezTo>
                <a:close/>
                <a:moveTo>
                  <a:pt x="401203" y="399534"/>
                </a:moveTo>
                <a:lnTo>
                  <a:pt x="19105" y="399534"/>
                </a:lnTo>
                <a:lnTo>
                  <a:pt x="19105" y="342219"/>
                </a:lnTo>
                <a:lnTo>
                  <a:pt x="401203" y="342219"/>
                </a:lnTo>
                <a:lnTo>
                  <a:pt x="401203" y="399534"/>
                </a:lnTo>
                <a:close/>
                <a:moveTo>
                  <a:pt x="9552" y="227590"/>
                </a:moveTo>
                <a:lnTo>
                  <a:pt x="410756" y="227590"/>
                </a:lnTo>
                <a:lnTo>
                  <a:pt x="410756" y="246695"/>
                </a:lnTo>
                <a:lnTo>
                  <a:pt x="9552" y="246695"/>
                </a:lnTo>
                <a:lnTo>
                  <a:pt x="9552" y="227590"/>
                </a:lnTo>
                <a:close/>
                <a:moveTo>
                  <a:pt x="9552" y="302099"/>
                </a:moveTo>
                <a:lnTo>
                  <a:pt x="21015" y="302099"/>
                </a:lnTo>
                <a:cubicBezTo>
                  <a:pt x="30568" y="302099"/>
                  <a:pt x="38210" y="296367"/>
                  <a:pt x="43941" y="288725"/>
                </a:cubicBezTo>
                <a:cubicBezTo>
                  <a:pt x="51583" y="279173"/>
                  <a:pt x="53494" y="279173"/>
                  <a:pt x="61136" y="288725"/>
                </a:cubicBezTo>
                <a:cubicBezTo>
                  <a:pt x="66867" y="296367"/>
                  <a:pt x="74509" y="302099"/>
                  <a:pt x="84062" y="302099"/>
                </a:cubicBezTo>
                <a:lnTo>
                  <a:pt x="84062" y="302099"/>
                </a:lnTo>
                <a:cubicBezTo>
                  <a:pt x="93614" y="302099"/>
                  <a:pt x="101256" y="296367"/>
                  <a:pt x="106988" y="288725"/>
                </a:cubicBezTo>
                <a:cubicBezTo>
                  <a:pt x="114630" y="279173"/>
                  <a:pt x="116540" y="279173"/>
                  <a:pt x="124182" y="288725"/>
                </a:cubicBezTo>
                <a:cubicBezTo>
                  <a:pt x="129913" y="296367"/>
                  <a:pt x="137555" y="302099"/>
                  <a:pt x="147108" y="302099"/>
                </a:cubicBezTo>
                <a:cubicBezTo>
                  <a:pt x="156660" y="302099"/>
                  <a:pt x="164302" y="296367"/>
                  <a:pt x="170034" y="288725"/>
                </a:cubicBezTo>
                <a:cubicBezTo>
                  <a:pt x="177676" y="279173"/>
                  <a:pt x="179586" y="279173"/>
                  <a:pt x="187228" y="288725"/>
                </a:cubicBezTo>
                <a:cubicBezTo>
                  <a:pt x="192960" y="296367"/>
                  <a:pt x="200602" y="302099"/>
                  <a:pt x="210154" y="302099"/>
                </a:cubicBezTo>
                <a:lnTo>
                  <a:pt x="210154" y="302099"/>
                </a:lnTo>
                <a:cubicBezTo>
                  <a:pt x="219707" y="302099"/>
                  <a:pt x="227349" y="296367"/>
                  <a:pt x="233080" y="288725"/>
                </a:cubicBezTo>
                <a:cubicBezTo>
                  <a:pt x="240722" y="279173"/>
                  <a:pt x="242632" y="279173"/>
                  <a:pt x="250274" y="288725"/>
                </a:cubicBezTo>
                <a:cubicBezTo>
                  <a:pt x="256006" y="296367"/>
                  <a:pt x="263648" y="302099"/>
                  <a:pt x="273200" y="302099"/>
                </a:cubicBezTo>
                <a:cubicBezTo>
                  <a:pt x="282753" y="302099"/>
                  <a:pt x="290395" y="296367"/>
                  <a:pt x="296126" y="288725"/>
                </a:cubicBezTo>
                <a:cubicBezTo>
                  <a:pt x="303768" y="279173"/>
                  <a:pt x="305679" y="279173"/>
                  <a:pt x="313321" y="288725"/>
                </a:cubicBezTo>
                <a:cubicBezTo>
                  <a:pt x="319052" y="296367"/>
                  <a:pt x="326694" y="302099"/>
                  <a:pt x="336247" y="302099"/>
                </a:cubicBezTo>
                <a:lnTo>
                  <a:pt x="336247" y="302099"/>
                </a:lnTo>
                <a:cubicBezTo>
                  <a:pt x="345799" y="302099"/>
                  <a:pt x="353441" y="296367"/>
                  <a:pt x="359172" y="288725"/>
                </a:cubicBezTo>
                <a:cubicBezTo>
                  <a:pt x="366814" y="279173"/>
                  <a:pt x="368725" y="279173"/>
                  <a:pt x="376367" y="288725"/>
                </a:cubicBezTo>
                <a:cubicBezTo>
                  <a:pt x="382098" y="296367"/>
                  <a:pt x="389740" y="302099"/>
                  <a:pt x="399293" y="302099"/>
                </a:cubicBezTo>
                <a:lnTo>
                  <a:pt x="408845" y="302099"/>
                </a:lnTo>
                <a:lnTo>
                  <a:pt x="408845" y="282994"/>
                </a:lnTo>
                <a:lnTo>
                  <a:pt x="399293" y="282994"/>
                </a:lnTo>
                <a:cubicBezTo>
                  <a:pt x="397382" y="282994"/>
                  <a:pt x="395472" y="281083"/>
                  <a:pt x="389740" y="275352"/>
                </a:cubicBezTo>
                <a:cubicBezTo>
                  <a:pt x="384009" y="267710"/>
                  <a:pt x="376367" y="261978"/>
                  <a:pt x="366814" y="261978"/>
                </a:cubicBezTo>
                <a:cubicBezTo>
                  <a:pt x="357262" y="261978"/>
                  <a:pt x="349620" y="267710"/>
                  <a:pt x="343889" y="275352"/>
                </a:cubicBezTo>
                <a:cubicBezTo>
                  <a:pt x="336247" y="284904"/>
                  <a:pt x="334336" y="284904"/>
                  <a:pt x="326694" y="275352"/>
                </a:cubicBezTo>
                <a:cubicBezTo>
                  <a:pt x="320963" y="267710"/>
                  <a:pt x="313321" y="261978"/>
                  <a:pt x="303768" y="261978"/>
                </a:cubicBezTo>
                <a:cubicBezTo>
                  <a:pt x="294216" y="261978"/>
                  <a:pt x="286574" y="267710"/>
                  <a:pt x="280842" y="275352"/>
                </a:cubicBezTo>
                <a:cubicBezTo>
                  <a:pt x="273200" y="284904"/>
                  <a:pt x="271290" y="284904"/>
                  <a:pt x="263648" y="275352"/>
                </a:cubicBezTo>
                <a:cubicBezTo>
                  <a:pt x="257916" y="267710"/>
                  <a:pt x="250274" y="261978"/>
                  <a:pt x="240722" y="261978"/>
                </a:cubicBezTo>
                <a:cubicBezTo>
                  <a:pt x="231170" y="261978"/>
                  <a:pt x="223528" y="267710"/>
                  <a:pt x="217796" y="275352"/>
                </a:cubicBezTo>
                <a:cubicBezTo>
                  <a:pt x="210154" y="284904"/>
                  <a:pt x="208244" y="284904"/>
                  <a:pt x="200602" y="275352"/>
                </a:cubicBezTo>
                <a:cubicBezTo>
                  <a:pt x="194870" y="267710"/>
                  <a:pt x="187228" y="261978"/>
                  <a:pt x="177676" y="261978"/>
                </a:cubicBezTo>
                <a:cubicBezTo>
                  <a:pt x="168123" y="261978"/>
                  <a:pt x="160481" y="267710"/>
                  <a:pt x="154750" y="275352"/>
                </a:cubicBezTo>
                <a:cubicBezTo>
                  <a:pt x="147108" y="284904"/>
                  <a:pt x="145197" y="284904"/>
                  <a:pt x="137555" y="275352"/>
                </a:cubicBezTo>
                <a:cubicBezTo>
                  <a:pt x="131824" y="267710"/>
                  <a:pt x="124182" y="261978"/>
                  <a:pt x="114630" y="261978"/>
                </a:cubicBezTo>
                <a:cubicBezTo>
                  <a:pt x="105077" y="261978"/>
                  <a:pt x="97435" y="267710"/>
                  <a:pt x="91704" y="275352"/>
                </a:cubicBezTo>
                <a:cubicBezTo>
                  <a:pt x="84062" y="284904"/>
                  <a:pt x="82151" y="284904"/>
                  <a:pt x="74509" y="275352"/>
                </a:cubicBezTo>
                <a:cubicBezTo>
                  <a:pt x="68778" y="267710"/>
                  <a:pt x="61136" y="261978"/>
                  <a:pt x="51583" y="261978"/>
                </a:cubicBezTo>
                <a:cubicBezTo>
                  <a:pt x="42031" y="261978"/>
                  <a:pt x="34389" y="267710"/>
                  <a:pt x="28657" y="275352"/>
                </a:cubicBezTo>
                <a:cubicBezTo>
                  <a:pt x="24836" y="279173"/>
                  <a:pt x="22926" y="282994"/>
                  <a:pt x="19105" y="282994"/>
                </a:cubicBezTo>
                <a:lnTo>
                  <a:pt x="9552" y="282994"/>
                </a:lnTo>
                <a:lnTo>
                  <a:pt x="9552" y="30209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Graphic 21" descr="Noodles icon.">
            <a:extLst>
              <a:ext uri="{FF2B5EF4-FFF2-40B4-BE49-F238E27FC236}">
                <a16:creationId xmlns:a16="http://schemas.microsoft.com/office/drawing/2014/main" id="{49E1486A-A6CB-4D52-AA88-DC71827DC7DF}"/>
              </a:ext>
            </a:extLst>
          </p:cNvPr>
          <p:cNvSpPr/>
          <p:nvPr/>
        </p:nvSpPr>
        <p:spPr>
          <a:xfrm>
            <a:off x="10797479" y="2378412"/>
            <a:ext cx="416245" cy="425701"/>
          </a:xfrm>
          <a:custGeom>
            <a:avLst/>
            <a:gdLst>
              <a:gd name="connsiteX0" fmla="*/ 254740 w 416245"/>
              <a:gd name="connsiteY0" fmla="*/ 66002 h 425701"/>
              <a:gd name="connsiteX1" fmla="*/ 293320 w 416245"/>
              <a:gd name="connsiteY1" fmla="*/ 66002 h 425701"/>
              <a:gd name="connsiteX2" fmla="*/ 312232 w 416245"/>
              <a:gd name="connsiteY2" fmla="*/ 84913 h 425701"/>
              <a:gd name="connsiteX3" fmla="*/ 312232 w 416245"/>
              <a:gd name="connsiteY3" fmla="*/ 84913 h 425701"/>
              <a:gd name="connsiteX4" fmla="*/ 416246 w 416245"/>
              <a:gd name="connsiteY4" fmla="*/ 84535 h 425701"/>
              <a:gd name="connsiteX5" fmla="*/ 416246 w 416245"/>
              <a:gd name="connsiteY5" fmla="*/ 65623 h 425701"/>
              <a:gd name="connsiteX6" fmla="*/ 312043 w 416245"/>
              <a:gd name="connsiteY6" fmla="*/ 66002 h 425701"/>
              <a:gd name="connsiteX7" fmla="*/ 312043 w 416245"/>
              <a:gd name="connsiteY7" fmla="*/ 47657 h 425701"/>
              <a:gd name="connsiteX8" fmla="*/ 416246 w 416245"/>
              <a:gd name="connsiteY8" fmla="*/ 46901 h 425701"/>
              <a:gd name="connsiteX9" fmla="*/ 416246 w 416245"/>
              <a:gd name="connsiteY9" fmla="*/ 28178 h 425701"/>
              <a:gd name="connsiteX10" fmla="*/ 311853 w 416245"/>
              <a:gd name="connsiteY10" fmla="*/ 28935 h 425701"/>
              <a:gd name="connsiteX11" fmla="*/ 298426 w 416245"/>
              <a:gd name="connsiteY11" fmla="*/ 34608 h 425701"/>
              <a:gd name="connsiteX12" fmla="*/ 293131 w 416245"/>
              <a:gd name="connsiteY12" fmla="*/ 47279 h 425701"/>
              <a:gd name="connsiteX13" fmla="*/ 253984 w 416245"/>
              <a:gd name="connsiteY13" fmla="*/ 47279 h 425701"/>
              <a:gd name="connsiteX14" fmla="*/ 225994 w 416245"/>
              <a:gd name="connsiteY14" fmla="*/ 12860 h 425701"/>
              <a:gd name="connsiteX15" fmla="*/ 221645 w 416245"/>
              <a:gd name="connsiteY15" fmla="*/ 5295 h 425701"/>
              <a:gd name="connsiteX16" fmla="*/ 208217 w 416245"/>
              <a:gd name="connsiteY16" fmla="*/ 0 h 425701"/>
              <a:gd name="connsiteX17" fmla="*/ 142027 w 416245"/>
              <a:gd name="connsiteY17" fmla="*/ 0 h 425701"/>
              <a:gd name="connsiteX18" fmla="*/ 126141 w 416245"/>
              <a:gd name="connsiteY18" fmla="*/ 9456 h 425701"/>
              <a:gd name="connsiteX19" fmla="*/ 104203 w 416245"/>
              <a:gd name="connsiteY19" fmla="*/ 9456 h 425701"/>
              <a:gd name="connsiteX20" fmla="*/ 104203 w 416245"/>
              <a:gd name="connsiteY20" fmla="*/ 28368 h 425701"/>
              <a:gd name="connsiteX21" fmla="*/ 123115 w 416245"/>
              <a:gd name="connsiteY21" fmla="*/ 28368 h 425701"/>
              <a:gd name="connsiteX22" fmla="*/ 123115 w 416245"/>
              <a:gd name="connsiteY22" fmla="*/ 47279 h 425701"/>
              <a:gd name="connsiteX23" fmla="*/ 104203 w 416245"/>
              <a:gd name="connsiteY23" fmla="*/ 47279 h 425701"/>
              <a:gd name="connsiteX24" fmla="*/ 104203 w 416245"/>
              <a:gd name="connsiteY24" fmla="*/ 66191 h 425701"/>
              <a:gd name="connsiteX25" fmla="*/ 123115 w 416245"/>
              <a:gd name="connsiteY25" fmla="*/ 66191 h 425701"/>
              <a:gd name="connsiteX26" fmla="*/ 123115 w 416245"/>
              <a:gd name="connsiteY26" fmla="*/ 85292 h 425701"/>
              <a:gd name="connsiteX27" fmla="*/ 104203 w 416245"/>
              <a:gd name="connsiteY27" fmla="*/ 85292 h 425701"/>
              <a:gd name="connsiteX28" fmla="*/ 104203 w 416245"/>
              <a:gd name="connsiteY28" fmla="*/ 104014 h 425701"/>
              <a:gd name="connsiteX29" fmla="*/ 125952 w 416245"/>
              <a:gd name="connsiteY29" fmla="*/ 104014 h 425701"/>
              <a:gd name="connsiteX30" fmla="*/ 141837 w 416245"/>
              <a:gd name="connsiteY30" fmla="*/ 113470 h 425701"/>
              <a:gd name="connsiteX31" fmla="*/ 151104 w 416245"/>
              <a:gd name="connsiteY31" fmla="*/ 113470 h 425701"/>
              <a:gd name="connsiteX32" fmla="*/ 151104 w 416245"/>
              <a:gd name="connsiteY32" fmla="*/ 122926 h 425701"/>
              <a:gd name="connsiteX33" fmla="*/ 170016 w 416245"/>
              <a:gd name="connsiteY33" fmla="*/ 122926 h 425701"/>
              <a:gd name="connsiteX34" fmla="*/ 170016 w 416245"/>
              <a:gd name="connsiteY34" fmla="*/ 113470 h 425701"/>
              <a:gd name="connsiteX35" fmla="*/ 179661 w 416245"/>
              <a:gd name="connsiteY35" fmla="*/ 113470 h 425701"/>
              <a:gd name="connsiteX36" fmla="*/ 179661 w 416245"/>
              <a:gd name="connsiteY36" fmla="*/ 132382 h 425701"/>
              <a:gd name="connsiteX37" fmla="*/ 198572 w 416245"/>
              <a:gd name="connsiteY37" fmla="*/ 132382 h 425701"/>
              <a:gd name="connsiteX38" fmla="*/ 198572 w 416245"/>
              <a:gd name="connsiteY38" fmla="*/ 113470 h 425701"/>
              <a:gd name="connsiteX39" fmla="*/ 208028 w 416245"/>
              <a:gd name="connsiteY39" fmla="*/ 113470 h 425701"/>
              <a:gd name="connsiteX40" fmla="*/ 208028 w 416245"/>
              <a:gd name="connsiteY40" fmla="*/ 163019 h 425701"/>
              <a:gd name="connsiteX41" fmla="*/ 189117 w 416245"/>
              <a:gd name="connsiteY41" fmla="*/ 160749 h 425701"/>
              <a:gd name="connsiteX42" fmla="*/ 144107 w 416245"/>
              <a:gd name="connsiteY42" fmla="*/ 173609 h 425701"/>
              <a:gd name="connsiteX43" fmla="*/ 99475 w 416245"/>
              <a:gd name="connsiteY43" fmla="*/ 160938 h 425701"/>
              <a:gd name="connsiteX44" fmla="*/ 19290 w 416245"/>
              <a:gd name="connsiteY44" fmla="*/ 217673 h 425701"/>
              <a:gd name="connsiteX45" fmla="*/ 0 w 416245"/>
              <a:gd name="connsiteY45" fmla="*/ 234505 h 425701"/>
              <a:gd name="connsiteX46" fmla="*/ 0 w 416245"/>
              <a:gd name="connsiteY46" fmla="*/ 245284 h 425701"/>
              <a:gd name="connsiteX47" fmla="*/ 100421 w 416245"/>
              <a:gd name="connsiteY47" fmla="*/ 371236 h 425701"/>
              <a:gd name="connsiteX48" fmla="*/ 102501 w 416245"/>
              <a:gd name="connsiteY48" fmla="*/ 371993 h 425701"/>
              <a:gd name="connsiteX49" fmla="*/ 96828 w 416245"/>
              <a:gd name="connsiteY49" fmla="*/ 403386 h 425701"/>
              <a:gd name="connsiteX50" fmla="*/ 100988 w 416245"/>
              <a:gd name="connsiteY50" fmla="*/ 418893 h 425701"/>
              <a:gd name="connsiteX51" fmla="*/ 115550 w 416245"/>
              <a:gd name="connsiteY51" fmla="*/ 425702 h 425701"/>
              <a:gd name="connsiteX52" fmla="*/ 263061 w 416245"/>
              <a:gd name="connsiteY52" fmla="*/ 425702 h 425701"/>
              <a:gd name="connsiteX53" fmla="*/ 277623 w 416245"/>
              <a:gd name="connsiteY53" fmla="*/ 418893 h 425701"/>
              <a:gd name="connsiteX54" fmla="*/ 281595 w 416245"/>
              <a:gd name="connsiteY54" fmla="*/ 403197 h 425701"/>
              <a:gd name="connsiteX55" fmla="*/ 275732 w 416245"/>
              <a:gd name="connsiteY55" fmla="*/ 372560 h 425701"/>
              <a:gd name="connsiteX56" fmla="*/ 339654 w 416245"/>
              <a:gd name="connsiteY56" fmla="*/ 333791 h 425701"/>
              <a:gd name="connsiteX57" fmla="*/ 378422 w 416245"/>
              <a:gd name="connsiteY57" fmla="*/ 249823 h 425701"/>
              <a:gd name="connsiteX58" fmla="*/ 378422 w 416245"/>
              <a:gd name="connsiteY58" fmla="*/ 234694 h 425701"/>
              <a:gd name="connsiteX59" fmla="*/ 359133 w 416245"/>
              <a:gd name="connsiteY59" fmla="*/ 217862 h 425701"/>
              <a:gd name="connsiteX60" fmla="*/ 278947 w 416245"/>
              <a:gd name="connsiteY60" fmla="*/ 160938 h 425701"/>
              <a:gd name="connsiteX61" fmla="*/ 234126 w 416245"/>
              <a:gd name="connsiteY61" fmla="*/ 173798 h 425701"/>
              <a:gd name="connsiteX62" fmla="*/ 227129 w 416245"/>
              <a:gd name="connsiteY62" fmla="*/ 169827 h 425701"/>
              <a:gd name="connsiteX63" fmla="*/ 227129 w 416245"/>
              <a:gd name="connsiteY63" fmla="*/ 100988 h 425701"/>
              <a:gd name="connsiteX64" fmla="*/ 254551 w 416245"/>
              <a:gd name="connsiteY64" fmla="*/ 66191 h 425701"/>
              <a:gd name="connsiteX65" fmla="*/ 227318 w 416245"/>
              <a:gd name="connsiteY65" fmla="*/ 35743 h 425701"/>
              <a:gd name="connsiteX66" fmla="*/ 236396 w 416245"/>
              <a:gd name="connsiteY66" fmla="*/ 57302 h 425701"/>
              <a:gd name="connsiteX67" fmla="*/ 227318 w 416245"/>
              <a:gd name="connsiteY67" fmla="*/ 79051 h 425701"/>
              <a:gd name="connsiteX68" fmla="*/ 227318 w 416245"/>
              <a:gd name="connsiteY68" fmla="*/ 35743 h 425701"/>
              <a:gd name="connsiteX69" fmla="*/ 151482 w 416245"/>
              <a:gd name="connsiteY69" fmla="*/ 94180 h 425701"/>
              <a:gd name="connsiteX70" fmla="*/ 142405 w 416245"/>
              <a:gd name="connsiteY70" fmla="*/ 94180 h 425701"/>
              <a:gd name="connsiteX71" fmla="*/ 142405 w 416245"/>
              <a:gd name="connsiteY71" fmla="*/ 18723 h 425701"/>
              <a:gd name="connsiteX72" fmla="*/ 151482 w 416245"/>
              <a:gd name="connsiteY72" fmla="*/ 18723 h 425701"/>
              <a:gd name="connsiteX73" fmla="*/ 151482 w 416245"/>
              <a:gd name="connsiteY73" fmla="*/ 94369 h 425701"/>
              <a:gd name="connsiteX74" fmla="*/ 170394 w 416245"/>
              <a:gd name="connsiteY74" fmla="*/ 94180 h 425701"/>
              <a:gd name="connsiteX75" fmla="*/ 170394 w 416245"/>
              <a:gd name="connsiteY75" fmla="*/ 18723 h 425701"/>
              <a:gd name="connsiteX76" fmla="*/ 179850 w 416245"/>
              <a:gd name="connsiteY76" fmla="*/ 18723 h 425701"/>
              <a:gd name="connsiteX77" fmla="*/ 179850 w 416245"/>
              <a:gd name="connsiteY77" fmla="*/ 94369 h 425701"/>
              <a:gd name="connsiteX78" fmla="*/ 170394 w 416245"/>
              <a:gd name="connsiteY78" fmla="*/ 94369 h 425701"/>
              <a:gd name="connsiteX79" fmla="*/ 198951 w 416245"/>
              <a:gd name="connsiteY79" fmla="*/ 94180 h 425701"/>
              <a:gd name="connsiteX80" fmla="*/ 198951 w 416245"/>
              <a:gd name="connsiteY80" fmla="*/ 18723 h 425701"/>
              <a:gd name="connsiteX81" fmla="*/ 208407 w 416245"/>
              <a:gd name="connsiteY81" fmla="*/ 18723 h 425701"/>
              <a:gd name="connsiteX82" fmla="*/ 208407 w 416245"/>
              <a:gd name="connsiteY82" fmla="*/ 94369 h 425701"/>
              <a:gd name="connsiteX83" fmla="*/ 198951 w 416245"/>
              <a:gd name="connsiteY83" fmla="*/ 94369 h 425701"/>
              <a:gd name="connsiteX84" fmla="*/ 99854 w 416245"/>
              <a:gd name="connsiteY84" fmla="*/ 179472 h 425701"/>
              <a:gd name="connsiteX85" fmla="*/ 128599 w 416245"/>
              <a:gd name="connsiteY85" fmla="*/ 185902 h 425701"/>
              <a:gd name="connsiteX86" fmla="*/ 121791 w 416245"/>
              <a:gd name="connsiteY86" fmla="*/ 194034 h 425701"/>
              <a:gd name="connsiteX87" fmla="*/ 99854 w 416245"/>
              <a:gd name="connsiteY87" fmla="*/ 189306 h 425701"/>
              <a:gd name="connsiteX88" fmla="*/ 50872 w 416245"/>
              <a:gd name="connsiteY88" fmla="*/ 217106 h 425701"/>
              <a:gd name="connsiteX89" fmla="*/ 40093 w 416245"/>
              <a:gd name="connsiteY89" fmla="*/ 217106 h 425701"/>
              <a:gd name="connsiteX90" fmla="*/ 100043 w 416245"/>
              <a:gd name="connsiteY90" fmla="*/ 179472 h 425701"/>
              <a:gd name="connsiteX91" fmla="*/ 111768 w 416245"/>
              <a:gd name="connsiteY91" fmla="*/ 210298 h 425701"/>
              <a:gd name="connsiteX92" fmla="*/ 109309 w 416245"/>
              <a:gd name="connsiteY92" fmla="*/ 217106 h 425701"/>
              <a:gd name="connsiteX93" fmla="*/ 75647 w 416245"/>
              <a:gd name="connsiteY93" fmla="*/ 217106 h 425701"/>
              <a:gd name="connsiteX94" fmla="*/ 99854 w 416245"/>
              <a:gd name="connsiteY94" fmla="*/ 208217 h 425701"/>
              <a:gd name="connsiteX95" fmla="*/ 111768 w 416245"/>
              <a:gd name="connsiteY95" fmla="*/ 210298 h 425701"/>
              <a:gd name="connsiteX96" fmla="*/ 263250 w 416245"/>
              <a:gd name="connsiteY96" fmla="*/ 406223 h 425701"/>
              <a:gd name="connsiteX97" fmla="*/ 115739 w 416245"/>
              <a:gd name="connsiteY97" fmla="*/ 406223 h 425701"/>
              <a:gd name="connsiteX98" fmla="*/ 121035 w 416245"/>
              <a:gd name="connsiteY98" fmla="*/ 377666 h 425701"/>
              <a:gd name="connsiteX99" fmla="*/ 177202 w 416245"/>
              <a:gd name="connsiteY99" fmla="*/ 386933 h 425701"/>
              <a:gd name="connsiteX100" fmla="*/ 189495 w 416245"/>
              <a:gd name="connsiteY100" fmla="*/ 387311 h 425701"/>
              <a:gd name="connsiteX101" fmla="*/ 257955 w 416245"/>
              <a:gd name="connsiteY101" fmla="*/ 377855 h 425701"/>
              <a:gd name="connsiteX102" fmla="*/ 263440 w 416245"/>
              <a:gd name="connsiteY102" fmla="*/ 406223 h 425701"/>
              <a:gd name="connsiteX103" fmla="*/ 359700 w 416245"/>
              <a:gd name="connsiteY103" fmla="*/ 236207 h 425701"/>
              <a:gd name="connsiteX104" fmla="*/ 359700 w 416245"/>
              <a:gd name="connsiteY104" fmla="*/ 249256 h 425701"/>
              <a:gd name="connsiteX105" fmla="*/ 326794 w 416245"/>
              <a:gd name="connsiteY105" fmla="*/ 319418 h 425701"/>
              <a:gd name="connsiteX106" fmla="*/ 177959 w 416245"/>
              <a:gd name="connsiteY106" fmla="*/ 368021 h 425701"/>
              <a:gd name="connsiteX107" fmla="*/ 107797 w 416245"/>
              <a:gd name="connsiteY107" fmla="*/ 353081 h 425701"/>
              <a:gd name="connsiteX108" fmla="*/ 19290 w 416245"/>
              <a:gd name="connsiteY108" fmla="*/ 244717 h 425701"/>
              <a:gd name="connsiteX109" fmla="*/ 19290 w 416245"/>
              <a:gd name="connsiteY109" fmla="*/ 236018 h 425701"/>
              <a:gd name="connsiteX110" fmla="*/ 20425 w 416245"/>
              <a:gd name="connsiteY110" fmla="*/ 236018 h 425701"/>
              <a:gd name="connsiteX111" fmla="*/ 358565 w 416245"/>
              <a:gd name="connsiteY111" fmla="*/ 236018 h 425701"/>
              <a:gd name="connsiteX112" fmla="*/ 359700 w 416245"/>
              <a:gd name="connsiteY112" fmla="*/ 236018 h 425701"/>
              <a:gd name="connsiteX113" fmla="*/ 165099 w 416245"/>
              <a:gd name="connsiteY113" fmla="*/ 217106 h 425701"/>
              <a:gd name="connsiteX114" fmla="*/ 189495 w 416245"/>
              <a:gd name="connsiteY114" fmla="*/ 208028 h 425701"/>
              <a:gd name="connsiteX115" fmla="*/ 213891 w 416245"/>
              <a:gd name="connsiteY115" fmla="*/ 217106 h 425701"/>
              <a:gd name="connsiteX116" fmla="*/ 165099 w 416245"/>
              <a:gd name="connsiteY116" fmla="*/ 217106 h 425701"/>
              <a:gd name="connsiteX117" fmla="*/ 267222 w 416245"/>
              <a:gd name="connsiteY117" fmla="*/ 210109 h 425701"/>
              <a:gd name="connsiteX118" fmla="*/ 279325 w 416245"/>
              <a:gd name="connsiteY118" fmla="*/ 208028 h 425701"/>
              <a:gd name="connsiteX119" fmla="*/ 303721 w 416245"/>
              <a:gd name="connsiteY119" fmla="*/ 217106 h 425701"/>
              <a:gd name="connsiteX120" fmla="*/ 269680 w 416245"/>
              <a:gd name="connsiteY120" fmla="*/ 217106 h 425701"/>
              <a:gd name="connsiteX121" fmla="*/ 267222 w 416245"/>
              <a:gd name="connsiteY121" fmla="*/ 210109 h 425701"/>
              <a:gd name="connsiteX122" fmla="*/ 279325 w 416245"/>
              <a:gd name="connsiteY122" fmla="*/ 179283 h 425701"/>
              <a:gd name="connsiteX123" fmla="*/ 339275 w 416245"/>
              <a:gd name="connsiteY123" fmla="*/ 217106 h 425701"/>
              <a:gd name="connsiteX124" fmla="*/ 328496 w 416245"/>
              <a:gd name="connsiteY124" fmla="*/ 217106 h 425701"/>
              <a:gd name="connsiteX125" fmla="*/ 279325 w 416245"/>
              <a:gd name="connsiteY125" fmla="*/ 189117 h 425701"/>
              <a:gd name="connsiteX126" fmla="*/ 257388 w 416245"/>
              <a:gd name="connsiteY126" fmla="*/ 194034 h 425701"/>
              <a:gd name="connsiteX127" fmla="*/ 250580 w 416245"/>
              <a:gd name="connsiteY127" fmla="*/ 185902 h 425701"/>
              <a:gd name="connsiteX128" fmla="*/ 279514 w 416245"/>
              <a:gd name="connsiteY128" fmla="*/ 179283 h 425701"/>
              <a:gd name="connsiteX129" fmla="*/ 249634 w 416245"/>
              <a:gd name="connsiteY129" fmla="*/ 217106 h 425701"/>
              <a:gd name="connsiteX130" fmla="*/ 238854 w 416245"/>
              <a:gd name="connsiteY130" fmla="*/ 217106 h 425701"/>
              <a:gd name="connsiteX131" fmla="*/ 189684 w 416245"/>
              <a:gd name="connsiteY131" fmla="*/ 189117 h 425701"/>
              <a:gd name="connsiteX132" fmla="*/ 140514 w 416245"/>
              <a:gd name="connsiteY132" fmla="*/ 217106 h 425701"/>
              <a:gd name="connsiteX133" fmla="*/ 129734 w 416245"/>
              <a:gd name="connsiteY133" fmla="*/ 217106 h 425701"/>
              <a:gd name="connsiteX134" fmla="*/ 189684 w 416245"/>
              <a:gd name="connsiteY134" fmla="*/ 179283 h 425701"/>
              <a:gd name="connsiteX135" fmla="*/ 249634 w 416245"/>
              <a:gd name="connsiteY135" fmla="*/ 217106 h 42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416245" h="425701">
                <a:moveTo>
                  <a:pt x="254740" y="66002"/>
                </a:moveTo>
                <a:lnTo>
                  <a:pt x="293320" y="66002"/>
                </a:lnTo>
                <a:cubicBezTo>
                  <a:pt x="293320" y="76592"/>
                  <a:pt x="301830" y="84913"/>
                  <a:pt x="312232" y="84913"/>
                </a:cubicBezTo>
                <a:lnTo>
                  <a:pt x="312232" y="84913"/>
                </a:lnTo>
                <a:lnTo>
                  <a:pt x="416246" y="84535"/>
                </a:lnTo>
                <a:lnTo>
                  <a:pt x="416246" y="65623"/>
                </a:lnTo>
                <a:lnTo>
                  <a:pt x="312043" y="66002"/>
                </a:lnTo>
                <a:lnTo>
                  <a:pt x="312043" y="47657"/>
                </a:lnTo>
                <a:lnTo>
                  <a:pt x="416246" y="46901"/>
                </a:lnTo>
                <a:lnTo>
                  <a:pt x="416246" y="28178"/>
                </a:lnTo>
                <a:lnTo>
                  <a:pt x="311853" y="28935"/>
                </a:lnTo>
                <a:cubicBezTo>
                  <a:pt x="306747" y="28935"/>
                  <a:pt x="302019" y="31015"/>
                  <a:pt x="298426" y="34608"/>
                </a:cubicBezTo>
                <a:cubicBezTo>
                  <a:pt x="295022" y="38012"/>
                  <a:pt x="293320" y="42551"/>
                  <a:pt x="293131" y="47279"/>
                </a:cubicBezTo>
                <a:lnTo>
                  <a:pt x="253984" y="47279"/>
                </a:lnTo>
                <a:cubicBezTo>
                  <a:pt x="250958" y="31393"/>
                  <a:pt x="240556" y="18533"/>
                  <a:pt x="225994" y="12860"/>
                </a:cubicBezTo>
                <a:cubicBezTo>
                  <a:pt x="225049" y="10023"/>
                  <a:pt x="223725" y="7376"/>
                  <a:pt x="221645" y="5295"/>
                </a:cubicBezTo>
                <a:cubicBezTo>
                  <a:pt x="218241" y="1891"/>
                  <a:pt x="213134" y="378"/>
                  <a:pt x="208217" y="0"/>
                </a:cubicBezTo>
                <a:lnTo>
                  <a:pt x="142027" y="0"/>
                </a:lnTo>
                <a:cubicBezTo>
                  <a:pt x="135029" y="0"/>
                  <a:pt x="129356" y="3971"/>
                  <a:pt x="126141" y="9456"/>
                </a:cubicBezTo>
                <a:lnTo>
                  <a:pt x="104203" y="9456"/>
                </a:lnTo>
                <a:lnTo>
                  <a:pt x="104203" y="28368"/>
                </a:lnTo>
                <a:lnTo>
                  <a:pt x="123115" y="28368"/>
                </a:lnTo>
                <a:lnTo>
                  <a:pt x="123115" y="47279"/>
                </a:lnTo>
                <a:lnTo>
                  <a:pt x="104203" y="47279"/>
                </a:lnTo>
                <a:lnTo>
                  <a:pt x="104203" y="66191"/>
                </a:lnTo>
                <a:lnTo>
                  <a:pt x="123115" y="66191"/>
                </a:lnTo>
                <a:lnTo>
                  <a:pt x="123115" y="85292"/>
                </a:lnTo>
                <a:lnTo>
                  <a:pt x="104203" y="85292"/>
                </a:lnTo>
                <a:lnTo>
                  <a:pt x="104203" y="104014"/>
                </a:lnTo>
                <a:lnTo>
                  <a:pt x="125952" y="104014"/>
                </a:lnTo>
                <a:cubicBezTo>
                  <a:pt x="129167" y="109688"/>
                  <a:pt x="134840" y="113470"/>
                  <a:pt x="141837" y="113470"/>
                </a:cubicBezTo>
                <a:lnTo>
                  <a:pt x="151104" y="113470"/>
                </a:lnTo>
                <a:lnTo>
                  <a:pt x="151104" y="122926"/>
                </a:lnTo>
                <a:lnTo>
                  <a:pt x="170016" y="122926"/>
                </a:lnTo>
                <a:lnTo>
                  <a:pt x="170016" y="113470"/>
                </a:lnTo>
                <a:lnTo>
                  <a:pt x="179661" y="113470"/>
                </a:lnTo>
                <a:lnTo>
                  <a:pt x="179661" y="132382"/>
                </a:lnTo>
                <a:lnTo>
                  <a:pt x="198572" y="132382"/>
                </a:lnTo>
                <a:lnTo>
                  <a:pt x="198572" y="113470"/>
                </a:lnTo>
                <a:lnTo>
                  <a:pt x="208028" y="113470"/>
                </a:lnTo>
                <a:lnTo>
                  <a:pt x="208028" y="163019"/>
                </a:lnTo>
                <a:cubicBezTo>
                  <a:pt x="201977" y="161695"/>
                  <a:pt x="195547" y="160749"/>
                  <a:pt x="189117" y="160749"/>
                </a:cubicBezTo>
                <a:cubicBezTo>
                  <a:pt x="172664" y="160749"/>
                  <a:pt x="157345" y="165666"/>
                  <a:pt x="144107" y="173609"/>
                </a:cubicBezTo>
                <a:cubicBezTo>
                  <a:pt x="130680" y="165288"/>
                  <a:pt x="115361" y="160938"/>
                  <a:pt x="99475" y="160938"/>
                </a:cubicBezTo>
                <a:cubicBezTo>
                  <a:pt x="62976" y="160938"/>
                  <a:pt x="31204" y="184011"/>
                  <a:pt x="19290" y="217673"/>
                </a:cubicBezTo>
                <a:cubicBezTo>
                  <a:pt x="8321" y="218052"/>
                  <a:pt x="0" y="225238"/>
                  <a:pt x="0" y="234505"/>
                </a:cubicBezTo>
                <a:lnTo>
                  <a:pt x="0" y="245284"/>
                </a:lnTo>
                <a:cubicBezTo>
                  <a:pt x="0" y="298048"/>
                  <a:pt x="38391" y="346273"/>
                  <a:pt x="100421" y="371236"/>
                </a:cubicBezTo>
                <a:cubicBezTo>
                  <a:pt x="101177" y="371425"/>
                  <a:pt x="101934" y="371803"/>
                  <a:pt x="102501" y="371993"/>
                </a:cubicBezTo>
                <a:lnTo>
                  <a:pt x="96828" y="403386"/>
                </a:lnTo>
                <a:cubicBezTo>
                  <a:pt x="95882" y="408870"/>
                  <a:pt x="97395" y="414544"/>
                  <a:pt x="100988" y="418893"/>
                </a:cubicBezTo>
                <a:cubicBezTo>
                  <a:pt x="104582" y="423243"/>
                  <a:pt x="109877" y="425702"/>
                  <a:pt x="115550" y="425702"/>
                </a:cubicBezTo>
                <a:lnTo>
                  <a:pt x="263061" y="425702"/>
                </a:lnTo>
                <a:cubicBezTo>
                  <a:pt x="268735" y="425702"/>
                  <a:pt x="274030" y="423243"/>
                  <a:pt x="277623" y="418893"/>
                </a:cubicBezTo>
                <a:cubicBezTo>
                  <a:pt x="281217" y="414544"/>
                  <a:pt x="282729" y="408870"/>
                  <a:pt x="281595" y="403197"/>
                </a:cubicBezTo>
                <a:lnTo>
                  <a:pt x="275732" y="372560"/>
                </a:lnTo>
                <a:cubicBezTo>
                  <a:pt x="300317" y="363293"/>
                  <a:pt x="322255" y="350244"/>
                  <a:pt x="339654" y="333791"/>
                </a:cubicBezTo>
                <a:cubicBezTo>
                  <a:pt x="364995" y="309584"/>
                  <a:pt x="378422" y="280649"/>
                  <a:pt x="378422" y="249823"/>
                </a:cubicBezTo>
                <a:lnTo>
                  <a:pt x="378422" y="234694"/>
                </a:lnTo>
                <a:cubicBezTo>
                  <a:pt x="378422" y="225427"/>
                  <a:pt x="369912" y="218052"/>
                  <a:pt x="359133" y="217862"/>
                </a:cubicBezTo>
                <a:cubicBezTo>
                  <a:pt x="347407" y="184200"/>
                  <a:pt x="315636" y="160938"/>
                  <a:pt x="278947" y="160938"/>
                </a:cubicBezTo>
                <a:cubicBezTo>
                  <a:pt x="262872" y="160938"/>
                  <a:pt x="247554" y="165477"/>
                  <a:pt x="234126" y="173798"/>
                </a:cubicBezTo>
                <a:cubicBezTo>
                  <a:pt x="231857" y="172474"/>
                  <a:pt x="229588" y="171151"/>
                  <a:pt x="227129" y="169827"/>
                </a:cubicBezTo>
                <a:lnTo>
                  <a:pt x="227129" y="100988"/>
                </a:lnTo>
                <a:cubicBezTo>
                  <a:pt x="242637" y="95315"/>
                  <a:pt x="252282" y="83022"/>
                  <a:pt x="254551" y="66191"/>
                </a:cubicBezTo>
                <a:close/>
                <a:moveTo>
                  <a:pt x="227318" y="35743"/>
                </a:moveTo>
                <a:cubicBezTo>
                  <a:pt x="232803" y="41038"/>
                  <a:pt x="236396" y="48414"/>
                  <a:pt x="236396" y="57302"/>
                </a:cubicBezTo>
                <a:cubicBezTo>
                  <a:pt x="236396" y="67515"/>
                  <a:pt x="233370" y="74512"/>
                  <a:pt x="227318" y="79051"/>
                </a:cubicBezTo>
                <a:lnTo>
                  <a:pt x="227318" y="35743"/>
                </a:lnTo>
                <a:close/>
                <a:moveTo>
                  <a:pt x="151482" y="94180"/>
                </a:moveTo>
                <a:lnTo>
                  <a:pt x="142405" y="94180"/>
                </a:lnTo>
                <a:lnTo>
                  <a:pt x="142405" y="18723"/>
                </a:lnTo>
                <a:lnTo>
                  <a:pt x="151482" y="18723"/>
                </a:lnTo>
                <a:lnTo>
                  <a:pt x="151482" y="94369"/>
                </a:lnTo>
                <a:close/>
                <a:moveTo>
                  <a:pt x="170394" y="94180"/>
                </a:moveTo>
                <a:lnTo>
                  <a:pt x="170394" y="18723"/>
                </a:lnTo>
                <a:lnTo>
                  <a:pt x="179850" y="18723"/>
                </a:lnTo>
                <a:lnTo>
                  <a:pt x="179850" y="94369"/>
                </a:lnTo>
                <a:lnTo>
                  <a:pt x="170394" y="94369"/>
                </a:lnTo>
                <a:close/>
                <a:moveTo>
                  <a:pt x="198951" y="94180"/>
                </a:moveTo>
                <a:lnTo>
                  <a:pt x="198951" y="18723"/>
                </a:lnTo>
                <a:lnTo>
                  <a:pt x="208407" y="18723"/>
                </a:lnTo>
                <a:lnTo>
                  <a:pt x="208407" y="94369"/>
                </a:lnTo>
                <a:lnTo>
                  <a:pt x="198951" y="94369"/>
                </a:lnTo>
                <a:close/>
                <a:moveTo>
                  <a:pt x="99854" y="179472"/>
                </a:moveTo>
                <a:cubicBezTo>
                  <a:pt x="109877" y="179472"/>
                  <a:pt x="119711" y="181741"/>
                  <a:pt x="128599" y="185902"/>
                </a:cubicBezTo>
                <a:cubicBezTo>
                  <a:pt x="126141" y="188360"/>
                  <a:pt x="123871" y="191197"/>
                  <a:pt x="121791" y="194034"/>
                </a:cubicBezTo>
                <a:cubicBezTo>
                  <a:pt x="114794" y="191197"/>
                  <a:pt x="107607" y="189306"/>
                  <a:pt x="99854" y="189306"/>
                </a:cubicBezTo>
                <a:cubicBezTo>
                  <a:pt x="79429" y="189306"/>
                  <a:pt x="60896" y="200085"/>
                  <a:pt x="50872" y="217106"/>
                </a:cubicBezTo>
                <a:lnTo>
                  <a:pt x="40093" y="217106"/>
                </a:lnTo>
                <a:cubicBezTo>
                  <a:pt x="50872" y="194412"/>
                  <a:pt x="73945" y="179472"/>
                  <a:pt x="100043" y="179472"/>
                </a:cubicBezTo>
                <a:close/>
                <a:moveTo>
                  <a:pt x="111768" y="210298"/>
                </a:moveTo>
                <a:cubicBezTo>
                  <a:pt x="110822" y="212567"/>
                  <a:pt x="110066" y="214837"/>
                  <a:pt x="109309" y="217106"/>
                </a:cubicBezTo>
                <a:lnTo>
                  <a:pt x="75647" y="217106"/>
                </a:lnTo>
                <a:cubicBezTo>
                  <a:pt x="82266" y="211622"/>
                  <a:pt x="90776" y="208217"/>
                  <a:pt x="99854" y="208217"/>
                </a:cubicBezTo>
                <a:cubicBezTo>
                  <a:pt x="104014" y="208217"/>
                  <a:pt x="107986" y="209163"/>
                  <a:pt x="111768" y="210298"/>
                </a:cubicBezTo>
                <a:close/>
                <a:moveTo>
                  <a:pt x="263250" y="406223"/>
                </a:moveTo>
                <a:lnTo>
                  <a:pt x="115739" y="406223"/>
                </a:lnTo>
                <a:lnTo>
                  <a:pt x="121035" y="377666"/>
                </a:lnTo>
                <a:cubicBezTo>
                  <a:pt x="139001" y="382961"/>
                  <a:pt x="157723" y="386176"/>
                  <a:pt x="177202" y="386933"/>
                </a:cubicBezTo>
                <a:cubicBezTo>
                  <a:pt x="181363" y="386933"/>
                  <a:pt x="185334" y="387311"/>
                  <a:pt x="189495" y="387311"/>
                </a:cubicBezTo>
                <a:cubicBezTo>
                  <a:pt x="213324" y="387311"/>
                  <a:pt x="236396" y="383907"/>
                  <a:pt x="257955" y="377855"/>
                </a:cubicBezTo>
                <a:lnTo>
                  <a:pt x="263440" y="406223"/>
                </a:lnTo>
                <a:close/>
                <a:moveTo>
                  <a:pt x="359700" y="236207"/>
                </a:moveTo>
                <a:lnTo>
                  <a:pt x="359700" y="249256"/>
                </a:lnTo>
                <a:cubicBezTo>
                  <a:pt x="359700" y="274597"/>
                  <a:pt x="348353" y="298993"/>
                  <a:pt x="326794" y="319418"/>
                </a:cubicBezTo>
                <a:cubicBezTo>
                  <a:pt x="291996" y="352513"/>
                  <a:pt x="236396" y="370858"/>
                  <a:pt x="177959" y="368021"/>
                </a:cubicBezTo>
                <a:cubicBezTo>
                  <a:pt x="153185" y="366886"/>
                  <a:pt x="129545" y="361780"/>
                  <a:pt x="107797" y="353081"/>
                </a:cubicBezTo>
                <a:cubicBezTo>
                  <a:pt x="53142" y="331143"/>
                  <a:pt x="19290" y="289538"/>
                  <a:pt x="19290" y="244717"/>
                </a:cubicBezTo>
                <a:lnTo>
                  <a:pt x="19290" y="236018"/>
                </a:lnTo>
                <a:cubicBezTo>
                  <a:pt x="19290" y="236018"/>
                  <a:pt x="20046" y="236018"/>
                  <a:pt x="20425" y="236018"/>
                </a:cubicBezTo>
                <a:lnTo>
                  <a:pt x="358565" y="236018"/>
                </a:lnTo>
                <a:cubicBezTo>
                  <a:pt x="358565" y="236018"/>
                  <a:pt x="359322" y="236018"/>
                  <a:pt x="359700" y="236018"/>
                </a:cubicBezTo>
                <a:close/>
                <a:moveTo>
                  <a:pt x="165099" y="217106"/>
                </a:moveTo>
                <a:cubicBezTo>
                  <a:pt x="171907" y="211432"/>
                  <a:pt x="180228" y="208028"/>
                  <a:pt x="189495" y="208028"/>
                </a:cubicBezTo>
                <a:cubicBezTo>
                  <a:pt x="198762" y="208028"/>
                  <a:pt x="207272" y="211622"/>
                  <a:pt x="213891" y="217106"/>
                </a:cubicBezTo>
                <a:lnTo>
                  <a:pt x="165099" y="217106"/>
                </a:lnTo>
                <a:close/>
                <a:moveTo>
                  <a:pt x="267222" y="210109"/>
                </a:moveTo>
                <a:cubicBezTo>
                  <a:pt x="271193" y="208785"/>
                  <a:pt x="275165" y="208028"/>
                  <a:pt x="279325" y="208028"/>
                </a:cubicBezTo>
                <a:cubicBezTo>
                  <a:pt x="288592" y="208028"/>
                  <a:pt x="297102" y="211622"/>
                  <a:pt x="303721" y="217106"/>
                </a:cubicBezTo>
                <a:lnTo>
                  <a:pt x="269680" y="217106"/>
                </a:lnTo>
                <a:cubicBezTo>
                  <a:pt x="268924" y="214837"/>
                  <a:pt x="268167" y="212378"/>
                  <a:pt x="267222" y="210109"/>
                </a:cubicBezTo>
                <a:close/>
                <a:moveTo>
                  <a:pt x="279325" y="179283"/>
                </a:moveTo>
                <a:cubicBezTo>
                  <a:pt x="305613" y="179283"/>
                  <a:pt x="328685" y="194412"/>
                  <a:pt x="339275" y="217106"/>
                </a:cubicBezTo>
                <a:lnTo>
                  <a:pt x="328496" y="217106"/>
                </a:lnTo>
                <a:cubicBezTo>
                  <a:pt x="318472" y="199896"/>
                  <a:pt x="299939" y="189117"/>
                  <a:pt x="279325" y="189117"/>
                </a:cubicBezTo>
                <a:cubicBezTo>
                  <a:pt x="271761" y="189117"/>
                  <a:pt x="264196" y="191008"/>
                  <a:pt x="257388" y="194034"/>
                </a:cubicBezTo>
                <a:cubicBezTo>
                  <a:pt x="255307" y="191197"/>
                  <a:pt x="253038" y="188549"/>
                  <a:pt x="250580" y="185902"/>
                </a:cubicBezTo>
                <a:cubicBezTo>
                  <a:pt x="259468" y="181552"/>
                  <a:pt x="269302" y="179283"/>
                  <a:pt x="279514" y="179283"/>
                </a:cubicBezTo>
                <a:close/>
                <a:moveTo>
                  <a:pt x="249634" y="217106"/>
                </a:moveTo>
                <a:lnTo>
                  <a:pt x="238854" y="217106"/>
                </a:lnTo>
                <a:cubicBezTo>
                  <a:pt x="228831" y="199896"/>
                  <a:pt x="210298" y="189117"/>
                  <a:pt x="189684" y="189117"/>
                </a:cubicBezTo>
                <a:cubicBezTo>
                  <a:pt x="169070" y="189117"/>
                  <a:pt x="150537" y="199896"/>
                  <a:pt x="140514" y="217106"/>
                </a:cubicBezTo>
                <a:lnTo>
                  <a:pt x="129734" y="217106"/>
                </a:lnTo>
                <a:cubicBezTo>
                  <a:pt x="140325" y="194412"/>
                  <a:pt x="163397" y="179283"/>
                  <a:pt x="189684" y="179283"/>
                </a:cubicBezTo>
                <a:cubicBezTo>
                  <a:pt x="215971" y="179283"/>
                  <a:pt x="239043" y="194412"/>
                  <a:pt x="249634" y="217106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" name="Graphic 263" descr="Fish icon.">
            <a:extLst>
              <a:ext uri="{FF2B5EF4-FFF2-40B4-BE49-F238E27FC236}">
                <a16:creationId xmlns:a16="http://schemas.microsoft.com/office/drawing/2014/main" id="{E8955928-E39C-4F78-91B4-E03E56A65F69}"/>
              </a:ext>
            </a:extLst>
          </p:cNvPr>
          <p:cNvSpPr>
            <a:spLocks noChangeAspect="1"/>
          </p:cNvSpPr>
          <p:nvPr/>
        </p:nvSpPr>
        <p:spPr>
          <a:xfrm>
            <a:off x="942301" y="3382105"/>
            <a:ext cx="460428" cy="286573"/>
          </a:xfrm>
          <a:custGeom>
            <a:avLst/>
            <a:gdLst>
              <a:gd name="connsiteX0" fmla="*/ 447055 w 460428"/>
              <a:gd name="connsiteY0" fmla="*/ 32478 h 286573"/>
              <a:gd name="connsiteX1" fmla="*/ 426040 w 460428"/>
              <a:gd name="connsiteY1" fmla="*/ 36299 h 286573"/>
              <a:gd name="connsiteX2" fmla="*/ 370635 w 460428"/>
              <a:gd name="connsiteY2" fmla="*/ 84062 h 286573"/>
              <a:gd name="connsiteX3" fmla="*/ 198691 w 460428"/>
              <a:gd name="connsiteY3" fmla="*/ 0 h 286573"/>
              <a:gd name="connsiteX4" fmla="*/ 0 w 460428"/>
              <a:gd name="connsiteY4" fmla="*/ 143287 h 286573"/>
              <a:gd name="connsiteX5" fmla="*/ 99346 w 460428"/>
              <a:gd name="connsiteY5" fmla="*/ 259827 h 286573"/>
              <a:gd name="connsiteX6" fmla="*/ 101256 w 460428"/>
              <a:gd name="connsiteY6" fmla="*/ 261737 h 286573"/>
              <a:gd name="connsiteX7" fmla="*/ 103167 w 460428"/>
              <a:gd name="connsiteY7" fmla="*/ 261737 h 286573"/>
              <a:gd name="connsiteX8" fmla="*/ 202512 w 460428"/>
              <a:gd name="connsiteY8" fmla="*/ 286574 h 286573"/>
              <a:gd name="connsiteX9" fmla="*/ 374456 w 460428"/>
              <a:gd name="connsiteY9" fmla="*/ 202512 h 286573"/>
              <a:gd name="connsiteX10" fmla="*/ 429861 w 460428"/>
              <a:gd name="connsiteY10" fmla="*/ 250274 h 286573"/>
              <a:gd name="connsiteX11" fmla="*/ 456608 w 460428"/>
              <a:gd name="connsiteY11" fmla="*/ 246453 h 286573"/>
              <a:gd name="connsiteX12" fmla="*/ 460429 w 460428"/>
              <a:gd name="connsiteY12" fmla="*/ 234990 h 286573"/>
              <a:gd name="connsiteX13" fmla="*/ 460429 w 460428"/>
              <a:gd name="connsiteY13" fmla="*/ 49673 h 286573"/>
              <a:gd name="connsiteX14" fmla="*/ 447055 w 460428"/>
              <a:gd name="connsiteY14" fmla="*/ 32478 h 286573"/>
              <a:gd name="connsiteX15" fmla="*/ 19105 w 460428"/>
              <a:gd name="connsiteY15" fmla="*/ 143287 h 286573"/>
              <a:gd name="connsiteX16" fmla="*/ 101256 w 460428"/>
              <a:gd name="connsiteY16" fmla="*/ 47762 h 286573"/>
              <a:gd name="connsiteX17" fmla="*/ 152839 w 460428"/>
              <a:gd name="connsiteY17" fmla="*/ 143287 h 286573"/>
              <a:gd name="connsiteX18" fmla="*/ 101256 w 460428"/>
              <a:gd name="connsiteY18" fmla="*/ 238811 h 286573"/>
              <a:gd name="connsiteX19" fmla="*/ 19105 w 460428"/>
              <a:gd name="connsiteY19" fmla="*/ 143287 h 286573"/>
              <a:gd name="connsiteX20" fmla="*/ 200602 w 460428"/>
              <a:gd name="connsiteY20" fmla="*/ 267469 h 286573"/>
              <a:gd name="connsiteX21" fmla="*/ 120361 w 460428"/>
              <a:gd name="connsiteY21" fmla="*/ 248364 h 286573"/>
              <a:gd name="connsiteX22" fmla="*/ 166213 w 460428"/>
              <a:gd name="connsiteY22" fmla="*/ 183407 h 286573"/>
              <a:gd name="connsiteX23" fmla="*/ 223528 w 460428"/>
              <a:gd name="connsiteY23" fmla="*/ 206333 h 286573"/>
              <a:gd name="connsiteX24" fmla="*/ 231170 w 460428"/>
              <a:gd name="connsiteY24" fmla="*/ 208244 h 286573"/>
              <a:gd name="connsiteX25" fmla="*/ 250274 w 460428"/>
              <a:gd name="connsiteY25" fmla="*/ 189139 h 286573"/>
              <a:gd name="connsiteX26" fmla="*/ 250274 w 460428"/>
              <a:gd name="connsiteY26" fmla="*/ 97435 h 286573"/>
              <a:gd name="connsiteX27" fmla="*/ 242632 w 460428"/>
              <a:gd name="connsiteY27" fmla="*/ 82151 h 286573"/>
              <a:gd name="connsiteX28" fmla="*/ 225438 w 460428"/>
              <a:gd name="connsiteY28" fmla="*/ 80241 h 286573"/>
              <a:gd name="connsiteX29" fmla="*/ 168123 w 460428"/>
              <a:gd name="connsiteY29" fmla="*/ 103167 h 286573"/>
              <a:gd name="connsiteX30" fmla="*/ 120361 w 460428"/>
              <a:gd name="connsiteY30" fmla="*/ 38210 h 286573"/>
              <a:gd name="connsiteX31" fmla="*/ 200602 w 460428"/>
              <a:gd name="connsiteY31" fmla="*/ 19105 h 286573"/>
              <a:gd name="connsiteX32" fmla="*/ 382098 w 460428"/>
              <a:gd name="connsiteY32" fmla="*/ 143287 h 286573"/>
              <a:gd name="connsiteX33" fmla="*/ 200602 w 460428"/>
              <a:gd name="connsiteY33" fmla="*/ 267469 h 286573"/>
              <a:gd name="connsiteX34" fmla="*/ 170034 w 460428"/>
              <a:gd name="connsiteY34" fmla="*/ 120361 h 286573"/>
              <a:gd name="connsiteX35" fmla="*/ 229259 w 460428"/>
              <a:gd name="connsiteY35" fmla="*/ 97435 h 286573"/>
              <a:gd name="connsiteX36" fmla="*/ 229259 w 460428"/>
              <a:gd name="connsiteY36" fmla="*/ 191049 h 286573"/>
              <a:gd name="connsiteX37" fmla="*/ 170034 w 460428"/>
              <a:gd name="connsiteY37" fmla="*/ 166213 h 286573"/>
              <a:gd name="connsiteX38" fmla="*/ 170034 w 460428"/>
              <a:gd name="connsiteY38" fmla="*/ 120361 h 286573"/>
              <a:gd name="connsiteX39" fmla="*/ 439413 w 460428"/>
              <a:gd name="connsiteY39" fmla="*/ 236901 h 286573"/>
              <a:gd name="connsiteX40" fmla="*/ 384009 w 460428"/>
              <a:gd name="connsiteY40" fmla="*/ 187228 h 286573"/>
              <a:gd name="connsiteX41" fmla="*/ 401203 w 460428"/>
              <a:gd name="connsiteY41" fmla="*/ 143287 h 286573"/>
              <a:gd name="connsiteX42" fmla="*/ 384009 w 460428"/>
              <a:gd name="connsiteY42" fmla="*/ 99346 h 286573"/>
              <a:gd name="connsiteX43" fmla="*/ 439413 w 460428"/>
              <a:gd name="connsiteY43" fmla="*/ 49673 h 286573"/>
              <a:gd name="connsiteX44" fmla="*/ 439413 w 460428"/>
              <a:gd name="connsiteY44" fmla="*/ 236901 h 286573"/>
              <a:gd name="connsiteX45" fmla="*/ 114630 w 460428"/>
              <a:gd name="connsiteY45" fmla="*/ 143287 h 286573"/>
              <a:gd name="connsiteX46" fmla="*/ 85972 w 460428"/>
              <a:gd name="connsiteY46" fmla="*/ 114630 h 286573"/>
              <a:gd name="connsiteX47" fmla="*/ 57315 w 460428"/>
              <a:gd name="connsiteY47" fmla="*/ 143287 h 286573"/>
              <a:gd name="connsiteX48" fmla="*/ 85972 w 460428"/>
              <a:gd name="connsiteY48" fmla="*/ 171944 h 286573"/>
              <a:gd name="connsiteX49" fmla="*/ 114630 w 460428"/>
              <a:gd name="connsiteY49" fmla="*/ 143287 h 286573"/>
              <a:gd name="connsiteX50" fmla="*/ 76420 w 460428"/>
              <a:gd name="connsiteY50" fmla="*/ 143287 h 286573"/>
              <a:gd name="connsiteX51" fmla="*/ 85972 w 460428"/>
              <a:gd name="connsiteY51" fmla="*/ 133734 h 286573"/>
              <a:gd name="connsiteX52" fmla="*/ 95525 w 460428"/>
              <a:gd name="connsiteY52" fmla="*/ 143287 h 286573"/>
              <a:gd name="connsiteX53" fmla="*/ 85972 w 460428"/>
              <a:gd name="connsiteY53" fmla="*/ 152839 h 286573"/>
              <a:gd name="connsiteX54" fmla="*/ 76420 w 460428"/>
              <a:gd name="connsiteY54" fmla="*/ 143287 h 28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60428" h="286573">
                <a:moveTo>
                  <a:pt x="447055" y="32478"/>
                </a:moveTo>
                <a:cubicBezTo>
                  <a:pt x="439413" y="28657"/>
                  <a:pt x="431771" y="30568"/>
                  <a:pt x="426040" y="36299"/>
                </a:cubicBezTo>
                <a:lnTo>
                  <a:pt x="370635" y="84062"/>
                </a:lnTo>
                <a:cubicBezTo>
                  <a:pt x="328605" y="32478"/>
                  <a:pt x="265558" y="1910"/>
                  <a:pt x="198691" y="0"/>
                </a:cubicBezTo>
                <a:cubicBezTo>
                  <a:pt x="84062" y="0"/>
                  <a:pt x="0" y="101256"/>
                  <a:pt x="0" y="143287"/>
                </a:cubicBezTo>
                <a:cubicBezTo>
                  <a:pt x="0" y="171944"/>
                  <a:pt x="38210" y="227349"/>
                  <a:pt x="99346" y="259827"/>
                </a:cubicBezTo>
                <a:lnTo>
                  <a:pt x="101256" y="261737"/>
                </a:lnTo>
                <a:lnTo>
                  <a:pt x="103167" y="261737"/>
                </a:lnTo>
                <a:cubicBezTo>
                  <a:pt x="133734" y="278932"/>
                  <a:pt x="168123" y="286574"/>
                  <a:pt x="202512" y="286574"/>
                </a:cubicBezTo>
                <a:cubicBezTo>
                  <a:pt x="269379" y="284663"/>
                  <a:pt x="332426" y="254095"/>
                  <a:pt x="374456" y="202512"/>
                </a:cubicBezTo>
                <a:lnTo>
                  <a:pt x="429861" y="250274"/>
                </a:lnTo>
                <a:cubicBezTo>
                  <a:pt x="437503" y="256006"/>
                  <a:pt x="450876" y="256006"/>
                  <a:pt x="456608" y="246453"/>
                </a:cubicBezTo>
                <a:cubicBezTo>
                  <a:pt x="458518" y="242632"/>
                  <a:pt x="460429" y="238811"/>
                  <a:pt x="460429" y="234990"/>
                </a:cubicBezTo>
                <a:lnTo>
                  <a:pt x="460429" y="49673"/>
                </a:lnTo>
                <a:cubicBezTo>
                  <a:pt x="458518" y="42031"/>
                  <a:pt x="454697" y="36299"/>
                  <a:pt x="447055" y="32478"/>
                </a:cubicBezTo>
                <a:close/>
                <a:moveTo>
                  <a:pt x="19105" y="143287"/>
                </a:moveTo>
                <a:cubicBezTo>
                  <a:pt x="19105" y="124182"/>
                  <a:pt x="49673" y="78330"/>
                  <a:pt x="101256" y="47762"/>
                </a:cubicBezTo>
                <a:cubicBezTo>
                  <a:pt x="133734" y="68778"/>
                  <a:pt x="152839" y="105077"/>
                  <a:pt x="152839" y="143287"/>
                </a:cubicBezTo>
                <a:cubicBezTo>
                  <a:pt x="152839" y="181497"/>
                  <a:pt x="133734" y="217796"/>
                  <a:pt x="101256" y="238811"/>
                </a:cubicBezTo>
                <a:cubicBezTo>
                  <a:pt x="49673" y="208244"/>
                  <a:pt x="19105" y="164302"/>
                  <a:pt x="19105" y="143287"/>
                </a:cubicBezTo>
                <a:close/>
                <a:moveTo>
                  <a:pt x="200602" y="267469"/>
                </a:moveTo>
                <a:cubicBezTo>
                  <a:pt x="171944" y="267469"/>
                  <a:pt x="145197" y="259827"/>
                  <a:pt x="120361" y="248364"/>
                </a:cubicBezTo>
                <a:cubicBezTo>
                  <a:pt x="141376" y="231170"/>
                  <a:pt x="158571" y="210154"/>
                  <a:pt x="166213" y="183407"/>
                </a:cubicBezTo>
                <a:lnTo>
                  <a:pt x="223528" y="206333"/>
                </a:lnTo>
                <a:cubicBezTo>
                  <a:pt x="225438" y="206333"/>
                  <a:pt x="227349" y="208244"/>
                  <a:pt x="231170" y="208244"/>
                </a:cubicBezTo>
                <a:cubicBezTo>
                  <a:pt x="242632" y="208244"/>
                  <a:pt x="250274" y="200602"/>
                  <a:pt x="250274" y="189139"/>
                </a:cubicBezTo>
                <a:lnTo>
                  <a:pt x="250274" y="97435"/>
                </a:lnTo>
                <a:cubicBezTo>
                  <a:pt x="250274" y="91704"/>
                  <a:pt x="246453" y="84062"/>
                  <a:pt x="242632" y="82151"/>
                </a:cubicBezTo>
                <a:cubicBezTo>
                  <a:pt x="236901" y="78330"/>
                  <a:pt x="231170" y="78330"/>
                  <a:pt x="225438" y="80241"/>
                </a:cubicBezTo>
                <a:lnTo>
                  <a:pt x="168123" y="103167"/>
                </a:lnTo>
                <a:cubicBezTo>
                  <a:pt x="156660" y="76420"/>
                  <a:pt x="141376" y="53494"/>
                  <a:pt x="120361" y="38210"/>
                </a:cubicBezTo>
                <a:cubicBezTo>
                  <a:pt x="145197" y="26747"/>
                  <a:pt x="173855" y="19105"/>
                  <a:pt x="200602" y="19105"/>
                </a:cubicBezTo>
                <a:cubicBezTo>
                  <a:pt x="309500" y="19105"/>
                  <a:pt x="382098" y="112719"/>
                  <a:pt x="382098" y="143287"/>
                </a:cubicBezTo>
                <a:cubicBezTo>
                  <a:pt x="382098" y="173855"/>
                  <a:pt x="309500" y="267469"/>
                  <a:pt x="200602" y="267469"/>
                </a:cubicBezTo>
                <a:close/>
                <a:moveTo>
                  <a:pt x="170034" y="120361"/>
                </a:moveTo>
                <a:lnTo>
                  <a:pt x="229259" y="97435"/>
                </a:lnTo>
                <a:lnTo>
                  <a:pt x="229259" y="191049"/>
                </a:lnTo>
                <a:lnTo>
                  <a:pt x="170034" y="166213"/>
                </a:lnTo>
                <a:cubicBezTo>
                  <a:pt x="171944" y="150929"/>
                  <a:pt x="171944" y="135645"/>
                  <a:pt x="170034" y="120361"/>
                </a:cubicBezTo>
                <a:close/>
                <a:moveTo>
                  <a:pt x="439413" y="236901"/>
                </a:moveTo>
                <a:lnTo>
                  <a:pt x="384009" y="187228"/>
                </a:lnTo>
                <a:cubicBezTo>
                  <a:pt x="393561" y="173855"/>
                  <a:pt x="399293" y="158571"/>
                  <a:pt x="401203" y="143287"/>
                </a:cubicBezTo>
                <a:cubicBezTo>
                  <a:pt x="399293" y="128003"/>
                  <a:pt x="393561" y="110809"/>
                  <a:pt x="384009" y="99346"/>
                </a:cubicBezTo>
                <a:lnTo>
                  <a:pt x="439413" y="49673"/>
                </a:lnTo>
                <a:lnTo>
                  <a:pt x="439413" y="236901"/>
                </a:lnTo>
                <a:close/>
                <a:moveTo>
                  <a:pt x="114630" y="143287"/>
                </a:moveTo>
                <a:cubicBezTo>
                  <a:pt x="114630" y="128003"/>
                  <a:pt x="101256" y="114630"/>
                  <a:pt x="85972" y="114630"/>
                </a:cubicBezTo>
                <a:cubicBezTo>
                  <a:pt x="70688" y="114630"/>
                  <a:pt x="57315" y="128003"/>
                  <a:pt x="57315" y="143287"/>
                </a:cubicBezTo>
                <a:cubicBezTo>
                  <a:pt x="57315" y="158571"/>
                  <a:pt x="70688" y="171944"/>
                  <a:pt x="85972" y="171944"/>
                </a:cubicBezTo>
                <a:cubicBezTo>
                  <a:pt x="101256" y="171944"/>
                  <a:pt x="114630" y="158571"/>
                  <a:pt x="114630" y="143287"/>
                </a:cubicBezTo>
                <a:close/>
                <a:moveTo>
                  <a:pt x="76420" y="143287"/>
                </a:moveTo>
                <a:cubicBezTo>
                  <a:pt x="76420" y="137555"/>
                  <a:pt x="80241" y="133734"/>
                  <a:pt x="85972" y="133734"/>
                </a:cubicBezTo>
                <a:cubicBezTo>
                  <a:pt x="91704" y="133734"/>
                  <a:pt x="95525" y="137555"/>
                  <a:pt x="95525" y="143287"/>
                </a:cubicBezTo>
                <a:cubicBezTo>
                  <a:pt x="95525" y="149018"/>
                  <a:pt x="91704" y="152839"/>
                  <a:pt x="85972" y="152839"/>
                </a:cubicBezTo>
                <a:cubicBezTo>
                  <a:pt x="80241" y="152839"/>
                  <a:pt x="76420" y="149018"/>
                  <a:pt x="76420" y="14328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4" name="Graphic 7" descr="Bone-in ham icon.">
            <a:extLst>
              <a:ext uri="{FF2B5EF4-FFF2-40B4-BE49-F238E27FC236}">
                <a16:creationId xmlns:a16="http://schemas.microsoft.com/office/drawing/2014/main" id="{50A9ADD8-D6F0-41B1-898B-9C945E100BA8}"/>
              </a:ext>
            </a:extLst>
          </p:cNvPr>
          <p:cNvSpPr/>
          <p:nvPr/>
        </p:nvSpPr>
        <p:spPr>
          <a:xfrm>
            <a:off x="2174378" y="3355229"/>
            <a:ext cx="453877" cy="340324"/>
          </a:xfrm>
          <a:custGeom>
            <a:avLst/>
            <a:gdLst>
              <a:gd name="connsiteX0" fmla="*/ 453689 w 453877"/>
              <a:gd name="connsiteY0" fmla="*/ 170498 h 340324"/>
              <a:gd name="connsiteX1" fmla="*/ 379177 w 453877"/>
              <a:gd name="connsiteY1" fmla="*/ 1049 h 340324"/>
              <a:gd name="connsiteX2" fmla="*/ 379177 w 453877"/>
              <a:gd name="connsiteY2" fmla="*/ 1049 h 340324"/>
              <a:gd name="connsiteX3" fmla="*/ 280836 w 453877"/>
              <a:gd name="connsiteY3" fmla="*/ 10694 h 340324"/>
              <a:gd name="connsiteX4" fmla="*/ 108362 w 453877"/>
              <a:gd name="connsiteY4" fmla="*/ 137402 h 340324"/>
              <a:gd name="connsiteX5" fmla="*/ 67323 w 453877"/>
              <a:gd name="connsiteY5" fmla="*/ 137402 h 340324"/>
              <a:gd name="connsiteX6" fmla="*/ 66189 w 453877"/>
              <a:gd name="connsiteY6" fmla="*/ 133620 h 340324"/>
              <a:gd name="connsiteX7" fmla="*/ 57300 w 453877"/>
              <a:gd name="connsiteY7" fmla="*/ 121516 h 340324"/>
              <a:gd name="connsiteX8" fmla="*/ 27798 w 453877"/>
              <a:gd name="connsiteY8" fmla="*/ 114897 h 340324"/>
              <a:gd name="connsiteX9" fmla="*/ 754 w 453877"/>
              <a:gd name="connsiteY9" fmla="*/ 142130 h 340324"/>
              <a:gd name="connsiteX10" fmla="*/ 6995 w 453877"/>
              <a:gd name="connsiteY10" fmla="*/ 170876 h 340324"/>
              <a:gd name="connsiteX11" fmla="*/ 1132 w 453877"/>
              <a:gd name="connsiteY11" fmla="*/ 199622 h 340324"/>
              <a:gd name="connsiteX12" fmla="*/ 28743 w 453877"/>
              <a:gd name="connsiteY12" fmla="*/ 226476 h 340324"/>
              <a:gd name="connsiteX13" fmla="*/ 35741 w 453877"/>
              <a:gd name="connsiteY13" fmla="*/ 227043 h 340324"/>
              <a:gd name="connsiteX14" fmla="*/ 68080 w 453877"/>
              <a:gd name="connsiteY14" fmla="*/ 203593 h 340324"/>
              <a:gd name="connsiteX15" fmla="*/ 105525 w 453877"/>
              <a:gd name="connsiteY15" fmla="*/ 203593 h 340324"/>
              <a:gd name="connsiteX16" fmla="*/ 193653 w 453877"/>
              <a:gd name="connsiteY16" fmla="*/ 291532 h 340324"/>
              <a:gd name="connsiteX17" fmla="*/ 369153 w 453877"/>
              <a:gd name="connsiteY17" fmla="*/ 340324 h 340324"/>
              <a:gd name="connsiteX18" fmla="*/ 378798 w 453877"/>
              <a:gd name="connsiteY18" fmla="*/ 340135 h 340324"/>
              <a:gd name="connsiteX19" fmla="*/ 378798 w 453877"/>
              <a:gd name="connsiteY19" fmla="*/ 340135 h 340324"/>
              <a:gd name="connsiteX20" fmla="*/ 453878 w 453877"/>
              <a:gd name="connsiteY20" fmla="*/ 170498 h 340324"/>
              <a:gd name="connsiteX21" fmla="*/ 189871 w 453877"/>
              <a:gd name="connsiteY21" fmla="*/ 197730 h 340324"/>
              <a:gd name="connsiteX22" fmla="*/ 222399 w 453877"/>
              <a:gd name="connsiteY22" fmla="*/ 223072 h 340324"/>
              <a:gd name="connsiteX23" fmla="*/ 241689 w 453877"/>
              <a:gd name="connsiteY23" fmla="*/ 235554 h 340324"/>
              <a:gd name="connsiteX24" fmla="*/ 261357 w 453877"/>
              <a:gd name="connsiteY24" fmla="*/ 303257 h 340324"/>
              <a:gd name="connsiteX25" fmla="*/ 206135 w 453877"/>
              <a:gd name="connsiteY25" fmla="*/ 277349 h 340324"/>
              <a:gd name="connsiteX26" fmla="*/ 189871 w 453877"/>
              <a:gd name="connsiteY26" fmla="*/ 197730 h 340324"/>
              <a:gd name="connsiteX27" fmla="*/ 188736 w 453877"/>
              <a:gd name="connsiteY27" fmla="*/ 169552 h 340324"/>
              <a:gd name="connsiteX28" fmla="*/ 205378 w 453877"/>
              <a:gd name="connsiteY28" fmla="*/ 76128 h 340324"/>
              <a:gd name="connsiteX29" fmla="*/ 243202 w 453877"/>
              <a:gd name="connsiteY29" fmla="*/ 109224 h 340324"/>
              <a:gd name="connsiteX30" fmla="*/ 236583 w 453877"/>
              <a:gd name="connsiteY30" fmla="*/ 170687 h 340324"/>
              <a:gd name="connsiteX31" fmla="*/ 238663 w 453877"/>
              <a:gd name="connsiteY31" fmla="*/ 210969 h 340324"/>
              <a:gd name="connsiteX32" fmla="*/ 233368 w 453877"/>
              <a:gd name="connsiteY32" fmla="*/ 207564 h 340324"/>
              <a:gd name="connsiteX33" fmla="*/ 188925 w 453877"/>
              <a:gd name="connsiteY33" fmla="*/ 171254 h 340324"/>
              <a:gd name="connsiteX34" fmla="*/ 188925 w 453877"/>
              <a:gd name="connsiteY34" fmla="*/ 169552 h 340324"/>
              <a:gd name="connsiteX35" fmla="*/ 214834 w 453877"/>
              <a:gd name="connsiteY35" fmla="*/ 58730 h 340324"/>
              <a:gd name="connsiteX36" fmla="*/ 269300 w 453877"/>
              <a:gd name="connsiteY36" fmla="*/ 34334 h 340324"/>
              <a:gd name="connsiteX37" fmla="*/ 247930 w 453877"/>
              <a:gd name="connsiteY37" fmla="*/ 88988 h 340324"/>
              <a:gd name="connsiteX38" fmla="*/ 214834 w 453877"/>
              <a:gd name="connsiteY38" fmla="*/ 58730 h 340324"/>
              <a:gd name="connsiteX39" fmla="*/ 263248 w 453877"/>
              <a:gd name="connsiteY39" fmla="*/ 247657 h 340324"/>
              <a:gd name="connsiteX40" fmla="*/ 315822 w 453877"/>
              <a:gd name="connsiteY40" fmla="*/ 269595 h 340324"/>
              <a:gd name="connsiteX41" fmla="*/ 341164 w 453877"/>
              <a:gd name="connsiteY41" fmla="*/ 320089 h 340324"/>
              <a:gd name="connsiteX42" fmla="*/ 287644 w 453877"/>
              <a:gd name="connsiteY42" fmla="*/ 311011 h 340324"/>
              <a:gd name="connsiteX43" fmla="*/ 263248 w 453877"/>
              <a:gd name="connsiteY43" fmla="*/ 247657 h 340324"/>
              <a:gd name="connsiteX44" fmla="*/ 259088 w 453877"/>
              <a:gd name="connsiteY44" fmla="*/ 224018 h 340324"/>
              <a:gd name="connsiteX45" fmla="*/ 255305 w 453877"/>
              <a:gd name="connsiteY45" fmla="*/ 170687 h 340324"/>
              <a:gd name="connsiteX46" fmla="*/ 259844 w 453877"/>
              <a:gd name="connsiteY46" fmla="*/ 121327 h 340324"/>
              <a:gd name="connsiteX47" fmla="*/ 303341 w 453877"/>
              <a:gd name="connsiteY47" fmla="*/ 147047 h 340324"/>
              <a:gd name="connsiteX48" fmla="*/ 302395 w 453877"/>
              <a:gd name="connsiteY48" fmla="*/ 170498 h 340324"/>
              <a:gd name="connsiteX49" fmla="*/ 310149 w 453877"/>
              <a:gd name="connsiteY49" fmla="*/ 247657 h 340324"/>
              <a:gd name="connsiteX50" fmla="*/ 259088 w 453877"/>
              <a:gd name="connsiteY50" fmla="*/ 223828 h 340324"/>
              <a:gd name="connsiteX51" fmla="*/ 304854 w 453877"/>
              <a:gd name="connsiteY51" fmla="*/ 126622 h 340324"/>
              <a:gd name="connsiteX52" fmla="*/ 268543 w 453877"/>
              <a:gd name="connsiteY52" fmla="*/ 104685 h 340324"/>
              <a:gd name="connsiteX53" fmla="*/ 264005 w 453877"/>
              <a:gd name="connsiteY53" fmla="*/ 101281 h 340324"/>
              <a:gd name="connsiteX54" fmla="*/ 297100 w 453877"/>
              <a:gd name="connsiteY54" fmla="*/ 26391 h 340324"/>
              <a:gd name="connsiteX55" fmla="*/ 343055 w 453877"/>
              <a:gd name="connsiteY55" fmla="*/ 19582 h 340324"/>
              <a:gd name="connsiteX56" fmla="*/ 304854 w 453877"/>
              <a:gd name="connsiteY56" fmla="*/ 126622 h 340324"/>
              <a:gd name="connsiteX57" fmla="*/ 184386 w 453877"/>
              <a:gd name="connsiteY57" fmla="*/ 78776 h 340324"/>
              <a:gd name="connsiteX58" fmla="*/ 170392 w 453877"/>
              <a:gd name="connsiteY58" fmla="*/ 151775 h 340324"/>
              <a:gd name="connsiteX59" fmla="*/ 145996 w 453877"/>
              <a:gd name="connsiteY59" fmla="*/ 116032 h 340324"/>
              <a:gd name="connsiteX60" fmla="*/ 184386 w 453877"/>
              <a:gd name="connsiteY60" fmla="*/ 78776 h 340324"/>
              <a:gd name="connsiteX61" fmla="*/ 66567 w 453877"/>
              <a:gd name="connsiteY61" fmla="*/ 184870 h 340324"/>
              <a:gd name="connsiteX62" fmla="*/ 66567 w 453877"/>
              <a:gd name="connsiteY62" fmla="*/ 184870 h 340324"/>
              <a:gd name="connsiteX63" fmla="*/ 50114 w 453877"/>
              <a:gd name="connsiteY63" fmla="*/ 197352 h 340324"/>
              <a:gd name="connsiteX64" fmla="*/ 32148 w 453877"/>
              <a:gd name="connsiteY64" fmla="*/ 207943 h 340324"/>
              <a:gd name="connsiteX65" fmla="*/ 19666 w 453877"/>
              <a:gd name="connsiteY65" fmla="*/ 195650 h 340324"/>
              <a:gd name="connsiteX66" fmla="*/ 24015 w 453877"/>
              <a:gd name="connsiteY66" fmla="*/ 179953 h 340324"/>
              <a:gd name="connsiteX67" fmla="*/ 27798 w 453877"/>
              <a:gd name="connsiteY67" fmla="*/ 170687 h 340324"/>
              <a:gd name="connsiteX68" fmla="*/ 23826 w 453877"/>
              <a:gd name="connsiteY68" fmla="*/ 161420 h 340324"/>
              <a:gd name="connsiteX69" fmla="*/ 19288 w 453877"/>
              <a:gd name="connsiteY69" fmla="*/ 145912 h 340324"/>
              <a:gd name="connsiteX70" fmla="*/ 31580 w 453877"/>
              <a:gd name="connsiteY70" fmla="*/ 133431 h 340324"/>
              <a:gd name="connsiteX71" fmla="*/ 45386 w 453877"/>
              <a:gd name="connsiteY71" fmla="*/ 136078 h 340324"/>
              <a:gd name="connsiteX72" fmla="*/ 49168 w 453877"/>
              <a:gd name="connsiteY72" fmla="*/ 142130 h 340324"/>
              <a:gd name="connsiteX73" fmla="*/ 57111 w 453877"/>
              <a:gd name="connsiteY73" fmla="*/ 154234 h 340324"/>
              <a:gd name="connsiteX74" fmla="*/ 70916 w 453877"/>
              <a:gd name="connsiteY74" fmla="*/ 156314 h 340324"/>
              <a:gd name="connsiteX75" fmla="*/ 104012 w 453877"/>
              <a:gd name="connsiteY75" fmla="*/ 156314 h 340324"/>
              <a:gd name="connsiteX76" fmla="*/ 104012 w 453877"/>
              <a:gd name="connsiteY76" fmla="*/ 184870 h 340324"/>
              <a:gd name="connsiteX77" fmla="*/ 66756 w 453877"/>
              <a:gd name="connsiteY77" fmla="*/ 184870 h 340324"/>
              <a:gd name="connsiteX78" fmla="*/ 122734 w 453877"/>
              <a:gd name="connsiteY78" fmla="*/ 196596 h 340324"/>
              <a:gd name="connsiteX79" fmla="*/ 122734 w 453877"/>
              <a:gd name="connsiteY79" fmla="*/ 150073 h 340324"/>
              <a:gd name="connsiteX80" fmla="*/ 133514 w 453877"/>
              <a:gd name="connsiteY80" fmla="*/ 133242 h 340324"/>
              <a:gd name="connsiteX81" fmla="*/ 169824 w 453877"/>
              <a:gd name="connsiteY81" fmla="*/ 179386 h 340324"/>
              <a:gd name="connsiteX82" fmla="*/ 180793 w 453877"/>
              <a:gd name="connsiteY82" fmla="*/ 260706 h 340324"/>
              <a:gd name="connsiteX83" fmla="*/ 122545 w 453877"/>
              <a:gd name="connsiteY83" fmla="*/ 196785 h 340324"/>
              <a:gd name="connsiteX84" fmla="*/ 378042 w 453877"/>
              <a:gd name="connsiteY84" fmla="*/ 321413 h 340324"/>
              <a:gd name="connsiteX85" fmla="*/ 321307 w 453877"/>
              <a:gd name="connsiteY85" fmla="*/ 170687 h 340324"/>
              <a:gd name="connsiteX86" fmla="*/ 322442 w 453877"/>
              <a:gd name="connsiteY86" fmla="*/ 142508 h 340324"/>
              <a:gd name="connsiteX87" fmla="*/ 378042 w 453877"/>
              <a:gd name="connsiteY87" fmla="*/ 19961 h 340324"/>
              <a:gd name="connsiteX88" fmla="*/ 434777 w 453877"/>
              <a:gd name="connsiteY88" fmla="*/ 170687 h 340324"/>
              <a:gd name="connsiteX89" fmla="*/ 378042 w 453877"/>
              <a:gd name="connsiteY89" fmla="*/ 321413 h 340324"/>
              <a:gd name="connsiteX90" fmla="*/ 378042 w 453877"/>
              <a:gd name="connsiteY90" fmla="*/ 95229 h 340324"/>
              <a:gd name="connsiteX91" fmla="*/ 340219 w 453877"/>
              <a:gd name="connsiteY91" fmla="*/ 170687 h 340324"/>
              <a:gd name="connsiteX92" fmla="*/ 378042 w 453877"/>
              <a:gd name="connsiteY92" fmla="*/ 246144 h 340324"/>
              <a:gd name="connsiteX93" fmla="*/ 415865 w 453877"/>
              <a:gd name="connsiteY93" fmla="*/ 170687 h 340324"/>
              <a:gd name="connsiteX94" fmla="*/ 378042 w 453877"/>
              <a:gd name="connsiteY94" fmla="*/ 95229 h 340324"/>
              <a:gd name="connsiteX95" fmla="*/ 378042 w 453877"/>
              <a:gd name="connsiteY95" fmla="*/ 227233 h 340324"/>
              <a:gd name="connsiteX96" fmla="*/ 359130 w 453877"/>
              <a:gd name="connsiteY96" fmla="*/ 170687 h 340324"/>
              <a:gd name="connsiteX97" fmla="*/ 378042 w 453877"/>
              <a:gd name="connsiteY97" fmla="*/ 114141 h 340324"/>
              <a:gd name="connsiteX98" fmla="*/ 396954 w 453877"/>
              <a:gd name="connsiteY98" fmla="*/ 170687 h 340324"/>
              <a:gd name="connsiteX99" fmla="*/ 378042 w 453877"/>
              <a:gd name="connsiteY99" fmla="*/ 227233 h 34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3877" h="340324">
                <a:moveTo>
                  <a:pt x="453689" y="170498"/>
                </a:moveTo>
                <a:cubicBezTo>
                  <a:pt x="453689" y="74615"/>
                  <a:pt x="421728" y="2373"/>
                  <a:pt x="379177" y="1049"/>
                </a:cubicBezTo>
                <a:lnTo>
                  <a:pt x="379177" y="1049"/>
                </a:lnTo>
                <a:cubicBezTo>
                  <a:pt x="377475" y="860"/>
                  <a:pt x="334545" y="-4435"/>
                  <a:pt x="280836" y="10694"/>
                </a:cubicBezTo>
                <a:cubicBezTo>
                  <a:pt x="225803" y="26202"/>
                  <a:pt x="151858" y="60999"/>
                  <a:pt x="108362" y="137402"/>
                </a:cubicBezTo>
                <a:lnTo>
                  <a:pt x="67323" y="137402"/>
                </a:lnTo>
                <a:cubicBezTo>
                  <a:pt x="66945" y="136078"/>
                  <a:pt x="66567" y="134755"/>
                  <a:pt x="66189" y="133620"/>
                </a:cubicBezTo>
                <a:cubicBezTo>
                  <a:pt x="64486" y="129081"/>
                  <a:pt x="61271" y="124731"/>
                  <a:pt x="57300" y="121516"/>
                </a:cubicBezTo>
                <a:cubicBezTo>
                  <a:pt x="49546" y="115086"/>
                  <a:pt x="38767" y="112628"/>
                  <a:pt x="27798" y="114897"/>
                </a:cubicBezTo>
                <a:cubicBezTo>
                  <a:pt x="14371" y="117545"/>
                  <a:pt x="3402" y="128514"/>
                  <a:pt x="754" y="142130"/>
                </a:cubicBezTo>
                <a:cubicBezTo>
                  <a:pt x="-1326" y="152342"/>
                  <a:pt x="943" y="162744"/>
                  <a:pt x="6995" y="170876"/>
                </a:cubicBezTo>
                <a:cubicBezTo>
                  <a:pt x="1132" y="179008"/>
                  <a:pt x="-1137" y="189409"/>
                  <a:pt x="1132" y="199622"/>
                </a:cubicBezTo>
                <a:cubicBezTo>
                  <a:pt x="4158" y="213238"/>
                  <a:pt x="15127" y="224018"/>
                  <a:pt x="28743" y="226476"/>
                </a:cubicBezTo>
                <a:cubicBezTo>
                  <a:pt x="31013" y="226854"/>
                  <a:pt x="33471" y="227043"/>
                  <a:pt x="35741" y="227043"/>
                </a:cubicBezTo>
                <a:cubicBezTo>
                  <a:pt x="50681" y="227043"/>
                  <a:pt x="63541" y="217966"/>
                  <a:pt x="68080" y="203593"/>
                </a:cubicBezTo>
                <a:lnTo>
                  <a:pt x="105525" y="203593"/>
                </a:lnTo>
                <a:cubicBezTo>
                  <a:pt x="128597" y="246144"/>
                  <a:pt x="163016" y="271864"/>
                  <a:pt x="193653" y="291532"/>
                </a:cubicBezTo>
                <a:cubicBezTo>
                  <a:pt x="263815" y="336164"/>
                  <a:pt x="342110" y="340324"/>
                  <a:pt x="369153" y="340324"/>
                </a:cubicBezTo>
                <a:cubicBezTo>
                  <a:pt x="374827" y="340324"/>
                  <a:pt x="378231" y="340324"/>
                  <a:pt x="378798" y="340135"/>
                </a:cubicBezTo>
                <a:lnTo>
                  <a:pt x="378798" y="340135"/>
                </a:lnTo>
                <a:cubicBezTo>
                  <a:pt x="421728" y="339379"/>
                  <a:pt x="453878" y="266758"/>
                  <a:pt x="453878" y="170498"/>
                </a:cubicBezTo>
                <a:close/>
                <a:moveTo>
                  <a:pt x="189871" y="197730"/>
                </a:moveTo>
                <a:cubicBezTo>
                  <a:pt x="199894" y="206430"/>
                  <a:pt x="210863" y="214940"/>
                  <a:pt x="222399" y="223072"/>
                </a:cubicBezTo>
                <a:cubicBezTo>
                  <a:pt x="228829" y="227422"/>
                  <a:pt x="235259" y="231582"/>
                  <a:pt x="241689" y="235554"/>
                </a:cubicBezTo>
                <a:cubicBezTo>
                  <a:pt x="246038" y="261652"/>
                  <a:pt x="252658" y="285102"/>
                  <a:pt x="261357" y="303257"/>
                </a:cubicBezTo>
                <a:cubicBezTo>
                  <a:pt x="243013" y="297017"/>
                  <a:pt x="224290" y="288506"/>
                  <a:pt x="206135" y="277349"/>
                </a:cubicBezTo>
                <a:cubicBezTo>
                  <a:pt x="197814" y="255411"/>
                  <a:pt x="192140" y="227233"/>
                  <a:pt x="189871" y="197730"/>
                </a:cubicBezTo>
                <a:close/>
                <a:moveTo>
                  <a:pt x="188736" y="169552"/>
                </a:moveTo>
                <a:cubicBezTo>
                  <a:pt x="188736" y="136835"/>
                  <a:pt x="194031" y="107711"/>
                  <a:pt x="205378" y="76128"/>
                </a:cubicBezTo>
                <a:cubicBezTo>
                  <a:pt x="216725" y="87475"/>
                  <a:pt x="229396" y="98633"/>
                  <a:pt x="243202" y="109224"/>
                </a:cubicBezTo>
                <a:cubicBezTo>
                  <a:pt x="239041" y="129459"/>
                  <a:pt x="236583" y="150640"/>
                  <a:pt x="236583" y="170687"/>
                </a:cubicBezTo>
                <a:cubicBezTo>
                  <a:pt x="236583" y="184303"/>
                  <a:pt x="237339" y="197730"/>
                  <a:pt x="238663" y="210969"/>
                </a:cubicBezTo>
                <a:cubicBezTo>
                  <a:pt x="236961" y="209834"/>
                  <a:pt x="235070" y="208699"/>
                  <a:pt x="233368" y="207564"/>
                </a:cubicBezTo>
                <a:cubicBezTo>
                  <a:pt x="216914" y="196217"/>
                  <a:pt x="201974" y="183925"/>
                  <a:pt x="188925" y="171254"/>
                </a:cubicBezTo>
                <a:cubicBezTo>
                  <a:pt x="188925" y="170687"/>
                  <a:pt x="188925" y="170119"/>
                  <a:pt x="188925" y="169552"/>
                </a:cubicBezTo>
                <a:close/>
                <a:moveTo>
                  <a:pt x="214834" y="58730"/>
                </a:moveTo>
                <a:cubicBezTo>
                  <a:pt x="233368" y="48139"/>
                  <a:pt x="251901" y="40196"/>
                  <a:pt x="269300" y="34334"/>
                </a:cubicBezTo>
                <a:cubicBezTo>
                  <a:pt x="260790" y="49841"/>
                  <a:pt x="253414" y="68564"/>
                  <a:pt x="247930" y="88988"/>
                </a:cubicBezTo>
                <a:cubicBezTo>
                  <a:pt x="235826" y="79343"/>
                  <a:pt x="224668" y="69131"/>
                  <a:pt x="214834" y="58730"/>
                </a:cubicBezTo>
                <a:close/>
                <a:moveTo>
                  <a:pt x="263248" y="247657"/>
                </a:moveTo>
                <a:cubicBezTo>
                  <a:pt x="281214" y="257113"/>
                  <a:pt x="298991" y="264489"/>
                  <a:pt x="315822" y="269595"/>
                </a:cubicBezTo>
                <a:cubicBezTo>
                  <a:pt x="322252" y="290587"/>
                  <a:pt x="330952" y="307985"/>
                  <a:pt x="341164" y="320089"/>
                </a:cubicBezTo>
                <a:cubicBezTo>
                  <a:pt x="326224" y="318765"/>
                  <a:pt x="307691" y="315928"/>
                  <a:pt x="287644" y="311011"/>
                </a:cubicBezTo>
                <a:cubicBezTo>
                  <a:pt x="277432" y="296828"/>
                  <a:pt x="268922" y="274512"/>
                  <a:pt x="263248" y="247657"/>
                </a:cubicBezTo>
                <a:close/>
                <a:moveTo>
                  <a:pt x="259088" y="224018"/>
                </a:moveTo>
                <a:cubicBezTo>
                  <a:pt x="256629" y="206997"/>
                  <a:pt x="255305" y="189031"/>
                  <a:pt x="255305" y="170687"/>
                </a:cubicBezTo>
                <a:cubicBezTo>
                  <a:pt x="255305" y="154423"/>
                  <a:pt x="257007" y="137780"/>
                  <a:pt x="259844" y="121327"/>
                </a:cubicBezTo>
                <a:cubicBezTo>
                  <a:pt x="274028" y="131161"/>
                  <a:pt x="288779" y="139672"/>
                  <a:pt x="303341" y="147047"/>
                </a:cubicBezTo>
                <a:cubicBezTo>
                  <a:pt x="302963" y="154801"/>
                  <a:pt x="302395" y="162555"/>
                  <a:pt x="302395" y="170498"/>
                </a:cubicBezTo>
                <a:cubicBezTo>
                  <a:pt x="302395" y="198676"/>
                  <a:pt x="305232" y="224774"/>
                  <a:pt x="310149" y="247657"/>
                </a:cubicBezTo>
                <a:cubicBezTo>
                  <a:pt x="293696" y="241795"/>
                  <a:pt x="276297" y="233852"/>
                  <a:pt x="259088" y="223828"/>
                </a:cubicBezTo>
                <a:close/>
                <a:moveTo>
                  <a:pt x="304854" y="126622"/>
                </a:moveTo>
                <a:cubicBezTo>
                  <a:pt x="292561" y="120003"/>
                  <a:pt x="280458" y="112817"/>
                  <a:pt x="268543" y="104685"/>
                </a:cubicBezTo>
                <a:cubicBezTo>
                  <a:pt x="267030" y="103550"/>
                  <a:pt x="265517" y="102416"/>
                  <a:pt x="264005" y="101281"/>
                </a:cubicBezTo>
                <a:cubicBezTo>
                  <a:pt x="271569" y="70644"/>
                  <a:pt x="283105" y="43411"/>
                  <a:pt x="297100" y="26391"/>
                </a:cubicBezTo>
                <a:cubicBezTo>
                  <a:pt x="314499" y="22230"/>
                  <a:pt x="330195" y="20339"/>
                  <a:pt x="343055" y="19582"/>
                </a:cubicBezTo>
                <a:cubicBezTo>
                  <a:pt x="324333" y="40764"/>
                  <a:pt x="310338" y="78776"/>
                  <a:pt x="304854" y="126622"/>
                </a:cubicBezTo>
                <a:close/>
                <a:moveTo>
                  <a:pt x="184386" y="78776"/>
                </a:moveTo>
                <a:cubicBezTo>
                  <a:pt x="176444" y="103361"/>
                  <a:pt x="171905" y="127001"/>
                  <a:pt x="170392" y="151775"/>
                </a:cubicBezTo>
                <a:cubicBezTo>
                  <a:pt x="159990" y="139482"/>
                  <a:pt x="151669" y="127568"/>
                  <a:pt x="145996" y="116032"/>
                </a:cubicBezTo>
                <a:cubicBezTo>
                  <a:pt x="157721" y="101659"/>
                  <a:pt x="170770" y="89177"/>
                  <a:pt x="184386" y="78776"/>
                </a:cubicBezTo>
                <a:close/>
                <a:moveTo>
                  <a:pt x="66567" y="184870"/>
                </a:moveTo>
                <a:lnTo>
                  <a:pt x="66567" y="184870"/>
                </a:lnTo>
                <a:cubicBezTo>
                  <a:pt x="59002" y="184870"/>
                  <a:pt x="52005" y="190166"/>
                  <a:pt x="50114" y="197352"/>
                </a:cubicBezTo>
                <a:cubicBezTo>
                  <a:pt x="48033" y="205295"/>
                  <a:pt x="40847" y="209456"/>
                  <a:pt x="32148" y="207943"/>
                </a:cubicBezTo>
                <a:cubicBezTo>
                  <a:pt x="26096" y="206808"/>
                  <a:pt x="20990" y="201702"/>
                  <a:pt x="19666" y="195650"/>
                </a:cubicBezTo>
                <a:cubicBezTo>
                  <a:pt x="18342" y="189787"/>
                  <a:pt x="20044" y="184114"/>
                  <a:pt x="24015" y="179953"/>
                </a:cubicBezTo>
                <a:cubicBezTo>
                  <a:pt x="26474" y="177495"/>
                  <a:pt x="27798" y="174280"/>
                  <a:pt x="27798" y="170687"/>
                </a:cubicBezTo>
                <a:cubicBezTo>
                  <a:pt x="27798" y="167093"/>
                  <a:pt x="26474" y="163878"/>
                  <a:pt x="23826" y="161420"/>
                </a:cubicBezTo>
                <a:cubicBezTo>
                  <a:pt x="19666" y="157449"/>
                  <a:pt x="17964" y="151775"/>
                  <a:pt x="19288" y="145912"/>
                </a:cubicBezTo>
                <a:cubicBezTo>
                  <a:pt x="20611" y="139672"/>
                  <a:pt x="25528" y="134565"/>
                  <a:pt x="31580" y="133431"/>
                </a:cubicBezTo>
                <a:cubicBezTo>
                  <a:pt x="36875" y="132296"/>
                  <a:pt x="41982" y="133431"/>
                  <a:pt x="45386" y="136078"/>
                </a:cubicBezTo>
                <a:cubicBezTo>
                  <a:pt x="46899" y="137402"/>
                  <a:pt x="48033" y="138915"/>
                  <a:pt x="49168" y="142130"/>
                </a:cubicBezTo>
                <a:cubicBezTo>
                  <a:pt x="49924" y="145156"/>
                  <a:pt x="51437" y="151019"/>
                  <a:pt x="57111" y="154234"/>
                </a:cubicBezTo>
                <a:cubicBezTo>
                  <a:pt x="61650" y="156881"/>
                  <a:pt x="66189" y="156503"/>
                  <a:pt x="70916" y="156314"/>
                </a:cubicBezTo>
                <a:lnTo>
                  <a:pt x="104012" y="156314"/>
                </a:lnTo>
                <a:lnTo>
                  <a:pt x="104012" y="184870"/>
                </a:lnTo>
                <a:lnTo>
                  <a:pt x="66756" y="184870"/>
                </a:lnTo>
                <a:close/>
                <a:moveTo>
                  <a:pt x="122734" y="196596"/>
                </a:moveTo>
                <a:lnTo>
                  <a:pt x="122734" y="150073"/>
                </a:lnTo>
                <a:cubicBezTo>
                  <a:pt x="126138" y="144021"/>
                  <a:pt x="129921" y="138726"/>
                  <a:pt x="133514" y="133242"/>
                </a:cubicBezTo>
                <a:cubicBezTo>
                  <a:pt x="142213" y="148182"/>
                  <a:pt x="154695" y="163878"/>
                  <a:pt x="169824" y="179386"/>
                </a:cubicBezTo>
                <a:cubicBezTo>
                  <a:pt x="170581" y="207754"/>
                  <a:pt x="174363" y="236121"/>
                  <a:pt x="180793" y="260706"/>
                </a:cubicBezTo>
                <a:cubicBezTo>
                  <a:pt x="159423" y="244820"/>
                  <a:pt x="138053" y="224774"/>
                  <a:pt x="122545" y="196785"/>
                </a:cubicBezTo>
                <a:close/>
                <a:moveTo>
                  <a:pt x="378042" y="321413"/>
                </a:moveTo>
                <a:cubicBezTo>
                  <a:pt x="351187" y="321413"/>
                  <a:pt x="321307" y="259572"/>
                  <a:pt x="321307" y="170687"/>
                </a:cubicBezTo>
                <a:cubicBezTo>
                  <a:pt x="321307" y="161042"/>
                  <a:pt x="321685" y="151775"/>
                  <a:pt x="322442" y="142508"/>
                </a:cubicBezTo>
                <a:cubicBezTo>
                  <a:pt x="328115" y="65727"/>
                  <a:pt x="355348" y="19961"/>
                  <a:pt x="378042" y="19961"/>
                </a:cubicBezTo>
                <a:cubicBezTo>
                  <a:pt x="404896" y="19961"/>
                  <a:pt x="434777" y="81802"/>
                  <a:pt x="434777" y="170687"/>
                </a:cubicBezTo>
                <a:cubicBezTo>
                  <a:pt x="434777" y="259572"/>
                  <a:pt x="404896" y="321413"/>
                  <a:pt x="378042" y="321413"/>
                </a:cubicBezTo>
                <a:close/>
                <a:moveTo>
                  <a:pt x="378042" y="95229"/>
                </a:moveTo>
                <a:cubicBezTo>
                  <a:pt x="353268" y="95229"/>
                  <a:pt x="340219" y="133242"/>
                  <a:pt x="340219" y="170687"/>
                </a:cubicBezTo>
                <a:cubicBezTo>
                  <a:pt x="340219" y="208132"/>
                  <a:pt x="353268" y="246144"/>
                  <a:pt x="378042" y="246144"/>
                </a:cubicBezTo>
                <a:cubicBezTo>
                  <a:pt x="402816" y="246144"/>
                  <a:pt x="415865" y="208132"/>
                  <a:pt x="415865" y="170687"/>
                </a:cubicBezTo>
                <a:cubicBezTo>
                  <a:pt x="415865" y="133242"/>
                  <a:pt x="402816" y="95229"/>
                  <a:pt x="378042" y="95229"/>
                </a:cubicBezTo>
                <a:close/>
                <a:moveTo>
                  <a:pt x="378042" y="227233"/>
                </a:moveTo>
                <a:cubicBezTo>
                  <a:pt x="371423" y="227233"/>
                  <a:pt x="359130" y="205862"/>
                  <a:pt x="359130" y="170687"/>
                </a:cubicBezTo>
                <a:cubicBezTo>
                  <a:pt x="359130" y="135511"/>
                  <a:pt x="371423" y="114141"/>
                  <a:pt x="378042" y="114141"/>
                </a:cubicBezTo>
                <a:cubicBezTo>
                  <a:pt x="384661" y="114141"/>
                  <a:pt x="396954" y="135511"/>
                  <a:pt x="396954" y="170687"/>
                </a:cubicBezTo>
                <a:cubicBezTo>
                  <a:pt x="396954" y="205862"/>
                  <a:pt x="384661" y="227233"/>
                  <a:pt x="378042" y="227233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7" name="Graphic 9" descr="Canned food icon.">
            <a:extLst>
              <a:ext uri="{FF2B5EF4-FFF2-40B4-BE49-F238E27FC236}">
                <a16:creationId xmlns:a16="http://schemas.microsoft.com/office/drawing/2014/main" id="{114095FE-4F35-4053-BDB8-91AD70385DF2}"/>
              </a:ext>
            </a:extLst>
          </p:cNvPr>
          <p:cNvSpPr/>
          <p:nvPr/>
        </p:nvSpPr>
        <p:spPr>
          <a:xfrm>
            <a:off x="3423726" y="3317458"/>
            <a:ext cx="416103" cy="415867"/>
          </a:xfrm>
          <a:custGeom>
            <a:avLst/>
            <a:gdLst>
              <a:gd name="connsiteX0" fmla="*/ 415300 w 416103"/>
              <a:gd name="connsiteY0" fmla="*/ 28178 h 415867"/>
              <a:gd name="connsiteX1" fmla="*/ 415300 w 416103"/>
              <a:gd name="connsiteY1" fmla="*/ 27422 h 415867"/>
              <a:gd name="connsiteX2" fmla="*/ 415300 w 416103"/>
              <a:gd name="connsiteY2" fmla="*/ 27044 h 415867"/>
              <a:gd name="connsiteX3" fmla="*/ 415300 w 416103"/>
              <a:gd name="connsiteY3" fmla="*/ 27044 h 415867"/>
              <a:gd name="connsiteX4" fmla="*/ 292563 w 416103"/>
              <a:gd name="connsiteY4" fmla="*/ 0 h 415867"/>
              <a:gd name="connsiteX5" fmla="*/ 169638 w 416103"/>
              <a:gd name="connsiteY5" fmla="*/ 26855 h 415867"/>
              <a:gd name="connsiteX6" fmla="*/ 169638 w 416103"/>
              <a:gd name="connsiteY6" fmla="*/ 26855 h 415867"/>
              <a:gd name="connsiteX7" fmla="*/ 169638 w 416103"/>
              <a:gd name="connsiteY7" fmla="*/ 27233 h 415867"/>
              <a:gd name="connsiteX8" fmla="*/ 169449 w 416103"/>
              <a:gd name="connsiteY8" fmla="*/ 28178 h 415867"/>
              <a:gd name="connsiteX9" fmla="*/ 169638 w 416103"/>
              <a:gd name="connsiteY9" fmla="*/ 29124 h 415867"/>
              <a:gd name="connsiteX10" fmla="*/ 169638 w 416103"/>
              <a:gd name="connsiteY10" fmla="*/ 39336 h 415867"/>
              <a:gd name="connsiteX11" fmla="*/ 123115 w 416103"/>
              <a:gd name="connsiteY11" fmla="*/ 37823 h 415867"/>
              <a:gd name="connsiteX12" fmla="*/ 189 w 416103"/>
              <a:gd name="connsiteY12" fmla="*/ 64678 h 415867"/>
              <a:gd name="connsiteX13" fmla="*/ 189 w 416103"/>
              <a:gd name="connsiteY13" fmla="*/ 64678 h 415867"/>
              <a:gd name="connsiteX14" fmla="*/ 189 w 416103"/>
              <a:gd name="connsiteY14" fmla="*/ 65056 h 415867"/>
              <a:gd name="connsiteX15" fmla="*/ 0 w 416103"/>
              <a:gd name="connsiteY15" fmla="*/ 66002 h 415867"/>
              <a:gd name="connsiteX16" fmla="*/ 189 w 416103"/>
              <a:gd name="connsiteY16" fmla="*/ 66947 h 415867"/>
              <a:gd name="connsiteX17" fmla="*/ 189 w 416103"/>
              <a:gd name="connsiteY17" fmla="*/ 387689 h 415867"/>
              <a:gd name="connsiteX18" fmla="*/ 4161 w 416103"/>
              <a:gd name="connsiteY18" fmla="*/ 397523 h 415867"/>
              <a:gd name="connsiteX19" fmla="*/ 123115 w 416103"/>
              <a:gd name="connsiteY19" fmla="*/ 415868 h 415867"/>
              <a:gd name="connsiteX20" fmla="*/ 246041 w 416103"/>
              <a:gd name="connsiteY20" fmla="*/ 388635 h 415867"/>
              <a:gd name="connsiteX21" fmla="*/ 246041 w 416103"/>
              <a:gd name="connsiteY21" fmla="*/ 376342 h 415867"/>
              <a:gd name="connsiteX22" fmla="*/ 292753 w 416103"/>
              <a:gd name="connsiteY22" fmla="*/ 378044 h 415867"/>
              <a:gd name="connsiteX23" fmla="*/ 415678 w 416103"/>
              <a:gd name="connsiteY23" fmla="*/ 350811 h 415867"/>
              <a:gd name="connsiteX24" fmla="*/ 415678 w 416103"/>
              <a:gd name="connsiteY24" fmla="*/ 331522 h 415867"/>
              <a:gd name="connsiteX25" fmla="*/ 415678 w 416103"/>
              <a:gd name="connsiteY25" fmla="*/ 29124 h 415867"/>
              <a:gd name="connsiteX26" fmla="*/ 415678 w 416103"/>
              <a:gd name="connsiteY26" fmla="*/ 28368 h 415867"/>
              <a:gd name="connsiteX27" fmla="*/ 396199 w 416103"/>
              <a:gd name="connsiteY27" fmla="*/ 276299 h 415867"/>
              <a:gd name="connsiteX28" fmla="*/ 245473 w 416103"/>
              <a:gd name="connsiteY28" fmla="*/ 281973 h 415867"/>
              <a:gd name="connsiteX29" fmla="*/ 245473 w 416103"/>
              <a:gd name="connsiteY29" fmla="*/ 129167 h 415867"/>
              <a:gd name="connsiteX30" fmla="*/ 292185 w 416103"/>
              <a:gd name="connsiteY30" fmla="*/ 130680 h 415867"/>
              <a:gd name="connsiteX31" fmla="*/ 396199 w 416103"/>
              <a:gd name="connsiteY31" fmla="*/ 123493 h 415867"/>
              <a:gd name="connsiteX32" fmla="*/ 396199 w 416103"/>
              <a:gd name="connsiteY32" fmla="*/ 276299 h 415867"/>
              <a:gd name="connsiteX33" fmla="*/ 396199 w 416103"/>
              <a:gd name="connsiteY33" fmla="*/ 104582 h 415867"/>
              <a:gd name="connsiteX34" fmla="*/ 245284 w 416103"/>
              <a:gd name="connsiteY34" fmla="*/ 110066 h 415867"/>
              <a:gd name="connsiteX35" fmla="*/ 245284 w 416103"/>
              <a:gd name="connsiteY35" fmla="*/ 67893 h 415867"/>
              <a:gd name="connsiteX36" fmla="*/ 245663 w 416103"/>
              <a:gd name="connsiteY36" fmla="*/ 66002 h 415867"/>
              <a:gd name="connsiteX37" fmla="*/ 238476 w 416103"/>
              <a:gd name="connsiteY37" fmla="*/ 54466 h 415867"/>
              <a:gd name="connsiteX38" fmla="*/ 292185 w 416103"/>
              <a:gd name="connsiteY38" fmla="*/ 56546 h 415867"/>
              <a:gd name="connsiteX39" fmla="*/ 396199 w 416103"/>
              <a:gd name="connsiteY39" fmla="*/ 45577 h 415867"/>
              <a:gd name="connsiteX40" fmla="*/ 396199 w 416103"/>
              <a:gd name="connsiteY40" fmla="*/ 104582 h 415867"/>
              <a:gd name="connsiteX41" fmla="*/ 292185 w 416103"/>
              <a:gd name="connsiteY41" fmla="*/ 18723 h 415867"/>
              <a:gd name="connsiteX42" fmla="*/ 389391 w 416103"/>
              <a:gd name="connsiteY42" fmla="*/ 28178 h 415867"/>
              <a:gd name="connsiteX43" fmla="*/ 292185 w 416103"/>
              <a:gd name="connsiteY43" fmla="*/ 37634 h 415867"/>
              <a:gd name="connsiteX44" fmla="*/ 194979 w 416103"/>
              <a:gd name="connsiteY44" fmla="*/ 27989 h 415867"/>
              <a:gd name="connsiteX45" fmla="*/ 292185 w 416103"/>
              <a:gd name="connsiteY45" fmla="*/ 18723 h 415867"/>
              <a:gd name="connsiteX46" fmla="*/ 122737 w 416103"/>
              <a:gd name="connsiteY46" fmla="*/ 56546 h 415867"/>
              <a:gd name="connsiteX47" fmla="*/ 219943 w 416103"/>
              <a:gd name="connsiteY47" fmla="*/ 66002 h 415867"/>
              <a:gd name="connsiteX48" fmla="*/ 122737 w 416103"/>
              <a:gd name="connsiteY48" fmla="*/ 75458 h 415867"/>
              <a:gd name="connsiteX49" fmla="*/ 25531 w 416103"/>
              <a:gd name="connsiteY49" fmla="*/ 65813 h 415867"/>
              <a:gd name="connsiteX50" fmla="*/ 122737 w 416103"/>
              <a:gd name="connsiteY50" fmla="*/ 56546 h 415867"/>
              <a:gd name="connsiteX51" fmla="*/ 122737 w 416103"/>
              <a:gd name="connsiteY51" fmla="*/ 396767 h 415867"/>
              <a:gd name="connsiteX52" fmla="*/ 18723 w 416103"/>
              <a:gd name="connsiteY52" fmla="*/ 385042 h 415867"/>
              <a:gd name="connsiteX53" fmla="*/ 18723 w 416103"/>
              <a:gd name="connsiteY53" fmla="*/ 83211 h 415867"/>
              <a:gd name="connsiteX54" fmla="*/ 122926 w 416103"/>
              <a:gd name="connsiteY54" fmla="*/ 94558 h 415867"/>
              <a:gd name="connsiteX55" fmla="*/ 226751 w 416103"/>
              <a:gd name="connsiteY55" fmla="*/ 83779 h 415867"/>
              <a:gd name="connsiteX56" fmla="*/ 226751 w 416103"/>
              <a:gd name="connsiteY56" fmla="*/ 370101 h 415867"/>
              <a:gd name="connsiteX57" fmla="*/ 227129 w 416103"/>
              <a:gd name="connsiteY57" fmla="*/ 384852 h 415867"/>
              <a:gd name="connsiteX58" fmla="*/ 122926 w 416103"/>
              <a:gd name="connsiteY58" fmla="*/ 396956 h 415867"/>
              <a:gd name="connsiteX59" fmla="*/ 292374 w 416103"/>
              <a:gd name="connsiteY59" fmla="*/ 358943 h 415867"/>
              <a:gd name="connsiteX60" fmla="*/ 245663 w 416103"/>
              <a:gd name="connsiteY60" fmla="*/ 357052 h 415867"/>
              <a:gd name="connsiteX61" fmla="*/ 245663 w 416103"/>
              <a:gd name="connsiteY61" fmla="*/ 300696 h 415867"/>
              <a:gd name="connsiteX62" fmla="*/ 292185 w 416103"/>
              <a:gd name="connsiteY62" fmla="*/ 302398 h 415867"/>
              <a:gd name="connsiteX63" fmla="*/ 396389 w 416103"/>
              <a:gd name="connsiteY63" fmla="*/ 295211 h 415867"/>
              <a:gd name="connsiteX64" fmla="*/ 396389 w 416103"/>
              <a:gd name="connsiteY64" fmla="*/ 331900 h 415867"/>
              <a:gd name="connsiteX65" fmla="*/ 396389 w 416103"/>
              <a:gd name="connsiteY65" fmla="*/ 346651 h 415867"/>
              <a:gd name="connsiteX66" fmla="*/ 292185 w 416103"/>
              <a:gd name="connsiteY66" fmla="*/ 358754 h 415867"/>
              <a:gd name="connsiteX67" fmla="*/ 202166 w 416103"/>
              <a:gd name="connsiteY67" fmla="*/ 166423 h 415867"/>
              <a:gd name="connsiteX68" fmla="*/ 187226 w 416103"/>
              <a:gd name="connsiteY68" fmla="*/ 161506 h 415867"/>
              <a:gd name="connsiteX69" fmla="*/ 122926 w 416103"/>
              <a:gd name="connsiteY69" fmla="*/ 164342 h 415867"/>
              <a:gd name="connsiteX70" fmla="*/ 58437 w 416103"/>
              <a:gd name="connsiteY70" fmla="*/ 161506 h 415867"/>
              <a:gd name="connsiteX71" fmla="*/ 43875 w 416103"/>
              <a:gd name="connsiteY71" fmla="*/ 166423 h 415867"/>
              <a:gd name="connsiteX72" fmla="*/ 38012 w 416103"/>
              <a:gd name="connsiteY72" fmla="*/ 179850 h 415867"/>
              <a:gd name="connsiteX73" fmla="*/ 38012 w 416103"/>
              <a:gd name="connsiteY73" fmla="*/ 300317 h 415867"/>
              <a:gd name="connsiteX74" fmla="*/ 55033 w 416103"/>
              <a:gd name="connsiteY74" fmla="*/ 318662 h 415867"/>
              <a:gd name="connsiteX75" fmla="*/ 123115 w 416103"/>
              <a:gd name="connsiteY75" fmla="*/ 321687 h 415867"/>
              <a:gd name="connsiteX76" fmla="*/ 191197 w 416103"/>
              <a:gd name="connsiteY76" fmla="*/ 318662 h 415867"/>
              <a:gd name="connsiteX77" fmla="*/ 208217 w 416103"/>
              <a:gd name="connsiteY77" fmla="*/ 300317 h 415867"/>
              <a:gd name="connsiteX78" fmla="*/ 208217 w 416103"/>
              <a:gd name="connsiteY78" fmla="*/ 179850 h 415867"/>
              <a:gd name="connsiteX79" fmla="*/ 202166 w 416103"/>
              <a:gd name="connsiteY79" fmla="*/ 166423 h 415867"/>
              <a:gd name="connsiteX80" fmla="*/ 189306 w 416103"/>
              <a:gd name="connsiteY80" fmla="*/ 299750 h 415867"/>
              <a:gd name="connsiteX81" fmla="*/ 123115 w 416103"/>
              <a:gd name="connsiteY81" fmla="*/ 302776 h 415867"/>
              <a:gd name="connsiteX82" fmla="*/ 57113 w 416103"/>
              <a:gd name="connsiteY82" fmla="*/ 300317 h 415867"/>
              <a:gd name="connsiteX83" fmla="*/ 57113 w 416103"/>
              <a:gd name="connsiteY83" fmla="*/ 180417 h 415867"/>
              <a:gd name="connsiteX84" fmla="*/ 123115 w 416103"/>
              <a:gd name="connsiteY84" fmla="*/ 183254 h 415867"/>
              <a:gd name="connsiteX85" fmla="*/ 189495 w 416103"/>
              <a:gd name="connsiteY85" fmla="*/ 179850 h 415867"/>
              <a:gd name="connsiteX86" fmla="*/ 189495 w 416103"/>
              <a:gd name="connsiteY86" fmla="*/ 299750 h 415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16103" h="415867">
                <a:moveTo>
                  <a:pt x="415300" y="28178"/>
                </a:moveTo>
                <a:cubicBezTo>
                  <a:pt x="415300" y="28178"/>
                  <a:pt x="415300" y="27611"/>
                  <a:pt x="415300" y="27422"/>
                </a:cubicBezTo>
                <a:lnTo>
                  <a:pt x="415300" y="27044"/>
                </a:lnTo>
                <a:lnTo>
                  <a:pt x="415300" y="27044"/>
                </a:lnTo>
                <a:cubicBezTo>
                  <a:pt x="412463" y="3593"/>
                  <a:pt x="337573" y="0"/>
                  <a:pt x="292563" y="0"/>
                </a:cubicBezTo>
                <a:cubicBezTo>
                  <a:pt x="247554" y="0"/>
                  <a:pt x="172285" y="3593"/>
                  <a:pt x="169638" y="26855"/>
                </a:cubicBezTo>
                <a:lnTo>
                  <a:pt x="169638" y="26855"/>
                </a:lnTo>
                <a:lnTo>
                  <a:pt x="169638" y="27233"/>
                </a:lnTo>
                <a:cubicBezTo>
                  <a:pt x="169638" y="27233"/>
                  <a:pt x="169449" y="27800"/>
                  <a:pt x="169449" y="28178"/>
                </a:cubicBezTo>
                <a:cubicBezTo>
                  <a:pt x="169449" y="28557"/>
                  <a:pt x="169449" y="28746"/>
                  <a:pt x="169638" y="29124"/>
                </a:cubicBezTo>
                <a:lnTo>
                  <a:pt x="169638" y="39336"/>
                </a:lnTo>
                <a:cubicBezTo>
                  <a:pt x="153185" y="38202"/>
                  <a:pt x="136731" y="37823"/>
                  <a:pt x="123115" y="37823"/>
                </a:cubicBezTo>
                <a:cubicBezTo>
                  <a:pt x="77916" y="37823"/>
                  <a:pt x="2837" y="41417"/>
                  <a:pt x="189" y="64678"/>
                </a:cubicBezTo>
                <a:lnTo>
                  <a:pt x="189" y="64678"/>
                </a:lnTo>
                <a:lnTo>
                  <a:pt x="189" y="65056"/>
                </a:lnTo>
                <a:cubicBezTo>
                  <a:pt x="189" y="65056"/>
                  <a:pt x="0" y="65623"/>
                  <a:pt x="0" y="66002"/>
                </a:cubicBezTo>
                <a:cubicBezTo>
                  <a:pt x="0" y="66380"/>
                  <a:pt x="0" y="66569"/>
                  <a:pt x="189" y="66947"/>
                </a:cubicBezTo>
                <a:cubicBezTo>
                  <a:pt x="189" y="177202"/>
                  <a:pt x="189" y="383150"/>
                  <a:pt x="189" y="387689"/>
                </a:cubicBezTo>
                <a:cubicBezTo>
                  <a:pt x="189" y="390148"/>
                  <a:pt x="756" y="393930"/>
                  <a:pt x="4161" y="397523"/>
                </a:cubicBezTo>
                <a:cubicBezTo>
                  <a:pt x="21559" y="415489"/>
                  <a:pt x="112714" y="415868"/>
                  <a:pt x="123115" y="415868"/>
                </a:cubicBezTo>
                <a:cubicBezTo>
                  <a:pt x="168314" y="415868"/>
                  <a:pt x="244339" y="412274"/>
                  <a:pt x="246041" y="388635"/>
                </a:cubicBezTo>
                <a:cubicBezTo>
                  <a:pt x="246419" y="384285"/>
                  <a:pt x="246041" y="380314"/>
                  <a:pt x="246041" y="376342"/>
                </a:cubicBezTo>
                <a:cubicBezTo>
                  <a:pt x="260792" y="377477"/>
                  <a:pt x="276489" y="378044"/>
                  <a:pt x="292753" y="378044"/>
                </a:cubicBezTo>
                <a:cubicBezTo>
                  <a:pt x="337951" y="378044"/>
                  <a:pt x="413976" y="374451"/>
                  <a:pt x="415678" y="350811"/>
                </a:cubicBezTo>
                <a:cubicBezTo>
                  <a:pt x="416246" y="343814"/>
                  <a:pt x="416246" y="337573"/>
                  <a:pt x="415678" y="331522"/>
                </a:cubicBezTo>
                <a:lnTo>
                  <a:pt x="415678" y="29124"/>
                </a:lnTo>
                <a:cubicBezTo>
                  <a:pt x="415678" y="29124"/>
                  <a:pt x="415678" y="28557"/>
                  <a:pt x="415678" y="28368"/>
                </a:cubicBezTo>
                <a:close/>
                <a:moveTo>
                  <a:pt x="396199" y="276299"/>
                </a:moveTo>
                <a:cubicBezTo>
                  <a:pt x="346084" y="283108"/>
                  <a:pt x="296913" y="284999"/>
                  <a:pt x="245473" y="281973"/>
                </a:cubicBezTo>
                <a:lnTo>
                  <a:pt x="245473" y="129167"/>
                </a:lnTo>
                <a:cubicBezTo>
                  <a:pt x="261170" y="130112"/>
                  <a:pt x="277056" y="130680"/>
                  <a:pt x="292185" y="130680"/>
                </a:cubicBezTo>
                <a:cubicBezTo>
                  <a:pt x="326415" y="130680"/>
                  <a:pt x="361402" y="128032"/>
                  <a:pt x="396199" y="123493"/>
                </a:cubicBezTo>
                <a:lnTo>
                  <a:pt x="396199" y="276299"/>
                </a:lnTo>
                <a:close/>
                <a:moveTo>
                  <a:pt x="396199" y="104582"/>
                </a:moveTo>
                <a:cubicBezTo>
                  <a:pt x="346084" y="111390"/>
                  <a:pt x="296913" y="113281"/>
                  <a:pt x="245284" y="110066"/>
                </a:cubicBezTo>
                <a:lnTo>
                  <a:pt x="245284" y="67893"/>
                </a:lnTo>
                <a:cubicBezTo>
                  <a:pt x="245284" y="67893"/>
                  <a:pt x="245663" y="66569"/>
                  <a:pt x="245663" y="66002"/>
                </a:cubicBezTo>
                <a:cubicBezTo>
                  <a:pt x="245663" y="61463"/>
                  <a:pt x="243015" y="57681"/>
                  <a:pt x="238476" y="54466"/>
                </a:cubicBezTo>
                <a:cubicBezTo>
                  <a:pt x="258522" y="56168"/>
                  <a:pt x="278758" y="56546"/>
                  <a:pt x="292185" y="56546"/>
                </a:cubicBezTo>
                <a:cubicBezTo>
                  <a:pt x="323957" y="56546"/>
                  <a:pt x="370290" y="54844"/>
                  <a:pt x="396199" y="45577"/>
                </a:cubicBezTo>
                <a:lnTo>
                  <a:pt x="396199" y="104582"/>
                </a:lnTo>
                <a:close/>
                <a:moveTo>
                  <a:pt x="292185" y="18723"/>
                </a:moveTo>
                <a:cubicBezTo>
                  <a:pt x="342112" y="18723"/>
                  <a:pt x="374829" y="23829"/>
                  <a:pt x="389391" y="28178"/>
                </a:cubicBezTo>
                <a:cubicBezTo>
                  <a:pt x="374829" y="32528"/>
                  <a:pt x="342112" y="37634"/>
                  <a:pt x="292185" y="37634"/>
                </a:cubicBezTo>
                <a:cubicBezTo>
                  <a:pt x="242258" y="37634"/>
                  <a:pt x="209730" y="32339"/>
                  <a:pt x="194979" y="27989"/>
                </a:cubicBezTo>
                <a:cubicBezTo>
                  <a:pt x="209730" y="23640"/>
                  <a:pt x="242448" y="18723"/>
                  <a:pt x="292185" y="18723"/>
                </a:cubicBezTo>
                <a:close/>
                <a:moveTo>
                  <a:pt x="122737" y="56546"/>
                </a:moveTo>
                <a:cubicBezTo>
                  <a:pt x="172664" y="56546"/>
                  <a:pt x="205381" y="61652"/>
                  <a:pt x="219943" y="66002"/>
                </a:cubicBezTo>
                <a:cubicBezTo>
                  <a:pt x="205381" y="70351"/>
                  <a:pt x="172664" y="75458"/>
                  <a:pt x="122737" y="75458"/>
                </a:cubicBezTo>
                <a:cubicBezTo>
                  <a:pt x="72810" y="75458"/>
                  <a:pt x="40282" y="70162"/>
                  <a:pt x="25531" y="65813"/>
                </a:cubicBezTo>
                <a:cubicBezTo>
                  <a:pt x="40282" y="61463"/>
                  <a:pt x="72999" y="56546"/>
                  <a:pt x="122737" y="56546"/>
                </a:cubicBezTo>
                <a:close/>
                <a:moveTo>
                  <a:pt x="122737" y="396767"/>
                </a:moveTo>
                <a:cubicBezTo>
                  <a:pt x="62409" y="396767"/>
                  <a:pt x="27044" y="389580"/>
                  <a:pt x="18723" y="385042"/>
                </a:cubicBezTo>
                <a:cubicBezTo>
                  <a:pt x="18723" y="357431"/>
                  <a:pt x="18723" y="150915"/>
                  <a:pt x="18723" y="83211"/>
                </a:cubicBezTo>
                <a:cubicBezTo>
                  <a:pt x="46334" y="93045"/>
                  <a:pt x="96639" y="94558"/>
                  <a:pt x="122926" y="94558"/>
                </a:cubicBezTo>
                <a:cubicBezTo>
                  <a:pt x="154508" y="94558"/>
                  <a:pt x="200842" y="92856"/>
                  <a:pt x="226751" y="83779"/>
                </a:cubicBezTo>
                <a:lnTo>
                  <a:pt x="226751" y="370101"/>
                </a:lnTo>
                <a:cubicBezTo>
                  <a:pt x="227318" y="375207"/>
                  <a:pt x="227507" y="379935"/>
                  <a:pt x="227129" y="384852"/>
                </a:cubicBezTo>
                <a:cubicBezTo>
                  <a:pt x="219375" y="389580"/>
                  <a:pt x="183821" y="396956"/>
                  <a:pt x="122926" y="396956"/>
                </a:cubicBezTo>
                <a:close/>
                <a:moveTo>
                  <a:pt x="292374" y="358943"/>
                </a:moveTo>
                <a:cubicBezTo>
                  <a:pt x="276110" y="358943"/>
                  <a:pt x="260414" y="358187"/>
                  <a:pt x="245663" y="357052"/>
                </a:cubicBezTo>
                <a:lnTo>
                  <a:pt x="245663" y="300696"/>
                </a:lnTo>
                <a:cubicBezTo>
                  <a:pt x="261359" y="301641"/>
                  <a:pt x="277056" y="302398"/>
                  <a:pt x="292185" y="302398"/>
                </a:cubicBezTo>
                <a:cubicBezTo>
                  <a:pt x="326604" y="302398"/>
                  <a:pt x="361591" y="299750"/>
                  <a:pt x="396389" y="295211"/>
                </a:cubicBezTo>
                <a:lnTo>
                  <a:pt x="396389" y="331900"/>
                </a:lnTo>
                <a:cubicBezTo>
                  <a:pt x="396767" y="336817"/>
                  <a:pt x="396767" y="341545"/>
                  <a:pt x="396389" y="346651"/>
                </a:cubicBezTo>
                <a:cubicBezTo>
                  <a:pt x="388635" y="351190"/>
                  <a:pt x="353081" y="358754"/>
                  <a:pt x="292185" y="358754"/>
                </a:cubicBezTo>
                <a:close/>
                <a:moveTo>
                  <a:pt x="202166" y="166423"/>
                </a:moveTo>
                <a:cubicBezTo>
                  <a:pt x="198194" y="162829"/>
                  <a:pt x="192710" y="160938"/>
                  <a:pt x="187226" y="161506"/>
                </a:cubicBezTo>
                <a:cubicBezTo>
                  <a:pt x="165855" y="163586"/>
                  <a:pt x="149780" y="164342"/>
                  <a:pt x="122926" y="164342"/>
                </a:cubicBezTo>
                <a:cubicBezTo>
                  <a:pt x="103447" y="164342"/>
                  <a:pt x="78105" y="163208"/>
                  <a:pt x="58437" y="161506"/>
                </a:cubicBezTo>
                <a:cubicBezTo>
                  <a:pt x="52953" y="161127"/>
                  <a:pt x="47847" y="162829"/>
                  <a:pt x="43875" y="166423"/>
                </a:cubicBezTo>
                <a:cubicBezTo>
                  <a:pt x="40093" y="169827"/>
                  <a:pt x="38012" y="174744"/>
                  <a:pt x="38012" y="179850"/>
                </a:cubicBezTo>
                <a:lnTo>
                  <a:pt x="38012" y="300317"/>
                </a:lnTo>
                <a:cubicBezTo>
                  <a:pt x="38012" y="309773"/>
                  <a:pt x="45388" y="317716"/>
                  <a:pt x="55033" y="318662"/>
                </a:cubicBezTo>
                <a:cubicBezTo>
                  <a:pt x="75458" y="320553"/>
                  <a:pt x="102312" y="321687"/>
                  <a:pt x="123115" y="321687"/>
                </a:cubicBezTo>
                <a:cubicBezTo>
                  <a:pt x="151104" y="321687"/>
                  <a:pt x="168314" y="320931"/>
                  <a:pt x="191197" y="318662"/>
                </a:cubicBezTo>
                <a:cubicBezTo>
                  <a:pt x="200842" y="317716"/>
                  <a:pt x="208217" y="309773"/>
                  <a:pt x="208217" y="300317"/>
                </a:cubicBezTo>
                <a:lnTo>
                  <a:pt x="208217" y="179850"/>
                </a:lnTo>
                <a:cubicBezTo>
                  <a:pt x="208217" y="174744"/>
                  <a:pt x="205948" y="170016"/>
                  <a:pt x="202166" y="166423"/>
                </a:cubicBezTo>
                <a:close/>
                <a:moveTo>
                  <a:pt x="189306" y="299750"/>
                </a:moveTo>
                <a:cubicBezTo>
                  <a:pt x="167179" y="302019"/>
                  <a:pt x="150348" y="302776"/>
                  <a:pt x="123115" y="302776"/>
                </a:cubicBezTo>
                <a:cubicBezTo>
                  <a:pt x="103258" y="302776"/>
                  <a:pt x="76592" y="301641"/>
                  <a:pt x="57113" y="300317"/>
                </a:cubicBezTo>
                <a:lnTo>
                  <a:pt x="57113" y="180417"/>
                </a:lnTo>
                <a:cubicBezTo>
                  <a:pt x="77160" y="182119"/>
                  <a:pt x="103258" y="183254"/>
                  <a:pt x="123115" y="183254"/>
                </a:cubicBezTo>
                <a:cubicBezTo>
                  <a:pt x="150159" y="183254"/>
                  <a:pt x="167557" y="182498"/>
                  <a:pt x="189495" y="179850"/>
                </a:cubicBezTo>
                <a:lnTo>
                  <a:pt x="189495" y="29975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8" name="Graphic 15" descr="Condiment bottles icon.">
            <a:extLst>
              <a:ext uri="{FF2B5EF4-FFF2-40B4-BE49-F238E27FC236}">
                <a16:creationId xmlns:a16="http://schemas.microsoft.com/office/drawing/2014/main" id="{39C29DC1-B54F-4FEA-871A-D7C7E88EF213}"/>
              </a:ext>
            </a:extLst>
          </p:cNvPr>
          <p:cNvSpPr/>
          <p:nvPr/>
        </p:nvSpPr>
        <p:spPr>
          <a:xfrm>
            <a:off x="4616769" y="3312541"/>
            <a:ext cx="397145" cy="425701"/>
          </a:xfrm>
          <a:custGeom>
            <a:avLst/>
            <a:gdLst>
              <a:gd name="connsiteX0" fmla="*/ 381827 w 397145"/>
              <a:gd name="connsiteY0" fmla="*/ 179093 h 425701"/>
              <a:gd name="connsiteX1" fmla="*/ 340410 w 397145"/>
              <a:gd name="connsiteY1" fmla="*/ 95882 h 425701"/>
              <a:gd name="connsiteX2" fmla="*/ 340410 w 397145"/>
              <a:gd name="connsiteY2" fmla="*/ 72621 h 425701"/>
              <a:gd name="connsiteX3" fmla="*/ 349866 w 397145"/>
              <a:gd name="connsiteY3" fmla="*/ 56546 h 425701"/>
              <a:gd name="connsiteX4" fmla="*/ 349866 w 397145"/>
              <a:gd name="connsiteY4" fmla="*/ 18912 h 425701"/>
              <a:gd name="connsiteX5" fmla="*/ 330954 w 397145"/>
              <a:gd name="connsiteY5" fmla="*/ 0 h 425701"/>
              <a:gd name="connsiteX6" fmla="*/ 255308 w 397145"/>
              <a:gd name="connsiteY6" fmla="*/ 0 h 425701"/>
              <a:gd name="connsiteX7" fmla="*/ 236396 w 397145"/>
              <a:gd name="connsiteY7" fmla="*/ 18912 h 425701"/>
              <a:gd name="connsiteX8" fmla="*/ 236396 w 397145"/>
              <a:gd name="connsiteY8" fmla="*/ 56735 h 425701"/>
              <a:gd name="connsiteX9" fmla="*/ 245852 w 397145"/>
              <a:gd name="connsiteY9" fmla="*/ 72810 h 425701"/>
              <a:gd name="connsiteX10" fmla="*/ 245852 w 397145"/>
              <a:gd name="connsiteY10" fmla="*/ 96071 h 425701"/>
              <a:gd name="connsiteX11" fmla="*/ 204435 w 397145"/>
              <a:gd name="connsiteY11" fmla="*/ 179283 h 425701"/>
              <a:gd name="connsiteX12" fmla="*/ 189117 w 397145"/>
              <a:gd name="connsiteY12" fmla="*/ 210298 h 425701"/>
              <a:gd name="connsiteX13" fmla="*/ 189117 w 397145"/>
              <a:gd name="connsiteY13" fmla="*/ 406790 h 425701"/>
              <a:gd name="connsiteX14" fmla="*/ 208028 w 397145"/>
              <a:gd name="connsiteY14" fmla="*/ 425702 h 425701"/>
              <a:gd name="connsiteX15" fmla="*/ 378233 w 397145"/>
              <a:gd name="connsiteY15" fmla="*/ 425702 h 425701"/>
              <a:gd name="connsiteX16" fmla="*/ 397145 w 397145"/>
              <a:gd name="connsiteY16" fmla="*/ 406790 h 425701"/>
              <a:gd name="connsiteX17" fmla="*/ 397145 w 397145"/>
              <a:gd name="connsiteY17" fmla="*/ 210109 h 425701"/>
              <a:gd name="connsiteX18" fmla="*/ 381827 w 397145"/>
              <a:gd name="connsiteY18" fmla="*/ 179093 h 425701"/>
              <a:gd name="connsiteX19" fmla="*/ 255308 w 397145"/>
              <a:gd name="connsiteY19" fmla="*/ 18912 h 425701"/>
              <a:gd name="connsiteX20" fmla="*/ 330954 w 397145"/>
              <a:gd name="connsiteY20" fmla="*/ 18912 h 425701"/>
              <a:gd name="connsiteX21" fmla="*/ 330954 w 397145"/>
              <a:gd name="connsiteY21" fmla="*/ 56735 h 425701"/>
              <a:gd name="connsiteX22" fmla="*/ 255308 w 397145"/>
              <a:gd name="connsiteY22" fmla="*/ 56735 h 425701"/>
              <a:gd name="connsiteX23" fmla="*/ 255308 w 397145"/>
              <a:gd name="connsiteY23" fmla="*/ 18912 h 425701"/>
              <a:gd name="connsiteX24" fmla="*/ 378233 w 397145"/>
              <a:gd name="connsiteY24" fmla="*/ 406601 h 425701"/>
              <a:gd name="connsiteX25" fmla="*/ 208028 w 397145"/>
              <a:gd name="connsiteY25" fmla="*/ 406601 h 425701"/>
              <a:gd name="connsiteX26" fmla="*/ 208028 w 397145"/>
              <a:gd name="connsiteY26" fmla="*/ 210109 h 425701"/>
              <a:gd name="connsiteX27" fmla="*/ 215971 w 397145"/>
              <a:gd name="connsiteY27" fmla="*/ 194223 h 425701"/>
              <a:gd name="connsiteX28" fmla="*/ 264763 w 397145"/>
              <a:gd name="connsiteY28" fmla="*/ 95882 h 425701"/>
              <a:gd name="connsiteX29" fmla="*/ 264763 w 397145"/>
              <a:gd name="connsiteY29" fmla="*/ 75647 h 425701"/>
              <a:gd name="connsiteX30" fmla="*/ 321498 w 397145"/>
              <a:gd name="connsiteY30" fmla="*/ 75647 h 425701"/>
              <a:gd name="connsiteX31" fmla="*/ 321498 w 397145"/>
              <a:gd name="connsiteY31" fmla="*/ 95882 h 425701"/>
              <a:gd name="connsiteX32" fmla="*/ 370290 w 397145"/>
              <a:gd name="connsiteY32" fmla="*/ 194223 h 425701"/>
              <a:gd name="connsiteX33" fmla="*/ 378233 w 397145"/>
              <a:gd name="connsiteY33" fmla="*/ 210109 h 425701"/>
              <a:gd name="connsiteX34" fmla="*/ 378233 w 397145"/>
              <a:gd name="connsiteY34" fmla="*/ 406601 h 425701"/>
              <a:gd name="connsiteX35" fmla="*/ 340410 w 397145"/>
              <a:gd name="connsiteY35" fmla="*/ 226940 h 425701"/>
              <a:gd name="connsiteX36" fmla="*/ 245852 w 397145"/>
              <a:gd name="connsiteY36" fmla="*/ 226940 h 425701"/>
              <a:gd name="connsiteX37" fmla="*/ 226940 w 397145"/>
              <a:gd name="connsiteY37" fmla="*/ 245852 h 425701"/>
              <a:gd name="connsiteX38" fmla="*/ 226940 w 397145"/>
              <a:gd name="connsiteY38" fmla="*/ 368778 h 425701"/>
              <a:gd name="connsiteX39" fmla="*/ 245852 w 397145"/>
              <a:gd name="connsiteY39" fmla="*/ 387689 h 425701"/>
              <a:gd name="connsiteX40" fmla="*/ 340410 w 397145"/>
              <a:gd name="connsiteY40" fmla="*/ 387689 h 425701"/>
              <a:gd name="connsiteX41" fmla="*/ 359322 w 397145"/>
              <a:gd name="connsiteY41" fmla="*/ 368778 h 425701"/>
              <a:gd name="connsiteX42" fmla="*/ 359322 w 397145"/>
              <a:gd name="connsiteY42" fmla="*/ 245852 h 425701"/>
              <a:gd name="connsiteX43" fmla="*/ 340410 w 397145"/>
              <a:gd name="connsiteY43" fmla="*/ 226940 h 425701"/>
              <a:gd name="connsiteX44" fmla="*/ 340410 w 397145"/>
              <a:gd name="connsiteY44" fmla="*/ 378233 h 425701"/>
              <a:gd name="connsiteX45" fmla="*/ 340410 w 397145"/>
              <a:gd name="connsiteY45" fmla="*/ 368778 h 425701"/>
              <a:gd name="connsiteX46" fmla="*/ 245852 w 397145"/>
              <a:gd name="connsiteY46" fmla="*/ 368778 h 425701"/>
              <a:gd name="connsiteX47" fmla="*/ 245852 w 397145"/>
              <a:gd name="connsiteY47" fmla="*/ 245852 h 425701"/>
              <a:gd name="connsiteX48" fmla="*/ 340410 w 397145"/>
              <a:gd name="connsiteY48" fmla="*/ 245852 h 425701"/>
              <a:gd name="connsiteX49" fmla="*/ 340410 w 397145"/>
              <a:gd name="connsiteY49" fmla="*/ 368778 h 425701"/>
              <a:gd name="connsiteX50" fmla="*/ 340410 w 397145"/>
              <a:gd name="connsiteY50" fmla="*/ 368778 h 425701"/>
              <a:gd name="connsiteX51" fmla="*/ 340410 w 397145"/>
              <a:gd name="connsiteY51" fmla="*/ 378233 h 425701"/>
              <a:gd name="connsiteX52" fmla="*/ 150915 w 397145"/>
              <a:gd name="connsiteY52" fmla="*/ 141838 h 425701"/>
              <a:gd name="connsiteX53" fmla="*/ 150915 w 397145"/>
              <a:gd name="connsiteY53" fmla="*/ 122926 h 425701"/>
              <a:gd name="connsiteX54" fmla="*/ 132003 w 397145"/>
              <a:gd name="connsiteY54" fmla="*/ 104014 h 425701"/>
              <a:gd name="connsiteX55" fmla="*/ 112714 w 397145"/>
              <a:gd name="connsiteY55" fmla="*/ 104014 h 425701"/>
              <a:gd name="connsiteX56" fmla="*/ 100421 w 397145"/>
              <a:gd name="connsiteY56" fmla="*/ 28368 h 425701"/>
              <a:gd name="connsiteX57" fmla="*/ 69784 w 397145"/>
              <a:gd name="connsiteY57" fmla="*/ 28368 h 425701"/>
              <a:gd name="connsiteX58" fmla="*/ 57491 w 397145"/>
              <a:gd name="connsiteY58" fmla="*/ 104014 h 425701"/>
              <a:gd name="connsiteX59" fmla="*/ 37256 w 397145"/>
              <a:gd name="connsiteY59" fmla="*/ 104014 h 425701"/>
              <a:gd name="connsiteX60" fmla="*/ 18344 w 397145"/>
              <a:gd name="connsiteY60" fmla="*/ 122737 h 425701"/>
              <a:gd name="connsiteX61" fmla="*/ 18344 w 397145"/>
              <a:gd name="connsiteY61" fmla="*/ 141838 h 425701"/>
              <a:gd name="connsiteX62" fmla="*/ 0 w 397145"/>
              <a:gd name="connsiteY62" fmla="*/ 160560 h 425701"/>
              <a:gd name="connsiteX63" fmla="*/ 0 w 397145"/>
              <a:gd name="connsiteY63" fmla="*/ 406412 h 425701"/>
              <a:gd name="connsiteX64" fmla="*/ 18912 w 397145"/>
              <a:gd name="connsiteY64" fmla="*/ 425323 h 425701"/>
              <a:gd name="connsiteX65" fmla="*/ 150726 w 397145"/>
              <a:gd name="connsiteY65" fmla="*/ 425323 h 425701"/>
              <a:gd name="connsiteX66" fmla="*/ 169638 w 397145"/>
              <a:gd name="connsiteY66" fmla="*/ 406412 h 425701"/>
              <a:gd name="connsiteX67" fmla="*/ 169638 w 397145"/>
              <a:gd name="connsiteY67" fmla="*/ 160749 h 425701"/>
              <a:gd name="connsiteX68" fmla="*/ 150915 w 397145"/>
              <a:gd name="connsiteY68" fmla="*/ 141838 h 425701"/>
              <a:gd name="connsiteX69" fmla="*/ 85103 w 397145"/>
              <a:gd name="connsiteY69" fmla="*/ 52007 h 425701"/>
              <a:gd name="connsiteX70" fmla="*/ 93613 w 397145"/>
              <a:gd name="connsiteY70" fmla="*/ 104014 h 425701"/>
              <a:gd name="connsiteX71" fmla="*/ 76781 w 397145"/>
              <a:gd name="connsiteY71" fmla="*/ 104014 h 425701"/>
              <a:gd name="connsiteX72" fmla="*/ 85292 w 397145"/>
              <a:gd name="connsiteY72" fmla="*/ 52007 h 425701"/>
              <a:gd name="connsiteX73" fmla="*/ 37256 w 397145"/>
              <a:gd name="connsiteY73" fmla="*/ 122926 h 425701"/>
              <a:gd name="connsiteX74" fmla="*/ 132003 w 397145"/>
              <a:gd name="connsiteY74" fmla="*/ 122926 h 425701"/>
              <a:gd name="connsiteX75" fmla="*/ 132003 w 397145"/>
              <a:gd name="connsiteY75" fmla="*/ 141838 h 425701"/>
              <a:gd name="connsiteX76" fmla="*/ 37256 w 397145"/>
              <a:gd name="connsiteY76" fmla="*/ 141838 h 425701"/>
              <a:gd name="connsiteX77" fmla="*/ 37256 w 397145"/>
              <a:gd name="connsiteY77" fmla="*/ 122926 h 425701"/>
              <a:gd name="connsiteX78" fmla="*/ 150726 w 397145"/>
              <a:gd name="connsiteY78" fmla="*/ 416057 h 425701"/>
              <a:gd name="connsiteX79" fmla="*/ 150726 w 397145"/>
              <a:gd name="connsiteY79" fmla="*/ 406601 h 425701"/>
              <a:gd name="connsiteX80" fmla="*/ 18912 w 397145"/>
              <a:gd name="connsiteY80" fmla="*/ 406601 h 425701"/>
              <a:gd name="connsiteX81" fmla="*/ 18912 w 397145"/>
              <a:gd name="connsiteY81" fmla="*/ 160749 h 425701"/>
              <a:gd name="connsiteX82" fmla="*/ 150726 w 397145"/>
              <a:gd name="connsiteY82" fmla="*/ 160749 h 425701"/>
              <a:gd name="connsiteX83" fmla="*/ 150726 w 397145"/>
              <a:gd name="connsiteY83" fmla="*/ 406601 h 425701"/>
              <a:gd name="connsiteX84" fmla="*/ 150726 w 397145"/>
              <a:gd name="connsiteY84" fmla="*/ 406601 h 425701"/>
              <a:gd name="connsiteX85" fmla="*/ 150726 w 397145"/>
              <a:gd name="connsiteY85" fmla="*/ 416057 h 425701"/>
              <a:gd name="connsiteX86" fmla="*/ 113470 w 397145"/>
              <a:gd name="connsiteY86" fmla="*/ 198573 h 425701"/>
              <a:gd name="connsiteX87" fmla="*/ 56735 w 397145"/>
              <a:gd name="connsiteY87" fmla="*/ 198573 h 425701"/>
              <a:gd name="connsiteX88" fmla="*/ 37823 w 397145"/>
              <a:gd name="connsiteY88" fmla="*/ 217484 h 425701"/>
              <a:gd name="connsiteX89" fmla="*/ 37823 w 397145"/>
              <a:gd name="connsiteY89" fmla="*/ 349866 h 425701"/>
              <a:gd name="connsiteX90" fmla="*/ 56735 w 397145"/>
              <a:gd name="connsiteY90" fmla="*/ 368778 h 425701"/>
              <a:gd name="connsiteX91" fmla="*/ 113470 w 397145"/>
              <a:gd name="connsiteY91" fmla="*/ 368778 h 425701"/>
              <a:gd name="connsiteX92" fmla="*/ 132382 w 397145"/>
              <a:gd name="connsiteY92" fmla="*/ 349866 h 425701"/>
              <a:gd name="connsiteX93" fmla="*/ 132382 w 397145"/>
              <a:gd name="connsiteY93" fmla="*/ 217484 h 425701"/>
              <a:gd name="connsiteX94" fmla="*/ 113470 w 397145"/>
              <a:gd name="connsiteY94" fmla="*/ 198573 h 425701"/>
              <a:gd name="connsiteX95" fmla="*/ 113470 w 397145"/>
              <a:gd name="connsiteY95" fmla="*/ 349866 h 425701"/>
              <a:gd name="connsiteX96" fmla="*/ 56735 w 397145"/>
              <a:gd name="connsiteY96" fmla="*/ 349866 h 425701"/>
              <a:gd name="connsiteX97" fmla="*/ 56735 w 397145"/>
              <a:gd name="connsiteY97" fmla="*/ 217484 h 425701"/>
              <a:gd name="connsiteX98" fmla="*/ 113470 w 397145"/>
              <a:gd name="connsiteY98" fmla="*/ 217484 h 425701"/>
              <a:gd name="connsiteX99" fmla="*/ 113470 w 397145"/>
              <a:gd name="connsiteY99" fmla="*/ 349866 h 42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97145" h="425701">
                <a:moveTo>
                  <a:pt x="381827" y="179093"/>
                </a:moveTo>
                <a:cubicBezTo>
                  <a:pt x="355918" y="159425"/>
                  <a:pt x="340410" y="128410"/>
                  <a:pt x="340410" y="95882"/>
                </a:cubicBezTo>
                <a:lnTo>
                  <a:pt x="340410" y="72621"/>
                </a:lnTo>
                <a:cubicBezTo>
                  <a:pt x="345894" y="69406"/>
                  <a:pt x="349866" y="63543"/>
                  <a:pt x="349866" y="56546"/>
                </a:cubicBezTo>
                <a:lnTo>
                  <a:pt x="349866" y="18912"/>
                </a:lnTo>
                <a:cubicBezTo>
                  <a:pt x="349866" y="8510"/>
                  <a:pt x="341356" y="0"/>
                  <a:pt x="330954" y="0"/>
                </a:cubicBezTo>
                <a:lnTo>
                  <a:pt x="255308" y="0"/>
                </a:lnTo>
                <a:cubicBezTo>
                  <a:pt x="244906" y="0"/>
                  <a:pt x="236396" y="8510"/>
                  <a:pt x="236396" y="18912"/>
                </a:cubicBezTo>
                <a:lnTo>
                  <a:pt x="236396" y="56735"/>
                </a:lnTo>
                <a:cubicBezTo>
                  <a:pt x="236396" y="63732"/>
                  <a:pt x="240367" y="69406"/>
                  <a:pt x="245852" y="72810"/>
                </a:cubicBezTo>
                <a:lnTo>
                  <a:pt x="245852" y="96071"/>
                </a:lnTo>
                <a:cubicBezTo>
                  <a:pt x="245852" y="128599"/>
                  <a:pt x="230344" y="159614"/>
                  <a:pt x="204435" y="179283"/>
                </a:cubicBezTo>
                <a:cubicBezTo>
                  <a:pt x="194790" y="186658"/>
                  <a:pt x="189117" y="198194"/>
                  <a:pt x="189117" y="210298"/>
                </a:cubicBezTo>
                <a:lnTo>
                  <a:pt x="189117" y="406790"/>
                </a:lnTo>
                <a:cubicBezTo>
                  <a:pt x="189117" y="417191"/>
                  <a:pt x="197627" y="425702"/>
                  <a:pt x="208028" y="425702"/>
                </a:cubicBezTo>
                <a:lnTo>
                  <a:pt x="378233" y="425702"/>
                </a:lnTo>
                <a:cubicBezTo>
                  <a:pt x="388635" y="425702"/>
                  <a:pt x="397145" y="417191"/>
                  <a:pt x="397145" y="406790"/>
                </a:cubicBezTo>
                <a:lnTo>
                  <a:pt x="397145" y="210109"/>
                </a:lnTo>
                <a:cubicBezTo>
                  <a:pt x="397145" y="198005"/>
                  <a:pt x="391472" y="186469"/>
                  <a:pt x="381827" y="179093"/>
                </a:cubicBezTo>
                <a:close/>
                <a:moveTo>
                  <a:pt x="255308" y="18912"/>
                </a:moveTo>
                <a:lnTo>
                  <a:pt x="330954" y="18912"/>
                </a:lnTo>
                <a:lnTo>
                  <a:pt x="330954" y="56735"/>
                </a:lnTo>
                <a:lnTo>
                  <a:pt x="255308" y="56735"/>
                </a:lnTo>
                <a:lnTo>
                  <a:pt x="255308" y="18912"/>
                </a:lnTo>
                <a:close/>
                <a:moveTo>
                  <a:pt x="378233" y="406601"/>
                </a:moveTo>
                <a:lnTo>
                  <a:pt x="208028" y="406601"/>
                </a:lnTo>
                <a:lnTo>
                  <a:pt x="208028" y="210109"/>
                </a:lnTo>
                <a:cubicBezTo>
                  <a:pt x="208028" y="203868"/>
                  <a:pt x="211054" y="198005"/>
                  <a:pt x="215971" y="194223"/>
                </a:cubicBezTo>
                <a:cubicBezTo>
                  <a:pt x="246608" y="170961"/>
                  <a:pt x="264763" y="134273"/>
                  <a:pt x="264763" y="95882"/>
                </a:cubicBezTo>
                <a:lnTo>
                  <a:pt x="264763" y="75647"/>
                </a:lnTo>
                <a:lnTo>
                  <a:pt x="321498" y="75647"/>
                </a:lnTo>
                <a:lnTo>
                  <a:pt x="321498" y="95882"/>
                </a:lnTo>
                <a:cubicBezTo>
                  <a:pt x="321498" y="134273"/>
                  <a:pt x="339843" y="170961"/>
                  <a:pt x="370290" y="194223"/>
                </a:cubicBezTo>
                <a:cubicBezTo>
                  <a:pt x="375207" y="198005"/>
                  <a:pt x="378233" y="203868"/>
                  <a:pt x="378233" y="210109"/>
                </a:cubicBezTo>
                <a:lnTo>
                  <a:pt x="378233" y="406601"/>
                </a:lnTo>
                <a:close/>
                <a:moveTo>
                  <a:pt x="340410" y="226940"/>
                </a:moveTo>
                <a:lnTo>
                  <a:pt x="245852" y="226940"/>
                </a:lnTo>
                <a:cubicBezTo>
                  <a:pt x="235450" y="226940"/>
                  <a:pt x="226940" y="235450"/>
                  <a:pt x="226940" y="245852"/>
                </a:cubicBezTo>
                <a:lnTo>
                  <a:pt x="226940" y="368778"/>
                </a:lnTo>
                <a:cubicBezTo>
                  <a:pt x="226940" y="379179"/>
                  <a:pt x="235450" y="387689"/>
                  <a:pt x="245852" y="387689"/>
                </a:cubicBezTo>
                <a:lnTo>
                  <a:pt x="340410" y="387689"/>
                </a:lnTo>
                <a:cubicBezTo>
                  <a:pt x="350811" y="387689"/>
                  <a:pt x="359322" y="379179"/>
                  <a:pt x="359322" y="368778"/>
                </a:cubicBezTo>
                <a:lnTo>
                  <a:pt x="359322" y="245852"/>
                </a:lnTo>
                <a:cubicBezTo>
                  <a:pt x="359322" y="235450"/>
                  <a:pt x="350811" y="226940"/>
                  <a:pt x="340410" y="226940"/>
                </a:cubicBezTo>
                <a:close/>
                <a:moveTo>
                  <a:pt x="340410" y="378233"/>
                </a:moveTo>
                <a:lnTo>
                  <a:pt x="340410" y="368778"/>
                </a:lnTo>
                <a:lnTo>
                  <a:pt x="245852" y="368778"/>
                </a:lnTo>
                <a:lnTo>
                  <a:pt x="245852" y="245852"/>
                </a:lnTo>
                <a:lnTo>
                  <a:pt x="340410" y="245852"/>
                </a:lnTo>
                <a:lnTo>
                  <a:pt x="340410" y="368778"/>
                </a:lnTo>
                <a:lnTo>
                  <a:pt x="340410" y="368778"/>
                </a:lnTo>
                <a:lnTo>
                  <a:pt x="340410" y="378233"/>
                </a:lnTo>
                <a:close/>
                <a:moveTo>
                  <a:pt x="150915" y="141838"/>
                </a:moveTo>
                <a:lnTo>
                  <a:pt x="150915" y="122926"/>
                </a:lnTo>
                <a:cubicBezTo>
                  <a:pt x="150915" y="112524"/>
                  <a:pt x="142405" y="104014"/>
                  <a:pt x="132003" y="104014"/>
                </a:cubicBezTo>
                <a:lnTo>
                  <a:pt x="112714" y="104014"/>
                </a:lnTo>
                <a:lnTo>
                  <a:pt x="100421" y="28368"/>
                </a:lnTo>
                <a:lnTo>
                  <a:pt x="69784" y="28368"/>
                </a:lnTo>
                <a:lnTo>
                  <a:pt x="57491" y="104014"/>
                </a:lnTo>
                <a:lnTo>
                  <a:pt x="37256" y="104014"/>
                </a:lnTo>
                <a:cubicBezTo>
                  <a:pt x="26855" y="104014"/>
                  <a:pt x="18344" y="112524"/>
                  <a:pt x="18344" y="122737"/>
                </a:cubicBezTo>
                <a:lnTo>
                  <a:pt x="18344" y="141838"/>
                </a:lnTo>
                <a:cubicBezTo>
                  <a:pt x="8132" y="142216"/>
                  <a:pt x="0" y="150348"/>
                  <a:pt x="0" y="160560"/>
                </a:cubicBezTo>
                <a:lnTo>
                  <a:pt x="0" y="406412"/>
                </a:lnTo>
                <a:cubicBezTo>
                  <a:pt x="0" y="416813"/>
                  <a:pt x="8510" y="425323"/>
                  <a:pt x="18912" y="425323"/>
                </a:cubicBezTo>
                <a:lnTo>
                  <a:pt x="150726" y="425323"/>
                </a:lnTo>
                <a:cubicBezTo>
                  <a:pt x="161127" y="425323"/>
                  <a:pt x="169638" y="416813"/>
                  <a:pt x="169638" y="406412"/>
                </a:cubicBezTo>
                <a:lnTo>
                  <a:pt x="169638" y="160749"/>
                </a:lnTo>
                <a:cubicBezTo>
                  <a:pt x="169638" y="150348"/>
                  <a:pt x="161317" y="142027"/>
                  <a:pt x="150915" y="141838"/>
                </a:cubicBezTo>
                <a:close/>
                <a:moveTo>
                  <a:pt x="85103" y="52007"/>
                </a:moveTo>
                <a:lnTo>
                  <a:pt x="93613" y="104014"/>
                </a:lnTo>
                <a:lnTo>
                  <a:pt x="76781" y="104014"/>
                </a:lnTo>
                <a:lnTo>
                  <a:pt x="85292" y="52007"/>
                </a:lnTo>
                <a:close/>
                <a:moveTo>
                  <a:pt x="37256" y="122926"/>
                </a:moveTo>
                <a:lnTo>
                  <a:pt x="132003" y="122926"/>
                </a:lnTo>
                <a:lnTo>
                  <a:pt x="132003" y="141838"/>
                </a:lnTo>
                <a:lnTo>
                  <a:pt x="37256" y="141838"/>
                </a:lnTo>
                <a:lnTo>
                  <a:pt x="37256" y="122926"/>
                </a:lnTo>
                <a:close/>
                <a:moveTo>
                  <a:pt x="150726" y="416057"/>
                </a:moveTo>
                <a:lnTo>
                  <a:pt x="150726" y="406601"/>
                </a:lnTo>
                <a:lnTo>
                  <a:pt x="18912" y="406601"/>
                </a:lnTo>
                <a:lnTo>
                  <a:pt x="18912" y="160749"/>
                </a:lnTo>
                <a:lnTo>
                  <a:pt x="150726" y="160749"/>
                </a:lnTo>
                <a:lnTo>
                  <a:pt x="150726" y="406601"/>
                </a:lnTo>
                <a:lnTo>
                  <a:pt x="150726" y="406601"/>
                </a:lnTo>
                <a:lnTo>
                  <a:pt x="150726" y="416057"/>
                </a:lnTo>
                <a:close/>
                <a:moveTo>
                  <a:pt x="113470" y="198573"/>
                </a:moveTo>
                <a:lnTo>
                  <a:pt x="56735" y="198573"/>
                </a:lnTo>
                <a:cubicBezTo>
                  <a:pt x="46334" y="198573"/>
                  <a:pt x="37823" y="207083"/>
                  <a:pt x="37823" y="217484"/>
                </a:cubicBezTo>
                <a:lnTo>
                  <a:pt x="37823" y="349866"/>
                </a:lnTo>
                <a:cubicBezTo>
                  <a:pt x="37823" y="360267"/>
                  <a:pt x="46334" y="368778"/>
                  <a:pt x="56735" y="368778"/>
                </a:cubicBezTo>
                <a:lnTo>
                  <a:pt x="113470" y="368778"/>
                </a:lnTo>
                <a:cubicBezTo>
                  <a:pt x="123871" y="368778"/>
                  <a:pt x="132382" y="360267"/>
                  <a:pt x="132382" y="349866"/>
                </a:cubicBezTo>
                <a:lnTo>
                  <a:pt x="132382" y="217484"/>
                </a:lnTo>
                <a:cubicBezTo>
                  <a:pt x="132382" y="207083"/>
                  <a:pt x="123871" y="198573"/>
                  <a:pt x="113470" y="198573"/>
                </a:cubicBezTo>
                <a:close/>
                <a:moveTo>
                  <a:pt x="113470" y="349866"/>
                </a:moveTo>
                <a:lnTo>
                  <a:pt x="56735" y="349866"/>
                </a:lnTo>
                <a:lnTo>
                  <a:pt x="56735" y="217484"/>
                </a:lnTo>
                <a:lnTo>
                  <a:pt x="113470" y="217484"/>
                </a:lnTo>
                <a:lnTo>
                  <a:pt x="113470" y="349866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27" descr="Pretzel icon.">
            <a:extLst>
              <a:ext uri="{FF2B5EF4-FFF2-40B4-BE49-F238E27FC236}">
                <a16:creationId xmlns:a16="http://schemas.microsoft.com/office/drawing/2014/main" id="{93BDDE62-227F-40C6-B945-673CC6FA655F}"/>
              </a:ext>
            </a:extLst>
          </p:cNvPr>
          <p:cNvSpPr/>
          <p:nvPr/>
        </p:nvSpPr>
        <p:spPr>
          <a:xfrm>
            <a:off x="5886385" y="3341581"/>
            <a:ext cx="416054" cy="367621"/>
          </a:xfrm>
          <a:custGeom>
            <a:avLst/>
            <a:gdLst>
              <a:gd name="connsiteX0" fmla="*/ 171812 w 416054"/>
              <a:gd name="connsiteY0" fmla="*/ 79975 h 367621"/>
              <a:gd name="connsiteX1" fmla="*/ 88222 w 416054"/>
              <a:gd name="connsiteY1" fmla="*/ 76382 h 367621"/>
              <a:gd name="connsiteX2" fmla="*/ 70256 w 416054"/>
              <a:gd name="connsiteY2" fmla="*/ 193256 h 367621"/>
              <a:gd name="connsiteX3" fmla="*/ 91815 w 416054"/>
              <a:gd name="connsiteY3" fmla="*/ 234862 h 367621"/>
              <a:gd name="connsiteX4" fmla="*/ 106755 w 416054"/>
              <a:gd name="connsiteY4" fmla="*/ 242048 h 367621"/>
              <a:gd name="connsiteX5" fmla="*/ 109214 w 416054"/>
              <a:gd name="connsiteY5" fmla="*/ 242048 h 367621"/>
              <a:gd name="connsiteX6" fmla="*/ 124154 w 416054"/>
              <a:gd name="connsiteY6" fmla="*/ 230890 h 367621"/>
              <a:gd name="connsiteX7" fmla="*/ 155548 w 416054"/>
              <a:gd name="connsiteY7" fmla="*/ 157702 h 367621"/>
              <a:gd name="connsiteX8" fmla="*/ 159897 w 416054"/>
              <a:gd name="connsiteY8" fmla="*/ 146166 h 367621"/>
              <a:gd name="connsiteX9" fmla="*/ 177296 w 416054"/>
              <a:gd name="connsiteY9" fmla="*/ 102102 h 367621"/>
              <a:gd name="connsiteX10" fmla="*/ 171812 w 416054"/>
              <a:gd name="connsiteY10" fmla="*/ 80164 h 367621"/>
              <a:gd name="connsiteX11" fmla="*/ 142309 w 416054"/>
              <a:gd name="connsiteY11" fmla="*/ 139358 h 367621"/>
              <a:gd name="connsiteX12" fmla="*/ 137960 w 416054"/>
              <a:gd name="connsiteY12" fmla="*/ 150705 h 367621"/>
              <a:gd name="connsiteX13" fmla="*/ 106755 w 416054"/>
              <a:gd name="connsiteY13" fmla="*/ 223136 h 367621"/>
              <a:gd name="connsiteX14" fmla="*/ 88411 w 416054"/>
              <a:gd name="connsiteY14" fmla="*/ 187961 h 367621"/>
              <a:gd name="connsiteX15" fmla="*/ 99947 w 416054"/>
              <a:gd name="connsiteY15" fmla="*/ 91322 h 367621"/>
              <a:gd name="connsiteX16" fmla="*/ 125289 w 416054"/>
              <a:gd name="connsiteY16" fmla="*/ 83001 h 367621"/>
              <a:gd name="connsiteX17" fmla="*/ 160086 w 416054"/>
              <a:gd name="connsiteY17" fmla="*/ 94726 h 367621"/>
              <a:gd name="connsiteX18" fmla="*/ 142498 w 416054"/>
              <a:gd name="connsiteY18" fmla="*/ 139358 h 367621"/>
              <a:gd name="connsiteX19" fmla="*/ 367169 w 416054"/>
              <a:gd name="connsiteY19" fmla="*/ 25699 h 367621"/>
              <a:gd name="connsiteX20" fmla="*/ 207933 w 416054"/>
              <a:gd name="connsiteY20" fmla="*/ 26644 h 367621"/>
              <a:gd name="connsiteX21" fmla="*/ 48886 w 416054"/>
              <a:gd name="connsiteY21" fmla="*/ 25699 h 367621"/>
              <a:gd name="connsiteX22" fmla="*/ 283 w 416054"/>
              <a:gd name="connsiteY22" fmla="*/ 156567 h 367621"/>
              <a:gd name="connsiteX23" fmla="*/ 9171 w 416054"/>
              <a:gd name="connsiteY23" fmla="*/ 211411 h 367621"/>
              <a:gd name="connsiteX24" fmla="*/ 71202 w 416054"/>
              <a:gd name="connsiteY24" fmla="*/ 304646 h 367621"/>
              <a:gd name="connsiteX25" fmla="*/ 63637 w 416054"/>
              <a:gd name="connsiteY25" fmla="*/ 319019 h 367621"/>
              <a:gd name="connsiteX26" fmla="*/ 62313 w 416054"/>
              <a:gd name="connsiteY26" fmla="*/ 333770 h 367621"/>
              <a:gd name="connsiteX27" fmla="*/ 72147 w 416054"/>
              <a:gd name="connsiteY27" fmla="*/ 344928 h 367621"/>
              <a:gd name="connsiteX28" fmla="*/ 113942 w 416054"/>
              <a:gd name="connsiteY28" fmla="*/ 365163 h 367621"/>
              <a:gd name="connsiteX29" fmla="*/ 128693 w 416054"/>
              <a:gd name="connsiteY29" fmla="*/ 365919 h 367621"/>
              <a:gd name="connsiteX30" fmla="*/ 139473 w 416054"/>
              <a:gd name="connsiteY30" fmla="*/ 355707 h 367621"/>
              <a:gd name="connsiteX31" fmla="*/ 147416 w 416054"/>
              <a:gd name="connsiteY31" fmla="*/ 337552 h 367621"/>
              <a:gd name="connsiteX32" fmla="*/ 189589 w 416054"/>
              <a:gd name="connsiteY32" fmla="*/ 343036 h 367621"/>
              <a:gd name="connsiteX33" fmla="*/ 208311 w 416054"/>
              <a:gd name="connsiteY33" fmla="*/ 343982 h 367621"/>
              <a:gd name="connsiteX34" fmla="*/ 226277 w 416054"/>
              <a:gd name="connsiteY34" fmla="*/ 343036 h 367621"/>
              <a:gd name="connsiteX35" fmla="*/ 268450 w 416054"/>
              <a:gd name="connsiteY35" fmla="*/ 337552 h 367621"/>
              <a:gd name="connsiteX36" fmla="*/ 274313 w 416054"/>
              <a:gd name="connsiteY36" fmla="*/ 352303 h 367621"/>
              <a:gd name="connsiteX37" fmla="*/ 275637 w 416054"/>
              <a:gd name="connsiteY37" fmla="*/ 355707 h 367621"/>
              <a:gd name="connsiteX38" fmla="*/ 293035 w 416054"/>
              <a:gd name="connsiteY38" fmla="*/ 367622 h 367621"/>
              <a:gd name="connsiteX39" fmla="*/ 299465 w 416054"/>
              <a:gd name="connsiteY39" fmla="*/ 366487 h 367621"/>
              <a:gd name="connsiteX40" fmla="*/ 340125 w 416054"/>
              <a:gd name="connsiteY40" fmla="*/ 351925 h 367621"/>
              <a:gd name="connsiteX41" fmla="*/ 351851 w 416054"/>
              <a:gd name="connsiteY41" fmla="*/ 328474 h 367621"/>
              <a:gd name="connsiteX42" fmla="*/ 351851 w 416054"/>
              <a:gd name="connsiteY42" fmla="*/ 328474 h 367621"/>
              <a:gd name="connsiteX43" fmla="*/ 348068 w 416054"/>
              <a:gd name="connsiteY43" fmla="*/ 316938 h 367621"/>
              <a:gd name="connsiteX44" fmla="*/ 344097 w 416054"/>
              <a:gd name="connsiteY44" fmla="*/ 305024 h 367621"/>
              <a:gd name="connsiteX45" fmla="*/ 406884 w 416054"/>
              <a:gd name="connsiteY45" fmla="*/ 211033 h 367621"/>
              <a:gd name="connsiteX46" fmla="*/ 415772 w 416054"/>
              <a:gd name="connsiteY46" fmla="*/ 156189 h 367621"/>
              <a:gd name="connsiteX47" fmla="*/ 367169 w 416054"/>
              <a:gd name="connsiteY47" fmla="*/ 25320 h 367621"/>
              <a:gd name="connsiteX48" fmla="*/ 293224 w 416054"/>
              <a:gd name="connsiteY48" fmla="*/ 349088 h 367621"/>
              <a:gd name="connsiteX49" fmla="*/ 291901 w 416054"/>
              <a:gd name="connsiteY49" fmla="*/ 345684 h 367621"/>
              <a:gd name="connsiteX50" fmla="*/ 284903 w 416054"/>
              <a:gd name="connsiteY50" fmla="*/ 327907 h 367621"/>
              <a:gd name="connsiteX51" fmla="*/ 270720 w 416054"/>
              <a:gd name="connsiteY51" fmla="*/ 318262 h 367621"/>
              <a:gd name="connsiteX52" fmla="*/ 267505 w 416054"/>
              <a:gd name="connsiteY52" fmla="*/ 318640 h 367621"/>
              <a:gd name="connsiteX53" fmla="*/ 224953 w 416054"/>
              <a:gd name="connsiteY53" fmla="*/ 324314 h 367621"/>
              <a:gd name="connsiteX54" fmla="*/ 208311 w 416054"/>
              <a:gd name="connsiteY54" fmla="*/ 325259 h 367621"/>
              <a:gd name="connsiteX55" fmla="*/ 190912 w 416054"/>
              <a:gd name="connsiteY55" fmla="*/ 324314 h 367621"/>
              <a:gd name="connsiteX56" fmla="*/ 143822 w 416054"/>
              <a:gd name="connsiteY56" fmla="*/ 317695 h 367621"/>
              <a:gd name="connsiteX57" fmla="*/ 136258 w 416054"/>
              <a:gd name="connsiteY57" fmla="*/ 315993 h 367621"/>
              <a:gd name="connsiteX58" fmla="*/ 122074 w 416054"/>
              <a:gd name="connsiteY58" fmla="*/ 348143 h 367621"/>
              <a:gd name="connsiteX59" fmla="*/ 80090 w 416054"/>
              <a:gd name="connsiteY59" fmla="*/ 327907 h 367621"/>
              <a:gd name="connsiteX60" fmla="*/ 91626 w 416054"/>
              <a:gd name="connsiteY60" fmla="*/ 305591 h 367621"/>
              <a:gd name="connsiteX61" fmla="*/ 94463 w 416054"/>
              <a:gd name="connsiteY61" fmla="*/ 298972 h 367621"/>
              <a:gd name="connsiteX62" fmla="*/ 88600 w 416054"/>
              <a:gd name="connsiteY62" fmla="*/ 294433 h 367621"/>
              <a:gd name="connsiteX63" fmla="*/ 27137 w 416054"/>
              <a:gd name="connsiteY63" fmla="*/ 205927 h 367621"/>
              <a:gd name="connsiteX64" fmla="*/ 19005 w 416054"/>
              <a:gd name="connsiteY64" fmla="*/ 155622 h 367621"/>
              <a:gd name="connsiteX65" fmla="*/ 60422 w 416054"/>
              <a:gd name="connsiteY65" fmla="*/ 40450 h 367621"/>
              <a:gd name="connsiteX66" fmla="*/ 196775 w 416054"/>
              <a:gd name="connsiteY66" fmla="*/ 41773 h 367621"/>
              <a:gd name="connsiteX67" fmla="*/ 219091 w 416054"/>
              <a:gd name="connsiteY67" fmla="*/ 41773 h 367621"/>
              <a:gd name="connsiteX68" fmla="*/ 355255 w 416054"/>
              <a:gd name="connsiteY68" fmla="*/ 40450 h 367621"/>
              <a:gd name="connsiteX69" fmla="*/ 396671 w 416054"/>
              <a:gd name="connsiteY69" fmla="*/ 155622 h 367621"/>
              <a:gd name="connsiteX70" fmla="*/ 388539 w 416054"/>
              <a:gd name="connsiteY70" fmla="*/ 205927 h 367621"/>
              <a:gd name="connsiteX71" fmla="*/ 330480 w 416054"/>
              <a:gd name="connsiteY71" fmla="*/ 291786 h 367621"/>
              <a:gd name="connsiteX72" fmla="*/ 325185 w 416054"/>
              <a:gd name="connsiteY72" fmla="*/ 309374 h 367621"/>
              <a:gd name="connsiteX73" fmla="*/ 329913 w 416054"/>
              <a:gd name="connsiteY73" fmla="*/ 323368 h 367621"/>
              <a:gd name="connsiteX74" fmla="*/ 333506 w 416054"/>
              <a:gd name="connsiteY74" fmla="*/ 334337 h 367621"/>
              <a:gd name="connsiteX75" fmla="*/ 292846 w 416054"/>
              <a:gd name="connsiteY75" fmla="*/ 349088 h 367621"/>
              <a:gd name="connsiteX76" fmla="*/ 327833 w 416054"/>
              <a:gd name="connsiteY76" fmla="*/ 76382 h 367621"/>
              <a:gd name="connsiteX77" fmla="*/ 244054 w 416054"/>
              <a:gd name="connsiteY77" fmla="*/ 80164 h 367621"/>
              <a:gd name="connsiteX78" fmla="*/ 238570 w 416054"/>
              <a:gd name="connsiteY78" fmla="*/ 102102 h 367621"/>
              <a:gd name="connsiteX79" fmla="*/ 255779 w 416054"/>
              <a:gd name="connsiteY79" fmla="*/ 145977 h 367621"/>
              <a:gd name="connsiteX80" fmla="*/ 260318 w 416054"/>
              <a:gd name="connsiteY80" fmla="*/ 157702 h 367621"/>
              <a:gd name="connsiteX81" fmla="*/ 291712 w 416054"/>
              <a:gd name="connsiteY81" fmla="*/ 231079 h 367621"/>
              <a:gd name="connsiteX82" fmla="*/ 306652 w 416054"/>
              <a:gd name="connsiteY82" fmla="*/ 242237 h 367621"/>
              <a:gd name="connsiteX83" fmla="*/ 309110 w 416054"/>
              <a:gd name="connsiteY83" fmla="*/ 242237 h 367621"/>
              <a:gd name="connsiteX84" fmla="*/ 324050 w 416054"/>
              <a:gd name="connsiteY84" fmla="*/ 234862 h 367621"/>
              <a:gd name="connsiteX85" fmla="*/ 345610 w 416054"/>
              <a:gd name="connsiteY85" fmla="*/ 193067 h 367621"/>
              <a:gd name="connsiteX86" fmla="*/ 351851 w 416054"/>
              <a:gd name="connsiteY86" fmla="*/ 153541 h 367621"/>
              <a:gd name="connsiteX87" fmla="*/ 327644 w 416054"/>
              <a:gd name="connsiteY87" fmla="*/ 76193 h 367621"/>
              <a:gd name="connsiteX88" fmla="*/ 333128 w 416054"/>
              <a:gd name="connsiteY88" fmla="*/ 152974 h 367621"/>
              <a:gd name="connsiteX89" fmla="*/ 327644 w 416054"/>
              <a:gd name="connsiteY89" fmla="*/ 187961 h 367621"/>
              <a:gd name="connsiteX90" fmla="*/ 309110 w 416054"/>
              <a:gd name="connsiteY90" fmla="*/ 223326 h 367621"/>
              <a:gd name="connsiteX91" fmla="*/ 278095 w 416054"/>
              <a:gd name="connsiteY91" fmla="*/ 150705 h 367621"/>
              <a:gd name="connsiteX92" fmla="*/ 273556 w 416054"/>
              <a:gd name="connsiteY92" fmla="*/ 138979 h 367621"/>
              <a:gd name="connsiteX93" fmla="*/ 255779 w 416054"/>
              <a:gd name="connsiteY93" fmla="*/ 94915 h 367621"/>
              <a:gd name="connsiteX94" fmla="*/ 290577 w 416054"/>
              <a:gd name="connsiteY94" fmla="*/ 83001 h 367621"/>
              <a:gd name="connsiteX95" fmla="*/ 316297 w 416054"/>
              <a:gd name="connsiteY95" fmla="*/ 90944 h 367621"/>
              <a:gd name="connsiteX96" fmla="*/ 333317 w 416054"/>
              <a:gd name="connsiteY96" fmla="*/ 152596 h 367621"/>
              <a:gd name="connsiteX97" fmla="*/ 225332 w 416054"/>
              <a:gd name="connsiteY97" fmla="*/ 190230 h 367621"/>
              <a:gd name="connsiteX98" fmla="*/ 207933 w 416054"/>
              <a:gd name="connsiteY98" fmla="*/ 178694 h 367621"/>
              <a:gd name="connsiteX99" fmla="*/ 190534 w 416054"/>
              <a:gd name="connsiteY99" fmla="*/ 190230 h 367621"/>
              <a:gd name="connsiteX100" fmla="*/ 164436 w 416054"/>
              <a:gd name="connsiteY100" fmla="*/ 251315 h 367621"/>
              <a:gd name="connsiteX101" fmla="*/ 165382 w 416054"/>
              <a:gd name="connsiteY101" fmla="*/ 268335 h 367621"/>
              <a:gd name="connsiteX102" fmla="*/ 179565 w 416054"/>
              <a:gd name="connsiteY102" fmla="*/ 277602 h 367621"/>
              <a:gd name="connsiteX103" fmla="*/ 207366 w 416054"/>
              <a:gd name="connsiteY103" fmla="*/ 279682 h 367621"/>
              <a:gd name="connsiteX104" fmla="*/ 208122 w 416054"/>
              <a:gd name="connsiteY104" fmla="*/ 279682 h 367621"/>
              <a:gd name="connsiteX105" fmla="*/ 236300 w 416054"/>
              <a:gd name="connsiteY105" fmla="*/ 277602 h 367621"/>
              <a:gd name="connsiteX106" fmla="*/ 250484 w 416054"/>
              <a:gd name="connsiteY106" fmla="*/ 268335 h 367621"/>
              <a:gd name="connsiteX107" fmla="*/ 251430 w 416054"/>
              <a:gd name="connsiteY107" fmla="*/ 251315 h 367621"/>
              <a:gd name="connsiteX108" fmla="*/ 225332 w 416054"/>
              <a:gd name="connsiteY108" fmla="*/ 190230 h 367621"/>
              <a:gd name="connsiteX109" fmla="*/ 207744 w 416054"/>
              <a:gd name="connsiteY109" fmla="*/ 260771 h 367621"/>
              <a:gd name="connsiteX110" fmla="*/ 181835 w 416054"/>
              <a:gd name="connsiteY110" fmla="*/ 258879 h 367621"/>
              <a:gd name="connsiteX111" fmla="*/ 207933 w 416054"/>
              <a:gd name="connsiteY111" fmla="*/ 197606 h 367621"/>
              <a:gd name="connsiteX112" fmla="*/ 234220 w 416054"/>
              <a:gd name="connsiteY112" fmla="*/ 258879 h 367621"/>
              <a:gd name="connsiteX113" fmla="*/ 207744 w 416054"/>
              <a:gd name="connsiteY113" fmla="*/ 260960 h 367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16054" h="367621">
                <a:moveTo>
                  <a:pt x="171812" y="79975"/>
                </a:moveTo>
                <a:cubicBezTo>
                  <a:pt x="150063" y="63333"/>
                  <a:pt x="113375" y="56335"/>
                  <a:pt x="88222" y="76382"/>
                </a:cubicBezTo>
                <a:cubicBezTo>
                  <a:pt x="50020" y="106641"/>
                  <a:pt x="62880" y="168103"/>
                  <a:pt x="70256" y="193256"/>
                </a:cubicBezTo>
                <a:cubicBezTo>
                  <a:pt x="74606" y="208196"/>
                  <a:pt x="81981" y="222191"/>
                  <a:pt x="91815" y="234862"/>
                </a:cubicBezTo>
                <a:cubicBezTo>
                  <a:pt x="95408" y="239590"/>
                  <a:pt x="100893" y="242048"/>
                  <a:pt x="106755" y="242048"/>
                </a:cubicBezTo>
                <a:cubicBezTo>
                  <a:pt x="107512" y="242048"/>
                  <a:pt x="108457" y="242048"/>
                  <a:pt x="109214" y="242048"/>
                </a:cubicBezTo>
                <a:cubicBezTo>
                  <a:pt x="115833" y="241292"/>
                  <a:pt x="121507" y="236942"/>
                  <a:pt x="124154" y="230890"/>
                </a:cubicBezTo>
                <a:cubicBezTo>
                  <a:pt x="137392" y="200632"/>
                  <a:pt x="150252" y="170940"/>
                  <a:pt x="155548" y="157702"/>
                </a:cubicBezTo>
                <a:lnTo>
                  <a:pt x="159897" y="146166"/>
                </a:lnTo>
                <a:cubicBezTo>
                  <a:pt x="166516" y="128767"/>
                  <a:pt x="172190" y="114394"/>
                  <a:pt x="177296" y="102102"/>
                </a:cubicBezTo>
                <a:cubicBezTo>
                  <a:pt x="180700" y="94159"/>
                  <a:pt x="178242" y="85081"/>
                  <a:pt x="171812" y="80164"/>
                </a:cubicBezTo>
                <a:close/>
                <a:moveTo>
                  <a:pt x="142309" y="139358"/>
                </a:moveTo>
                <a:lnTo>
                  <a:pt x="137960" y="150705"/>
                </a:lnTo>
                <a:cubicBezTo>
                  <a:pt x="132854" y="163565"/>
                  <a:pt x="119426" y="194580"/>
                  <a:pt x="106755" y="223136"/>
                </a:cubicBezTo>
                <a:cubicBezTo>
                  <a:pt x="98245" y="212357"/>
                  <a:pt x="92193" y="200442"/>
                  <a:pt x="88411" y="187961"/>
                </a:cubicBezTo>
                <a:cubicBezTo>
                  <a:pt x="82170" y="166591"/>
                  <a:pt x="70634" y="114394"/>
                  <a:pt x="99947" y="91322"/>
                </a:cubicBezTo>
                <a:cubicBezTo>
                  <a:pt x="107323" y="85459"/>
                  <a:pt x="116211" y="83001"/>
                  <a:pt x="125289" y="83001"/>
                </a:cubicBezTo>
                <a:cubicBezTo>
                  <a:pt x="137960" y="83001"/>
                  <a:pt x="150820" y="87729"/>
                  <a:pt x="160086" y="94726"/>
                </a:cubicBezTo>
                <a:cubicBezTo>
                  <a:pt x="154980" y="107019"/>
                  <a:pt x="149118" y="121770"/>
                  <a:pt x="142498" y="139358"/>
                </a:cubicBezTo>
                <a:close/>
                <a:moveTo>
                  <a:pt x="367169" y="25699"/>
                </a:moveTo>
                <a:cubicBezTo>
                  <a:pt x="323294" y="-8910"/>
                  <a:pt x="256536" y="-8532"/>
                  <a:pt x="207933" y="26644"/>
                </a:cubicBezTo>
                <a:cubicBezTo>
                  <a:pt x="159708" y="-8532"/>
                  <a:pt x="92761" y="-8910"/>
                  <a:pt x="48886" y="25699"/>
                </a:cubicBezTo>
                <a:cubicBezTo>
                  <a:pt x="24868" y="44610"/>
                  <a:pt x="-3121" y="82812"/>
                  <a:pt x="283" y="156567"/>
                </a:cubicBezTo>
                <a:cubicBezTo>
                  <a:pt x="1228" y="176046"/>
                  <a:pt x="4065" y="194391"/>
                  <a:pt x="9171" y="211411"/>
                </a:cubicBezTo>
                <a:cubicBezTo>
                  <a:pt x="19762" y="247343"/>
                  <a:pt x="41132" y="279493"/>
                  <a:pt x="71202" y="304646"/>
                </a:cubicBezTo>
                <a:cubicBezTo>
                  <a:pt x="68932" y="309184"/>
                  <a:pt x="66095" y="314480"/>
                  <a:pt x="63637" y="319019"/>
                </a:cubicBezTo>
                <a:cubicBezTo>
                  <a:pt x="61178" y="323557"/>
                  <a:pt x="60611" y="328853"/>
                  <a:pt x="62313" y="333770"/>
                </a:cubicBezTo>
                <a:cubicBezTo>
                  <a:pt x="63826" y="338687"/>
                  <a:pt x="67419" y="342847"/>
                  <a:pt x="72147" y="344928"/>
                </a:cubicBezTo>
                <a:lnTo>
                  <a:pt x="113942" y="365163"/>
                </a:lnTo>
                <a:cubicBezTo>
                  <a:pt x="118481" y="367432"/>
                  <a:pt x="123965" y="367622"/>
                  <a:pt x="128693" y="365919"/>
                </a:cubicBezTo>
                <a:cubicBezTo>
                  <a:pt x="133610" y="364217"/>
                  <a:pt x="137392" y="360435"/>
                  <a:pt x="139473" y="355707"/>
                </a:cubicBezTo>
                <a:lnTo>
                  <a:pt x="147416" y="337552"/>
                </a:lnTo>
                <a:cubicBezTo>
                  <a:pt x="160465" y="340010"/>
                  <a:pt x="174648" y="341902"/>
                  <a:pt x="189589" y="343036"/>
                </a:cubicBezTo>
                <a:cubicBezTo>
                  <a:pt x="195262" y="343415"/>
                  <a:pt x="201314" y="343793"/>
                  <a:pt x="208311" y="343982"/>
                </a:cubicBezTo>
                <a:cubicBezTo>
                  <a:pt x="214552" y="343793"/>
                  <a:pt x="220604" y="343415"/>
                  <a:pt x="226277" y="343036"/>
                </a:cubicBezTo>
                <a:cubicBezTo>
                  <a:pt x="241217" y="341902"/>
                  <a:pt x="255401" y="340200"/>
                  <a:pt x="268450" y="337552"/>
                </a:cubicBezTo>
                <a:cubicBezTo>
                  <a:pt x="270530" y="342658"/>
                  <a:pt x="272422" y="347764"/>
                  <a:pt x="274313" y="352303"/>
                </a:cubicBezTo>
                <a:lnTo>
                  <a:pt x="275637" y="355707"/>
                </a:lnTo>
                <a:cubicBezTo>
                  <a:pt x="278473" y="363083"/>
                  <a:pt x="285660" y="367622"/>
                  <a:pt x="293035" y="367622"/>
                </a:cubicBezTo>
                <a:cubicBezTo>
                  <a:pt x="295116" y="367622"/>
                  <a:pt x="297385" y="367243"/>
                  <a:pt x="299465" y="366487"/>
                </a:cubicBezTo>
                <a:lnTo>
                  <a:pt x="340125" y="351925"/>
                </a:lnTo>
                <a:cubicBezTo>
                  <a:pt x="349581" y="348521"/>
                  <a:pt x="354687" y="338119"/>
                  <a:pt x="351851" y="328474"/>
                </a:cubicBezTo>
                <a:lnTo>
                  <a:pt x="351851" y="328474"/>
                </a:lnTo>
                <a:cubicBezTo>
                  <a:pt x="350527" y="324314"/>
                  <a:pt x="349392" y="321099"/>
                  <a:pt x="348068" y="316938"/>
                </a:cubicBezTo>
                <a:cubicBezTo>
                  <a:pt x="346934" y="313723"/>
                  <a:pt x="345610" y="309941"/>
                  <a:pt x="344097" y="305024"/>
                </a:cubicBezTo>
                <a:cubicBezTo>
                  <a:pt x="374545" y="279871"/>
                  <a:pt x="396293" y="247343"/>
                  <a:pt x="406884" y="211033"/>
                </a:cubicBezTo>
                <a:cubicBezTo>
                  <a:pt x="411801" y="194012"/>
                  <a:pt x="414827" y="175668"/>
                  <a:pt x="415772" y="156189"/>
                </a:cubicBezTo>
                <a:cubicBezTo>
                  <a:pt x="419176" y="82244"/>
                  <a:pt x="391187" y="44043"/>
                  <a:pt x="367169" y="25320"/>
                </a:cubicBezTo>
                <a:close/>
                <a:moveTo>
                  <a:pt x="293224" y="349088"/>
                </a:moveTo>
                <a:lnTo>
                  <a:pt x="291901" y="345684"/>
                </a:lnTo>
                <a:cubicBezTo>
                  <a:pt x="289820" y="340200"/>
                  <a:pt x="287362" y="334148"/>
                  <a:pt x="284903" y="327907"/>
                </a:cubicBezTo>
                <a:cubicBezTo>
                  <a:pt x="282445" y="322044"/>
                  <a:pt x="276771" y="318262"/>
                  <a:pt x="270720" y="318262"/>
                </a:cubicBezTo>
                <a:cubicBezTo>
                  <a:pt x="269585" y="318262"/>
                  <a:pt x="268639" y="318262"/>
                  <a:pt x="267505" y="318640"/>
                </a:cubicBezTo>
                <a:cubicBezTo>
                  <a:pt x="254456" y="321288"/>
                  <a:pt x="240272" y="323179"/>
                  <a:pt x="224953" y="324314"/>
                </a:cubicBezTo>
                <a:cubicBezTo>
                  <a:pt x="219469" y="324692"/>
                  <a:pt x="213795" y="325070"/>
                  <a:pt x="208311" y="325259"/>
                </a:cubicBezTo>
                <a:cubicBezTo>
                  <a:pt x="202259" y="325070"/>
                  <a:pt x="196586" y="324692"/>
                  <a:pt x="190912" y="324314"/>
                </a:cubicBezTo>
                <a:cubicBezTo>
                  <a:pt x="173703" y="322990"/>
                  <a:pt x="157817" y="320910"/>
                  <a:pt x="143822" y="317695"/>
                </a:cubicBezTo>
                <a:lnTo>
                  <a:pt x="136258" y="315993"/>
                </a:lnTo>
                <a:lnTo>
                  <a:pt x="122074" y="348143"/>
                </a:lnTo>
                <a:lnTo>
                  <a:pt x="80090" y="327907"/>
                </a:lnTo>
                <a:cubicBezTo>
                  <a:pt x="84251" y="320342"/>
                  <a:pt x="89357" y="310697"/>
                  <a:pt x="91626" y="305591"/>
                </a:cubicBezTo>
                <a:lnTo>
                  <a:pt x="94463" y="298972"/>
                </a:lnTo>
                <a:lnTo>
                  <a:pt x="88600" y="294433"/>
                </a:lnTo>
                <a:cubicBezTo>
                  <a:pt x="58531" y="270983"/>
                  <a:pt x="37161" y="240346"/>
                  <a:pt x="27137" y="205927"/>
                </a:cubicBezTo>
                <a:cubicBezTo>
                  <a:pt x="22599" y="190419"/>
                  <a:pt x="19762" y="173399"/>
                  <a:pt x="19005" y="155622"/>
                </a:cubicBezTo>
                <a:cubicBezTo>
                  <a:pt x="15979" y="89809"/>
                  <a:pt x="39808" y="56525"/>
                  <a:pt x="60422" y="40450"/>
                </a:cubicBezTo>
                <a:cubicBezTo>
                  <a:pt x="97678" y="10947"/>
                  <a:pt x="154980" y="11515"/>
                  <a:pt x="196775" y="41773"/>
                </a:cubicBezTo>
                <a:cubicBezTo>
                  <a:pt x="203394" y="46691"/>
                  <a:pt x="212472" y="46691"/>
                  <a:pt x="219091" y="41773"/>
                </a:cubicBezTo>
                <a:cubicBezTo>
                  <a:pt x="260696" y="11515"/>
                  <a:pt x="317999" y="10947"/>
                  <a:pt x="355255" y="40450"/>
                </a:cubicBezTo>
                <a:cubicBezTo>
                  <a:pt x="375868" y="56525"/>
                  <a:pt x="399697" y="89809"/>
                  <a:pt x="396671" y="155622"/>
                </a:cubicBezTo>
                <a:cubicBezTo>
                  <a:pt x="395915" y="173588"/>
                  <a:pt x="393078" y="190419"/>
                  <a:pt x="388539" y="205927"/>
                </a:cubicBezTo>
                <a:cubicBezTo>
                  <a:pt x="378705" y="239211"/>
                  <a:pt x="358659" y="268903"/>
                  <a:pt x="330480" y="291786"/>
                </a:cubicBezTo>
                <a:cubicBezTo>
                  <a:pt x="325374" y="295946"/>
                  <a:pt x="323294" y="302944"/>
                  <a:pt x="325185" y="309374"/>
                </a:cubicBezTo>
                <a:cubicBezTo>
                  <a:pt x="327076" y="315425"/>
                  <a:pt x="328589" y="319586"/>
                  <a:pt x="329913" y="323368"/>
                </a:cubicBezTo>
                <a:cubicBezTo>
                  <a:pt x="331237" y="327151"/>
                  <a:pt x="332372" y="330366"/>
                  <a:pt x="333506" y="334337"/>
                </a:cubicBezTo>
                <a:lnTo>
                  <a:pt x="292846" y="349088"/>
                </a:lnTo>
                <a:close/>
                <a:moveTo>
                  <a:pt x="327833" y="76382"/>
                </a:moveTo>
                <a:cubicBezTo>
                  <a:pt x="305895" y="58983"/>
                  <a:pt x="269018" y="60685"/>
                  <a:pt x="244054" y="80164"/>
                </a:cubicBezTo>
                <a:cubicBezTo>
                  <a:pt x="237624" y="85270"/>
                  <a:pt x="235355" y="94159"/>
                  <a:pt x="238570" y="102102"/>
                </a:cubicBezTo>
                <a:cubicBezTo>
                  <a:pt x="243676" y="114205"/>
                  <a:pt x="249349" y="128767"/>
                  <a:pt x="255779" y="145977"/>
                </a:cubicBezTo>
                <a:lnTo>
                  <a:pt x="260318" y="157702"/>
                </a:lnTo>
                <a:cubicBezTo>
                  <a:pt x="265613" y="171129"/>
                  <a:pt x="279230" y="202334"/>
                  <a:pt x="291712" y="231079"/>
                </a:cubicBezTo>
                <a:cubicBezTo>
                  <a:pt x="294359" y="237320"/>
                  <a:pt x="300033" y="241481"/>
                  <a:pt x="306652" y="242237"/>
                </a:cubicBezTo>
                <a:cubicBezTo>
                  <a:pt x="307408" y="242237"/>
                  <a:pt x="308354" y="242237"/>
                  <a:pt x="309110" y="242237"/>
                </a:cubicBezTo>
                <a:cubicBezTo>
                  <a:pt x="314973" y="242237"/>
                  <a:pt x="320457" y="239590"/>
                  <a:pt x="324050" y="234862"/>
                </a:cubicBezTo>
                <a:cubicBezTo>
                  <a:pt x="333885" y="222191"/>
                  <a:pt x="341260" y="208196"/>
                  <a:pt x="345610" y="193067"/>
                </a:cubicBezTo>
                <a:cubicBezTo>
                  <a:pt x="349203" y="181152"/>
                  <a:pt x="351283" y="167725"/>
                  <a:pt x="351851" y="153541"/>
                </a:cubicBezTo>
                <a:cubicBezTo>
                  <a:pt x="352985" y="127822"/>
                  <a:pt x="349770" y="93591"/>
                  <a:pt x="327644" y="76193"/>
                </a:cubicBezTo>
                <a:close/>
                <a:moveTo>
                  <a:pt x="333128" y="152974"/>
                </a:moveTo>
                <a:cubicBezTo>
                  <a:pt x="332561" y="165645"/>
                  <a:pt x="330670" y="177370"/>
                  <a:pt x="327644" y="187961"/>
                </a:cubicBezTo>
                <a:cubicBezTo>
                  <a:pt x="323861" y="200632"/>
                  <a:pt x="317810" y="212546"/>
                  <a:pt x="309110" y="223326"/>
                </a:cubicBezTo>
                <a:cubicBezTo>
                  <a:pt x="297385" y="196471"/>
                  <a:pt x="283201" y="163943"/>
                  <a:pt x="278095" y="150705"/>
                </a:cubicBezTo>
                <a:lnTo>
                  <a:pt x="273556" y="138979"/>
                </a:lnTo>
                <a:cubicBezTo>
                  <a:pt x="266937" y="121581"/>
                  <a:pt x="261264" y="106830"/>
                  <a:pt x="255779" y="94915"/>
                </a:cubicBezTo>
                <a:cubicBezTo>
                  <a:pt x="265803" y="87162"/>
                  <a:pt x="278662" y="83001"/>
                  <a:pt x="290577" y="83001"/>
                </a:cubicBezTo>
                <a:cubicBezTo>
                  <a:pt x="300222" y="83001"/>
                  <a:pt x="309489" y="85649"/>
                  <a:pt x="316297" y="90944"/>
                </a:cubicBezTo>
                <a:cubicBezTo>
                  <a:pt x="332939" y="103993"/>
                  <a:pt x="334074" y="135197"/>
                  <a:pt x="333317" y="152596"/>
                </a:cubicBezTo>
                <a:close/>
                <a:moveTo>
                  <a:pt x="225332" y="190230"/>
                </a:moveTo>
                <a:cubicBezTo>
                  <a:pt x="222306" y="183233"/>
                  <a:pt x="215498" y="178694"/>
                  <a:pt x="207933" y="178694"/>
                </a:cubicBezTo>
                <a:cubicBezTo>
                  <a:pt x="200368" y="178694"/>
                  <a:pt x="193560" y="183233"/>
                  <a:pt x="190534" y="190230"/>
                </a:cubicBezTo>
                <a:cubicBezTo>
                  <a:pt x="183348" y="207440"/>
                  <a:pt x="172757" y="232025"/>
                  <a:pt x="164436" y="251315"/>
                </a:cubicBezTo>
                <a:cubicBezTo>
                  <a:pt x="161978" y="256799"/>
                  <a:pt x="162356" y="263040"/>
                  <a:pt x="165382" y="268335"/>
                </a:cubicBezTo>
                <a:cubicBezTo>
                  <a:pt x="168407" y="273631"/>
                  <a:pt x="173514" y="277035"/>
                  <a:pt x="179565" y="277602"/>
                </a:cubicBezTo>
                <a:cubicBezTo>
                  <a:pt x="187886" y="278548"/>
                  <a:pt x="196964" y="279304"/>
                  <a:pt x="207366" y="279682"/>
                </a:cubicBezTo>
                <a:lnTo>
                  <a:pt x="208122" y="279682"/>
                </a:lnTo>
                <a:cubicBezTo>
                  <a:pt x="218713" y="279304"/>
                  <a:pt x="227979" y="278548"/>
                  <a:pt x="236300" y="277602"/>
                </a:cubicBezTo>
                <a:cubicBezTo>
                  <a:pt x="242352" y="276846"/>
                  <a:pt x="247458" y="273631"/>
                  <a:pt x="250484" y="268335"/>
                </a:cubicBezTo>
                <a:cubicBezTo>
                  <a:pt x="253510" y="263040"/>
                  <a:pt x="253888" y="256988"/>
                  <a:pt x="251430" y="251315"/>
                </a:cubicBezTo>
                <a:cubicBezTo>
                  <a:pt x="242919" y="231836"/>
                  <a:pt x="232518" y="207251"/>
                  <a:pt x="225332" y="190230"/>
                </a:cubicBezTo>
                <a:close/>
                <a:moveTo>
                  <a:pt x="207744" y="260771"/>
                </a:moveTo>
                <a:cubicBezTo>
                  <a:pt x="198099" y="260392"/>
                  <a:pt x="189399" y="259636"/>
                  <a:pt x="181835" y="258879"/>
                </a:cubicBezTo>
                <a:cubicBezTo>
                  <a:pt x="190156" y="239590"/>
                  <a:pt x="200746" y="214815"/>
                  <a:pt x="207933" y="197606"/>
                </a:cubicBezTo>
                <a:cubicBezTo>
                  <a:pt x="215119" y="214815"/>
                  <a:pt x="225710" y="239400"/>
                  <a:pt x="234220" y="258879"/>
                </a:cubicBezTo>
                <a:cubicBezTo>
                  <a:pt x="226466" y="259825"/>
                  <a:pt x="217578" y="260392"/>
                  <a:pt x="207744" y="26096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7" name="Graphic 13" descr="Chocolate bar icon.">
            <a:extLst>
              <a:ext uri="{FF2B5EF4-FFF2-40B4-BE49-F238E27FC236}">
                <a16:creationId xmlns:a16="http://schemas.microsoft.com/office/drawing/2014/main" id="{CB7530F5-6177-42F2-8207-C588BA096E19}"/>
              </a:ext>
            </a:extLst>
          </p:cNvPr>
          <p:cNvSpPr/>
          <p:nvPr/>
        </p:nvSpPr>
        <p:spPr>
          <a:xfrm>
            <a:off x="7167465" y="3298357"/>
            <a:ext cx="302586" cy="454069"/>
          </a:xfrm>
          <a:custGeom>
            <a:avLst/>
            <a:gdLst>
              <a:gd name="connsiteX0" fmla="*/ 283675 w 302586"/>
              <a:gd name="connsiteY0" fmla="*/ 208217 h 454069"/>
              <a:gd name="connsiteX1" fmla="*/ 264952 w 302586"/>
              <a:gd name="connsiteY1" fmla="*/ 208217 h 454069"/>
              <a:gd name="connsiteX2" fmla="*/ 264952 w 302586"/>
              <a:gd name="connsiteY2" fmla="*/ 206137 h 454069"/>
              <a:gd name="connsiteX3" fmla="*/ 264763 w 302586"/>
              <a:gd name="connsiteY3" fmla="*/ 160938 h 454069"/>
              <a:gd name="connsiteX4" fmla="*/ 264763 w 302586"/>
              <a:gd name="connsiteY4" fmla="*/ 118765 h 454069"/>
              <a:gd name="connsiteX5" fmla="*/ 246230 w 302586"/>
              <a:gd name="connsiteY5" fmla="*/ 100799 h 454069"/>
              <a:gd name="connsiteX6" fmla="*/ 236585 w 302586"/>
              <a:gd name="connsiteY6" fmla="*/ 94369 h 454069"/>
              <a:gd name="connsiteX7" fmla="*/ 234505 w 302586"/>
              <a:gd name="connsiteY7" fmla="*/ 89830 h 454069"/>
              <a:gd name="connsiteX8" fmla="*/ 232803 w 302586"/>
              <a:gd name="connsiteY8" fmla="*/ 85670 h 454069"/>
              <a:gd name="connsiteX9" fmla="*/ 214647 w 302586"/>
              <a:gd name="connsiteY9" fmla="*/ 76214 h 454069"/>
              <a:gd name="connsiteX10" fmla="*/ 207272 w 302586"/>
              <a:gd name="connsiteY10" fmla="*/ 75647 h 454069"/>
              <a:gd name="connsiteX11" fmla="*/ 193655 w 302586"/>
              <a:gd name="connsiteY11" fmla="*/ 64867 h 454069"/>
              <a:gd name="connsiteX12" fmla="*/ 191764 w 302586"/>
              <a:gd name="connsiteY12" fmla="*/ 52764 h 454069"/>
              <a:gd name="connsiteX13" fmla="*/ 189684 w 302586"/>
              <a:gd name="connsiteY13" fmla="*/ 37634 h 454069"/>
              <a:gd name="connsiteX14" fmla="*/ 179283 w 302586"/>
              <a:gd name="connsiteY14" fmla="*/ 31393 h 454069"/>
              <a:gd name="connsiteX15" fmla="*/ 166801 w 302586"/>
              <a:gd name="connsiteY15" fmla="*/ 16642 h 454069"/>
              <a:gd name="connsiteX16" fmla="*/ 148078 w 302586"/>
              <a:gd name="connsiteY16" fmla="*/ 0 h 454069"/>
              <a:gd name="connsiteX17" fmla="*/ 56735 w 302586"/>
              <a:gd name="connsiteY17" fmla="*/ 0 h 454069"/>
              <a:gd name="connsiteX18" fmla="*/ 37823 w 302586"/>
              <a:gd name="connsiteY18" fmla="*/ 18912 h 454069"/>
              <a:gd name="connsiteX19" fmla="*/ 37823 w 302586"/>
              <a:gd name="connsiteY19" fmla="*/ 208217 h 454069"/>
              <a:gd name="connsiteX20" fmla="*/ 18912 w 302586"/>
              <a:gd name="connsiteY20" fmla="*/ 208217 h 454069"/>
              <a:gd name="connsiteX21" fmla="*/ 0 w 302586"/>
              <a:gd name="connsiteY21" fmla="*/ 227129 h 454069"/>
              <a:gd name="connsiteX22" fmla="*/ 0 w 302586"/>
              <a:gd name="connsiteY22" fmla="*/ 247743 h 454069"/>
              <a:gd name="connsiteX23" fmla="*/ 13427 w 302586"/>
              <a:gd name="connsiteY23" fmla="*/ 266087 h 454069"/>
              <a:gd name="connsiteX24" fmla="*/ 18912 w 302586"/>
              <a:gd name="connsiteY24" fmla="*/ 268167 h 454069"/>
              <a:gd name="connsiteX25" fmla="*/ 18912 w 302586"/>
              <a:gd name="connsiteY25" fmla="*/ 435157 h 454069"/>
              <a:gd name="connsiteX26" fmla="*/ 37823 w 302586"/>
              <a:gd name="connsiteY26" fmla="*/ 454069 h 454069"/>
              <a:gd name="connsiteX27" fmla="*/ 264763 w 302586"/>
              <a:gd name="connsiteY27" fmla="*/ 454069 h 454069"/>
              <a:gd name="connsiteX28" fmla="*/ 283675 w 302586"/>
              <a:gd name="connsiteY28" fmla="*/ 435157 h 454069"/>
              <a:gd name="connsiteX29" fmla="*/ 283675 w 302586"/>
              <a:gd name="connsiteY29" fmla="*/ 329630 h 454069"/>
              <a:gd name="connsiteX30" fmla="*/ 294455 w 302586"/>
              <a:gd name="connsiteY30" fmla="*/ 326226 h 454069"/>
              <a:gd name="connsiteX31" fmla="*/ 302587 w 302586"/>
              <a:gd name="connsiteY31" fmla="*/ 310530 h 454069"/>
              <a:gd name="connsiteX32" fmla="*/ 302587 w 302586"/>
              <a:gd name="connsiteY32" fmla="*/ 226940 h 454069"/>
              <a:gd name="connsiteX33" fmla="*/ 283675 w 302586"/>
              <a:gd name="connsiteY33" fmla="*/ 208028 h 454069"/>
              <a:gd name="connsiteX34" fmla="*/ 195358 w 302586"/>
              <a:gd name="connsiteY34" fmla="*/ 208217 h 454069"/>
              <a:gd name="connsiteX35" fmla="*/ 195358 w 302586"/>
              <a:gd name="connsiteY35" fmla="*/ 170394 h 454069"/>
              <a:gd name="connsiteX36" fmla="*/ 245852 w 302586"/>
              <a:gd name="connsiteY36" fmla="*/ 170394 h 454069"/>
              <a:gd name="connsiteX37" fmla="*/ 246041 w 302586"/>
              <a:gd name="connsiteY37" fmla="*/ 206326 h 454069"/>
              <a:gd name="connsiteX38" fmla="*/ 246041 w 302586"/>
              <a:gd name="connsiteY38" fmla="*/ 208217 h 454069"/>
              <a:gd name="connsiteX39" fmla="*/ 195358 w 302586"/>
              <a:gd name="connsiteY39" fmla="*/ 208217 h 454069"/>
              <a:gd name="connsiteX40" fmla="*/ 125952 w 302586"/>
              <a:gd name="connsiteY40" fmla="*/ 94747 h 454069"/>
              <a:gd name="connsiteX41" fmla="*/ 176446 w 302586"/>
              <a:gd name="connsiteY41" fmla="*/ 94747 h 454069"/>
              <a:gd name="connsiteX42" fmla="*/ 176446 w 302586"/>
              <a:gd name="connsiteY42" fmla="*/ 151482 h 454069"/>
              <a:gd name="connsiteX43" fmla="*/ 125952 w 302586"/>
              <a:gd name="connsiteY43" fmla="*/ 151482 h 454069"/>
              <a:gd name="connsiteX44" fmla="*/ 125952 w 302586"/>
              <a:gd name="connsiteY44" fmla="*/ 94747 h 454069"/>
              <a:gd name="connsiteX45" fmla="*/ 107040 w 302586"/>
              <a:gd name="connsiteY45" fmla="*/ 151482 h 454069"/>
              <a:gd name="connsiteX46" fmla="*/ 56546 w 302586"/>
              <a:gd name="connsiteY46" fmla="*/ 151482 h 454069"/>
              <a:gd name="connsiteX47" fmla="*/ 56546 w 302586"/>
              <a:gd name="connsiteY47" fmla="*/ 94747 h 454069"/>
              <a:gd name="connsiteX48" fmla="*/ 107040 w 302586"/>
              <a:gd name="connsiteY48" fmla="*/ 94747 h 454069"/>
              <a:gd name="connsiteX49" fmla="*/ 107040 w 302586"/>
              <a:gd name="connsiteY49" fmla="*/ 151482 h 454069"/>
              <a:gd name="connsiteX50" fmla="*/ 176446 w 302586"/>
              <a:gd name="connsiteY50" fmla="*/ 170394 h 454069"/>
              <a:gd name="connsiteX51" fmla="*/ 176446 w 302586"/>
              <a:gd name="connsiteY51" fmla="*/ 208217 h 454069"/>
              <a:gd name="connsiteX52" fmla="*/ 125952 w 302586"/>
              <a:gd name="connsiteY52" fmla="*/ 208217 h 454069"/>
              <a:gd name="connsiteX53" fmla="*/ 125952 w 302586"/>
              <a:gd name="connsiteY53" fmla="*/ 170394 h 454069"/>
              <a:gd name="connsiteX54" fmla="*/ 176446 w 302586"/>
              <a:gd name="connsiteY54" fmla="*/ 170394 h 454069"/>
              <a:gd name="connsiteX55" fmla="*/ 208028 w 302586"/>
              <a:gd name="connsiteY55" fmla="*/ 94747 h 454069"/>
              <a:gd name="connsiteX56" fmla="*/ 216728 w 302586"/>
              <a:gd name="connsiteY56" fmla="*/ 96639 h 454069"/>
              <a:gd name="connsiteX57" fmla="*/ 220699 w 302586"/>
              <a:gd name="connsiteY57" fmla="*/ 104771 h 454069"/>
              <a:gd name="connsiteX58" fmla="*/ 245852 w 302586"/>
              <a:gd name="connsiteY58" fmla="*/ 118765 h 454069"/>
              <a:gd name="connsiteX59" fmla="*/ 245852 w 302586"/>
              <a:gd name="connsiteY59" fmla="*/ 151482 h 454069"/>
              <a:gd name="connsiteX60" fmla="*/ 195358 w 302586"/>
              <a:gd name="connsiteY60" fmla="*/ 151482 h 454069"/>
              <a:gd name="connsiteX61" fmla="*/ 195358 w 302586"/>
              <a:gd name="connsiteY61" fmla="*/ 91343 h 454069"/>
              <a:gd name="connsiteX62" fmla="*/ 202355 w 302586"/>
              <a:gd name="connsiteY62" fmla="*/ 93991 h 454069"/>
              <a:gd name="connsiteX63" fmla="*/ 214837 w 302586"/>
              <a:gd name="connsiteY63" fmla="*/ 95126 h 454069"/>
              <a:gd name="connsiteX64" fmla="*/ 147889 w 302586"/>
              <a:gd name="connsiteY64" fmla="*/ 19101 h 454069"/>
              <a:gd name="connsiteX65" fmla="*/ 173231 w 302586"/>
              <a:gd name="connsiteY65" fmla="*/ 49549 h 454069"/>
              <a:gd name="connsiteX66" fmla="*/ 176446 w 302586"/>
              <a:gd name="connsiteY66" fmla="*/ 72999 h 454069"/>
              <a:gd name="connsiteX67" fmla="*/ 178148 w 302586"/>
              <a:gd name="connsiteY67" fmla="*/ 75836 h 454069"/>
              <a:gd name="connsiteX68" fmla="*/ 125952 w 302586"/>
              <a:gd name="connsiteY68" fmla="*/ 75836 h 454069"/>
              <a:gd name="connsiteX69" fmla="*/ 125952 w 302586"/>
              <a:gd name="connsiteY69" fmla="*/ 19101 h 454069"/>
              <a:gd name="connsiteX70" fmla="*/ 107040 w 302586"/>
              <a:gd name="connsiteY70" fmla="*/ 19101 h 454069"/>
              <a:gd name="connsiteX71" fmla="*/ 107040 w 302586"/>
              <a:gd name="connsiteY71" fmla="*/ 75836 h 454069"/>
              <a:gd name="connsiteX72" fmla="*/ 56546 w 302586"/>
              <a:gd name="connsiteY72" fmla="*/ 75836 h 454069"/>
              <a:gd name="connsiteX73" fmla="*/ 56546 w 302586"/>
              <a:gd name="connsiteY73" fmla="*/ 19101 h 454069"/>
              <a:gd name="connsiteX74" fmla="*/ 147700 w 302586"/>
              <a:gd name="connsiteY74" fmla="*/ 19101 h 454069"/>
              <a:gd name="connsiteX75" fmla="*/ 56735 w 302586"/>
              <a:gd name="connsiteY75" fmla="*/ 170394 h 454069"/>
              <a:gd name="connsiteX76" fmla="*/ 107229 w 302586"/>
              <a:gd name="connsiteY76" fmla="*/ 170394 h 454069"/>
              <a:gd name="connsiteX77" fmla="*/ 107229 w 302586"/>
              <a:gd name="connsiteY77" fmla="*/ 208217 h 454069"/>
              <a:gd name="connsiteX78" fmla="*/ 56735 w 302586"/>
              <a:gd name="connsiteY78" fmla="*/ 208217 h 454069"/>
              <a:gd name="connsiteX79" fmla="*/ 56735 w 302586"/>
              <a:gd name="connsiteY79" fmla="*/ 170394 h 454069"/>
              <a:gd name="connsiteX80" fmla="*/ 37823 w 302586"/>
              <a:gd name="connsiteY80" fmla="*/ 435157 h 454069"/>
              <a:gd name="connsiteX81" fmla="*/ 37823 w 302586"/>
              <a:gd name="connsiteY81" fmla="*/ 282351 h 454069"/>
              <a:gd name="connsiteX82" fmla="*/ 63165 w 302586"/>
              <a:gd name="connsiteY82" fmla="*/ 292942 h 454069"/>
              <a:gd name="connsiteX83" fmla="*/ 98341 w 302586"/>
              <a:gd name="connsiteY83" fmla="*/ 287457 h 454069"/>
              <a:gd name="connsiteX84" fmla="*/ 122737 w 302586"/>
              <a:gd name="connsiteY84" fmla="*/ 283486 h 454069"/>
              <a:gd name="connsiteX85" fmla="*/ 144674 w 302586"/>
              <a:gd name="connsiteY85" fmla="*/ 295022 h 454069"/>
              <a:gd name="connsiteX86" fmla="*/ 176446 w 302586"/>
              <a:gd name="connsiteY86" fmla="*/ 311286 h 454069"/>
              <a:gd name="connsiteX87" fmla="*/ 211811 w 302586"/>
              <a:gd name="connsiteY87" fmla="*/ 305991 h 454069"/>
              <a:gd name="connsiteX88" fmla="*/ 236396 w 302586"/>
              <a:gd name="connsiteY88" fmla="*/ 302019 h 454069"/>
              <a:gd name="connsiteX89" fmla="*/ 257955 w 302586"/>
              <a:gd name="connsiteY89" fmla="*/ 314690 h 454069"/>
              <a:gd name="connsiteX90" fmla="*/ 264763 w 302586"/>
              <a:gd name="connsiteY90" fmla="*/ 320931 h 454069"/>
              <a:gd name="connsiteX91" fmla="*/ 264763 w 302586"/>
              <a:gd name="connsiteY91" fmla="*/ 434968 h 454069"/>
              <a:gd name="connsiteX92" fmla="*/ 37823 w 302586"/>
              <a:gd name="connsiteY92" fmla="*/ 434968 h 454069"/>
              <a:gd name="connsiteX93" fmla="*/ 257955 w 302586"/>
              <a:gd name="connsiteY93" fmla="*/ 227129 h 454069"/>
              <a:gd name="connsiteX94" fmla="*/ 283675 w 302586"/>
              <a:gd name="connsiteY94" fmla="*/ 227129 h 454069"/>
              <a:gd name="connsiteX95" fmla="*/ 283675 w 302586"/>
              <a:gd name="connsiteY95" fmla="*/ 310719 h 454069"/>
              <a:gd name="connsiteX96" fmla="*/ 271193 w 302586"/>
              <a:gd name="connsiteY96" fmla="*/ 301263 h 454069"/>
              <a:gd name="connsiteX97" fmla="*/ 239233 w 302586"/>
              <a:gd name="connsiteY97" fmla="*/ 283297 h 454069"/>
              <a:gd name="connsiteX98" fmla="*/ 203868 w 302586"/>
              <a:gd name="connsiteY98" fmla="*/ 288592 h 454069"/>
              <a:gd name="connsiteX99" fmla="*/ 179283 w 302586"/>
              <a:gd name="connsiteY99" fmla="*/ 292563 h 454069"/>
              <a:gd name="connsiteX100" fmla="*/ 157345 w 302586"/>
              <a:gd name="connsiteY100" fmla="*/ 281027 h 454069"/>
              <a:gd name="connsiteX101" fmla="*/ 125573 w 302586"/>
              <a:gd name="connsiteY101" fmla="*/ 264763 h 454069"/>
              <a:gd name="connsiteX102" fmla="*/ 90398 w 302586"/>
              <a:gd name="connsiteY102" fmla="*/ 270248 h 454069"/>
              <a:gd name="connsiteX103" fmla="*/ 66002 w 302586"/>
              <a:gd name="connsiteY103" fmla="*/ 274219 h 454069"/>
              <a:gd name="connsiteX104" fmla="*/ 43119 w 302586"/>
              <a:gd name="connsiteY104" fmla="*/ 262305 h 454069"/>
              <a:gd name="connsiteX105" fmla="*/ 18723 w 302586"/>
              <a:gd name="connsiteY105" fmla="*/ 247554 h 454069"/>
              <a:gd name="connsiteX106" fmla="*/ 18723 w 302586"/>
              <a:gd name="connsiteY106" fmla="*/ 226940 h 454069"/>
              <a:gd name="connsiteX107" fmla="*/ 257766 w 302586"/>
              <a:gd name="connsiteY107" fmla="*/ 226940 h 45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302586" h="454069">
                <a:moveTo>
                  <a:pt x="283675" y="208217"/>
                </a:moveTo>
                <a:lnTo>
                  <a:pt x="264952" y="208217"/>
                </a:lnTo>
                <a:cubicBezTo>
                  <a:pt x="264952" y="208217"/>
                  <a:pt x="264952" y="206894"/>
                  <a:pt x="264952" y="206137"/>
                </a:cubicBezTo>
                <a:cubicBezTo>
                  <a:pt x="264952" y="197249"/>
                  <a:pt x="264763" y="182687"/>
                  <a:pt x="264763" y="160938"/>
                </a:cubicBezTo>
                <a:lnTo>
                  <a:pt x="264763" y="118765"/>
                </a:lnTo>
                <a:cubicBezTo>
                  <a:pt x="264763" y="108931"/>
                  <a:pt x="256631" y="101177"/>
                  <a:pt x="246230" y="100799"/>
                </a:cubicBezTo>
                <a:cubicBezTo>
                  <a:pt x="241313" y="100799"/>
                  <a:pt x="237909" y="96260"/>
                  <a:pt x="236585" y="94369"/>
                </a:cubicBezTo>
                <a:cubicBezTo>
                  <a:pt x="235828" y="93235"/>
                  <a:pt x="235261" y="91532"/>
                  <a:pt x="234505" y="89830"/>
                </a:cubicBezTo>
                <a:cubicBezTo>
                  <a:pt x="233937" y="88507"/>
                  <a:pt x="233370" y="86994"/>
                  <a:pt x="232803" y="85670"/>
                </a:cubicBezTo>
                <a:cubicBezTo>
                  <a:pt x="229966" y="79429"/>
                  <a:pt x="224481" y="76970"/>
                  <a:pt x="214647" y="76214"/>
                </a:cubicBezTo>
                <a:cubicBezTo>
                  <a:pt x="211622" y="76214"/>
                  <a:pt x="209541" y="76214"/>
                  <a:pt x="207272" y="75647"/>
                </a:cubicBezTo>
                <a:cubicBezTo>
                  <a:pt x="203490" y="74701"/>
                  <a:pt x="196870" y="71864"/>
                  <a:pt x="193655" y="64867"/>
                </a:cubicBezTo>
                <a:cubicBezTo>
                  <a:pt x="190440" y="58059"/>
                  <a:pt x="191764" y="52953"/>
                  <a:pt x="191764" y="52764"/>
                </a:cubicBezTo>
                <a:cubicBezTo>
                  <a:pt x="193277" y="47279"/>
                  <a:pt x="192521" y="41795"/>
                  <a:pt x="189684" y="37634"/>
                </a:cubicBezTo>
                <a:cubicBezTo>
                  <a:pt x="187036" y="33852"/>
                  <a:pt x="182687" y="31393"/>
                  <a:pt x="179283" y="31393"/>
                </a:cubicBezTo>
                <a:cubicBezTo>
                  <a:pt x="168125" y="28178"/>
                  <a:pt x="167746" y="25153"/>
                  <a:pt x="166801" y="16642"/>
                </a:cubicBezTo>
                <a:cubicBezTo>
                  <a:pt x="165666" y="7376"/>
                  <a:pt x="157534" y="0"/>
                  <a:pt x="148078" y="0"/>
                </a:cubicBezTo>
                <a:lnTo>
                  <a:pt x="56735" y="0"/>
                </a:lnTo>
                <a:cubicBezTo>
                  <a:pt x="46334" y="0"/>
                  <a:pt x="37823" y="8510"/>
                  <a:pt x="37823" y="18912"/>
                </a:cubicBezTo>
                <a:lnTo>
                  <a:pt x="37823" y="208217"/>
                </a:lnTo>
                <a:lnTo>
                  <a:pt x="18912" y="208217"/>
                </a:lnTo>
                <a:cubicBezTo>
                  <a:pt x="8510" y="208217"/>
                  <a:pt x="0" y="216728"/>
                  <a:pt x="0" y="227129"/>
                </a:cubicBezTo>
                <a:lnTo>
                  <a:pt x="0" y="247743"/>
                </a:lnTo>
                <a:cubicBezTo>
                  <a:pt x="0" y="256253"/>
                  <a:pt x="5484" y="263818"/>
                  <a:pt x="13427" y="266087"/>
                </a:cubicBezTo>
                <a:cubicBezTo>
                  <a:pt x="15508" y="266655"/>
                  <a:pt x="17399" y="267411"/>
                  <a:pt x="18912" y="268167"/>
                </a:cubicBezTo>
                <a:lnTo>
                  <a:pt x="18912" y="435157"/>
                </a:lnTo>
                <a:cubicBezTo>
                  <a:pt x="18912" y="445559"/>
                  <a:pt x="27422" y="454069"/>
                  <a:pt x="37823" y="454069"/>
                </a:cubicBezTo>
                <a:lnTo>
                  <a:pt x="264763" y="454069"/>
                </a:lnTo>
                <a:cubicBezTo>
                  <a:pt x="275165" y="454069"/>
                  <a:pt x="283675" y="445559"/>
                  <a:pt x="283675" y="435157"/>
                </a:cubicBezTo>
                <a:lnTo>
                  <a:pt x="283675" y="329630"/>
                </a:lnTo>
                <a:cubicBezTo>
                  <a:pt x="287457" y="329630"/>
                  <a:pt x="291240" y="328496"/>
                  <a:pt x="294455" y="326226"/>
                </a:cubicBezTo>
                <a:cubicBezTo>
                  <a:pt x="299561" y="322633"/>
                  <a:pt x="302587" y="316770"/>
                  <a:pt x="302587" y="310530"/>
                </a:cubicBezTo>
                <a:lnTo>
                  <a:pt x="302587" y="226940"/>
                </a:lnTo>
                <a:cubicBezTo>
                  <a:pt x="302587" y="216539"/>
                  <a:pt x="294076" y="208028"/>
                  <a:pt x="283675" y="208028"/>
                </a:cubicBezTo>
                <a:close/>
                <a:moveTo>
                  <a:pt x="195358" y="208217"/>
                </a:moveTo>
                <a:lnTo>
                  <a:pt x="195358" y="170394"/>
                </a:lnTo>
                <a:lnTo>
                  <a:pt x="245852" y="170394"/>
                </a:lnTo>
                <a:cubicBezTo>
                  <a:pt x="245852" y="186847"/>
                  <a:pt x="245852" y="198762"/>
                  <a:pt x="246041" y="206326"/>
                </a:cubicBezTo>
                <a:lnTo>
                  <a:pt x="246041" y="208217"/>
                </a:lnTo>
                <a:lnTo>
                  <a:pt x="195358" y="208217"/>
                </a:lnTo>
                <a:close/>
                <a:moveTo>
                  <a:pt x="125952" y="94747"/>
                </a:moveTo>
                <a:lnTo>
                  <a:pt x="176446" y="94747"/>
                </a:lnTo>
                <a:lnTo>
                  <a:pt x="176446" y="151482"/>
                </a:lnTo>
                <a:lnTo>
                  <a:pt x="125952" y="151482"/>
                </a:lnTo>
                <a:lnTo>
                  <a:pt x="125952" y="94747"/>
                </a:lnTo>
                <a:close/>
                <a:moveTo>
                  <a:pt x="107040" y="151482"/>
                </a:moveTo>
                <a:lnTo>
                  <a:pt x="56546" y="151482"/>
                </a:lnTo>
                <a:lnTo>
                  <a:pt x="56546" y="94747"/>
                </a:lnTo>
                <a:lnTo>
                  <a:pt x="107040" y="94747"/>
                </a:lnTo>
                <a:lnTo>
                  <a:pt x="107040" y="151482"/>
                </a:lnTo>
                <a:close/>
                <a:moveTo>
                  <a:pt x="176446" y="170394"/>
                </a:moveTo>
                <a:lnTo>
                  <a:pt x="176446" y="208217"/>
                </a:lnTo>
                <a:lnTo>
                  <a:pt x="125952" y="208217"/>
                </a:lnTo>
                <a:lnTo>
                  <a:pt x="125952" y="170394"/>
                </a:lnTo>
                <a:lnTo>
                  <a:pt x="176446" y="170394"/>
                </a:lnTo>
                <a:close/>
                <a:moveTo>
                  <a:pt x="208028" y="94747"/>
                </a:moveTo>
                <a:cubicBezTo>
                  <a:pt x="208407" y="95693"/>
                  <a:pt x="216349" y="95504"/>
                  <a:pt x="216728" y="96639"/>
                </a:cubicBezTo>
                <a:cubicBezTo>
                  <a:pt x="217673" y="99097"/>
                  <a:pt x="218808" y="101934"/>
                  <a:pt x="220699" y="104771"/>
                </a:cubicBezTo>
                <a:cubicBezTo>
                  <a:pt x="226751" y="114037"/>
                  <a:pt x="235639" y="119711"/>
                  <a:pt x="245852" y="118765"/>
                </a:cubicBezTo>
                <a:lnTo>
                  <a:pt x="245852" y="151482"/>
                </a:lnTo>
                <a:lnTo>
                  <a:pt x="195358" y="151482"/>
                </a:lnTo>
                <a:lnTo>
                  <a:pt x="195358" y="91343"/>
                </a:lnTo>
                <a:cubicBezTo>
                  <a:pt x="197627" y="92289"/>
                  <a:pt x="199896" y="93235"/>
                  <a:pt x="202355" y="93991"/>
                </a:cubicBezTo>
                <a:cubicBezTo>
                  <a:pt x="207083" y="95315"/>
                  <a:pt x="211054" y="95315"/>
                  <a:pt x="214837" y="95126"/>
                </a:cubicBezTo>
                <a:moveTo>
                  <a:pt x="147889" y="19101"/>
                </a:moveTo>
                <a:cubicBezTo>
                  <a:pt x="149402" y="31393"/>
                  <a:pt x="152428" y="42929"/>
                  <a:pt x="173231" y="49549"/>
                </a:cubicBezTo>
                <a:cubicBezTo>
                  <a:pt x="172474" y="53331"/>
                  <a:pt x="171529" y="62409"/>
                  <a:pt x="176446" y="72999"/>
                </a:cubicBezTo>
                <a:cubicBezTo>
                  <a:pt x="176824" y="73945"/>
                  <a:pt x="177581" y="74890"/>
                  <a:pt x="178148" y="75836"/>
                </a:cubicBezTo>
                <a:lnTo>
                  <a:pt x="125952" y="75836"/>
                </a:lnTo>
                <a:lnTo>
                  <a:pt x="125952" y="19101"/>
                </a:lnTo>
                <a:lnTo>
                  <a:pt x="107040" y="19101"/>
                </a:lnTo>
                <a:lnTo>
                  <a:pt x="107040" y="75836"/>
                </a:lnTo>
                <a:lnTo>
                  <a:pt x="56546" y="75836"/>
                </a:lnTo>
                <a:lnTo>
                  <a:pt x="56546" y="19101"/>
                </a:lnTo>
                <a:lnTo>
                  <a:pt x="147700" y="19101"/>
                </a:lnTo>
                <a:close/>
                <a:moveTo>
                  <a:pt x="56735" y="170394"/>
                </a:moveTo>
                <a:lnTo>
                  <a:pt x="107229" y="170394"/>
                </a:lnTo>
                <a:lnTo>
                  <a:pt x="107229" y="208217"/>
                </a:lnTo>
                <a:lnTo>
                  <a:pt x="56735" y="208217"/>
                </a:lnTo>
                <a:lnTo>
                  <a:pt x="56735" y="170394"/>
                </a:lnTo>
                <a:close/>
                <a:moveTo>
                  <a:pt x="37823" y="435157"/>
                </a:moveTo>
                <a:lnTo>
                  <a:pt x="37823" y="282351"/>
                </a:lnTo>
                <a:cubicBezTo>
                  <a:pt x="43875" y="286890"/>
                  <a:pt x="51251" y="291051"/>
                  <a:pt x="63165" y="292942"/>
                </a:cubicBezTo>
                <a:cubicBezTo>
                  <a:pt x="79996" y="295778"/>
                  <a:pt x="90209" y="291240"/>
                  <a:pt x="98341" y="287457"/>
                </a:cubicBezTo>
                <a:cubicBezTo>
                  <a:pt x="105716" y="284242"/>
                  <a:pt x="111390" y="281595"/>
                  <a:pt x="122737" y="283486"/>
                </a:cubicBezTo>
                <a:cubicBezTo>
                  <a:pt x="134084" y="285377"/>
                  <a:pt x="138812" y="289727"/>
                  <a:pt x="144674" y="295022"/>
                </a:cubicBezTo>
                <a:cubicBezTo>
                  <a:pt x="151293" y="301074"/>
                  <a:pt x="159425" y="308638"/>
                  <a:pt x="176446" y="311286"/>
                </a:cubicBezTo>
                <a:cubicBezTo>
                  <a:pt x="193466" y="314123"/>
                  <a:pt x="203679" y="309584"/>
                  <a:pt x="211811" y="305991"/>
                </a:cubicBezTo>
                <a:cubicBezTo>
                  <a:pt x="219186" y="302776"/>
                  <a:pt x="224860" y="300128"/>
                  <a:pt x="236396" y="302019"/>
                </a:cubicBezTo>
                <a:cubicBezTo>
                  <a:pt x="246986" y="303721"/>
                  <a:pt x="251903" y="308638"/>
                  <a:pt x="257955" y="314690"/>
                </a:cubicBezTo>
                <a:cubicBezTo>
                  <a:pt x="260035" y="316770"/>
                  <a:pt x="262305" y="318851"/>
                  <a:pt x="264763" y="320931"/>
                </a:cubicBezTo>
                <a:lnTo>
                  <a:pt x="264763" y="434968"/>
                </a:lnTo>
                <a:lnTo>
                  <a:pt x="37823" y="434968"/>
                </a:lnTo>
                <a:close/>
                <a:moveTo>
                  <a:pt x="257955" y="227129"/>
                </a:moveTo>
                <a:lnTo>
                  <a:pt x="283675" y="227129"/>
                </a:lnTo>
                <a:lnTo>
                  <a:pt x="283675" y="310719"/>
                </a:lnTo>
                <a:cubicBezTo>
                  <a:pt x="278947" y="308828"/>
                  <a:pt x="275543" y="305613"/>
                  <a:pt x="271193" y="301263"/>
                </a:cubicBezTo>
                <a:cubicBezTo>
                  <a:pt x="264385" y="294455"/>
                  <a:pt x="255875" y="285944"/>
                  <a:pt x="239233" y="283297"/>
                </a:cubicBezTo>
                <a:cubicBezTo>
                  <a:pt x="222212" y="280460"/>
                  <a:pt x="212189" y="284999"/>
                  <a:pt x="203868" y="288592"/>
                </a:cubicBezTo>
                <a:cubicBezTo>
                  <a:pt x="196492" y="291807"/>
                  <a:pt x="190630" y="294455"/>
                  <a:pt x="179283" y="292563"/>
                </a:cubicBezTo>
                <a:cubicBezTo>
                  <a:pt x="167936" y="290672"/>
                  <a:pt x="163208" y="286323"/>
                  <a:pt x="157345" y="281027"/>
                </a:cubicBezTo>
                <a:cubicBezTo>
                  <a:pt x="150726" y="274976"/>
                  <a:pt x="142594" y="267411"/>
                  <a:pt x="125573" y="264763"/>
                </a:cubicBezTo>
                <a:cubicBezTo>
                  <a:pt x="108553" y="261927"/>
                  <a:pt x="98530" y="266465"/>
                  <a:pt x="90398" y="270248"/>
                </a:cubicBezTo>
                <a:cubicBezTo>
                  <a:pt x="83022" y="273463"/>
                  <a:pt x="77349" y="276110"/>
                  <a:pt x="66002" y="274219"/>
                </a:cubicBezTo>
                <a:cubicBezTo>
                  <a:pt x="54466" y="272328"/>
                  <a:pt x="49549" y="267978"/>
                  <a:pt x="43119" y="262305"/>
                </a:cubicBezTo>
                <a:cubicBezTo>
                  <a:pt x="37067" y="257010"/>
                  <a:pt x="30259" y="251147"/>
                  <a:pt x="18723" y="247554"/>
                </a:cubicBezTo>
                <a:lnTo>
                  <a:pt x="18723" y="226940"/>
                </a:lnTo>
                <a:lnTo>
                  <a:pt x="257766" y="22694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Graphic 25" descr="Popsicle icon.">
            <a:extLst>
              <a:ext uri="{FF2B5EF4-FFF2-40B4-BE49-F238E27FC236}">
                <a16:creationId xmlns:a16="http://schemas.microsoft.com/office/drawing/2014/main" id="{ECA71116-0FFF-4A03-A278-B9C21A571E4A}"/>
              </a:ext>
            </a:extLst>
          </p:cNvPr>
          <p:cNvSpPr/>
          <p:nvPr/>
        </p:nvSpPr>
        <p:spPr>
          <a:xfrm>
            <a:off x="8440178" y="3298451"/>
            <a:ext cx="226952" cy="453880"/>
          </a:xfrm>
          <a:custGeom>
            <a:avLst/>
            <a:gdLst>
              <a:gd name="connsiteX0" fmla="*/ 218808 w 226952"/>
              <a:gd name="connsiteY0" fmla="*/ 45766 h 453880"/>
              <a:gd name="connsiteX1" fmla="*/ 171529 w 226952"/>
              <a:gd name="connsiteY1" fmla="*/ 0 h 453880"/>
              <a:gd name="connsiteX2" fmla="*/ 55411 w 226952"/>
              <a:gd name="connsiteY2" fmla="*/ 0 h 453880"/>
              <a:gd name="connsiteX3" fmla="*/ 8132 w 226952"/>
              <a:gd name="connsiteY3" fmla="*/ 45766 h 453880"/>
              <a:gd name="connsiteX4" fmla="*/ 0 w 226952"/>
              <a:gd name="connsiteY4" fmla="*/ 302019 h 453880"/>
              <a:gd name="connsiteX5" fmla="*/ 5295 w 226952"/>
              <a:gd name="connsiteY5" fmla="*/ 315825 h 453880"/>
              <a:gd name="connsiteX6" fmla="*/ 18912 w 226952"/>
              <a:gd name="connsiteY6" fmla="*/ 321498 h 453880"/>
              <a:gd name="connsiteX7" fmla="*/ 84724 w 226952"/>
              <a:gd name="connsiteY7" fmla="*/ 321498 h 453880"/>
              <a:gd name="connsiteX8" fmla="*/ 84724 w 226952"/>
              <a:gd name="connsiteY8" fmla="*/ 425513 h 453880"/>
              <a:gd name="connsiteX9" fmla="*/ 113092 w 226952"/>
              <a:gd name="connsiteY9" fmla="*/ 453880 h 453880"/>
              <a:gd name="connsiteX10" fmla="*/ 141459 w 226952"/>
              <a:gd name="connsiteY10" fmla="*/ 425513 h 453880"/>
              <a:gd name="connsiteX11" fmla="*/ 141459 w 226952"/>
              <a:gd name="connsiteY11" fmla="*/ 321498 h 453880"/>
              <a:gd name="connsiteX12" fmla="*/ 208028 w 226952"/>
              <a:gd name="connsiteY12" fmla="*/ 321498 h 453880"/>
              <a:gd name="connsiteX13" fmla="*/ 221645 w 226952"/>
              <a:gd name="connsiteY13" fmla="*/ 315825 h 453880"/>
              <a:gd name="connsiteX14" fmla="*/ 226940 w 226952"/>
              <a:gd name="connsiteY14" fmla="*/ 302019 h 453880"/>
              <a:gd name="connsiteX15" fmla="*/ 218997 w 226952"/>
              <a:gd name="connsiteY15" fmla="*/ 45766 h 453880"/>
              <a:gd name="connsiteX16" fmla="*/ 122548 w 226952"/>
              <a:gd name="connsiteY16" fmla="*/ 425513 h 453880"/>
              <a:gd name="connsiteX17" fmla="*/ 113092 w 226952"/>
              <a:gd name="connsiteY17" fmla="*/ 434968 h 453880"/>
              <a:gd name="connsiteX18" fmla="*/ 103636 w 226952"/>
              <a:gd name="connsiteY18" fmla="*/ 425513 h 453880"/>
              <a:gd name="connsiteX19" fmla="*/ 103636 w 226952"/>
              <a:gd name="connsiteY19" fmla="*/ 321498 h 453880"/>
              <a:gd name="connsiteX20" fmla="*/ 122548 w 226952"/>
              <a:gd name="connsiteY20" fmla="*/ 321498 h 453880"/>
              <a:gd name="connsiteX21" fmla="*/ 122548 w 226952"/>
              <a:gd name="connsiteY21" fmla="*/ 425513 h 453880"/>
              <a:gd name="connsiteX22" fmla="*/ 18912 w 226952"/>
              <a:gd name="connsiteY22" fmla="*/ 302587 h 453880"/>
              <a:gd name="connsiteX23" fmla="*/ 27044 w 226952"/>
              <a:gd name="connsiteY23" fmla="*/ 46334 h 453880"/>
              <a:gd name="connsiteX24" fmla="*/ 55411 w 226952"/>
              <a:gd name="connsiteY24" fmla="*/ 18912 h 453880"/>
              <a:gd name="connsiteX25" fmla="*/ 171529 w 226952"/>
              <a:gd name="connsiteY25" fmla="*/ 18912 h 453880"/>
              <a:gd name="connsiteX26" fmla="*/ 199896 w 226952"/>
              <a:gd name="connsiteY26" fmla="*/ 46334 h 453880"/>
              <a:gd name="connsiteX27" fmla="*/ 207839 w 226952"/>
              <a:gd name="connsiteY27" fmla="*/ 302587 h 453880"/>
              <a:gd name="connsiteX28" fmla="*/ 18912 w 226952"/>
              <a:gd name="connsiteY28" fmla="*/ 302587 h 453880"/>
              <a:gd name="connsiteX29" fmla="*/ 65813 w 226952"/>
              <a:gd name="connsiteY29" fmla="*/ 56735 h 453880"/>
              <a:gd name="connsiteX30" fmla="*/ 84724 w 226952"/>
              <a:gd name="connsiteY30" fmla="*/ 56735 h 453880"/>
              <a:gd name="connsiteX31" fmla="*/ 84724 w 226952"/>
              <a:gd name="connsiteY31" fmla="*/ 264763 h 453880"/>
              <a:gd name="connsiteX32" fmla="*/ 65813 w 226952"/>
              <a:gd name="connsiteY32" fmla="*/ 264763 h 453880"/>
              <a:gd name="connsiteX33" fmla="*/ 65813 w 226952"/>
              <a:gd name="connsiteY33" fmla="*/ 56735 h 453880"/>
              <a:gd name="connsiteX34" fmla="*/ 141459 w 226952"/>
              <a:gd name="connsiteY34" fmla="*/ 56735 h 453880"/>
              <a:gd name="connsiteX35" fmla="*/ 160371 w 226952"/>
              <a:gd name="connsiteY35" fmla="*/ 56735 h 453880"/>
              <a:gd name="connsiteX36" fmla="*/ 160371 w 226952"/>
              <a:gd name="connsiteY36" fmla="*/ 264763 h 453880"/>
              <a:gd name="connsiteX37" fmla="*/ 141459 w 226952"/>
              <a:gd name="connsiteY37" fmla="*/ 264763 h 453880"/>
              <a:gd name="connsiteX38" fmla="*/ 141459 w 226952"/>
              <a:gd name="connsiteY38" fmla="*/ 56735 h 45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226952" h="453880">
                <a:moveTo>
                  <a:pt x="218808" y="45766"/>
                </a:moveTo>
                <a:cubicBezTo>
                  <a:pt x="218052" y="20046"/>
                  <a:pt x="197249" y="0"/>
                  <a:pt x="171529" y="0"/>
                </a:cubicBezTo>
                <a:lnTo>
                  <a:pt x="55411" y="0"/>
                </a:lnTo>
                <a:cubicBezTo>
                  <a:pt x="29691" y="0"/>
                  <a:pt x="8888" y="20046"/>
                  <a:pt x="8132" y="45766"/>
                </a:cubicBezTo>
                <a:lnTo>
                  <a:pt x="0" y="302019"/>
                </a:lnTo>
                <a:cubicBezTo>
                  <a:pt x="0" y="307125"/>
                  <a:pt x="1702" y="312043"/>
                  <a:pt x="5295" y="315825"/>
                </a:cubicBezTo>
                <a:cubicBezTo>
                  <a:pt x="8888" y="319607"/>
                  <a:pt x="13806" y="321498"/>
                  <a:pt x="18912" y="321498"/>
                </a:cubicBezTo>
                <a:lnTo>
                  <a:pt x="84724" y="321498"/>
                </a:lnTo>
                <a:lnTo>
                  <a:pt x="84724" y="425513"/>
                </a:lnTo>
                <a:cubicBezTo>
                  <a:pt x="84724" y="441209"/>
                  <a:pt x="97395" y="453880"/>
                  <a:pt x="113092" y="453880"/>
                </a:cubicBezTo>
                <a:cubicBezTo>
                  <a:pt x="128788" y="453880"/>
                  <a:pt x="141459" y="441209"/>
                  <a:pt x="141459" y="425513"/>
                </a:cubicBezTo>
                <a:lnTo>
                  <a:pt x="141459" y="321498"/>
                </a:lnTo>
                <a:lnTo>
                  <a:pt x="208028" y="321498"/>
                </a:lnTo>
                <a:cubicBezTo>
                  <a:pt x="213135" y="321498"/>
                  <a:pt x="218052" y="319418"/>
                  <a:pt x="221645" y="315825"/>
                </a:cubicBezTo>
                <a:cubicBezTo>
                  <a:pt x="225238" y="312043"/>
                  <a:pt x="227129" y="307315"/>
                  <a:pt x="226940" y="302019"/>
                </a:cubicBezTo>
                <a:lnTo>
                  <a:pt x="218997" y="45766"/>
                </a:lnTo>
                <a:close/>
                <a:moveTo>
                  <a:pt x="122548" y="425513"/>
                </a:moveTo>
                <a:cubicBezTo>
                  <a:pt x="122548" y="430808"/>
                  <a:pt x="118387" y="434968"/>
                  <a:pt x="113092" y="434968"/>
                </a:cubicBezTo>
                <a:cubicBezTo>
                  <a:pt x="107797" y="434968"/>
                  <a:pt x="103636" y="430808"/>
                  <a:pt x="103636" y="425513"/>
                </a:cubicBezTo>
                <a:lnTo>
                  <a:pt x="103636" y="321498"/>
                </a:lnTo>
                <a:lnTo>
                  <a:pt x="122548" y="321498"/>
                </a:lnTo>
                <a:lnTo>
                  <a:pt x="122548" y="425513"/>
                </a:lnTo>
                <a:close/>
                <a:moveTo>
                  <a:pt x="18912" y="302587"/>
                </a:moveTo>
                <a:lnTo>
                  <a:pt x="27044" y="46334"/>
                </a:lnTo>
                <a:cubicBezTo>
                  <a:pt x="27611" y="31015"/>
                  <a:pt x="40093" y="18912"/>
                  <a:pt x="55411" y="18912"/>
                </a:cubicBezTo>
                <a:lnTo>
                  <a:pt x="171529" y="18912"/>
                </a:lnTo>
                <a:cubicBezTo>
                  <a:pt x="187036" y="18912"/>
                  <a:pt x="199518" y="31015"/>
                  <a:pt x="199896" y="46334"/>
                </a:cubicBezTo>
                <a:lnTo>
                  <a:pt x="207839" y="302587"/>
                </a:lnTo>
                <a:lnTo>
                  <a:pt x="18912" y="302587"/>
                </a:lnTo>
                <a:close/>
                <a:moveTo>
                  <a:pt x="65813" y="56735"/>
                </a:moveTo>
                <a:lnTo>
                  <a:pt x="84724" y="56735"/>
                </a:lnTo>
                <a:lnTo>
                  <a:pt x="84724" y="264763"/>
                </a:lnTo>
                <a:lnTo>
                  <a:pt x="65813" y="264763"/>
                </a:lnTo>
                <a:lnTo>
                  <a:pt x="65813" y="56735"/>
                </a:lnTo>
                <a:close/>
                <a:moveTo>
                  <a:pt x="141459" y="56735"/>
                </a:moveTo>
                <a:lnTo>
                  <a:pt x="160371" y="56735"/>
                </a:lnTo>
                <a:lnTo>
                  <a:pt x="160371" y="264763"/>
                </a:lnTo>
                <a:lnTo>
                  <a:pt x="141459" y="264763"/>
                </a:lnTo>
                <a:lnTo>
                  <a:pt x="141459" y="56735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54" descr="Birthday cake icon.">
            <a:extLst>
              <a:ext uri="{FF2B5EF4-FFF2-40B4-BE49-F238E27FC236}">
                <a16:creationId xmlns:a16="http://schemas.microsoft.com/office/drawing/2014/main" id="{F59C1D84-2BA0-45F5-827E-26C90C136C3A}"/>
              </a:ext>
            </a:extLst>
          </p:cNvPr>
          <p:cNvSpPr>
            <a:spLocks noChangeAspect="1"/>
          </p:cNvSpPr>
          <p:nvPr/>
        </p:nvSpPr>
        <p:spPr>
          <a:xfrm>
            <a:off x="9566671" y="3315237"/>
            <a:ext cx="420308" cy="420308"/>
          </a:xfrm>
          <a:custGeom>
            <a:avLst/>
            <a:gdLst>
              <a:gd name="connsiteX0" fmla="*/ 401203 w 420308"/>
              <a:gd name="connsiteY0" fmla="*/ 191049 h 420308"/>
              <a:gd name="connsiteX1" fmla="*/ 343889 w 420308"/>
              <a:gd name="connsiteY1" fmla="*/ 191049 h 420308"/>
              <a:gd name="connsiteX2" fmla="*/ 343889 w 420308"/>
              <a:gd name="connsiteY2" fmla="*/ 105077 h 420308"/>
              <a:gd name="connsiteX3" fmla="*/ 324784 w 420308"/>
              <a:gd name="connsiteY3" fmla="*/ 105077 h 420308"/>
              <a:gd name="connsiteX4" fmla="*/ 324784 w 420308"/>
              <a:gd name="connsiteY4" fmla="*/ 191049 h 420308"/>
              <a:gd name="connsiteX5" fmla="*/ 219707 w 420308"/>
              <a:gd name="connsiteY5" fmla="*/ 191049 h 420308"/>
              <a:gd name="connsiteX6" fmla="*/ 219707 w 420308"/>
              <a:gd name="connsiteY6" fmla="*/ 105077 h 420308"/>
              <a:gd name="connsiteX7" fmla="*/ 200602 w 420308"/>
              <a:gd name="connsiteY7" fmla="*/ 105077 h 420308"/>
              <a:gd name="connsiteX8" fmla="*/ 200602 w 420308"/>
              <a:gd name="connsiteY8" fmla="*/ 191049 h 420308"/>
              <a:gd name="connsiteX9" fmla="*/ 95525 w 420308"/>
              <a:gd name="connsiteY9" fmla="*/ 191049 h 420308"/>
              <a:gd name="connsiteX10" fmla="*/ 95525 w 420308"/>
              <a:gd name="connsiteY10" fmla="*/ 105077 h 420308"/>
              <a:gd name="connsiteX11" fmla="*/ 76420 w 420308"/>
              <a:gd name="connsiteY11" fmla="*/ 105077 h 420308"/>
              <a:gd name="connsiteX12" fmla="*/ 76420 w 420308"/>
              <a:gd name="connsiteY12" fmla="*/ 191049 h 420308"/>
              <a:gd name="connsiteX13" fmla="*/ 19105 w 420308"/>
              <a:gd name="connsiteY13" fmla="*/ 191049 h 420308"/>
              <a:gd name="connsiteX14" fmla="*/ 0 w 420308"/>
              <a:gd name="connsiteY14" fmla="*/ 210154 h 420308"/>
              <a:gd name="connsiteX15" fmla="*/ 0 w 420308"/>
              <a:gd name="connsiteY15" fmla="*/ 401203 h 420308"/>
              <a:gd name="connsiteX16" fmla="*/ 19105 w 420308"/>
              <a:gd name="connsiteY16" fmla="*/ 420308 h 420308"/>
              <a:gd name="connsiteX17" fmla="*/ 401203 w 420308"/>
              <a:gd name="connsiteY17" fmla="*/ 420308 h 420308"/>
              <a:gd name="connsiteX18" fmla="*/ 420308 w 420308"/>
              <a:gd name="connsiteY18" fmla="*/ 401203 h 420308"/>
              <a:gd name="connsiteX19" fmla="*/ 420308 w 420308"/>
              <a:gd name="connsiteY19" fmla="*/ 210154 h 420308"/>
              <a:gd name="connsiteX20" fmla="*/ 401203 w 420308"/>
              <a:gd name="connsiteY20" fmla="*/ 191049 h 420308"/>
              <a:gd name="connsiteX21" fmla="*/ 401203 w 420308"/>
              <a:gd name="connsiteY21" fmla="*/ 210154 h 420308"/>
              <a:gd name="connsiteX22" fmla="*/ 401203 w 420308"/>
              <a:gd name="connsiteY22" fmla="*/ 296126 h 420308"/>
              <a:gd name="connsiteX23" fmla="*/ 399293 w 420308"/>
              <a:gd name="connsiteY23" fmla="*/ 298037 h 420308"/>
              <a:gd name="connsiteX24" fmla="*/ 366814 w 420308"/>
              <a:gd name="connsiteY24" fmla="*/ 313321 h 420308"/>
              <a:gd name="connsiteX25" fmla="*/ 334336 w 420308"/>
              <a:gd name="connsiteY25" fmla="*/ 298037 h 420308"/>
              <a:gd name="connsiteX26" fmla="*/ 248364 w 420308"/>
              <a:gd name="connsiteY26" fmla="*/ 294216 h 420308"/>
              <a:gd name="connsiteX27" fmla="*/ 244543 w 420308"/>
              <a:gd name="connsiteY27" fmla="*/ 298037 h 420308"/>
              <a:gd name="connsiteX28" fmla="*/ 185318 w 420308"/>
              <a:gd name="connsiteY28" fmla="*/ 303768 h 420308"/>
              <a:gd name="connsiteX29" fmla="*/ 179586 w 420308"/>
              <a:gd name="connsiteY29" fmla="*/ 298037 h 420308"/>
              <a:gd name="connsiteX30" fmla="*/ 93614 w 420308"/>
              <a:gd name="connsiteY30" fmla="*/ 294216 h 420308"/>
              <a:gd name="connsiteX31" fmla="*/ 89793 w 420308"/>
              <a:gd name="connsiteY31" fmla="*/ 298037 h 420308"/>
              <a:gd name="connsiteX32" fmla="*/ 30568 w 420308"/>
              <a:gd name="connsiteY32" fmla="*/ 303768 h 420308"/>
              <a:gd name="connsiteX33" fmla="*/ 24836 w 420308"/>
              <a:gd name="connsiteY33" fmla="*/ 298037 h 420308"/>
              <a:gd name="connsiteX34" fmla="*/ 19105 w 420308"/>
              <a:gd name="connsiteY34" fmla="*/ 296126 h 420308"/>
              <a:gd name="connsiteX35" fmla="*/ 19105 w 420308"/>
              <a:gd name="connsiteY35" fmla="*/ 210154 h 420308"/>
              <a:gd name="connsiteX36" fmla="*/ 401203 w 420308"/>
              <a:gd name="connsiteY36" fmla="*/ 210154 h 420308"/>
              <a:gd name="connsiteX37" fmla="*/ 401203 w 420308"/>
              <a:gd name="connsiteY37" fmla="*/ 410756 h 420308"/>
              <a:gd name="connsiteX38" fmla="*/ 401203 w 420308"/>
              <a:gd name="connsiteY38" fmla="*/ 401203 h 420308"/>
              <a:gd name="connsiteX39" fmla="*/ 19105 w 420308"/>
              <a:gd name="connsiteY39" fmla="*/ 401203 h 420308"/>
              <a:gd name="connsiteX40" fmla="*/ 19105 w 420308"/>
              <a:gd name="connsiteY40" fmla="*/ 320963 h 420308"/>
              <a:gd name="connsiteX41" fmla="*/ 55404 w 420308"/>
              <a:gd name="connsiteY41" fmla="*/ 332426 h 420308"/>
              <a:gd name="connsiteX42" fmla="*/ 101256 w 420308"/>
              <a:gd name="connsiteY42" fmla="*/ 313321 h 420308"/>
              <a:gd name="connsiteX43" fmla="*/ 160481 w 420308"/>
              <a:gd name="connsiteY43" fmla="*/ 307589 h 420308"/>
              <a:gd name="connsiteX44" fmla="*/ 166213 w 420308"/>
              <a:gd name="connsiteY44" fmla="*/ 313321 h 420308"/>
              <a:gd name="connsiteX45" fmla="*/ 252185 w 420308"/>
              <a:gd name="connsiteY45" fmla="*/ 317142 h 420308"/>
              <a:gd name="connsiteX46" fmla="*/ 256006 w 420308"/>
              <a:gd name="connsiteY46" fmla="*/ 313321 h 420308"/>
              <a:gd name="connsiteX47" fmla="*/ 315231 w 420308"/>
              <a:gd name="connsiteY47" fmla="*/ 307589 h 420308"/>
              <a:gd name="connsiteX48" fmla="*/ 320963 w 420308"/>
              <a:gd name="connsiteY48" fmla="*/ 313321 h 420308"/>
              <a:gd name="connsiteX49" fmla="*/ 366814 w 420308"/>
              <a:gd name="connsiteY49" fmla="*/ 332426 h 420308"/>
              <a:gd name="connsiteX50" fmla="*/ 401203 w 420308"/>
              <a:gd name="connsiteY50" fmla="*/ 320963 h 420308"/>
              <a:gd name="connsiteX51" fmla="*/ 401203 w 420308"/>
              <a:gd name="connsiteY51" fmla="*/ 401203 h 420308"/>
              <a:gd name="connsiteX52" fmla="*/ 401203 w 420308"/>
              <a:gd name="connsiteY52" fmla="*/ 401203 h 420308"/>
              <a:gd name="connsiteX53" fmla="*/ 401203 w 420308"/>
              <a:gd name="connsiteY53" fmla="*/ 410756 h 420308"/>
              <a:gd name="connsiteX54" fmla="*/ 191049 w 420308"/>
              <a:gd name="connsiteY54" fmla="*/ 82151 h 420308"/>
              <a:gd name="connsiteX55" fmla="*/ 198691 w 420308"/>
              <a:gd name="connsiteY55" fmla="*/ 85972 h 420308"/>
              <a:gd name="connsiteX56" fmla="*/ 210154 w 420308"/>
              <a:gd name="connsiteY56" fmla="*/ 87883 h 420308"/>
              <a:gd name="connsiteX57" fmla="*/ 229259 w 420308"/>
              <a:gd name="connsiteY57" fmla="*/ 82151 h 420308"/>
              <a:gd name="connsiteX58" fmla="*/ 242632 w 420308"/>
              <a:gd name="connsiteY58" fmla="*/ 66867 h 420308"/>
              <a:gd name="connsiteX59" fmla="*/ 238811 w 420308"/>
              <a:gd name="connsiteY59" fmla="*/ 38210 h 420308"/>
              <a:gd name="connsiteX60" fmla="*/ 221617 w 420308"/>
              <a:gd name="connsiteY60" fmla="*/ 7642 h 420308"/>
              <a:gd name="connsiteX61" fmla="*/ 221617 w 420308"/>
              <a:gd name="connsiteY61" fmla="*/ 7642 h 420308"/>
              <a:gd name="connsiteX62" fmla="*/ 210154 w 420308"/>
              <a:gd name="connsiteY62" fmla="*/ 0 h 420308"/>
              <a:gd name="connsiteX63" fmla="*/ 202512 w 420308"/>
              <a:gd name="connsiteY63" fmla="*/ 0 h 420308"/>
              <a:gd name="connsiteX64" fmla="*/ 200602 w 420308"/>
              <a:gd name="connsiteY64" fmla="*/ 3821 h 420308"/>
              <a:gd name="connsiteX65" fmla="*/ 181497 w 420308"/>
              <a:gd name="connsiteY65" fmla="*/ 36299 h 420308"/>
              <a:gd name="connsiteX66" fmla="*/ 187228 w 420308"/>
              <a:gd name="connsiteY66" fmla="*/ 78330 h 420308"/>
              <a:gd name="connsiteX67" fmla="*/ 191049 w 420308"/>
              <a:gd name="connsiteY67" fmla="*/ 82151 h 420308"/>
              <a:gd name="connsiteX68" fmla="*/ 198691 w 420308"/>
              <a:gd name="connsiteY68" fmla="*/ 43941 h 420308"/>
              <a:gd name="connsiteX69" fmla="*/ 210154 w 420308"/>
              <a:gd name="connsiteY69" fmla="*/ 24836 h 420308"/>
              <a:gd name="connsiteX70" fmla="*/ 221617 w 420308"/>
              <a:gd name="connsiteY70" fmla="*/ 43941 h 420308"/>
              <a:gd name="connsiteX71" fmla="*/ 221617 w 420308"/>
              <a:gd name="connsiteY71" fmla="*/ 63046 h 420308"/>
              <a:gd name="connsiteX72" fmla="*/ 204423 w 420308"/>
              <a:gd name="connsiteY72" fmla="*/ 64957 h 420308"/>
              <a:gd name="connsiteX73" fmla="*/ 202512 w 420308"/>
              <a:gd name="connsiteY73" fmla="*/ 64957 h 420308"/>
              <a:gd name="connsiteX74" fmla="*/ 198691 w 420308"/>
              <a:gd name="connsiteY74" fmla="*/ 43941 h 420308"/>
              <a:gd name="connsiteX75" fmla="*/ 198691 w 420308"/>
              <a:gd name="connsiteY75" fmla="*/ 43941 h 420308"/>
              <a:gd name="connsiteX76" fmla="*/ 66867 w 420308"/>
              <a:gd name="connsiteY76" fmla="*/ 80241 h 420308"/>
              <a:gd name="connsiteX77" fmla="*/ 74509 w 420308"/>
              <a:gd name="connsiteY77" fmla="*/ 84062 h 420308"/>
              <a:gd name="connsiteX78" fmla="*/ 85972 w 420308"/>
              <a:gd name="connsiteY78" fmla="*/ 85972 h 420308"/>
              <a:gd name="connsiteX79" fmla="*/ 105077 w 420308"/>
              <a:gd name="connsiteY79" fmla="*/ 80241 h 420308"/>
              <a:gd name="connsiteX80" fmla="*/ 118450 w 420308"/>
              <a:gd name="connsiteY80" fmla="*/ 64957 h 420308"/>
              <a:gd name="connsiteX81" fmla="*/ 114630 w 420308"/>
              <a:gd name="connsiteY81" fmla="*/ 36299 h 420308"/>
              <a:gd name="connsiteX82" fmla="*/ 95525 w 420308"/>
              <a:gd name="connsiteY82" fmla="*/ 5731 h 420308"/>
              <a:gd name="connsiteX83" fmla="*/ 85972 w 420308"/>
              <a:gd name="connsiteY83" fmla="*/ 0 h 420308"/>
              <a:gd name="connsiteX84" fmla="*/ 80241 w 420308"/>
              <a:gd name="connsiteY84" fmla="*/ 0 h 420308"/>
              <a:gd name="connsiteX85" fmla="*/ 76420 w 420308"/>
              <a:gd name="connsiteY85" fmla="*/ 5731 h 420308"/>
              <a:gd name="connsiteX86" fmla="*/ 57315 w 420308"/>
              <a:gd name="connsiteY86" fmla="*/ 36299 h 420308"/>
              <a:gd name="connsiteX87" fmla="*/ 64957 w 420308"/>
              <a:gd name="connsiteY87" fmla="*/ 80241 h 420308"/>
              <a:gd name="connsiteX88" fmla="*/ 66867 w 420308"/>
              <a:gd name="connsiteY88" fmla="*/ 80241 h 420308"/>
              <a:gd name="connsiteX89" fmla="*/ 76420 w 420308"/>
              <a:gd name="connsiteY89" fmla="*/ 43941 h 420308"/>
              <a:gd name="connsiteX90" fmla="*/ 87883 w 420308"/>
              <a:gd name="connsiteY90" fmla="*/ 24836 h 420308"/>
              <a:gd name="connsiteX91" fmla="*/ 99346 w 420308"/>
              <a:gd name="connsiteY91" fmla="*/ 43941 h 420308"/>
              <a:gd name="connsiteX92" fmla="*/ 99346 w 420308"/>
              <a:gd name="connsiteY92" fmla="*/ 63046 h 420308"/>
              <a:gd name="connsiteX93" fmla="*/ 80241 w 420308"/>
              <a:gd name="connsiteY93" fmla="*/ 64957 h 420308"/>
              <a:gd name="connsiteX94" fmla="*/ 80241 w 420308"/>
              <a:gd name="connsiteY94" fmla="*/ 64957 h 420308"/>
              <a:gd name="connsiteX95" fmla="*/ 76420 w 420308"/>
              <a:gd name="connsiteY95" fmla="*/ 43941 h 420308"/>
              <a:gd name="connsiteX96" fmla="*/ 315231 w 420308"/>
              <a:gd name="connsiteY96" fmla="*/ 80241 h 420308"/>
              <a:gd name="connsiteX97" fmla="*/ 322873 w 420308"/>
              <a:gd name="connsiteY97" fmla="*/ 84062 h 420308"/>
              <a:gd name="connsiteX98" fmla="*/ 334336 w 420308"/>
              <a:gd name="connsiteY98" fmla="*/ 85972 h 420308"/>
              <a:gd name="connsiteX99" fmla="*/ 353441 w 420308"/>
              <a:gd name="connsiteY99" fmla="*/ 80241 h 420308"/>
              <a:gd name="connsiteX100" fmla="*/ 366814 w 420308"/>
              <a:gd name="connsiteY100" fmla="*/ 64957 h 420308"/>
              <a:gd name="connsiteX101" fmla="*/ 362993 w 420308"/>
              <a:gd name="connsiteY101" fmla="*/ 36299 h 420308"/>
              <a:gd name="connsiteX102" fmla="*/ 343889 w 420308"/>
              <a:gd name="connsiteY102" fmla="*/ 5731 h 420308"/>
              <a:gd name="connsiteX103" fmla="*/ 340068 w 420308"/>
              <a:gd name="connsiteY103" fmla="*/ 0 h 420308"/>
              <a:gd name="connsiteX104" fmla="*/ 334336 w 420308"/>
              <a:gd name="connsiteY104" fmla="*/ 0 h 420308"/>
              <a:gd name="connsiteX105" fmla="*/ 324784 w 420308"/>
              <a:gd name="connsiteY105" fmla="*/ 5731 h 420308"/>
              <a:gd name="connsiteX106" fmla="*/ 305679 w 420308"/>
              <a:gd name="connsiteY106" fmla="*/ 38210 h 420308"/>
              <a:gd name="connsiteX107" fmla="*/ 313321 w 420308"/>
              <a:gd name="connsiteY107" fmla="*/ 80241 h 420308"/>
              <a:gd name="connsiteX108" fmla="*/ 315231 w 420308"/>
              <a:gd name="connsiteY108" fmla="*/ 80241 h 420308"/>
              <a:gd name="connsiteX109" fmla="*/ 324784 w 420308"/>
              <a:gd name="connsiteY109" fmla="*/ 43941 h 420308"/>
              <a:gd name="connsiteX110" fmla="*/ 336247 w 420308"/>
              <a:gd name="connsiteY110" fmla="*/ 24836 h 420308"/>
              <a:gd name="connsiteX111" fmla="*/ 347710 w 420308"/>
              <a:gd name="connsiteY111" fmla="*/ 43941 h 420308"/>
              <a:gd name="connsiteX112" fmla="*/ 347710 w 420308"/>
              <a:gd name="connsiteY112" fmla="*/ 63046 h 420308"/>
              <a:gd name="connsiteX113" fmla="*/ 330515 w 420308"/>
              <a:gd name="connsiteY113" fmla="*/ 64957 h 420308"/>
              <a:gd name="connsiteX114" fmla="*/ 328605 w 420308"/>
              <a:gd name="connsiteY114" fmla="*/ 64957 h 420308"/>
              <a:gd name="connsiteX115" fmla="*/ 324784 w 420308"/>
              <a:gd name="connsiteY115" fmla="*/ 43941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420308" h="420308">
                <a:moveTo>
                  <a:pt x="401203" y="191049"/>
                </a:moveTo>
                <a:lnTo>
                  <a:pt x="343889" y="191049"/>
                </a:lnTo>
                <a:lnTo>
                  <a:pt x="343889" y="105077"/>
                </a:lnTo>
                <a:lnTo>
                  <a:pt x="324784" y="105077"/>
                </a:lnTo>
                <a:lnTo>
                  <a:pt x="324784" y="191049"/>
                </a:lnTo>
                <a:lnTo>
                  <a:pt x="219707" y="191049"/>
                </a:lnTo>
                <a:lnTo>
                  <a:pt x="219707" y="105077"/>
                </a:lnTo>
                <a:lnTo>
                  <a:pt x="200602" y="105077"/>
                </a:lnTo>
                <a:lnTo>
                  <a:pt x="200602" y="191049"/>
                </a:lnTo>
                <a:lnTo>
                  <a:pt x="95525" y="191049"/>
                </a:lnTo>
                <a:lnTo>
                  <a:pt x="95525" y="105077"/>
                </a:lnTo>
                <a:lnTo>
                  <a:pt x="76420" y="105077"/>
                </a:lnTo>
                <a:lnTo>
                  <a:pt x="76420" y="191049"/>
                </a:lnTo>
                <a:lnTo>
                  <a:pt x="19105" y="191049"/>
                </a:lnTo>
                <a:cubicBezTo>
                  <a:pt x="7642" y="191049"/>
                  <a:pt x="0" y="198691"/>
                  <a:pt x="0" y="210154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210154"/>
                </a:lnTo>
                <a:cubicBezTo>
                  <a:pt x="420308" y="198691"/>
                  <a:pt x="412666" y="191049"/>
                  <a:pt x="401203" y="191049"/>
                </a:cubicBezTo>
                <a:close/>
                <a:moveTo>
                  <a:pt x="401203" y="210154"/>
                </a:moveTo>
                <a:lnTo>
                  <a:pt x="401203" y="296126"/>
                </a:lnTo>
                <a:lnTo>
                  <a:pt x="399293" y="298037"/>
                </a:lnTo>
                <a:cubicBezTo>
                  <a:pt x="391651" y="307589"/>
                  <a:pt x="380188" y="313321"/>
                  <a:pt x="366814" y="313321"/>
                </a:cubicBezTo>
                <a:cubicBezTo>
                  <a:pt x="353441" y="313321"/>
                  <a:pt x="341978" y="307589"/>
                  <a:pt x="334336" y="298037"/>
                </a:cubicBezTo>
                <a:cubicBezTo>
                  <a:pt x="311410" y="273200"/>
                  <a:pt x="273200" y="271290"/>
                  <a:pt x="248364" y="294216"/>
                </a:cubicBezTo>
                <a:cubicBezTo>
                  <a:pt x="246453" y="296126"/>
                  <a:pt x="246453" y="296126"/>
                  <a:pt x="244543" y="298037"/>
                </a:cubicBezTo>
                <a:cubicBezTo>
                  <a:pt x="229259" y="315231"/>
                  <a:pt x="202512" y="319052"/>
                  <a:pt x="185318" y="303768"/>
                </a:cubicBezTo>
                <a:cubicBezTo>
                  <a:pt x="183407" y="301858"/>
                  <a:pt x="181497" y="299947"/>
                  <a:pt x="179586" y="298037"/>
                </a:cubicBezTo>
                <a:cubicBezTo>
                  <a:pt x="156660" y="273200"/>
                  <a:pt x="118450" y="271290"/>
                  <a:pt x="93614" y="294216"/>
                </a:cubicBezTo>
                <a:cubicBezTo>
                  <a:pt x="91704" y="296126"/>
                  <a:pt x="89793" y="296126"/>
                  <a:pt x="89793" y="298037"/>
                </a:cubicBezTo>
                <a:cubicBezTo>
                  <a:pt x="74509" y="315231"/>
                  <a:pt x="47762" y="319052"/>
                  <a:pt x="30568" y="303768"/>
                </a:cubicBezTo>
                <a:cubicBezTo>
                  <a:pt x="28657" y="301858"/>
                  <a:pt x="26747" y="299947"/>
                  <a:pt x="24836" y="298037"/>
                </a:cubicBezTo>
                <a:lnTo>
                  <a:pt x="19105" y="296126"/>
                </a:lnTo>
                <a:lnTo>
                  <a:pt x="19105" y="210154"/>
                </a:lnTo>
                <a:lnTo>
                  <a:pt x="401203" y="210154"/>
                </a:lnTo>
                <a:close/>
                <a:moveTo>
                  <a:pt x="401203" y="410756"/>
                </a:moveTo>
                <a:lnTo>
                  <a:pt x="401203" y="401203"/>
                </a:lnTo>
                <a:lnTo>
                  <a:pt x="19105" y="401203"/>
                </a:lnTo>
                <a:lnTo>
                  <a:pt x="19105" y="320963"/>
                </a:lnTo>
                <a:cubicBezTo>
                  <a:pt x="28657" y="328605"/>
                  <a:pt x="42031" y="334336"/>
                  <a:pt x="55404" y="332426"/>
                </a:cubicBezTo>
                <a:cubicBezTo>
                  <a:pt x="72599" y="332426"/>
                  <a:pt x="89793" y="324784"/>
                  <a:pt x="101256" y="313321"/>
                </a:cubicBezTo>
                <a:cubicBezTo>
                  <a:pt x="116540" y="296126"/>
                  <a:pt x="143287" y="292305"/>
                  <a:pt x="160481" y="307589"/>
                </a:cubicBezTo>
                <a:cubicBezTo>
                  <a:pt x="162392" y="309500"/>
                  <a:pt x="164302" y="311410"/>
                  <a:pt x="166213" y="313321"/>
                </a:cubicBezTo>
                <a:cubicBezTo>
                  <a:pt x="189139" y="338157"/>
                  <a:pt x="227349" y="340068"/>
                  <a:pt x="252185" y="317142"/>
                </a:cubicBezTo>
                <a:cubicBezTo>
                  <a:pt x="254095" y="315231"/>
                  <a:pt x="256006" y="315231"/>
                  <a:pt x="256006" y="313321"/>
                </a:cubicBezTo>
                <a:cubicBezTo>
                  <a:pt x="271290" y="296126"/>
                  <a:pt x="298037" y="292305"/>
                  <a:pt x="315231" y="307589"/>
                </a:cubicBezTo>
                <a:cubicBezTo>
                  <a:pt x="317142" y="309500"/>
                  <a:pt x="319052" y="311410"/>
                  <a:pt x="320963" y="313321"/>
                </a:cubicBezTo>
                <a:cubicBezTo>
                  <a:pt x="332426" y="326694"/>
                  <a:pt x="349620" y="332426"/>
                  <a:pt x="366814" y="332426"/>
                </a:cubicBezTo>
                <a:cubicBezTo>
                  <a:pt x="380188" y="332426"/>
                  <a:pt x="391651" y="328605"/>
                  <a:pt x="401203" y="320963"/>
                </a:cubicBezTo>
                <a:lnTo>
                  <a:pt x="401203" y="401203"/>
                </a:lnTo>
                <a:lnTo>
                  <a:pt x="401203" y="401203"/>
                </a:lnTo>
                <a:lnTo>
                  <a:pt x="401203" y="410756"/>
                </a:lnTo>
                <a:close/>
                <a:moveTo>
                  <a:pt x="191049" y="82151"/>
                </a:moveTo>
                <a:cubicBezTo>
                  <a:pt x="192960" y="84062"/>
                  <a:pt x="194870" y="84062"/>
                  <a:pt x="198691" y="85972"/>
                </a:cubicBezTo>
                <a:cubicBezTo>
                  <a:pt x="202512" y="87883"/>
                  <a:pt x="206333" y="87883"/>
                  <a:pt x="210154" y="87883"/>
                </a:cubicBezTo>
                <a:cubicBezTo>
                  <a:pt x="217796" y="87883"/>
                  <a:pt x="223528" y="85972"/>
                  <a:pt x="229259" y="82151"/>
                </a:cubicBezTo>
                <a:cubicBezTo>
                  <a:pt x="234990" y="78330"/>
                  <a:pt x="240722" y="72599"/>
                  <a:pt x="242632" y="66867"/>
                </a:cubicBezTo>
                <a:cubicBezTo>
                  <a:pt x="244543" y="57315"/>
                  <a:pt x="242632" y="45852"/>
                  <a:pt x="238811" y="38210"/>
                </a:cubicBezTo>
                <a:lnTo>
                  <a:pt x="221617" y="7642"/>
                </a:lnTo>
                <a:lnTo>
                  <a:pt x="221617" y="7642"/>
                </a:lnTo>
                <a:cubicBezTo>
                  <a:pt x="217796" y="1910"/>
                  <a:pt x="213975" y="0"/>
                  <a:pt x="210154" y="0"/>
                </a:cubicBezTo>
                <a:lnTo>
                  <a:pt x="202512" y="0"/>
                </a:lnTo>
                <a:lnTo>
                  <a:pt x="200602" y="3821"/>
                </a:lnTo>
                <a:cubicBezTo>
                  <a:pt x="183407" y="32478"/>
                  <a:pt x="181497" y="34389"/>
                  <a:pt x="181497" y="36299"/>
                </a:cubicBezTo>
                <a:cubicBezTo>
                  <a:pt x="171944" y="49673"/>
                  <a:pt x="173855" y="68778"/>
                  <a:pt x="187228" y="78330"/>
                </a:cubicBezTo>
                <a:cubicBezTo>
                  <a:pt x="189139" y="80241"/>
                  <a:pt x="189139" y="80241"/>
                  <a:pt x="191049" y="82151"/>
                </a:cubicBezTo>
                <a:close/>
                <a:moveTo>
                  <a:pt x="198691" y="43941"/>
                </a:moveTo>
                <a:cubicBezTo>
                  <a:pt x="198691" y="43941"/>
                  <a:pt x="202512" y="38210"/>
                  <a:pt x="210154" y="24836"/>
                </a:cubicBezTo>
                <a:lnTo>
                  <a:pt x="221617" y="43941"/>
                </a:lnTo>
                <a:cubicBezTo>
                  <a:pt x="229259" y="57315"/>
                  <a:pt x="223528" y="63046"/>
                  <a:pt x="221617" y="63046"/>
                </a:cubicBezTo>
                <a:cubicBezTo>
                  <a:pt x="215886" y="66867"/>
                  <a:pt x="210154" y="66867"/>
                  <a:pt x="204423" y="64957"/>
                </a:cubicBezTo>
                <a:lnTo>
                  <a:pt x="202512" y="64957"/>
                </a:lnTo>
                <a:cubicBezTo>
                  <a:pt x="196781" y="61136"/>
                  <a:pt x="192960" y="57315"/>
                  <a:pt x="198691" y="43941"/>
                </a:cubicBezTo>
                <a:lnTo>
                  <a:pt x="198691" y="43941"/>
                </a:lnTo>
                <a:close/>
                <a:moveTo>
                  <a:pt x="66867" y="80241"/>
                </a:moveTo>
                <a:cubicBezTo>
                  <a:pt x="68778" y="82151"/>
                  <a:pt x="70688" y="82151"/>
                  <a:pt x="74509" y="84062"/>
                </a:cubicBezTo>
                <a:cubicBezTo>
                  <a:pt x="78330" y="85972"/>
                  <a:pt x="82151" y="85972"/>
                  <a:pt x="85972" y="85972"/>
                </a:cubicBezTo>
                <a:cubicBezTo>
                  <a:pt x="93614" y="85972"/>
                  <a:pt x="99346" y="84062"/>
                  <a:pt x="105077" y="80241"/>
                </a:cubicBezTo>
                <a:cubicBezTo>
                  <a:pt x="110809" y="76420"/>
                  <a:pt x="116540" y="70688"/>
                  <a:pt x="118450" y="64957"/>
                </a:cubicBezTo>
                <a:cubicBezTo>
                  <a:pt x="120361" y="55404"/>
                  <a:pt x="118450" y="43941"/>
                  <a:pt x="114630" y="36299"/>
                </a:cubicBezTo>
                <a:lnTo>
                  <a:pt x="95525" y="5731"/>
                </a:lnTo>
                <a:cubicBezTo>
                  <a:pt x="93614" y="1910"/>
                  <a:pt x="89793" y="0"/>
                  <a:pt x="85972" y="0"/>
                </a:cubicBezTo>
                <a:lnTo>
                  <a:pt x="80241" y="0"/>
                </a:lnTo>
                <a:lnTo>
                  <a:pt x="76420" y="5731"/>
                </a:lnTo>
                <a:cubicBezTo>
                  <a:pt x="68778" y="15284"/>
                  <a:pt x="63046" y="26747"/>
                  <a:pt x="57315" y="36299"/>
                </a:cubicBezTo>
                <a:cubicBezTo>
                  <a:pt x="47762" y="51583"/>
                  <a:pt x="51583" y="70688"/>
                  <a:pt x="64957" y="80241"/>
                </a:cubicBezTo>
                <a:cubicBezTo>
                  <a:pt x="64957" y="80241"/>
                  <a:pt x="66867" y="80241"/>
                  <a:pt x="66867" y="80241"/>
                </a:cubicBezTo>
                <a:close/>
                <a:moveTo>
                  <a:pt x="76420" y="43941"/>
                </a:moveTo>
                <a:cubicBezTo>
                  <a:pt x="76420" y="42031"/>
                  <a:pt x="80241" y="36299"/>
                  <a:pt x="87883" y="24836"/>
                </a:cubicBezTo>
                <a:lnTo>
                  <a:pt x="99346" y="43941"/>
                </a:lnTo>
                <a:cubicBezTo>
                  <a:pt x="106988" y="57315"/>
                  <a:pt x="101256" y="61136"/>
                  <a:pt x="99346" y="63046"/>
                </a:cubicBezTo>
                <a:cubicBezTo>
                  <a:pt x="93614" y="66867"/>
                  <a:pt x="85972" y="66867"/>
                  <a:pt x="80241" y="64957"/>
                </a:cubicBezTo>
                <a:lnTo>
                  <a:pt x="80241" y="64957"/>
                </a:lnTo>
                <a:cubicBezTo>
                  <a:pt x="72599" y="61136"/>
                  <a:pt x="68778" y="57315"/>
                  <a:pt x="76420" y="43941"/>
                </a:cubicBezTo>
                <a:close/>
                <a:moveTo>
                  <a:pt x="315231" y="80241"/>
                </a:moveTo>
                <a:cubicBezTo>
                  <a:pt x="317142" y="82151"/>
                  <a:pt x="320963" y="82151"/>
                  <a:pt x="322873" y="84062"/>
                </a:cubicBezTo>
                <a:cubicBezTo>
                  <a:pt x="326694" y="85972"/>
                  <a:pt x="330515" y="85972"/>
                  <a:pt x="334336" y="85972"/>
                </a:cubicBezTo>
                <a:cubicBezTo>
                  <a:pt x="341978" y="85972"/>
                  <a:pt x="347710" y="84062"/>
                  <a:pt x="353441" y="80241"/>
                </a:cubicBezTo>
                <a:cubicBezTo>
                  <a:pt x="359172" y="76420"/>
                  <a:pt x="364904" y="70688"/>
                  <a:pt x="366814" y="64957"/>
                </a:cubicBezTo>
                <a:cubicBezTo>
                  <a:pt x="368725" y="55404"/>
                  <a:pt x="368725" y="43941"/>
                  <a:pt x="362993" y="36299"/>
                </a:cubicBezTo>
                <a:lnTo>
                  <a:pt x="343889" y="5731"/>
                </a:lnTo>
                <a:lnTo>
                  <a:pt x="340068" y="0"/>
                </a:lnTo>
                <a:lnTo>
                  <a:pt x="334336" y="0"/>
                </a:lnTo>
                <a:cubicBezTo>
                  <a:pt x="330515" y="0"/>
                  <a:pt x="326694" y="1910"/>
                  <a:pt x="324784" y="5731"/>
                </a:cubicBezTo>
                <a:cubicBezTo>
                  <a:pt x="307589" y="34389"/>
                  <a:pt x="307589" y="36299"/>
                  <a:pt x="305679" y="38210"/>
                </a:cubicBezTo>
                <a:cubicBezTo>
                  <a:pt x="296126" y="51583"/>
                  <a:pt x="299947" y="70688"/>
                  <a:pt x="313321" y="80241"/>
                </a:cubicBezTo>
                <a:cubicBezTo>
                  <a:pt x="315231" y="80241"/>
                  <a:pt x="315231" y="80241"/>
                  <a:pt x="315231" y="80241"/>
                </a:cubicBezTo>
                <a:close/>
                <a:moveTo>
                  <a:pt x="324784" y="43941"/>
                </a:moveTo>
                <a:cubicBezTo>
                  <a:pt x="324784" y="43941"/>
                  <a:pt x="326694" y="38210"/>
                  <a:pt x="336247" y="24836"/>
                </a:cubicBezTo>
                <a:lnTo>
                  <a:pt x="347710" y="43941"/>
                </a:lnTo>
                <a:cubicBezTo>
                  <a:pt x="355351" y="57315"/>
                  <a:pt x="349620" y="61136"/>
                  <a:pt x="347710" y="63046"/>
                </a:cubicBezTo>
                <a:cubicBezTo>
                  <a:pt x="341978" y="66867"/>
                  <a:pt x="336247" y="66867"/>
                  <a:pt x="330515" y="64957"/>
                </a:cubicBezTo>
                <a:lnTo>
                  <a:pt x="328605" y="64957"/>
                </a:lnTo>
                <a:cubicBezTo>
                  <a:pt x="320963" y="61136"/>
                  <a:pt x="317142" y="57315"/>
                  <a:pt x="324784" y="4394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61" descr="Candy icon.">
            <a:extLst>
              <a:ext uri="{FF2B5EF4-FFF2-40B4-BE49-F238E27FC236}">
                <a16:creationId xmlns:a16="http://schemas.microsoft.com/office/drawing/2014/main" id="{411D4171-48C3-49F4-9B65-E19C32DCA6B8}"/>
              </a:ext>
            </a:extLst>
          </p:cNvPr>
          <p:cNvSpPr/>
          <p:nvPr/>
        </p:nvSpPr>
        <p:spPr>
          <a:xfrm>
            <a:off x="10736873" y="3299454"/>
            <a:ext cx="457511" cy="451875"/>
          </a:xfrm>
          <a:custGeom>
            <a:avLst/>
            <a:gdLst>
              <a:gd name="connsiteX0" fmla="*/ 455138 w 457511"/>
              <a:gd name="connsiteY0" fmla="*/ 144739 h 451875"/>
              <a:gd name="connsiteX1" fmla="*/ 449609 w 457511"/>
              <a:gd name="connsiteY1" fmla="*/ 133681 h 451875"/>
              <a:gd name="connsiteX2" fmla="*/ 439886 w 457511"/>
              <a:gd name="connsiteY2" fmla="*/ 115379 h 451875"/>
              <a:gd name="connsiteX3" fmla="*/ 406331 w 457511"/>
              <a:gd name="connsiteY3" fmla="*/ 91357 h 451875"/>
              <a:gd name="connsiteX4" fmla="*/ 398705 w 457511"/>
              <a:gd name="connsiteY4" fmla="*/ 88116 h 451875"/>
              <a:gd name="connsiteX5" fmla="*/ 387266 w 457511"/>
              <a:gd name="connsiteY5" fmla="*/ 84684 h 451875"/>
              <a:gd name="connsiteX6" fmla="*/ 374874 w 457511"/>
              <a:gd name="connsiteY6" fmla="*/ 73054 h 451875"/>
              <a:gd name="connsiteX7" fmla="*/ 370489 w 457511"/>
              <a:gd name="connsiteY7" fmla="*/ 58756 h 451875"/>
              <a:gd name="connsiteX8" fmla="*/ 367629 w 457511"/>
              <a:gd name="connsiteY8" fmla="*/ 52083 h 451875"/>
              <a:gd name="connsiteX9" fmla="*/ 343989 w 457511"/>
              <a:gd name="connsiteY9" fmla="*/ 18338 h 451875"/>
              <a:gd name="connsiteX10" fmla="*/ 325686 w 457511"/>
              <a:gd name="connsiteY10" fmla="*/ 8424 h 451875"/>
              <a:gd name="connsiteX11" fmla="*/ 314629 w 457511"/>
              <a:gd name="connsiteY11" fmla="*/ 2704 h 451875"/>
              <a:gd name="connsiteX12" fmla="*/ 287175 w 457511"/>
              <a:gd name="connsiteY12" fmla="*/ 9758 h 451875"/>
              <a:gd name="connsiteX13" fmla="*/ 268301 w 457511"/>
              <a:gd name="connsiteY13" fmla="*/ 107753 h 451875"/>
              <a:gd name="connsiteX14" fmla="*/ 230552 w 457511"/>
              <a:gd name="connsiteY14" fmla="*/ 101270 h 451875"/>
              <a:gd name="connsiteX15" fmla="*/ 142091 w 457511"/>
              <a:gd name="connsiteY15" fmla="*/ 136159 h 451875"/>
              <a:gd name="connsiteX16" fmla="*/ 109680 w 457511"/>
              <a:gd name="connsiteY16" fmla="*/ 263132 h 451875"/>
              <a:gd name="connsiteX17" fmla="*/ 10351 w 457511"/>
              <a:gd name="connsiteY17" fmla="*/ 276478 h 451875"/>
              <a:gd name="connsiteX18" fmla="*/ 2344 w 457511"/>
              <a:gd name="connsiteY18" fmla="*/ 303741 h 451875"/>
              <a:gd name="connsiteX19" fmla="*/ 7682 w 457511"/>
              <a:gd name="connsiteY19" fmla="*/ 314989 h 451875"/>
              <a:gd name="connsiteX20" fmla="*/ 17024 w 457511"/>
              <a:gd name="connsiteY20" fmla="*/ 333482 h 451875"/>
              <a:gd name="connsiteX21" fmla="*/ 49816 w 457511"/>
              <a:gd name="connsiteY21" fmla="*/ 358267 h 451875"/>
              <a:gd name="connsiteX22" fmla="*/ 69262 w 457511"/>
              <a:gd name="connsiteY22" fmla="*/ 365702 h 451875"/>
              <a:gd name="connsiteX23" fmla="*/ 80892 w 457511"/>
              <a:gd name="connsiteY23" fmla="*/ 377332 h 451875"/>
              <a:gd name="connsiteX24" fmla="*/ 84896 w 457511"/>
              <a:gd name="connsiteY24" fmla="*/ 391630 h 451875"/>
              <a:gd name="connsiteX25" fmla="*/ 87565 w 457511"/>
              <a:gd name="connsiteY25" fmla="*/ 398303 h 451875"/>
              <a:gd name="connsiteX26" fmla="*/ 110252 w 457511"/>
              <a:gd name="connsiteY26" fmla="*/ 432620 h 451875"/>
              <a:gd name="connsiteX27" fmla="*/ 128173 w 457511"/>
              <a:gd name="connsiteY27" fmla="*/ 442915 h 451875"/>
              <a:gd name="connsiteX28" fmla="*/ 139040 w 457511"/>
              <a:gd name="connsiteY28" fmla="*/ 448825 h 451875"/>
              <a:gd name="connsiteX29" fmla="*/ 149717 w 457511"/>
              <a:gd name="connsiteY29" fmla="*/ 451876 h 451875"/>
              <a:gd name="connsiteX30" fmla="*/ 166494 w 457511"/>
              <a:gd name="connsiteY30" fmla="*/ 442534 h 451875"/>
              <a:gd name="connsiteX31" fmla="*/ 186512 w 457511"/>
              <a:gd name="connsiteY31" fmla="*/ 342061 h 451875"/>
              <a:gd name="connsiteX32" fmla="*/ 225214 w 457511"/>
              <a:gd name="connsiteY32" fmla="*/ 348925 h 451875"/>
              <a:gd name="connsiteX33" fmla="*/ 227120 w 457511"/>
              <a:gd name="connsiteY33" fmla="*/ 348925 h 451875"/>
              <a:gd name="connsiteX34" fmla="*/ 313676 w 457511"/>
              <a:gd name="connsiteY34" fmla="*/ 314036 h 451875"/>
              <a:gd name="connsiteX35" fmla="*/ 346086 w 457511"/>
              <a:gd name="connsiteY35" fmla="*/ 187444 h 451875"/>
              <a:gd name="connsiteX36" fmla="*/ 365532 w 457511"/>
              <a:gd name="connsiteY36" fmla="*/ 188016 h 451875"/>
              <a:gd name="connsiteX37" fmla="*/ 447512 w 457511"/>
              <a:gd name="connsiteY37" fmla="*/ 171811 h 451875"/>
              <a:gd name="connsiteX38" fmla="*/ 454947 w 457511"/>
              <a:gd name="connsiteY38" fmla="*/ 144357 h 451875"/>
              <a:gd name="connsiteX39" fmla="*/ 148954 w 457511"/>
              <a:gd name="connsiteY39" fmla="*/ 432811 h 451875"/>
              <a:gd name="connsiteX40" fmla="*/ 137324 w 457511"/>
              <a:gd name="connsiteY40" fmla="*/ 426329 h 451875"/>
              <a:gd name="connsiteX41" fmla="*/ 121119 w 457511"/>
              <a:gd name="connsiteY41" fmla="*/ 416987 h 451875"/>
              <a:gd name="connsiteX42" fmla="*/ 105486 w 457511"/>
              <a:gd name="connsiteY42" fmla="*/ 391440 h 451875"/>
              <a:gd name="connsiteX43" fmla="*/ 103007 w 457511"/>
              <a:gd name="connsiteY43" fmla="*/ 385530 h 451875"/>
              <a:gd name="connsiteX44" fmla="*/ 98813 w 457511"/>
              <a:gd name="connsiteY44" fmla="*/ 370659 h 451875"/>
              <a:gd name="connsiteX45" fmla="*/ 76698 w 457511"/>
              <a:gd name="connsiteY45" fmla="*/ 348162 h 451875"/>
              <a:gd name="connsiteX46" fmla="*/ 64877 w 457511"/>
              <a:gd name="connsiteY46" fmla="*/ 344159 h 451875"/>
              <a:gd name="connsiteX47" fmla="*/ 58014 w 457511"/>
              <a:gd name="connsiteY47" fmla="*/ 340918 h 451875"/>
              <a:gd name="connsiteX48" fmla="*/ 33611 w 457511"/>
              <a:gd name="connsiteY48" fmla="*/ 323759 h 451875"/>
              <a:gd name="connsiteX49" fmla="*/ 25413 w 457511"/>
              <a:gd name="connsiteY49" fmla="*/ 307173 h 451875"/>
              <a:gd name="connsiteX50" fmla="*/ 19503 w 457511"/>
              <a:gd name="connsiteY50" fmla="*/ 293446 h 451875"/>
              <a:gd name="connsiteX51" fmla="*/ 118450 w 457511"/>
              <a:gd name="connsiteY51" fmla="*/ 282960 h 451875"/>
              <a:gd name="connsiteX52" fmla="*/ 125885 w 457511"/>
              <a:gd name="connsiteY52" fmla="*/ 295162 h 451875"/>
              <a:gd name="connsiteX53" fmla="*/ 89280 w 457511"/>
              <a:gd name="connsiteY53" fmla="*/ 303169 h 451875"/>
              <a:gd name="connsiteX54" fmla="*/ 93284 w 457511"/>
              <a:gd name="connsiteY54" fmla="*/ 321853 h 451875"/>
              <a:gd name="connsiteX55" fmla="*/ 139231 w 457511"/>
              <a:gd name="connsiteY55" fmla="*/ 311748 h 451875"/>
              <a:gd name="connsiteX56" fmla="*/ 140947 w 457511"/>
              <a:gd name="connsiteY56" fmla="*/ 313464 h 451875"/>
              <a:gd name="connsiteX57" fmla="*/ 124169 w 457511"/>
              <a:gd name="connsiteY57" fmla="*/ 355407 h 451875"/>
              <a:gd name="connsiteX58" fmla="*/ 141900 w 457511"/>
              <a:gd name="connsiteY58" fmla="*/ 362461 h 451875"/>
              <a:gd name="connsiteX59" fmla="*/ 156199 w 457511"/>
              <a:gd name="connsiteY59" fmla="*/ 326428 h 451875"/>
              <a:gd name="connsiteX60" fmla="*/ 167638 w 457511"/>
              <a:gd name="connsiteY60" fmla="*/ 333673 h 451875"/>
              <a:gd name="connsiteX61" fmla="*/ 149145 w 457511"/>
              <a:gd name="connsiteY61" fmla="*/ 432620 h 451875"/>
              <a:gd name="connsiteX62" fmla="*/ 300711 w 457511"/>
              <a:gd name="connsiteY62" fmla="*/ 300690 h 451875"/>
              <a:gd name="connsiteX63" fmla="*/ 225786 w 457511"/>
              <a:gd name="connsiteY63" fmla="*/ 330241 h 451875"/>
              <a:gd name="connsiteX64" fmla="*/ 152386 w 457511"/>
              <a:gd name="connsiteY64" fmla="*/ 298403 h 451875"/>
              <a:gd name="connsiteX65" fmla="*/ 155627 w 457511"/>
              <a:gd name="connsiteY65" fmla="*/ 149886 h 451875"/>
              <a:gd name="connsiteX66" fmla="*/ 228836 w 457511"/>
              <a:gd name="connsiteY66" fmla="*/ 120145 h 451875"/>
              <a:gd name="connsiteX67" fmla="*/ 230552 w 457511"/>
              <a:gd name="connsiteY67" fmla="*/ 120145 h 451875"/>
              <a:gd name="connsiteX68" fmla="*/ 303952 w 457511"/>
              <a:gd name="connsiteY68" fmla="*/ 151983 h 451875"/>
              <a:gd name="connsiteX69" fmla="*/ 300711 w 457511"/>
              <a:gd name="connsiteY69" fmla="*/ 300500 h 451875"/>
              <a:gd name="connsiteX70" fmla="*/ 338460 w 457511"/>
              <a:gd name="connsiteY70" fmla="*/ 168189 h 451875"/>
              <a:gd name="connsiteX71" fmla="*/ 331978 w 457511"/>
              <a:gd name="connsiteY71" fmla="*/ 157131 h 451875"/>
              <a:gd name="connsiteX72" fmla="*/ 368583 w 457511"/>
              <a:gd name="connsiteY72" fmla="*/ 143976 h 451875"/>
              <a:gd name="connsiteX73" fmla="*/ 362101 w 457511"/>
              <a:gd name="connsiteY73" fmla="*/ 126055 h 451875"/>
              <a:gd name="connsiteX74" fmla="*/ 319586 w 457511"/>
              <a:gd name="connsiteY74" fmla="*/ 141307 h 451875"/>
              <a:gd name="connsiteX75" fmla="*/ 318060 w 457511"/>
              <a:gd name="connsiteY75" fmla="*/ 139591 h 451875"/>
              <a:gd name="connsiteX76" fmla="*/ 329690 w 457511"/>
              <a:gd name="connsiteY76" fmla="*/ 93835 h 451875"/>
              <a:gd name="connsiteX77" fmla="*/ 311197 w 457511"/>
              <a:gd name="connsiteY77" fmla="*/ 89069 h 451875"/>
              <a:gd name="connsiteX78" fmla="*/ 301855 w 457511"/>
              <a:gd name="connsiteY78" fmla="*/ 125483 h 451875"/>
              <a:gd name="connsiteX79" fmla="*/ 287556 w 457511"/>
              <a:gd name="connsiteY79" fmla="*/ 116332 h 451875"/>
              <a:gd name="connsiteX80" fmla="*/ 305287 w 457511"/>
              <a:gd name="connsiteY80" fmla="*/ 19482 h 451875"/>
              <a:gd name="connsiteX81" fmla="*/ 317107 w 457511"/>
              <a:gd name="connsiteY81" fmla="*/ 25582 h 451875"/>
              <a:gd name="connsiteX82" fmla="*/ 333503 w 457511"/>
              <a:gd name="connsiteY82" fmla="*/ 34543 h 451875"/>
              <a:gd name="connsiteX83" fmla="*/ 349899 w 457511"/>
              <a:gd name="connsiteY83" fmla="*/ 59518 h 451875"/>
              <a:gd name="connsiteX84" fmla="*/ 352568 w 457511"/>
              <a:gd name="connsiteY84" fmla="*/ 65428 h 451875"/>
              <a:gd name="connsiteX85" fmla="*/ 356953 w 457511"/>
              <a:gd name="connsiteY85" fmla="*/ 79727 h 451875"/>
              <a:gd name="connsiteX86" fmla="*/ 379831 w 457511"/>
              <a:gd name="connsiteY86" fmla="*/ 102224 h 451875"/>
              <a:gd name="connsiteX87" fmla="*/ 391842 w 457511"/>
              <a:gd name="connsiteY87" fmla="*/ 105846 h 451875"/>
              <a:gd name="connsiteX88" fmla="*/ 398896 w 457511"/>
              <a:gd name="connsiteY88" fmla="*/ 108897 h 451875"/>
              <a:gd name="connsiteX89" fmla="*/ 423871 w 457511"/>
              <a:gd name="connsiteY89" fmla="*/ 125483 h 451875"/>
              <a:gd name="connsiteX90" fmla="*/ 432450 w 457511"/>
              <a:gd name="connsiteY90" fmla="*/ 141879 h 451875"/>
              <a:gd name="connsiteX91" fmla="*/ 438742 w 457511"/>
              <a:gd name="connsiteY91" fmla="*/ 155415 h 451875"/>
              <a:gd name="connsiteX92" fmla="*/ 338651 w 457511"/>
              <a:gd name="connsiteY92" fmla="*/ 168189 h 451875"/>
              <a:gd name="connsiteX93" fmla="*/ 302808 w 457511"/>
              <a:gd name="connsiteY93" fmla="*/ 194498 h 451875"/>
              <a:gd name="connsiteX94" fmla="*/ 285459 w 457511"/>
              <a:gd name="connsiteY94" fmla="*/ 284866 h 451875"/>
              <a:gd name="connsiteX95" fmla="*/ 230361 w 457511"/>
              <a:gd name="connsiteY95" fmla="*/ 306601 h 451875"/>
              <a:gd name="connsiteX96" fmla="*/ 224642 w 457511"/>
              <a:gd name="connsiteY96" fmla="*/ 306601 h 451875"/>
              <a:gd name="connsiteX97" fmla="*/ 194329 w 457511"/>
              <a:gd name="connsiteY97" fmla="*/ 298975 h 451875"/>
              <a:gd name="connsiteX98" fmla="*/ 209581 w 457511"/>
              <a:gd name="connsiteY98" fmla="*/ 284295 h 451875"/>
              <a:gd name="connsiteX99" fmla="*/ 225786 w 457511"/>
              <a:gd name="connsiteY99" fmla="*/ 287536 h 451875"/>
              <a:gd name="connsiteX100" fmla="*/ 272114 w 457511"/>
              <a:gd name="connsiteY100" fmla="*/ 271140 h 451875"/>
              <a:gd name="connsiteX101" fmla="*/ 287556 w 457511"/>
              <a:gd name="connsiteY101" fmla="*/ 209178 h 451875"/>
              <a:gd name="connsiteX102" fmla="*/ 302808 w 457511"/>
              <a:gd name="connsiteY102" fmla="*/ 194498 h 45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57511" h="451875">
                <a:moveTo>
                  <a:pt x="455138" y="144739"/>
                </a:moveTo>
                <a:cubicBezTo>
                  <a:pt x="453231" y="141116"/>
                  <a:pt x="451325" y="137303"/>
                  <a:pt x="449609" y="133681"/>
                </a:cubicBezTo>
                <a:cubicBezTo>
                  <a:pt x="446559" y="127390"/>
                  <a:pt x="443699" y="121289"/>
                  <a:pt x="439886" y="115379"/>
                </a:cubicBezTo>
                <a:cubicBezTo>
                  <a:pt x="431688" y="102224"/>
                  <a:pt x="418342" y="96504"/>
                  <a:pt x="406331" y="91357"/>
                </a:cubicBezTo>
                <a:lnTo>
                  <a:pt x="398705" y="88116"/>
                </a:lnTo>
                <a:lnTo>
                  <a:pt x="387266" y="84684"/>
                </a:lnTo>
                <a:cubicBezTo>
                  <a:pt x="384788" y="83349"/>
                  <a:pt x="377353" y="78202"/>
                  <a:pt x="374874" y="73054"/>
                </a:cubicBezTo>
                <a:lnTo>
                  <a:pt x="370489" y="58756"/>
                </a:lnTo>
                <a:lnTo>
                  <a:pt x="367629" y="52083"/>
                </a:lnTo>
                <a:cubicBezTo>
                  <a:pt x="362673" y="40263"/>
                  <a:pt x="356953" y="26726"/>
                  <a:pt x="343989" y="18338"/>
                </a:cubicBezTo>
                <a:cubicBezTo>
                  <a:pt x="338079" y="14525"/>
                  <a:pt x="331978" y="11474"/>
                  <a:pt x="325686" y="8424"/>
                </a:cubicBezTo>
                <a:cubicBezTo>
                  <a:pt x="322064" y="6517"/>
                  <a:pt x="318251" y="4802"/>
                  <a:pt x="314629" y="2704"/>
                </a:cubicBezTo>
                <a:cubicBezTo>
                  <a:pt x="304715" y="-2824"/>
                  <a:pt x="292513" y="417"/>
                  <a:pt x="287175" y="9758"/>
                </a:cubicBezTo>
                <a:cubicBezTo>
                  <a:pt x="271542" y="37593"/>
                  <a:pt x="268110" y="76486"/>
                  <a:pt x="268301" y="107753"/>
                </a:cubicBezTo>
                <a:cubicBezTo>
                  <a:pt x="256290" y="103749"/>
                  <a:pt x="243516" y="101461"/>
                  <a:pt x="230552" y="101270"/>
                </a:cubicBezTo>
                <a:cubicBezTo>
                  <a:pt x="197760" y="101652"/>
                  <a:pt x="166112" y="113091"/>
                  <a:pt x="142091" y="136159"/>
                </a:cubicBezTo>
                <a:cubicBezTo>
                  <a:pt x="107011" y="170095"/>
                  <a:pt x="96144" y="219664"/>
                  <a:pt x="109680" y="263132"/>
                </a:cubicBezTo>
                <a:cubicBezTo>
                  <a:pt x="77460" y="260654"/>
                  <a:pt x="38758" y="261798"/>
                  <a:pt x="10351" y="276478"/>
                </a:cubicBezTo>
                <a:cubicBezTo>
                  <a:pt x="819" y="281435"/>
                  <a:pt x="-2803" y="293636"/>
                  <a:pt x="2344" y="303741"/>
                </a:cubicBezTo>
                <a:cubicBezTo>
                  <a:pt x="4251" y="307363"/>
                  <a:pt x="5966" y="311176"/>
                  <a:pt x="7682" y="314989"/>
                </a:cubicBezTo>
                <a:cubicBezTo>
                  <a:pt x="10542" y="321281"/>
                  <a:pt x="13402" y="327572"/>
                  <a:pt x="17024" y="333482"/>
                </a:cubicBezTo>
                <a:cubicBezTo>
                  <a:pt x="24841" y="346828"/>
                  <a:pt x="38186" y="352929"/>
                  <a:pt x="49816" y="358267"/>
                </a:cubicBezTo>
                <a:lnTo>
                  <a:pt x="69262" y="365702"/>
                </a:lnTo>
                <a:cubicBezTo>
                  <a:pt x="75363" y="368752"/>
                  <a:pt x="80129" y="376378"/>
                  <a:pt x="80892" y="377332"/>
                </a:cubicBezTo>
                <a:lnTo>
                  <a:pt x="84896" y="391630"/>
                </a:lnTo>
                <a:lnTo>
                  <a:pt x="87565" y="398303"/>
                </a:lnTo>
                <a:cubicBezTo>
                  <a:pt x="92331" y="410314"/>
                  <a:pt x="97478" y="423850"/>
                  <a:pt x="110252" y="432620"/>
                </a:cubicBezTo>
                <a:cubicBezTo>
                  <a:pt x="115971" y="436624"/>
                  <a:pt x="122072" y="439865"/>
                  <a:pt x="128173" y="442915"/>
                </a:cubicBezTo>
                <a:cubicBezTo>
                  <a:pt x="131795" y="444822"/>
                  <a:pt x="135418" y="446728"/>
                  <a:pt x="139040" y="448825"/>
                </a:cubicBezTo>
                <a:cubicBezTo>
                  <a:pt x="142472" y="450923"/>
                  <a:pt x="146094" y="451876"/>
                  <a:pt x="149717" y="451876"/>
                </a:cubicBezTo>
                <a:cubicBezTo>
                  <a:pt x="156580" y="451876"/>
                  <a:pt x="163062" y="448635"/>
                  <a:pt x="166494" y="442534"/>
                </a:cubicBezTo>
                <a:cubicBezTo>
                  <a:pt x="183271" y="414318"/>
                  <a:pt x="186893" y="374853"/>
                  <a:pt x="186512" y="342061"/>
                </a:cubicBezTo>
                <a:cubicBezTo>
                  <a:pt x="198714" y="346256"/>
                  <a:pt x="211868" y="348734"/>
                  <a:pt x="225214" y="348925"/>
                </a:cubicBezTo>
                <a:cubicBezTo>
                  <a:pt x="225786" y="348925"/>
                  <a:pt x="226548" y="348925"/>
                  <a:pt x="227120" y="348925"/>
                </a:cubicBezTo>
                <a:cubicBezTo>
                  <a:pt x="259531" y="348925"/>
                  <a:pt x="290226" y="336533"/>
                  <a:pt x="313676" y="314036"/>
                </a:cubicBezTo>
                <a:cubicBezTo>
                  <a:pt x="348755" y="280291"/>
                  <a:pt x="359622" y="230913"/>
                  <a:pt x="346086" y="187444"/>
                </a:cubicBezTo>
                <a:cubicBezTo>
                  <a:pt x="352377" y="187826"/>
                  <a:pt x="358860" y="188016"/>
                  <a:pt x="365532" y="188016"/>
                </a:cubicBezTo>
                <a:cubicBezTo>
                  <a:pt x="394130" y="188016"/>
                  <a:pt x="424634" y="184394"/>
                  <a:pt x="447512" y="171811"/>
                </a:cubicBezTo>
                <a:cubicBezTo>
                  <a:pt x="457044" y="166663"/>
                  <a:pt x="460285" y="154462"/>
                  <a:pt x="454947" y="144357"/>
                </a:cubicBezTo>
                <a:close/>
                <a:moveTo>
                  <a:pt x="148954" y="432811"/>
                </a:moveTo>
                <a:cubicBezTo>
                  <a:pt x="145141" y="430523"/>
                  <a:pt x="141137" y="428426"/>
                  <a:pt x="137324" y="426329"/>
                </a:cubicBezTo>
                <a:cubicBezTo>
                  <a:pt x="131795" y="423469"/>
                  <a:pt x="126457" y="420609"/>
                  <a:pt x="121119" y="416987"/>
                </a:cubicBezTo>
                <a:cubicBezTo>
                  <a:pt x="113302" y="411649"/>
                  <a:pt x="109489" y="401926"/>
                  <a:pt x="105486" y="391440"/>
                </a:cubicBezTo>
                <a:cubicBezTo>
                  <a:pt x="104532" y="389152"/>
                  <a:pt x="103579" y="386674"/>
                  <a:pt x="103007" y="385530"/>
                </a:cubicBezTo>
                <a:lnTo>
                  <a:pt x="98813" y="370659"/>
                </a:lnTo>
                <a:cubicBezTo>
                  <a:pt x="98050" y="369134"/>
                  <a:pt x="90806" y="355026"/>
                  <a:pt x="76698" y="348162"/>
                </a:cubicBezTo>
                <a:lnTo>
                  <a:pt x="64877" y="344159"/>
                </a:lnTo>
                <a:cubicBezTo>
                  <a:pt x="62589" y="343015"/>
                  <a:pt x="60302" y="341871"/>
                  <a:pt x="58014" y="340918"/>
                </a:cubicBezTo>
                <a:cubicBezTo>
                  <a:pt x="47909" y="336342"/>
                  <a:pt x="38377" y="331957"/>
                  <a:pt x="33611" y="323759"/>
                </a:cubicBezTo>
                <a:cubicBezTo>
                  <a:pt x="30370" y="318421"/>
                  <a:pt x="27891" y="312701"/>
                  <a:pt x="25413" y="307173"/>
                </a:cubicBezTo>
                <a:cubicBezTo>
                  <a:pt x="23506" y="303169"/>
                  <a:pt x="21790" y="299165"/>
                  <a:pt x="19503" y="293446"/>
                </a:cubicBezTo>
                <a:cubicBezTo>
                  <a:pt x="46956" y="279338"/>
                  <a:pt x="87183" y="279719"/>
                  <a:pt x="118450" y="282960"/>
                </a:cubicBezTo>
                <a:cubicBezTo>
                  <a:pt x="120738" y="287154"/>
                  <a:pt x="123216" y="291349"/>
                  <a:pt x="125885" y="295162"/>
                </a:cubicBezTo>
                <a:lnTo>
                  <a:pt x="89280" y="303169"/>
                </a:lnTo>
                <a:lnTo>
                  <a:pt x="93284" y="321853"/>
                </a:lnTo>
                <a:lnTo>
                  <a:pt x="139231" y="311748"/>
                </a:lnTo>
                <a:cubicBezTo>
                  <a:pt x="139231" y="311748"/>
                  <a:pt x="140375" y="312892"/>
                  <a:pt x="140947" y="313464"/>
                </a:cubicBezTo>
                <a:lnTo>
                  <a:pt x="124169" y="355407"/>
                </a:lnTo>
                <a:lnTo>
                  <a:pt x="141900" y="362461"/>
                </a:lnTo>
                <a:lnTo>
                  <a:pt x="156199" y="326428"/>
                </a:lnTo>
                <a:cubicBezTo>
                  <a:pt x="159821" y="329097"/>
                  <a:pt x="163634" y="331576"/>
                  <a:pt x="167638" y="333673"/>
                </a:cubicBezTo>
                <a:cubicBezTo>
                  <a:pt x="168782" y="365130"/>
                  <a:pt x="166494" y="405929"/>
                  <a:pt x="149145" y="432620"/>
                </a:cubicBezTo>
                <a:close/>
                <a:moveTo>
                  <a:pt x="300711" y="300690"/>
                </a:moveTo>
                <a:cubicBezTo>
                  <a:pt x="280502" y="320327"/>
                  <a:pt x="253811" y="331576"/>
                  <a:pt x="225786" y="330241"/>
                </a:cubicBezTo>
                <a:cubicBezTo>
                  <a:pt x="197760" y="329860"/>
                  <a:pt x="171641" y="318421"/>
                  <a:pt x="152386" y="298403"/>
                </a:cubicBezTo>
                <a:cubicBezTo>
                  <a:pt x="112349" y="256841"/>
                  <a:pt x="113874" y="190304"/>
                  <a:pt x="155627" y="149886"/>
                </a:cubicBezTo>
                <a:cubicBezTo>
                  <a:pt x="175454" y="130821"/>
                  <a:pt x="201573" y="120145"/>
                  <a:pt x="228836" y="120145"/>
                </a:cubicBezTo>
                <a:cubicBezTo>
                  <a:pt x="229408" y="120145"/>
                  <a:pt x="229980" y="120145"/>
                  <a:pt x="230552" y="120145"/>
                </a:cubicBezTo>
                <a:cubicBezTo>
                  <a:pt x="258578" y="120526"/>
                  <a:pt x="284697" y="131965"/>
                  <a:pt x="303952" y="151983"/>
                </a:cubicBezTo>
                <a:cubicBezTo>
                  <a:pt x="343989" y="193545"/>
                  <a:pt x="342464" y="260082"/>
                  <a:pt x="300711" y="300500"/>
                </a:cubicBezTo>
                <a:close/>
                <a:moveTo>
                  <a:pt x="338460" y="168189"/>
                </a:moveTo>
                <a:cubicBezTo>
                  <a:pt x="336554" y="164376"/>
                  <a:pt x="334266" y="160753"/>
                  <a:pt x="331978" y="157131"/>
                </a:cubicBezTo>
                <a:lnTo>
                  <a:pt x="368583" y="143976"/>
                </a:lnTo>
                <a:lnTo>
                  <a:pt x="362101" y="126055"/>
                </a:lnTo>
                <a:lnTo>
                  <a:pt x="319586" y="141307"/>
                </a:lnTo>
                <a:cubicBezTo>
                  <a:pt x="319586" y="141307"/>
                  <a:pt x="318632" y="140163"/>
                  <a:pt x="318060" y="139591"/>
                </a:cubicBezTo>
                <a:lnTo>
                  <a:pt x="329690" y="93835"/>
                </a:lnTo>
                <a:lnTo>
                  <a:pt x="311197" y="89069"/>
                </a:lnTo>
                <a:lnTo>
                  <a:pt x="301855" y="125483"/>
                </a:lnTo>
                <a:cubicBezTo>
                  <a:pt x="297280" y="122051"/>
                  <a:pt x="292513" y="119001"/>
                  <a:pt x="287556" y="116332"/>
                </a:cubicBezTo>
                <a:cubicBezTo>
                  <a:pt x="286603" y="86209"/>
                  <a:pt x="288891" y="45982"/>
                  <a:pt x="305287" y="19482"/>
                </a:cubicBezTo>
                <a:cubicBezTo>
                  <a:pt x="309100" y="21579"/>
                  <a:pt x="313104" y="23676"/>
                  <a:pt x="317107" y="25582"/>
                </a:cubicBezTo>
                <a:cubicBezTo>
                  <a:pt x="322636" y="28252"/>
                  <a:pt x="328165" y="31111"/>
                  <a:pt x="333503" y="34543"/>
                </a:cubicBezTo>
                <a:cubicBezTo>
                  <a:pt x="341510" y="39691"/>
                  <a:pt x="345514" y="49414"/>
                  <a:pt x="349899" y="59518"/>
                </a:cubicBezTo>
                <a:cubicBezTo>
                  <a:pt x="350852" y="61806"/>
                  <a:pt x="351806" y="64284"/>
                  <a:pt x="352568" y="65428"/>
                </a:cubicBezTo>
                <a:lnTo>
                  <a:pt x="356953" y="79727"/>
                </a:lnTo>
                <a:cubicBezTo>
                  <a:pt x="362863" y="92882"/>
                  <a:pt x="376590" y="100699"/>
                  <a:pt x="379831" y="102224"/>
                </a:cubicBezTo>
                <a:lnTo>
                  <a:pt x="391842" y="105846"/>
                </a:lnTo>
                <a:cubicBezTo>
                  <a:pt x="394130" y="106799"/>
                  <a:pt x="396418" y="107943"/>
                  <a:pt x="398896" y="108897"/>
                </a:cubicBezTo>
                <a:cubicBezTo>
                  <a:pt x="409001" y="113281"/>
                  <a:pt x="418724" y="117476"/>
                  <a:pt x="423871" y="125483"/>
                </a:cubicBezTo>
                <a:cubicBezTo>
                  <a:pt x="427112" y="130821"/>
                  <a:pt x="429781" y="136350"/>
                  <a:pt x="432450" y="141879"/>
                </a:cubicBezTo>
                <a:cubicBezTo>
                  <a:pt x="434357" y="145883"/>
                  <a:pt x="436264" y="149886"/>
                  <a:pt x="438742" y="155415"/>
                </a:cubicBezTo>
                <a:cubicBezTo>
                  <a:pt x="411860" y="170095"/>
                  <a:pt x="370680" y="170667"/>
                  <a:pt x="338651" y="168189"/>
                </a:cubicBezTo>
                <a:close/>
                <a:moveTo>
                  <a:pt x="302808" y="194498"/>
                </a:moveTo>
                <a:cubicBezTo>
                  <a:pt x="315201" y="225956"/>
                  <a:pt x="309481" y="261607"/>
                  <a:pt x="285459" y="284866"/>
                </a:cubicBezTo>
                <a:cubicBezTo>
                  <a:pt x="270779" y="298975"/>
                  <a:pt x="251333" y="306601"/>
                  <a:pt x="230361" y="306601"/>
                </a:cubicBezTo>
                <a:cubicBezTo>
                  <a:pt x="228455" y="306601"/>
                  <a:pt x="226548" y="306601"/>
                  <a:pt x="224642" y="306601"/>
                </a:cubicBezTo>
                <a:cubicBezTo>
                  <a:pt x="214156" y="305838"/>
                  <a:pt x="204052" y="303169"/>
                  <a:pt x="194329" y="298975"/>
                </a:cubicBezTo>
                <a:lnTo>
                  <a:pt x="209581" y="284295"/>
                </a:lnTo>
                <a:cubicBezTo>
                  <a:pt x="214919" y="286010"/>
                  <a:pt x="220257" y="287154"/>
                  <a:pt x="225786" y="287536"/>
                </a:cubicBezTo>
                <a:cubicBezTo>
                  <a:pt x="243516" y="288679"/>
                  <a:pt x="259912" y="282960"/>
                  <a:pt x="272114" y="271140"/>
                </a:cubicBezTo>
                <a:cubicBezTo>
                  <a:pt x="288700" y="255316"/>
                  <a:pt x="293467" y="231484"/>
                  <a:pt x="287556" y="209178"/>
                </a:cubicBezTo>
                <a:lnTo>
                  <a:pt x="302808" y="19449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45" descr="Ice cubes icon.">
            <a:extLst>
              <a:ext uri="{FF2B5EF4-FFF2-40B4-BE49-F238E27FC236}">
                <a16:creationId xmlns:a16="http://schemas.microsoft.com/office/drawing/2014/main" id="{2F845FF7-6758-DDD5-E311-FDAAE7466634}"/>
              </a:ext>
            </a:extLst>
          </p:cNvPr>
          <p:cNvSpPr/>
          <p:nvPr/>
        </p:nvSpPr>
        <p:spPr>
          <a:xfrm>
            <a:off x="938249" y="4295204"/>
            <a:ext cx="455072" cy="369431"/>
          </a:xfrm>
          <a:custGeom>
            <a:avLst/>
            <a:gdLst>
              <a:gd name="connsiteX0" fmla="*/ 453641 w 455072"/>
              <a:gd name="connsiteY0" fmla="*/ 224955 h 369431"/>
              <a:gd name="connsiteX1" fmla="*/ 454309 w 455072"/>
              <a:gd name="connsiteY1" fmla="*/ 211622 h 369431"/>
              <a:gd name="connsiteX2" fmla="*/ 433197 w 455072"/>
              <a:gd name="connsiteY2" fmla="*/ 145272 h 369431"/>
              <a:gd name="connsiteX3" fmla="*/ 384458 w 455072"/>
              <a:gd name="connsiteY3" fmla="*/ 117586 h 369431"/>
              <a:gd name="connsiteX4" fmla="*/ 345051 w 455072"/>
              <a:gd name="connsiteY4" fmla="*/ 91031 h 369431"/>
              <a:gd name="connsiteX5" fmla="*/ 304534 w 455072"/>
              <a:gd name="connsiteY5" fmla="*/ 89095 h 369431"/>
              <a:gd name="connsiteX6" fmla="*/ 268495 w 455072"/>
              <a:gd name="connsiteY6" fmla="*/ 108456 h 369431"/>
              <a:gd name="connsiteX7" fmla="*/ 265374 w 455072"/>
              <a:gd name="connsiteY7" fmla="*/ 109975 h 369431"/>
              <a:gd name="connsiteX8" fmla="*/ 265309 w 455072"/>
              <a:gd name="connsiteY8" fmla="*/ 99651 h 369431"/>
              <a:gd name="connsiteX9" fmla="*/ 243292 w 455072"/>
              <a:gd name="connsiteY9" fmla="*/ 60207 h 369431"/>
              <a:gd name="connsiteX10" fmla="*/ 194552 w 455072"/>
              <a:gd name="connsiteY10" fmla="*/ 32521 h 369431"/>
              <a:gd name="connsiteX11" fmla="*/ 155126 w 455072"/>
              <a:gd name="connsiteY11" fmla="*/ 5959 h 369431"/>
              <a:gd name="connsiteX12" fmla="*/ 114609 w 455072"/>
              <a:gd name="connsiteY12" fmla="*/ 4032 h 369431"/>
              <a:gd name="connsiteX13" fmla="*/ 78536 w 455072"/>
              <a:gd name="connsiteY13" fmla="*/ 23412 h 369431"/>
              <a:gd name="connsiteX14" fmla="*/ 75145 w 455072"/>
              <a:gd name="connsiteY14" fmla="*/ 25060 h 369431"/>
              <a:gd name="connsiteX15" fmla="*/ 55443 w 455072"/>
              <a:gd name="connsiteY15" fmla="*/ 32197 h 369431"/>
              <a:gd name="connsiteX16" fmla="*/ 26851 w 455072"/>
              <a:gd name="connsiteY16" fmla="*/ 42835 h 369431"/>
              <a:gd name="connsiteX17" fmla="*/ 0 w 455072"/>
              <a:gd name="connsiteY17" fmla="*/ 85854 h 369431"/>
              <a:gd name="connsiteX18" fmla="*/ 2111 w 455072"/>
              <a:gd name="connsiteY18" fmla="*/ 130233 h 369431"/>
              <a:gd name="connsiteX19" fmla="*/ 2073 w 455072"/>
              <a:gd name="connsiteY19" fmla="*/ 137594 h 369431"/>
              <a:gd name="connsiteX20" fmla="*/ 647 w 455072"/>
              <a:gd name="connsiteY20" fmla="*/ 179065 h 369431"/>
              <a:gd name="connsiteX21" fmla="*/ 21238 w 455072"/>
              <a:gd name="connsiteY21" fmla="*/ 218250 h 369431"/>
              <a:gd name="connsiteX22" fmla="*/ 59922 w 455072"/>
              <a:gd name="connsiteY22" fmla="*/ 239027 h 369431"/>
              <a:gd name="connsiteX23" fmla="*/ 70996 w 455072"/>
              <a:gd name="connsiteY23" fmla="*/ 246250 h 369431"/>
              <a:gd name="connsiteX24" fmla="*/ 110644 w 455072"/>
              <a:gd name="connsiteY24" fmla="*/ 277120 h 369431"/>
              <a:gd name="connsiteX25" fmla="*/ 134700 w 455072"/>
              <a:gd name="connsiteY25" fmla="*/ 284324 h 369431"/>
              <a:gd name="connsiteX26" fmla="*/ 155365 w 455072"/>
              <a:gd name="connsiteY26" fmla="*/ 279120 h 369431"/>
              <a:gd name="connsiteX27" fmla="*/ 190245 w 455072"/>
              <a:gd name="connsiteY27" fmla="*/ 260723 h 369431"/>
              <a:gd name="connsiteX28" fmla="*/ 190086 w 455072"/>
              <a:gd name="connsiteY28" fmla="*/ 264193 h 369431"/>
              <a:gd name="connsiteX29" fmla="*/ 211142 w 455072"/>
              <a:gd name="connsiteY29" fmla="*/ 303322 h 369431"/>
              <a:gd name="connsiteX30" fmla="*/ 249826 w 455072"/>
              <a:gd name="connsiteY30" fmla="*/ 324100 h 369431"/>
              <a:gd name="connsiteX31" fmla="*/ 260900 w 455072"/>
              <a:gd name="connsiteY31" fmla="*/ 331323 h 369431"/>
              <a:gd name="connsiteX32" fmla="*/ 300548 w 455072"/>
              <a:gd name="connsiteY32" fmla="*/ 362192 h 369431"/>
              <a:gd name="connsiteX33" fmla="*/ 324547 w 455072"/>
              <a:gd name="connsiteY33" fmla="*/ 369432 h 369431"/>
              <a:gd name="connsiteX34" fmla="*/ 326399 w 455072"/>
              <a:gd name="connsiteY34" fmla="*/ 369394 h 369431"/>
              <a:gd name="connsiteX35" fmla="*/ 345066 w 455072"/>
              <a:gd name="connsiteY35" fmla="*/ 364301 h 369431"/>
              <a:gd name="connsiteX36" fmla="*/ 375993 w 455072"/>
              <a:gd name="connsiteY36" fmla="*/ 344024 h 369431"/>
              <a:gd name="connsiteX37" fmla="*/ 399808 w 455072"/>
              <a:gd name="connsiteY37" fmla="*/ 328006 h 369431"/>
              <a:gd name="connsiteX38" fmla="*/ 407844 w 455072"/>
              <a:gd name="connsiteY38" fmla="*/ 323969 h 369431"/>
              <a:gd name="connsiteX39" fmla="*/ 442844 w 455072"/>
              <a:gd name="connsiteY39" fmla="*/ 305655 h 369431"/>
              <a:gd name="connsiteX40" fmla="*/ 449473 w 455072"/>
              <a:gd name="connsiteY40" fmla="*/ 300006 h 369431"/>
              <a:gd name="connsiteX41" fmla="*/ 453269 w 455072"/>
              <a:gd name="connsiteY41" fmla="*/ 293710 h 369431"/>
              <a:gd name="connsiteX42" fmla="*/ 454936 w 455072"/>
              <a:gd name="connsiteY42" fmla="*/ 284489 h 369431"/>
              <a:gd name="connsiteX43" fmla="*/ 454233 w 455072"/>
              <a:gd name="connsiteY43" fmla="*/ 258229 h 369431"/>
              <a:gd name="connsiteX44" fmla="*/ 453641 w 455072"/>
              <a:gd name="connsiteY44" fmla="*/ 224955 h 369431"/>
              <a:gd name="connsiteX45" fmla="*/ 272384 w 455072"/>
              <a:gd name="connsiteY45" fmla="*/ 127614 h 369431"/>
              <a:gd name="connsiteX46" fmla="*/ 277440 w 455072"/>
              <a:gd name="connsiteY46" fmla="*/ 125179 h 369431"/>
              <a:gd name="connsiteX47" fmla="*/ 312883 w 455072"/>
              <a:gd name="connsiteY47" fmla="*/ 106104 h 369431"/>
              <a:gd name="connsiteX48" fmla="*/ 323087 w 455072"/>
              <a:gd name="connsiteY48" fmla="*/ 103901 h 369431"/>
              <a:gd name="connsiteX49" fmla="*/ 334938 w 455072"/>
              <a:gd name="connsiteY49" fmla="*/ 107068 h 369431"/>
              <a:gd name="connsiteX50" fmla="*/ 373937 w 455072"/>
              <a:gd name="connsiteY50" fmla="*/ 133354 h 369431"/>
              <a:gd name="connsiteX51" fmla="*/ 376214 w 455072"/>
              <a:gd name="connsiteY51" fmla="*/ 134770 h 369431"/>
              <a:gd name="connsiteX52" fmla="*/ 422906 w 455072"/>
              <a:gd name="connsiteY52" fmla="*/ 161244 h 369431"/>
              <a:gd name="connsiteX53" fmla="*/ 384437 w 455072"/>
              <a:gd name="connsiteY53" fmla="*/ 177806 h 369431"/>
              <a:gd name="connsiteX54" fmla="*/ 381344 w 455072"/>
              <a:gd name="connsiteY54" fmla="*/ 179278 h 369431"/>
              <a:gd name="connsiteX55" fmla="*/ 333992 w 455072"/>
              <a:gd name="connsiteY55" fmla="*/ 199397 h 369431"/>
              <a:gd name="connsiteX56" fmla="*/ 313658 w 455072"/>
              <a:gd name="connsiteY56" fmla="*/ 197759 h 369431"/>
              <a:gd name="connsiteX57" fmla="*/ 292917 w 455072"/>
              <a:gd name="connsiteY57" fmla="*/ 189167 h 369431"/>
              <a:gd name="connsiteX58" fmla="*/ 264158 w 455072"/>
              <a:gd name="connsiteY58" fmla="*/ 176926 h 369431"/>
              <a:gd name="connsiteX59" fmla="*/ 235066 w 455072"/>
              <a:gd name="connsiteY59" fmla="*/ 156251 h 369431"/>
              <a:gd name="connsiteX60" fmla="*/ 222364 w 455072"/>
              <a:gd name="connsiteY60" fmla="*/ 146584 h 369431"/>
              <a:gd name="connsiteX61" fmla="*/ 224418 w 455072"/>
              <a:gd name="connsiteY61" fmla="*/ 145260 h 369431"/>
              <a:gd name="connsiteX62" fmla="*/ 251400 w 455072"/>
              <a:gd name="connsiteY62" fmla="*/ 135233 h 369431"/>
              <a:gd name="connsiteX63" fmla="*/ 272384 w 455072"/>
              <a:gd name="connsiteY63" fmla="*/ 127614 h 369431"/>
              <a:gd name="connsiteX64" fmla="*/ 61517 w 455072"/>
              <a:gd name="connsiteY64" fmla="*/ 50161 h 369431"/>
              <a:gd name="connsiteX65" fmla="*/ 82535 w 455072"/>
              <a:gd name="connsiteY65" fmla="*/ 42532 h 369431"/>
              <a:gd name="connsiteX66" fmla="*/ 87517 w 455072"/>
              <a:gd name="connsiteY66" fmla="*/ 40105 h 369431"/>
              <a:gd name="connsiteX67" fmla="*/ 122960 w 455072"/>
              <a:gd name="connsiteY67" fmla="*/ 21040 h 369431"/>
              <a:gd name="connsiteX68" fmla="*/ 145015 w 455072"/>
              <a:gd name="connsiteY68" fmla="*/ 21995 h 369431"/>
              <a:gd name="connsiteX69" fmla="*/ 184033 w 455072"/>
              <a:gd name="connsiteY69" fmla="*/ 48291 h 369431"/>
              <a:gd name="connsiteX70" fmla="*/ 186311 w 455072"/>
              <a:gd name="connsiteY70" fmla="*/ 49707 h 369431"/>
              <a:gd name="connsiteX71" fmla="*/ 233643 w 455072"/>
              <a:gd name="connsiteY71" fmla="*/ 76530 h 369431"/>
              <a:gd name="connsiteX72" fmla="*/ 235543 w 455072"/>
              <a:gd name="connsiteY72" fmla="*/ 78085 h 369431"/>
              <a:gd name="connsiteX73" fmla="*/ 213774 w 455072"/>
              <a:gd name="connsiteY73" fmla="*/ 84800 h 369431"/>
              <a:gd name="connsiteX74" fmla="*/ 168979 w 455072"/>
              <a:gd name="connsiteY74" fmla="*/ 103891 h 369431"/>
              <a:gd name="connsiteX75" fmla="*/ 144202 w 455072"/>
              <a:gd name="connsiteY75" fmla="*/ 115188 h 369431"/>
              <a:gd name="connsiteX76" fmla="*/ 123756 w 455072"/>
              <a:gd name="connsiteY76" fmla="*/ 112688 h 369431"/>
              <a:gd name="connsiteX77" fmla="*/ 102998 w 455072"/>
              <a:gd name="connsiteY77" fmla="*/ 104087 h 369431"/>
              <a:gd name="connsiteX78" fmla="*/ 74258 w 455072"/>
              <a:gd name="connsiteY78" fmla="*/ 91863 h 369431"/>
              <a:gd name="connsiteX79" fmla="*/ 45127 w 455072"/>
              <a:gd name="connsiteY79" fmla="*/ 71169 h 369431"/>
              <a:gd name="connsiteX80" fmla="*/ 32481 w 455072"/>
              <a:gd name="connsiteY80" fmla="*/ 61523 h 369431"/>
              <a:gd name="connsiteX81" fmla="*/ 34518 w 455072"/>
              <a:gd name="connsiteY81" fmla="*/ 60188 h 369431"/>
              <a:gd name="connsiteX82" fmla="*/ 61517 w 455072"/>
              <a:gd name="connsiteY82" fmla="*/ 50161 h 369431"/>
              <a:gd name="connsiteX83" fmla="*/ 82664 w 455072"/>
              <a:gd name="connsiteY83" fmla="*/ 231306 h 369431"/>
              <a:gd name="connsiteX84" fmla="*/ 68886 w 455072"/>
              <a:gd name="connsiteY84" fmla="*/ 222325 h 369431"/>
              <a:gd name="connsiteX85" fmla="*/ 30998 w 455072"/>
              <a:gd name="connsiteY85" fmla="*/ 202029 h 369431"/>
              <a:gd name="connsiteX86" fmla="*/ 19609 w 455072"/>
              <a:gd name="connsiteY86" fmla="*/ 179418 h 369431"/>
              <a:gd name="connsiteX87" fmla="*/ 21016 w 455072"/>
              <a:gd name="connsiteY87" fmla="*/ 138381 h 369431"/>
              <a:gd name="connsiteX88" fmla="*/ 21054 w 455072"/>
              <a:gd name="connsiteY88" fmla="*/ 129455 h 369431"/>
              <a:gd name="connsiteX89" fmla="*/ 18944 w 455072"/>
              <a:gd name="connsiteY89" fmla="*/ 85429 h 369431"/>
              <a:gd name="connsiteX90" fmla="*/ 20603 w 455072"/>
              <a:gd name="connsiteY90" fmla="*/ 76369 h 369431"/>
              <a:gd name="connsiteX91" fmla="*/ 33333 w 455072"/>
              <a:gd name="connsiteY91" fmla="*/ 86012 h 369431"/>
              <a:gd name="connsiteX92" fmla="*/ 64925 w 455072"/>
              <a:gd name="connsiteY92" fmla="*/ 108363 h 369431"/>
              <a:gd name="connsiteX93" fmla="*/ 96535 w 455072"/>
              <a:gd name="connsiteY93" fmla="*/ 121917 h 369431"/>
              <a:gd name="connsiteX94" fmla="*/ 114535 w 455072"/>
              <a:gd name="connsiteY94" fmla="*/ 129250 h 369431"/>
              <a:gd name="connsiteX95" fmla="*/ 123254 w 455072"/>
              <a:gd name="connsiteY95" fmla="*/ 132811 h 369431"/>
              <a:gd name="connsiteX96" fmla="*/ 123189 w 455072"/>
              <a:gd name="connsiteY96" fmla="*/ 262422 h 369431"/>
              <a:gd name="connsiteX97" fmla="*/ 121682 w 455072"/>
              <a:gd name="connsiteY97" fmla="*/ 261710 h 369431"/>
              <a:gd name="connsiteX98" fmla="*/ 82664 w 455072"/>
              <a:gd name="connsiteY98" fmla="*/ 231306 h 369431"/>
              <a:gd name="connsiteX99" fmla="*/ 146367 w 455072"/>
              <a:gd name="connsiteY99" fmla="*/ 262418 h 369431"/>
              <a:gd name="connsiteX100" fmla="*/ 142150 w 455072"/>
              <a:gd name="connsiteY100" fmla="*/ 264030 h 369431"/>
              <a:gd name="connsiteX101" fmla="*/ 142215 w 455072"/>
              <a:gd name="connsiteY101" fmla="*/ 134863 h 369431"/>
              <a:gd name="connsiteX102" fmla="*/ 151106 w 455072"/>
              <a:gd name="connsiteY102" fmla="*/ 132836 h 369431"/>
              <a:gd name="connsiteX103" fmla="*/ 178460 w 455072"/>
              <a:gd name="connsiteY103" fmla="*/ 120355 h 369431"/>
              <a:gd name="connsiteX104" fmla="*/ 219256 w 455072"/>
              <a:gd name="connsiteY104" fmla="*/ 102947 h 369431"/>
              <a:gd name="connsiteX105" fmla="*/ 245709 w 455072"/>
              <a:gd name="connsiteY105" fmla="*/ 94803 h 369431"/>
              <a:gd name="connsiteX106" fmla="*/ 246350 w 455072"/>
              <a:gd name="connsiteY106" fmla="*/ 99744 h 369431"/>
              <a:gd name="connsiteX107" fmla="*/ 246458 w 455072"/>
              <a:gd name="connsiteY107" fmla="*/ 116885 h 369431"/>
              <a:gd name="connsiteX108" fmla="*/ 245332 w 455072"/>
              <a:gd name="connsiteY108" fmla="*/ 117272 h 369431"/>
              <a:gd name="connsiteX109" fmla="*/ 216759 w 455072"/>
              <a:gd name="connsiteY109" fmla="*/ 127910 h 369431"/>
              <a:gd name="connsiteX110" fmla="*/ 190315 w 455072"/>
              <a:gd name="connsiteY110" fmla="*/ 170168 h 369431"/>
              <a:gd name="connsiteX111" fmla="*/ 192018 w 455072"/>
              <a:gd name="connsiteY111" fmla="*/ 215307 h 369431"/>
              <a:gd name="connsiteX112" fmla="*/ 191999 w 455072"/>
              <a:gd name="connsiteY112" fmla="*/ 222566 h 369431"/>
              <a:gd name="connsiteX113" fmla="*/ 191252 w 455072"/>
              <a:gd name="connsiteY113" fmla="*/ 238862 h 369431"/>
              <a:gd name="connsiteX114" fmla="*/ 146367 w 455072"/>
              <a:gd name="connsiteY114" fmla="*/ 262418 h 369431"/>
              <a:gd name="connsiteX115" fmla="*/ 272570 w 455072"/>
              <a:gd name="connsiteY115" fmla="*/ 316380 h 369431"/>
              <a:gd name="connsiteX116" fmla="*/ 258756 w 455072"/>
              <a:gd name="connsiteY116" fmla="*/ 307380 h 369431"/>
              <a:gd name="connsiteX117" fmla="*/ 220904 w 455072"/>
              <a:gd name="connsiteY117" fmla="*/ 287103 h 369431"/>
              <a:gd name="connsiteX118" fmla="*/ 209034 w 455072"/>
              <a:gd name="connsiteY118" fmla="*/ 264659 h 369431"/>
              <a:gd name="connsiteX119" fmla="*/ 210922 w 455072"/>
              <a:gd name="connsiteY119" fmla="*/ 223455 h 369431"/>
              <a:gd name="connsiteX120" fmla="*/ 210977 w 455072"/>
              <a:gd name="connsiteY120" fmla="*/ 214622 h 369431"/>
              <a:gd name="connsiteX121" fmla="*/ 209274 w 455072"/>
              <a:gd name="connsiteY121" fmla="*/ 169836 h 369431"/>
              <a:gd name="connsiteX122" fmla="*/ 210581 w 455072"/>
              <a:gd name="connsiteY122" fmla="*/ 161489 h 369431"/>
              <a:gd name="connsiteX123" fmla="*/ 223275 w 455072"/>
              <a:gd name="connsiteY123" fmla="*/ 171105 h 369431"/>
              <a:gd name="connsiteX124" fmla="*/ 254830 w 455072"/>
              <a:gd name="connsiteY124" fmla="*/ 193428 h 369431"/>
              <a:gd name="connsiteX125" fmla="*/ 286460 w 455072"/>
              <a:gd name="connsiteY125" fmla="*/ 206992 h 369431"/>
              <a:gd name="connsiteX126" fmla="*/ 304441 w 455072"/>
              <a:gd name="connsiteY126" fmla="*/ 214325 h 369431"/>
              <a:gd name="connsiteX127" fmla="*/ 312811 w 455072"/>
              <a:gd name="connsiteY127" fmla="*/ 217679 h 369431"/>
              <a:gd name="connsiteX128" fmla="*/ 312811 w 455072"/>
              <a:gd name="connsiteY128" fmla="*/ 347325 h 369431"/>
              <a:gd name="connsiteX129" fmla="*/ 311588 w 455072"/>
              <a:gd name="connsiteY129" fmla="*/ 346785 h 369431"/>
              <a:gd name="connsiteX130" fmla="*/ 272570 w 455072"/>
              <a:gd name="connsiteY130" fmla="*/ 316380 h 369431"/>
              <a:gd name="connsiteX131" fmla="*/ 435289 w 455072"/>
              <a:gd name="connsiteY131" fmla="*/ 259120 h 369431"/>
              <a:gd name="connsiteX132" fmla="*/ 435974 w 455072"/>
              <a:gd name="connsiteY132" fmla="*/ 284602 h 369431"/>
              <a:gd name="connsiteX133" fmla="*/ 435678 w 455072"/>
              <a:gd name="connsiteY133" fmla="*/ 286677 h 369431"/>
              <a:gd name="connsiteX134" fmla="*/ 433603 w 455072"/>
              <a:gd name="connsiteY134" fmla="*/ 289085 h 369431"/>
              <a:gd name="connsiteX135" fmla="*/ 399510 w 455072"/>
              <a:gd name="connsiteY135" fmla="*/ 306937 h 369431"/>
              <a:gd name="connsiteX136" fmla="*/ 390880 w 455072"/>
              <a:gd name="connsiteY136" fmla="*/ 311270 h 369431"/>
              <a:gd name="connsiteX137" fmla="*/ 364566 w 455072"/>
              <a:gd name="connsiteY137" fmla="*/ 328899 h 369431"/>
              <a:gd name="connsiteX138" fmla="*/ 336474 w 455072"/>
              <a:gd name="connsiteY138" fmla="*/ 347380 h 369431"/>
              <a:gd name="connsiteX139" fmla="*/ 331772 w 455072"/>
              <a:gd name="connsiteY139" fmla="*/ 349271 h 369431"/>
              <a:gd name="connsiteX140" fmla="*/ 331772 w 455072"/>
              <a:gd name="connsiteY140" fmla="*/ 219308 h 369431"/>
              <a:gd name="connsiteX141" fmla="*/ 340475 w 455072"/>
              <a:gd name="connsiteY141" fmla="*/ 217214 h 369431"/>
              <a:gd name="connsiteX142" fmla="*/ 389437 w 455072"/>
              <a:gd name="connsiteY142" fmla="*/ 196428 h 369431"/>
              <a:gd name="connsiteX143" fmla="*/ 392566 w 455072"/>
              <a:gd name="connsiteY143" fmla="*/ 194947 h 369431"/>
              <a:gd name="connsiteX144" fmla="*/ 434688 w 455072"/>
              <a:gd name="connsiteY144" fmla="*/ 177491 h 369431"/>
              <a:gd name="connsiteX145" fmla="*/ 435380 w 455072"/>
              <a:gd name="connsiteY145" fmla="*/ 210528 h 369431"/>
              <a:gd name="connsiteX146" fmla="*/ 434676 w 455072"/>
              <a:gd name="connsiteY146" fmla="*/ 224250 h 369431"/>
              <a:gd name="connsiteX147" fmla="*/ 434676 w 455072"/>
              <a:gd name="connsiteY147" fmla="*/ 224269 h 369431"/>
              <a:gd name="connsiteX148" fmla="*/ 435289 w 455072"/>
              <a:gd name="connsiteY148" fmla="*/ 259120 h 369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455072" h="369431">
                <a:moveTo>
                  <a:pt x="453641" y="224955"/>
                </a:moveTo>
                <a:cubicBezTo>
                  <a:pt x="453808" y="220400"/>
                  <a:pt x="454068" y="215955"/>
                  <a:pt x="454309" y="211622"/>
                </a:cubicBezTo>
                <a:cubicBezTo>
                  <a:pt x="455882" y="184669"/>
                  <a:pt x="457363" y="159198"/>
                  <a:pt x="433197" y="145272"/>
                </a:cubicBezTo>
                <a:lnTo>
                  <a:pt x="384458" y="117586"/>
                </a:lnTo>
                <a:lnTo>
                  <a:pt x="345051" y="91031"/>
                </a:lnTo>
                <a:cubicBezTo>
                  <a:pt x="332866" y="83882"/>
                  <a:pt x="317978" y="83059"/>
                  <a:pt x="304534" y="89095"/>
                </a:cubicBezTo>
                <a:lnTo>
                  <a:pt x="268495" y="108456"/>
                </a:lnTo>
                <a:cubicBezTo>
                  <a:pt x="267471" y="109009"/>
                  <a:pt x="266462" y="109504"/>
                  <a:pt x="265374" y="109975"/>
                </a:cubicBezTo>
                <a:lnTo>
                  <a:pt x="265309" y="99651"/>
                </a:lnTo>
                <a:cubicBezTo>
                  <a:pt x="265235" y="83634"/>
                  <a:pt x="256901" y="68587"/>
                  <a:pt x="243292" y="60207"/>
                </a:cubicBezTo>
                <a:lnTo>
                  <a:pt x="194552" y="32521"/>
                </a:lnTo>
                <a:lnTo>
                  <a:pt x="155126" y="5959"/>
                </a:lnTo>
                <a:cubicBezTo>
                  <a:pt x="142979" y="-1181"/>
                  <a:pt x="128034" y="-2006"/>
                  <a:pt x="114609" y="4032"/>
                </a:cubicBezTo>
                <a:lnTo>
                  <a:pt x="78536" y="23412"/>
                </a:lnTo>
                <a:cubicBezTo>
                  <a:pt x="77406" y="24022"/>
                  <a:pt x="76314" y="24569"/>
                  <a:pt x="75145" y="25060"/>
                </a:cubicBezTo>
                <a:cubicBezTo>
                  <a:pt x="69367" y="27504"/>
                  <a:pt x="62590" y="29781"/>
                  <a:pt x="55443" y="32197"/>
                </a:cubicBezTo>
                <a:cubicBezTo>
                  <a:pt x="46017" y="35383"/>
                  <a:pt x="36278" y="38679"/>
                  <a:pt x="26851" y="42835"/>
                </a:cubicBezTo>
                <a:cubicBezTo>
                  <a:pt x="10833" y="49918"/>
                  <a:pt x="36" y="67011"/>
                  <a:pt x="0" y="85854"/>
                </a:cubicBezTo>
                <a:lnTo>
                  <a:pt x="2111" y="130233"/>
                </a:lnTo>
                <a:cubicBezTo>
                  <a:pt x="2203" y="132648"/>
                  <a:pt x="2203" y="135057"/>
                  <a:pt x="2073" y="137594"/>
                </a:cubicBezTo>
                <a:lnTo>
                  <a:pt x="647" y="179065"/>
                </a:lnTo>
                <a:cubicBezTo>
                  <a:pt x="592" y="194964"/>
                  <a:pt x="7998" y="209436"/>
                  <a:pt x="21238" y="218250"/>
                </a:cubicBezTo>
                <a:lnTo>
                  <a:pt x="59922" y="239027"/>
                </a:lnTo>
                <a:cubicBezTo>
                  <a:pt x="63830" y="241121"/>
                  <a:pt x="67551" y="243546"/>
                  <a:pt x="70996" y="246250"/>
                </a:cubicBezTo>
                <a:lnTo>
                  <a:pt x="110644" y="277120"/>
                </a:lnTo>
                <a:cubicBezTo>
                  <a:pt x="117940" y="281915"/>
                  <a:pt x="126311" y="284324"/>
                  <a:pt x="134700" y="284324"/>
                </a:cubicBezTo>
                <a:cubicBezTo>
                  <a:pt x="141792" y="284324"/>
                  <a:pt x="148903" y="282602"/>
                  <a:pt x="155365" y="279120"/>
                </a:cubicBezTo>
                <a:cubicBezTo>
                  <a:pt x="167005" y="272830"/>
                  <a:pt x="180428" y="265814"/>
                  <a:pt x="190245" y="260723"/>
                </a:cubicBezTo>
                <a:lnTo>
                  <a:pt x="190086" y="264193"/>
                </a:lnTo>
                <a:cubicBezTo>
                  <a:pt x="190031" y="279841"/>
                  <a:pt x="197605" y="294285"/>
                  <a:pt x="211142" y="303322"/>
                </a:cubicBezTo>
                <a:lnTo>
                  <a:pt x="249826" y="324100"/>
                </a:lnTo>
                <a:cubicBezTo>
                  <a:pt x="253658" y="326136"/>
                  <a:pt x="257400" y="328564"/>
                  <a:pt x="260900" y="331323"/>
                </a:cubicBezTo>
                <a:lnTo>
                  <a:pt x="300548" y="362192"/>
                </a:lnTo>
                <a:cubicBezTo>
                  <a:pt x="307770" y="366933"/>
                  <a:pt x="316029" y="369432"/>
                  <a:pt x="324547" y="369432"/>
                </a:cubicBezTo>
                <a:cubicBezTo>
                  <a:pt x="325176" y="369432"/>
                  <a:pt x="325787" y="369413"/>
                  <a:pt x="326399" y="369394"/>
                </a:cubicBezTo>
                <a:cubicBezTo>
                  <a:pt x="334825" y="369041"/>
                  <a:pt x="341084" y="366320"/>
                  <a:pt x="345066" y="364301"/>
                </a:cubicBezTo>
                <a:cubicBezTo>
                  <a:pt x="357567" y="357948"/>
                  <a:pt x="366936" y="350875"/>
                  <a:pt x="375993" y="344024"/>
                </a:cubicBezTo>
                <a:cubicBezTo>
                  <a:pt x="383714" y="338191"/>
                  <a:pt x="391011" y="332690"/>
                  <a:pt x="399808" y="328006"/>
                </a:cubicBezTo>
                <a:cubicBezTo>
                  <a:pt x="402197" y="326728"/>
                  <a:pt x="404751" y="325488"/>
                  <a:pt x="407844" y="323969"/>
                </a:cubicBezTo>
                <a:cubicBezTo>
                  <a:pt x="415122" y="320413"/>
                  <a:pt x="425288" y="315451"/>
                  <a:pt x="442844" y="305655"/>
                </a:cubicBezTo>
                <a:cubicBezTo>
                  <a:pt x="443900" y="305063"/>
                  <a:pt x="446676" y="303322"/>
                  <a:pt x="449473" y="300006"/>
                </a:cubicBezTo>
                <a:cubicBezTo>
                  <a:pt x="451176" y="297950"/>
                  <a:pt x="452418" y="295876"/>
                  <a:pt x="453269" y="293710"/>
                </a:cubicBezTo>
                <a:cubicBezTo>
                  <a:pt x="454972" y="289470"/>
                  <a:pt x="454936" y="285710"/>
                  <a:pt x="454936" y="284489"/>
                </a:cubicBezTo>
                <a:cubicBezTo>
                  <a:pt x="455048" y="275823"/>
                  <a:pt x="454659" y="267138"/>
                  <a:pt x="454233" y="258229"/>
                </a:cubicBezTo>
                <a:cubicBezTo>
                  <a:pt x="453734" y="247583"/>
                  <a:pt x="453214" y="236547"/>
                  <a:pt x="453641" y="224955"/>
                </a:cubicBezTo>
                <a:close/>
                <a:moveTo>
                  <a:pt x="272384" y="127614"/>
                </a:moveTo>
                <a:cubicBezTo>
                  <a:pt x="274125" y="126882"/>
                  <a:pt x="275737" y="126085"/>
                  <a:pt x="277440" y="125179"/>
                </a:cubicBezTo>
                <a:lnTo>
                  <a:pt x="312883" y="106104"/>
                </a:lnTo>
                <a:cubicBezTo>
                  <a:pt x="316197" y="104623"/>
                  <a:pt x="319660" y="103901"/>
                  <a:pt x="323087" y="103901"/>
                </a:cubicBezTo>
                <a:cubicBezTo>
                  <a:pt x="327272" y="103901"/>
                  <a:pt x="331364" y="104984"/>
                  <a:pt x="334938" y="107068"/>
                </a:cubicBezTo>
                <a:lnTo>
                  <a:pt x="373937" y="133354"/>
                </a:lnTo>
                <a:cubicBezTo>
                  <a:pt x="374696" y="133864"/>
                  <a:pt x="375456" y="134336"/>
                  <a:pt x="376214" y="134770"/>
                </a:cubicBezTo>
                <a:lnTo>
                  <a:pt x="422906" y="161244"/>
                </a:lnTo>
                <a:cubicBezTo>
                  <a:pt x="409640" y="165877"/>
                  <a:pt x="395993" y="172330"/>
                  <a:pt x="384437" y="177806"/>
                </a:cubicBezTo>
                <a:lnTo>
                  <a:pt x="381344" y="179278"/>
                </a:lnTo>
                <a:cubicBezTo>
                  <a:pt x="362899" y="187972"/>
                  <a:pt x="347863" y="194361"/>
                  <a:pt x="333992" y="199397"/>
                </a:cubicBezTo>
                <a:cubicBezTo>
                  <a:pt x="327289" y="201805"/>
                  <a:pt x="319918" y="201231"/>
                  <a:pt x="313658" y="197759"/>
                </a:cubicBezTo>
                <a:cubicBezTo>
                  <a:pt x="308140" y="194685"/>
                  <a:pt x="301084" y="192129"/>
                  <a:pt x="292917" y="189167"/>
                </a:cubicBezTo>
                <a:cubicBezTo>
                  <a:pt x="283602" y="185778"/>
                  <a:pt x="273046" y="181944"/>
                  <a:pt x="264158" y="176926"/>
                </a:cubicBezTo>
                <a:cubicBezTo>
                  <a:pt x="253511" y="170898"/>
                  <a:pt x="244139" y="163455"/>
                  <a:pt x="235066" y="156251"/>
                </a:cubicBezTo>
                <a:cubicBezTo>
                  <a:pt x="230691" y="152783"/>
                  <a:pt x="226494" y="149573"/>
                  <a:pt x="222364" y="146584"/>
                </a:cubicBezTo>
                <a:cubicBezTo>
                  <a:pt x="223074" y="146176"/>
                  <a:pt x="223661" y="145594"/>
                  <a:pt x="224418" y="145260"/>
                </a:cubicBezTo>
                <a:cubicBezTo>
                  <a:pt x="233048" y="141436"/>
                  <a:pt x="242381" y="138288"/>
                  <a:pt x="251400" y="135233"/>
                </a:cubicBezTo>
                <a:cubicBezTo>
                  <a:pt x="259033" y="132660"/>
                  <a:pt x="266255" y="130206"/>
                  <a:pt x="272384" y="127614"/>
                </a:cubicBezTo>
                <a:close/>
                <a:moveTo>
                  <a:pt x="61517" y="50161"/>
                </a:moveTo>
                <a:cubicBezTo>
                  <a:pt x="69129" y="47587"/>
                  <a:pt x="76350" y="45134"/>
                  <a:pt x="82535" y="42532"/>
                </a:cubicBezTo>
                <a:cubicBezTo>
                  <a:pt x="84276" y="41790"/>
                  <a:pt x="85886" y="40985"/>
                  <a:pt x="87517" y="40105"/>
                </a:cubicBezTo>
                <a:lnTo>
                  <a:pt x="122960" y="21040"/>
                </a:lnTo>
                <a:cubicBezTo>
                  <a:pt x="130219" y="17827"/>
                  <a:pt x="138646" y="18263"/>
                  <a:pt x="145015" y="21995"/>
                </a:cubicBezTo>
                <a:lnTo>
                  <a:pt x="184033" y="48291"/>
                </a:lnTo>
                <a:cubicBezTo>
                  <a:pt x="184794" y="48799"/>
                  <a:pt x="185552" y="49281"/>
                  <a:pt x="186311" y="49707"/>
                </a:cubicBezTo>
                <a:lnTo>
                  <a:pt x="233643" y="76530"/>
                </a:lnTo>
                <a:cubicBezTo>
                  <a:pt x="234345" y="76963"/>
                  <a:pt x="234889" y="77588"/>
                  <a:pt x="235543" y="78085"/>
                </a:cubicBezTo>
                <a:lnTo>
                  <a:pt x="213774" y="84800"/>
                </a:lnTo>
                <a:cubicBezTo>
                  <a:pt x="198071" y="89540"/>
                  <a:pt x="184460" y="96244"/>
                  <a:pt x="168979" y="103891"/>
                </a:cubicBezTo>
                <a:cubicBezTo>
                  <a:pt x="158238" y="109188"/>
                  <a:pt x="152200" y="111818"/>
                  <a:pt x="144202" y="115188"/>
                </a:cubicBezTo>
                <a:cubicBezTo>
                  <a:pt x="138033" y="117429"/>
                  <a:pt x="130627" y="116521"/>
                  <a:pt x="123756" y="112688"/>
                </a:cubicBezTo>
                <a:cubicBezTo>
                  <a:pt x="118238" y="109614"/>
                  <a:pt x="111182" y="107058"/>
                  <a:pt x="102998" y="104087"/>
                </a:cubicBezTo>
                <a:cubicBezTo>
                  <a:pt x="93683" y="100706"/>
                  <a:pt x="83127" y="96873"/>
                  <a:pt x="74258" y="91863"/>
                </a:cubicBezTo>
                <a:cubicBezTo>
                  <a:pt x="63572" y="85818"/>
                  <a:pt x="54201" y="78364"/>
                  <a:pt x="45127" y="71169"/>
                </a:cubicBezTo>
                <a:cubicBezTo>
                  <a:pt x="40774" y="67709"/>
                  <a:pt x="36594" y="64504"/>
                  <a:pt x="32481" y="61523"/>
                </a:cubicBezTo>
                <a:cubicBezTo>
                  <a:pt x="33183" y="61117"/>
                  <a:pt x="33776" y="60514"/>
                  <a:pt x="34518" y="60188"/>
                </a:cubicBezTo>
                <a:cubicBezTo>
                  <a:pt x="43165" y="56375"/>
                  <a:pt x="52498" y="53216"/>
                  <a:pt x="61517" y="50161"/>
                </a:cubicBezTo>
                <a:close/>
                <a:moveTo>
                  <a:pt x="82664" y="231306"/>
                </a:moveTo>
                <a:cubicBezTo>
                  <a:pt x="78386" y="227953"/>
                  <a:pt x="73738" y="224936"/>
                  <a:pt x="68886" y="222325"/>
                </a:cubicBezTo>
                <a:lnTo>
                  <a:pt x="30998" y="202029"/>
                </a:lnTo>
                <a:cubicBezTo>
                  <a:pt x="23832" y="197224"/>
                  <a:pt x="19573" y="188659"/>
                  <a:pt x="19609" y="179418"/>
                </a:cubicBezTo>
                <a:lnTo>
                  <a:pt x="21016" y="138381"/>
                </a:lnTo>
                <a:cubicBezTo>
                  <a:pt x="21164" y="135445"/>
                  <a:pt x="21164" y="132519"/>
                  <a:pt x="21054" y="129455"/>
                </a:cubicBezTo>
                <a:lnTo>
                  <a:pt x="18944" y="85429"/>
                </a:lnTo>
                <a:cubicBezTo>
                  <a:pt x="18953" y="82304"/>
                  <a:pt x="19621" y="79278"/>
                  <a:pt x="20603" y="76369"/>
                </a:cubicBezTo>
                <a:cubicBezTo>
                  <a:pt x="24638" y="79238"/>
                  <a:pt x="28850" y="82448"/>
                  <a:pt x="33333" y="86012"/>
                </a:cubicBezTo>
                <a:cubicBezTo>
                  <a:pt x="42518" y="93318"/>
                  <a:pt x="52944" y="101586"/>
                  <a:pt x="64925" y="108363"/>
                </a:cubicBezTo>
                <a:cubicBezTo>
                  <a:pt x="75164" y="114160"/>
                  <a:pt x="86517" y="118278"/>
                  <a:pt x="96535" y="121917"/>
                </a:cubicBezTo>
                <a:cubicBezTo>
                  <a:pt x="103627" y="124491"/>
                  <a:pt x="110331" y="126918"/>
                  <a:pt x="114535" y="129250"/>
                </a:cubicBezTo>
                <a:cubicBezTo>
                  <a:pt x="117353" y="130822"/>
                  <a:pt x="120303" y="131846"/>
                  <a:pt x="123254" y="132811"/>
                </a:cubicBezTo>
                <a:lnTo>
                  <a:pt x="123189" y="262422"/>
                </a:lnTo>
                <a:cubicBezTo>
                  <a:pt x="122702" y="262150"/>
                  <a:pt x="122152" y="262020"/>
                  <a:pt x="121682" y="261710"/>
                </a:cubicBezTo>
                <a:lnTo>
                  <a:pt x="82664" y="231306"/>
                </a:lnTo>
                <a:close/>
                <a:moveTo>
                  <a:pt x="146367" y="262418"/>
                </a:moveTo>
                <a:cubicBezTo>
                  <a:pt x="145008" y="263155"/>
                  <a:pt x="143572" y="263561"/>
                  <a:pt x="142150" y="264030"/>
                </a:cubicBezTo>
                <a:lnTo>
                  <a:pt x="142215" y="134863"/>
                </a:lnTo>
                <a:cubicBezTo>
                  <a:pt x="145228" y="134484"/>
                  <a:pt x="148216" y="133894"/>
                  <a:pt x="151106" y="132836"/>
                </a:cubicBezTo>
                <a:cubicBezTo>
                  <a:pt x="159905" y="129150"/>
                  <a:pt x="166163" y="126410"/>
                  <a:pt x="178460" y="120355"/>
                </a:cubicBezTo>
                <a:cubicBezTo>
                  <a:pt x="192126" y="113614"/>
                  <a:pt x="205051" y="107244"/>
                  <a:pt x="219256" y="102947"/>
                </a:cubicBezTo>
                <a:lnTo>
                  <a:pt x="245709" y="94803"/>
                </a:lnTo>
                <a:cubicBezTo>
                  <a:pt x="246009" y="96432"/>
                  <a:pt x="246343" y="98057"/>
                  <a:pt x="246350" y="99744"/>
                </a:cubicBezTo>
                <a:lnTo>
                  <a:pt x="246458" y="116885"/>
                </a:lnTo>
                <a:cubicBezTo>
                  <a:pt x="246071" y="117016"/>
                  <a:pt x="245721" y="117141"/>
                  <a:pt x="245332" y="117272"/>
                </a:cubicBezTo>
                <a:cubicBezTo>
                  <a:pt x="235906" y="120457"/>
                  <a:pt x="226183" y="123753"/>
                  <a:pt x="216759" y="127910"/>
                </a:cubicBezTo>
                <a:cubicBezTo>
                  <a:pt x="200741" y="134992"/>
                  <a:pt x="190370" y="151427"/>
                  <a:pt x="190315" y="170168"/>
                </a:cubicBezTo>
                <a:lnTo>
                  <a:pt x="192018" y="215307"/>
                </a:lnTo>
                <a:cubicBezTo>
                  <a:pt x="192111" y="217715"/>
                  <a:pt x="192111" y="220121"/>
                  <a:pt x="191999" y="222566"/>
                </a:cubicBezTo>
                <a:lnTo>
                  <a:pt x="191252" y="238862"/>
                </a:lnTo>
                <a:cubicBezTo>
                  <a:pt x="182948" y="243135"/>
                  <a:pt x="162823" y="253538"/>
                  <a:pt x="146367" y="262418"/>
                </a:cubicBezTo>
                <a:close/>
                <a:moveTo>
                  <a:pt x="272570" y="316380"/>
                </a:moveTo>
                <a:cubicBezTo>
                  <a:pt x="268199" y="312953"/>
                  <a:pt x="263551" y="309917"/>
                  <a:pt x="258756" y="307380"/>
                </a:cubicBezTo>
                <a:lnTo>
                  <a:pt x="220904" y="287103"/>
                </a:lnTo>
                <a:cubicBezTo>
                  <a:pt x="213459" y="282103"/>
                  <a:pt x="209034" y="273566"/>
                  <a:pt x="209034" y="264659"/>
                </a:cubicBezTo>
                <a:lnTo>
                  <a:pt x="210922" y="223455"/>
                </a:lnTo>
                <a:cubicBezTo>
                  <a:pt x="211070" y="220529"/>
                  <a:pt x="211070" y="217603"/>
                  <a:pt x="210977" y="214622"/>
                </a:cubicBezTo>
                <a:lnTo>
                  <a:pt x="209274" y="169836"/>
                </a:lnTo>
                <a:cubicBezTo>
                  <a:pt x="209284" y="166927"/>
                  <a:pt x="209779" y="164138"/>
                  <a:pt x="210581" y="161489"/>
                </a:cubicBezTo>
                <a:cubicBezTo>
                  <a:pt x="214605" y="164354"/>
                  <a:pt x="218801" y="167553"/>
                  <a:pt x="223275" y="171105"/>
                </a:cubicBezTo>
                <a:cubicBezTo>
                  <a:pt x="232479" y="178402"/>
                  <a:pt x="242886" y="186669"/>
                  <a:pt x="254830" y="193428"/>
                </a:cubicBezTo>
                <a:cubicBezTo>
                  <a:pt x="265089" y="199234"/>
                  <a:pt x="276440" y="203343"/>
                  <a:pt x="286460" y="206992"/>
                </a:cubicBezTo>
                <a:cubicBezTo>
                  <a:pt x="293552" y="209565"/>
                  <a:pt x="300238" y="211992"/>
                  <a:pt x="304441" y="214325"/>
                </a:cubicBezTo>
                <a:cubicBezTo>
                  <a:pt x="307109" y="215811"/>
                  <a:pt x="309953" y="216792"/>
                  <a:pt x="312811" y="217679"/>
                </a:cubicBezTo>
                <a:lnTo>
                  <a:pt x="312811" y="347325"/>
                </a:lnTo>
                <a:cubicBezTo>
                  <a:pt x="312433" y="347111"/>
                  <a:pt x="311942" y="347014"/>
                  <a:pt x="311588" y="346785"/>
                </a:cubicBezTo>
                <a:lnTo>
                  <a:pt x="272570" y="316380"/>
                </a:lnTo>
                <a:close/>
                <a:moveTo>
                  <a:pt x="435289" y="259120"/>
                </a:moveTo>
                <a:cubicBezTo>
                  <a:pt x="435697" y="267638"/>
                  <a:pt x="436085" y="275934"/>
                  <a:pt x="435974" y="284602"/>
                </a:cubicBezTo>
                <a:cubicBezTo>
                  <a:pt x="435974" y="285084"/>
                  <a:pt x="435993" y="285899"/>
                  <a:pt x="435678" y="286677"/>
                </a:cubicBezTo>
                <a:lnTo>
                  <a:pt x="433603" y="289085"/>
                </a:lnTo>
                <a:cubicBezTo>
                  <a:pt x="416510" y="298640"/>
                  <a:pt x="406621" y="303474"/>
                  <a:pt x="399510" y="306937"/>
                </a:cubicBezTo>
                <a:cubicBezTo>
                  <a:pt x="396195" y="308565"/>
                  <a:pt x="393455" y="309899"/>
                  <a:pt x="390880" y="311270"/>
                </a:cubicBezTo>
                <a:cubicBezTo>
                  <a:pt x="380769" y="316659"/>
                  <a:pt x="372528" y="322880"/>
                  <a:pt x="364566" y="328899"/>
                </a:cubicBezTo>
                <a:cubicBezTo>
                  <a:pt x="355788" y="335529"/>
                  <a:pt x="347492" y="341807"/>
                  <a:pt x="336474" y="347380"/>
                </a:cubicBezTo>
                <a:cubicBezTo>
                  <a:pt x="335564" y="347845"/>
                  <a:pt x="333880" y="348600"/>
                  <a:pt x="331772" y="349271"/>
                </a:cubicBezTo>
                <a:lnTo>
                  <a:pt x="331772" y="219308"/>
                </a:lnTo>
                <a:cubicBezTo>
                  <a:pt x="334715" y="218885"/>
                  <a:pt x="337633" y="218254"/>
                  <a:pt x="340475" y="217214"/>
                </a:cubicBezTo>
                <a:cubicBezTo>
                  <a:pt x="354900" y="211992"/>
                  <a:pt x="370457" y="205382"/>
                  <a:pt x="389437" y="196428"/>
                </a:cubicBezTo>
                <a:lnTo>
                  <a:pt x="392566" y="194947"/>
                </a:lnTo>
                <a:cubicBezTo>
                  <a:pt x="405402" y="188858"/>
                  <a:pt x="420862" y="181680"/>
                  <a:pt x="434688" y="177491"/>
                </a:cubicBezTo>
                <a:cubicBezTo>
                  <a:pt x="436554" y="185721"/>
                  <a:pt x="436199" y="196492"/>
                  <a:pt x="435380" y="210528"/>
                </a:cubicBezTo>
                <a:cubicBezTo>
                  <a:pt x="435120" y="214973"/>
                  <a:pt x="434862" y="219566"/>
                  <a:pt x="434676" y="224250"/>
                </a:cubicBezTo>
                <a:lnTo>
                  <a:pt x="434676" y="224269"/>
                </a:lnTo>
                <a:cubicBezTo>
                  <a:pt x="434235" y="236659"/>
                  <a:pt x="434771" y="248084"/>
                  <a:pt x="435289" y="25912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" name="Graphic 172" descr="Baby bottle icon.">
            <a:extLst>
              <a:ext uri="{FF2B5EF4-FFF2-40B4-BE49-F238E27FC236}">
                <a16:creationId xmlns:a16="http://schemas.microsoft.com/office/drawing/2014/main" id="{14936492-6A9C-450B-B5C2-E8B8678D565C}"/>
              </a:ext>
            </a:extLst>
          </p:cNvPr>
          <p:cNvSpPr>
            <a:spLocks noChangeAspect="1"/>
          </p:cNvSpPr>
          <p:nvPr/>
        </p:nvSpPr>
        <p:spPr>
          <a:xfrm>
            <a:off x="2250857" y="4231212"/>
            <a:ext cx="304868" cy="458518"/>
          </a:xfrm>
          <a:custGeom>
            <a:avLst/>
            <a:gdLst>
              <a:gd name="connsiteX0" fmla="*/ 286818 w 304868"/>
              <a:gd name="connsiteY0" fmla="*/ 133734 h 458518"/>
              <a:gd name="connsiteX1" fmla="*/ 248609 w 304868"/>
              <a:gd name="connsiteY1" fmla="*/ 133734 h 458518"/>
              <a:gd name="connsiteX2" fmla="*/ 214220 w 304868"/>
              <a:gd name="connsiteY2" fmla="*/ 85972 h 458518"/>
              <a:gd name="connsiteX3" fmla="*/ 191294 w 304868"/>
              <a:gd name="connsiteY3" fmla="*/ 55404 h 458518"/>
              <a:gd name="connsiteX4" fmla="*/ 191294 w 304868"/>
              <a:gd name="connsiteY4" fmla="*/ 38210 h 458518"/>
              <a:gd name="connsiteX5" fmla="*/ 153084 w 304868"/>
              <a:gd name="connsiteY5" fmla="*/ 0 h 458518"/>
              <a:gd name="connsiteX6" fmla="*/ 114874 w 304868"/>
              <a:gd name="connsiteY6" fmla="*/ 38210 h 458518"/>
              <a:gd name="connsiteX7" fmla="*/ 114874 w 304868"/>
              <a:gd name="connsiteY7" fmla="*/ 55404 h 458518"/>
              <a:gd name="connsiteX8" fmla="*/ 91948 w 304868"/>
              <a:gd name="connsiteY8" fmla="*/ 85972 h 458518"/>
              <a:gd name="connsiteX9" fmla="*/ 57559 w 304868"/>
              <a:gd name="connsiteY9" fmla="*/ 133734 h 458518"/>
              <a:gd name="connsiteX10" fmla="*/ 19350 w 304868"/>
              <a:gd name="connsiteY10" fmla="*/ 133734 h 458518"/>
              <a:gd name="connsiteX11" fmla="*/ 245 w 304868"/>
              <a:gd name="connsiteY11" fmla="*/ 156660 h 458518"/>
              <a:gd name="connsiteX12" fmla="*/ 245 w 304868"/>
              <a:gd name="connsiteY12" fmla="*/ 156660 h 458518"/>
              <a:gd name="connsiteX13" fmla="*/ 245 w 304868"/>
              <a:gd name="connsiteY13" fmla="*/ 208244 h 458518"/>
              <a:gd name="connsiteX14" fmla="*/ 19350 w 304868"/>
              <a:gd name="connsiteY14" fmla="*/ 231170 h 458518"/>
              <a:gd name="connsiteX15" fmla="*/ 19350 w 304868"/>
              <a:gd name="connsiteY15" fmla="*/ 231170 h 458518"/>
              <a:gd name="connsiteX16" fmla="*/ 19350 w 304868"/>
              <a:gd name="connsiteY16" fmla="*/ 443234 h 458518"/>
              <a:gd name="connsiteX17" fmla="*/ 36544 w 304868"/>
              <a:gd name="connsiteY17" fmla="*/ 458518 h 458518"/>
              <a:gd name="connsiteX18" fmla="*/ 36544 w 304868"/>
              <a:gd name="connsiteY18" fmla="*/ 458518 h 458518"/>
              <a:gd name="connsiteX19" fmla="*/ 267713 w 304868"/>
              <a:gd name="connsiteY19" fmla="*/ 458518 h 458518"/>
              <a:gd name="connsiteX20" fmla="*/ 284908 w 304868"/>
              <a:gd name="connsiteY20" fmla="*/ 443234 h 458518"/>
              <a:gd name="connsiteX21" fmla="*/ 284908 w 304868"/>
              <a:gd name="connsiteY21" fmla="*/ 443234 h 458518"/>
              <a:gd name="connsiteX22" fmla="*/ 284908 w 304868"/>
              <a:gd name="connsiteY22" fmla="*/ 229259 h 458518"/>
              <a:gd name="connsiteX23" fmla="*/ 304013 w 304868"/>
              <a:gd name="connsiteY23" fmla="*/ 206333 h 458518"/>
              <a:gd name="connsiteX24" fmla="*/ 304013 w 304868"/>
              <a:gd name="connsiteY24" fmla="*/ 156660 h 458518"/>
              <a:gd name="connsiteX25" fmla="*/ 286818 w 304868"/>
              <a:gd name="connsiteY25" fmla="*/ 133734 h 458518"/>
              <a:gd name="connsiteX26" fmla="*/ 286818 w 304868"/>
              <a:gd name="connsiteY26" fmla="*/ 133734 h 458518"/>
              <a:gd name="connsiteX27" fmla="*/ 99590 w 304868"/>
              <a:gd name="connsiteY27" fmla="*/ 105077 h 458518"/>
              <a:gd name="connsiteX28" fmla="*/ 133979 w 304868"/>
              <a:gd name="connsiteY28" fmla="*/ 55404 h 458518"/>
              <a:gd name="connsiteX29" fmla="*/ 133979 w 304868"/>
              <a:gd name="connsiteY29" fmla="*/ 38210 h 458518"/>
              <a:gd name="connsiteX30" fmla="*/ 153084 w 304868"/>
              <a:gd name="connsiteY30" fmla="*/ 19105 h 458518"/>
              <a:gd name="connsiteX31" fmla="*/ 172189 w 304868"/>
              <a:gd name="connsiteY31" fmla="*/ 38210 h 458518"/>
              <a:gd name="connsiteX32" fmla="*/ 172189 w 304868"/>
              <a:gd name="connsiteY32" fmla="*/ 55404 h 458518"/>
              <a:gd name="connsiteX33" fmla="*/ 206578 w 304868"/>
              <a:gd name="connsiteY33" fmla="*/ 105077 h 458518"/>
              <a:gd name="connsiteX34" fmla="*/ 229504 w 304868"/>
              <a:gd name="connsiteY34" fmla="*/ 133734 h 458518"/>
              <a:gd name="connsiteX35" fmla="*/ 76664 w 304868"/>
              <a:gd name="connsiteY35" fmla="*/ 133734 h 458518"/>
              <a:gd name="connsiteX36" fmla="*/ 99590 w 304868"/>
              <a:gd name="connsiteY36" fmla="*/ 105077 h 458518"/>
              <a:gd name="connsiteX37" fmla="*/ 267713 w 304868"/>
              <a:gd name="connsiteY37" fmla="*/ 439413 h 458518"/>
              <a:gd name="connsiteX38" fmla="*/ 38454 w 304868"/>
              <a:gd name="connsiteY38" fmla="*/ 439413 h 458518"/>
              <a:gd name="connsiteX39" fmla="*/ 38454 w 304868"/>
              <a:gd name="connsiteY39" fmla="*/ 382098 h 458518"/>
              <a:gd name="connsiteX40" fmla="*/ 95769 w 304868"/>
              <a:gd name="connsiteY40" fmla="*/ 382098 h 458518"/>
              <a:gd name="connsiteX41" fmla="*/ 95769 w 304868"/>
              <a:gd name="connsiteY41" fmla="*/ 362993 h 458518"/>
              <a:gd name="connsiteX42" fmla="*/ 38454 w 304868"/>
              <a:gd name="connsiteY42" fmla="*/ 362993 h 458518"/>
              <a:gd name="connsiteX43" fmla="*/ 38454 w 304868"/>
              <a:gd name="connsiteY43" fmla="*/ 305679 h 458518"/>
              <a:gd name="connsiteX44" fmla="*/ 95769 w 304868"/>
              <a:gd name="connsiteY44" fmla="*/ 305679 h 458518"/>
              <a:gd name="connsiteX45" fmla="*/ 95769 w 304868"/>
              <a:gd name="connsiteY45" fmla="*/ 286574 h 458518"/>
              <a:gd name="connsiteX46" fmla="*/ 38454 w 304868"/>
              <a:gd name="connsiteY46" fmla="*/ 286574 h 458518"/>
              <a:gd name="connsiteX47" fmla="*/ 38454 w 304868"/>
              <a:gd name="connsiteY47" fmla="*/ 229259 h 458518"/>
              <a:gd name="connsiteX48" fmla="*/ 267713 w 304868"/>
              <a:gd name="connsiteY48" fmla="*/ 229259 h 458518"/>
              <a:gd name="connsiteX49" fmla="*/ 267713 w 304868"/>
              <a:gd name="connsiteY49" fmla="*/ 439413 h 458518"/>
              <a:gd name="connsiteX50" fmla="*/ 286818 w 304868"/>
              <a:gd name="connsiteY50" fmla="*/ 206333 h 458518"/>
              <a:gd name="connsiteX51" fmla="*/ 286818 w 304868"/>
              <a:gd name="connsiteY51" fmla="*/ 210154 h 458518"/>
              <a:gd name="connsiteX52" fmla="*/ 21260 w 304868"/>
              <a:gd name="connsiteY52" fmla="*/ 210154 h 458518"/>
              <a:gd name="connsiteX53" fmla="*/ 21260 w 304868"/>
              <a:gd name="connsiteY53" fmla="*/ 206333 h 458518"/>
              <a:gd name="connsiteX54" fmla="*/ 21260 w 304868"/>
              <a:gd name="connsiteY54" fmla="*/ 156660 h 458518"/>
              <a:gd name="connsiteX55" fmla="*/ 19350 w 304868"/>
              <a:gd name="connsiteY55" fmla="*/ 152839 h 458518"/>
              <a:gd name="connsiteX56" fmla="*/ 286818 w 304868"/>
              <a:gd name="connsiteY56" fmla="*/ 152839 h 458518"/>
              <a:gd name="connsiteX57" fmla="*/ 286818 w 304868"/>
              <a:gd name="connsiteY57" fmla="*/ 156660 h 458518"/>
              <a:gd name="connsiteX58" fmla="*/ 286818 w 304868"/>
              <a:gd name="connsiteY58" fmla="*/ 20633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04868" h="458518">
                <a:moveTo>
                  <a:pt x="286818" y="133734"/>
                </a:moveTo>
                <a:lnTo>
                  <a:pt x="248609" y="133734"/>
                </a:lnTo>
                <a:cubicBezTo>
                  <a:pt x="248609" y="112719"/>
                  <a:pt x="233325" y="93614"/>
                  <a:pt x="214220" y="85972"/>
                </a:cubicBezTo>
                <a:cubicBezTo>
                  <a:pt x="200846" y="82151"/>
                  <a:pt x="191294" y="70688"/>
                  <a:pt x="191294" y="55404"/>
                </a:cubicBezTo>
                <a:lnTo>
                  <a:pt x="191294" y="38210"/>
                </a:lnTo>
                <a:cubicBezTo>
                  <a:pt x="191294" y="17194"/>
                  <a:pt x="174099" y="0"/>
                  <a:pt x="153084" y="0"/>
                </a:cubicBezTo>
                <a:cubicBezTo>
                  <a:pt x="132069" y="0"/>
                  <a:pt x="114874" y="17194"/>
                  <a:pt x="114874" y="38210"/>
                </a:cubicBezTo>
                <a:lnTo>
                  <a:pt x="114874" y="55404"/>
                </a:lnTo>
                <a:cubicBezTo>
                  <a:pt x="114874" y="68778"/>
                  <a:pt x="105322" y="82151"/>
                  <a:pt x="91948" y="85972"/>
                </a:cubicBezTo>
                <a:cubicBezTo>
                  <a:pt x="72843" y="93614"/>
                  <a:pt x="57559" y="112719"/>
                  <a:pt x="57559" y="133734"/>
                </a:cubicBezTo>
                <a:lnTo>
                  <a:pt x="19350" y="133734"/>
                </a:lnTo>
                <a:cubicBezTo>
                  <a:pt x="7887" y="133734"/>
                  <a:pt x="245" y="145197"/>
                  <a:pt x="245" y="156660"/>
                </a:cubicBezTo>
                <a:cubicBezTo>
                  <a:pt x="245" y="156660"/>
                  <a:pt x="245" y="156660"/>
                  <a:pt x="245" y="156660"/>
                </a:cubicBezTo>
                <a:lnTo>
                  <a:pt x="245" y="208244"/>
                </a:lnTo>
                <a:cubicBezTo>
                  <a:pt x="-1666" y="219707"/>
                  <a:pt x="7887" y="229259"/>
                  <a:pt x="19350" y="231170"/>
                </a:cubicBezTo>
                <a:cubicBezTo>
                  <a:pt x="19350" y="231170"/>
                  <a:pt x="19350" y="231170"/>
                  <a:pt x="19350" y="231170"/>
                </a:cubicBezTo>
                <a:lnTo>
                  <a:pt x="19350" y="443234"/>
                </a:lnTo>
                <a:cubicBezTo>
                  <a:pt x="19350" y="450876"/>
                  <a:pt x="26992" y="458518"/>
                  <a:pt x="36544" y="458518"/>
                </a:cubicBezTo>
                <a:cubicBezTo>
                  <a:pt x="36544" y="458518"/>
                  <a:pt x="36544" y="458518"/>
                  <a:pt x="36544" y="458518"/>
                </a:cubicBezTo>
                <a:lnTo>
                  <a:pt x="267713" y="458518"/>
                </a:lnTo>
                <a:cubicBezTo>
                  <a:pt x="277266" y="458518"/>
                  <a:pt x="284908" y="450876"/>
                  <a:pt x="284908" y="443234"/>
                </a:cubicBezTo>
                <a:cubicBezTo>
                  <a:pt x="284908" y="443234"/>
                  <a:pt x="284908" y="443234"/>
                  <a:pt x="284908" y="443234"/>
                </a:cubicBezTo>
                <a:lnTo>
                  <a:pt x="284908" y="229259"/>
                </a:lnTo>
                <a:cubicBezTo>
                  <a:pt x="296371" y="229259"/>
                  <a:pt x="304013" y="217796"/>
                  <a:pt x="304013" y="206333"/>
                </a:cubicBezTo>
                <a:lnTo>
                  <a:pt x="304013" y="156660"/>
                </a:lnTo>
                <a:cubicBezTo>
                  <a:pt x="307834" y="145197"/>
                  <a:pt x="298281" y="135645"/>
                  <a:pt x="286818" y="133734"/>
                </a:cubicBezTo>
                <a:cubicBezTo>
                  <a:pt x="286818" y="133734"/>
                  <a:pt x="286818" y="133734"/>
                  <a:pt x="286818" y="133734"/>
                </a:cubicBezTo>
                <a:close/>
                <a:moveTo>
                  <a:pt x="99590" y="105077"/>
                </a:moveTo>
                <a:cubicBezTo>
                  <a:pt x="120606" y="97435"/>
                  <a:pt x="133979" y="78330"/>
                  <a:pt x="133979" y="55404"/>
                </a:cubicBezTo>
                <a:lnTo>
                  <a:pt x="133979" y="38210"/>
                </a:lnTo>
                <a:cubicBezTo>
                  <a:pt x="133979" y="26747"/>
                  <a:pt x="141621" y="19105"/>
                  <a:pt x="153084" y="19105"/>
                </a:cubicBezTo>
                <a:cubicBezTo>
                  <a:pt x="164547" y="19105"/>
                  <a:pt x="172189" y="26747"/>
                  <a:pt x="172189" y="38210"/>
                </a:cubicBezTo>
                <a:lnTo>
                  <a:pt x="172189" y="55404"/>
                </a:lnTo>
                <a:cubicBezTo>
                  <a:pt x="172189" y="78330"/>
                  <a:pt x="185562" y="97435"/>
                  <a:pt x="206578" y="105077"/>
                </a:cubicBezTo>
                <a:cubicBezTo>
                  <a:pt x="219951" y="108898"/>
                  <a:pt x="229504" y="120361"/>
                  <a:pt x="229504" y="133734"/>
                </a:cubicBezTo>
                <a:lnTo>
                  <a:pt x="76664" y="133734"/>
                </a:lnTo>
                <a:cubicBezTo>
                  <a:pt x="76664" y="120361"/>
                  <a:pt x="86217" y="108898"/>
                  <a:pt x="99590" y="105077"/>
                </a:cubicBezTo>
                <a:close/>
                <a:moveTo>
                  <a:pt x="267713" y="439413"/>
                </a:moveTo>
                <a:lnTo>
                  <a:pt x="38454" y="439413"/>
                </a:lnTo>
                <a:lnTo>
                  <a:pt x="38454" y="382098"/>
                </a:lnTo>
                <a:lnTo>
                  <a:pt x="95769" y="382098"/>
                </a:lnTo>
                <a:lnTo>
                  <a:pt x="95769" y="362993"/>
                </a:lnTo>
                <a:lnTo>
                  <a:pt x="38454" y="362993"/>
                </a:lnTo>
                <a:lnTo>
                  <a:pt x="38454" y="305679"/>
                </a:lnTo>
                <a:lnTo>
                  <a:pt x="95769" y="305679"/>
                </a:lnTo>
                <a:lnTo>
                  <a:pt x="95769" y="286574"/>
                </a:lnTo>
                <a:lnTo>
                  <a:pt x="38454" y="286574"/>
                </a:lnTo>
                <a:lnTo>
                  <a:pt x="38454" y="229259"/>
                </a:lnTo>
                <a:lnTo>
                  <a:pt x="267713" y="229259"/>
                </a:lnTo>
                <a:lnTo>
                  <a:pt x="267713" y="439413"/>
                </a:lnTo>
                <a:close/>
                <a:moveTo>
                  <a:pt x="286818" y="206333"/>
                </a:moveTo>
                <a:cubicBezTo>
                  <a:pt x="286818" y="208244"/>
                  <a:pt x="286818" y="210154"/>
                  <a:pt x="286818" y="210154"/>
                </a:cubicBezTo>
                <a:lnTo>
                  <a:pt x="21260" y="210154"/>
                </a:lnTo>
                <a:cubicBezTo>
                  <a:pt x="21260" y="208244"/>
                  <a:pt x="21260" y="208244"/>
                  <a:pt x="21260" y="206333"/>
                </a:cubicBezTo>
                <a:lnTo>
                  <a:pt x="21260" y="156660"/>
                </a:lnTo>
                <a:cubicBezTo>
                  <a:pt x="19350" y="154750"/>
                  <a:pt x="19350" y="152839"/>
                  <a:pt x="19350" y="152839"/>
                </a:cubicBezTo>
                <a:lnTo>
                  <a:pt x="286818" y="152839"/>
                </a:lnTo>
                <a:cubicBezTo>
                  <a:pt x="286818" y="154750"/>
                  <a:pt x="286818" y="154750"/>
                  <a:pt x="286818" y="156660"/>
                </a:cubicBezTo>
                <a:lnTo>
                  <a:pt x="286818" y="20633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Graphic 257" descr="Water icon.">
            <a:extLst>
              <a:ext uri="{FF2B5EF4-FFF2-40B4-BE49-F238E27FC236}">
                <a16:creationId xmlns:a16="http://schemas.microsoft.com/office/drawing/2014/main" id="{800F4340-D37F-4051-B6CC-14854D6C85B3}"/>
              </a:ext>
            </a:extLst>
          </p:cNvPr>
          <p:cNvSpPr>
            <a:spLocks noChangeAspect="1"/>
          </p:cNvSpPr>
          <p:nvPr/>
        </p:nvSpPr>
        <p:spPr>
          <a:xfrm>
            <a:off x="3474937" y="4231212"/>
            <a:ext cx="304517" cy="458518"/>
          </a:xfrm>
          <a:custGeom>
            <a:avLst/>
            <a:gdLst>
              <a:gd name="connsiteX0" fmla="*/ 298786 w 304517"/>
              <a:gd name="connsiteY0" fmla="*/ 5731 h 458518"/>
              <a:gd name="connsiteX1" fmla="*/ 285413 w 304517"/>
              <a:gd name="connsiteY1" fmla="*/ 0 h 458518"/>
              <a:gd name="connsiteX2" fmla="*/ 19854 w 304517"/>
              <a:gd name="connsiteY2" fmla="*/ 0 h 458518"/>
              <a:gd name="connsiteX3" fmla="*/ 4570 w 304517"/>
              <a:gd name="connsiteY3" fmla="*/ 5731 h 458518"/>
              <a:gd name="connsiteX4" fmla="*/ 749 w 304517"/>
              <a:gd name="connsiteY4" fmla="*/ 21015 h 458518"/>
              <a:gd name="connsiteX5" fmla="*/ 35138 w 304517"/>
              <a:gd name="connsiteY5" fmla="*/ 414577 h 458518"/>
              <a:gd name="connsiteX6" fmla="*/ 80990 w 304517"/>
              <a:gd name="connsiteY6" fmla="*/ 458518 h 458518"/>
              <a:gd name="connsiteX7" fmla="*/ 220456 w 304517"/>
              <a:gd name="connsiteY7" fmla="*/ 458518 h 458518"/>
              <a:gd name="connsiteX8" fmla="*/ 268218 w 304517"/>
              <a:gd name="connsiteY8" fmla="*/ 414577 h 458518"/>
              <a:gd name="connsiteX9" fmla="*/ 304518 w 304517"/>
              <a:gd name="connsiteY9" fmla="*/ 21015 h 458518"/>
              <a:gd name="connsiteX10" fmla="*/ 298786 w 304517"/>
              <a:gd name="connsiteY10" fmla="*/ 5731 h 458518"/>
              <a:gd name="connsiteX11" fmla="*/ 251024 w 304517"/>
              <a:gd name="connsiteY11" fmla="*/ 412666 h 458518"/>
              <a:gd name="connsiteX12" fmla="*/ 222367 w 304517"/>
              <a:gd name="connsiteY12" fmla="*/ 439413 h 458518"/>
              <a:gd name="connsiteX13" fmla="*/ 80990 w 304517"/>
              <a:gd name="connsiteY13" fmla="*/ 439413 h 458518"/>
              <a:gd name="connsiteX14" fmla="*/ 52333 w 304517"/>
              <a:gd name="connsiteY14" fmla="*/ 412666 h 458518"/>
              <a:gd name="connsiteX15" fmla="*/ 31317 w 304517"/>
              <a:gd name="connsiteY15" fmla="*/ 171944 h 458518"/>
              <a:gd name="connsiteX16" fmla="*/ 270129 w 304517"/>
              <a:gd name="connsiteY16" fmla="*/ 171944 h 458518"/>
              <a:gd name="connsiteX17" fmla="*/ 251024 w 304517"/>
              <a:gd name="connsiteY17" fmla="*/ 412666 h 458518"/>
              <a:gd name="connsiteX18" fmla="*/ 273950 w 304517"/>
              <a:gd name="connsiteY18" fmla="*/ 152839 h 458518"/>
              <a:gd name="connsiteX19" fmla="*/ 31317 w 304517"/>
              <a:gd name="connsiteY19" fmla="*/ 152839 h 458518"/>
              <a:gd name="connsiteX20" fmla="*/ 19854 w 304517"/>
              <a:gd name="connsiteY20" fmla="*/ 19105 h 458518"/>
              <a:gd name="connsiteX21" fmla="*/ 285413 w 304517"/>
              <a:gd name="connsiteY21" fmla="*/ 19105 h 458518"/>
              <a:gd name="connsiteX22" fmla="*/ 273950 w 304517"/>
              <a:gd name="connsiteY22" fmla="*/ 15283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04517" h="458518">
                <a:moveTo>
                  <a:pt x="298786" y="5731"/>
                </a:moveTo>
                <a:cubicBezTo>
                  <a:pt x="294965" y="1910"/>
                  <a:pt x="291144" y="0"/>
                  <a:pt x="285413" y="0"/>
                </a:cubicBezTo>
                <a:lnTo>
                  <a:pt x="19854" y="0"/>
                </a:lnTo>
                <a:cubicBezTo>
                  <a:pt x="14123" y="0"/>
                  <a:pt x="8391" y="1910"/>
                  <a:pt x="4570" y="5731"/>
                </a:cubicBezTo>
                <a:cubicBezTo>
                  <a:pt x="749" y="9552"/>
                  <a:pt x="-1161" y="15284"/>
                  <a:pt x="749" y="21015"/>
                </a:cubicBezTo>
                <a:lnTo>
                  <a:pt x="35138" y="414577"/>
                </a:lnTo>
                <a:cubicBezTo>
                  <a:pt x="35138" y="439413"/>
                  <a:pt x="56154" y="458518"/>
                  <a:pt x="80990" y="458518"/>
                </a:cubicBezTo>
                <a:lnTo>
                  <a:pt x="220456" y="458518"/>
                </a:lnTo>
                <a:cubicBezTo>
                  <a:pt x="245292" y="458518"/>
                  <a:pt x="266308" y="439413"/>
                  <a:pt x="268218" y="414577"/>
                </a:cubicBezTo>
                <a:lnTo>
                  <a:pt x="304518" y="21015"/>
                </a:lnTo>
                <a:cubicBezTo>
                  <a:pt x="304518" y="15284"/>
                  <a:pt x="302607" y="9552"/>
                  <a:pt x="298786" y="5731"/>
                </a:cubicBezTo>
                <a:close/>
                <a:moveTo>
                  <a:pt x="251024" y="412666"/>
                </a:moveTo>
                <a:cubicBezTo>
                  <a:pt x="249113" y="427950"/>
                  <a:pt x="237650" y="439413"/>
                  <a:pt x="222367" y="439413"/>
                </a:cubicBezTo>
                <a:lnTo>
                  <a:pt x="80990" y="439413"/>
                </a:lnTo>
                <a:cubicBezTo>
                  <a:pt x="65706" y="439413"/>
                  <a:pt x="54243" y="427950"/>
                  <a:pt x="52333" y="412666"/>
                </a:cubicBezTo>
                <a:lnTo>
                  <a:pt x="31317" y="171944"/>
                </a:lnTo>
                <a:lnTo>
                  <a:pt x="270129" y="171944"/>
                </a:lnTo>
                <a:lnTo>
                  <a:pt x="251024" y="412666"/>
                </a:lnTo>
                <a:close/>
                <a:moveTo>
                  <a:pt x="273950" y="152839"/>
                </a:moveTo>
                <a:lnTo>
                  <a:pt x="31317" y="152839"/>
                </a:lnTo>
                <a:lnTo>
                  <a:pt x="19854" y="19105"/>
                </a:lnTo>
                <a:lnTo>
                  <a:pt x="285413" y="19105"/>
                </a:lnTo>
                <a:lnTo>
                  <a:pt x="273950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Graphic 33" descr="Water bottle icon.">
            <a:extLst>
              <a:ext uri="{FF2B5EF4-FFF2-40B4-BE49-F238E27FC236}">
                <a16:creationId xmlns:a16="http://schemas.microsoft.com/office/drawing/2014/main" id="{087E69FD-1DF8-4E6F-BE2B-1AADEADFA98C}"/>
              </a:ext>
            </a:extLst>
          </p:cNvPr>
          <p:cNvSpPr/>
          <p:nvPr/>
        </p:nvSpPr>
        <p:spPr>
          <a:xfrm>
            <a:off x="4731272" y="4235850"/>
            <a:ext cx="226940" cy="453880"/>
          </a:xfrm>
          <a:custGeom>
            <a:avLst/>
            <a:gdLst>
              <a:gd name="connsiteX0" fmla="*/ 208028 w 226940"/>
              <a:gd name="connsiteY0" fmla="*/ 96260 h 453880"/>
              <a:gd name="connsiteX1" fmla="*/ 208028 w 226940"/>
              <a:gd name="connsiteY1" fmla="*/ 56735 h 453880"/>
              <a:gd name="connsiteX2" fmla="*/ 189117 w 226940"/>
              <a:gd name="connsiteY2" fmla="*/ 37823 h 453880"/>
              <a:gd name="connsiteX3" fmla="*/ 141838 w 226940"/>
              <a:gd name="connsiteY3" fmla="*/ 37823 h 453880"/>
              <a:gd name="connsiteX4" fmla="*/ 141838 w 226940"/>
              <a:gd name="connsiteY4" fmla="*/ 18912 h 453880"/>
              <a:gd name="connsiteX5" fmla="*/ 151293 w 226940"/>
              <a:gd name="connsiteY5" fmla="*/ 18912 h 453880"/>
              <a:gd name="connsiteX6" fmla="*/ 151293 w 226940"/>
              <a:gd name="connsiteY6" fmla="*/ 0 h 453880"/>
              <a:gd name="connsiteX7" fmla="*/ 75647 w 226940"/>
              <a:gd name="connsiteY7" fmla="*/ 0 h 453880"/>
              <a:gd name="connsiteX8" fmla="*/ 75647 w 226940"/>
              <a:gd name="connsiteY8" fmla="*/ 18912 h 453880"/>
              <a:gd name="connsiteX9" fmla="*/ 85103 w 226940"/>
              <a:gd name="connsiteY9" fmla="*/ 18912 h 453880"/>
              <a:gd name="connsiteX10" fmla="*/ 85103 w 226940"/>
              <a:gd name="connsiteY10" fmla="*/ 37823 h 453880"/>
              <a:gd name="connsiteX11" fmla="*/ 37823 w 226940"/>
              <a:gd name="connsiteY11" fmla="*/ 37823 h 453880"/>
              <a:gd name="connsiteX12" fmla="*/ 18912 w 226940"/>
              <a:gd name="connsiteY12" fmla="*/ 56735 h 453880"/>
              <a:gd name="connsiteX13" fmla="*/ 18912 w 226940"/>
              <a:gd name="connsiteY13" fmla="*/ 96260 h 453880"/>
              <a:gd name="connsiteX14" fmla="*/ 0 w 226940"/>
              <a:gd name="connsiteY14" fmla="*/ 122926 h 453880"/>
              <a:gd name="connsiteX15" fmla="*/ 0 w 226940"/>
              <a:gd name="connsiteY15" fmla="*/ 406601 h 453880"/>
              <a:gd name="connsiteX16" fmla="*/ 47279 w 226940"/>
              <a:gd name="connsiteY16" fmla="*/ 453880 h 453880"/>
              <a:gd name="connsiteX17" fmla="*/ 179661 w 226940"/>
              <a:gd name="connsiteY17" fmla="*/ 453880 h 453880"/>
              <a:gd name="connsiteX18" fmla="*/ 226940 w 226940"/>
              <a:gd name="connsiteY18" fmla="*/ 406601 h 453880"/>
              <a:gd name="connsiteX19" fmla="*/ 226940 w 226940"/>
              <a:gd name="connsiteY19" fmla="*/ 122926 h 453880"/>
              <a:gd name="connsiteX20" fmla="*/ 208028 w 226940"/>
              <a:gd name="connsiteY20" fmla="*/ 96260 h 453880"/>
              <a:gd name="connsiteX21" fmla="*/ 104014 w 226940"/>
              <a:gd name="connsiteY21" fmla="*/ 18912 h 453880"/>
              <a:gd name="connsiteX22" fmla="*/ 122926 w 226940"/>
              <a:gd name="connsiteY22" fmla="*/ 18912 h 453880"/>
              <a:gd name="connsiteX23" fmla="*/ 122926 w 226940"/>
              <a:gd name="connsiteY23" fmla="*/ 37823 h 453880"/>
              <a:gd name="connsiteX24" fmla="*/ 104014 w 226940"/>
              <a:gd name="connsiteY24" fmla="*/ 37823 h 453880"/>
              <a:gd name="connsiteX25" fmla="*/ 104014 w 226940"/>
              <a:gd name="connsiteY25" fmla="*/ 18912 h 453880"/>
              <a:gd name="connsiteX26" fmla="*/ 189117 w 226940"/>
              <a:gd name="connsiteY26" fmla="*/ 56735 h 453880"/>
              <a:gd name="connsiteX27" fmla="*/ 189117 w 226940"/>
              <a:gd name="connsiteY27" fmla="*/ 94558 h 453880"/>
              <a:gd name="connsiteX28" fmla="*/ 37823 w 226940"/>
              <a:gd name="connsiteY28" fmla="*/ 94558 h 453880"/>
              <a:gd name="connsiteX29" fmla="*/ 37823 w 226940"/>
              <a:gd name="connsiteY29" fmla="*/ 56735 h 453880"/>
              <a:gd name="connsiteX30" fmla="*/ 189117 w 226940"/>
              <a:gd name="connsiteY30" fmla="*/ 56735 h 453880"/>
              <a:gd name="connsiteX31" fmla="*/ 179661 w 226940"/>
              <a:gd name="connsiteY31" fmla="*/ 434968 h 453880"/>
              <a:gd name="connsiteX32" fmla="*/ 47279 w 226940"/>
              <a:gd name="connsiteY32" fmla="*/ 434968 h 453880"/>
              <a:gd name="connsiteX33" fmla="*/ 18912 w 226940"/>
              <a:gd name="connsiteY33" fmla="*/ 406601 h 453880"/>
              <a:gd name="connsiteX34" fmla="*/ 18912 w 226940"/>
              <a:gd name="connsiteY34" fmla="*/ 122926 h 453880"/>
              <a:gd name="connsiteX35" fmla="*/ 28368 w 226940"/>
              <a:gd name="connsiteY35" fmla="*/ 113470 h 453880"/>
              <a:gd name="connsiteX36" fmla="*/ 198573 w 226940"/>
              <a:gd name="connsiteY36" fmla="*/ 113470 h 453880"/>
              <a:gd name="connsiteX37" fmla="*/ 208028 w 226940"/>
              <a:gd name="connsiteY37" fmla="*/ 122926 h 453880"/>
              <a:gd name="connsiteX38" fmla="*/ 208028 w 226940"/>
              <a:gd name="connsiteY38" fmla="*/ 151293 h 453880"/>
              <a:gd name="connsiteX39" fmla="*/ 170205 w 226940"/>
              <a:gd name="connsiteY39" fmla="*/ 151293 h 453880"/>
              <a:gd name="connsiteX40" fmla="*/ 170205 w 226940"/>
              <a:gd name="connsiteY40" fmla="*/ 170205 h 453880"/>
              <a:gd name="connsiteX41" fmla="*/ 208028 w 226940"/>
              <a:gd name="connsiteY41" fmla="*/ 170205 h 453880"/>
              <a:gd name="connsiteX42" fmla="*/ 208028 w 226940"/>
              <a:gd name="connsiteY42" fmla="*/ 208028 h 453880"/>
              <a:gd name="connsiteX43" fmla="*/ 170205 w 226940"/>
              <a:gd name="connsiteY43" fmla="*/ 208028 h 453880"/>
              <a:gd name="connsiteX44" fmla="*/ 170205 w 226940"/>
              <a:gd name="connsiteY44" fmla="*/ 226940 h 453880"/>
              <a:gd name="connsiteX45" fmla="*/ 208028 w 226940"/>
              <a:gd name="connsiteY45" fmla="*/ 226940 h 453880"/>
              <a:gd name="connsiteX46" fmla="*/ 208028 w 226940"/>
              <a:gd name="connsiteY46" fmla="*/ 264763 h 453880"/>
              <a:gd name="connsiteX47" fmla="*/ 170205 w 226940"/>
              <a:gd name="connsiteY47" fmla="*/ 264763 h 453880"/>
              <a:gd name="connsiteX48" fmla="*/ 170205 w 226940"/>
              <a:gd name="connsiteY48" fmla="*/ 283675 h 453880"/>
              <a:gd name="connsiteX49" fmla="*/ 208028 w 226940"/>
              <a:gd name="connsiteY49" fmla="*/ 283675 h 453880"/>
              <a:gd name="connsiteX50" fmla="*/ 208028 w 226940"/>
              <a:gd name="connsiteY50" fmla="*/ 321498 h 453880"/>
              <a:gd name="connsiteX51" fmla="*/ 170205 w 226940"/>
              <a:gd name="connsiteY51" fmla="*/ 321498 h 453880"/>
              <a:gd name="connsiteX52" fmla="*/ 170205 w 226940"/>
              <a:gd name="connsiteY52" fmla="*/ 340410 h 453880"/>
              <a:gd name="connsiteX53" fmla="*/ 208028 w 226940"/>
              <a:gd name="connsiteY53" fmla="*/ 340410 h 453880"/>
              <a:gd name="connsiteX54" fmla="*/ 208028 w 226940"/>
              <a:gd name="connsiteY54" fmla="*/ 378233 h 453880"/>
              <a:gd name="connsiteX55" fmla="*/ 170205 w 226940"/>
              <a:gd name="connsiteY55" fmla="*/ 378233 h 453880"/>
              <a:gd name="connsiteX56" fmla="*/ 170205 w 226940"/>
              <a:gd name="connsiteY56" fmla="*/ 397145 h 453880"/>
              <a:gd name="connsiteX57" fmla="*/ 208028 w 226940"/>
              <a:gd name="connsiteY57" fmla="*/ 397145 h 453880"/>
              <a:gd name="connsiteX58" fmla="*/ 208028 w 226940"/>
              <a:gd name="connsiteY58" fmla="*/ 406601 h 453880"/>
              <a:gd name="connsiteX59" fmla="*/ 179661 w 226940"/>
              <a:gd name="connsiteY59" fmla="*/ 434968 h 45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26940" h="453880">
                <a:moveTo>
                  <a:pt x="208028" y="96260"/>
                </a:moveTo>
                <a:lnTo>
                  <a:pt x="208028" y="56735"/>
                </a:lnTo>
                <a:cubicBezTo>
                  <a:pt x="208028" y="46334"/>
                  <a:pt x="199518" y="37823"/>
                  <a:pt x="189117" y="37823"/>
                </a:cubicBezTo>
                <a:lnTo>
                  <a:pt x="141838" y="37823"/>
                </a:lnTo>
                <a:lnTo>
                  <a:pt x="141838" y="18912"/>
                </a:lnTo>
                <a:lnTo>
                  <a:pt x="151293" y="18912"/>
                </a:lnTo>
                <a:lnTo>
                  <a:pt x="151293" y="0"/>
                </a:lnTo>
                <a:lnTo>
                  <a:pt x="75647" y="0"/>
                </a:lnTo>
                <a:lnTo>
                  <a:pt x="75647" y="18912"/>
                </a:lnTo>
                <a:lnTo>
                  <a:pt x="85103" y="18912"/>
                </a:lnTo>
                <a:lnTo>
                  <a:pt x="85103" y="37823"/>
                </a:lnTo>
                <a:lnTo>
                  <a:pt x="37823" y="37823"/>
                </a:lnTo>
                <a:cubicBezTo>
                  <a:pt x="27422" y="37823"/>
                  <a:pt x="18912" y="46334"/>
                  <a:pt x="18912" y="56735"/>
                </a:cubicBezTo>
                <a:lnTo>
                  <a:pt x="18912" y="96260"/>
                </a:lnTo>
                <a:cubicBezTo>
                  <a:pt x="7943" y="100232"/>
                  <a:pt x="0" y="110633"/>
                  <a:pt x="0" y="122926"/>
                </a:cubicBezTo>
                <a:lnTo>
                  <a:pt x="0" y="406601"/>
                </a:lnTo>
                <a:cubicBezTo>
                  <a:pt x="0" y="432699"/>
                  <a:pt x="21181" y="453880"/>
                  <a:pt x="47279" y="453880"/>
                </a:cubicBezTo>
                <a:lnTo>
                  <a:pt x="179661" y="453880"/>
                </a:lnTo>
                <a:cubicBezTo>
                  <a:pt x="205759" y="453880"/>
                  <a:pt x="226940" y="432699"/>
                  <a:pt x="226940" y="406601"/>
                </a:cubicBezTo>
                <a:lnTo>
                  <a:pt x="226940" y="122926"/>
                </a:lnTo>
                <a:cubicBezTo>
                  <a:pt x="226940" y="110633"/>
                  <a:pt x="218997" y="100232"/>
                  <a:pt x="208028" y="96260"/>
                </a:cubicBezTo>
                <a:close/>
                <a:moveTo>
                  <a:pt x="104014" y="18912"/>
                </a:moveTo>
                <a:lnTo>
                  <a:pt x="122926" y="18912"/>
                </a:lnTo>
                <a:lnTo>
                  <a:pt x="122926" y="37823"/>
                </a:lnTo>
                <a:lnTo>
                  <a:pt x="104014" y="37823"/>
                </a:lnTo>
                <a:lnTo>
                  <a:pt x="104014" y="18912"/>
                </a:lnTo>
                <a:close/>
                <a:moveTo>
                  <a:pt x="189117" y="56735"/>
                </a:moveTo>
                <a:lnTo>
                  <a:pt x="189117" y="94558"/>
                </a:lnTo>
                <a:lnTo>
                  <a:pt x="37823" y="94558"/>
                </a:lnTo>
                <a:lnTo>
                  <a:pt x="37823" y="56735"/>
                </a:lnTo>
                <a:lnTo>
                  <a:pt x="189117" y="56735"/>
                </a:lnTo>
                <a:close/>
                <a:moveTo>
                  <a:pt x="179661" y="434968"/>
                </a:moveTo>
                <a:lnTo>
                  <a:pt x="47279" y="434968"/>
                </a:lnTo>
                <a:cubicBezTo>
                  <a:pt x="31582" y="434968"/>
                  <a:pt x="18912" y="422298"/>
                  <a:pt x="18912" y="406601"/>
                </a:cubicBezTo>
                <a:lnTo>
                  <a:pt x="18912" y="122926"/>
                </a:lnTo>
                <a:cubicBezTo>
                  <a:pt x="18912" y="117631"/>
                  <a:pt x="23072" y="113470"/>
                  <a:pt x="28368" y="113470"/>
                </a:cubicBezTo>
                <a:lnTo>
                  <a:pt x="198573" y="113470"/>
                </a:lnTo>
                <a:cubicBezTo>
                  <a:pt x="203868" y="113470"/>
                  <a:pt x="208028" y="117631"/>
                  <a:pt x="208028" y="122926"/>
                </a:cubicBezTo>
                <a:lnTo>
                  <a:pt x="208028" y="151293"/>
                </a:lnTo>
                <a:lnTo>
                  <a:pt x="170205" y="151293"/>
                </a:lnTo>
                <a:lnTo>
                  <a:pt x="170205" y="170205"/>
                </a:lnTo>
                <a:lnTo>
                  <a:pt x="208028" y="170205"/>
                </a:lnTo>
                <a:lnTo>
                  <a:pt x="208028" y="208028"/>
                </a:lnTo>
                <a:lnTo>
                  <a:pt x="170205" y="208028"/>
                </a:lnTo>
                <a:lnTo>
                  <a:pt x="170205" y="226940"/>
                </a:lnTo>
                <a:lnTo>
                  <a:pt x="208028" y="226940"/>
                </a:lnTo>
                <a:lnTo>
                  <a:pt x="208028" y="264763"/>
                </a:lnTo>
                <a:lnTo>
                  <a:pt x="170205" y="264763"/>
                </a:lnTo>
                <a:lnTo>
                  <a:pt x="170205" y="283675"/>
                </a:lnTo>
                <a:lnTo>
                  <a:pt x="208028" y="283675"/>
                </a:lnTo>
                <a:lnTo>
                  <a:pt x="208028" y="321498"/>
                </a:lnTo>
                <a:lnTo>
                  <a:pt x="170205" y="321498"/>
                </a:lnTo>
                <a:lnTo>
                  <a:pt x="170205" y="340410"/>
                </a:lnTo>
                <a:lnTo>
                  <a:pt x="208028" y="340410"/>
                </a:lnTo>
                <a:lnTo>
                  <a:pt x="208028" y="378233"/>
                </a:lnTo>
                <a:lnTo>
                  <a:pt x="170205" y="378233"/>
                </a:lnTo>
                <a:lnTo>
                  <a:pt x="170205" y="397145"/>
                </a:lnTo>
                <a:lnTo>
                  <a:pt x="208028" y="397145"/>
                </a:lnTo>
                <a:lnTo>
                  <a:pt x="208028" y="406601"/>
                </a:lnTo>
                <a:cubicBezTo>
                  <a:pt x="208028" y="422298"/>
                  <a:pt x="195358" y="434968"/>
                  <a:pt x="179661" y="434968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Graphic 265" descr="Milk carton icon.">
            <a:extLst>
              <a:ext uri="{FF2B5EF4-FFF2-40B4-BE49-F238E27FC236}">
                <a16:creationId xmlns:a16="http://schemas.microsoft.com/office/drawing/2014/main" id="{89A7810E-BE35-4B68-A311-13F18064FC07}"/>
              </a:ext>
            </a:extLst>
          </p:cNvPr>
          <p:cNvSpPr>
            <a:spLocks noChangeAspect="1"/>
          </p:cNvSpPr>
          <p:nvPr/>
        </p:nvSpPr>
        <p:spPr>
          <a:xfrm>
            <a:off x="5949599" y="4231212"/>
            <a:ext cx="267468" cy="458518"/>
          </a:xfrm>
          <a:custGeom>
            <a:avLst/>
            <a:gdLst>
              <a:gd name="connsiteX0" fmla="*/ 267469 w 267468"/>
              <a:gd name="connsiteY0" fmla="*/ 108898 h 458518"/>
              <a:gd name="connsiteX1" fmla="*/ 261737 w 267468"/>
              <a:gd name="connsiteY1" fmla="*/ 95525 h 458518"/>
              <a:gd name="connsiteX2" fmla="*/ 210154 w 267468"/>
              <a:gd name="connsiteY2" fmla="*/ 42031 h 458518"/>
              <a:gd name="connsiteX3" fmla="*/ 210154 w 267468"/>
              <a:gd name="connsiteY3" fmla="*/ 19105 h 458518"/>
              <a:gd name="connsiteX4" fmla="*/ 191049 w 267468"/>
              <a:gd name="connsiteY4" fmla="*/ 0 h 458518"/>
              <a:gd name="connsiteX5" fmla="*/ 76420 w 267468"/>
              <a:gd name="connsiteY5" fmla="*/ 0 h 458518"/>
              <a:gd name="connsiteX6" fmla="*/ 57315 w 267468"/>
              <a:gd name="connsiteY6" fmla="*/ 19105 h 458518"/>
              <a:gd name="connsiteX7" fmla="*/ 57315 w 267468"/>
              <a:gd name="connsiteY7" fmla="*/ 43941 h 458518"/>
              <a:gd name="connsiteX8" fmla="*/ 5731 w 267468"/>
              <a:gd name="connsiteY8" fmla="*/ 95525 h 458518"/>
              <a:gd name="connsiteX9" fmla="*/ 0 w 267468"/>
              <a:gd name="connsiteY9" fmla="*/ 108898 h 458518"/>
              <a:gd name="connsiteX10" fmla="*/ 0 w 267468"/>
              <a:gd name="connsiteY10" fmla="*/ 439413 h 458518"/>
              <a:gd name="connsiteX11" fmla="*/ 19105 w 267468"/>
              <a:gd name="connsiteY11" fmla="*/ 458518 h 458518"/>
              <a:gd name="connsiteX12" fmla="*/ 248364 w 267468"/>
              <a:gd name="connsiteY12" fmla="*/ 458518 h 458518"/>
              <a:gd name="connsiteX13" fmla="*/ 267469 w 267468"/>
              <a:gd name="connsiteY13" fmla="*/ 439413 h 458518"/>
              <a:gd name="connsiteX14" fmla="*/ 267469 w 267468"/>
              <a:gd name="connsiteY14" fmla="*/ 108898 h 458518"/>
              <a:gd name="connsiteX15" fmla="*/ 76420 w 267468"/>
              <a:gd name="connsiteY15" fmla="*/ 19105 h 458518"/>
              <a:gd name="connsiteX16" fmla="*/ 191049 w 267468"/>
              <a:gd name="connsiteY16" fmla="*/ 19105 h 458518"/>
              <a:gd name="connsiteX17" fmla="*/ 191049 w 267468"/>
              <a:gd name="connsiteY17" fmla="*/ 38210 h 458518"/>
              <a:gd name="connsiteX18" fmla="*/ 76420 w 267468"/>
              <a:gd name="connsiteY18" fmla="*/ 38210 h 458518"/>
              <a:gd name="connsiteX19" fmla="*/ 76420 w 267468"/>
              <a:gd name="connsiteY19" fmla="*/ 19105 h 458518"/>
              <a:gd name="connsiteX20" fmla="*/ 133734 w 267468"/>
              <a:gd name="connsiteY20" fmla="*/ 439413 h 458518"/>
              <a:gd name="connsiteX21" fmla="*/ 19105 w 267468"/>
              <a:gd name="connsiteY21" fmla="*/ 439413 h 458518"/>
              <a:gd name="connsiteX22" fmla="*/ 19105 w 267468"/>
              <a:gd name="connsiteY22" fmla="*/ 114630 h 458518"/>
              <a:gd name="connsiteX23" fmla="*/ 133734 w 267468"/>
              <a:gd name="connsiteY23" fmla="*/ 114630 h 458518"/>
              <a:gd name="connsiteX24" fmla="*/ 133734 w 267468"/>
              <a:gd name="connsiteY24" fmla="*/ 439413 h 458518"/>
              <a:gd name="connsiteX25" fmla="*/ 32478 w 267468"/>
              <a:gd name="connsiteY25" fmla="*/ 95525 h 458518"/>
              <a:gd name="connsiteX26" fmla="*/ 70688 w 267468"/>
              <a:gd name="connsiteY26" fmla="*/ 57315 h 458518"/>
              <a:gd name="connsiteX27" fmla="*/ 177676 w 267468"/>
              <a:gd name="connsiteY27" fmla="*/ 57315 h 458518"/>
              <a:gd name="connsiteX28" fmla="*/ 139466 w 267468"/>
              <a:gd name="connsiteY28" fmla="*/ 95525 h 458518"/>
              <a:gd name="connsiteX29" fmla="*/ 32478 w 267468"/>
              <a:gd name="connsiteY29" fmla="*/ 95525 h 458518"/>
              <a:gd name="connsiteX30" fmla="*/ 152839 w 267468"/>
              <a:gd name="connsiteY30" fmla="*/ 439413 h 458518"/>
              <a:gd name="connsiteX31" fmla="*/ 152839 w 267468"/>
              <a:gd name="connsiteY31" fmla="*/ 108898 h 458518"/>
              <a:gd name="connsiteX32" fmla="*/ 200602 w 267468"/>
              <a:gd name="connsiteY32" fmla="*/ 61136 h 458518"/>
              <a:gd name="connsiteX33" fmla="*/ 248364 w 267468"/>
              <a:gd name="connsiteY33" fmla="*/ 108898 h 458518"/>
              <a:gd name="connsiteX34" fmla="*/ 248364 w 267468"/>
              <a:gd name="connsiteY34" fmla="*/ 439413 h 458518"/>
              <a:gd name="connsiteX35" fmla="*/ 152839 w 267468"/>
              <a:gd name="connsiteY35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67468" h="458518">
                <a:moveTo>
                  <a:pt x="267469" y="108898"/>
                </a:moveTo>
                <a:cubicBezTo>
                  <a:pt x="267469" y="103167"/>
                  <a:pt x="265558" y="99346"/>
                  <a:pt x="261737" y="95525"/>
                </a:cubicBezTo>
                <a:lnTo>
                  <a:pt x="210154" y="42031"/>
                </a:lnTo>
                <a:lnTo>
                  <a:pt x="210154" y="19105"/>
                </a:lnTo>
                <a:cubicBezTo>
                  <a:pt x="210154" y="7642"/>
                  <a:pt x="202512" y="0"/>
                  <a:pt x="191049" y="0"/>
                </a:cubicBezTo>
                <a:lnTo>
                  <a:pt x="76420" y="0"/>
                </a:lnTo>
                <a:cubicBezTo>
                  <a:pt x="64957" y="0"/>
                  <a:pt x="57315" y="7642"/>
                  <a:pt x="57315" y="19105"/>
                </a:cubicBezTo>
                <a:lnTo>
                  <a:pt x="57315" y="43941"/>
                </a:lnTo>
                <a:lnTo>
                  <a:pt x="5731" y="95525"/>
                </a:lnTo>
                <a:cubicBezTo>
                  <a:pt x="1910" y="99346"/>
                  <a:pt x="0" y="103167"/>
                  <a:pt x="0" y="108898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108898"/>
                </a:lnTo>
                <a:close/>
                <a:moveTo>
                  <a:pt x="76420" y="19105"/>
                </a:moveTo>
                <a:lnTo>
                  <a:pt x="191049" y="19105"/>
                </a:lnTo>
                <a:lnTo>
                  <a:pt x="191049" y="38210"/>
                </a:lnTo>
                <a:lnTo>
                  <a:pt x="76420" y="38210"/>
                </a:lnTo>
                <a:lnTo>
                  <a:pt x="76420" y="19105"/>
                </a:lnTo>
                <a:close/>
                <a:moveTo>
                  <a:pt x="133734" y="439413"/>
                </a:moveTo>
                <a:lnTo>
                  <a:pt x="19105" y="439413"/>
                </a:lnTo>
                <a:lnTo>
                  <a:pt x="19105" y="114630"/>
                </a:lnTo>
                <a:lnTo>
                  <a:pt x="133734" y="114630"/>
                </a:lnTo>
                <a:lnTo>
                  <a:pt x="133734" y="439413"/>
                </a:lnTo>
                <a:close/>
                <a:moveTo>
                  <a:pt x="32478" y="95525"/>
                </a:moveTo>
                <a:lnTo>
                  <a:pt x="70688" y="57315"/>
                </a:lnTo>
                <a:lnTo>
                  <a:pt x="177676" y="57315"/>
                </a:lnTo>
                <a:lnTo>
                  <a:pt x="139466" y="95525"/>
                </a:lnTo>
                <a:lnTo>
                  <a:pt x="32478" y="95525"/>
                </a:lnTo>
                <a:close/>
                <a:moveTo>
                  <a:pt x="152839" y="439413"/>
                </a:moveTo>
                <a:lnTo>
                  <a:pt x="152839" y="108898"/>
                </a:lnTo>
                <a:lnTo>
                  <a:pt x="200602" y="61136"/>
                </a:lnTo>
                <a:lnTo>
                  <a:pt x="248364" y="108898"/>
                </a:lnTo>
                <a:lnTo>
                  <a:pt x="248364" y="439413"/>
                </a:lnTo>
                <a:lnTo>
                  <a:pt x="152839" y="4394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Graphic 266" descr="Milk jug icon.">
            <a:extLst>
              <a:ext uri="{FF2B5EF4-FFF2-40B4-BE49-F238E27FC236}">
                <a16:creationId xmlns:a16="http://schemas.microsoft.com/office/drawing/2014/main" id="{1D4D22AB-5FA7-4EEC-BD2E-E6E592EE5993}"/>
              </a:ext>
            </a:extLst>
          </p:cNvPr>
          <p:cNvSpPr>
            <a:spLocks noChangeAspect="1"/>
          </p:cNvSpPr>
          <p:nvPr/>
        </p:nvSpPr>
        <p:spPr>
          <a:xfrm>
            <a:off x="7153201" y="4231212"/>
            <a:ext cx="305678" cy="458518"/>
          </a:xfrm>
          <a:custGeom>
            <a:avLst/>
            <a:gdLst>
              <a:gd name="connsiteX0" fmla="*/ 284663 w 305678"/>
              <a:gd name="connsiteY0" fmla="*/ 206333 h 458518"/>
              <a:gd name="connsiteX1" fmla="*/ 273200 w 305678"/>
              <a:gd name="connsiteY1" fmla="*/ 175765 h 458518"/>
              <a:gd name="connsiteX2" fmla="*/ 273200 w 305678"/>
              <a:gd name="connsiteY2" fmla="*/ 139466 h 458518"/>
              <a:gd name="connsiteX3" fmla="*/ 189139 w 305678"/>
              <a:gd name="connsiteY3" fmla="*/ 49673 h 458518"/>
              <a:gd name="connsiteX4" fmla="*/ 189139 w 305678"/>
              <a:gd name="connsiteY4" fmla="*/ 19105 h 458518"/>
              <a:gd name="connsiteX5" fmla="*/ 170034 w 305678"/>
              <a:gd name="connsiteY5" fmla="*/ 0 h 458518"/>
              <a:gd name="connsiteX6" fmla="*/ 112719 w 305678"/>
              <a:gd name="connsiteY6" fmla="*/ 0 h 458518"/>
              <a:gd name="connsiteX7" fmla="*/ 95525 w 305678"/>
              <a:gd name="connsiteY7" fmla="*/ 19105 h 458518"/>
              <a:gd name="connsiteX8" fmla="*/ 95525 w 305678"/>
              <a:gd name="connsiteY8" fmla="*/ 51583 h 458518"/>
              <a:gd name="connsiteX9" fmla="*/ 38210 w 305678"/>
              <a:gd name="connsiteY9" fmla="*/ 80241 h 458518"/>
              <a:gd name="connsiteX10" fmla="*/ 0 w 305678"/>
              <a:gd name="connsiteY10" fmla="*/ 139466 h 458518"/>
              <a:gd name="connsiteX11" fmla="*/ 0 w 305678"/>
              <a:gd name="connsiteY11" fmla="*/ 366814 h 458518"/>
              <a:gd name="connsiteX12" fmla="*/ 89793 w 305678"/>
              <a:gd name="connsiteY12" fmla="*/ 458518 h 458518"/>
              <a:gd name="connsiteX13" fmla="*/ 89793 w 305678"/>
              <a:gd name="connsiteY13" fmla="*/ 458518 h 458518"/>
              <a:gd name="connsiteX14" fmla="*/ 229259 w 305678"/>
              <a:gd name="connsiteY14" fmla="*/ 458518 h 458518"/>
              <a:gd name="connsiteX15" fmla="*/ 305679 w 305678"/>
              <a:gd name="connsiteY15" fmla="*/ 384009 h 458518"/>
              <a:gd name="connsiteX16" fmla="*/ 305679 w 305678"/>
              <a:gd name="connsiteY16" fmla="*/ 382098 h 458518"/>
              <a:gd name="connsiteX17" fmla="*/ 305679 w 305678"/>
              <a:gd name="connsiteY17" fmla="*/ 257916 h 458518"/>
              <a:gd name="connsiteX18" fmla="*/ 284663 w 305678"/>
              <a:gd name="connsiteY18" fmla="*/ 206333 h 458518"/>
              <a:gd name="connsiteX19" fmla="*/ 114630 w 305678"/>
              <a:gd name="connsiteY19" fmla="*/ 19105 h 458518"/>
              <a:gd name="connsiteX20" fmla="*/ 171944 w 305678"/>
              <a:gd name="connsiteY20" fmla="*/ 19105 h 458518"/>
              <a:gd name="connsiteX21" fmla="*/ 171944 w 305678"/>
              <a:gd name="connsiteY21" fmla="*/ 47762 h 458518"/>
              <a:gd name="connsiteX22" fmla="*/ 114630 w 305678"/>
              <a:gd name="connsiteY22" fmla="*/ 47762 h 458518"/>
              <a:gd name="connsiteX23" fmla="*/ 114630 w 305678"/>
              <a:gd name="connsiteY23" fmla="*/ 19105 h 458518"/>
              <a:gd name="connsiteX24" fmla="*/ 286574 w 305678"/>
              <a:gd name="connsiteY24" fmla="*/ 382098 h 458518"/>
              <a:gd name="connsiteX25" fmla="*/ 231170 w 305678"/>
              <a:gd name="connsiteY25" fmla="*/ 439413 h 458518"/>
              <a:gd name="connsiteX26" fmla="*/ 229259 w 305678"/>
              <a:gd name="connsiteY26" fmla="*/ 439413 h 458518"/>
              <a:gd name="connsiteX27" fmla="*/ 91704 w 305678"/>
              <a:gd name="connsiteY27" fmla="*/ 439413 h 458518"/>
              <a:gd name="connsiteX28" fmla="*/ 19105 w 305678"/>
              <a:gd name="connsiteY28" fmla="*/ 366814 h 458518"/>
              <a:gd name="connsiteX29" fmla="*/ 19105 w 305678"/>
              <a:gd name="connsiteY29" fmla="*/ 364904 h 458518"/>
              <a:gd name="connsiteX30" fmla="*/ 19105 w 305678"/>
              <a:gd name="connsiteY30" fmla="*/ 139466 h 458518"/>
              <a:gd name="connsiteX31" fmla="*/ 45852 w 305678"/>
              <a:gd name="connsiteY31" fmla="*/ 97435 h 458518"/>
              <a:gd name="connsiteX32" fmla="*/ 106988 w 305678"/>
              <a:gd name="connsiteY32" fmla="*/ 66867 h 458518"/>
              <a:gd name="connsiteX33" fmla="*/ 183407 w 305678"/>
              <a:gd name="connsiteY33" fmla="*/ 66867 h 458518"/>
              <a:gd name="connsiteX34" fmla="*/ 256006 w 305678"/>
              <a:gd name="connsiteY34" fmla="*/ 139466 h 458518"/>
              <a:gd name="connsiteX35" fmla="*/ 256006 w 305678"/>
              <a:gd name="connsiteY35" fmla="*/ 175765 h 458518"/>
              <a:gd name="connsiteX36" fmla="*/ 271290 w 305678"/>
              <a:gd name="connsiteY36" fmla="*/ 217796 h 458518"/>
              <a:gd name="connsiteX37" fmla="*/ 286574 w 305678"/>
              <a:gd name="connsiteY37" fmla="*/ 256006 h 458518"/>
              <a:gd name="connsiteX38" fmla="*/ 286574 w 305678"/>
              <a:gd name="connsiteY38" fmla="*/ 382098 h 458518"/>
              <a:gd name="connsiteX39" fmla="*/ 204423 w 305678"/>
              <a:gd name="connsiteY39" fmla="*/ 105077 h 458518"/>
              <a:gd name="connsiteX40" fmla="*/ 162392 w 305678"/>
              <a:gd name="connsiteY40" fmla="*/ 147108 h 458518"/>
              <a:gd name="connsiteX41" fmla="*/ 162392 w 305678"/>
              <a:gd name="connsiteY41" fmla="*/ 196781 h 458518"/>
              <a:gd name="connsiteX42" fmla="*/ 204423 w 305678"/>
              <a:gd name="connsiteY42" fmla="*/ 238811 h 458518"/>
              <a:gd name="connsiteX43" fmla="*/ 229259 w 305678"/>
              <a:gd name="connsiteY43" fmla="*/ 213975 h 458518"/>
              <a:gd name="connsiteX44" fmla="*/ 229259 w 305678"/>
              <a:gd name="connsiteY44" fmla="*/ 129913 h 458518"/>
              <a:gd name="connsiteX45" fmla="*/ 204423 w 305678"/>
              <a:gd name="connsiteY45" fmla="*/ 105077 h 458518"/>
              <a:gd name="connsiteX46" fmla="*/ 204423 w 305678"/>
              <a:gd name="connsiteY46" fmla="*/ 105077 h 458518"/>
              <a:gd name="connsiteX47" fmla="*/ 210154 w 305678"/>
              <a:gd name="connsiteY47" fmla="*/ 213975 h 458518"/>
              <a:gd name="connsiteX48" fmla="*/ 204423 w 305678"/>
              <a:gd name="connsiteY48" fmla="*/ 219707 h 458518"/>
              <a:gd name="connsiteX49" fmla="*/ 181497 w 305678"/>
              <a:gd name="connsiteY49" fmla="*/ 196781 h 458518"/>
              <a:gd name="connsiteX50" fmla="*/ 181497 w 305678"/>
              <a:gd name="connsiteY50" fmla="*/ 147108 h 458518"/>
              <a:gd name="connsiteX51" fmla="*/ 204423 w 305678"/>
              <a:gd name="connsiteY51" fmla="*/ 124182 h 458518"/>
              <a:gd name="connsiteX52" fmla="*/ 210154 w 305678"/>
              <a:gd name="connsiteY52" fmla="*/ 129913 h 458518"/>
              <a:gd name="connsiteX53" fmla="*/ 210154 w 305678"/>
              <a:gd name="connsiteY53" fmla="*/ 129913 h 458518"/>
              <a:gd name="connsiteX54" fmla="*/ 210154 w 305678"/>
              <a:gd name="connsiteY54" fmla="*/ 213975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05678" h="458518">
                <a:moveTo>
                  <a:pt x="284663" y="206333"/>
                </a:moveTo>
                <a:cubicBezTo>
                  <a:pt x="277021" y="198691"/>
                  <a:pt x="273200" y="187228"/>
                  <a:pt x="273200" y="175765"/>
                </a:cubicBezTo>
                <a:lnTo>
                  <a:pt x="273200" y="139466"/>
                </a:lnTo>
                <a:cubicBezTo>
                  <a:pt x="273200" y="91704"/>
                  <a:pt x="236901" y="53494"/>
                  <a:pt x="189139" y="49673"/>
                </a:cubicBezTo>
                <a:lnTo>
                  <a:pt x="189139" y="19105"/>
                </a:lnTo>
                <a:cubicBezTo>
                  <a:pt x="189139" y="7642"/>
                  <a:pt x="181497" y="0"/>
                  <a:pt x="170034" y="0"/>
                </a:cubicBezTo>
                <a:lnTo>
                  <a:pt x="112719" y="0"/>
                </a:lnTo>
                <a:cubicBezTo>
                  <a:pt x="103167" y="0"/>
                  <a:pt x="95525" y="7642"/>
                  <a:pt x="95525" y="19105"/>
                </a:cubicBezTo>
                <a:lnTo>
                  <a:pt x="95525" y="51583"/>
                </a:lnTo>
                <a:lnTo>
                  <a:pt x="38210" y="80241"/>
                </a:lnTo>
                <a:cubicBezTo>
                  <a:pt x="15284" y="89793"/>
                  <a:pt x="0" y="114630"/>
                  <a:pt x="0" y="139466"/>
                </a:cubicBezTo>
                <a:lnTo>
                  <a:pt x="0" y="366814"/>
                </a:lnTo>
                <a:cubicBezTo>
                  <a:pt x="0" y="416487"/>
                  <a:pt x="40120" y="458518"/>
                  <a:pt x="89793" y="458518"/>
                </a:cubicBezTo>
                <a:lnTo>
                  <a:pt x="89793" y="458518"/>
                </a:lnTo>
                <a:lnTo>
                  <a:pt x="229259" y="458518"/>
                </a:lnTo>
                <a:cubicBezTo>
                  <a:pt x="271290" y="458518"/>
                  <a:pt x="305679" y="426040"/>
                  <a:pt x="305679" y="384009"/>
                </a:cubicBezTo>
                <a:lnTo>
                  <a:pt x="305679" y="382098"/>
                </a:lnTo>
                <a:lnTo>
                  <a:pt x="305679" y="257916"/>
                </a:lnTo>
                <a:cubicBezTo>
                  <a:pt x="305679" y="238811"/>
                  <a:pt x="298037" y="219707"/>
                  <a:pt x="284663" y="206333"/>
                </a:cubicBezTo>
                <a:close/>
                <a:moveTo>
                  <a:pt x="114630" y="19105"/>
                </a:moveTo>
                <a:lnTo>
                  <a:pt x="171944" y="19105"/>
                </a:lnTo>
                <a:lnTo>
                  <a:pt x="171944" y="47762"/>
                </a:lnTo>
                <a:lnTo>
                  <a:pt x="114630" y="47762"/>
                </a:lnTo>
                <a:lnTo>
                  <a:pt x="114630" y="19105"/>
                </a:lnTo>
                <a:close/>
                <a:moveTo>
                  <a:pt x="286574" y="382098"/>
                </a:moveTo>
                <a:cubicBezTo>
                  <a:pt x="286574" y="412666"/>
                  <a:pt x="263648" y="439413"/>
                  <a:pt x="231170" y="439413"/>
                </a:cubicBezTo>
                <a:lnTo>
                  <a:pt x="229259" y="439413"/>
                </a:lnTo>
                <a:lnTo>
                  <a:pt x="91704" y="439413"/>
                </a:lnTo>
                <a:cubicBezTo>
                  <a:pt x="51583" y="439413"/>
                  <a:pt x="19105" y="406935"/>
                  <a:pt x="19105" y="366814"/>
                </a:cubicBezTo>
                <a:cubicBezTo>
                  <a:pt x="19105" y="366814"/>
                  <a:pt x="19105" y="366814"/>
                  <a:pt x="19105" y="364904"/>
                </a:cubicBezTo>
                <a:lnTo>
                  <a:pt x="19105" y="139466"/>
                </a:lnTo>
                <a:cubicBezTo>
                  <a:pt x="19105" y="120361"/>
                  <a:pt x="28657" y="105077"/>
                  <a:pt x="45852" y="97435"/>
                </a:cubicBezTo>
                <a:lnTo>
                  <a:pt x="106988" y="66867"/>
                </a:lnTo>
                <a:lnTo>
                  <a:pt x="183407" y="66867"/>
                </a:lnTo>
                <a:cubicBezTo>
                  <a:pt x="223528" y="66867"/>
                  <a:pt x="256006" y="99346"/>
                  <a:pt x="256006" y="139466"/>
                </a:cubicBezTo>
                <a:lnTo>
                  <a:pt x="256006" y="175765"/>
                </a:lnTo>
                <a:cubicBezTo>
                  <a:pt x="256006" y="191049"/>
                  <a:pt x="261737" y="206333"/>
                  <a:pt x="271290" y="217796"/>
                </a:cubicBezTo>
                <a:cubicBezTo>
                  <a:pt x="280842" y="227349"/>
                  <a:pt x="286574" y="242632"/>
                  <a:pt x="286574" y="256006"/>
                </a:cubicBezTo>
                <a:lnTo>
                  <a:pt x="286574" y="382098"/>
                </a:lnTo>
                <a:close/>
                <a:moveTo>
                  <a:pt x="204423" y="105077"/>
                </a:moveTo>
                <a:cubicBezTo>
                  <a:pt x="181497" y="105077"/>
                  <a:pt x="162392" y="124182"/>
                  <a:pt x="162392" y="147108"/>
                </a:cubicBezTo>
                <a:lnTo>
                  <a:pt x="162392" y="196781"/>
                </a:lnTo>
                <a:cubicBezTo>
                  <a:pt x="162392" y="219707"/>
                  <a:pt x="181497" y="238811"/>
                  <a:pt x="204423" y="238811"/>
                </a:cubicBezTo>
                <a:cubicBezTo>
                  <a:pt x="217796" y="238811"/>
                  <a:pt x="229259" y="227349"/>
                  <a:pt x="229259" y="213975"/>
                </a:cubicBezTo>
                <a:lnTo>
                  <a:pt x="229259" y="129913"/>
                </a:lnTo>
                <a:cubicBezTo>
                  <a:pt x="229259" y="116540"/>
                  <a:pt x="217796" y="105077"/>
                  <a:pt x="204423" y="105077"/>
                </a:cubicBezTo>
                <a:lnTo>
                  <a:pt x="204423" y="105077"/>
                </a:lnTo>
                <a:close/>
                <a:moveTo>
                  <a:pt x="210154" y="213975"/>
                </a:moveTo>
                <a:cubicBezTo>
                  <a:pt x="210154" y="217796"/>
                  <a:pt x="208244" y="219707"/>
                  <a:pt x="204423" y="219707"/>
                </a:cubicBezTo>
                <a:cubicBezTo>
                  <a:pt x="191049" y="219707"/>
                  <a:pt x="181497" y="210154"/>
                  <a:pt x="181497" y="196781"/>
                </a:cubicBezTo>
                <a:lnTo>
                  <a:pt x="181497" y="147108"/>
                </a:lnTo>
                <a:cubicBezTo>
                  <a:pt x="181497" y="133734"/>
                  <a:pt x="191049" y="124182"/>
                  <a:pt x="204423" y="124182"/>
                </a:cubicBezTo>
                <a:cubicBezTo>
                  <a:pt x="208244" y="124182"/>
                  <a:pt x="210154" y="126092"/>
                  <a:pt x="210154" y="129913"/>
                </a:cubicBezTo>
                <a:lnTo>
                  <a:pt x="210154" y="129913"/>
                </a:lnTo>
                <a:lnTo>
                  <a:pt x="210154" y="21397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8" name="Graphic 255" descr="Coffee icon.">
            <a:extLst>
              <a:ext uri="{FF2B5EF4-FFF2-40B4-BE49-F238E27FC236}">
                <a16:creationId xmlns:a16="http://schemas.microsoft.com/office/drawing/2014/main" id="{77081AC1-49EA-4096-9E4D-124078C588D9}"/>
              </a:ext>
            </a:extLst>
          </p:cNvPr>
          <p:cNvSpPr>
            <a:spLocks noChangeAspect="1"/>
          </p:cNvSpPr>
          <p:nvPr/>
        </p:nvSpPr>
        <p:spPr>
          <a:xfrm>
            <a:off x="8361250" y="4231212"/>
            <a:ext cx="343888" cy="458518"/>
          </a:xfrm>
          <a:custGeom>
            <a:avLst/>
            <a:gdLst>
              <a:gd name="connsiteX0" fmla="*/ 324784 w 343888"/>
              <a:gd name="connsiteY0" fmla="*/ 38210 h 458518"/>
              <a:gd name="connsiteX1" fmla="*/ 324784 w 343888"/>
              <a:gd name="connsiteY1" fmla="*/ 19105 h 458518"/>
              <a:gd name="connsiteX2" fmla="*/ 305679 w 343888"/>
              <a:gd name="connsiteY2" fmla="*/ 0 h 458518"/>
              <a:gd name="connsiteX3" fmla="*/ 38210 w 343888"/>
              <a:gd name="connsiteY3" fmla="*/ 0 h 458518"/>
              <a:gd name="connsiteX4" fmla="*/ 19105 w 343888"/>
              <a:gd name="connsiteY4" fmla="*/ 19105 h 458518"/>
              <a:gd name="connsiteX5" fmla="*/ 19105 w 343888"/>
              <a:gd name="connsiteY5" fmla="*/ 38210 h 458518"/>
              <a:gd name="connsiteX6" fmla="*/ 0 w 343888"/>
              <a:gd name="connsiteY6" fmla="*/ 57315 h 458518"/>
              <a:gd name="connsiteX7" fmla="*/ 0 w 343888"/>
              <a:gd name="connsiteY7" fmla="*/ 95525 h 458518"/>
              <a:gd name="connsiteX8" fmla="*/ 19105 w 343888"/>
              <a:gd name="connsiteY8" fmla="*/ 114630 h 458518"/>
              <a:gd name="connsiteX9" fmla="*/ 21015 w 343888"/>
              <a:gd name="connsiteY9" fmla="*/ 114630 h 458518"/>
              <a:gd name="connsiteX10" fmla="*/ 70688 w 343888"/>
              <a:gd name="connsiteY10" fmla="*/ 458518 h 458518"/>
              <a:gd name="connsiteX11" fmla="*/ 273200 w 343888"/>
              <a:gd name="connsiteY11" fmla="*/ 458518 h 458518"/>
              <a:gd name="connsiteX12" fmla="*/ 322873 w 343888"/>
              <a:gd name="connsiteY12" fmla="*/ 114630 h 458518"/>
              <a:gd name="connsiteX13" fmla="*/ 324784 w 343888"/>
              <a:gd name="connsiteY13" fmla="*/ 114630 h 458518"/>
              <a:gd name="connsiteX14" fmla="*/ 343889 w 343888"/>
              <a:gd name="connsiteY14" fmla="*/ 95525 h 458518"/>
              <a:gd name="connsiteX15" fmla="*/ 343889 w 343888"/>
              <a:gd name="connsiteY15" fmla="*/ 57315 h 458518"/>
              <a:gd name="connsiteX16" fmla="*/ 324784 w 343888"/>
              <a:gd name="connsiteY16" fmla="*/ 38210 h 458518"/>
              <a:gd name="connsiteX17" fmla="*/ 38210 w 343888"/>
              <a:gd name="connsiteY17" fmla="*/ 19105 h 458518"/>
              <a:gd name="connsiteX18" fmla="*/ 305679 w 343888"/>
              <a:gd name="connsiteY18" fmla="*/ 19105 h 458518"/>
              <a:gd name="connsiteX19" fmla="*/ 305679 w 343888"/>
              <a:gd name="connsiteY19" fmla="*/ 38210 h 458518"/>
              <a:gd name="connsiteX20" fmla="*/ 38210 w 343888"/>
              <a:gd name="connsiteY20" fmla="*/ 38210 h 458518"/>
              <a:gd name="connsiteX21" fmla="*/ 38210 w 343888"/>
              <a:gd name="connsiteY21" fmla="*/ 19105 h 458518"/>
              <a:gd name="connsiteX22" fmla="*/ 19105 w 343888"/>
              <a:gd name="connsiteY22" fmla="*/ 57315 h 458518"/>
              <a:gd name="connsiteX23" fmla="*/ 324784 w 343888"/>
              <a:gd name="connsiteY23" fmla="*/ 57315 h 458518"/>
              <a:gd name="connsiteX24" fmla="*/ 324784 w 343888"/>
              <a:gd name="connsiteY24" fmla="*/ 95525 h 458518"/>
              <a:gd name="connsiteX25" fmla="*/ 19105 w 343888"/>
              <a:gd name="connsiteY25" fmla="*/ 95525 h 458518"/>
              <a:gd name="connsiteX26" fmla="*/ 19105 w 343888"/>
              <a:gd name="connsiteY26" fmla="*/ 57315 h 458518"/>
              <a:gd name="connsiteX27" fmla="*/ 53494 w 343888"/>
              <a:gd name="connsiteY27" fmla="*/ 210154 h 458518"/>
              <a:gd name="connsiteX28" fmla="*/ 290395 w 343888"/>
              <a:gd name="connsiteY28" fmla="*/ 210154 h 458518"/>
              <a:gd name="connsiteX29" fmla="*/ 273200 w 343888"/>
              <a:gd name="connsiteY29" fmla="*/ 324784 h 458518"/>
              <a:gd name="connsiteX30" fmla="*/ 70688 w 343888"/>
              <a:gd name="connsiteY30" fmla="*/ 324784 h 458518"/>
              <a:gd name="connsiteX31" fmla="*/ 53494 w 343888"/>
              <a:gd name="connsiteY31" fmla="*/ 210154 h 458518"/>
              <a:gd name="connsiteX32" fmla="*/ 85972 w 343888"/>
              <a:gd name="connsiteY32" fmla="*/ 439413 h 458518"/>
              <a:gd name="connsiteX33" fmla="*/ 72599 w 343888"/>
              <a:gd name="connsiteY33" fmla="*/ 343889 h 458518"/>
              <a:gd name="connsiteX34" fmla="*/ 271290 w 343888"/>
              <a:gd name="connsiteY34" fmla="*/ 343889 h 458518"/>
              <a:gd name="connsiteX35" fmla="*/ 257916 w 343888"/>
              <a:gd name="connsiteY35" fmla="*/ 439413 h 458518"/>
              <a:gd name="connsiteX36" fmla="*/ 85972 w 343888"/>
              <a:gd name="connsiteY36" fmla="*/ 439413 h 458518"/>
              <a:gd name="connsiteX37" fmla="*/ 292305 w 343888"/>
              <a:gd name="connsiteY37" fmla="*/ 191049 h 458518"/>
              <a:gd name="connsiteX38" fmla="*/ 51583 w 343888"/>
              <a:gd name="connsiteY38" fmla="*/ 191049 h 458518"/>
              <a:gd name="connsiteX39" fmla="*/ 40120 w 343888"/>
              <a:gd name="connsiteY39" fmla="*/ 114630 h 458518"/>
              <a:gd name="connsiteX40" fmla="*/ 303768 w 343888"/>
              <a:gd name="connsiteY40" fmla="*/ 114630 h 458518"/>
              <a:gd name="connsiteX41" fmla="*/ 292305 w 343888"/>
              <a:gd name="connsiteY41" fmla="*/ 19104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43888" h="458518">
                <a:moveTo>
                  <a:pt x="324784" y="38210"/>
                </a:moveTo>
                <a:lnTo>
                  <a:pt x="324784" y="19105"/>
                </a:lnTo>
                <a:cubicBezTo>
                  <a:pt x="324784" y="7642"/>
                  <a:pt x="317142" y="0"/>
                  <a:pt x="305679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38210"/>
                </a:lnTo>
                <a:cubicBezTo>
                  <a:pt x="7642" y="38210"/>
                  <a:pt x="0" y="45852"/>
                  <a:pt x="0" y="57315"/>
                </a:cubicBezTo>
                <a:lnTo>
                  <a:pt x="0" y="95525"/>
                </a:lnTo>
                <a:cubicBezTo>
                  <a:pt x="0" y="106988"/>
                  <a:pt x="7642" y="114630"/>
                  <a:pt x="19105" y="114630"/>
                </a:cubicBezTo>
                <a:lnTo>
                  <a:pt x="21015" y="114630"/>
                </a:lnTo>
                <a:lnTo>
                  <a:pt x="70688" y="458518"/>
                </a:lnTo>
                <a:lnTo>
                  <a:pt x="273200" y="458518"/>
                </a:lnTo>
                <a:lnTo>
                  <a:pt x="322873" y="114630"/>
                </a:lnTo>
                <a:lnTo>
                  <a:pt x="324784" y="114630"/>
                </a:lnTo>
                <a:cubicBezTo>
                  <a:pt x="336247" y="114630"/>
                  <a:pt x="343889" y="106988"/>
                  <a:pt x="343889" y="95525"/>
                </a:cubicBezTo>
                <a:lnTo>
                  <a:pt x="343889" y="57315"/>
                </a:lnTo>
                <a:cubicBezTo>
                  <a:pt x="343889" y="45852"/>
                  <a:pt x="336247" y="38210"/>
                  <a:pt x="324784" y="38210"/>
                </a:cubicBezTo>
                <a:close/>
                <a:moveTo>
                  <a:pt x="38210" y="19105"/>
                </a:moveTo>
                <a:lnTo>
                  <a:pt x="305679" y="19105"/>
                </a:lnTo>
                <a:lnTo>
                  <a:pt x="305679" y="38210"/>
                </a:lnTo>
                <a:lnTo>
                  <a:pt x="38210" y="38210"/>
                </a:lnTo>
                <a:lnTo>
                  <a:pt x="38210" y="19105"/>
                </a:lnTo>
                <a:close/>
                <a:moveTo>
                  <a:pt x="19105" y="57315"/>
                </a:moveTo>
                <a:lnTo>
                  <a:pt x="324784" y="57315"/>
                </a:lnTo>
                <a:lnTo>
                  <a:pt x="324784" y="95525"/>
                </a:lnTo>
                <a:lnTo>
                  <a:pt x="19105" y="95525"/>
                </a:lnTo>
                <a:lnTo>
                  <a:pt x="19105" y="57315"/>
                </a:lnTo>
                <a:close/>
                <a:moveTo>
                  <a:pt x="53494" y="210154"/>
                </a:moveTo>
                <a:lnTo>
                  <a:pt x="290395" y="210154"/>
                </a:lnTo>
                <a:lnTo>
                  <a:pt x="273200" y="324784"/>
                </a:lnTo>
                <a:lnTo>
                  <a:pt x="70688" y="324784"/>
                </a:lnTo>
                <a:lnTo>
                  <a:pt x="53494" y="210154"/>
                </a:lnTo>
                <a:close/>
                <a:moveTo>
                  <a:pt x="85972" y="439413"/>
                </a:moveTo>
                <a:lnTo>
                  <a:pt x="72599" y="343889"/>
                </a:lnTo>
                <a:lnTo>
                  <a:pt x="271290" y="343889"/>
                </a:lnTo>
                <a:lnTo>
                  <a:pt x="257916" y="439413"/>
                </a:lnTo>
                <a:lnTo>
                  <a:pt x="85972" y="439413"/>
                </a:lnTo>
                <a:close/>
                <a:moveTo>
                  <a:pt x="292305" y="191049"/>
                </a:moveTo>
                <a:lnTo>
                  <a:pt x="51583" y="191049"/>
                </a:lnTo>
                <a:lnTo>
                  <a:pt x="40120" y="114630"/>
                </a:lnTo>
                <a:lnTo>
                  <a:pt x="303768" y="114630"/>
                </a:lnTo>
                <a:lnTo>
                  <a:pt x="292305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66" descr="Milk and bread icon.">
            <a:extLst>
              <a:ext uri="{FF2B5EF4-FFF2-40B4-BE49-F238E27FC236}">
                <a16:creationId xmlns:a16="http://schemas.microsoft.com/office/drawing/2014/main" id="{965059EC-351A-400A-8F72-CA541F3F6021}"/>
              </a:ext>
            </a:extLst>
          </p:cNvPr>
          <p:cNvSpPr/>
          <p:nvPr/>
        </p:nvSpPr>
        <p:spPr>
          <a:xfrm>
            <a:off x="9585916" y="4270110"/>
            <a:ext cx="379994" cy="419620"/>
          </a:xfrm>
          <a:custGeom>
            <a:avLst/>
            <a:gdLst>
              <a:gd name="connsiteX0" fmla="*/ 369670 w 379994"/>
              <a:gd name="connsiteY0" fmla="*/ 271104 h 419620"/>
              <a:gd name="connsiteX1" fmla="*/ 379394 w 379994"/>
              <a:gd name="connsiteY1" fmla="*/ 232593 h 419620"/>
              <a:gd name="connsiteX2" fmla="*/ 355181 w 379994"/>
              <a:gd name="connsiteY2" fmla="*/ 197323 h 419620"/>
              <a:gd name="connsiteX3" fmla="*/ 329253 w 379994"/>
              <a:gd name="connsiteY3" fmla="*/ 189887 h 419620"/>
              <a:gd name="connsiteX4" fmla="*/ 246892 w 379994"/>
              <a:gd name="connsiteY4" fmla="*/ 189887 h 419620"/>
              <a:gd name="connsiteX5" fmla="*/ 246510 w 379994"/>
              <a:gd name="connsiteY5" fmla="*/ 99519 h 419620"/>
              <a:gd name="connsiteX6" fmla="*/ 240600 w 379994"/>
              <a:gd name="connsiteY6" fmla="*/ 85793 h 419620"/>
              <a:gd name="connsiteX7" fmla="*/ 190459 w 379994"/>
              <a:gd name="connsiteY7" fmla="*/ 38130 h 419620"/>
              <a:gd name="connsiteX8" fmla="*/ 190459 w 379994"/>
              <a:gd name="connsiteY8" fmla="*/ 19446 h 419620"/>
              <a:gd name="connsiteX9" fmla="*/ 171394 w 379994"/>
              <a:gd name="connsiteY9" fmla="*/ 381 h 419620"/>
              <a:gd name="connsiteX10" fmla="*/ 69969 w 379994"/>
              <a:gd name="connsiteY10" fmla="*/ 0 h 419620"/>
              <a:gd name="connsiteX11" fmla="*/ 69969 w 379994"/>
              <a:gd name="connsiteY11" fmla="*/ 0 h 419620"/>
              <a:gd name="connsiteX12" fmla="*/ 57195 w 379994"/>
              <a:gd name="connsiteY12" fmla="*/ 5338 h 419620"/>
              <a:gd name="connsiteX13" fmla="*/ 51857 w 379994"/>
              <a:gd name="connsiteY13" fmla="*/ 18302 h 419620"/>
              <a:gd name="connsiteX14" fmla="*/ 51857 w 379994"/>
              <a:gd name="connsiteY14" fmla="*/ 40418 h 419620"/>
              <a:gd name="connsiteX15" fmla="*/ 5529 w 379994"/>
              <a:gd name="connsiteY15" fmla="*/ 86555 h 419620"/>
              <a:gd name="connsiteX16" fmla="*/ 0 w 379994"/>
              <a:gd name="connsiteY16" fmla="*/ 100091 h 419620"/>
              <a:gd name="connsiteX17" fmla="*/ 0 w 379994"/>
              <a:gd name="connsiteY17" fmla="*/ 401318 h 419620"/>
              <a:gd name="connsiteX18" fmla="*/ 5338 w 379994"/>
              <a:gd name="connsiteY18" fmla="*/ 414282 h 419620"/>
              <a:gd name="connsiteX19" fmla="*/ 18302 w 379994"/>
              <a:gd name="connsiteY19" fmla="*/ 419621 h 419620"/>
              <a:gd name="connsiteX20" fmla="*/ 207618 w 379994"/>
              <a:gd name="connsiteY20" fmla="*/ 419621 h 419620"/>
              <a:gd name="connsiteX21" fmla="*/ 208571 w 379994"/>
              <a:gd name="connsiteY21" fmla="*/ 419621 h 419620"/>
              <a:gd name="connsiteX22" fmla="*/ 332112 w 379994"/>
              <a:gd name="connsiteY22" fmla="*/ 419621 h 419620"/>
              <a:gd name="connsiteX23" fmla="*/ 379965 w 379994"/>
              <a:gd name="connsiteY23" fmla="*/ 369861 h 419620"/>
              <a:gd name="connsiteX24" fmla="*/ 379965 w 379994"/>
              <a:gd name="connsiteY24" fmla="*/ 301036 h 419620"/>
              <a:gd name="connsiteX25" fmla="*/ 369670 w 379994"/>
              <a:gd name="connsiteY25" fmla="*/ 271295 h 419620"/>
              <a:gd name="connsiteX26" fmla="*/ 359375 w 379994"/>
              <a:gd name="connsiteY26" fmla="*/ 234500 h 419620"/>
              <a:gd name="connsiteX27" fmla="*/ 351368 w 379994"/>
              <a:gd name="connsiteY27" fmla="*/ 261191 h 419620"/>
              <a:gd name="connsiteX28" fmla="*/ 351368 w 379994"/>
              <a:gd name="connsiteY28" fmla="*/ 278540 h 419620"/>
              <a:gd name="connsiteX29" fmla="*/ 359757 w 379994"/>
              <a:gd name="connsiteY29" fmla="*/ 300083 h 419620"/>
              <a:gd name="connsiteX30" fmla="*/ 359757 w 379994"/>
              <a:gd name="connsiteY30" fmla="*/ 368908 h 419620"/>
              <a:gd name="connsiteX31" fmla="*/ 330778 w 379994"/>
              <a:gd name="connsiteY31" fmla="*/ 399602 h 419620"/>
              <a:gd name="connsiteX32" fmla="*/ 207046 w 379994"/>
              <a:gd name="connsiteY32" fmla="*/ 399602 h 419620"/>
              <a:gd name="connsiteX33" fmla="*/ 196370 w 379994"/>
              <a:gd name="connsiteY33" fmla="*/ 397315 h 419620"/>
              <a:gd name="connsiteX34" fmla="*/ 179783 w 379994"/>
              <a:gd name="connsiteY34" fmla="*/ 369670 h 419620"/>
              <a:gd name="connsiteX35" fmla="*/ 179783 w 379994"/>
              <a:gd name="connsiteY35" fmla="*/ 300846 h 419620"/>
              <a:gd name="connsiteX36" fmla="*/ 186265 w 379994"/>
              <a:gd name="connsiteY36" fmla="*/ 281590 h 419620"/>
              <a:gd name="connsiteX37" fmla="*/ 189315 w 379994"/>
              <a:gd name="connsiteY37" fmla="*/ 273392 h 419620"/>
              <a:gd name="connsiteX38" fmla="*/ 188934 w 379994"/>
              <a:gd name="connsiteY38" fmla="*/ 264813 h 419620"/>
              <a:gd name="connsiteX39" fmla="*/ 186265 w 379994"/>
              <a:gd name="connsiteY39" fmla="*/ 259665 h 419620"/>
              <a:gd name="connsiteX40" fmla="*/ 180164 w 379994"/>
              <a:gd name="connsiteY40" fmla="*/ 235453 h 419620"/>
              <a:gd name="connsiteX41" fmla="*/ 210096 w 379994"/>
              <a:gd name="connsiteY41" fmla="*/ 209906 h 419620"/>
              <a:gd name="connsiteX42" fmla="*/ 330587 w 379994"/>
              <a:gd name="connsiteY42" fmla="*/ 209906 h 419620"/>
              <a:gd name="connsiteX43" fmla="*/ 349080 w 379994"/>
              <a:gd name="connsiteY43" fmla="*/ 216578 h 419620"/>
              <a:gd name="connsiteX44" fmla="*/ 359185 w 379994"/>
              <a:gd name="connsiteY44" fmla="*/ 234690 h 419620"/>
              <a:gd name="connsiteX45" fmla="*/ 171394 w 379994"/>
              <a:gd name="connsiteY45" fmla="*/ 19446 h 419620"/>
              <a:gd name="connsiteX46" fmla="*/ 171394 w 379994"/>
              <a:gd name="connsiteY46" fmla="*/ 34698 h 419620"/>
              <a:gd name="connsiteX47" fmla="*/ 70541 w 379994"/>
              <a:gd name="connsiteY47" fmla="*/ 34698 h 419620"/>
              <a:gd name="connsiteX48" fmla="*/ 69969 w 379994"/>
              <a:gd name="connsiteY48" fmla="*/ 18874 h 419620"/>
              <a:gd name="connsiteX49" fmla="*/ 171394 w 379994"/>
              <a:gd name="connsiteY49" fmla="*/ 19256 h 419620"/>
              <a:gd name="connsiteX50" fmla="*/ 123541 w 379994"/>
              <a:gd name="connsiteY50" fmla="*/ 399793 h 419620"/>
              <a:gd name="connsiteX51" fmla="*/ 18874 w 379994"/>
              <a:gd name="connsiteY51" fmla="*/ 400556 h 419620"/>
              <a:gd name="connsiteX52" fmla="*/ 18874 w 379994"/>
              <a:gd name="connsiteY52" fmla="*/ 105048 h 419620"/>
              <a:gd name="connsiteX53" fmla="*/ 123541 w 379994"/>
              <a:gd name="connsiteY53" fmla="*/ 105048 h 419620"/>
              <a:gd name="connsiteX54" fmla="*/ 123541 w 379994"/>
              <a:gd name="connsiteY54" fmla="*/ 399793 h 419620"/>
              <a:gd name="connsiteX55" fmla="*/ 32982 w 379994"/>
              <a:gd name="connsiteY55" fmla="*/ 85983 h 419620"/>
              <a:gd name="connsiteX56" fmla="*/ 65202 w 379994"/>
              <a:gd name="connsiteY56" fmla="*/ 53954 h 419620"/>
              <a:gd name="connsiteX57" fmla="*/ 159193 w 379994"/>
              <a:gd name="connsiteY57" fmla="*/ 53954 h 419620"/>
              <a:gd name="connsiteX58" fmla="*/ 129261 w 379994"/>
              <a:gd name="connsiteY58" fmla="*/ 85983 h 419620"/>
              <a:gd name="connsiteX59" fmla="*/ 32982 w 379994"/>
              <a:gd name="connsiteY59" fmla="*/ 85983 h 419620"/>
              <a:gd name="connsiteX60" fmla="*/ 142606 w 379994"/>
              <a:gd name="connsiteY60" fmla="*/ 99710 h 419620"/>
              <a:gd name="connsiteX61" fmla="*/ 182452 w 379994"/>
              <a:gd name="connsiteY61" fmla="*/ 56814 h 419620"/>
              <a:gd name="connsiteX62" fmla="*/ 227445 w 379994"/>
              <a:gd name="connsiteY62" fmla="*/ 99519 h 419620"/>
              <a:gd name="connsiteX63" fmla="*/ 227827 w 379994"/>
              <a:gd name="connsiteY63" fmla="*/ 189887 h 419620"/>
              <a:gd name="connsiteX64" fmla="*/ 208380 w 379994"/>
              <a:gd name="connsiteY64" fmla="*/ 189887 h 419620"/>
              <a:gd name="connsiteX65" fmla="*/ 159574 w 379994"/>
              <a:gd name="connsiteY65" fmla="*/ 231830 h 419620"/>
              <a:gd name="connsiteX66" fmla="*/ 168916 w 379994"/>
              <a:gd name="connsiteY66" fmla="*/ 269960 h 419620"/>
              <a:gd name="connsiteX67" fmla="*/ 159002 w 379994"/>
              <a:gd name="connsiteY67" fmla="*/ 300274 h 419620"/>
              <a:gd name="connsiteX68" fmla="*/ 159002 w 379994"/>
              <a:gd name="connsiteY68" fmla="*/ 369098 h 419620"/>
              <a:gd name="connsiteX69" fmla="*/ 170060 w 379994"/>
              <a:gd name="connsiteY69" fmla="*/ 400365 h 419620"/>
              <a:gd name="connsiteX70" fmla="*/ 142606 w 379994"/>
              <a:gd name="connsiteY70" fmla="*/ 400365 h 419620"/>
              <a:gd name="connsiteX71" fmla="*/ 142606 w 379994"/>
              <a:gd name="connsiteY71" fmla="*/ 99710 h 419620"/>
              <a:gd name="connsiteX72" fmla="*/ 310378 w 379994"/>
              <a:gd name="connsiteY72" fmla="*/ 281399 h 419620"/>
              <a:gd name="connsiteX73" fmla="*/ 303896 w 379994"/>
              <a:gd name="connsiteY73" fmla="*/ 279493 h 419620"/>
              <a:gd name="connsiteX74" fmla="*/ 293601 w 379994"/>
              <a:gd name="connsiteY74" fmla="*/ 283878 h 419620"/>
              <a:gd name="connsiteX75" fmla="*/ 258712 w 379994"/>
              <a:gd name="connsiteY75" fmla="*/ 320101 h 419620"/>
              <a:gd name="connsiteX76" fmla="*/ 258712 w 379994"/>
              <a:gd name="connsiteY76" fmla="*/ 340310 h 419620"/>
              <a:gd name="connsiteX77" fmla="*/ 293410 w 379994"/>
              <a:gd name="connsiteY77" fmla="*/ 376915 h 419620"/>
              <a:gd name="connsiteX78" fmla="*/ 298558 w 379994"/>
              <a:gd name="connsiteY78" fmla="*/ 380347 h 419620"/>
              <a:gd name="connsiteX79" fmla="*/ 305040 w 379994"/>
              <a:gd name="connsiteY79" fmla="*/ 382253 h 419620"/>
              <a:gd name="connsiteX80" fmla="*/ 305040 w 379994"/>
              <a:gd name="connsiteY80" fmla="*/ 382253 h 419620"/>
              <a:gd name="connsiteX81" fmla="*/ 315335 w 379994"/>
              <a:gd name="connsiteY81" fmla="*/ 377868 h 419620"/>
              <a:gd name="connsiteX82" fmla="*/ 350224 w 379994"/>
              <a:gd name="connsiteY82" fmla="*/ 341645 h 419620"/>
              <a:gd name="connsiteX83" fmla="*/ 350224 w 379994"/>
              <a:gd name="connsiteY83" fmla="*/ 321436 h 419620"/>
              <a:gd name="connsiteX84" fmla="*/ 315716 w 379994"/>
              <a:gd name="connsiteY84" fmla="*/ 284831 h 419620"/>
              <a:gd name="connsiteX85" fmla="*/ 310760 w 379994"/>
              <a:gd name="connsiteY85" fmla="*/ 281399 h 419620"/>
              <a:gd name="connsiteX86" fmla="*/ 331922 w 379994"/>
              <a:gd name="connsiteY86" fmla="*/ 330587 h 419620"/>
              <a:gd name="connsiteX87" fmla="*/ 303705 w 379994"/>
              <a:gd name="connsiteY87" fmla="*/ 359757 h 419620"/>
              <a:gd name="connsiteX88" fmla="*/ 276633 w 379994"/>
              <a:gd name="connsiteY88" fmla="*/ 331159 h 419620"/>
              <a:gd name="connsiteX89" fmla="*/ 304659 w 379994"/>
              <a:gd name="connsiteY89" fmla="*/ 301990 h 419620"/>
              <a:gd name="connsiteX90" fmla="*/ 331922 w 379994"/>
              <a:gd name="connsiteY90" fmla="*/ 330587 h 41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79994" h="419620">
                <a:moveTo>
                  <a:pt x="369670" y="271104"/>
                </a:moveTo>
                <a:cubicBezTo>
                  <a:pt x="378059" y="260237"/>
                  <a:pt x="381491" y="246510"/>
                  <a:pt x="379394" y="232593"/>
                </a:cubicBezTo>
                <a:cubicBezTo>
                  <a:pt x="377106" y="217532"/>
                  <a:pt x="367955" y="204758"/>
                  <a:pt x="355181" y="197323"/>
                </a:cubicBezTo>
                <a:cubicBezTo>
                  <a:pt x="347555" y="192557"/>
                  <a:pt x="338594" y="189887"/>
                  <a:pt x="329253" y="189887"/>
                </a:cubicBezTo>
                <a:lnTo>
                  <a:pt x="246892" y="189887"/>
                </a:lnTo>
                <a:lnTo>
                  <a:pt x="246510" y="99519"/>
                </a:lnTo>
                <a:cubicBezTo>
                  <a:pt x="246510" y="94372"/>
                  <a:pt x="244413" y="89415"/>
                  <a:pt x="240600" y="85793"/>
                </a:cubicBezTo>
                <a:lnTo>
                  <a:pt x="190459" y="38130"/>
                </a:lnTo>
                <a:lnTo>
                  <a:pt x="190459" y="19446"/>
                </a:lnTo>
                <a:cubicBezTo>
                  <a:pt x="190459" y="8961"/>
                  <a:pt x="181880" y="381"/>
                  <a:pt x="171394" y="381"/>
                </a:cubicBezTo>
                <a:lnTo>
                  <a:pt x="69969" y="0"/>
                </a:lnTo>
                <a:lnTo>
                  <a:pt x="69969" y="0"/>
                </a:lnTo>
                <a:cubicBezTo>
                  <a:pt x="65202" y="0"/>
                  <a:pt x="60627" y="1907"/>
                  <a:pt x="57195" y="5338"/>
                </a:cubicBezTo>
                <a:cubicBezTo>
                  <a:pt x="53763" y="8770"/>
                  <a:pt x="51857" y="13346"/>
                  <a:pt x="51857" y="18302"/>
                </a:cubicBezTo>
                <a:lnTo>
                  <a:pt x="51857" y="40418"/>
                </a:lnTo>
                <a:lnTo>
                  <a:pt x="5529" y="86555"/>
                </a:lnTo>
                <a:cubicBezTo>
                  <a:pt x="1907" y="90177"/>
                  <a:pt x="0" y="94944"/>
                  <a:pt x="0" y="100091"/>
                </a:cubicBezTo>
                <a:lnTo>
                  <a:pt x="0" y="401318"/>
                </a:lnTo>
                <a:cubicBezTo>
                  <a:pt x="0" y="406275"/>
                  <a:pt x="1907" y="410851"/>
                  <a:pt x="5338" y="414282"/>
                </a:cubicBezTo>
                <a:cubicBezTo>
                  <a:pt x="8770" y="417714"/>
                  <a:pt x="13346" y="419621"/>
                  <a:pt x="18302" y="419621"/>
                </a:cubicBezTo>
                <a:lnTo>
                  <a:pt x="207618" y="419621"/>
                </a:lnTo>
                <a:cubicBezTo>
                  <a:pt x="207618" y="419621"/>
                  <a:pt x="208190" y="419621"/>
                  <a:pt x="208571" y="419621"/>
                </a:cubicBezTo>
                <a:lnTo>
                  <a:pt x="332112" y="419621"/>
                </a:lnTo>
                <a:cubicBezTo>
                  <a:pt x="358422" y="419621"/>
                  <a:pt x="379965" y="397315"/>
                  <a:pt x="379965" y="369861"/>
                </a:cubicBezTo>
                <a:lnTo>
                  <a:pt x="379965" y="301036"/>
                </a:lnTo>
                <a:cubicBezTo>
                  <a:pt x="379965" y="289788"/>
                  <a:pt x="376343" y="279112"/>
                  <a:pt x="369670" y="271295"/>
                </a:cubicBezTo>
                <a:close/>
                <a:moveTo>
                  <a:pt x="359375" y="234500"/>
                </a:moveTo>
                <a:cubicBezTo>
                  <a:pt x="360900" y="244413"/>
                  <a:pt x="357850" y="254136"/>
                  <a:pt x="351368" y="261191"/>
                </a:cubicBezTo>
                <a:cubicBezTo>
                  <a:pt x="346792" y="265957"/>
                  <a:pt x="346792" y="273583"/>
                  <a:pt x="351368" y="278540"/>
                </a:cubicBezTo>
                <a:cubicBezTo>
                  <a:pt x="356897" y="284259"/>
                  <a:pt x="359757" y="292076"/>
                  <a:pt x="359757" y="300083"/>
                </a:cubicBezTo>
                <a:lnTo>
                  <a:pt x="359757" y="368908"/>
                </a:lnTo>
                <a:cubicBezTo>
                  <a:pt x="359757" y="385876"/>
                  <a:pt x="346792" y="399602"/>
                  <a:pt x="330778" y="399602"/>
                </a:cubicBezTo>
                <a:lnTo>
                  <a:pt x="207046" y="399602"/>
                </a:lnTo>
                <a:cubicBezTo>
                  <a:pt x="203233" y="399602"/>
                  <a:pt x="199611" y="398840"/>
                  <a:pt x="196370" y="397315"/>
                </a:cubicBezTo>
                <a:cubicBezTo>
                  <a:pt x="186646" y="392358"/>
                  <a:pt x="179783" y="381872"/>
                  <a:pt x="179783" y="369670"/>
                </a:cubicBezTo>
                <a:lnTo>
                  <a:pt x="179783" y="300846"/>
                </a:lnTo>
                <a:cubicBezTo>
                  <a:pt x="179783" y="293792"/>
                  <a:pt x="182071" y="287119"/>
                  <a:pt x="186265" y="281590"/>
                </a:cubicBezTo>
                <a:cubicBezTo>
                  <a:pt x="187981" y="279302"/>
                  <a:pt x="188934" y="276443"/>
                  <a:pt x="189315" y="273392"/>
                </a:cubicBezTo>
                <a:cubicBezTo>
                  <a:pt x="190269" y="270532"/>
                  <a:pt x="190078" y="267482"/>
                  <a:pt x="188934" y="264813"/>
                </a:cubicBezTo>
                <a:cubicBezTo>
                  <a:pt x="188362" y="262906"/>
                  <a:pt x="187409" y="261191"/>
                  <a:pt x="186265" y="259665"/>
                </a:cubicBezTo>
                <a:cubicBezTo>
                  <a:pt x="181118" y="252802"/>
                  <a:pt x="179020" y="244223"/>
                  <a:pt x="180164" y="235453"/>
                </a:cubicBezTo>
                <a:cubicBezTo>
                  <a:pt x="182261" y="220773"/>
                  <a:pt x="195226" y="209906"/>
                  <a:pt x="210096" y="209906"/>
                </a:cubicBezTo>
                <a:lnTo>
                  <a:pt x="330587" y="209906"/>
                </a:lnTo>
                <a:cubicBezTo>
                  <a:pt x="337641" y="209906"/>
                  <a:pt x="343933" y="212575"/>
                  <a:pt x="349080" y="216578"/>
                </a:cubicBezTo>
                <a:cubicBezTo>
                  <a:pt x="354418" y="221154"/>
                  <a:pt x="358231" y="227445"/>
                  <a:pt x="359185" y="234690"/>
                </a:cubicBezTo>
                <a:close/>
                <a:moveTo>
                  <a:pt x="171394" y="19446"/>
                </a:moveTo>
                <a:lnTo>
                  <a:pt x="171394" y="34698"/>
                </a:lnTo>
                <a:lnTo>
                  <a:pt x="70541" y="34698"/>
                </a:lnTo>
                <a:lnTo>
                  <a:pt x="69969" y="18874"/>
                </a:lnTo>
                <a:lnTo>
                  <a:pt x="171394" y="19256"/>
                </a:lnTo>
                <a:close/>
                <a:moveTo>
                  <a:pt x="123541" y="399793"/>
                </a:moveTo>
                <a:lnTo>
                  <a:pt x="18874" y="400556"/>
                </a:lnTo>
                <a:lnTo>
                  <a:pt x="18874" y="105048"/>
                </a:lnTo>
                <a:lnTo>
                  <a:pt x="123541" y="105048"/>
                </a:lnTo>
                <a:lnTo>
                  <a:pt x="123541" y="399793"/>
                </a:lnTo>
                <a:close/>
                <a:moveTo>
                  <a:pt x="32982" y="85983"/>
                </a:moveTo>
                <a:lnTo>
                  <a:pt x="65202" y="53954"/>
                </a:lnTo>
                <a:lnTo>
                  <a:pt x="159193" y="53954"/>
                </a:lnTo>
                <a:lnTo>
                  <a:pt x="129261" y="85983"/>
                </a:lnTo>
                <a:lnTo>
                  <a:pt x="32982" y="85983"/>
                </a:lnTo>
                <a:close/>
                <a:moveTo>
                  <a:pt x="142606" y="99710"/>
                </a:moveTo>
                <a:lnTo>
                  <a:pt x="182452" y="56814"/>
                </a:lnTo>
                <a:lnTo>
                  <a:pt x="227445" y="99519"/>
                </a:lnTo>
                <a:lnTo>
                  <a:pt x="227827" y="189887"/>
                </a:lnTo>
                <a:lnTo>
                  <a:pt x="208380" y="189887"/>
                </a:lnTo>
                <a:cubicBezTo>
                  <a:pt x="183977" y="189887"/>
                  <a:pt x="163006" y="207999"/>
                  <a:pt x="159574" y="231830"/>
                </a:cubicBezTo>
                <a:cubicBezTo>
                  <a:pt x="157477" y="245557"/>
                  <a:pt x="160909" y="259093"/>
                  <a:pt x="168916" y="269960"/>
                </a:cubicBezTo>
                <a:cubicBezTo>
                  <a:pt x="162434" y="278540"/>
                  <a:pt x="159002" y="289216"/>
                  <a:pt x="159002" y="300274"/>
                </a:cubicBezTo>
                <a:lnTo>
                  <a:pt x="159002" y="369098"/>
                </a:lnTo>
                <a:cubicBezTo>
                  <a:pt x="159002" y="381109"/>
                  <a:pt x="163196" y="391786"/>
                  <a:pt x="170060" y="400365"/>
                </a:cubicBezTo>
                <a:lnTo>
                  <a:pt x="142606" y="400365"/>
                </a:lnTo>
                <a:lnTo>
                  <a:pt x="142606" y="99710"/>
                </a:lnTo>
                <a:close/>
                <a:moveTo>
                  <a:pt x="310378" y="281399"/>
                </a:moveTo>
                <a:cubicBezTo>
                  <a:pt x="308281" y="280256"/>
                  <a:pt x="306184" y="279493"/>
                  <a:pt x="303896" y="279493"/>
                </a:cubicBezTo>
                <a:cubicBezTo>
                  <a:pt x="300655" y="278921"/>
                  <a:pt x="296270" y="281018"/>
                  <a:pt x="293601" y="283878"/>
                </a:cubicBezTo>
                <a:lnTo>
                  <a:pt x="258712" y="320101"/>
                </a:lnTo>
                <a:cubicBezTo>
                  <a:pt x="253183" y="325821"/>
                  <a:pt x="253183" y="334591"/>
                  <a:pt x="258712" y="340310"/>
                </a:cubicBezTo>
                <a:lnTo>
                  <a:pt x="293410" y="376915"/>
                </a:lnTo>
                <a:cubicBezTo>
                  <a:pt x="294936" y="378440"/>
                  <a:pt x="296651" y="379584"/>
                  <a:pt x="298558" y="380347"/>
                </a:cubicBezTo>
                <a:cubicBezTo>
                  <a:pt x="300655" y="381491"/>
                  <a:pt x="302752" y="382253"/>
                  <a:pt x="305040" y="382253"/>
                </a:cubicBezTo>
                <a:lnTo>
                  <a:pt x="305040" y="382253"/>
                </a:lnTo>
                <a:cubicBezTo>
                  <a:pt x="308853" y="382253"/>
                  <a:pt x="312666" y="380728"/>
                  <a:pt x="315335" y="377868"/>
                </a:cubicBezTo>
                <a:lnTo>
                  <a:pt x="350224" y="341645"/>
                </a:lnTo>
                <a:cubicBezTo>
                  <a:pt x="355753" y="335925"/>
                  <a:pt x="355753" y="327155"/>
                  <a:pt x="350224" y="321436"/>
                </a:cubicBezTo>
                <a:lnTo>
                  <a:pt x="315716" y="284831"/>
                </a:lnTo>
                <a:cubicBezTo>
                  <a:pt x="314382" y="283306"/>
                  <a:pt x="312475" y="282162"/>
                  <a:pt x="310760" y="281399"/>
                </a:cubicBezTo>
                <a:close/>
                <a:moveTo>
                  <a:pt x="331922" y="330587"/>
                </a:moveTo>
                <a:lnTo>
                  <a:pt x="303705" y="359757"/>
                </a:lnTo>
                <a:lnTo>
                  <a:pt x="276633" y="331159"/>
                </a:lnTo>
                <a:lnTo>
                  <a:pt x="304659" y="301990"/>
                </a:lnTo>
                <a:lnTo>
                  <a:pt x="331922" y="33058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Graphic 23" descr="Nutrition label icon.">
            <a:extLst>
              <a:ext uri="{FF2B5EF4-FFF2-40B4-BE49-F238E27FC236}">
                <a16:creationId xmlns:a16="http://schemas.microsoft.com/office/drawing/2014/main" id="{599F1AD3-D4E2-4E60-B2A4-E646A6299075}"/>
              </a:ext>
            </a:extLst>
          </p:cNvPr>
          <p:cNvSpPr/>
          <p:nvPr/>
        </p:nvSpPr>
        <p:spPr>
          <a:xfrm>
            <a:off x="10846688" y="4235850"/>
            <a:ext cx="340410" cy="453880"/>
          </a:xfrm>
          <a:custGeom>
            <a:avLst/>
            <a:gdLst>
              <a:gd name="connsiteX0" fmla="*/ 74512 w 340410"/>
              <a:gd name="connsiteY0" fmla="*/ 150159 h 453880"/>
              <a:gd name="connsiteX1" fmla="*/ 76025 w 340410"/>
              <a:gd name="connsiteY1" fmla="*/ 150159 h 453880"/>
              <a:gd name="connsiteX2" fmla="*/ 85292 w 340410"/>
              <a:gd name="connsiteY2" fmla="*/ 148646 h 453880"/>
              <a:gd name="connsiteX3" fmla="*/ 94747 w 340410"/>
              <a:gd name="connsiteY3" fmla="*/ 148646 h 453880"/>
              <a:gd name="connsiteX4" fmla="*/ 105338 w 340410"/>
              <a:gd name="connsiteY4" fmla="*/ 150159 h 453880"/>
              <a:gd name="connsiteX5" fmla="*/ 130301 w 340410"/>
              <a:gd name="connsiteY5" fmla="*/ 133516 h 453880"/>
              <a:gd name="connsiteX6" fmla="*/ 141081 w 340410"/>
              <a:gd name="connsiteY6" fmla="*/ 98719 h 453880"/>
              <a:gd name="connsiteX7" fmla="*/ 139757 w 340410"/>
              <a:gd name="connsiteY7" fmla="*/ 86237 h 453880"/>
              <a:gd name="connsiteX8" fmla="*/ 134840 w 340410"/>
              <a:gd name="connsiteY8" fmla="*/ 75647 h 453880"/>
              <a:gd name="connsiteX9" fmla="*/ 116874 w 340410"/>
              <a:gd name="connsiteY9" fmla="*/ 63354 h 453880"/>
              <a:gd name="connsiteX10" fmla="*/ 100043 w 340410"/>
              <a:gd name="connsiteY10" fmla="*/ 64678 h 453880"/>
              <a:gd name="connsiteX11" fmla="*/ 100043 w 340410"/>
              <a:gd name="connsiteY11" fmla="*/ 60517 h 453880"/>
              <a:gd name="connsiteX12" fmla="*/ 76781 w 340410"/>
              <a:gd name="connsiteY12" fmla="*/ 37634 h 453880"/>
              <a:gd name="connsiteX13" fmla="*/ 71108 w 340410"/>
              <a:gd name="connsiteY13" fmla="*/ 37634 h 453880"/>
              <a:gd name="connsiteX14" fmla="*/ 71108 w 340410"/>
              <a:gd name="connsiteY14" fmla="*/ 56546 h 453880"/>
              <a:gd name="connsiteX15" fmla="*/ 76781 w 340410"/>
              <a:gd name="connsiteY15" fmla="*/ 56546 h 453880"/>
              <a:gd name="connsiteX16" fmla="*/ 81131 w 340410"/>
              <a:gd name="connsiteY16" fmla="*/ 60706 h 453880"/>
              <a:gd name="connsiteX17" fmla="*/ 81131 w 340410"/>
              <a:gd name="connsiteY17" fmla="*/ 65056 h 453880"/>
              <a:gd name="connsiteX18" fmla="*/ 63543 w 340410"/>
              <a:gd name="connsiteY18" fmla="*/ 63543 h 453880"/>
              <a:gd name="connsiteX19" fmla="*/ 45388 w 340410"/>
              <a:gd name="connsiteY19" fmla="*/ 75836 h 453880"/>
              <a:gd name="connsiteX20" fmla="*/ 40471 w 340410"/>
              <a:gd name="connsiteY20" fmla="*/ 86426 h 453880"/>
              <a:gd name="connsiteX21" fmla="*/ 38958 w 340410"/>
              <a:gd name="connsiteY21" fmla="*/ 98908 h 453880"/>
              <a:gd name="connsiteX22" fmla="*/ 49738 w 340410"/>
              <a:gd name="connsiteY22" fmla="*/ 133705 h 453880"/>
              <a:gd name="connsiteX23" fmla="*/ 74701 w 340410"/>
              <a:gd name="connsiteY23" fmla="*/ 150348 h 453880"/>
              <a:gd name="connsiteX24" fmla="*/ 58437 w 340410"/>
              <a:gd name="connsiteY24" fmla="*/ 91343 h 453880"/>
              <a:gd name="connsiteX25" fmla="*/ 60706 w 340410"/>
              <a:gd name="connsiteY25" fmla="*/ 86426 h 453880"/>
              <a:gd name="connsiteX26" fmla="*/ 66947 w 340410"/>
              <a:gd name="connsiteY26" fmla="*/ 82077 h 453880"/>
              <a:gd name="connsiteX27" fmla="*/ 69028 w 340410"/>
              <a:gd name="connsiteY27" fmla="*/ 82077 h 453880"/>
              <a:gd name="connsiteX28" fmla="*/ 79240 w 340410"/>
              <a:gd name="connsiteY28" fmla="*/ 84724 h 453880"/>
              <a:gd name="connsiteX29" fmla="*/ 100799 w 340410"/>
              <a:gd name="connsiteY29" fmla="*/ 84724 h 453880"/>
              <a:gd name="connsiteX30" fmla="*/ 113092 w 340410"/>
              <a:gd name="connsiteY30" fmla="*/ 82266 h 453880"/>
              <a:gd name="connsiteX31" fmla="*/ 119144 w 340410"/>
              <a:gd name="connsiteY31" fmla="*/ 86805 h 453880"/>
              <a:gd name="connsiteX32" fmla="*/ 121413 w 340410"/>
              <a:gd name="connsiteY32" fmla="*/ 91722 h 453880"/>
              <a:gd name="connsiteX33" fmla="*/ 122169 w 340410"/>
              <a:gd name="connsiteY33" fmla="*/ 98341 h 453880"/>
              <a:gd name="connsiteX34" fmla="*/ 122169 w 340410"/>
              <a:gd name="connsiteY34" fmla="*/ 98341 h 453880"/>
              <a:gd name="connsiteX35" fmla="*/ 114605 w 340410"/>
              <a:gd name="connsiteY35" fmla="*/ 123493 h 453880"/>
              <a:gd name="connsiteX36" fmla="*/ 104014 w 340410"/>
              <a:gd name="connsiteY36" fmla="*/ 131814 h 453880"/>
              <a:gd name="connsiteX37" fmla="*/ 99475 w 340410"/>
              <a:gd name="connsiteY37" fmla="*/ 130869 h 453880"/>
              <a:gd name="connsiteX38" fmla="*/ 80185 w 340410"/>
              <a:gd name="connsiteY38" fmla="*/ 130869 h 453880"/>
              <a:gd name="connsiteX39" fmla="*/ 76214 w 340410"/>
              <a:gd name="connsiteY39" fmla="*/ 131625 h 453880"/>
              <a:gd name="connsiteX40" fmla="*/ 65623 w 340410"/>
              <a:gd name="connsiteY40" fmla="*/ 123304 h 453880"/>
              <a:gd name="connsiteX41" fmla="*/ 58059 w 340410"/>
              <a:gd name="connsiteY41" fmla="*/ 98341 h 453880"/>
              <a:gd name="connsiteX42" fmla="*/ 58815 w 340410"/>
              <a:gd name="connsiteY42" fmla="*/ 91722 h 453880"/>
              <a:gd name="connsiteX43" fmla="*/ 302587 w 340410"/>
              <a:gd name="connsiteY43" fmla="*/ 189117 h 453880"/>
              <a:gd name="connsiteX44" fmla="*/ 37823 w 340410"/>
              <a:gd name="connsiteY44" fmla="*/ 189117 h 453880"/>
              <a:gd name="connsiteX45" fmla="*/ 37823 w 340410"/>
              <a:gd name="connsiteY45" fmla="*/ 170205 h 453880"/>
              <a:gd name="connsiteX46" fmla="*/ 302587 w 340410"/>
              <a:gd name="connsiteY46" fmla="*/ 170205 h 453880"/>
              <a:gd name="connsiteX47" fmla="*/ 302587 w 340410"/>
              <a:gd name="connsiteY47" fmla="*/ 189117 h 453880"/>
              <a:gd name="connsiteX48" fmla="*/ 302587 w 340410"/>
              <a:gd name="connsiteY48" fmla="*/ 264763 h 453880"/>
              <a:gd name="connsiteX49" fmla="*/ 37823 w 340410"/>
              <a:gd name="connsiteY49" fmla="*/ 264763 h 453880"/>
              <a:gd name="connsiteX50" fmla="*/ 37823 w 340410"/>
              <a:gd name="connsiteY50" fmla="*/ 245852 h 453880"/>
              <a:gd name="connsiteX51" fmla="*/ 302587 w 340410"/>
              <a:gd name="connsiteY51" fmla="*/ 245852 h 453880"/>
              <a:gd name="connsiteX52" fmla="*/ 302587 w 340410"/>
              <a:gd name="connsiteY52" fmla="*/ 264763 h 453880"/>
              <a:gd name="connsiteX53" fmla="*/ 264763 w 340410"/>
              <a:gd name="connsiteY53" fmla="*/ 208028 h 453880"/>
              <a:gd name="connsiteX54" fmla="*/ 302587 w 340410"/>
              <a:gd name="connsiteY54" fmla="*/ 208028 h 453880"/>
              <a:gd name="connsiteX55" fmla="*/ 302587 w 340410"/>
              <a:gd name="connsiteY55" fmla="*/ 226940 h 453880"/>
              <a:gd name="connsiteX56" fmla="*/ 264763 w 340410"/>
              <a:gd name="connsiteY56" fmla="*/ 226940 h 453880"/>
              <a:gd name="connsiteX57" fmla="*/ 264763 w 340410"/>
              <a:gd name="connsiteY57" fmla="*/ 208028 h 453880"/>
              <a:gd name="connsiteX58" fmla="*/ 94558 w 340410"/>
              <a:gd name="connsiteY58" fmla="*/ 226940 h 453880"/>
              <a:gd name="connsiteX59" fmla="*/ 37823 w 340410"/>
              <a:gd name="connsiteY59" fmla="*/ 226940 h 453880"/>
              <a:gd name="connsiteX60" fmla="*/ 37823 w 340410"/>
              <a:gd name="connsiteY60" fmla="*/ 208028 h 453880"/>
              <a:gd name="connsiteX61" fmla="*/ 94558 w 340410"/>
              <a:gd name="connsiteY61" fmla="*/ 208028 h 453880"/>
              <a:gd name="connsiteX62" fmla="*/ 94558 w 340410"/>
              <a:gd name="connsiteY62" fmla="*/ 226940 h 453880"/>
              <a:gd name="connsiteX63" fmla="*/ 302587 w 340410"/>
              <a:gd name="connsiteY63" fmla="*/ 340410 h 453880"/>
              <a:gd name="connsiteX64" fmla="*/ 37823 w 340410"/>
              <a:gd name="connsiteY64" fmla="*/ 340410 h 453880"/>
              <a:gd name="connsiteX65" fmla="*/ 37823 w 340410"/>
              <a:gd name="connsiteY65" fmla="*/ 321498 h 453880"/>
              <a:gd name="connsiteX66" fmla="*/ 302587 w 340410"/>
              <a:gd name="connsiteY66" fmla="*/ 321498 h 453880"/>
              <a:gd name="connsiteX67" fmla="*/ 302587 w 340410"/>
              <a:gd name="connsiteY67" fmla="*/ 340410 h 453880"/>
              <a:gd name="connsiteX68" fmla="*/ 264763 w 340410"/>
              <a:gd name="connsiteY68" fmla="*/ 283675 h 453880"/>
              <a:gd name="connsiteX69" fmla="*/ 302587 w 340410"/>
              <a:gd name="connsiteY69" fmla="*/ 283675 h 453880"/>
              <a:gd name="connsiteX70" fmla="*/ 302587 w 340410"/>
              <a:gd name="connsiteY70" fmla="*/ 302587 h 453880"/>
              <a:gd name="connsiteX71" fmla="*/ 264763 w 340410"/>
              <a:gd name="connsiteY71" fmla="*/ 302587 h 453880"/>
              <a:gd name="connsiteX72" fmla="*/ 264763 w 340410"/>
              <a:gd name="connsiteY72" fmla="*/ 283675 h 453880"/>
              <a:gd name="connsiteX73" fmla="*/ 94558 w 340410"/>
              <a:gd name="connsiteY73" fmla="*/ 302587 h 453880"/>
              <a:gd name="connsiteX74" fmla="*/ 37823 w 340410"/>
              <a:gd name="connsiteY74" fmla="*/ 302587 h 453880"/>
              <a:gd name="connsiteX75" fmla="*/ 37823 w 340410"/>
              <a:gd name="connsiteY75" fmla="*/ 283675 h 453880"/>
              <a:gd name="connsiteX76" fmla="*/ 94558 w 340410"/>
              <a:gd name="connsiteY76" fmla="*/ 283675 h 453880"/>
              <a:gd name="connsiteX77" fmla="*/ 94558 w 340410"/>
              <a:gd name="connsiteY77" fmla="*/ 302587 h 453880"/>
              <a:gd name="connsiteX78" fmla="*/ 302587 w 340410"/>
              <a:gd name="connsiteY78" fmla="*/ 416057 h 453880"/>
              <a:gd name="connsiteX79" fmla="*/ 37823 w 340410"/>
              <a:gd name="connsiteY79" fmla="*/ 416057 h 453880"/>
              <a:gd name="connsiteX80" fmla="*/ 37823 w 340410"/>
              <a:gd name="connsiteY80" fmla="*/ 397145 h 453880"/>
              <a:gd name="connsiteX81" fmla="*/ 302587 w 340410"/>
              <a:gd name="connsiteY81" fmla="*/ 397145 h 453880"/>
              <a:gd name="connsiteX82" fmla="*/ 302587 w 340410"/>
              <a:gd name="connsiteY82" fmla="*/ 416057 h 453880"/>
              <a:gd name="connsiteX83" fmla="*/ 264763 w 340410"/>
              <a:gd name="connsiteY83" fmla="*/ 359322 h 453880"/>
              <a:gd name="connsiteX84" fmla="*/ 302587 w 340410"/>
              <a:gd name="connsiteY84" fmla="*/ 359322 h 453880"/>
              <a:gd name="connsiteX85" fmla="*/ 302587 w 340410"/>
              <a:gd name="connsiteY85" fmla="*/ 378233 h 453880"/>
              <a:gd name="connsiteX86" fmla="*/ 264763 w 340410"/>
              <a:gd name="connsiteY86" fmla="*/ 378233 h 453880"/>
              <a:gd name="connsiteX87" fmla="*/ 264763 w 340410"/>
              <a:gd name="connsiteY87" fmla="*/ 359322 h 453880"/>
              <a:gd name="connsiteX88" fmla="*/ 94558 w 340410"/>
              <a:gd name="connsiteY88" fmla="*/ 378233 h 453880"/>
              <a:gd name="connsiteX89" fmla="*/ 37823 w 340410"/>
              <a:gd name="connsiteY89" fmla="*/ 378233 h 453880"/>
              <a:gd name="connsiteX90" fmla="*/ 37823 w 340410"/>
              <a:gd name="connsiteY90" fmla="*/ 359322 h 453880"/>
              <a:gd name="connsiteX91" fmla="*/ 94558 w 340410"/>
              <a:gd name="connsiteY91" fmla="*/ 359322 h 453880"/>
              <a:gd name="connsiteX92" fmla="*/ 94558 w 340410"/>
              <a:gd name="connsiteY92" fmla="*/ 378233 h 453880"/>
              <a:gd name="connsiteX93" fmla="*/ 321498 w 340410"/>
              <a:gd name="connsiteY93" fmla="*/ 0 h 453880"/>
              <a:gd name="connsiteX94" fmla="*/ 18912 w 340410"/>
              <a:gd name="connsiteY94" fmla="*/ 0 h 453880"/>
              <a:gd name="connsiteX95" fmla="*/ 0 w 340410"/>
              <a:gd name="connsiteY95" fmla="*/ 18912 h 453880"/>
              <a:gd name="connsiteX96" fmla="*/ 0 w 340410"/>
              <a:gd name="connsiteY96" fmla="*/ 434968 h 453880"/>
              <a:gd name="connsiteX97" fmla="*/ 18912 w 340410"/>
              <a:gd name="connsiteY97" fmla="*/ 453880 h 453880"/>
              <a:gd name="connsiteX98" fmla="*/ 321498 w 340410"/>
              <a:gd name="connsiteY98" fmla="*/ 453880 h 453880"/>
              <a:gd name="connsiteX99" fmla="*/ 340410 w 340410"/>
              <a:gd name="connsiteY99" fmla="*/ 434968 h 453880"/>
              <a:gd name="connsiteX100" fmla="*/ 340410 w 340410"/>
              <a:gd name="connsiteY100" fmla="*/ 18912 h 453880"/>
              <a:gd name="connsiteX101" fmla="*/ 321498 w 340410"/>
              <a:gd name="connsiteY101" fmla="*/ 0 h 453880"/>
              <a:gd name="connsiteX102" fmla="*/ 321498 w 340410"/>
              <a:gd name="connsiteY102" fmla="*/ 434968 h 453880"/>
              <a:gd name="connsiteX103" fmla="*/ 18912 w 340410"/>
              <a:gd name="connsiteY103" fmla="*/ 434968 h 453880"/>
              <a:gd name="connsiteX104" fmla="*/ 18912 w 340410"/>
              <a:gd name="connsiteY104" fmla="*/ 18912 h 453880"/>
              <a:gd name="connsiteX105" fmla="*/ 321498 w 340410"/>
              <a:gd name="connsiteY105" fmla="*/ 18912 h 453880"/>
              <a:gd name="connsiteX106" fmla="*/ 321498 w 340410"/>
              <a:gd name="connsiteY106" fmla="*/ 434968 h 45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340410" h="453880">
                <a:moveTo>
                  <a:pt x="74512" y="150159"/>
                </a:moveTo>
                <a:cubicBezTo>
                  <a:pt x="74512" y="150159"/>
                  <a:pt x="75458" y="150159"/>
                  <a:pt x="76025" y="150159"/>
                </a:cubicBezTo>
                <a:cubicBezTo>
                  <a:pt x="79429" y="150159"/>
                  <a:pt x="82644" y="149402"/>
                  <a:pt x="85292" y="148646"/>
                </a:cubicBezTo>
                <a:cubicBezTo>
                  <a:pt x="88885" y="147700"/>
                  <a:pt x="90965" y="147700"/>
                  <a:pt x="94747" y="148646"/>
                </a:cubicBezTo>
                <a:cubicBezTo>
                  <a:pt x="97584" y="149402"/>
                  <a:pt x="101177" y="150537"/>
                  <a:pt x="105338" y="150159"/>
                </a:cubicBezTo>
                <a:cubicBezTo>
                  <a:pt x="114605" y="149402"/>
                  <a:pt x="123682" y="143350"/>
                  <a:pt x="130301" y="133516"/>
                </a:cubicBezTo>
                <a:cubicBezTo>
                  <a:pt x="136731" y="124061"/>
                  <a:pt x="140514" y="111579"/>
                  <a:pt x="141081" y="98719"/>
                </a:cubicBezTo>
                <a:cubicBezTo>
                  <a:pt x="141081" y="94558"/>
                  <a:pt x="140703" y="90398"/>
                  <a:pt x="139757" y="86237"/>
                </a:cubicBezTo>
                <a:cubicBezTo>
                  <a:pt x="138623" y="82266"/>
                  <a:pt x="136920" y="78862"/>
                  <a:pt x="134840" y="75647"/>
                </a:cubicBezTo>
                <a:cubicBezTo>
                  <a:pt x="130301" y="69217"/>
                  <a:pt x="123871" y="64678"/>
                  <a:pt x="116874" y="63354"/>
                </a:cubicBezTo>
                <a:cubicBezTo>
                  <a:pt x="110633" y="62030"/>
                  <a:pt x="104771" y="63354"/>
                  <a:pt x="100043" y="64678"/>
                </a:cubicBezTo>
                <a:lnTo>
                  <a:pt x="100043" y="60517"/>
                </a:lnTo>
                <a:cubicBezTo>
                  <a:pt x="100043" y="47847"/>
                  <a:pt x="89452" y="37634"/>
                  <a:pt x="76781" y="37634"/>
                </a:cubicBezTo>
                <a:lnTo>
                  <a:pt x="71108" y="37634"/>
                </a:lnTo>
                <a:lnTo>
                  <a:pt x="71108" y="56546"/>
                </a:lnTo>
                <a:lnTo>
                  <a:pt x="76781" y="56546"/>
                </a:lnTo>
                <a:cubicBezTo>
                  <a:pt x="79051" y="56546"/>
                  <a:pt x="80942" y="58437"/>
                  <a:pt x="81131" y="60706"/>
                </a:cubicBezTo>
                <a:lnTo>
                  <a:pt x="81131" y="65056"/>
                </a:lnTo>
                <a:cubicBezTo>
                  <a:pt x="76214" y="63354"/>
                  <a:pt x="70162" y="62219"/>
                  <a:pt x="63543" y="63543"/>
                </a:cubicBezTo>
                <a:cubicBezTo>
                  <a:pt x="56357" y="64867"/>
                  <a:pt x="49927" y="69217"/>
                  <a:pt x="45388" y="75836"/>
                </a:cubicBezTo>
                <a:cubicBezTo>
                  <a:pt x="43308" y="79051"/>
                  <a:pt x="41606" y="82455"/>
                  <a:pt x="40471" y="86426"/>
                </a:cubicBezTo>
                <a:cubicBezTo>
                  <a:pt x="39336" y="90398"/>
                  <a:pt x="38958" y="94558"/>
                  <a:pt x="38958" y="98908"/>
                </a:cubicBezTo>
                <a:cubicBezTo>
                  <a:pt x="39525" y="111957"/>
                  <a:pt x="43308" y="124250"/>
                  <a:pt x="49738" y="133705"/>
                </a:cubicBezTo>
                <a:cubicBezTo>
                  <a:pt x="56546" y="143729"/>
                  <a:pt x="65434" y="149591"/>
                  <a:pt x="74701" y="150348"/>
                </a:cubicBezTo>
                <a:close/>
                <a:moveTo>
                  <a:pt x="58437" y="91343"/>
                </a:moveTo>
                <a:cubicBezTo>
                  <a:pt x="59004" y="89452"/>
                  <a:pt x="59761" y="87750"/>
                  <a:pt x="60706" y="86426"/>
                </a:cubicBezTo>
                <a:cubicBezTo>
                  <a:pt x="62409" y="83968"/>
                  <a:pt x="64489" y="82455"/>
                  <a:pt x="66947" y="82077"/>
                </a:cubicBezTo>
                <a:cubicBezTo>
                  <a:pt x="67515" y="82077"/>
                  <a:pt x="68271" y="82077"/>
                  <a:pt x="69028" y="82077"/>
                </a:cubicBezTo>
                <a:cubicBezTo>
                  <a:pt x="72243" y="82077"/>
                  <a:pt x="75836" y="83400"/>
                  <a:pt x="79240" y="84724"/>
                </a:cubicBezTo>
                <a:cubicBezTo>
                  <a:pt x="86426" y="87561"/>
                  <a:pt x="93613" y="87561"/>
                  <a:pt x="100799" y="84724"/>
                </a:cubicBezTo>
                <a:cubicBezTo>
                  <a:pt x="104960" y="83211"/>
                  <a:pt x="109120" y="81509"/>
                  <a:pt x="113092" y="82266"/>
                </a:cubicBezTo>
                <a:cubicBezTo>
                  <a:pt x="115361" y="82644"/>
                  <a:pt x="117631" y="84346"/>
                  <a:pt x="119144" y="86805"/>
                </a:cubicBezTo>
                <a:cubicBezTo>
                  <a:pt x="120089" y="88317"/>
                  <a:pt x="120846" y="89830"/>
                  <a:pt x="121413" y="91722"/>
                </a:cubicBezTo>
                <a:cubicBezTo>
                  <a:pt x="121980" y="93802"/>
                  <a:pt x="122169" y="96071"/>
                  <a:pt x="122169" y="98341"/>
                </a:cubicBezTo>
                <a:lnTo>
                  <a:pt x="122169" y="98341"/>
                </a:lnTo>
                <a:cubicBezTo>
                  <a:pt x="121791" y="107797"/>
                  <a:pt x="119144" y="116685"/>
                  <a:pt x="114605" y="123493"/>
                </a:cubicBezTo>
                <a:cubicBezTo>
                  <a:pt x="110633" y="129356"/>
                  <a:pt x="106473" y="131625"/>
                  <a:pt x="104014" y="131814"/>
                </a:cubicBezTo>
                <a:cubicBezTo>
                  <a:pt x="103258" y="131814"/>
                  <a:pt x="101367" y="131436"/>
                  <a:pt x="99475" y="130869"/>
                </a:cubicBezTo>
                <a:cubicBezTo>
                  <a:pt x="94558" y="129545"/>
                  <a:pt x="86426" y="129356"/>
                  <a:pt x="80185" y="130869"/>
                </a:cubicBezTo>
                <a:cubicBezTo>
                  <a:pt x="78862" y="131247"/>
                  <a:pt x="76781" y="132003"/>
                  <a:pt x="76214" y="131625"/>
                </a:cubicBezTo>
                <a:cubicBezTo>
                  <a:pt x="73566" y="131625"/>
                  <a:pt x="69595" y="129167"/>
                  <a:pt x="65623" y="123304"/>
                </a:cubicBezTo>
                <a:cubicBezTo>
                  <a:pt x="61085" y="116685"/>
                  <a:pt x="58437" y="107797"/>
                  <a:pt x="58059" y="98341"/>
                </a:cubicBezTo>
                <a:cubicBezTo>
                  <a:pt x="58059" y="96071"/>
                  <a:pt x="58059" y="93802"/>
                  <a:pt x="58815" y="91722"/>
                </a:cubicBezTo>
                <a:close/>
                <a:moveTo>
                  <a:pt x="302587" y="189117"/>
                </a:moveTo>
                <a:lnTo>
                  <a:pt x="37823" y="189117"/>
                </a:lnTo>
                <a:lnTo>
                  <a:pt x="37823" y="170205"/>
                </a:lnTo>
                <a:lnTo>
                  <a:pt x="302587" y="170205"/>
                </a:lnTo>
                <a:lnTo>
                  <a:pt x="302587" y="189117"/>
                </a:lnTo>
                <a:close/>
                <a:moveTo>
                  <a:pt x="302587" y="264763"/>
                </a:moveTo>
                <a:lnTo>
                  <a:pt x="37823" y="264763"/>
                </a:lnTo>
                <a:lnTo>
                  <a:pt x="37823" y="245852"/>
                </a:lnTo>
                <a:lnTo>
                  <a:pt x="302587" y="245852"/>
                </a:lnTo>
                <a:lnTo>
                  <a:pt x="302587" y="264763"/>
                </a:lnTo>
                <a:close/>
                <a:moveTo>
                  <a:pt x="264763" y="208028"/>
                </a:moveTo>
                <a:lnTo>
                  <a:pt x="302587" y="208028"/>
                </a:lnTo>
                <a:lnTo>
                  <a:pt x="302587" y="226940"/>
                </a:lnTo>
                <a:lnTo>
                  <a:pt x="264763" y="226940"/>
                </a:lnTo>
                <a:lnTo>
                  <a:pt x="264763" y="208028"/>
                </a:lnTo>
                <a:close/>
                <a:moveTo>
                  <a:pt x="94558" y="226940"/>
                </a:moveTo>
                <a:lnTo>
                  <a:pt x="37823" y="226940"/>
                </a:lnTo>
                <a:lnTo>
                  <a:pt x="37823" y="208028"/>
                </a:lnTo>
                <a:lnTo>
                  <a:pt x="94558" y="208028"/>
                </a:lnTo>
                <a:lnTo>
                  <a:pt x="94558" y="226940"/>
                </a:lnTo>
                <a:close/>
                <a:moveTo>
                  <a:pt x="302587" y="340410"/>
                </a:moveTo>
                <a:lnTo>
                  <a:pt x="37823" y="340410"/>
                </a:lnTo>
                <a:lnTo>
                  <a:pt x="37823" y="321498"/>
                </a:lnTo>
                <a:lnTo>
                  <a:pt x="302587" y="321498"/>
                </a:lnTo>
                <a:lnTo>
                  <a:pt x="302587" y="340410"/>
                </a:lnTo>
                <a:close/>
                <a:moveTo>
                  <a:pt x="264763" y="283675"/>
                </a:moveTo>
                <a:lnTo>
                  <a:pt x="302587" y="283675"/>
                </a:lnTo>
                <a:lnTo>
                  <a:pt x="302587" y="302587"/>
                </a:lnTo>
                <a:lnTo>
                  <a:pt x="264763" y="302587"/>
                </a:lnTo>
                <a:lnTo>
                  <a:pt x="264763" y="283675"/>
                </a:lnTo>
                <a:close/>
                <a:moveTo>
                  <a:pt x="94558" y="302587"/>
                </a:moveTo>
                <a:lnTo>
                  <a:pt x="37823" y="302587"/>
                </a:lnTo>
                <a:lnTo>
                  <a:pt x="37823" y="283675"/>
                </a:lnTo>
                <a:lnTo>
                  <a:pt x="94558" y="283675"/>
                </a:lnTo>
                <a:lnTo>
                  <a:pt x="94558" y="302587"/>
                </a:lnTo>
                <a:close/>
                <a:moveTo>
                  <a:pt x="302587" y="416057"/>
                </a:moveTo>
                <a:lnTo>
                  <a:pt x="37823" y="416057"/>
                </a:lnTo>
                <a:lnTo>
                  <a:pt x="37823" y="397145"/>
                </a:lnTo>
                <a:lnTo>
                  <a:pt x="302587" y="397145"/>
                </a:lnTo>
                <a:lnTo>
                  <a:pt x="302587" y="416057"/>
                </a:lnTo>
                <a:close/>
                <a:moveTo>
                  <a:pt x="264763" y="359322"/>
                </a:moveTo>
                <a:lnTo>
                  <a:pt x="302587" y="359322"/>
                </a:lnTo>
                <a:lnTo>
                  <a:pt x="302587" y="378233"/>
                </a:lnTo>
                <a:lnTo>
                  <a:pt x="264763" y="378233"/>
                </a:lnTo>
                <a:lnTo>
                  <a:pt x="264763" y="359322"/>
                </a:lnTo>
                <a:close/>
                <a:moveTo>
                  <a:pt x="94558" y="378233"/>
                </a:moveTo>
                <a:lnTo>
                  <a:pt x="37823" y="378233"/>
                </a:lnTo>
                <a:lnTo>
                  <a:pt x="37823" y="359322"/>
                </a:lnTo>
                <a:lnTo>
                  <a:pt x="94558" y="359322"/>
                </a:lnTo>
                <a:lnTo>
                  <a:pt x="94558" y="378233"/>
                </a:lnTo>
                <a:close/>
                <a:moveTo>
                  <a:pt x="321498" y="0"/>
                </a:moveTo>
                <a:lnTo>
                  <a:pt x="18912" y="0"/>
                </a:lnTo>
                <a:cubicBezTo>
                  <a:pt x="8510" y="0"/>
                  <a:pt x="0" y="8510"/>
                  <a:pt x="0" y="18912"/>
                </a:cubicBezTo>
                <a:lnTo>
                  <a:pt x="0" y="434968"/>
                </a:lnTo>
                <a:cubicBezTo>
                  <a:pt x="0" y="445370"/>
                  <a:pt x="8510" y="453880"/>
                  <a:pt x="18912" y="453880"/>
                </a:cubicBezTo>
                <a:lnTo>
                  <a:pt x="321498" y="453880"/>
                </a:lnTo>
                <a:cubicBezTo>
                  <a:pt x="331900" y="453880"/>
                  <a:pt x="340410" y="445370"/>
                  <a:pt x="340410" y="434968"/>
                </a:cubicBezTo>
                <a:lnTo>
                  <a:pt x="340410" y="18912"/>
                </a:lnTo>
                <a:cubicBezTo>
                  <a:pt x="340410" y="8510"/>
                  <a:pt x="331900" y="0"/>
                  <a:pt x="321498" y="0"/>
                </a:cubicBezTo>
                <a:close/>
                <a:moveTo>
                  <a:pt x="321498" y="434968"/>
                </a:moveTo>
                <a:lnTo>
                  <a:pt x="18912" y="434968"/>
                </a:lnTo>
                <a:lnTo>
                  <a:pt x="18912" y="18912"/>
                </a:lnTo>
                <a:lnTo>
                  <a:pt x="321498" y="18912"/>
                </a:lnTo>
                <a:lnTo>
                  <a:pt x="321498" y="434968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20" descr="Low sodium icon.">
            <a:extLst>
              <a:ext uri="{FF2B5EF4-FFF2-40B4-BE49-F238E27FC236}">
                <a16:creationId xmlns:a16="http://schemas.microsoft.com/office/drawing/2014/main" id="{8CBBC3CA-F00C-D274-78B6-791B61CE4BAA}"/>
              </a:ext>
            </a:extLst>
          </p:cNvPr>
          <p:cNvSpPr/>
          <p:nvPr/>
        </p:nvSpPr>
        <p:spPr>
          <a:xfrm>
            <a:off x="924794" y="5156012"/>
            <a:ext cx="454964" cy="454964"/>
          </a:xfrm>
          <a:custGeom>
            <a:avLst/>
            <a:gdLst>
              <a:gd name="connsiteX0" fmla="*/ 331745 w 454964"/>
              <a:gd name="connsiteY0" fmla="*/ 286248 h 454964"/>
              <a:gd name="connsiteX1" fmla="*/ 331745 w 454964"/>
              <a:gd name="connsiteY1" fmla="*/ 301414 h 454964"/>
              <a:gd name="connsiteX2" fmla="*/ 316579 w 454964"/>
              <a:gd name="connsiteY2" fmla="*/ 301414 h 454964"/>
              <a:gd name="connsiteX3" fmla="*/ 316579 w 454964"/>
              <a:gd name="connsiteY3" fmla="*/ 286248 h 454964"/>
              <a:gd name="connsiteX4" fmla="*/ 316579 w 454964"/>
              <a:gd name="connsiteY4" fmla="*/ 286248 h 454964"/>
              <a:gd name="connsiteX5" fmla="*/ 331745 w 454964"/>
              <a:gd name="connsiteY5" fmla="*/ 286248 h 454964"/>
              <a:gd name="connsiteX6" fmla="*/ 312788 w 454964"/>
              <a:gd name="connsiteY6" fmla="*/ 354493 h 454964"/>
              <a:gd name="connsiteX7" fmla="*/ 301414 w 454964"/>
              <a:gd name="connsiteY7" fmla="*/ 322266 h 454964"/>
              <a:gd name="connsiteX8" fmla="*/ 278665 w 454964"/>
              <a:gd name="connsiteY8" fmla="*/ 322266 h 454964"/>
              <a:gd name="connsiteX9" fmla="*/ 267291 w 454964"/>
              <a:gd name="connsiteY9" fmla="*/ 356388 h 454964"/>
              <a:gd name="connsiteX10" fmla="*/ 259709 w 454964"/>
              <a:gd name="connsiteY10" fmla="*/ 322266 h 454964"/>
              <a:gd name="connsiteX11" fmla="*/ 240752 w 454964"/>
              <a:gd name="connsiteY11" fmla="*/ 322266 h 454964"/>
              <a:gd name="connsiteX12" fmla="*/ 259709 w 454964"/>
              <a:gd name="connsiteY12" fmla="*/ 388615 h 454964"/>
              <a:gd name="connsiteX13" fmla="*/ 278665 w 454964"/>
              <a:gd name="connsiteY13" fmla="*/ 388615 h 454964"/>
              <a:gd name="connsiteX14" fmla="*/ 290040 w 454964"/>
              <a:gd name="connsiteY14" fmla="*/ 348806 h 454964"/>
              <a:gd name="connsiteX15" fmla="*/ 303309 w 454964"/>
              <a:gd name="connsiteY15" fmla="*/ 388615 h 454964"/>
              <a:gd name="connsiteX16" fmla="*/ 322266 w 454964"/>
              <a:gd name="connsiteY16" fmla="*/ 388615 h 454964"/>
              <a:gd name="connsiteX17" fmla="*/ 339327 w 454964"/>
              <a:gd name="connsiteY17" fmla="*/ 322266 h 454964"/>
              <a:gd name="connsiteX18" fmla="*/ 320370 w 454964"/>
              <a:gd name="connsiteY18" fmla="*/ 322266 h 454964"/>
              <a:gd name="connsiteX19" fmla="*/ 312788 w 454964"/>
              <a:gd name="connsiteY19" fmla="*/ 354493 h 454964"/>
              <a:gd name="connsiteX20" fmla="*/ 244543 w 454964"/>
              <a:gd name="connsiteY20" fmla="*/ 358284 h 454964"/>
              <a:gd name="connsiteX21" fmla="*/ 208525 w 454964"/>
              <a:gd name="connsiteY21" fmla="*/ 388615 h 454964"/>
              <a:gd name="connsiteX22" fmla="*/ 176299 w 454964"/>
              <a:gd name="connsiteY22" fmla="*/ 354493 h 454964"/>
              <a:gd name="connsiteX23" fmla="*/ 210421 w 454964"/>
              <a:gd name="connsiteY23" fmla="*/ 322266 h 454964"/>
              <a:gd name="connsiteX24" fmla="*/ 244543 w 454964"/>
              <a:gd name="connsiteY24" fmla="*/ 358284 h 454964"/>
              <a:gd name="connsiteX25" fmla="*/ 244543 w 454964"/>
              <a:gd name="connsiteY25" fmla="*/ 358284 h 454964"/>
              <a:gd name="connsiteX26" fmla="*/ 225586 w 454964"/>
              <a:gd name="connsiteY26" fmla="*/ 352597 h 454964"/>
              <a:gd name="connsiteX27" fmla="*/ 210421 w 454964"/>
              <a:gd name="connsiteY27" fmla="*/ 339327 h 454964"/>
              <a:gd name="connsiteX28" fmla="*/ 197151 w 454964"/>
              <a:gd name="connsiteY28" fmla="*/ 356388 h 454964"/>
              <a:gd name="connsiteX29" fmla="*/ 210421 w 454964"/>
              <a:gd name="connsiteY29" fmla="*/ 367763 h 454964"/>
              <a:gd name="connsiteX30" fmla="*/ 225586 w 454964"/>
              <a:gd name="connsiteY30" fmla="*/ 352597 h 454964"/>
              <a:gd name="connsiteX31" fmla="*/ 225586 w 454964"/>
              <a:gd name="connsiteY31" fmla="*/ 352597 h 454964"/>
              <a:gd name="connsiteX32" fmla="*/ 149759 w 454964"/>
              <a:gd name="connsiteY32" fmla="*/ 322266 h 454964"/>
              <a:gd name="connsiteX33" fmla="*/ 130802 w 454964"/>
              <a:gd name="connsiteY33" fmla="*/ 322266 h 454964"/>
              <a:gd name="connsiteX34" fmla="*/ 130802 w 454964"/>
              <a:gd name="connsiteY34" fmla="*/ 388615 h 454964"/>
              <a:gd name="connsiteX35" fmla="*/ 178194 w 454964"/>
              <a:gd name="connsiteY35" fmla="*/ 388615 h 454964"/>
              <a:gd name="connsiteX36" fmla="*/ 178194 w 454964"/>
              <a:gd name="connsiteY36" fmla="*/ 369658 h 454964"/>
              <a:gd name="connsiteX37" fmla="*/ 149759 w 454964"/>
              <a:gd name="connsiteY37" fmla="*/ 369658 h 454964"/>
              <a:gd name="connsiteX38" fmla="*/ 149759 w 454964"/>
              <a:gd name="connsiteY38" fmla="*/ 322266 h 454964"/>
              <a:gd name="connsiteX39" fmla="*/ 326058 w 454964"/>
              <a:gd name="connsiteY39" fmla="*/ 261604 h 454964"/>
              <a:gd name="connsiteX40" fmla="*/ 326058 w 454964"/>
              <a:gd name="connsiteY40" fmla="*/ 246439 h 454964"/>
              <a:gd name="connsiteX41" fmla="*/ 312788 w 454964"/>
              <a:gd name="connsiteY41" fmla="*/ 246439 h 454964"/>
              <a:gd name="connsiteX42" fmla="*/ 312788 w 454964"/>
              <a:gd name="connsiteY42" fmla="*/ 261604 h 454964"/>
              <a:gd name="connsiteX43" fmla="*/ 326058 w 454964"/>
              <a:gd name="connsiteY43" fmla="*/ 261604 h 454964"/>
              <a:gd name="connsiteX44" fmla="*/ 284353 w 454964"/>
              <a:gd name="connsiteY44" fmla="*/ 293831 h 454964"/>
              <a:gd name="connsiteX45" fmla="*/ 284353 w 454964"/>
              <a:gd name="connsiteY45" fmla="*/ 278665 h 454964"/>
              <a:gd name="connsiteX46" fmla="*/ 269187 w 454964"/>
              <a:gd name="connsiteY46" fmla="*/ 278665 h 454964"/>
              <a:gd name="connsiteX47" fmla="*/ 269187 w 454964"/>
              <a:gd name="connsiteY47" fmla="*/ 293831 h 454964"/>
              <a:gd name="connsiteX48" fmla="*/ 269187 w 454964"/>
              <a:gd name="connsiteY48" fmla="*/ 293831 h 454964"/>
              <a:gd name="connsiteX49" fmla="*/ 284353 w 454964"/>
              <a:gd name="connsiteY49" fmla="*/ 293831 h 454964"/>
              <a:gd name="connsiteX50" fmla="*/ 454964 w 454964"/>
              <a:gd name="connsiteY50" fmla="*/ 227482 h 454964"/>
              <a:gd name="connsiteX51" fmla="*/ 227482 w 454964"/>
              <a:gd name="connsiteY51" fmla="*/ 454964 h 454964"/>
              <a:gd name="connsiteX52" fmla="*/ 0 w 454964"/>
              <a:gd name="connsiteY52" fmla="*/ 227482 h 454964"/>
              <a:gd name="connsiteX53" fmla="*/ 227482 w 454964"/>
              <a:gd name="connsiteY53" fmla="*/ 0 h 454964"/>
              <a:gd name="connsiteX54" fmla="*/ 454964 w 454964"/>
              <a:gd name="connsiteY54" fmla="*/ 227482 h 454964"/>
              <a:gd name="connsiteX55" fmla="*/ 454964 w 454964"/>
              <a:gd name="connsiteY55" fmla="*/ 227482 h 454964"/>
              <a:gd name="connsiteX56" fmla="*/ 58766 w 454964"/>
              <a:gd name="connsiteY56" fmla="*/ 106158 h 454964"/>
              <a:gd name="connsiteX57" fmla="*/ 168716 w 454964"/>
              <a:gd name="connsiteY57" fmla="*/ 219899 h 454964"/>
              <a:gd name="connsiteX58" fmla="*/ 263500 w 454964"/>
              <a:gd name="connsiteY58" fmla="*/ 136489 h 454964"/>
              <a:gd name="connsiteX59" fmla="*/ 180090 w 454964"/>
              <a:gd name="connsiteY59" fmla="*/ 24644 h 454964"/>
              <a:gd name="connsiteX60" fmla="*/ 147863 w 454964"/>
              <a:gd name="connsiteY60" fmla="*/ 36018 h 454964"/>
              <a:gd name="connsiteX61" fmla="*/ 144072 w 454964"/>
              <a:gd name="connsiteY61" fmla="*/ 36018 h 454964"/>
              <a:gd name="connsiteX62" fmla="*/ 212317 w 454964"/>
              <a:gd name="connsiteY62" fmla="*/ 111845 h 454964"/>
              <a:gd name="connsiteX63" fmla="*/ 197151 w 454964"/>
              <a:gd name="connsiteY63" fmla="*/ 125115 h 454964"/>
              <a:gd name="connsiteX64" fmla="*/ 127011 w 454964"/>
              <a:gd name="connsiteY64" fmla="*/ 45496 h 454964"/>
              <a:gd name="connsiteX65" fmla="*/ 90993 w 454964"/>
              <a:gd name="connsiteY65" fmla="*/ 70140 h 454964"/>
              <a:gd name="connsiteX66" fmla="*/ 185777 w 454964"/>
              <a:gd name="connsiteY66" fmla="*/ 178194 h 454964"/>
              <a:gd name="connsiteX67" fmla="*/ 172507 w 454964"/>
              <a:gd name="connsiteY67" fmla="*/ 189568 h 454964"/>
              <a:gd name="connsiteX68" fmla="*/ 77723 w 454964"/>
              <a:gd name="connsiteY68" fmla="*/ 81514 h 454964"/>
              <a:gd name="connsiteX69" fmla="*/ 58766 w 454964"/>
              <a:gd name="connsiteY69" fmla="*/ 106158 h 454964"/>
              <a:gd name="connsiteX70" fmla="*/ 210421 w 454964"/>
              <a:gd name="connsiteY70" fmla="*/ 267291 h 454964"/>
              <a:gd name="connsiteX71" fmla="*/ 225586 w 454964"/>
              <a:gd name="connsiteY71" fmla="*/ 284353 h 454964"/>
              <a:gd name="connsiteX72" fmla="*/ 320370 w 454964"/>
              <a:gd name="connsiteY72" fmla="*/ 200942 h 454964"/>
              <a:gd name="connsiteX73" fmla="*/ 305205 w 454964"/>
              <a:gd name="connsiteY73" fmla="*/ 183881 h 454964"/>
              <a:gd name="connsiteX74" fmla="*/ 210421 w 454964"/>
              <a:gd name="connsiteY74" fmla="*/ 267291 h 454964"/>
              <a:gd name="connsiteX75" fmla="*/ 274874 w 454964"/>
              <a:gd name="connsiteY75" fmla="*/ 183881 h 454964"/>
              <a:gd name="connsiteX76" fmla="*/ 259709 w 454964"/>
              <a:gd name="connsiteY76" fmla="*/ 166820 h 454964"/>
              <a:gd name="connsiteX77" fmla="*/ 197151 w 454964"/>
              <a:gd name="connsiteY77" fmla="*/ 221795 h 454964"/>
              <a:gd name="connsiteX78" fmla="*/ 212317 w 454964"/>
              <a:gd name="connsiteY78" fmla="*/ 238856 h 454964"/>
              <a:gd name="connsiteX79" fmla="*/ 274874 w 454964"/>
              <a:gd name="connsiteY79" fmla="*/ 183881 h 454964"/>
              <a:gd name="connsiteX80" fmla="*/ 434111 w 454964"/>
              <a:gd name="connsiteY80" fmla="*/ 229378 h 454964"/>
              <a:gd name="connsiteX81" fmla="*/ 225586 w 454964"/>
              <a:gd name="connsiteY81" fmla="*/ 20853 h 454964"/>
              <a:gd name="connsiteX82" fmla="*/ 199047 w 454964"/>
              <a:gd name="connsiteY82" fmla="*/ 22748 h 454964"/>
              <a:gd name="connsiteX83" fmla="*/ 278665 w 454964"/>
              <a:gd name="connsiteY83" fmla="*/ 127011 h 454964"/>
              <a:gd name="connsiteX84" fmla="*/ 276770 w 454964"/>
              <a:gd name="connsiteY84" fmla="*/ 153550 h 454964"/>
              <a:gd name="connsiteX85" fmla="*/ 274874 w 454964"/>
              <a:gd name="connsiteY85" fmla="*/ 155446 h 454964"/>
              <a:gd name="connsiteX86" fmla="*/ 290040 w 454964"/>
              <a:gd name="connsiteY86" fmla="*/ 170612 h 454964"/>
              <a:gd name="connsiteX87" fmla="*/ 307101 w 454964"/>
              <a:gd name="connsiteY87" fmla="*/ 155446 h 454964"/>
              <a:gd name="connsiteX88" fmla="*/ 335536 w 454964"/>
              <a:gd name="connsiteY88" fmla="*/ 185777 h 454964"/>
              <a:gd name="connsiteX89" fmla="*/ 333640 w 454964"/>
              <a:gd name="connsiteY89" fmla="*/ 212317 h 454964"/>
              <a:gd name="connsiteX90" fmla="*/ 238856 w 454964"/>
              <a:gd name="connsiteY90" fmla="*/ 295727 h 454964"/>
              <a:gd name="connsiteX91" fmla="*/ 225586 w 454964"/>
              <a:gd name="connsiteY91" fmla="*/ 303309 h 454964"/>
              <a:gd name="connsiteX92" fmla="*/ 223691 w 454964"/>
              <a:gd name="connsiteY92" fmla="*/ 303309 h 454964"/>
              <a:gd name="connsiteX93" fmla="*/ 210421 w 454964"/>
              <a:gd name="connsiteY93" fmla="*/ 297622 h 454964"/>
              <a:gd name="connsiteX94" fmla="*/ 183881 w 454964"/>
              <a:gd name="connsiteY94" fmla="*/ 265396 h 454964"/>
              <a:gd name="connsiteX95" fmla="*/ 199047 w 454964"/>
              <a:gd name="connsiteY95" fmla="*/ 252126 h 454964"/>
              <a:gd name="connsiteX96" fmla="*/ 183881 w 454964"/>
              <a:gd name="connsiteY96" fmla="*/ 235065 h 454964"/>
              <a:gd name="connsiteX97" fmla="*/ 183881 w 454964"/>
              <a:gd name="connsiteY97" fmla="*/ 235065 h 454964"/>
              <a:gd name="connsiteX98" fmla="*/ 170612 w 454964"/>
              <a:gd name="connsiteY98" fmla="*/ 240752 h 454964"/>
              <a:gd name="connsiteX99" fmla="*/ 155446 w 454964"/>
              <a:gd name="connsiteY99" fmla="*/ 235065 h 454964"/>
              <a:gd name="connsiteX100" fmla="*/ 47392 w 454964"/>
              <a:gd name="connsiteY100" fmla="*/ 121324 h 454964"/>
              <a:gd name="connsiteX101" fmla="*/ 119428 w 454964"/>
              <a:gd name="connsiteY101" fmla="*/ 407572 h 454964"/>
              <a:gd name="connsiteX102" fmla="*/ 225586 w 454964"/>
              <a:gd name="connsiteY102" fmla="*/ 436007 h 454964"/>
              <a:gd name="connsiteX103" fmla="*/ 434111 w 454964"/>
              <a:gd name="connsiteY103" fmla="*/ 229378 h 454964"/>
              <a:gd name="connsiteX104" fmla="*/ 434111 w 454964"/>
              <a:gd name="connsiteY104" fmla="*/ 229378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454964" h="454964">
                <a:moveTo>
                  <a:pt x="331745" y="286248"/>
                </a:moveTo>
                <a:cubicBezTo>
                  <a:pt x="335536" y="290040"/>
                  <a:pt x="335536" y="297622"/>
                  <a:pt x="331745" y="301414"/>
                </a:cubicBezTo>
                <a:cubicBezTo>
                  <a:pt x="327953" y="305205"/>
                  <a:pt x="320370" y="305205"/>
                  <a:pt x="316579" y="301414"/>
                </a:cubicBezTo>
                <a:cubicBezTo>
                  <a:pt x="312788" y="297622"/>
                  <a:pt x="312788" y="290040"/>
                  <a:pt x="316579" y="286248"/>
                </a:cubicBezTo>
                <a:lnTo>
                  <a:pt x="316579" y="286248"/>
                </a:lnTo>
                <a:cubicBezTo>
                  <a:pt x="320370" y="280561"/>
                  <a:pt x="327953" y="282457"/>
                  <a:pt x="331745" y="286248"/>
                </a:cubicBezTo>
                <a:close/>
                <a:moveTo>
                  <a:pt x="312788" y="354493"/>
                </a:moveTo>
                <a:lnTo>
                  <a:pt x="301414" y="322266"/>
                </a:lnTo>
                <a:lnTo>
                  <a:pt x="278665" y="322266"/>
                </a:lnTo>
                <a:lnTo>
                  <a:pt x="267291" y="356388"/>
                </a:lnTo>
                <a:lnTo>
                  <a:pt x="259709" y="322266"/>
                </a:lnTo>
                <a:lnTo>
                  <a:pt x="240752" y="322266"/>
                </a:lnTo>
                <a:lnTo>
                  <a:pt x="259709" y="388615"/>
                </a:lnTo>
                <a:lnTo>
                  <a:pt x="278665" y="388615"/>
                </a:lnTo>
                <a:lnTo>
                  <a:pt x="290040" y="348806"/>
                </a:lnTo>
                <a:lnTo>
                  <a:pt x="303309" y="388615"/>
                </a:lnTo>
                <a:lnTo>
                  <a:pt x="322266" y="388615"/>
                </a:lnTo>
                <a:lnTo>
                  <a:pt x="339327" y="322266"/>
                </a:lnTo>
                <a:lnTo>
                  <a:pt x="320370" y="322266"/>
                </a:lnTo>
                <a:lnTo>
                  <a:pt x="312788" y="354493"/>
                </a:lnTo>
                <a:close/>
                <a:moveTo>
                  <a:pt x="244543" y="358284"/>
                </a:moveTo>
                <a:cubicBezTo>
                  <a:pt x="244543" y="375345"/>
                  <a:pt x="225586" y="390511"/>
                  <a:pt x="208525" y="388615"/>
                </a:cubicBezTo>
                <a:cubicBezTo>
                  <a:pt x="189568" y="388615"/>
                  <a:pt x="176299" y="373450"/>
                  <a:pt x="176299" y="354493"/>
                </a:cubicBezTo>
                <a:cubicBezTo>
                  <a:pt x="176299" y="337432"/>
                  <a:pt x="191464" y="322266"/>
                  <a:pt x="210421" y="322266"/>
                </a:cubicBezTo>
                <a:cubicBezTo>
                  <a:pt x="231273" y="322266"/>
                  <a:pt x="244543" y="337432"/>
                  <a:pt x="244543" y="358284"/>
                </a:cubicBezTo>
                <a:lnTo>
                  <a:pt x="244543" y="358284"/>
                </a:lnTo>
                <a:close/>
                <a:moveTo>
                  <a:pt x="225586" y="352597"/>
                </a:moveTo>
                <a:cubicBezTo>
                  <a:pt x="225586" y="348806"/>
                  <a:pt x="219899" y="339327"/>
                  <a:pt x="210421" y="339327"/>
                </a:cubicBezTo>
                <a:cubicBezTo>
                  <a:pt x="200942" y="339327"/>
                  <a:pt x="197151" y="346910"/>
                  <a:pt x="197151" y="356388"/>
                </a:cubicBezTo>
                <a:cubicBezTo>
                  <a:pt x="197151" y="362076"/>
                  <a:pt x="202838" y="367763"/>
                  <a:pt x="210421" y="367763"/>
                </a:cubicBezTo>
                <a:cubicBezTo>
                  <a:pt x="219899" y="369658"/>
                  <a:pt x="225586" y="365867"/>
                  <a:pt x="225586" y="352597"/>
                </a:cubicBezTo>
                <a:lnTo>
                  <a:pt x="225586" y="352597"/>
                </a:lnTo>
                <a:close/>
                <a:moveTo>
                  <a:pt x="149759" y="322266"/>
                </a:moveTo>
                <a:lnTo>
                  <a:pt x="130802" y="322266"/>
                </a:lnTo>
                <a:lnTo>
                  <a:pt x="130802" y="388615"/>
                </a:lnTo>
                <a:lnTo>
                  <a:pt x="178194" y="388615"/>
                </a:lnTo>
                <a:lnTo>
                  <a:pt x="178194" y="369658"/>
                </a:lnTo>
                <a:lnTo>
                  <a:pt x="149759" y="369658"/>
                </a:lnTo>
                <a:lnTo>
                  <a:pt x="149759" y="322266"/>
                </a:lnTo>
                <a:close/>
                <a:moveTo>
                  <a:pt x="326058" y="261604"/>
                </a:moveTo>
                <a:cubicBezTo>
                  <a:pt x="329849" y="257813"/>
                  <a:pt x="329849" y="250230"/>
                  <a:pt x="326058" y="246439"/>
                </a:cubicBezTo>
                <a:cubicBezTo>
                  <a:pt x="322266" y="242647"/>
                  <a:pt x="316579" y="242647"/>
                  <a:pt x="312788" y="246439"/>
                </a:cubicBezTo>
                <a:cubicBezTo>
                  <a:pt x="308996" y="250230"/>
                  <a:pt x="308996" y="257813"/>
                  <a:pt x="312788" y="261604"/>
                </a:cubicBezTo>
                <a:cubicBezTo>
                  <a:pt x="316579" y="263500"/>
                  <a:pt x="322266" y="265396"/>
                  <a:pt x="326058" y="261604"/>
                </a:cubicBezTo>
                <a:close/>
                <a:moveTo>
                  <a:pt x="284353" y="293831"/>
                </a:moveTo>
                <a:cubicBezTo>
                  <a:pt x="288144" y="290040"/>
                  <a:pt x="288144" y="282457"/>
                  <a:pt x="284353" y="278665"/>
                </a:cubicBezTo>
                <a:cubicBezTo>
                  <a:pt x="280561" y="274874"/>
                  <a:pt x="272978" y="274874"/>
                  <a:pt x="269187" y="278665"/>
                </a:cubicBezTo>
                <a:cubicBezTo>
                  <a:pt x="265396" y="282457"/>
                  <a:pt x="265396" y="290040"/>
                  <a:pt x="269187" y="293831"/>
                </a:cubicBezTo>
                <a:lnTo>
                  <a:pt x="269187" y="293831"/>
                </a:lnTo>
                <a:cubicBezTo>
                  <a:pt x="272978" y="297622"/>
                  <a:pt x="280561" y="297622"/>
                  <a:pt x="284353" y="293831"/>
                </a:cubicBezTo>
                <a:close/>
                <a:moveTo>
                  <a:pt x="454964" y="227482"/>
                </a:moveTo>
                <a:cubicBezTo>
                  <a:pt x="454964" y="352597"/>
                  <a:pt x="352597" y="454964"/>
                  <a:pt x="227482" y="454964"/>
                </a:cubicBezTo>
                <a:cubicBezTo>
                  <a:pt x="102367" y="454964"/>
                  <a:pt x="0" y="352597"/>
                  <a:pt x="0" y="227482"/>
                </a:cubicBezTo>
                <a:cubicBezTo>
                  <a:pt x="0" y="102367"/>
                  <a:pt x="102367" y="0"/>
                  <a:pt x="227482" y="0"/>
                </a:cubicBezTo>
                <a:cubicBezTo>
                  <a:pt x="352597" y="1896"/>
                  <a:pt x="454964" y="102367"/>
                  <a:pt x="454964" y="227482"/>
                </a:cubicBezTo>
                <a:lnTo>
                  <a:pt x="454964" y="227482"/>
                </a:lnTo>
                <a:close/>
                <a:moveTo>
                  <a:pt x="58766" y="106158"/>
                </a:moveTo>
                <a:lnTo>
                  <a:pt x="168716" y="219899"/>
                </a:lnTo>
                <a:lnTo>
                  <a:pt x="263500" y="136489"/>
                </a:lnTo>
                <a:lnTo>
                  <a:pt x="180090" y="24644"/>
                </a:lnTo>
                <a:cubicBezTo>
                  <a:pt x="168716" y="28435"/>
                  <a:pt x="157342" y="32227"/>
                  <a:pt x="147863" y="36018"/>
                </a:cubicBezTo>
                <a:lnTo>
                  <a:pt x="144072" y="36018"/>
                </a:lnTo>
                <a:lnTo>
                  <a:pt x="212317" y="111845"/>
                </a:lnTo>
                <a:lnTo>
                  <a:pt x="197151" y="125115"/>
                </a:lnTo>
                <a:lnTo>
                  <a:pt x="127011" y="45496"/>
                </a:lnTo>
                <a:cubicBezTo>
                  <a:pt x="113741" y="53079"/>
                  <a:pt x="102367" y="60662"/>
                  <a:pt x="90993" y="70140"/>
                </a:cubicBezTo>
                <a:lnTo>
                  <a:pt x="185777" y="178194"/>
                </a:lnTo>
                <a:lnTo>
                  <a:pt x="172507" y="189568"/>
                </a:lnTo>
                <a:lnTo>
                  <a:pt x="77723" y="81514"/>
                </a:lnTo>
                <a:cubicBezTo>
                  <a:pt x="70140" y="89097"/>
                  <a:pt x="64453" y="96680"/>
                  <a:pt x="58766" y="106158"/>
                </a:cubicBezTo>
                <a:close/>
                <a:moveTo>
                  <a:pt x="210421" y="267291"/>
                </a:moveTo>
                <a:lnTo>
                  <a:pt x="225586" y="284353"/>
                </a:lnTo>
                <a:lnTo>
                  <a:pt x="320370" y="200942"/>
                </a:lnTo>
                <a:lnTo>
                  <a:pt x="305205" y="183881"/>
                </a:lnTo>
                <a:lnTo>
                  <a:pt x="210421" y="267291"/>
                </a:lnTo>
                <a:close/>
                <a:moveTo>
                  <a:pt x="274874" y="183881"/>
                </a:moveTo>
                <a:lnTo>
                  <a:pt x="259709" y="166820"/>
                </a:lnTo>
                <a:lnTo>
                  <a:pt x="197151" y="221795"/>
                </a:lnTo>
                <a:lnTo>
                  <a:pt x="212317" y="238856"/>
                </a:lnTo>
                <a:lnTo>
                  <a:pt x="274874" y="183881"/>
                </a:lnTo>
                <a:close/>
                <a:moveTo>
                  <a:pt x="434111" y="229378"/>
                </a:moveTo>
                <a:cubicBezTo>
                  <a:pt x="434111" y="113741"/>
                  <a:pt x="341223" y="20853"/>
                  <a:pt x="225586" y="20853"/>
                </a:cubicBezTo>
                <a:cubicBezTo>
                  <a:pt x="216108" y="20853"/>
                  <a:pt x="208525" y="20853"/>
                  <a:pt x="199047" y="22748"/>
                </a:cubicBezTo>
                <a:lnTo>
                  <a:pt x="278665" y="127011"/>
                </a:lnTo>
                <a:cubicBezTo>
                  <a:pt x="284353" y="134594"/>
                  <a:pt x="284353" y="145968"/>
                  <a:pt x="276770" y="153550"/>
                </a:cubicBezTo>
                <a:lnTo>
                  <a:pt x="274874" y="155446"/>
                </a:lnTo>
                <a:lnTo>
                  <a:pt x="290040" y="170612"/>
                </a:lnTo>
                <a:lnTo>
                  <a:pt x="307101" y="155446"/>
                </a:lnTo>
                <a:lnTo>
                  <a:pt x="335536" y="185777"/>
                </a:lnTo>
                <a:cubicBezTo>
                  <a:pt x="343119" y="193360"/>
                  <a:pt x="341223" y="204734"/>
                  <a:pt x="333640" y="212317"/>
                </a:cubicBezTo>
                <a:lnTo>
                  <a:pt x="238856" y="295727"/>
                </a:lnTo>
                <a:cubicBezTo>
                  <a:pt x="235065" y="301414"/>
                  <a:pt x="229378" y="303309"/>
                  <a:pt x="225586" y="303309"/>
                </a:cubicBezTo>
                <a:lnTo>
                  <a:pt x="223691" y="303309"/>
                </a:lnTo>
                <a:cubicBezTo>
                  <a:pt x="218004" y="303309"/>
                  <a:pt x="214212" y="301414"/>
                  <a:pt x="210421" y="297622"/>
                </a:cubicBezTo>
                <a:lnTo>
                  <a:pt x="183881" y="265396"/>
                </a:lnTo>
                <a:lnTo>
                  <a:pt x="199047" y="252126"/>
                </a:lnTo>
                <a:lnTo>
                  <a:pt x="183881" y="235065"/>
                </a:lnTo>
                <a:lnTo>
                  <a:pt x="183881" y="235065"/>
                </a:lnTo>
                <a:cubicBezTo>
                  <a:pt x="180090" y="238856"/>
                  <a:pt x="176299" y="240752"/>
                  <a:pt x="170612" y="240752"/>
                </a:cubicBezTo>
                <a:cubicBezTo>
                  <a:pt x="164924" y="240752"/>
                  <a:pt x="159237" y="238856"/>
                  <a:pt x="155446" y="235065"/>
                </a:cubicBezTo>
                <a:lnTo>
                  <a:pt x="47392" y="121324"/>
                </a:lnTo>
                <a:cubicBezTo>
                  <a:pt x="-11374" y="219899"/>
                  <a:pt x="20853" y="348806"/>
                  <a:pt x="119428" y="407572"/>
                </a:cubicBezTo>
                <a:cubicBezTo>
                  <a:pt x="151655" y="426529"/>
                  <a:pt x="187673" y="436007"/>
                  <a:pt x="225586" y="436007"/>
                </a:cubicBezTo>
                <a:cubicBezTo>
                  <a:pt x="341223" y="436007"/>
                  <a:pt x="436007" y="343119"/>
                  <a:pt x="434111" y="229378"/>
                </a:cubicBezTo>
                <a:lnTo>
                  <a:pt x="434111" y="229378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" name="Graphic 24" descr="Vegan icon.">
            <a:extLst>
              <a:ext uri="{FF2B5EF4-FFF2-40B4-BE49-F238E27FC236}">
                <a16:creationId xmlns:a16="http://schemas.microsoft.com/office/drawing/2014/main" id="{B1414232-34EE-8637-35B3-251B4FB1D00B}"/>
              </a:ext>
            </a:extLst>
          </p:cNvPr>
          <p:cNvSpPr/>
          <p:nvPr/>
        </p:nvSpPr>
        <p:spPr>
          <a:xfrm>
            <a:off x="2149140" y="5156012"/>
            <a:ext cx="454964" cy="454964"/>
          </a:xfrm>
          <a:custGeom>
            <a:avLst/>
            <a:gdLst>
              <a:gd name="connsiteX0" fmla="*/ 227482 w 454964"/>
              <a:gd name="connsiteY0" fmla="*/ 0 h 454964"/>
              <a:gd name="connsiteX1" fmla="*/ 0 w 454964"/>
              <a:gd name="connsiteY1" fmla="*/ 227482 h 454964"/>
              <a:gd name="connsiteX2" fmla="*/ 227482 w 454964"/>
              <a:gd name="connsiteY2" fmla="*/ 454964 h 454964"/>
              <a:gd name="connsiteX3" fmla="*/ 454964 w 454964"/>
              <a:gd name="connsiteY3" fmla="*/ 227482 h 454964"/>
              <a:gd name="connsiteX4" fmla="*/ 227482 w 454964"/>
              <a:gd name="connsiteY4" fmla="*/ 0 h 454964"/>
              <a:gd name="connsiteX5" fmla="*/ 227482 w 454964"/>
              <a:gd name="connsiteY5" fmla="*/ 436007 h 454964"/>
              <a:gd name="connsiteX6" fmla="*/ 18957 w 454964"/>
              <a:gd name="connsiteY6" fmla="*/ 227482 h 454964"/>
              <a:gd name="connsiteX7" fmla="*/ 227482 w 454964"/>
              <a:gd name="connsiteY7" fmla="*/ 18957 h 454964"/>
              <a:gd name="connsiteX8" fmla="*/ 436007 w 454964"/>
              <a:gd name="connsiteY8" fmla="*/ 227482 h 454964"/>
              <a:gd name="connsiteX9" fmla="*/ 227482 w 454964"/>
              <a:gd name="connsiteY9" fmla="*/ 436007 h 454964"/>
              <a:gd name="connsiteX10" fmla="*/ 399989 w 454964"/>
              <a:gd name="connsiteY10" fmla="*/ 174403 h 454964"/>
              <a:gd name="connsiteX11" fmla="*/ 310892 w 454964"/>
              <a:gd name="connsiteY11" fmla="*/ 166820 h 454964"/>
              <a:gd name="connsiteX12" fmla="*/ 310892 w 454964"/>
              <a:gd name="connsiteY12" fmla="*/ 145968 h 454964"/>
              <a:gd name="connsiteX13" fmla="*/ 278665 w 454964"/>
              <a:gd name="connsiteY13" fmla="*/ 102367 h 454964"/>
              <a:gd name="connsiteX14" fmla="*/ 267291 w 454964"/>
              <a:gd name="connsiteY14" fmla="*/ 94784 h 454964"/>
              <a:gd name="connsiteX15" fmla="*/ 259709 w 454964"/>
              <a:gd name="connsiteY15" fmla="*/ 106158 h 454964"/>
              <a:gd name="connsiteX16" fmla="*/ 244543 w 454964"/>
              <a:gd name="connsiteY16" fmla="*/ 159237 h 454964"/>
              <a:gd name="connsiteX17" fmla="*/ 276770 w 454964"/>
              <a:gd name="connsiteY17" fmla="*/ 202838 h 454964"/>
              <a:gd name="connsiteX18" fmla="*/ 278665 w 454964"/>
              <a:gd name="connsiteY18" fmla="*/ 202838 h 454964"/>
              <a:gd name="connsiteX19" fmla="*/ 225586 w 454964"/>
              <a:gd name="connsiteY19" fmla="*/ 352597 h 454964"/>
              <a:gd name="connsiteX20" fmla="*/ 79619 w 454964"/>
              <a:gd name="connsiteY20" fmla="*/ 115637 h 454964"/>
              <a:gd name="connsiteX21" fmla="*/ 72036 w 454964"/>
              <a:gd name="connsiteY21" fmla="*/ 132698 h 454964"/>
              <a:gd name="connsiteX22" fmla="*/ 214212 w 454964"/>
              <a:gd name="connsiteY22" fmla="*/ 386719 h 454964"/>
              <a:gd name="connsiteX23" fmla="*/ 229378 w 454964"/>
              <a:gd name="connsiteY23" fmla="*/ 398094 h 454964"/>
              <a:gd name="connsiteX24" fmla="*/ 229378 w 454964"/>
              <a:gd name="connsiteY24" fmla="*/ 398094 h 454964"/>
              <a:gd name="connsiteX25" fmla="*/ 242647 w 454964"/>
              <a:gd name="connsiteY25" fmla="*/ 386719 h 454964"/>
              <a:gd name="connsiteX26" fmla="*/ 293831 w 454964"/>
              <a:gd name="connsiteY26" fmla="*/ 218004 h 454964"/>
              <a:gd name="connsiteX27" fmla="*/ 339327 w 454964"/>
              <a:gd name="connsiteY27" fmla="*/ 238856 h 454964"/>
              <a:gd name="connsiteX28" fmla="*/ 341223 w 454964"/>
              <a:gd name="connsiteY28" fmla="*/ 238856 h 454964"/>
              <a:gd name="connsiteX29" fmla="*/ 403781 w 454964"/>
              <a:gd name="connsiteY29" fmla="*/ 199047 h 454964"/>
              <a:gd name="connsiteX30" fmla="*/ 399989 w 454964"/>
              <a:gd name="connsiteY30" fmla="*/ 174403 h 454964"/>
              <a:gd name="connsiteX31" fmla="*/ 263500 w 454964"/>
              <a:gd name="connsiteY31" fmla="*/ 155446 h 454964"/>
              <a:gd name="connsiteX32" fmla="*/ 271083 w 454964"/>
              <a:gd name="connsiteY32" fmla="*/ 119428 h 454964"/>
              <a:gd name="connsiteX33" fmla="*/ 291935 w 454964"/>
              <a:gd name="connsiteY33" fmla="*/ 147863 h 454964"/>
              <a:gd name="connsiteX34" fmla="*/ 284353 w 454964"/>
              <a:gd name="connsiteY34" fmla="*/ 183881 h 454964"/>
              <a:gd name="connsiteX35" fmla="*/ 263500 w 454964"/>
              <a:gd name="connsiteY35" fmla="*/ 155446 h 454964"/>
              <a:gd name="connsiteX36" fmla="*/ 263500 w 454964"/>
              <a:gd name="connsiteY36" fmla="*/ 155446 h 454964"/>
              <a:gd name="connsiteX37" fmla="*/ 339327 w 454964"/>
              <a:gd name="connsiteY37" fmla="*/ 219899 h 454964"/>
              <a:gd name="connsiteX38" fmla="*/ 301414 w 454964"/>
              <a:gd name="connsiteY38" fmla="*/ 202838 h 454964"/>
              <a:gd name="connsiteX39" fmla="*/ 308996 w 454964"/>
              <a:gd name="connsiteY39" fmla="*/ 193360 h 454964"/>
              <a:gd name="connsiteX40" fmla="*/ 386719 w 454964"/>
              <a:gd name="connsiteY40" fmla="*/ 187673 h 454964"/>
              <a:gd name="connsiteX41" fmla="*/ 388615 w 454964"/>
              <a:gd name="connsiteY41" fmla="*/ 189568 h 454964"/>
              <a:gd name="connsiteX42" fmla="*/ 339327 w 454964"/>
              <a:gd name="connsiteY42" fmla="*/ 219899 h 454964"/>
              <a:gd name="connsiteX43" fmla="*/ 339327 w 454964"/>
              <a:gd name="connsiteY43" fmla="*/ 219899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54964" h="454964">
                <a:moveTo>
                  <a:pt x="227482" y="0"/>
                </a:moveTo>
                <a:cubicBezTo>
                  <a:pt x="102367" y="0"/>
                  <a:pt x="0" y="102367"/>
                  <a:pt x="0" y="227482"/>
                </a:cubicBezTo>
                <a:cubicBezTo>
                  <a:pt x="0" y="352597"/>
                  <a:pt x="102367" y="454964"/>
                  <a:pt x="227482" y="454964"/>
                </a:cubicBezTo>
                <a:cubicBezTo>
                  <a:pt x="352597" y="454964"/>
                  <a:pt x="454964" y="352597"/>
                  <a:pt x="454964" y="227482"/>
                </a:cubicBezTo>
                <a:cubicBezTo>
                  <a:pt x="454964" y="102367"/>
                  <a:pt x="352597" y="0"/>
                  <a:pt x="227482" y="0"/>
                </a:cubicBezTo>
                <a:close/>
                <a:moveTo>
                  <a:pt x="227482" y="436007"/>
                </a:moveTo>
                <a:cubicBezTo>
                  <a:pt x="111845" y="436007"/>
                  <a:pt x="18957" y="343119"/>
                  <a:pt x="18957" y="227482"/>
                </a:cubicBezTo>
                <a:cubicBezTo>
                  <a:pt x="18957" y="111845"/>
                  <a:pt x="111845" y="18957"/>
                  <a:pt x="227482" y="18957"/>
                </a:cubicBezTo>
                <a:cubicBezTo>
                  <a:pt x="343119" y="18957"/>
                  <a:pt x="436007" y="111845"/>
                  <a:pt x="436007" y="227482"/>
                </a:cubicBezTo>
                <a:cubicBezTo>
                  <a:pt x="436007" y="343119"/>
                  <a:pt x="343119" y="436007"/>
                  <a:pt x="227482" y="436007"/>
                </a:cubicBezTo>
                <a:close/>
                <a:moveTo>
                  <a:pt x="399989" y="174403"/>
                </a:moveTo>
                <a:cubicBezTo>
                  <a:pt x="375345" y="151655"/>
                  <a:pt x="339327" y="149759"/>
                  <a:pt x="310892" y="166820"/>
                </a:cubicBezTo>
                <a:cubicBezTo>
                  <a:pt x="312788" y="159237"/>
                  <a:pt x="312788" y="151655"/>
                  <a:pt x="310892" y="145968"/>
                </a:cubicBezTo>
                <a:cubicBezTo>
                  <a:pt x="307101" y="127011"/>
                  <a:pt x="295727" y="111845"/>
                  <a:pt x="278665" y="102367"/>
                </a:cubicBezTo>
                <a:lnTo>
                  <a:pt x="267291" y="94784"/>
                </a:lnTo>
                <a:lnTo>
                  <a:pt x="259709" y="106158"/>
                </a:lnTo>
                <a:cubicBezTo>
                  <a:pt x="248335" y="121324"/>
                  <a:pt x="242647" y="140281"/>
                  <a:pt x="244543" y="159237"/>
                </a:cubicBezTo>
                <a:cubicBezTo>
                  <a:pt x="248335" y="178194"/>
                  <a:pt x="259709" y="193360"/>
                  <a:pt x="276770" y="202838"/>
                </a:cubicBezTo>
                <a:lnTo>
                  <a:pt x="278665" y="202838"/>
                </a:lnTo>
                <a:cubicBezTo>
                  <a:pt x="252126" y="248335"/>
                  <a:pt x="235065" y="299518"/>
                  <a:pt x="225586" y="352597"/>
                </a:cubicBezTo>
                <a:cubicBezTo>
                  <a:pt x="212317" y="290040"/>
                  <a:pt x="174403" y="163029"/>
                  <a:pt x="79619" y="115637"/>
                </a:cubicBezTo>
                <a:lnTo>
                  <a:pt x="72036" y="132698"/>
                </a:lnTo>
                <a:cubicBezTo>
                  <a:pt x="178194" y="185777"/>
                  <a:pt x="208525" y="354493"/>
                  <a:pt x="214212" y="386719"/>
                </a:cubicBezTo>
                <a:cubicBezTo>
                  <a:pt x="216108" y="394302"/>
                  <a:pt x="221795" y="398094"/>
                  <a:pt x="229378" y="398094"/>
                </a:cubicBezTo>
                <a:lnTo>
                  <a:pt x="229378" y="398094"/>
                </a:lnTo>
                <a:cubicBezTo>
                  <a:pt x="236960" y="398094"/>
                  <a:pt x="242647" y="392406"/>
                  <a:pt x="242647" y="386719"/>
                </a:cubicBezTo>
                <a:cubicBezTo>
                  <a:pt x="248335" y="327953"/>
                  <a:pt x="265396" y="271083"/>
                  <a:pt x="293831" y="218004"/>
                </a:cubicBezTo>
                <a:cubicBezTo>
                  <a:pt x="305205" y="231273"/>
                  <a:pt x="322266" y="238856"/>
                  <a:pt x="339327" y="238856"/>
                </a:cubicBezTo>
                <a:lnTo>
                  <a:pt x="341223" y="238856"/>
                </a:lnTo>
                <a:cubicBezTo>
                  <a:pt x="367763" y="236960"/>
                  <a:pt x="390511" y="221795"/>
                  <a:pt x="403781" y="199047"/>
                </a:cubicBezTo>
                <a:cubicBezTo>
                  <a:pt x="409468" y="191464"/>
                  <a:pt x="407572" y="180090"/>
                  <a:pt x="399989" y="174403"/>
                </a:cubicBezTo>
                <a:close/>
                <a:moveTo>
                  <a:pt x="263500" y="155446"/>
                </a:moveTo>
                <a:cubicBezTo>
                  <a:pt x="261604" y="142176"/>
                  <a:pt x="265396" y="130802"/>
                  <a:pt x="271083" y="119428"/>
                </a:cubicBezTo>
                <a:cubicBezTo>
                  <a:pt x="280561" y="127011"/>
                  <a:pt x="288144" y="136489"/>
                  <a:pt x="291935" y="147863"/>
                </a:cubicBezTo>
                <a:cubicBezTo>
                  <a:pt x="293831" y="161133"/>
                  <a:pt x="291935" y="174403"/>
                  <a:pt x="284353" y="183881"/>
                </a:cubicBezTo>
                <a:cubicBezTo>
                  <a:pt x="274874" y="178194"/>
                  <a:pt x="267291" y="168716"/>
                  <a:pt x="263500" y="155446"/>
                </a:cubicBezTo>
                <a:lnTo>
                  <a:pt x="263500" y="155446"/>
                </a:lnTo>
                <a:close/>
                <a:moveTo>
                  <a:pt x="339327" y="219899"/>
                </a:moveTo>
                <a:cubicBezTo>
                  <a:pt x="324162" y="219899"/>
                  <a:pt x="310892" y="214212"/>
                  <a:pt x="301414" y="202838"/>
                </a:cubicBezTo>
                <a:cubicBezTo>
                  <a:pt x="303309" y="199047"/>
                  <a:pt x="305205" y="197151"/>
                  <a:pt x="308996" y="193360"/>
                </a:cubicBezTo>
                <a:cubicBezTo>
                  <a:pt x="329849" y="170612"/>
                  <a:pt x="363971" y="168716"/>
                  <a:pt x="386719" y="187673"/>
                </a:cubicBezTo>
                <a:cubicBezTo>
                  <a:pt x="386719" y="187673"/>
                  <a:pt x="388615" y="189568"/>
                  <a:pt x="388615" y="189568"/>
                </a:cubicBezTo>
                <a:cubicBezTo>
                  <a:pt x="377241" y="206629"/>
                  <a:pt x="360180" y="218004"/>
                  <a:pt x="339327" y="219899"/>
                </a:cubicBezTo>
                <a:lnTo>
                  <a:pt x="339327" y="219899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8" name="Freeform: Shape 17" descr="Gluten free icon.">
            <a:extLst>
              <a:ext uri="{FF2B5EF4-FFF2-40B4-BE49-F238E27FC236}">
                <a16:creationId xmlns:a16="http://schemas.microsoft.com/office/drawing/2014/main" id="{58D7ED09-5037-B8B3-1949-2CE849BE99BB}"/>
              </a:ext>
            </a:extLst>
          </p:cNvPr>
          <p:cNvSpPr/>
          <p:nvPr/>
        </p:nvSpPr>
        <p:spPr>
          <a:xfrm>
            <a:off x="3383207" y="5154354"/>
            <a:ext cx="456622" cy="456622"/>
          </a:xfrm>
          <a:custGeom>
            <a:avLst/>
            <a:gdLst>
              <a:gd name="connsiteX0" fmla="*/ 293174 w 456622"/>
              <a:gd name="connsiteY0" fmla="*/ 235588 h 456622"/>
              <a:gd name="connsiteX1" fmla="*/ 259308 w 456622"/>
              <a:gd name="connsiteY1" fmla="*/ 255398 h 456622"/>
              <a:gd name="connsiteX2" fmla="*/ 241994 w 456622"/>
              <a:gd name="connsiteY2" fmla="*/ 295016 h 456622"/>
              <a:gd name="connsiteX3" fmla="*/ 275670 w 456622"/>
              <a:gd name="connsiteY3" fmla="*/ 275207 h 456622"/>
              <a:gd name="connsiteX4" fmla="*/ 293174 w 456622"/>
              <a:gd name="connsiteY4" fmla="*/ 235588 h 456622"/>
              <a:gd name="connsiteX5" fmla="*/ 161324 w 456622"/>
              <a:gd name="connsiteY5" fmla="*/ 235588 h 456622"/>
              <a:gd name="connsiteX6" fmla="*/ 178828 w 456622"/>
              <a:gd name="connsiteY6" fmla="*/ 275207 h 456622"/>
              <a:gd name="connsiteX7" fmla="*/ 212504 w 456622"/>
              <a:gd name="connsiteY7" fmla="*/ 295016 h 456622"/>
              <a:gd name="connsiteX8" fmla="*/ 195190 w 456622"/>
              <a:gd name="connsiteY8" fmla="*/ 255398 h 456622"/>
              <a:gd name="connsiteX9" fmla="*/ 293174 w 456622"/>
              <a:gd name="connsiteY9" fmla="*/ 181905 h 456622"/>
              <a:gd name="connsiteX10" fmla="*/ 259308 w 456622"/>
              <a:gd name="connsiteY10" fmla="*/ 201714 h 456622"/>
              <a:gd name="connsiteX11" fmla="*/ 241994 w 456622"/>
              <a:gd name="connsiteY11" fmla="*/ 241332 h 456622"/>
              <a:gd name="connsiteX12" fmla="*/ 275670 w 456622"/>
              <a:gd name="connsiteY12" fmla="*/ 221523 h 456622"/>
              <a:gd name="connsiteX13" fmla="*/ 293174 w 456622"/>
              <a:gd name="connsiteY13" fmla="*/ 181905 h 456622"/>
              <a:gd name="connsiteX14" fmla="*/ 161324 w 456622"/>
              <a:gd name="connsiteY14" fmla="*/ 181905 h 456622"/>
              <a:gd name="connsiteX15" fmla="*/ 178828 w 456622"/>
              <a:gd name="connsiteY15" fmla="*/ 221523 h 456622"/>
              <a:gd name="connsiteX16" fmla="*/ 211933 w 456622"/>
              <a:gd name="connsiteY16" fmla="*/ 240342 h 456622"/>
              <a:gd name="connsiteX17" fmla="*/ 211933 w 456622"/>
              <a:gd name="connsiteY17" fmla="*/ 222117 h 456622"/>
              <a:gd name="connsiteX18" fmla="*/ 195190 w 456622"/>
              <a:gd name="connsiteY18" fmla="*/ 200723 h 456622"/>
              <a:gd name="connsiteX19" fmla="*/ 292983 w 456622"/>
              <a:gd name="connsiteY19" fmla="*/ 126834 h 456622"/>
              <a:gd name="connsiteX20" fmla="*/ 259117 w 456622"/>
              <a:gd name="connsiteY20" fmla="*/ 146644 h 456622"/>
              <a:gd name="connsiteX21" fmla="*/ 241804 w 456622"/>
              <a:gd name="connsiteY21" fmla="*/ 186262 h 456622"/>
              <a:gd name="connsiteX22" fmla="*/ 275480 w 456622"/>
              <a:gd name="connsiteY22" fmla="*/ 166452 h 456622"/>
              <a:gd name="connsiteX23" fmla="*/ 292983 w 456622"/>
              <a:gd name="connsiteY23" fmla="*/ 126834 h 456622"/>
              <a:gd name="connsiteX24" fmla="*/ 161324 w 456622"/>
              <a:gd name="connsiteY24" fmla="*/ 126437 h 456622"/>
              <a:gd name="connsiteX25" fmla="*/ 178828 w 456622"/>
              <a:gd name="connsiteY25" fmla="*/ 166057 h 456622"/>
              <a:gd name="connsiteX26" fmla="*/ 211933 w 456622"/>
              <a:gd name="connsiteY26" fmla="*/ 185866 h 456622"/>
              <a:gd name="connsiteX27" fmla="*/ 211933 w 456622"/>
              <a:gd name="connsiteY27" fmla="*/ 167641 h 456622"/>
              <a:gd name="connsiteX28" fmla="*/ 195190 w 456622"/>
              <a:gd name="connsiteY28" fmla="*/ 146247 h 456622"/>
              <a:gd name="connsiteX29" fmla="*/ 227915 w 456622"/>
              <a:gd name="connsiteY29" fmla="*/ 77706 h 456622"/>
              <a:gd name="connsiteX30" fmla="*/ 214597 w 456622"/>
              <a:gd name="connsiteY30" fmla="*/ 108807 h 456622"/>
              <a:gd name="connsiteX31" fmla="*/ 227915 w 456622"/>
              <a:gd name="connsiteY31" fmla="*/ 139908 h 456622"/>
              <a:gd name="connsiteX32" fmla="*/ 241423 w 456622"/>
              <a:gd name="connsiteY32" fmla="*/ 108807 h 456622"/>
              <a:gd name="connsiteX33" fmla="*/ 227915 w 456622"/>
              <a:gd name="connsiteY33" fmla="*/ 77706 h 456622"/>
              <a:gd name="connsiteX34" fmla="*/ 227249 w 456622"/>
              <a:gd name="connsiteY34" fmla="*/ 56298 h 456622"/>
              <a:gd name="connsiteX35" fmla="*/ 238189 w 456622"/>
              <a:gd name="connsiteY35" fmla="*/ 60472 h 456622"/>
              <a:gd name="connsiteX36" fmla="*/ 259688 w 456622"/>
              <a:gd name="connsiteY36" fmla="*/ 108212 h 456622"/>
              <a:gd name="connsiteX37" fmla="*/ 257405 w 456622"/>
              <a:gd name="connsiteY37" fmla="*/ 123665 h 456622"/>
              <a:gd name="connsiteX38" fmla="*/ 286705 w 456622"/>
              <a:gd name="connsiteY38" fmla="*/ 107222 h 456622"/>
              <a:gd name="connsiteX39" fmla="*/ 300974 w 456622"/>
              <a:gd name="connsiteY39" fmla="*/ 107222 h 456622"/>
              <a:gd name="connsiteX40" fmla="*/ 310487 w 456622"/>
              <a:gd name="connsiteY40" fmla="*/ 118117 h 456622"/>
              <a:gd name="connsiteX41" fmla="*/ 310107 w 456622"/>
              <a:gd name="connsiteY41" fmla="*/ 118117 h 456622"/>
              <a:gd name="connsiteX42" fmla="*/ 304018 w 456622"/>
              <a:gd name="connsiteY42" fmla="*/ 164868 h 456622"/>
              <a:gd name="connsiteX43" fmla="*/ 310868 w 456622"/>
              <a:gd name="connsiteY43" fmla="*/ 173188 h 456622"/>
              <a:gd name="connsiteX44" fmla="*/ 304779 w 456622"/>
              <a:gd name="connsiteY44" fmla="*/ 219938 h 456622"/>
              <a:gd name="connsiteX45" fmla="*/ 310868 w 456622"/>
              <a:gd name="connsiteY45" fmla="*/ 228258 h 456622"/>
              <a:gd name="connsiteX46" fmla="*/ 284993 w 456622"/>
              <a:gd name="connsiteY46" fmla="*/ 294026 h 456622"/>
              <a:gd name="connsiteX47" fmla="*/ 238379 w 456622"/>
              <a:gd name="connsiteY47" fmla="*/ 320571 h 456622"/>
              <a:gd name="connsiteX48" fmla="*/ 238379 w 456622"/>
              <a:gd name="connsiteY48" fmla="*/ 403771 h 456622"/>
              <a:gd name="connsiteX49" fmla="*/ 219353 w 456622"/>
              <a:gd name="connsiteY49" fmla="*/ 403771 h 456622"/>
              <a:gd name="connsiteX50" fmla="*/ 219353 w 456622"/>
              <a:gd name="connsiteY50" fmla="*/ 321363 h 456622"/>
              <a:gd name="connsiteX51" fmla="*/ 170837 w 456622"/>
              <a:gd name="connsiteY51" fmla="*/ 294026 h 456622"/>
              <a:gd name="connsiteX52" fmla="*/ 144011 w 456622"/>
              <a:gd name="connsiteY52" fmla="*/ 229050 h 456622"/>
              <a:gd name="connsiteX53" fmla="*/ 150099 w 456622"/>
              <a:gd name="connsiteY53" fmla="*/ 220730 h 456622"/>
              <a:gd name="connsiteX54" fmla="*/ 144011 w 456622"/>
              <a:gd name="connsiteY54" fmla="*/ 173980 h 456622"/>
              <a:gd name="connsiteX55" fmla="*/ 150099 w 456622"/>
              <a:gd name="connsiteY55" fmla="*/ 165660 h 456622"/>
              <a:gd name="connsiteX56" fmla="*/ 144011 w 456622"/>
              <a:gd name="connsiteY56" fmla="*/ 118910 h 456622"/>
              <a:gd name="connsiteX57" fmla="*/ 153524 w 456622"/>
              <a:gd name="connsiteY57" fmla="*/ 108015 h 456622"/>
              <a:gd name="connsiteX58" fmla="*/ 167793 w 456622"/>
              <a:gd name="connsiteY58" fmla="*/ 108015 h 456622"/>
              <a:gd name="connsiteX59" fmla="*/ 197093 w 456622"/>
              <a:gd name="connsiteY59" fmla="*/ 123665 h 456622"/>
              <a:gd name="connsiteX60" fmla="*/ 194810 w 456622"/>
              <a:gd name="connsiteY60" fmla="*/ 108212 h 456622"/>
              <a:gd name="connsiteX61" fmla="*/ 216309 w 456622"/>
              <a:gd name="connsiteY61" fmla="*/ 60472 h 456622"/>
              <a:gd name="connsiteX62" fmla="*/ 227249 w 456622"/>
              <a:gd name="connsiteY62" fmla="*/ 56298 h 456622"/>
              <a:gd name="connsiteX63" fmla="*/ 228311 w 456622"/>
              <a:gd name="connsiteY63" fmla="*/ 19026 h 456622"/>
              <a:gd name="connsiteX64" fmla="*/ 87519 w 456622"/>
              <a:gd name="connsiteY64" fmla="*/ 74201 h 456622"/>
              <a:gd name="connsiteX65" fmla="*/ 128391 w 456622"/>
              <a:gd name="connsiteY65" fmla="*/ 115073 h 456622"/>
              <a:gd name="connsiteX66" fmla="*/ 115073 w 456622"/>
              <a:gd name="connsiteY66" fmla="*/ 128391 h 456622"/>
              <a:gd name="connsiteX67" fmla="*/ 74201 w 456622"/>
              <a:gd name="connsiteY67" fmla="*/ 87519 h 456622"/>
              <a:gd name="connsiteX68" fmla="*/ 19026 w 456622"/>
              <a:gd name="connsiteY68" fmla="*/ 228311 h 456622"/>
              <a:gd name="connsiteX69" fmla="*/ 228311 w 456622"/>
              <a:gd name="connsiteY69" fmla="*/ 437596 h 456622"/>
              <a:gd name="connsiteX70" fmla="*/ 369103 w 456622"/>
              <a:gd name="connsiteY70" fmla="*/ 382421 h 456622"/>
              <a:gd name="connsiteX71" fmla="*/ 296804 w 456622"/>
              <a:gd name="connsiteY71" fmla="*/ 310122 h 456622"/>
              <a:gd name="connsiteX72" fmla="*/ 310122 w 456622"/>
              <a:gd name="connsiteY72" fmla="*/ 296804 h 456622"/>
              <a:gd name="connsiteX73" fmla="*/ 382421 w 456622"/>
              <a:gd name="connsiteY73" fmla="*/ 369103 h 456622"/>
              <a:gd name="connsiteX74" fmla="*/ 437596 w 456622"/>
              <a:gd name="connsiteY74" fmla="*/ 228311 h 456622"/>
              <a:gd name="connsiteX75" fmla="*/ 228311 w 456622"/>
              <a:gd name="connsiteY75" fmla="*/ 19026 h 456622"/>
              <a:gd name="connsiteX76" fmla="*/ 228311 w 456622"/>
              <a:gd name="connsiteY76" fmla="*/ 0 h 456622"/>
              <a:gd name="connsiteX77" fmla="*/ 456622 w 456622"/>
              <a:gd name="connsiteY77" fmla="*/ 228311 h 456622"/>
              <a:gd name="connsiteX78" fmla="*/ 228311 w 456622"/>
              <a:gd name="connsiteY78" fmla="*/ 456622 h 456622"/>
              <a:gd name="connsiteX79" fmla="*/ 0 w 456622"/>
              <a:gd name="connsiteY79" fmla="*/ 228311 h 456622"/>
              <a:gd name="connsiteX80" fmla="*/ 228311 w 456622"/>
              <a:gd name="connsiteY80" fmla="*/ 0 h 45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56622" h="456622">
                <a:moveTo>
                  <a:pt x="293174" y="235588"/>
                </a:moveTo>
                <a:lnTo>
                  <a:pt x="259308" y="255398"/>
                </a:lnTo>
                <a:cubicBezTo>
                  <a:pt x="245617" y="263028"/>
                  <a:pt x="238526" y="279255"/>
                  <a:pt x="241994" y="295016"/>
                </a:cubicBezTo>
                <a:lnTo>
                  <a:pt x="275670" y="275207"/>
                </a:lnTo>
                <a:cubicBezTo>
                  <a:pt x="289285" y="267491"/>
                  <a:pt x="296408" y="251372"/>
                  <a:pt x="293174" y="235588"/>
                </a:cubicBezTo>
                <a:close/>
                <a:moveTo>
                  <a:pt x="161324" y="235588"/>
                </a:moveTo>
                <a:cubicBezTo>
                  <a:pt x="158091" y="251372"/>
                  <a:pt x="165212" y="267491"/>
                  <a:pt x="178828" y="275207"/>
                </a:cubicBezTo>
                <a:lnTo>
                  <a:pt x="212504" y="295016"/>
                </a:lnTo>
                <a:cubicBezTo>
                  <a:pt x="215972" y="279255"/>
                  <a:pt x="208881" y="263028"/>
                  <a:pt x="195190" y="255398"/>
                </a:cubicBezTo>
                <a:close/>
                <a:moveTo>
                  <a:pt x="293174" y="181905"/>
                </a:moveTo>
                <a:lnTo>
                  <a:pt x="259308" y="201714"/>
                </a:lnTo>
                <a:cubicBezTo>
                  <a:pt x="245617" y="209344"/>
                  <a:pt x="238526" y="225572"/>
                  <a:pt x="241994" y="241332"/>
                </a:cubicBezTo>
                <a:lnTo>
                  <a:pt x="275670" y="221523"/>
                </a:lnTo>
                <a:cubicBezTo>
                  <a:pt x="289285" y="213808"/>
                  <a:pt x="296408" y="197688"/>
                  <a:pt x="293174" y="181905"/>
                </a:cubicBezTo>
                <a:close/>
                <a:moveTo>
                  <a:pt x="161324" y="181905"/>
                </a:moveTo>
                <a:cubicBezTo>
                  <a:pt x="157957" y="197705"/>
                  <a:pt x="165114" y="213904"/>
                  <a:pt x="178828" y="221523"/>
                </a:cubicBezTo>
                <a:lnTo>
                  <a:pt x="211933" y="240342"/>
                </a:lnTo>
                <a:cubicBezTo>
                  <a:pt x="213449" y="234370"/>
                  <a:pt x="213449" y="228089"/>
                  <a:pt x="211933" y="222117"/>
                </a:cubicBezTo>
                <a:cubicBezTo>
                  <a:pt x="209298" y="212956"/>
                  <a:pt x="203276" y="205259"/>
                  <a:pt x="195190" y="200723"/>
                </a:cubicBezTo>
                <a:close/>
                <a:moveTo>
                  <a:pt x="292983" y="126834"/>
                </a:moveTo>
                <a:lnTo>
                  <a:pt x="259117" y="146644"/>
                </a:lnTo>
                <a:cubicBezTo>
                  <a:pt x="245426" y="154275"/>
                  <a:pt x="238335" y="170502"/>
                  <a:pt x="241804" y="186262"/>
                </a:cubicBezTo>
                <a:lnTo>
                  <a:pt x="275480" y="166452"/>
                </a:lnTo>
                <a:cubicBezTo>
                  <a:pt x="289094" y="158738"/>
                  <a:pt x="296218" y="142618"/>
                  <a:pt x="292983" y="126834"/>
                </a:cubicBezTo>
                <a:close/>
                <a:moveTo>
                  <a:pt x="161324" y="126437"/>
                </a:moveTo>
                <a:cubicBezTo>
                  <a:pt x="157957" y="142237"/>
                  <a:pt x="165114" y="158437"/>
                  <a:pt x="178828" y="166057"/>
                </a:cubicBezTo>
                <a:lnTo>
                  <a:pt x="211933" y="185866"/>
                </a:lnTo>
                <a:cubicBezTo>
                  <a:pt x="213449" y="179894"/>
                  <a:pt x="213449" y="173614"/>
                  <a:pt x="211933" y="167641"/>
                </a:cubicBezTo>
                <a:cubicBezTo>
                  <a:pt x="209298" y="158480"/>
                  <a:pt x="203276" y="150784"/>
                  <a:pt x="195190" y="146247"/>
                </a:cubicBezTo>
                <a:close/>
                <a:moveTo>
                  <a:pt x="227915" y="77706"/>
                </a:moveTo>
                <a:cubicBezTo>
                  <a:pt x="219534" y="85708"/>
                  <a:pt x="214713" y="96968"/>
                  <a:pt x="214597" y="108807"/>
                </a:cubicBezTo>
                <a:cubicBezTo>
                  <a:pt x="214928" y="120596"/>
                  <a:pt x="219715" y="131772"/>
                  <a:pt x="227915" y="139908"/>
                </a:cubicBezTo>
                <a:cubicBezTo>
                  <a:pt x="236239" y="131844"/>
                  <a:pt x="241104" y="120640"/>
                  <a:pt x="241423" y="108807"/>
                </a:cubicBezTo>
                <a:cubicBezTo>
                  <a:pt x="241147" y="96965"/>
                  <a:pt x="236273" y="85744"/>
                  <a:pt x="227915" y="77706"/>
                </a:cubicBezTo>
                <a:close/>
                <a:moveTo>
                  <a:pt x="227249" y="56298"/>
                </a:moveTo>
                <a:cubicBezTo>
                  <a:pt x="231140" y="56298"/>
                  <a:pt x="235032" y="57689"/>
                  <a:pt x="238189" y="60472"/>
                </a:cubicBezTo>
                <a:cubicBezTo>
                  <a:pt x="251714" y="72347"/>
                  <a:pt x="259570" y="89792"/>
                  <a:pt x="259688" y="108212"/>
                </a:cubicBezTo>
                <a:cubicBezTo>
                  <a:pt x="259583" y="113445"/>
                  <a:pt x="258817" y="118641"/>
                  <a:pt x="257405" y="123665"/>
                </a:cubicBezTo>
                <a:lnTo>
                  <a:pt x="286705" y="107222"/>
                </a:lnTo>
                <a:cubicBezTo>
                  <a:pt x="291229" y="105034"/>
                  <a:pt x="296450" y="105034"/>
                  <a:pt x="300974" y="107222"/>
                </a:cubicBezTo>
                <a:cubicBezTo>
                  <a:pt x="305535" y="109213"/>
                  <a:pt x="309016" y="113201"/>
                  <a:pt x="310487" y="118117"/>
                </a:cubicBezTo>
                <a:lnTo>
                  <a:pt x="310107" y="118117"/>
                </a:lnTo>
                <a:cubicBezTo>
                  <a:pt x="314701" y="133882"/>
                  <a:pt x="312479" y="150947"/>
                  <a:pt x="304018" y="164868"/>
                </a:cubicBezTo>
                <a:cubicBezTo>
                  <a:pt x="307139" y="166756"/>
                  <a:pt x="309553" y="169689"/>
                  <a:pt x="310868" y="173188"/>
                </a:cubicBezTo>
                <a:cubicBezTo>
                  <a:pt x="315462" y="188952"/>
                  <a:pt x="313240" y="206018"/>
                  <a:pt x="304779" y="219938"/>
                </a:cubicBezTo>
                <a:cubicBezTo>
                  <a:pt x="307614" y="221959"/>
                  <a:pt x="309751" y="224875"/>
                  <a:pt x="310868" y="228258"/>
                </a:cubicBezTo>
                <a:cubicBezTo>
                  <a:pt x="318476" y="253803"/>
                  <a:pt x="307626" y="281379"/>
                  <a:pt x="284993" y="294026"/>
                </a:cubicBezTo>
                <a:lnTo>
                  <a:pt x="238379" y="320571"/>
                </a:lnTo>
                <a:lnTo>
                  <a:pt x="238379" y="403771"/>
                </a:lnTo>
                <a:lnTo>
                  <a:pt x="219353" y="403771"/>
                </a:lnTo>
                <a:lnTo>
                  <a:pt x="219353" y="321363"/>
                </a:lnTo>
                <a:lnTo>
                  <a:pt x="170837" y="294026"/>
                </a:lnTo>
                <a:cubicBezTo>
                  <a:pt x="148189" y="281770"/>
                  <a:pt x="136970" y="254595"/>
                  <a:pt x="144011" y="229050"/>
                </a:cubicBezTo>
                <a:cubicBezTo>
                  <a:pt x="145049" y="225626"/>
                  <a:pt x="147202" y="222682"/>
                  <a:pt x="150099" y="220730"/>
                </a:cubicBezTo>
                <a:cubicBezTo>
                  <a:pt x="141463" y="206878"/>
                  <a:pt x="139229" y="189729"/>
                  <a:pt x="144011" y="173980"/>
                </a:cubicBezTo>
                <a:cubicBezTo>
                  <a:pt x="145049" y="170555"/>
                  <a:pt x="147202" y="167612"/>
                  <a:pt x="150099" y="165660"/>
                </a:cubicBezTo>
                <a:cubicBezTo>
                  <a:pt x="141463" y="151807"/>
                  <a:pt x="139229" y="134658"/>
                  <a:pt x="144011" y="118910"/>
                </a:cubicBezTo>
                <a:cubicBezTo>
                  <a:pt x="145408" y="113950"/>
                  <a:pt x="148915" y="109934"/>
                  <a:pt x="153524" y="108015"/>
                </a:cubicBezTo>
                <a:cubicBezTo>
                  <a:pt x="158048" y="105826"/>
                  <a:pt x="163269" y="105826"/>
                  <a:pt x="167793" y="108015"/>
                </a:cubicBezTo>
                <a:lnTo>
                  <a:pt x="197093" y="123665"/>
                </a:lnTo>
                <a:cubicBezTo>
                  <a:pt x="195681" y="118641"/>
                  <a:pt x="194914" y="113445"/>
                  <a:pt x="194810" y="108212"/>
                </a:cubicBezTo>
                <a:cubicBezTo>
                  <a:pt x="194928" y="89792"/>
                  <a:pt x="202784" y="72347"/>
                  <a:pt x="216309" y="60472"/>
                </a:cubicBezTo>
                <a:cubicBezTo>
                  <a:pt x="219467" y="57689"/>
                  <a:pt x="223358" y="56298"/>
                  <a:pt x="227249" y="56298"/>
                </a:cubicBezTo>
                <a:close/>
                <a:moveTo>
                  <a:pt x="228311" y="19026"/>
                </a:moveTo>
                <a:cubicBezTo>
                  <a:pt x="173136" y="19026"/>
                  <a:pt x="123668" y="39954"/>
                  <a:pt x="87519" y="74201"/>
                </a:cubicBezTo>
                <a:lnTo>
                  <a:pt x="128391" y="115073"/>
                </a:lnTo>
                <a:lnTo>
                  <a:pt x="115073" y="128391"/>
                </a:lnTo>
                <a:lnTo>
                  <a:pt x="74201" y="87519"/>
                </a:lnTo>
                <a:cubicBezTo>
                  <a:pt x="39954" y="123668"/>
                  <a:pt x="19026" y="173136"/>
                  <a:pt x="19026" y="228311"/>
                </a:cubicBezTo>
                <a:cubicBezTo>
                  <a:pt x="19026" y="344369"/>
                  <a:pt x="112253" y="437596"/>
                  <a:pt x="228311" y="437596"/>
                </a:cubicBezTo>
                <a:cubicBezTo>
                  <a:pt x="283486" y="437596"/>
                  <a:pt x="331051" y="416668"/>
                  <a:pt x="369103" y="382421"/>
                </a:cubicBezTo>
                <a:lnTo>
                  <a:pt x="296804" y="310122"/>
                </a:lnTo>
                <a:lnTo>
                  <a:pt x="310122" y="296804"/>
                </a:lnTo>
                <a:lnTo>
                  <a:pt x="382421" y="369103"/>
                </a:lnTo>
                <a:cubicBezTo>
                  <a:pt x="416668" y="332954"/>
                  <a:pt x="437596" y="283486"/>
                  <a:pt x="437596" y="228311"/>
                </a:cubicBezTo>
                <a:cubicBezTo>
                  <a:pt x="437596" y="112253"/>
                  <a:pt x="344369" y="19026"/>
                  <a:pt x="228311" y="19026"/>
                </a:cubicBezTo>
                <a:close/>
                <a:moveTo>
                  <a:pt x="228311" y="0"/>
                </a:moveTo>
                <a:cubicBezTo>
                  <a:pt x="353882" y="0"/>
                  <a:pt x="456622" y="102740"/>
                  <a:pt x="456622" y="228311"/>
                </a:cubicBezTo>
                <a:cubicBezTo>
                  <a:pt x="456622" y="353882"/>
                  <a:pt x="353882" y="456622"/>
                  <a:pt x="228311" y="456622"/>
                </a:cubicBezTo>
                <a:cubicBezTo>
                  <a:pt x="102740" y="456622"/>
                  <a:pt x="0" y="353882"/>
                  <a:pt x="0" y="228311"/>
                </a:cubicBezTo>
                <a:cubicBezTo>
                  <a:pt x="0" y="102740"/>
                  <a:pt x="102740" y="0"/>
                  <a:pt x="228311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Freeform: Shape 18" descr="Non-GMO certified icon.">
            <a:extLst>
              <a:ext uri="{FF2B5EF4-FFF2-40B4-BE49-F238E27FC236}">
                <a16:creationId xmlns:a16="http://schemas.microsoft.com/office/drawing/2014/main" id="{8C75988A-3774-A427-8F49-70247522B244}"/>
              </a:ext>
            </a:extLst>
          </p:cNvPr>
          <p:cNvSpPr/>
          <p:nvPr/>
        </p:nvSpPr>
        <p:spPr>
          <a:xfrm>
            <a:off x="4606378" y="5154354"/>
            <a:ext cx="456622" cy="456622"/>
          </a:xfrm>
          <a:custGeom>
            <a:avLst/>
            <a:gdLst>
              <a:gd name="connsiteX0" fmla="*/ 185502 w 456622"/>
              <a:gd name="connsiteY0" fmla="*/ 284969 h 456622"/>
              <a:gd name="connsiteX1" fmla="*/ 185502 w 456622"/>
              <a:gd name="connsiteY1" fmla="*/ 361073 h 456622"/>
              <a:gd name="connsiteX2" fmla="*/ 223554 w 456622"/>
              <a:gd name="connsiteY2" fmla="*/ 399125 h 456622"/>
              <a:gd name="connsiteX3" fmla="*/ 261605 w 456622"/>
              <a:gd name="connsiteY3" fmla="*/ 361073 h 456622"/>
              <a:gd name="connsiteX4" fmla="*/ 261605 w 456622"/>
              <a:gd name="connsiteY4" fmla="*/ 284969 h 456622"/>
              <a:gd name="connsiteX5" fmla="*/ 185502 w 456622"/>
              <a:gd name="connsiteY5" fmla="*/ 208866 h 456622"/>
              <a:gd name="connsiteX6" fmla="*/ 185502 w 456622"/>
              <a:gd name="connsiteY6" fmla="*/ 265943 h 456622"/>
              <a:gd name="connsiteX7" fmla="*/ 261605 w 456622"/>
              <a:gd name="connsiteY7" fmla="*/ 265943 h 456622"/>
              <a:gd name="connsiteX8" fmla="*/ 261605 w 456622"/>
              <a:gd name="connsiteY8" fmla="*/ 208866 h 456622"/>
              <a:gd name="connsiteX9" fmla="*/ 233067 w 456622"/>
              <a:gd name="connsiteY9" fmla="*/ 208866 h 456622"/>
              <a:gd name="connsiteX10" fmla="*/ 233067 w 456622"/>
              <a:gd name="connsiteY10" fmla="*/ 246918 h 456622"/>
              <a:gd name="connsiteX11" fmla="*/ 214041 w 456622"/>
              <a:gd name="connsiteY11" fmla="*/ 246918 h 456622"/>
              <a:gd name="connsiteX12" fmla="*/ 214041 w 456622"/>
              <a:gd name="connsiteY12" fmla="*/ 208866 h 456622"/>
              <a:gd name="connsiteX13" fmla="*/ 299657 w 456622"/>
              <a:gd name="connsiteY13" fmla="*/ 75684 h 456622"/>
              <a:gd name="connsiteX14" fmla="*/ 255137 w 456622"/>
              <a:gd name="connsiteY14" fmla="*/ 98706 h 456622"/>
              <a:gd name="connsiteX15" fmla="*/ 233067 w 456622"/>
              <a:gd name="connsiteY15" fmla="*/ 142275 h 456622"/>
              <a:gd name="connsiteX16" fmla="*/ 276826 w 456622"/>
              <a:gd name="connsiteY16" fmla="*/ 120015 h 456622"/>
              <a:gd name="connsiteX17" fmla="*/ 277587 w 456622"/>
              <a:gd name="connsiteY17" fmla="*/ 119254 h 456622"/>
              <a:gd name="connsiteX18" fmla="*/ 299657 w 456622"/>
              <a:gd name="connsiteY18" fmla="*/ 75684 h 456622"/>
              <a:gd name="connsiteX19" fmla="*/ 185502 w 456622"/>
              <a:gd name="connsiteY19" fmla="*/ 59893 h 456622"/>
              <a:gd name="connsiteX20" fmla="*/ 193873 w 456622"/>
              <a:gd name="connsiteY20" fmla="*/ 90715 h 456622"/>
              <a:gd name="connsiteX21" fmla="*/ 193683 w 456622"/>
              <a:gd name="connsiteY21" fmla="*/ 90905 h 456622"/>
              <a:gd name="connsiteX22" fmla="*/ 213660 w 456622"/>
              <a:gd name="connsiteY22" fmla="*/ 109931 h 456622"/>
              <a:gd name="connsiteX23" fmla="*/ 205479 w 456622"/>
              <a:gd name="connsiteY23" fmla="*/ 78919 h 456622"/>
              <a:gd name="connsiteX24" fmla="*/ 185502 w 456622"/>
              <a:gd name="connsiteY24" fmla="*/ 59893 h 456622"/>
              <a:gd name="connsiteX25" fmla="*/ 174657 w 456622"/>
              <a:gd name="connsiteY25" fmla="*/ 39155 h 456622"/>
              <a:gd name="connsiteX26" fmla="*/ 188546 w 456622"/>
              <a:gd name="connsiteY26" fmla="*/ 39155 h 456622"/>
              <a:gd name="connsiteX27" fmla="*/ 223173 w 456622"/>
              <a:gd name="connsiteY27" fmla="*/ 70167 h 456622"/>
              <a:gd name="connsiteX28" fmla="*/ 232496 w 456622"/>
              <a:gd name="connsiteY28" fmla="*/ 97945 h 456622"/>
              <a:gd name="connsiteX29" fmla="*/ 242579 w 456622"/>
              <a:gd name="connsiteY29" fmla="*/ 85388 h 456622"/>
              <a:gd name="connsiteX30" fmla="*/ 294710 w 456622"/>
              <a:gd name="connsiteY30" fmla="*/ 57800 h 456622"/>
              <a:gd name="connsiteX31" fmla="*/ 294710 w 456622"/>
              <a:gd name="connsiteY31" fmla="*/ 57420 h 456622"/>
              <a:gd name="connsiteX32" fmla="*/ 312404 w 456622"/>
              <a:gd name="connsiteY32" fmla="*/ 62366 h 456622"/>
              <a:gd name="connsiteX33" fmla="*/ 317541 w 456622"/>
              <a:gd name="connsiteY33" fmla="*/ 80251 h 456622"/>
              <a:gd name="connsiteX34" fmla="*/ 290525 w 456622"/>
              <a:gd name="connsiteY34" fmla="*/ 132762 h 456622"/>
              <a:gd name="connsiteX35" fmla="*/ 237442 w 456622"/>
              <a:gd name="connsiteY35" fmla="*/ 161301 h 456622"/>
              <a:gd name="connsiteX36" fmla="*/ 233067 w 456622"/>
              <a:gd name="connsiteY36" fmla="*/ 161301 h 456622"/>
              <a:gd name="connsiteX37" fmla="*/ 233067 w 456622"/>
              <a:gd name="connsiteY37" fmla="*/ 189840 h 456622"/>
              <a:gd name="connsiteX38" fmla="*/ 299657 w 456622"/>
              <a:gd name="connsiteY38" fmla="*/ 189840 h 456622"/>
              <a:gd name="connsiteX39" fmla="*/ 299657 w 456622"/>
              <a:gd name="connsiteY39" fmla="*/ 208866 h 456622"/>
              <a:gd name="connsiteX40" fmla="*/ 280631 w 456622"/>
              <a:gd name="connsiteY40" fmla="*/ 208866 h 456622"/>
              <a:gd name="connsiteX41" fmla="*/ 280631 w 456622"/>
              <a:gd name="connsiteY41" fmla="*/ 361073 h 456622"/>
              <a:gd name="connsiteX42" fmla="*/ 223554 w 456622"/>
              <a:gd name="connsiteY42" fmla="*/ 418151 h 456622"/>
              <a:gd name="connsiteX43" fmla="*/ 166476 w 456622"/>
              <a:gd name="connsiteY43" fmla="*/ 361073 h 456622"/>
              <a:gd name="connsiteX44" fmla="*/ 166476 w 456622"/>
              <a:gd name="connsiteY44" fmla="*/ 208866 h 456622"/>
              <a:gd name="connsiteX45" fmla="*/ 147450 w 456622"/>
              <a:gd name="connsiteY45" fmla="*/ 208866 h 456622"/>
              <a:gd name="connsiteX46" fmla="*/ 147450 w 456622"/>
              <a:gd name="connsiteY46" fmla="*/ 189840 h 456622"/>
              <a:gd name="connsiteX47" fmla="*/ 214992 w 456622"/>
              <a:gd name="connsiteY47" fmla="*/ 189840 h 456622"/>
              <a:gd name="connsiteX48" fmla="*/ 214992 w 456622"/>
              <a:gd name="connsiteY48" fmla="*/ 141514 h 456622"/>
              <a:gd name="connsiteX49" fmla="*/ 214992 w 456622"/>
              <a:gd name="connsiteY49" fmla="*/ 130669 h 456622"/>
              <a:gd name="connsiteX50" fmla="*/ 212899 w 456622"/>
              <a:gd name="connsiteY50" fmla="*/ 130669 h 456622"/>
              <a:gd name="connsiteX51" fmla="*/ 178272 w 456622"/>
              <a:gd name="connsiteY51" fmla="*/ 99657 h 456622"/>
              <a:gd name="connsiteX52" fmla="*/ 167427 w 456622"/>
              <a:gd name="connsiteY52" fmla="*/ 52473 h 456622"/>
              <a:gd name="connsiteX53" fmla="*/ 174657 w 456622"/>
              <a:gd name="connsiteY53" fmla="*/ 39155 h 456622"/>
              <a:gd name="connsiteX54" fmla="*/ 228311 w 456622"/>
              <a:gd name="connsiteY54" fmla="*/ 19026 h 456622"/>
              <a:gd name="connsiteX55" fmla="*/ 87519 w 456622"/>
              <a:gd name="connsiteY55" fmla="*/ 74201 h 456622"/>
              <a:gd name="connsiteX56" fmla="*/ 150305 w 456622"/>
              <a:gd name="connsiteY56" fmla="*/ 136987 h 456622"/>
              <a:gd name="connsiteX57" fmla="*/ 136987 w 456622"/>
              <a:gd name="connsiteY57" fmla="*/ 150305 h 456622"/>
              <a:gd name="connsiteX58" fmla="*/ 74201 w 456622"/>
              <a:gd name="connsiteY58" fmla="*/ 87519 h 456622"/>
              <a:gd name="connsiteX59" fmla="*/ 19026 w 456622"/>
              <a:gd name="connsiteY59" fmla="*/ 228311 h 456622"/>
              <a:gd name="connsiteX60" fmla="*/ 228311 w 456622"/>
              <a:gd name="connsiteY60" fmla="*/ 437596 h 456622"/>
              <a:gd name="connsiteX61" fmla="*/ 369103 w 456622"/>
              <a:gd name="connsiteY61" fmla="*/ 382421 h 456622"/>
              <a:gd name="connsiteX62" fmla="*/ 296804 w 456622"/>
              <a:gd name="connsiteY62" fmla="*/ 310122 h 456622"/>
              <a:gd name="connsiteX63" fmla="*/ 310122 w 456622"/>
              <a:gd name="connsiteY63" fmla="*/ 296804 h 456622"/>
              <a:gd name="connsiteX64" fmla="*/ 382421 w 456622"/>
              <a:gd name="connsiteY64" fmla="*/ 369103 h 456622"/>
              <a:gd name="connsiteX65" fmla="*/ 437596 w 456622"/>
              <a:gd name="connsiteY65" fmla="*/ 228311 h 456622"/>
              <a:gd name="connsiteX66" fmla="*/ 228311 w 456622"/>
              <a:gd name="connsiteY66" fmla="*/ 19026 h 456622"/>
              <a:gd name="connsiteX67" fmla="*/ 228311 w 456622"/>
              <a:gd name="connsiteY67" fmla="*/ 0 h 456622"/>
              <a:gd name="connsiteX68" fmla="*/ 456622 w 456622"/>
              <a:gd name="connsiteY68" fmla="*/ 228311 h 456622"/>
              <a:gd name="connsiteX69" fmla="*/ 228311 w 456622"/>
              <a:gd name="connsiteY69" fmla="*/ 456622 h 456622"/>
              <a:gd name="connsiteX70" fmla="*/ 0 w 456622"/>
              <a:gd name="connsiteY70" fmla="*/ 228311 h 456622"/>
              <a:gd name="connsiteX71" fmla="*/ 228311 w 456622"/>
              <a:gd name="connsiteY71" fmla="*/ 0 h 45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56622" h="456622">
                <a:moveTo>
                  <a:pt x="185502" y="284969"/>
                </a:moveTo>
                <a:lnTo>
                  <a:pt x="185502" y="361073"/>
                </a:lnTo>
                <a:cubicBezTo>
                  <a:pt x="185502" y="382089"/>
                  <a:pt x="202538" y="399125"/>
                  <a:pt x="223554" y="399125"/>
                </a:cubicBezTo>
                <a:cubicBezTo>
                  <a:pt x="244570" y="399125"/>
                  <a:pt x="261605" y="382089"/>
                  <a:pt x="261605" y="361073"/>
                </a:cubicBezTo>
                <a:lnTo>
                  <a:pt x="261605" y="284969"/>
                </a:lnTo>
                <a:close/>
                <a:moveTo>
                  <a:pt x="185502" y="208866"/>
                </a:moveTo>
                <a:lnTo>
                  <a:pt x="185502" y="265943"/>
                </a:lnTo>
                <a:lnTo>
                  <a:pt x="261605" y="265943"/>
                </a:lnTo>
                <a:lnTo>
                  <a:pt x="261605" y="208866"/>
                </a:lnTo>
                <a:lnTo>
                  <a:pt x="233067" y="208866"/>
                </a:lnTo>
                <a:lnTo>
                  <a:pt x="233067" y="246918"/>
                </a:lnTo>
                <a:lnTo>
                  <a:pt x="214041" y="246918"/>
                </a:lnTo>
                <a:lnTo>
                  <a:pt x="214041" y="208866"/>
                </a:lnTo>
                <a:close/>
                <a:moveTo>
                  <a:pt x="299657" y="75684"/>
                </a:moveTo>
                <a:cubicBezTo>
                  <a:pt x="283027" y="79241"/>
                  <a:pt x="267652" y="87190"/>
                  <a:pt x="255137" y="98706"/>
                </a:cubicBezTo>
                <a:cubicBezTo>
                  <a:pt x="243961" y="110956"/>
                  <a:pt x="236331" y="126018"/>
                  <a:pt x="233067" y="142275"/>
                </a:cubicBezTo>
                <a:cubicBezTo>
                  <a:pt x="249349" y="138812"/>
                  <a:pt x="264438" y="131136"/>
                  <a:pt x="276826" y="120015"/>
                </a:cubicBezTo>
                <a:lnTo>
                  <a:pt x="277587" y="119254"/>
                </a:lnTo>
                <a:cubicBezTo>
                  <a:pt x="288763" y="107004"/>
                  <a:pt x="296392" y="91942"/>
                  <a:pt x="299657" y="75684"/>
                </a:cubicBezTo>
                <a:close/>
                <a:moveTo>
                  <a:pt x="185502" y="59893"/>
                </a:moveTo>
                <a:cubicBezTo>
                  <a:pt x="185873" y="70676"/>
                  <a:pt x="188738" y="81226"/>
                  <a:pt x="193873" y="90715"/>
                </a:cubicBezTo>
                <a:lnTo>
                  <a:pt x="193683" y="90905"/>
                </a:lnTo>
                <a:cubicBezTo>
                  <a:pt x="198793" y="98696"/>
                  <a:pt x="205629" y="105207"/>
                  <a:pt x="213660" y="109931"/>
                </a:cubicBezTo>
                <a:cubicBezTo>
                  <a:pt x="213377" y="99099"/>
                  <a:pt x="210576" y="88481"/>
                  <a:pt x="205479" y="78919"/>
                </a:cubicBezTo>
                <a:cubicBezTo>
                  <a:pt x="200441" y="71068"/>
                  <a:pt x="193590" y="64543"/>
                  <a:pt x="185502" y="59893"/>
                </a:cubicBezTo>
                <a:close/>
                <a:moveTo>
                  <a:pt x="174657" y="39155"/>
                </a:moveTo>
                <a:cubicBezTo>
                  <a:pt x="178984" y="36786"/>
                  <a:pt x="184219" y="36786"/>
                  <a:pt x="188546" y="39155"/>
                </a:cubicBezTo>
                <a:cubicBezTo>
                  <a:pt x="202857" y="45908"/>
                  <a:pt x="214889" y="56685"/>
                  <a:pt x="223173" y="70167"/>
                </a:cubicBezTo>
                <a:cubicBezTo>
                  <a:pt x="227912" y="78796"/>
                  <a:pt x="231069" y="88204"/>
                  <a:pt x="232496" y="97945"/>
                </a:cubicBezTo>
                <a:cubicBezTo>
                  <a:pt x="235420" y="93425"/>
                  <a:pt x="238797" y="89218"/>
                  <a:pt x="242579" y="85388"/>
                </a:cubicBezTo>
                <a:cubicBezTo>
                  <a:pt x="257197" y="71725"/>
                  <a:pt x="275192" y="62202"/>
                  <a:pt x="294710" y="57800"/>
                </a:cubicBezTo>
                <a:lnTo>
                  <a:pt x="294710" y="57420"/>
                </a:lnTo>
                <a:cubicBezTo>
                  <a:pt x="301067" y="55923"/>
                  <a:pt x="307747" y="57790"/>
                  <a:pt x="312404" y="62366"/>
                </a:cubicBezTo>
                <a:cubicBezTo>
                  <a:pt x="317113" y="67027"/>
                  <a:pt x="319060" y="73801"/>
                  <a:pt x="317541" y="80251"/>
                </a:cubicBezTo>
                <a:cubicBezTo>
                  <a:pt x="313474" y="99884"/>
                  <a:pt x="304134" y="118038"/>
                  <a:pt x="290525" y="132762"/>
                </a:cubicBezTo>
                <a:cubicBezTo>
                  <a:pt x="275774" y="146952"/>
                  <a:pt x="257414" y="156823"/>
                  <a:pt x="237442" y="161301"/>
                </a:cubicBezTo>
                <a:cubicBezTo>
                  <a:pt x="235991" y="161499"/>
                  <a:pt x="234518" y="161499"/>
                  <a:pt x="233067" y="161301"/>
                </a:cubicBezTo>
                <a:lnTo>
                  <a:pt x="233067" y="189840"/>
                </a:lnTo>
                <a:lnTo>
                  <a:pt x="299657" y="189840"/>
                </a:lnTo>
                <a:lnTo>
                  <a:pt x="299657" y="208866"/>
                </a:lnTo>
                <a:lnTo>
                  <a:pt x="280631" y="208866"/>
                </a:lnTo>
                <a:lnTo>
                  <a:pt x="280631" y="361073"/>
                </a:lnTo>
                <a:cubicBezTo>
                  <a:pt x="280631" y="392597"/>
                  <a:pt x="255078" y="418151"/>
                  <a:pt x="223554" y="418151"/>
                </a:cubicBezTo>
                <a:cubicBezTo>
                  <a:pt x="192030" y="418151"/>
                  <a:pt x="166476" y="392597"/>
                  <a:pt x="166476" y="361073"/>
                </a:cubicBezTo>
                <a:lnTo>
                  <a:pt x="166476" y="208866"/>
                </a:lnTo>
                <a:lnTo>
                  <a:pt x="147450" y="208866"/>
                </a:lnTo>
                <a:lnTo>
                  <a:pt x="147450" y="189840"/>
                </a:lnTo>
                <a:lnTo>
                  <a:pt x="214992" y="189840"/>
                </a:lnTo>
                <a:lnTo>
                  <a:pt x="214992" y="141514"/>
                </a:lnTo>
                <a:lnTo>
                  <a:pt x="214992" y="130669"/>
                </a:lnTo>
                <a:cubicBezTo>
                  <a:pt x="214299" y="130780"/>
                  <a:pt x="213592" y="130780"/>
                  <a:pt x="212899" y="130669"/>
                </a:cubicBezTo>
                <a:cubicBezTo>
                  <a:pt x="198588" y="123916"/>
                  <a:pt x="186556" y="113139"/>
                  <a:pt x="178272" y="99657"/>
                </a:cubicBezTo>
                <a:cubicBezTo>
                  <a:pt x="170648" y="85127"/>
                  <a:pt x="166912" y="68873"/>
                  <a:pt x="167427" y="52473"/>
                </a:cubicBezTo>
                <a:cubicBezTo>
                  <a:pt x="167337" y="47073"/>
                  <a:pt x="170080" y="42021"/>
                  <a:pt x="174657" y="39155"/>
                </a:cubicBezTo>
                <a:close/>
                <a:moveTo>
                  <a:pt x="228311" y="19026"/>
                </a:moveTo>
                <a:cubicBezTo>
                  <a:pt x="173136" y="19026"/>
                  <a:pt x="123668" y="39954"/>
                  <a:pt x="87519" y="74201"/>
                </a:cubicBezTo>
                <a:lnTo>
                  <a:pt x="150305" y="136987"/>
                </a:lnTo>
                <a:lnTo>
                  <a:pt x="136987" y="150305"/>
                </a:lnTo>
                <a:lnTo>
                  <a:pt x="74201" y="87519"/>
                </a:lnTo>
                <a:cubicBezTo>
                  <a:pt x="39954" y="123668"/>
                  <a:pt x="19026" y="173136"/>
                  <a:pt x="19026" y="228311"/>
                </a:cubicBezTo>
                <a:cubicBezTo>
                  <a:pt x="19026" y="344369"/>
                  <a:pt x="112253" y="437596"/>
                  <a:pt x="228311" y="437596"/>
                </a:cubicBezTo>
                <a:cubicBezTo>
                  <a:pt x="283486" y="437596"/>
                  <a:pt x="331051" y="416668"/>
                  <a:pt x="369103" y="382421"/>
                </a:cubicBezTo>
                <a:lnTo>
                  <a:pt x="296804" y="310122"/>
                </a:lnTo>
                <a:lnTo>
                  <a:pt x="310122" y="296804"/>
                </a:lnTo>
                <a:lnTo>
                  <a:pt x="382421" y="369103"/>
                </a:lnTo>
                <a:cubicBezTo>
                  <a:pt x="416668" y="332954"/>
                  <a:pt x="437596" y="283486"/>
                  <a:pt x="437596" y="228311"/>
                </a:cubicBezTo>
                <a:cubicBezTo>
                  <a:pt x="437596" y="112253"/>
                  <a:pt x="344369" y="19026"/>
                  <a:pt x="228311" y="19026"/>
                </a:cubicBezTo>
                <a:close/>
                <a:moveTo>
                  <a:pt x="228311" y="0"/>
                </a:moveTo>
                <a:cubicBezTo>
                  <a:pt x="353882" y="0"/>
                  <a:pt x="456622" y="102740"/>
                  <a:pt x="456622" y="228311"/>
                </a:cubicBezTo>
                <a:cubicBezTo>
                  <a:pt x="456622" y="353882"/>
                  <a:pt x="353882" y="456622"/>
                  <a:pt x="228311" y="456622"/>
                </a:cubicBezTo>
                <a:cubicBezTo>
                  <a:pt x="102740" y="456622"/>
                  <a:pt x="0" y="353882"/>
                  <a:pt x="0" y="228311"/>
                </a:cubicBezTo>
                <a:cubicBezTo>
                  <a:pt x="0" y="102740"/>
                  <a:pt x="102740" y="0"/>
                  <a:pt x="228311" y="0"/>
                </a:cubicBezTo>
                <a:close/>
              </a:path>
            </a:pathLst>
          </a:custGeom>
          <a:solidFill>
            <a:srgbClr val="0B315E"/>
          </a:solidFill>
          <a:ln w="179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268" descr="Organic icon.">
            <a:extLst>
              <a:ext uri="{FF2B5EF4-FFF2-40B4-BE49-F238E27FC236}">
                <a16:creationId xmlns:a16="http://schemas.microsoft.com/office/drawing/2014/main" id="{1F925A68-1847-A04C-70D2-5C1F9D0DB629}"/>
              </a:ext>
            </a:extLst>
          </p:cNvPr>
          <p:cNvSpPr>
            <a:spLocks noChangeAspect="1"/>
          </p:cNvSpPr>
          <p:nvPr/>
        </p:nvSpPr>
        <p:spPr>
          <a:xfrm>
            <a:off x="5833854" y="5152458"/>
            <a:ext cx="458518" cy="458518"/>
          </a:xfrm>
          <a:custGeom>
            <a:avLst/>
            <a:gdLst>
              <a:gd name="connsiteX0" fmla="*/ 229259 w 458518"/>
              <a:gd name="connsiteY0" fmla="*/ 0 h 458518"/>
              <a:gd name="connsiteX1" fmla="*/ 0 w 458518"/>
              <a:gd name="connsiteY1" fmla="*/ 229259 h 458518"/>
              <a:gd name="connsiteX2" fmla="*/ 229259 w 458518"/>
              <a:gd name="connsiteY2" fmla="*/ 458518 h 458518"/>
              <a:gd name="connsiteX3" fmla="*/ 458518 w 458518"/>
              <a:gd name="connsiteY3" fmla="*/ 229259 h 458518"/>
              <a:gd name="connsiteX4" fmla="*/ 229259 w 458518"/>
              <a:gd name="connsiteY4" fmla="*/ 0 h 458518"/>
              <a:gd name="connsiteX5" fmla="*/ 238811 w 458518"/>
              <a:gd name="connsiteY5" fmla="*/ 439413 h 458518"/>
              <a:gd name="connsiteX6" fmla="*/ 238811 w 458518"/>
              <a:gd name="connsiteY6" fmla="*/ 244543 h 458518"/>
              <a:gd name="connsiteX7" fmla="*/ 238811 w 458518"/>
              <a:gd name="connsiteY7" fmla="*/ 244543 h 458518"/>
              <a:gd name="connsiteX8" fmla="*/ 248364 w 458518"/>
              <a:gd name="connsiteY8" fmla="*/ 244543 h 458518"/>
              <a:gd name="connsiteX9" fmla="*/ 334336 w 458518"/>
              <a:gd name="connsiteY9" fmla="*/ 212065 h 458518"/>
              <a:gd name="connsiteX10" fmla="*/ 368725 w 458518"/>
              <a:gd name="connsiteY10" fmla="*/ 118450 h 458518"/>
              <a:gd name="connsiteX11" fmla="*/ 368725 w 458518"/>
              <a:gd name="connsiteY11" fmla="*/ 118450 h 458518"/>
              <a:gd name="connsiteX12" fmla="*/ 345799 w 458518"/>
              <a:gd name="connsiteY12" fmla="*/ 95525 h 458518"/>
              <a:gd name="connsiteX13" fmla="*/ 252185 w 458518"/>
              <a:gd name="connsiteY13" fmla="*/ 129913 h 458518"/>
              <a:gd name="connsiteX14" fmla="*/ 219707 w 458518"/>
              <a:gd name="connsiteY14" fmla="*/ 213975 h 458518"/>
              <a:gd name="connsiteX15" fmla="*/ 219707 w 458518"/>
              <a:gd name="connsiteY15" fmla="*/ 213975 h 458518"/>
              <a:gd name="connsiteX16" fmla="*/ 219707 w 458518"/>
              <a:gd name="connsiteY16" fmla="*/ 236901 h 458518"/>
              <a:gd name="connsiteX17" fmla="*/ 206333 w 458518"/>
              <a:gd name="connsiteY17" fmla="*/ 219707 h 458518"/>
              <a:gd name="connsiteX18" fmla="*/ 112719 w 458518"/>
              <a:gd name="connsiteY18" fmla="*/ 187228 h 458518"/>
              <a:gd name="connsiteX19" fmla="*/ 112719 w 458518"/>
              <a:gd name="connsiteY19" fmla="*/ 187228 h 458518"/>
              <a:gd name="connsiteX20" fmla="*/ 89793 w 458518"/>
              <a:gd name="connsiteY20" fmla="*/ 210154 h 458518"/>
              <a:gd name="connsiteX21" fmla="*/ 124182 w 458518"/>
              <a:gd name="connsiteY21" fmla="*/ 303768 h 458518"/>
              <a:gd name="connsiteX22" fmla="*/ 212065 w 458518"/>
              <a:gd name="connsiteY22" fmla="*/ 336247 h 458518"/>
              <a:gd name="connsiteX23" fmla="*/ 221617 w 458518"/>
              <a:gd name="connsiteY23" fmla="*/ 336247 h 458518"/>
              <a:gd name="connsiteX24" fmla="*/ 221617 w 458518"/>
              <a:gd name="connsiteY24" fmla="*/ 336247 h 458518"/>
              <a:gd name="connsiteX25" fmla="*/ 221617 w 458518"/>
              <a:gd name="connsiteY25" fmla="*/ 439413 h 458518"/>
              <a:gd name="connsiteX26" fmla="*/ 19105 w 458518"/>
              <a:gd name="connsiteY26" fmla="*/ 219707 h 458518"/>
              <a:gd name="connsiteX27" fmla="*/ 238811 w 458518"/>
              <a:gd name="connsiteY27" fmla="*/ 19105 h 458518"/>
              <a:gd name="connsiteX28" fmla="*/ 439413 w 458518"/>
              <a:gd name="connsiteY28" fmla="*/ 238811 h 458518"/>
              <a:gd name="connsiteX29" fmla="*/ 238811 w 458518"/>
              <a:gd name="connsiteY29" fmla="*/ 439413 h 458518"/>
              <a:gd name="connsiteX30" fmla="*/ 238811 w 458518"/>
              <a:gd name="connsiteY30" fmla="*/ 439413 h 458518"/>
              <a:gd name="connsiteX31" fmla="*/ 267469 w 458518"/>
              <a:gd name="connsiteY31" fmla="*/ 143287 h 458518"/>
              <a:gd name="connsiteX32" fmla="*/ 345799 w 458518"/>
              <a:gd name="connsiteY32" fmla="*/ 114630 h 458518"/>
              <a:gd name="connsiteX33" fmla="*/ 351530 w 458518"/>
              <a:gd name="connsiteY33" fmla="*/ 120361 h 458518"/>
              <a:gd name="connsiteX34" fmla="*/ 322873 w 458518"/>
              <a:gd name="connsiteY34" fmla="*/ 198691 h 458518"/>
              <a:gd name="connsiteX35" fmla="*/ 240722 w 458518"/>
              <a:gd name="connsiteY35" fmla="*/ 225438 h 458518"/>
              <a:gd name="connsiteX36" fmla="*/ 238811 w 458518"/>
              <a:gd name="connsiteY36" fmla="*/ 225438 h 458518"/>
              <a:gd name="connsiteX37" fmla="*/ 238811 w 458518"/>
              <a:gd name="connsiteY37" fmla="*/ 223528 h 458518"/>
              <a:gd name="connsiteX38" fmla="*/ 267469 w 458518"/>
              <a:gd name="connsiteY38" fmla="*/ 143287 h 458518"/>
              <a:gd name="connsiteX39" fmla="*/ 219707 w 458518"/>
              <a:gd name="connsiteY39" fmla="*/ 315231 h 458518"/>
              <a:gd name="connsiteX40" fmla="*/ 219707 w 458518"/>
              <a:gd name="connsiteY40" fmla="*/ 315231 h 458518"/>
              <a:gd name="connsiteX41" fmla="*/ 219707 w 458518"/>
              <a:gd name="connsiteY41" fmla="*/ 315231 h 458518"/>
              <a:gd name="connsiteX42" fmla="*/ 135645 w 458518"/>
              <a:gd name="connsiteY42" fmla="*/ 288484 h 458518"/>
              <a:gd name="connsiteX43" fmla="*/ 106988 w 458518"/>
              <a:gd name="connsiteY43" fmla="*/ 208244 h 458518"/>
              <a:gd name="connsiteX44" fmla="*/ 112719 w 458518"/>
              <a:gd name="connsiteY44" fmla="*/ 202512 h 458518"/>
              <a:gd name="connsiteX45" fmla="*/ 191049 w 458518"/>
              <a:gd name="connsiteY45" fmla="*/ 231170 h 458518"/>
              <a:gd name="connsiteX46" fmla="*/ 219707 w 458518"/>
              <a:gd name="connsiteY46" fmla="*/ 315231 h 458518"/>
              <a:gd name="connsiteX47" fmla="*/ 219707 w 458518"/>
              <a:gd name="connsiteY47" fmla="*/ 315231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8518" h="458518"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38811" y="439413"/>
                </a:moveTo>
                <a:lnTo>
                  <a:pt x="238811" y="244543"/>
                </a:lnTo>
                <a:lnTo>
                  <a:pt x="238811" y="244543"/>
                </a:lnTo>
                <a:lnTo>
                  <a:pt x="248364" y="244543"/>
                </a:lnTo>
                <a:cubicBezTo>
                  <a:pt x="280842" y="244543"/>
                  <a:pt x="311410" y="233080"/>
                  <a:pt x="334336" y="212065"/>
                </a:cubicBezTo>
                <a:cubicBezTo>
                  <a:pt x="359172" y="187228"/>
                  <a:pt x="370635" y="152839"/>
                  <a:pt x="368725" y="118450"/>
                </a:cubicBezTo>
                <a:lnTo>
                  <a:pt x="368725" y="118450"/>
                </a:lnTo>
                <a:cubicBezTo>
                  <a:pt x="366814" y="106988"/>
                  <a:pt x="359172" y="97435"/>
                  <a:pt x="345799" y="95525"/>
                </a:cubicBezTo>
                <a:cubicBezTo>
                  <a:pt x="311410" y="91704"/>
                  <a:pt x="277021" y="105077"/>
                  <a:pt x="252185" y="129913"/>
                </a:cubicBezTo>
                <a:cubicBezTo>
                  <a:pt x="231170" y="152839"/>
                  <a:pt x="217796" y="183407"/>
                  <a:pt x="219707" y="213975"/>
                </a:cubicBezTo>
                <a:lnTo>
                  <a:pt x="219707" y="213975"/>
                </a:lnTo>
                <a:lnTo>
                  <a:pt x="219707" y="236901"/>
                </a:lnTo>
                <a:cubicBezTo>
                  <a:pt x="215886" y="231170"/>
                  <a:pt x="210154" y="223528"/>
                  <a:pt x="206333" y="219707"/>
                </a:cubicBezTo>
                <a:cubicBezTo>
                  <a:pt x="181497" y="194870"/>
                  <a:pt x="147108" y="183407"/>
                  <a:pt x="112719" y="187228"/>
                </a:cubicBezTo>
                <a:lnTo>
                  <a:pt x="112719" y="187228"/>
                </a:lnTo>
                <a:cubicBezTo>
                  <a:pt x="99346" y="187228"/>
                  <a:pt x="89793" y="198691"/>
                  <a:pt x="89793" y="210154"/>
                </a:cubicBezTo>
                <a:cubicBezTo>
                  <a:pt x="85972" y="244543"/>
                  <a:pt x="99346" y="278932"/>
                  <a:pt x="124182" y="303768"/>
                </a:cubicBezTo>
                <a:cubicBezTo>
                  <a:pt x="147108" y="326694"/>
                  <a:pt x="179586" y="338157"/>
                  <a:pt x="212065" y="336247"/>
                </a:cubicBezTo>
                <a:lnTo>
                  <a:pt x="221617" y="336247"/>
                </a:lnTo>
                <a:lnTo>
                  <a:pt x="221617" y="336247"/>
                </a:lnTo>
                <a:lnTo>
                  <a:pt x="221617" y="439413"/>
                </a:lnTo>
                <a:cubicBezTo>
                  <a:pt x="105077" y="433682"/>
                  <a:pt x="15284" y="336247"/>
                  <a:pt x="19105" y="219707"/>
                </a:cubicBezTo>
                <a:cubicBezTo>
                  <a:pt x="22926" y="103167"/>
                  <a:pt x="124182" y="13373"/>
                  <a:pt x="238811" y="19105"/>
                </a:cubicBezTo>
                <a:cubicBezTo>
                  <a:pt x="353441" y="24836"/>
                  <a:pt x="445145" y="122271"/>
                  <a:pt x="439413" y="238811"/>
                </a:cubicBezTo>
                <a:cubicBezTo>
                  <a:pt x="435592" y="347710"/>
                  <a:pt x="347710" y="433682"/>
                  <a:pt x="238811" y="439413"/>
                </a:cubicBezTo>
                <a:lnTo>
                  <a:pt x="238811" y="439413"/>
                </a:lnTo>
                <a:close/>
                <a:moveTo>
                  <a:pt x="267469" y="143287"/>
                </a:moveTo>
                <a:cubicBezTo>
                  <a:pt x="288484" y="124182"/>
                  <a:pt x="317142" y="112719"/>
                  <a:pt x="345799" y="114630"/>
                </a:cubicBezTo>
                <a:cubicBezTo>
                  <a:pt x="347710" y="114630"/>
                  <a:pt x="349620" y="116540"/>
                  <a:pt x="351530" y="120361"/>
                </a:cubicBezTo>
                <a:cubicBezTo>
                  <a:pt x="353441" y="149018"/>
                  <a:pt x="343889" y="177676"/>
                  <a:pt x="322873" y="198691"/>
                </a:cubicBezTo>
                <a:cubicBezTo>
                  <a:pt x="299947" y="219707"/>
                  <a:pt x="271290" y="229259"/>
                  <a:pt x="240722" y="225438"/>
                </a:cubicBezTo>
                <a:lnTo>
                  <a:pt x="238811" y="225438"/>
                </a:lnTo>
                <a:lnTo>
                  <a:pt x="238811" y="223528"/>
                </a:lnTo>
                <a:cubicBezTo>
                  <a:pt x="236901" y="194870"/>
                  <a:pt x="246453" y="164302"/>
                  <a:pt x="267469" y="143287"/>
                </a:cubicBezTo>
                <a:close/>
                <a:moveTo>
                  <a:pt x="219707" y="315231"/>
                </a:moveTo>
                <a:lnTo>
                  <a:pt x="219707" y="315231"/>
                </a:lnTo>
                <a:lnTo>
                  <a:pt x="219707" y="315231"/>
                </a:lnTo>
                <a:cubicBezTo>
                  <a:pt x="189139" y="319052"/>
                  <a:pt x="158571" y="309500"/>
                  <a:pt x="135645" y="288484"/>
                </a:cubicBezTo>
                <a:cubicBezTo>
                  <a:pt x="114630" y="267469"/>
                  <a:pt x="105077" y="238811"/>
                  <a:pt x="106988" y="208244"/>
                </a:cubicBezTo>
                <a:cubicBezTo>
                  <a:pt x="106988" y="206333"/>
                  <a:pt x="108898" y="204423"/>
                  <a:pt x="112719" y="202512"/>
                </a:cubicBezTo>
                <a:cubicBezTo>
                  <a:pt x="141376" y="200602"/>
                  <a:pt x="170034" y="210154"/>
                  <a:pt x="191049" y="231170"/>
                </a:cubicBezTo>
                <a:cubicBezTo>
                  <a:pt x="212065" y="256006"/>
                  <a:pt x="223528" y="284663"/>
                  <a:pt x="219707" y="315231"/>
                </a:cubicBezTo>
                <a:lnTo>
                  <a:pt x="219707" y="31523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270" descr="Source of protein icon.">
            <a:extLst>
              <a:ext uri="{FF2B5EF4-FFF2-40B4-BE49-F238E27FC236}">
                <a16:creationId xmlns:a16="http://schemas.microsoft.com/office/drawing/2014/main" id="{63A7F03B-8DE4-B1CF-D939-5B837E5354C9}"/>
              </a:ext>
            </a:extLst>
          </p:cNvPr>
          <p:cNvSpPr>
            <a:spLocks noChangeAspect="1"/>
          </p:cNvSpPr>
          <p:nvPr/>
        </p:nvSpPr>
        <p:spPr>
          <a:xfrm>
            <a:off x="7073201" y="5154369"/>
            <a:ext cx="439378" cy="456607"/>
          </a:xfrm>
          <a:custGeom>
            <a:avLst/>
            <a:gdLst>
              <a:gd name="connsiteX0" fmla="*/ 264759 w 439378"/>
              <a:gd name="connsiteY0" fmla="*/ 259827 h 456607"/>
              <a:gd name="connsiteX1" fmla="*/ 148219 w 439378"/>
              <a:gd name="connsiteY1" fmla="*/ 265558 h 456607"/>
              <a:gd name="connsiteX2" fmla="*/ 153951 w 439378"/>
              <a:gd name="connsiteY2" fmla="*/ 215886 h 456607"/>
              <a:gd name="connsiteX3" fmla="*/ 155861 w 439378"/>
              <a:gd name="connsiteY3" fmla="*/ 131824 h 456607"/>
              <a:gd name="connsiteX4" fmla="*/ 218908 w 439378"/>
              <a:gd name="connsiteY4" fmla="*/ 89793 h 456607"/>
              <a:gd name="connsiteX5" fmla="*/ 216997 w 439378"/>
              <a:gd name="connsiteY5" fmla="*/ 68778 h 456607"/>
              <a:gd name="connsiteX6" fmla="*/ 224639 w 439378"/>
              <a:gd name="connsiteY6" fmla="*/ 47762 h 456607"/>
              <a:gd name="connsiteX7" fmla="*/ 218908 w 439378"/>
              <a:gd name="connsiteY7" fmla="*/ 7642 h 456607"/>
              <a:gd name="connsiteX8" fmla="*/ 201713 w 439378"/>
              <a:gd name="connsiteY8" fmla="*/ 0 h 456607"/>
              <a:gd name="connsiteX9" fmla="*/ 155861 w 439378"/>
              <a:gd name="connsiteY9" fmla="*/ 1910 h 456607"/>
              <a:gd name="connsiteX10" fmla="*/ 123383 w 439378"/>
              <a:gd name="connsiteY10" fmla="*/ 3821 h 456607"/>
              <a:gd name="connsiteX11" fmla="*/ 94726 w 439378"/>
              <a:gd name="connsiteY11" fmla="*/ 28657 h 456607"/>
              <a:gd name="connsiteX12" fmla="*/ 92815 w 439378"/>
              <a:gd name="connsiteY12" fmla="*/ 51583 h 456607"/>
              <a:gd name="connsiteX13" fmla="*/ 85173 w 439378"/>
              <a:gd name="connsiteY13" fmla="*/ 93614 h 456607"/>
              <a:gd name="connsiteX14" fmla="*/ 27858 w 439378"/>
              <a:gd name="connsiteY14" fmla="*/ 213975 h 456607"/>
              <a:gd name="connsiteX15" fmla="*/ 8754 w 439378"/>
              <a:gd name="connsiteY15" fmla="*/ 399293 h 456607"/>
              <a:gd name="connsiteX16" fmla="*/ 75621 w 439378"/>
              <a:gd name="connsiteY16" fmla="*/ 448966 h 456607"/>
              <a:gd name="connsiteX17" fmla="*/ 132936 w 439378"/>
              <a:gd name="connsiteY17" fmla="*/ 456608 h 456607"/>
              <a:gd name="connsiteX18" fmla="*/ 270491 w 439378"/>
              <a:gd name="connsiteY18" fmla="*/ 427950 h 456607"/>
              <a:gd name="connsiteX19" fmla="*/ 270491 w 439378"/>
              <a:gd name="connsiteY19" fmla="*/ 427950 h 456607"/>
              <a:gd name="connsiteX20" fmla="*/ 323985 w 439378"/>
              <a:gd name="connsiteY20" fmla="*/ 452787 h 456607"/>
              <a:gd name="connsiteX21" fmla="*/ 327806 w 439378"/>
              <a:gd name="connsiteY21" fmla="*/ 452787 h 456607"/>
              <a:gd name="connsiteX22" fmla="*/ 345000 w 439378"/>
              <a:gd name="connsiteY22" fmla="*/ 443234 h 456607"/>
              <a:gd name="connsiteX23" fmla="*/ 434793 w 439378"/>
              <a:gd name="connsiteY23" fmla="*/ 290395 h 456607"/>
              <a:gd name="connsiteX24" fmla="*/ 429062 w 439378"/>
              <a:gd name="connsiteY24" fmla="*/ 254095 h 456607"/>
              <a:gd name="connsiteX25" fmla="*/ 371747 w 439378"/>
              <a:gd name="connsiteY25" fmla="*/ 225438 h 456607"/>
              <a:gd name="connsiteX26" fmla="*/ 264759 w 439378"/>
              <a:gd name="connsiteY26" fmla="*/ 259827 h 456607"/>
              <a:gd name="connsiteX27" fmla="*/ 281954 w 439378"/>
              <a:gd name="connsiteY27" fmla="*/ 414577 h 456607"/>
              <a:gd name="connsiteX28" fmla="*/ 260938 w 439378"/>
              <a:gd name="connsiteY28" fmla="*/ 412666 h 456607"/>
              <a:gd name="connsiteX29" fmla="*/ 81352 w 439378"/>
              <a:gd name="connsiteY29" fmla="*/ 431771 h 456607"/>
              <a:gd name="connsiteX30" fmla="*/ 25948 w 439378"/>
              <a:gd name="connsiteY30" fmla="*/ 393561 h 456607"/>
              <a:gd name="connsiteX31" fmla="*/ 46963 w 439378"/>
              <a:gd name="connsiteY31" fmla="*/ 221617 h 456607"/>
              <a:gd name="connsiteX32" fmla="*/ 102368 w 439378"/>
              <a:gd name="connsiteY32" fmla="*/ 103167 h 456607"/>
              <a:gd name="connsiteX33" fmla="*/ 110010 w 439378"/>
              <a:gd name="connsiteY33" fmla="*/ 53494 h 456607"/>
              <a:gd name="connsiteX34" fmla="*/ 111920 w 439378"/>
              <a:gd name="connsiteY34" fmla="*/ 34389 h 456607"/>
              <a:gd name="connsiteX35" fmla="*/ 121473 w 439378"/>
              <a:gd name="connsiteY35" fmla="*/ 24836 h 456607"/>
              <a:gd name="connsiteX36" fmla="*/ 153951 w 439378"/>
              <a:gd name="connsiteY36" fmla="*/ 22926 h 456607"/>
              <a:gd name="connsiteX37" fmla="*/ 195982 w 439378"/>
              <a:gd name="connsiteY37" fmla="*/ 21015 h 456607"/>
              <a:gd name="connsiteX38" fmla="*/ 199803 w 439378"/>
              <a:gd name="connsiteY38" fmla="*/ 22926 h 456607"/>
              <a:gd name="connsiteX39" fmla="*/ 201713 w 439378"/>
              <a:gd name="connsiteY39" fmla="*/ 49673 h 456607"/>
              <a:gd name="connsiteX40" fmla="*/ 201713 w 439378"/>
              <a:gd name="connsiteY40" fmla="*/ 51583 h 456607"/>
              <a:gd name="connsiteX41" fmla="*/ 195982 w 439378"/>
              <a:gd name="connsiteY41" fmla="*/ 61136 h 456607"/>
              <a:gd name="connsiteX42" fmla="*/ 184519 w 439378"/>
              <a:gd name="connsiteY42" fmla="*/ 59225 h 456607"/>
              <a:gd name="connsiteX43" fmla="*/ 178787 w 439378"/>
              <a:gd name="connsiteY43" fmla="*/ 45852 h 456607"/>
              <a:gd name="connsiteX44" fmla="*/ 159682 w 439378"/>
              <a:gd name="connsiteY44" fmla="*/ 47762 h 456607"/>
              <a:gd name="connsiteX45" fmla="*/ 173056 w 439378"/>
              <a:gd name="connsiteY45" fmla="*/ 74509 h 456607"/>
              <a:gd name="connsiteX46" fmla="*/ 194071 w 439378"/>
              <a:gd name="connsiteY46" fmla="*/ 82151 h 456607"/>
              <a:gd name="connsiteX47" fmla="*/ 197892 w 439378"/>
              <a:gd name="connsiteY47" fmla="*/ 82151 h 456607"/>
              <a:gd name="connsiteX48" fmla="*/ 199803 w 439378"/>
              <a:gd name="connsiteY48" fmla="*/ 87883 h 456607"/>
              <a:gd name="connsiteX49" fmla="*/ 150130 w 439378"/>
              <a:gd name="connsiteY49" fmla="*/ 114630 h 456607"/>
              <a:gd name="connsiteX50" fmla="*/ 136757 w 439378"/>
              <a:gd name="connsiteY50" fmla="*/ 133734 h 456607"/>
              <a:gd name="connsiteX51" fmla="*/ 136757 w 439378"/>
              <a:gd name="connsiteY51" fmla="*/ 215886 h 456607"/>
              <a:gd name="connsiteX52" fmla="*/ 131025 w 439378"/>
              <a:gd name="connsiteY52" fmla="*/ 263648 h 456607"/>
              <a:gd name="connsiteX53" fmla="*/ 138667 w 439378"/>
              <a:gd name="connsiteY53" fmla="*/ 282753 h 456607"/>
              <a:gd name="connsiteX54" fmla="*/ 161593 w 439378"/>
              <a:gd name="connsiteY54" fmla="*/ 280842 h 456607"/>
              <a:gd name="connsiteX55" fmla="*/ 255207 w 439378"/>
              <a:gd name="connsiteY55" fmla="*/ 277021 h 456607"/>
              <a:gd name="connsiteX56" fmla="*/ 278133 w 439378"/>
              <a:gd name="connsiteY56" fmla="*/ 275111 h 456607"/>
              <a:gd name="connsiteX57" fmla="*/ 278133 w 439378"/>
              <a:gd name="connsiteY57" fmla="*/ 275111 h 456607"/>
              <a:gd name="connsiteX58" fmla="*/ 367926 w 439378"/>
              <a:gd name="connsiteY58" fmla="*/ 250274 h 456607"/>
              <a:gd name="connsiteX59" fmla="*/ 415688 w 439378"/>
              <a:gd name="connsiteY59" fmla="*/ 275111 h 456607"/>
              <a:gd name="connsiteX60" fmla="*/ 417599 w 439378"/>
              <a:gd name="connsiteY60" fmla="*/ 286574 h 456607"/>
              <a:gd name="connsiteX61" fmla="*/ 327806 w 439378"/>
              <a:gd name="connsiteY61" fmla="*/ 439413 h 456607"/>
              <a:gd name="connsiteX62" fmla="*/ 281954 w 439378"/>
              <a:gd name="connsiteY62" fmla="*/ 414577 h 456607"/>
              <a:gd name="connsiteX63" fmla="*/ 140578 w 439378"/>
              <a:gd name="connsiteY63" fmla="*/ 328605 h 456607"/>
              <a:gd name="connsiteX64" fmla="*/ 129115 w 439378"/>
              <a:gd name="connsiteY64" fmla="*/ 343889 h 456607"/>
              <a:gd name="connsiteX65" fmla="*/ 205534 w 439378"/>
              <a:gd name="connsiteY65" fmla="*/ 372546 h 456607"/>
              <a:gd name="connsiteX66" fmla="*/ 280043 w 439378"/>
              <a:gd name="connsiteY66" fmla="*/ 343889 h 456607"/>
              <a:gd name="connsiteX67" fmla="*/ 268580 w 439378"/>
              <a:gd name="connsiteY67" fmla="*/ 328605 h 456607"/>
              <a:gd name="connsiteX68" fmla="*/ 140578 w 439378"/>
              <a:gd name="connsiteY68" fmla="*/ 328605 h 45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39378" h="456607">
                <a:moveTo>
                  <a:pt x="264759" y="259827"/>
                </a:moveTo>
                <a:cubicBezTo>
                  <a:pt x="228460" y="236901"/>
                  <a:pt x="182608" y="238811"/>
                  <a:pt x="148219" y="265558"/>
                </a:cubicBezTo>
                <a:cubicBezTo>
                  <a:pt x="152040" y="248364"/>
                  <a:pt x="153951" y="231170"/>
                  <a:pt x="153951" y="215886"/>
                </a:cubicBezTo>
                <a:cubicBezTo>
                  <a:pt x="157772" y="187228"/>
                  <a:pt x="157772" y="160481"/>
                  <a:pt x="155861" y="131824"/>
                </a:cubicBezTo>
                <a:cubicBezTo>
                  <a:pt x="180698" y="124182"/>
                  <a:pt x="211266" y="112719"/>
                  <a:pt x="218908" y="89793"/>
                </a:cubicBezTo>
                <a:cubicBezTo>
                  <a:pt x="220818" y="82151"/>
                  <a:pt x="218908" y="76420"/>
                  <a:pt x="216997" y="68778"/>
                </a:cubicBezTo>
                <a:cubicBezTo>
                  <a:pt x="222729" y="63046"/>
                  <a:pt x="224639" y="55404"/>
                  <a:pt x="224639" y="47762"/>
                </a:cubicBezTo>
                <a:cubicBezTo>
                  <a:pt x="228460" y="34389"/>
                  <a:pt x="224639" y="19105"/>
                  <a:pt x="218908" y="7642"/>
                </a:cubicBezTo>
                <a:cubicBezTo>
                  <a:pt x="215087" y="1910"/>
                  <a:pt x="209355" y="0"/>
                  <a:pt x="201713" y="0"/>
                </a:cubicBezTo>
                <a:cubicBezTo>
                  <a:pt x="186429" y="0"/>
                  <a:pt x="171145" y="0"/>
                  <a:pt x="155861" y="1910"/>
                </a:cubicBezTo>
                <a:lnTo>
                  <a:pt x="123383" y="3821"/>
                </a:lnTo>
                <a:cubicBezTo>
                  <a:pt x="110010" y="3821"/>
                  <a:pt x="96636" y="13373"/>
                  <a:pt x="94726" y="28657"/>
                </a:cubicBezTo>
                <a:cubicBezTo>
                  <a:pt x="92815" y="36299"/>
                  <a:pt x="92815" y="43941"/>
                  <a:pt x="92815" y="51583"/>
                </a:cubicBezTo>
                <a:cubicBezTo>
                  <a:pt x="92815" y="66867"/>
                  <a:pt x="90905" y="80241"/>
                  <a:pt x="85173" y="93614"/>
                </a:cubicBezTo>
                <a:cubicBezTo>
                  <a:pt x="83263" y="97435"/>
                  <a:pt x="33590" y="196781"/>
                  <a:pt x="27858" y="213975"/>
                </a:cubicBezTo>
                <a:cubicBezTo>
                  <a:pt x="8754" y="271290"/>
                  <a:pt x="-12262" y="343889"/>
                  <a:pt x="8754" y="399293"/>
                </a:cubicBezTo>
                <a:cubicBezTo>
                  <a:pt x="24037" y="424129"/>
                  <a:pt x="46963" y="443234"/>
                  <a:pt x="75621" y="448966"/>
                </a:cubicBezTo>
                <a:cubicBezTo>
                  <a:pt x="94726" y="454697"/>
                  <a:pt x="113831" y="456608"/>
                  <a:pt x="132936" y="456608"/>
                </a:cubicBezTo>
                <a:cubicBezTo>
                  <a:pt x="180698" y="456608"/>
                  <a:pt x="226550" y="447055"/>
                  <a:pt x="270491" y="427950"/>
                </a:cubicBezTo>
                <a:lnTo>
                  <a:pt x="270491" y="427950"/>
                </a:lnTo>
                <a:cubicBezTo>
                  <a:pt x="285775" y="441324"/>
                  <a:pt x="302969" y="448966"/>
                  <a:pt x="323985" y="452787"/>
                </a:cubicBezTo>
                <a:cubicBezTo>
                  <a:pt x="325895" y="452787"/>
                  <a:pt x="325895" y="452787"/>
                  <a:pt x="327806" y="452787"/>
                </a:cubicBezTo>
                <a:cubicBezTo>
                  <a:pt x="335448" y="452787"/>
                  <a:pt x="341179" y="448966"/>
                  <a:pt x="345000" y="443234"/>
                </a:cubicBezTo>
                <a:lnTo>
                  <a:pt x="434793" y="290395"/>
                </a:lnTo>
                <a:cubicBezTo>
                  <a:pt x="442435" y="278932"/>
                  <a:pt x="440525" y="263648"/>
                  <a:pt x="429062" y="254095"/>
                </a:cubicBezTo>
                <a:cubicBezTo>
                  <a:pt x="413778" y="238811"/>
                  <a:pt x="392762" y="229259"/>
                  <a:pt x="371747" y="225438"/>
                </a:cubicBezTo>
                <a:cubicBezTo>
                  <a:pt x="331627" y="221617"/>
                  <a:pt x="291506" y="231170"/>
                  <a:pt x="264759" y="259827"/>
                </a:cubicBezTo>
                <a:moveTo>
                  <a:pt x="281954" y="414577"/>
                </a:moveTo>
                <a:cubicBezTo>
                  <a:pt x="276222" y="408845"/>
                  <a:pt x="266670" y="408845"/>
                  <a:pt x="260938" y="412666"/>
                </a:cubicBezTo>
                <a:cubicBezTo>
                  <a:pt x="249476" y="418398"/>
                  <a:pt x="150130" y="450876"/>
                  <a:pt x="81352" y="431771"/>
                </a:cubicBezTo>
                <a:cubicBezTo>
                  <a:pt x="58426" y="426040"/>
                  <a:pt x="39321" y="412666"/>
                  <a:pt x="25948" y="393561"/>
                </a:cubicBezTo>
                <a:cubicBezTo>
                  <a:pt x="8754" y="343889"/>
                  <a:pt x="27858" y="275111"/>
                  <a:pt x="46963" y="221617"/>
                </a:cubicBezTo>
                <a:cubicBezTo>
                  <a:pt x="50784" y="208244"/>
                  <a:pt x="88994" y="131824"/>
                  <a:pt x="102368" y="103167"/>
                </a:cubicBezTo>
                <a:cubicBezTo>
                  <a:pt x="108099" y="87883"/>
                  <a:pt x="110010" y="70688"/>
                  <a:pt x="110010" y="53494"/>
                </a:cubicBezTo>
                <a:cubicBezTo>
                  <a:pt x="110010" y="47762"/>
                  <a:pt x="110010" y="40120"/>
                  <a:pt x="111920" y="34389"/>
                </a:cubicBezTo>
                <a:cubicBezTo>
                  <a:pt x="113831" y="24836"/>
                  <a:pt x="117652" y="24836"/>
                  <a:pt x="121473" y="24836"/>
                </a:cubicBezTo>
                <a:cubicBezTo>
                  <a:pt x="131025" y="24836"/>
                  <a:pt x="142488" y="24836"/>
                  <a:pt x="153951" y="22926"/>
                </a:cubicBezTo>
                <a:cubicBezTo>
                  <a:pt x="171145" y="22926"/>
                  <a:pt x="188340" y="21015"/>
                  <a:pt x="195982" y="21015"/>
                </a:cubicBezTo>
                <a:cubicBezTo>
                  <a:pt x="197892" y="21015"/>
                  <a:pt x="197892" y="21015"/>
                  <a:pt x="199803" y="22926"/>
                </a:cubicBezTo>
                <a:cubicBezTo>
                  <a:pt x="203624" y="30568"/>
                  <a:pt x="203624" y="40120"/>
                  <a:pt x="201713" y="49673"/>
                </a:cubicBezTo>
                <a:lnTo>
                  <a:pt x="201713" y="51583"/>
                </a:lnTo>
                <a:cubicBezTo>
                  <a:pt x="201713" y="55404"/>
                  <a:pt x="199803" y="59225"/>
                  <a:pt x="195982" y="61136"/>
                </a:cubicBezTo>
                <a:cubicBezTo>
                  <a:pt x="192161" y="61136"/>
                  <a:pt x="188340" y="61136"/>
                  <a:pt x="184519" y="59225"/>
                </a:cubicBezTo>
                <a:cubicBezTo>
                  <a:pt x="180698" y="55404"/>
                  <a:pt x="178787" y="51583"/>
                  <a:pt x="178787" y="45852"/>
                </a:cubicBezTo>
                <a:lnTo>
                  <a:pt x="159682" y="47762"/>
                </a:lnTo>
                <a:cubicBezTo>
                  <a:pt x="159682" y="57315"/>
                  <a:pt x="165414" y="66867"/>
                  <a:pt x="173056" y="74509"/>
                </a:cubicBezTo>
                <a:cubicBezTo>
                  <a:pt x="178787" y="80241"/>
                  <a:pt x="186429" y="82151"/>
                  <a:pt x="194071" y="82151"/>
                </a:cubicBezTo>
                <a:lnTo>
                  <a:pt x="197892" y="82151"/>
                </a:lnTo>
                <a:cubicBezTo>
                  <a:pt x="199803" y="84062"/>
                  <a:pt x="199803" y="85972"/>
                  <a:pt x="199803" y="87883"/>
                </a:cubicBezTo>
                <a:cubicBezTo>
                  <a:pt x="195982" y="95525"/>
                  <a:pt x="176877" y="105077"/>
                  <a:pt x="150130" y="114630"/>
                </a:cubicBezTo>
                <a:cubicBezTo>
                  <a:pt x="140578" y="116540"/>
                  <a:pt x="134846" y="124182"/>
                  <a:pt x="136757" y="133734"/>
                </a:cubicBezTo>
                <a:cubicBezTo>
                  <a:pt x="136757" y="143287"/>
                  <a:pt x="138667" y="166213"/>
                  <a:pt x="136757" y="215886"/>
                </a:cubicBezTo>
                <a:cubicBezTo>
                  <a:pt x="136757" y="231170"/>
                  <a:pt x="134846" y="248364"/>
                  <a:pt x="131025" y="263648"/>
                </a:cubicBezTo>
                <a:cubicBezTo>
                  <a:pt x="129115" y="271290"/>
                  <a:pt x="132936" y="278932"/>
                  <a:pt x="138667" y="282753"/>
                </a:cubicBezTo>
                <a:cubicBezTo>
                  <a:pt x="146309" y="286574"/>
                  <a:pt x="153951" y="286574"/>
                  <a:pt x="161593" y="280842"/>
                </a:cubicBezTo>
                <a:cubicBezTo>
                  <a:pt x="188340" y="259827"/>
                  <a:pt x="226550" y="257916"/>
                  <a:pt x="255207" y="277021"/>
                </a:cubicBezTo>
                <a:cubicBezTo>
                  <a:pt x="262849" y="280842"/>
                  <a:pt x="272401" y="280842"/>
                  <a:pt x="278133" y="275111"/>
                </a:cubicBezTo>
                <a:lnTo>
                  <a:pt x="278133" y="275111"/>
                </a:lnTo>
                <a:cubicBezTo>
                  <a:pt x="302969" y="252185"/>
                  <a:pt x="335448" y="242632"/>
                  <a:pt x="367926" y="250274"/>
                </a:cubicBezTo>
                <a:cubicBezTo>
                  <a:pt x="385120" y="254095"/>
                  <a:pt x="402315" y="261737"/>
                  <a:pt x="415688" y="275111"/>
                </a:cubicBezTo>
                <a:cubicBezTo>
                  <a:pt x="419509" y="278932"/>
                  <a:pt x="419509" y="282753"/>
                  <a:pt x="417599" y="286574"/>
                </a:cubicBezTo>
                <a:lnTo>
                  <a:pt x="327806" y="439413"/>
                </a:lnTo>
                <a:cubicBezTo>
                  <a:pt x="310611" y="433682"/>
                  <a:pt x="295327" y="426040"/>
                  <a:pt x="281954" y="414577"/>
                </a:cubicBezTo>
                <a:moveTo>
                  <a:pt x="140578" y="328605"/>
                </a:moveTo>
                <a:lnTo>
                  <a:pt x="129115" y="343889"/>
                </a:lnTo>
                <a:cubicBezTo>
                  <a:pt x="150130" y="361083"/>
                  <a:pt x="176877" y="372546"/>
                  <a:pt x="205534" y="372546"/>
                </a:cubicBezTo>
                <a:cubicBezTo>
                  <a:pt x="232281" y="372546"/>
                  <a:pt x="259028" y="361083"/>
                  <a:pt x="280043" y="343889"/>
                </a:cubicBezTo>
                <a:lnTo>
                  <a:pt x="268580" y="328605"/>
                </a:lnTo>
                <a:cubicBezTo>
                  <a:pt x="230371" y="359172"/>
                  <a:pt x="176877" y="361083"/>
                  <a:pt x="140578" y="3286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Freeform: Shape 24" descr="Sugar-free icon.">
            <a:extLst>
              <a:ext uri="{FF2B5EF4-FFF2-40B4-BE49-F238E27FC236}">
                <a16:creationId xmlns:a16="http://schemas.microsoft.com/office/drawing/2014/main" id="{7918A3FF-B11D-2981-8DC8-523C12C97168}"/>
              </a:ext>
            </a:extLst>
          </p:cNvPr>
          <p:cNvSpPr/>
          <p:nvPr/>
        </p:nvSpPr>
        <p:spPr>
          <a:xfrm>
            <a:off x="8301583" y="5154354"/>
            <a:ext cx="456622" cy="456622"/>
          </a:xfrm>
          <a:custGeom>
            <a:avLst/>
            <a:gdLst>
              <a:gd name="connsiteX0" fmla="*/ 188156 w 456622"/>
              <a:gd name="connsiteY0" fmla="*/ 296610 h 456622"/>
              <a:gd name="connsiteX1" fmla="*/ 142303 w 456622"/>
              <a:gd name="connsiteY1" fmla="*/ 342463 h 456622"/>
              <a:gd name="connsiteX2" fmla="*/ 201854 w 456622"/>
              <a:gd name="connsiteY2" fmla="*/ 361489 h 456622"/>
              <a:gd name="connsiteX3" fmla="*/ 251702 w 456622"/>
              <a:gd name="connsiteY3" fmla="*/ 311260 h 456622"/>
              <a:gd name="connsiteX4" fmla="*/ 159807 w 456622"/>
              <a:gd name="connsiteY4" fmla="*/ 218604 h 456622"/>
              <a:gd name="connsiteX5" fmla="*/ 109388 w 456622"/>
              <a:gd name="connsiteY5" fmla="*/ 269023 h 456622"/>
              <a:gd name="connsiteX6" fmla="*/ 128985 w 456622"/>
              <a:gd name="connsiteY6" fmla="*/ 328574 h 456622"/>
              <a:gd name="connsiteX7" fmla="*/ 174457 w 456622"/>
              <a:gd name="connsiteY7" fmla="*/ 282150 h 456622"/>
              <a:gd name="connsiteX8" fmla="*/ 178262 w 456622"/>
              <a:gd name="connsiteY8" fmla="*/ 213277 h 456622"/>
              <a:gd name="connsiteX9" fmla="*/ 193102 w 456622"/>
              <a:gd name="connsiteY9" fmla="*/ 277774 h 456622"/>
              <a:gd name="connsiteX10" fmla="*/ 257029 w 456622"/>
              <a:gd name="connsiteY10" fmla="*/ 292234 h 456622"/>
              <a:gd name="connsiteX11" fmla="*/ 238003 w 456622"/>
              <a:gd name="connsiteY11" fmla="*/ 232302 h 456622"/>
              <a:gd name="connsiteX12" fmla="*/ 199571 w 456622"/>
              <a:gd name="connsiteY12" fmla="*/ 171229 h 456622"/>
              <a:gd name="connsiteX13" fmla="*/ 216504 w 456622"/>
              <a:gd name="connsiteY13" fmla="*/ 205666 h 456622"/>
              <a:gd name="connsiteX14" fmla="*/ 244472 w 456622"/>
              <a:gd name="connsiteY14" fmla="*/ 214799 h 456622"/>
              <a:gd name="connsiteX15" fmla="*/ 256649 w 456622"/>
              <a:gd name="connsiteY15" fmla="*/ 226975 h 456622"/>
              <a:gd name="connsiteX16" fmla="*/ 256649 w 456622"/>
              <a:gd name="connsiteY16" fmla="*/ 228307 h 456622"/>
              <a:gd name="connsiteX17" fmla="*/ 294510 w 456622"/>
              <a:gd name="connsiteY17" fmla="*/ 228307 h 456622"/>
              <a:gd name="connsiteX18" fmla="*/ 268445 w 456622"/>
              <a:gd name="connsiteY18" fmla="*/ 171229 h 456622"/>
              <a:gd name="connsiteX19" fmla="*/ 310683 w 456622"/>
              <a:gd name="connsiteY19" fmla="*/ 103877 h 456622"/>
              <a:gd name="connsiteX20" fmla="*/ 284998 w 456622"/>
              <a:gd name="connsiteY20" fmla="*/ 160955 h 456622"/>
              <a:gd name="connsiteX21" fmla="*/ 310683 w 456622"/>
              <a:gd name="connsiteY21" fmla="*/ 218033 h 456622"/>
              <a:gd name="connsiteX22" fmla="*/ 337699 w 456622"/>
              <a:gd name="connsiteY22" fmla="*/ 160955 h 456622"/>
              <a:gd name="connsiteX23" fmla="*/ 226778 w 456622"/>
              <a:gd name="connsiteY23" fmla="*/ 95125 h 456622"/>
              <a:gd name="connsiteX24" fmla="*/ 199571 w 456622"/>
              <a:gd name="connsiteY24" fmla="*/ 152203 h 456622"/>
              <a:gd name="connsiteX25" fmla="*/ 268445 w 456622"/>
              <a:gd name="connsiteY25" fmla="*/ 152203 h 456622"/>
              <a:gd name="connsiteX26" fmla="*/ 294510 w 456622"/>
              <a:gd name="connsiteY26" fmla="*/ 95125 h 456622"/>
              <a:gd name="connsiteX27" fmla="*/ 226778 w 456622"/>
              <a:gd name="connsiteY27" fmla="*/ 76099 h 456622"/>
              <a:gd name="connsiteX28" fmla="*/ 305736 w 456622"/>
              <a:gd name="connsiteY28" fmla="*/ 76099 h 456622"/>
              <a:gd name="connsiteX29" fmla="*/ 323049 w 456622"/>
              <a:gd name="connsiteY29" fmla="*/ 86944 h 456622"/>
              <a:gd name="connsiteX30" fmla="*/ 355393 w 456622"/>
              <a:gd name="connsiteY30" fmla="*/ 153535 h 456622"/>
              <a:gd name="connsiteX31" fmla="*/ 355393 w 456622"/>
              <a:gd name="connsiteY31" fmla="*/ 169897 h 456622"/>
              <a:gd name="connsiteX32" fmla="*/ 323049 w 456622"/>
              <a:gd name="connsiteY32" fmla="*/ 236488 h 456622"/>
              <a:gd name="connsiteX33" fmla="*/ 305736 w 456622"/>
              <a:gd name="connsiteY33" fmla="*/ 247333 h 456622"/>
              <a:gd name="connsiteX34" fmla="*/ 262737 w 456622"/>
              <a:gd name="connsiteY34" fmla="*/ 247333 h 456622"/>
              <a:gd name="connsiteX35" fmla="*/ 278909 w 456622"/>
              <a:gd name="connsiteY35" fmla="*/ 297942 h 456622"/>
              <a:gd name="connsiteX36" fmla="*/ 274343 w 456622"/>
              <a:gd name="connsiteY36" fmla="*/ 316968 h 456622"/>
              <a:gd name="connsiteX37" fmla="*/ 215363 w 456622"/>
              <a:gd name="connsiteY37" fmla="*/ 375948 h 456622"/>
              <a:gd name="connsiteX38" fmla="*/ 201854 w 456622"/>
              <a:gd name="connsiteY38" fmla="*/ 381466 h 456622"/>
              <a:gd name="connsiteX39" fmla="*/ 195956 w 456622"/>
              <a:gd name="connsiteY39" fmla="*/ 380515 h 456622"/>
              <a:gd name="connsiteX40" fmla="*/ 126321 w 456622"/>
              <a:gd name="connsiteY40" fmla="*/ 356352 h 456622"/>
              <a:gd name="connsiteX41" fmla="*/ 114145 w 456622"/>
              <a:gd name="connsiteY41" fmla="*/ 344175 h 456622"/>
              <a:gd name="connsiteX42" fmla="*/ 91314 w 456622"/>
              <a:gd name="connsiteY42" fmla="*/ 274540 h 456622"/>
              <a:gd name="connsiteX43" fmla="*/ 96070 w 456622"/>
              <a:gd name="connsiteY43" fmla="*/ 255514 h 456622"/>
              <a:gd name="connsiteX44" fmla="*/ 155241 w 456622"/>
              <a:gd name="connsiteY44" fmla="*/ 196724 h 456622"/>
              <a:gd name="connsiteX45" fmla="*/ 174267 w 456622"/>
              <a:gd name="connsiteY45" fmla="*/ 191967 h 456622"/>
              <a:gd name="connsiteX46" fmla="*/ 191009 w 456622"/>
              <a:gd name="connsiteY46" fmla="*/ 197485 h 456622"/>
              <a:gd name="connsiteX47" fmla="*/ 177691 w 456622"/>
              <a:gd name="connsiteY47" fmla="*/ 169897 h 456622"/>
              <a:gd name="connsiteX48" fmla="*/ 177691 w 456622"/>
              <a:gd name="connsiteY48" fmla="*/ 153535 h 456622"/>
              <a:gd name="connsiteX49" fmla="*/ 209655 w 456622"/>
              <a:gd name="connsiteY49" fmla="*/ 86944 h 456622"/>
              <a:gd name="connsiteX50" fmla="*/ 226778 w 456622"/>
              <a:gd name="connsiteY50" fmla="*/ 76099 h 456622"/>
              <a:gd name="connsiteX51" fmla="*/ 228311 w 456622"/>
              <a:gd name="connsiteY51" fmla="*/ 19026 h 456622"/>
              <a:gd name="connsiteX52" fmla="*/ 87519 w 456622"/>
              <a:gd name="connsiteY52" fmla="*/ 74201 h 456622"/>
              <a:gd name="connsiteX53" fmla="*/ 150305 w 456622"/>
              <a:gd name="connsiteY53" fmla="*/ 136987 h 456622"/>
              <a:gd name="connsiteX54" fmla="*/ 136987 w 456622"/>
              <a:gd name="connsiteY54" fmla="*/ 150305 h 456622"/>
              <a:gd name="connsiteX55" fmla="*/ 74201 w 456622"/>
              <a:gd name="connsiteY55" fmla="*/ 87519 h 456622"/>
              <a:gd name="connsiteX56" fmla="*/ 19026 w 456622"/>
              <a:gd name="connsiteY56" fmla="*/ 228311 h 456622"/>
              <a:gd name="connsiteX57" fmla="*/ 228311 w 456622"/>
              <a:gd name="connsiteY57" fmla="*/ 437596 h 456622"/>
              <a:gd name="connsiteX58" fmla="*/ 369103 w 456622"/>
              <a:gd name="connsiteY58" fmla="*/ 382421 h 456622"/>
              <a:gd name="connsiteX59" fmla="*/ 296804 w 456622"/>
              <a:gd name="connsiteY59" fmla="*/ 310122 h 456622"/>
              <a:gd name="connsiteX60" fmla="*/ 310122 w 456622"/>
              <a:gd name="connsiteY60" fmla="*/ 296804 h 456622"/>
              <a:gd name="connsiteX61" fmla="*/ 382421 w 456622"/>
              <a:gd name="connsiteY61" fmla="*/ 369103 h 456622"/>
              <a:gd name="connsiteX62" fmla="*/ 437596 w 456622"/>
              <a:gd name="connsiteY62" fmla="*/ 228311 h 456622"/>
              <a:gd name="connsiteX63" fmla="*/ 228311 w 456622"/>
              <a:gd name="connsiteY63" fmla="*/ 19026 h 456622"/>
              <a:gd name="connsiteX64" fmla="*/ 228311 w 456622"/>
              <a:gd name="connsiteY64" fmla="*/ 0 h 456622"/>
              <a:gd name="connsiteX65" fmla="*/ 456622 w 456622"/>
              <a:gd name="connsiteY65" fmla="*/ 228311 h 456622"/>
              <a:gd name="connsiteX66" fmla="*/ 228311 w 456622"/>
              <a:gd name="connsiteY66" fmla="*/ 456622 h 456622"/>
              <a:gd name="connsiteX67" fmla="*/ 0 w 456622"/>
              <a:gd name="connsiteY67" fmla="*/ 228311 h 456622"/>
              <a:gd name="connsiteX68" fmla="*/ 228311 w 456622"/>
              <a:gd name="connsiteY68" fmla="*/ 0 h 45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56622" h="456622">
                <a:moveTo>
                  <a:pt x="188156" y="296610"/>
                </a:moveTo>
                <a:lnTo>
                  <a:pt x="142303" y="342463"/>
                </a:lnTo>
                <a:lnTo>
                  <a:pt x="201854" y="361489"/>
                </a:lnTo>
                <a:lnTo>
                  <a:pt x="251702" y="311260"/>
                </a:lnTo>
                <a:close/>
                <a:moveTo>
                  <a:pt x="159807" y="218604"/>
                </a:moveTo>
                <a:lnTo>
                  <a:pt x="109388" y="269023"/>
                </a:lnTo>
                <a:lnTo>
                  <a:pt x="128985" y="328574"/>
                </a:lnTo>
                <a:lnTo>
                  <a:pt x="174457" y="282150"/>
                </a:lnTo>
                <a:close/>
                <a:moveTo>
                  <a:pt x="178262" y="213277"/>
                </a:moveTo>
                <a:lnTo>
                  <a:pt x="193102" y="277774"/>
                </a:lnTo>
                <a:lnTo>
                  <a:pt x="257029" y="292234"/>
                </a:lnTo>
                <a:lnTo>
                  <a:pt x="238003" y="232302"/>
                </a:lnTo>
                <a:close/>
                <a:moveTo>
                  <a:pt x="199571" y="171229"/>
                </a:moveTo>
                <a:lnTo>
                  <a:pt x="216504" y="205666"/>
                </a:lnTo>
                <a:lnTo>
                  <a:pt x="244472" y="214799"/>
                </a:lnTo>
                <a:cubicBezTo>
                  <a:pt x="250241" y="216684"/>
                  <a:pt x="254763" y="221207"/>
                  <a:pt x="256649" y="226975"/>
                </a:cubicBezTo>
                <a:lnTo>
                  <a:pt x="256649" y="228307"/>
                </a:lnTo>
                <a:lnTo>
                  <a:pt x="294510" y="228307"/>
                </a:lnTo>
                <a:lnTo>
                  <a:pt x="268445" y="171229"/>
                </a:lnTo>
                <a:close/>
                <a:moveTo>
                  <a:pt x="310683" y="103877"/>
                </a:moveTo>
                <a:lnTo>
                  <a:pt x="284998" y="160955"/>
                </a:lnTo>
                <a:lnTo>
                  <a:pt x="310683" y="218033"/>
                </a:lnTo>
                <a:lnTo>
                  <a:pt x="337699" y="160955"/>
                </a:lnTo>
                <a:close/>
                <a:moveTo>
                  <a:pt x="226778" y="95125"/>
                </a:moveTo>
                <a:lnTo>
                  <a:pt x="199571" y="152203"/>
                </a:lnTo>
                <a:lnTo>
                  <a:pt x="268445" y="152203"/>
                </a:lnTo>
                <a:lnTo>
                  <a:pt x="294510" y="95125"/>
                </a:lnTo>
                <a:close/>
                <a:moveTo>
                  <a:pt x="226778" y="76099"/>
                </a:moveTo>
                <a:lnTo>
                  <a:pt x="305736" y="76099"/>
                </a:lnTo>
                <a:cubicBezTo>
                  <a:pt x="313124" y="76047"/>
                  <a:pt x="319872" y="80275"/>
                  <a:pt x="323049" y="86944"/>
                </a:cubicBezTo>
                <a:lnTo>
                  <a:pt x="355393" y="153535"/>
                </a:lnTo>
                <a:cubicBezTo>
                  <a:pt x="357859" y="158711"/>
                  <a:pt x="357859" y="164722"/>
                  <a:pt x="355393" y="169897"/>
                </a:cubicBezTo>
                <a:lnTo>
                  <a:pt x="323049" y="236488"/>
                </a:lnTo>
                <a:cubicBezTo>
                  <a:pt x="319872" y="243159"/>
                  <a:pt x="313124" y="247386"/>
                  <a:pt x="305736" y="247333"/>
                </a:cubicBezTo>
                <a:lnTo>
                  <a:pt x="262737" y="247333"/>
                </a:lnTo>
                <a:lnTo>
                  <a:pt x="278909" y="297942"/>
                </a:lnTo>
                <a:cubicBezTo>
                  <a:pt x="281015" y="304641"/>
                  <a:pt x="279259" y="311955"/>
                  <a:pt x="274343" y="316968"/>
                </a:cubicBezTo>
                <a:lnTo>
                  <a:pt x="215363" y="375948"/>
                </a:lnTo>
                <a:cubicBezTo>
                  <a:pt x="211772" y="379510"/>
                  <a:pt x="206911" y="381494"/>
                  <a:pt x="201854" y="381466"/>
                </a:cubicBezTo>
                <a:cubicBezTo>
                  <a:pt x="199855" y="381413"/>
                  <a:pt x="197870" y="381093"/>
                  <a:pt x="195956" y="380515"/>
                </a:cubicBezTo>
                <a:lnTo>
                  <a:pt x="126321" y="356352"/>
                </a:lnTo>
                <a:cubicBezTo>
                  <a:pt x="120553" y="354466"/>
                  <a:pt x="116029" y="349944"/>
                  <a:pt x="114145" y="344175"/>
                </a:cubicBezTo>
                <a:lnTo>
                  <a:pt x="91314" y="274540"/>
                </a:lnTo>
                <a:cubicBezTo>
                  <a:pt x="89256" y="267807"/>
                  <a:pt x="91086" y="260487"/>
                  <a:pt x="96070" y="255514"/>
                </a:cubicBezTo>
                <a:lnTo>
                  <a:pt x="155241" y="196724"/>
                </a:lnTo>
                <a:cubicBezTo>
                  <a:pt x="160214" y="191741"/>
                  <a:pt x="167533" y="189910"/>
                  <a:pt x="174267" y="191967"/>
                </a:cubicBezTo>
                <a:lnTo>
                  <a:pt x="191009" y="197485"/>
                </a:lnTo>
                <a:lnTo>
                  <a:pt x="177691" y="169897"/>
                </a:lnTo>
                <a:cubicBezTo>
                  <a:pt x="175226" y="164722"/>
                  <a:pt x="175226" y="158711"/>
                  <a:pt x="177691" y="153535"/>
                </a:cubicBezTo>
                <a:lnTo>
                  <a:pt x="209655" y="86944"/>
                </a:lnTo>
                <a:cubicBezTo>
                  <a:pt x="212802" y="80337"/>
                  <a:pt x="219459" y="76120"/>
                  <a:pt x="226778" y="76099"/>
                </a:cubicBezTo>
                <a:close/>
                <a:moveTo>
                  <a:pt x="228311" y="19026"/>
                </a:moveTo>
                <a:cubicBezTo>
                  <a:pt x="173136" y="19026"/>
                  <a:pt x="123668" y="39954"/>
                  <a:pt x="87519" y="74201"/>
                </a:cubicBezTo>
                <a:lnTo>
                  <a:pt x="150305" y="136987"/>
                </a:lnTo>
                <a:lnTo>
                  <a:pt x="136987" y="150305"/>
                </a:lnTo>
                <a:lnTo>
                  <a:pt x="74201" y="87519"/>
                </a:lnTo>
                <a:cubicBezTo>
                  <a:pt x="39954" y="123668"/>
                  <a:pt x="19026" y="173136"/>
                  <a:pt x="19026" y="228311"/>
                </a:cubicBezTo>
                <a:cubicBezTo>
                  <a:pt x="19026" y="344369"/>
                  <a:pt x="112253" y="437596"/>
                  <a:pt x="228311" y="437596"/>
                </a:cubicBezTo>
                <a:cubicBezTo>
                  <a:pt x="283486" y="437596"/>
                  <a:pt x="331051" y="416668"/>
                  <a:pt x="369103" y="382421"/>
                </a:cubicBezTo>
                <a:lnTo>
                  <a:pt x="296804" y="310122"/>
                </a:lnTo>
                <a:lnTo>
                  <a:pt x="310122" y="296804"/>
                </a:lnTo>
                <a:lnTo>
                  <a:pt x="382421" y="369103"/>
                </a:lnTo>
                <a:cubicBezTo>
                  <a:pt x="416668" y="332954"/>
                  <a:pt x="437596" y="283486"/>
                  <a:pt x="437596" y="228311"/>
                </a:cubicBezTo>
                <a:cubicBezTo>
                  <a:pt x="437596" y="112253"/>
                  <a:pt x="344369" y="19026"/>
                  <a:pt x="228311" y="19026"/>
                </a:cubicBezTo>
                <a:close/>
                <a:moveTo>
                  <a:pt x="228311" y="0"/>
                </a:moveTo>
                <a:cubicBezTo>
                  <a:pt x="353882" y="0"/>
                  <a:pt x="456622" y="102740"/>
                  <a:pt x="456622" y="228311"/>
                </a:cubicBezTo>
                <a:cubicBezTo>
                  <a:pt x="456622" y="353882"/>
                  <a:pt x="353882" y="456622"/>
                  <a:pt x="228311" y="456622"/>
                </a:cubicBezTo>
                <a:cubicBezTo>
                  <a:pt x="102740" y="456622"/>
                  <a:pt x="0" y="353882"/>
                  <a:pt x="0" y="228311"/>
                </a:cubicBezTo>
                <a:cubicBezTo>
                  <a:pt x="0" y="102740"/>
                  <a:pt x="102740" y="0"/>
                  <a:pt x="228311" y="0"/>
                </a:cubicBezTo>
                <a:close/>
              </a:path>
            </a:pathLst>
          </a:custGeom>
          <a:solidFill>
            <a:srgbClr val="0B315E"/>
          </a:solidFill>
          <a:ln w="183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Graphic 19" descr="Foods to eat icon.">
            <a:extLst>
              <a:ext uri="{FF2B5EF4-FFF2-40B4-BE49-F238E27FC236}">
                <a16:creationId xmlns:a16="http://schemas.microsoft.com/office/drawing/2014/main" id="{680D5C14-AEAD-CC62-EC60-0BD41BFC668C}"/>
              </a:ext>
            </a:extLst>
          </p:cNvPr>
          <p:cNvSpPr/>
          <p:nvPr/>
        </p:nvSpPr>
        <p:spPr>
          <a:xfrm>
            <a:off x="9558443" y="5157077"/>
            <a:ext cx="453690" cy="453899"/>
          </a:xfrm>
          <a:custGeom>
            <a:avLst/>
            <a:gdLst>
              <a:gd name="connsiteX0" fmla="*/ 340410 w 453690"/>
              <a:gd name="connsiteY0" fmla="*/ 245871 h 453899"/>
              <a:gd name="connsiteX1" fmla="*/ 245852 w 453690"/>
              <a:gd name="connsiteY1" fmla="*/ 340429 h 453899"/>
              <a:gd name="connsiteX2" fmla="*/ 340410 w 453690"/>
              <a:gd name="connsiteY2" fmla="*/ 434988 h 453899"/>
              <a:gd name="connsiteX3" fmla="*/ 434968 w 453690"/>
              <a:gd name="connsiteY3" fmla="*/ 340429 h 453899"/>
              <a:gd name="connsiteX4" fmla="*/ 340410 w 453690"/>
              <a:gd name="connsiteY4" fmla="*/ 245871 h 453899"/>
              <a:gd name="connsiteX5" fmla="*/ 326794 w 453690"/>
              <a:gd name="connsiteY5" fmla="*/ 393949 h 453899"/>
              <a:gd name="connsiteX6" fmla="*/ 320175 w 453690"/>
              <a:gd name="connsiteY6" fmla="*/ 394895 h 453899"/>
              <a:gd name="connsiteX7" fmla="*/ 320175 w 453690"/>
              <a:gd name="connsiteY7" fmla="*/ 394895 h 453899"/>
              <a:gd name="connsiteX8" fmla="*/ 310908 w 453690"/>
              <a:gd name="connsiteY8" fmla="*/ 389978 h 453899"/>
              <a:gd name="connsiteX9" fmla="*/ 286323 w 453690"/>
              <a:gd name="connsiteY9" fmla="*/ 354613 h 453899"/>
              <a:gd name="connsiteX10" fmla="*/ 301830 w 453690"/>
              <a:gd name="connsiteY10" fmla="*/ 343834 h 453899"/>
              <a:gd name="connsiteX11" fmla="*/ 320175 w 453690"/>
              <a:gd name="connsiteY11" fmla="*/ 370310 h 453899"/>
              <a:gd name="connsiteX12" fmla="*/ 381637 w 453690"/>
              <a:gd name="connsiteY12" fmla="*/ 281236 h 453899"/>
              <a:gd name="connsiteX13" fmla="*/ 397145 w 453690"/>
              <a:gd name="connsiteY13" fmla="*/ 292016 h 453899"/>
              <a:gd name="connsiteX14" fmla="*/ 326794 w 453690"/>
              <a:gd name="connsiteY14" fmla="*/ 393949 h 453899"/>
              <a:gd name="connsiteX15" fmla="*/ 321498 w 453690"/>
              <a:gd name="connsiteY15" fmla="*/ 20633 h 453899"/>
              <a:gd name="connsiteX16" fmla="*/ 311664 w 453690"/>
              <a:gd name="connsiteY16" fmla="*/ 3613 h 453899"/>
              <a:gd name="connsiteX17" fmla="*/ 291618 w 453690"/>
              <a:gd name="connsiteY17" fmla="*/ 1722 h 453899"/>
              <a:gd name="connsiteX18" fmla="*/ 282351 w 453690"/>
              <a:gd name="connsiteY18" fmla="*/ 7017 h 453899"/>
              <a:gd name="connsiteX19" fmla="*/ 216539 w 453690"/>
              <a:gd name="connsiteY19" fmla="*/ 209 h 453899"/>
              <a:gd name="connsiteX20" fmla="*/ 208028 w 453690"/>
              <a:gd name="connsiteY20" fmla="*/ 209 h 453899"/>
              <a:gd name="connsiteX21" fmla="*/ 208028 w 453690"/>
              <a:gd name="connsiteY21" fmla="*/ 94578 h 453899"/>
              <a:gd name="connsiteX22" fmla="*/ 179661 w 453690"/>
              <a:gd name="connsiteY22" fmla="*/ 94578 h 453899"/>
              <a:gd name="connsiteX23" fmla="*/ 179661 w 453690"/>
              <a:gd name="connsiteY23" fmla="*/ 19 h 453899"/>
              <a:gd name="connsiteX24" fmla="*/ 160938 w 453690"/>
              <a:gd name="connsiteY24" fmla="*/ 19 h 453899"/>
              <a:gd name="connsiteX25" fmla="*/ 160938 w 453690"/>
              <a:gd name="connsiteY25" fmla="*/ 94578 h 453899"/>
              <a:gd name="connsiteX26" fmla="*/ 132382 w 453690"/>
              <a:gd name="connsiteY26" fmla="*/ 94578 h 453899"/>
              <a:gd name="connsiteX27" fmla="*/ 132382 w 453690"/>
              <a:gd name="connsiteY27" fmla="*/ 85122 h 453899"/>
              <a:gd name="connsiteX28" fmla="*/ 132382 w 453690"/>
              <a:gd name="connsiteY28" fmla="*/ 19 h 453899"/>
              <a:gd name="connsiteX29" fmla="*/ 113659 w 453690"/>
              <a:gd name="connsiteY29" fmla="*/ 19 h 453899"/>
              <a:gd name="connsiteX30" fmla="*/ 113659 w 453690"/>
              <a:gd name="connsiteY30" fmla="*/ 30467 h 453899"/>
              <a:gd name="connsiteX31" fmla="*/ 0 w 453690"/>
              <a:gd name="connsiteY31" fmla="*/ 226959 h 453899"/>
              <a:gd name="connsiteX32" fmla="*/ 226940 w 453690"/>
              <a:gd name="connsiteY32" fmla="*/ 453899 h 453899"/>
              <a:gd name="connsiteX33" fmla="*/ 293887 w 453690"/>
              <a:gd name="connsiteY33" fmla="*/ 443876 h 453899"/>
              <a:gd name="connsiteX34" fmla="*/ 282351 w 453690"/>
              <a:gd name="connsiteY34" fmla="*/ 437825 h 453899"/>
              <a:gd name="connsiteX35" fmla="*/ 281595 w 453690"/>
              <a:gd name="connsiteY35" fmla="*/ 437257 h 453899"/>
              <a:gd name="connsiteX36" fmla="*/ 271004 w 453690"/>
              <a:gd name="connsiteY36" fmla="*/ 429882 h 453899"/>
              <a:gd name="connsiteX37" fmla="*/ 271004 w 453690"/>
              <a:gd name="connsiteY37" fmla="*/ 429882 h 453899"/>
              <a:gd name="connsiteX38" fmla="*/ 264763 w 453690"/>
              <a:gd name="connsiteY38" fmla="*/ 431395 h 453899"/>
              <a:gd name="connsiteX39" fmla="*/ 264763 w 453690"/>
              <a:gd name="connsiteY39" fmla="*/ 424586 h 453899"/>
              <a:gd name="connsiteX40" fmla="*/ 245852 w 453690"/>
              <a:gd name="connsiteY40" fmla="*/ 402649 h 453899"/>
              <a:gd name="connsiteX41" fmla="*/ 245852 w 453690"/>
              <a:gd name="connsiteY41" fmla="*/ 433853 h 453899"/>
              <a:gd name="connsiteX42" fmla="*/ 227129 w 453690"/>
              <a:gd name="connsiteY42" fmla="*/ 434799 h 453899"/>
              <a:gd name="connsiteX43" fmla="*/ 203300 w 453690"/>
              <a:gd name="connsiteY43" fmla="*/ 433286 h 453899"/>
              <a:gd name="connsiteX44" fmla="*/ 203300 w 453690"/>
              <a:gd name="connsiteY44" fmla="*/ 227149 h 453899"/>
              <a:gd name="connsiteX45" fmla="*/ 184389 w 453690"/>
              <a:gd name="connsiteY45" fmla="*/ 208237 h 453899"/>
              <a:gd name="connsiteX46" fmla="*/ 179661 w 453690"/>
              <a:gd name="connsiteY46" fmla="*/ 208237 h 453899"/>
              <a:gd name="connsiteX47" fmla="*/ 179661 w 453690"/>
              <a:gd name="connsiteY47" fmla="*/ 155473 h 453899"/>
              <a:gd name="connsiteX48" fmla="*/ 226373 w 453690"/>
              <a:gd name="connsiteY48" fmla="*/ 93821 h 453899"/>
              <a:gd name="connsiteX49" fmla="*/ 226373 w 453690"/>
              <a:gd name="connsiteY49" fmla="*/ 19120 h 453899"/>
              <a:gd name="connsiteX50" fmla="*/ 264196 w 453690"/>
              <a:gd name="connsiteY50" fmla="*/ 22713 h 453899"/>
              <a:gd name="connsiteX51" fmla="*/ 246041 w 453690"/>
              <a:gd name="connsiteY51" fmla="*/ 75288 h 453899"/>
              <a:gd name="connsiteX52" fmla="*/ 246041 w 453690"/>
              <a:gd name="connsiteY52" fmla="*/ 277832 h 453899"/>
              <a:gd name="connsiteX53" fmla="*/ 256631 w 453690"/>
              <a:gd name="connsiteY53" fmla="*/ 264405 h 453899"/>
              <a:gd name="connsiteX54" fmla="*/ 271950 w 453690"/>
              <a:gd name="connsiteY54" fmla="*/ 249843 h 453899"/>
              <a:gd name="connsiteX55" fmla="*/ 276110 w 453690"/>
              <a:gd name="connsiteY55" fmla="*/ 247195 h 453899"/>
              <a:gd name="connsiteX56" fmla="*/ 280838 w 453690"/>
              <a:gd name="connsiteY56" fmla="*/ 244169 h 453899"/>
              <a:gd name="connsiteX57" fmla="*/ 264763 w 453690"/>
              <a:gd name="connsiteY57" fmla="*/ 243980 h 453899"/>
              <a:gd name="connsiteX58" fmla="*/ 264763 w 453690"/>
              <a:gd name="connsiteY58" fmla="*/ 75288 h 453899"/>
              <a:gd name="connsiteX59" fmla="*/ 264952 w 453690"/>
              <a:gd name="connsiteY59" fmla="*/ 70749 h 453899"/>
              <a:gd name="connsiteX60" fmla="*/ 266087 w 453690"/>
              <a:gd name="connsiteY60" fmla="*/ 62428 h 453899"/>
              <a:gd name="connsiteX61" fmla="*/ 269113 w 453690"/>
              <a:gd name="connsiteY61" fmla="*/ 51648 h 453899"/>
              <a:gd name="connsiteX62" fmla="*/ 274787 w 453690"/>
              <a:gd name="connsiteY62" fmla="*/ 40112 h 453899"/>
              <a:gd name="connsiteX63" fmla="*/ 284053 w 453690"/>
              <a:gd name="connsiteY63" fmla="*/ 29143 h 453899"/>
              <a:gd name="connsiteX64" fmla="*/ 297670 w 453690"/>
              <a:gd name="connsiteY64" fmla="*/ 20255 h 453899"/>
              <a:gd name="connsiteX65" fmla="*/ 302587 w 453690"/>
              <a:gd name="connsiteY65" fmla="*/ 19120 h 453899"/>
              <a:gd name="connsiteX66" fmla="*/ 302587 w 453690"/>
              <a:gd name="connsiteY66" fmla="*/ 233579 h 453899"/>
              <a:gd name="connsiteX67" fmla="*/ 321309 w 453690"/>
              <a:gd name="connsiteY67" fmla="*/ 228662 h 453899"/>
              <a:gd name="connsiteX68" fmla="*/ 321309 w 453690"/>
              <a:gd name="connsiteY68" fmla="*/ 41625 h 453899"/>
              <a:gd name="connsiteX69" fmla="*/ 434779 w 453690"/>
              <a:gd name="connsiteY69" fmla="*/ 226959 h 453899"/>
              <a:gd name="connsiteX70" fmla="*/ 430051 w 453690"/>
              <a:gd name="connsiteY70" fmla="*/ 271213 h 453899"/>
              <a:gd name="connsiteX71" fmla="*/ 430051 w 453690"/>
              <a:gd name="connsiteY71" fmla="*/ 271213 h 453899"/>
              <a:gd name="connsiteX72" fmla="*/ 437238 w 453690"/>
              <a:gd name="connsiteY72" fmla="*/ 281803 h 453899"/>
              <a:gd name="connsiteX73" fmla="*/ 437616 w 453690"/>
              <a:gd name="connsiteY73" fmla="*/ 282560 h 453899"/>
              <a:gd name="connsiteX74" fmla="*/ 443668 w 453690"/>
              <a:gd name="connsiteY74" fmla="*/ 293907 h 453899"/>
              <a:gd name="connsiteX75" fmla="*/ 453691 w 453690"/>
              <a:gd name="connsiteY75" fmla="*/ 226959 h 453899"/>
              <a:gd name="connsiteX76" fmla="*/ 321309 w 453690"/>
              <a:gd name="connsiteY76" fmla="*/ 20633 h 453899"/>
              <a:gd name="connsiteX77" fmla="*/ 136920 w 453690"/>
              <a:gd name="connsiteY77" fmla="*/ 227149 h 453899"/>
              <a:gd name="connsiteX78" fmla="*/ 136920 w 453690"/>
              <a:gd name="connsiteY78" fmla="*/ 414185 h 453899"/>
              <a:gd name="connsiteX79" fmla="*/ 18912 w 453690"/>
              <a:gd name="connsiteY79" fmla="*/ 226959 h 453899"/>
              <a:gd name="connsiteX80" fmla="*/ 113848 w 453690"/>
              <a:gd name="connsiteY80" fmla="*/ 52972 h 453899"/>
              <a:gd name="connsiteX81" fmla="*/ 113848 w 453690"/>
              <a:gd name="connsiteY81" fmla="*/ 93821 h 453899"/>
              <a:gd name="connsiteX82" fmla="*/ 160560 w 453690"/>
              <a:gd name="connsiteY82" fmla="*/ 155473 h 453899"/>
              <a:gd name="connsiteX83" fmla="*/ 160560 w 453690"/>
              <a:gd name="connsiteY83" fmla="*/ 208237 h 453899"/>
              <a:gd name="connsiteX84" fmla="*/ 155832 w 453690"/>
              <a:gd name="connsiteY84" fmla="*/ 208237 h 453899"/>
              <a:gd name="connsiteX85" fmla="*/ 136920 w 453690"/>
              <a:gd name="connsiteY85" fmla="*/ 227149 h 453899"/>
              <a:gd name="connsiteX86" fmla="*/ 184200 w 453690"/>
              <a:gd name="connsiteY86" fmla="*/ 227149 h 453899"/>
              <a:gd name="connsiteX87" fmla="*/ 184200 w 453690"/>
              <a:gd name="connsiteY87" fmla="*/ 430638 h 453899"/>
              <a:gd name="connsiteX88" fmla="*/ 155832 w 453690"/>
              <a:gd name="connsiteY88" fmla="*/ 422317 h 453899"/>
              <a:gd name="connsiteX89" fmla="*/ 155832 w 453690"/>
              <a:gd name="connsiteY89" fmla="*/ 227149 h 453899"/>
              <a:gd name="connsiteX90" fmla="*/ 184200 w 453690"/>
              <a:gd name="connsiteY90" fmla="*/ 227149 h 453899"/>
              <a:gd name="connsiteX91" fmla="*/ 170016 w 453690"/>
              <a:gd name="connsiteY91" fmla="*/ 137696 h 453899"/>
              <a:gd name="connsiteX92" fmla="*/ 136731 w 453690"/>
              <a:gd name="connsiteY92" fmla="*/ 113300 h 453899"/>
              <a:gd name="connsiteX93" fmla="*/ 203111 w 453690"/>
              <a:gd name="connsiteY93" fmla="*/ 113679 h 453899"/>
              <a:gd name="connsiteX94" fmla="*/ 170016 w 453690"/>
              <a:gd name="connsiteY94" fmla="*/ 137696 h 45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453690" h="453899">
                <a:moveTo>
                  <a:pt x="340410" y="245871"/>
                </a:moveTo>
                <a:cubicBezTo>
                  <a:pt x="288214" y="245871"/>
                  <a:pt x="245852" y="288233"/>
                  <a:pt x="245852" y="340429"/>
                </a:cubicBezTo>
                <a:cubicBezTo>
                  <a:pt x="245852" y="392626"/>
                  <a:pt x="288214" y="434988"/>
                  <a:pt x="340410" y="434988"/>
                </a:cubicBezTo>
                <a:cubicBezTo>
                  <a:pt x="392606" y="434988"/>
                  <a:pt x="434968" y="392626"/>
                  <a:pt x="434968" y="340429"/>
                </a:cubicBezTo>
                <a:cubicBezTo>
                  <a:pt x="434968" y="288233"/>
                  <a:pt x="392606" y="245871"/>
                  <a:pt x="340410" y="245871"/>
                </a:cubicBezTo>
                <a:close/>
                <a:moveTo>
                  <a:pt x="326794" y="393949"/>
                </a:moveTo>
                <a:lnTo>
                  <a:pt x="320175" y="394895"/>
                </a:lnTo>
                <a:lnTo>
                  <a:pt x="320175" y="394895"/>
                </a:lnTo>
                <a:cubicBezTo>
                  <a:pt x="316392" y="394895"/>
                  <a:pt x="312988" y="393004"/>
                  <a:pt x="310908" y="389978"/>
                </a:cubicBezTo>
                <a:lnTo>
                  <a:pt x="286323" y="354613"/>
                </a:lnTo>
                <a:lnTo>
                  <a:pt x="301830" y="343834"/>
                </a:lnTo>
                <a:lnTo>
                  <a:pt x="320175" y="370310"/>
                </a:lnTo>
                <a:lnTo>
                  <a:pt x="381637" y="281236"/>
                </a:lnTo>
                <a:lnTo>
                  <a:pt x="397145" y="292016"/>
                </a:lnTo>
                <a:lnTo>
                  <a:pt x="326794" y="393949"/>
                </a:lnTo>
                <a:close/>
                <a:moveTo>
                  <a:pt x="321498" y="20633"/>
                </a:moveTo>
                <a:cubicBezTo>
                  <a:pt x="321498" y="13825"/>
                  <a:pt x="317527" y="7584"/>
                  <a:pt x="311664" y="3613"/>
                </a:cubicBezTo>
                <a:cubicBezTo>
                  <a:pt x="305613" y="-359"/>
                  <a:pt x="298237" y="-1115"/>
                  <a:pt x="291618" y="1722"/>
                </a:cubicBezTo>
                <a:cubicBezTo>
                  <a:pt x="288214" y="3234"/>
                  <a:pt x="285377" y="5126"/>
                  <a:pt x="282351" y="7017"/>
                </a:cubicBezTo>
                <a:cubicBezTo>
                  <a:pt x="261170" y="1532"/>
                  <a:pt x="238665" y="-737"/>
                  <a:pt x="216539" y="209"/>
                </a:cubicBezTo>
                <a:lnTo>
                  <a:pt x="208028" y="209"/>
                </a:lnTo>
                <a:cubicBezTo>
                  <a:pt x="208028" y="209"/>
                  <a:pt x="208028" y="94200"/>
                  <a:pt x="208028" y="94578"/>
                </a:cubicBezTo>
                <a:lnTo>
                  <a:pt x="179661" y="94578"/>
                </a:lnTo>
                <a:lnTo>
                  <a:pt x="179661" y="19"/>
                </a:lnTo>
                <a:lnTo>
                  <a:pt x="160938" y="19"/>
                </a:lnTo>
                <a:lnTo>
                  <a:pt x="160938" y="94578"/>
                </a:lnTo>
                <a:lnTo>
                  <a:pt x="132382" y="94578"/>
                </a:lnTo>
                <a:cubicBezTo>
                  <a:pt x="132382" y="94578"/>
                  <a:pt x="132382" y="85311"/>
                  <a:pt x="132382" y="85122"/>
                </a:cubicBezTo>
                <a:lnTo>
                  <a:pt x="132382" y="19"/>
                </a:lnTo>
                <a:lnTo>
                  <a:pt x="113659" y="19"/>
                </a:lnTo>
                <a:lnTo>
                  <a:pt x="113659" y="30467"/>
                </a:lnTo>
                <a:cubicBezTo>
                  <a:pt x="43686" y="70938"/>
                  <a:pt x="0" y="145828"/>
                  <a:pt x="0" y="226959"/>
                </a:cubicBezTo>
                <a:cubicBezTo>
                  <a:pt x="0" y="352155"/>
                  <a:pt x="101745" y="453899"/>
                  <a:pt x="226940" y="453899"/>
                </a:cubicBezTo>
                <a:cubicBezTo>
                  <a:pt x="250201" y="453899"/>
                  <a:pt x="272706" y="450306"/>
                  <a:pt x="293887" y="443876"/>
                </a:cubicBezTo>
                <a:cubicBezTo>
                  <a:pt x="289916" y="441985"/>
                  <a:pt x="286134" y="440094"/>
                  <a:pt x="282351" y="437825"/>
                </a:cubicBezTo>
                <a:lnTo>
                  <a:pt x="281595" y="437257"/>
                </a:lnTo>
                <a:cubicBezTo>
                  <a:pt x="278002" y="434988"/>
                  <a:pt x="274408" y="432529"/>
                  <a:pt x="271004" y="429882"/>
                </a:cubicBezTo>
                <a:lnTo>
                  <a:pt x="271004" y="429882"/>
                </a:lnTo>
                <a:cubicBezTo>
                  <a:pt x="268924" y="430260"/>
                  <a:pt x="266844" y="431016"/>
                  <a:pt x="264763" y="431395"/>
                </a:cubicBezTo>
                <a:lnTo>
                  <a:pt x="264763" y="424586"/>
                </a:lnTo>
                <a:cubicBezTo>
                  <a:pt x="257577" y="418156"/>
                  <a:pt x="251147" y="410781"/>
                  <a:pt x="245852" y="402649"/>
                </a:cubicBezTo>
                <a:lnTo>
                  <a:pt x="245852" y="433853"/>
                </a:lnTo>
                <a:cubicBezTo>
                  <a:pt x="239611" y="434420"/>
                  <a:pt x="233370" y="434799"/>
                  <a:pt x="227129" y="434799"/>
                </a:cubicBezTo>
                <a:cubicBezTo>
                  <a:pt x="218997" y="434799"/>
                  <a:pt x="211054" y="434231"/>
                  <a:pt x="203300" y="433286"/>
                </a:cubicBezTo>
                <a:lnTo>
                  <a:pt x="203300" y="227149"/>
                </a:lnTo>
                <a:cubicBezTo>
                  <a:pt x="203300" y="216747"/>
                  <a:pt x="194790" y="208237"/>
                  <a:pt x="184389" y="208237"/>
                </a:cubicBezTo>
                <a:lnTo>
                  <a:pt x="179661" y="208237"/>
                </a:lnTo>
                <a:lnTo>
                  <a:pt x="179661" y="155473"/>
                </a:lnTo>
                <a:cubicBezTo>
                  <a:pt x="206137" y="150367"/>
                  <a:pt x="226373" y="124836"/>
                  <a:pt x="226373" y="93821"/>
                </a:cubicBezTo>
                <a:lnTo>
                  <a:pt x="226373" y="19120"/>
                </a:lnTo>
                <a:cubicBezTo>
                  <a:pt x="239043" y="19120"/>
                  <a:pt x="251714" y="20633"/>
                  <a:pt x="264196" y="22713"/>
                </a:cubicBezTo>
                <a:cubicBezTo>
                  <a:pt x="246797" y="44462"/>
                  <a:pt x="246041" y="71127"/>
                  <a:pt x="246041" y="75288"/>
                </a:cubicBezTo>
                <a:cubicBezTo>
                  <a:pt x="246041" y="75288"/>
                  <a:pt x="246041" y="277454"/>
                  <a:pt x="246041" y="277832"/>
                </a:cubicBezTo>
                <a:cubicBezTo>
                  <a:pt x="249256" y="273104"/>
                  <a:pt x="252849" y="268565"/>
                  <a:pt x="256631" y="264405"/>
                </a:cubicBezTo>
                <a:cubicBezTo>
                  <a:pt x="261170" y="259109"/>
                  <a:pt x="265898" y="254192"/>
                  <a:pt x="271950" y="249843"/>
                </a:cubicBezTo>
                <a:cubicBezTo>
                  <a:pt x="273274" y="248897"/>
                  <a:pt x="274787" y="248141"/>
                  <a:pt x="276110" y="247195"/>
                </a:cubicBezTo>
                <a:cubicBezTo>
                  <a:pt x="277623" y="246060"/>
                  <a:pt x="279136" y="245115"/>
                  <a:pt x="280838" y="244169"/>
                </a:cubicBezTo>
                <a:cubicBezTo>
                  <a:pt x="280649" y="244169"/>
                  <a:pt x="264763" y="243980"/>
                  <a:pt x="264763" y="243980"/>
                </a:cubicBezTo>
                <a:lnTo>
                  <a:pt x="264763" y="75288"/>
                </a:lnTo>
                <a:cubicBezTo>
                  <a:pt x="264763" y="73775"/>
                  <a:pt x="264763" y="72262"/>
                  <a:pt x="264952" y="70749"/>
                </a:cubicBezTo>
                <a:cubicBezTo>
                  <a:pt x="265142" y="67912"/>
                  <a:pt x="265520" y="65076"/>
                  <a:pt x="266087" y="62428"/>
                </a:cubicBezTo>
                <a:cubicBezTo>
                  <a:pt x="266844" y="58835"/>
                  <a:pt x="267789" y="55242"/>
                  <a:pt x="269113" y="51648"/>
                </a:cubicBezTo>
                <a:cubicBezTo>
                  <a:pt x="270626" y="47677"/>
                  <a:pt x="272517" y="43705"/>
                  <a:pt x="274787" y="40112"/>
                </a:cubicBezTo>
                <a:cubicBezTo>
                  <a:pt x="277434" y="36141"/>
                  <a:pt x="280460" y="32358"/>
                  <a:pt x="284053" y="29143"/>
                </a:cubicBezTo>
                <a:cubicBezTo>
                  <a:pt x="288025" y="25550"/>
                  <a:pt x="292753" y="22524"/>
                  <a:pt x="297670" y="20255"/>
                </a:cubicBezTo>
                <a:cubicBezTo>
                  <a:pt x="299183" y="19688"/>
                  <a:pt x="300696" y="18931"/>
                  <a:pt x="302587" y="19120"/>
                </a:cubicBezTo>
                <a:lnTo>
                  <a:pt x="302587" y="233579"/>
                </a:lnTo>
                <a:cubicBezTo>
                  <a:pt x="308638" y="231498"/>
                  <a:pt x="314879" y="229796"/>
                  <a:pt x="321309" y="228662"/>
                </a:cubicBezTo>
                <a:lnTo>
                  <a:pt x="321309" y="41625"/>
                </a:lnTo>
                <a:cubicBezTo>
                  <a:pt x="390904" y="76990"/>
                  <a:pt x="434779" y="148098"/>
                  <a:pt x="434779" y="226959"/>
                </a:cubicBezTo>
                <a:cubicBezTo>
                  <a:pt x="434779" y="242089"/>
                  <a:pt x="433077" y="257029"/>
                  <a:pt x="430051" y="271213"/>
                </a:cubicBezTo>
                <a:lnTo>
                  <a:pt x="430051" y="271213"/>
                </a:lnTo>
                <a:cubicBezTo>
                  <a:pt x="432699" y="274617"/>
                  <a:pt x="434968" y="278021"/>
                  <a:pt x="437238" y="281803"/>
                </a:cubicBezTo>
                <a:lnTo>
                  <a:pt x="437616" y="282560"/>
                </a:lnTo>
                <a:cubicBezTo>
                  <a:pt x="439885" y="286153"/>
                  <a:pt x="441777" y="289935"/>
                  <a:pt x="443668" y="293907"/>
                </a:cubicBezTo>
                <a:cubicBezTo>
                  <a:pt x="450287" y="272726"/>
                  <a:pt x="453691" y="250221"/>
                  <a:pt x="453691" y="226959"/>
                </a:cubicBezTo>
                <a:cubicBezTo>
                  <a:pt x="453691" y="137886"/>
                  <a:pt x="402062" y="57511"/>
                  <a:pt x="321309" y="20633"/>
                </a:cubicBezTo>
                <a:close/>
                <a:moveTo>
                  <a:pt x="136920" y="227149"/>
                </a:moveTo>
                <a:lnTo>
                  <a:pt x="136920" y="414185"/>
                </a:lnTo>
                <a:cubicBezTo>
                  <a:pt x="67326" y="380522"/>
                  <a:pt x="18912" y="309414"/>
                  <a:pt x="18912" y="226959"/>
                </a:cubicBezTo>
                <a:cubicBezTo>
                  <a:pt x="18912" y="156230"/>
                  <a:pt x="55033" y="91174"/>
                  <a:pt x="113848" y="52972"/>
                </a:cubicBezTo>
                <a:lnTo>
                  <a:pt x="113848" y="93821"/>
                </a:lnTo>
                <a:cubicBezTo>
                  <a:pt x="113848" y="124836"/>
                  <a:pt x="134084" y="150367"/>
                  <a:pt x="160560" y="155473"/>
                </a:cubicBezTo>
                <a:lnTo>
                  <a:pt x="160560" y="208237"/>
                </a:lnTo>
                <a:lnTo>
                  <a:pt x="155832" y="208237"/>
                </a:lnTo>
                <a:cubicBezTo>
                  <a:pt x="145431" y="208237"/>
                  <a:pt x="136920" y="216747"/>
                  <a:pt x="136920" y="227149"/>
                </a:cubicBezTo>
                <a:close/>
                <a:moveTo>
                  <a:pt x="184200" y="227149"/>
                </a:moveTo>
                <a:lnTo>
                  <a:pt x="184200" y="430638"/>
                </a:lnTo>
                <a:cubicBezTo>
                  <a:pt x="174366" y="428558"/>
                  <a:pt x="165099" y="425721"/>
                  <a:pt x="155832" y="422317"/>
                </a:cubicBezTo>
                <a:lnTo>
                  <a:pt x="155832" y="227149"/>
                </a:lnTo>
                <a:lnTo>
                  <a:pt x="184200" y="227149"/>
                </a:lnTo>
                <a:close/>
                <a:moveTo>
                  <a:pt x="170016" y="137696"/>
                </a:moveTo>
                <a:cubicBezTo>
                  <a:pt x="155454" y="137696"/>
                  <a:pt x="142783" y="127673"/>
                  <a:pt x="136731" y="113300"/>
                </a:cubicBezTo>
                <a:lnTo>
                  <a:pt x="203111" y="113679"/>
                </a:lnTo>
                <a:cubicBezTo>
                  <a:pt x="196870" y="127862"/>
                  <a:pt x="184578" y="137696"/>
                  <a:pt x="170016" y="137696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Graphic 17" descr="Foods to avoid icon.">
            <a:extLst>
              <a:ext uri="{FF2B5EF4-FFF2-40B4-BE49-F238E27FC236}">
                <a16:creationId xmlns:a16="http://schemas.microsoft.com/office/drawing/2014/main" id="{B2CA87B8-4423-9262-79E8-10A95F4BEA8A}"/>
              </a:ext>
            </a:extLst>
          </p:cNvPr>
          <p:cNvSpPr/>
          <p:nvPr/>
        </p:nvSpPr>
        <p:spPr>
          <a:xfrm>
            <a:off x="10787244" y="5157077"/>
            <a:ext cx="453690" cy="453899"/>
          </a:xfrm>
          <a:custGeom>
            <a:avLst/>
            <a:gdLst>
              <a:gd name="connsiteX0" fmla="*/ 423243 w 453690"/>
              <a:gd name="connsiteY0" fmla="*/ 295609 h 453899"/>
              <a:gd name="connsiteX1" fmla="*/ 340410 w 453690"/>
              <a:gd name="connsiteY1" fmla="*/ 245871 h 453899"/>
              <a:gd name="connsiteX2" fmla="*/ 321120 w 453690"/>
              <a:gd name="connsiteY2" fmla="*/ 247951 h 453899"/>
              <a:gd name="connsiteX3" fmla="*/ 286512 w 453690"/>
              <a:gd name="connsiteY3" fmla="*/ 262892 h 453899"/>
              <a:gd name="connsiteX4" fmla="*/ 264574 w 453690"/>
              <a:gd name="connsiteY4" fmla="*/ 284451 h 453899"/>
              <a:gd name="connsiteX5" fmla="*/ 245852 w 453690"/>
              <a:gd name="connsiteY5" fmla="*/ 340429 h 453899"/>
              <a:gd name="connsiteX6" fmla="*/ 264574 w 453690"/>
              <a:gd name="connsiteY6" fmla="*/ 396408 h 453899"/>
              <a:gd name="connsiteX7" fmla="*/ 295211 w 453690"/>
              <a:gd name="connsiteY7" fmla="*/ 423073 h 453899"/>
              <a:gd name="connsiteX8" fmla="*/ 321309 w 453690"/>
              <a:gd name="connsiteY8" fmla="*/ 433097 h 453899"/>
              <a:gd name="connsiteX9" fmla="*/ 340410 w 453690"/>
              <a:gd name="connsiteY9" fmla="*/ 434988 h 453899"/>
              <a:gd name="connsiteX10" fmla="*/ 434968 w 453690"/>
              <a:gd name="connsiteY10" fmla="*/ 340429 h 453899"/>
              <a:gd name="connsiteX11" fmla="*/ 433077 w 453690"/>
              <a:gd name="connsiteY11" fmla="*/ 321329 h 453899"/>
              <a:gd name="connsiteX12" fmla="*/ 423243 w 453690"/>
              <a:gd name="connsiteY12" fmla="*/ 295609 h 453899"/>
              <a:gd name="connsiteX13" fmla="*/ 387689 w 453690"/>
              <a:gd name="connsiteY13" fmla="*/ 373147 h 453899"/>
              <a:gd name="connsiteX14" fmla="*/ 374451 w 453690"/>
              <a:gd name="connsiteY14" fmla="*/ 386763 h 453899"/>
              <a:gd name="connsiteX15" fmla="*/ 340410 w 453690"/>
              <a:gd name="connsiteY15" fmla="*/ 353668 h 453899"/>
              <a:gd name="connsiteX16" fmla="*/ 306369 w 453690"/>
              <a:gd name="connsiteY16" fmla="*/ 386763 h 453899"/>
              <a:gd name="connsiteX17" fmla="*/ 293131 w 453690"/>
              <a:gd name="connsiteY17" fmla="*/ 373147 h 453899"/>
              <a:gd name="connsiteX18" fmla="*/ 326794 w 453690"/>
              <a:gd name="connsiteY18" fmla="*/ 340429 h 453899"/>
              <a:gd name="connsiteX19" fmla="*/ 293131 w 453690"/>
              <a:gd name="connsiteY19" fmla="*/ 307712 h 453899"/>
              <a:gd name="connsiteX20" fmla="*/ 306369 w 453690"/>
              <a:gd name="connsiteY20" fmla="*/ 294096 h 453899"/>
              <a:gd name="connsiteX21" fmla="*/ 340410 w 453690"/>
              <a:gd name="connsiteY21" fmla="*/ 327191 h 453899"/>
              <a:gd name="connsiteX22" fmla="*/ 374451 w 453690"/>
              <a:gd name="connsiteY22" fmla="*/ 294096 h 453899"/>
              <a:gd name="connsiteX23" fmla="*/ 387689 w 453690"/>
              <a:gd name="connsiteY23" fmla="*/ 307712 h 453899"/>
              <a:gd name="connsiteX24" fmla="*/ 354026 w 453690"/>
              <a:gd name="connsiteY24" fmla="*/ 340429 h 453899"/>
              <a:gd name="connsiteX25" fmla="*/ 387689 w 453690"/>
              <a:gd name="connsiteY25" fmla="*/ 373147 h 453899"/>
              <a:gd name="connsiteX26" fmla="*/ 321498 w 453690"/>
              <a:gd name="connsiteY26" fmla="*/ 20633 h 453899"/>
              <a:gd name="connsiteX27" fmla="*/ 311664 w 453690"/>
              <a:gd name="connsiteY27" fmla="*/ 3613 h 453899"/>
              <a:gd name="connsiteX28" fmla="*/ 291618 w 453690"/>
              <a:gd name="connsiteY28" fmla="*/ 1722 h 453899"/>
              <a:gd name="connsiteX29" fmla="*/ 282351 w 453690"/>
              <a:gd name="connsiteY29" fmla="*/ 7017 h 453899"/>
              <a:gd name="connsiteX30" fmla="*/ 216539 w 453690"/>
              <a:gd name="connsiteY30" fmla="*/ 209 h 453899"/>
              <a:gd name="connsiteX31" fmla="*/ 208028 w 453690"/>
              <a:gd name="connsiteY31" fmla="*/ 209 h 453899"/>
              <a:gd name="connsiteX32" fmla="*/ 208028 w 453690"/>
              <a:gd name="connsiteY32" fmla="*/ 94578 h 453899"/>
              <a:gd name="connsiteX33" fmla="*/ 179661 w 453690"/>
              <a:gd name="connsiteY33" fmla="*/ 94578 h 453899"/>
              <a:gd name="connsiteX34" fmla="*/ 179661 w 453690"/>
              <a:gd name="connsiteY34" fmla="*/ 19 h 453899"/>
              <a:gd name="connsiteX35" fmla="*/ 160938 w 453690"/>
              <a:gd name="connsiteY35" fmla="*/ 19 h 453899"/>
              <a:gd name="connsiteX36" fmla="*/ 160938 w 453690"/>
              <a:gd name="connsiteY36" fmla="*/ 94578 h 453899"/>
              <a:gd name="connsiteX37" fmla="*/ 132382 w 453690"/>
              <a:gd name="connsiteY37" fmla="*/ 94578 h 453899"/>
              <a:gd name="connsiteX38" fmla="*/ 132382 w 453690"/>
              <a:gd name="connsiteY38" fmla="*/ 85122 h 453899"/>
              <a:gd name="connsiteX39" fmla="*/ 132382 w 453690"/>
              <a:gd name="connsiteY39" fmla="*/ 19 h 453899"/>
              <a:gd name="connsiteX40" fmla="*/ 113659 w 453690"/>
              <a:gd name="connsiteY40" fmla="*/ 19 h 453899"/>
              <a:gd name="connsiteX41" fmla="*/ 113659 w 453690"/>
              <a:gd name="connsiteY41" fmla="*/ 30467 h 453899"/>
              <a:gd name="connsiteX42" fmla="*/ 0 w 453690"/>
              <a:gd name="connsiteY42" fmla="*/ 226959 h 453899"/>
              <a:gd name="connsiteX43" fmla="*/ 226940 w 453690"/>
              <a:gd name="connsiteY43" fmla="*/ 453899 h 453899"/>
              <a:gd name="connsiteX44" fmla="*/ 293887 w 453690"/>
              <a:gd name="connsiteY44" fmla="*/ 443876 h 453899"/>
              <a:gd name="connsiteX45" fmla="*/ 271004 w 453690"/>
              <a:gd name="connsiteY45" fmla="*/ 430071 h 453899"/>
              <a:gd name="connsiteX46" fmla="*/ 264763 w 453690"/>
              <a:gd name="connsiteY46" fmla="*/ 431584 h 453899"/>
              <a:gd name="connsiteX47" fmla="*/ 264763 w 453690"/>
              <a:gd name="connsiteY47" fmla="*/ 424775 h 453899"/>
              <a:gd name="connsiteX48" fmla="*/ 245852 w 453690"/>
              <a:gd name="connsiteY48" fmla="*/ 402838 h 453899"/>
              <a:gd name="connsiteX49" fmla="*/ 245852 w 453690"/>
              <a:gd name="connsiteY49" fmla="*/ 434042 h 453899"/>
              <a:gd name="connsiteX50" fmla="*/ 227129 w 453690"/>
              <a:gd name="connsiteY50" fmla="*/ 434988 h 453899"/>
              <a:gd name="connsiteX51" fmla="*/ 203300 w 453690"/>
              <a:gd name="connsiteY51" fmla="*/ 433475 h 453899"/>
              <a:gd name="connsiteX52" fmla="*/ 203300 w 453690"/>
              <a:gd name="connsiteY52" fmla="*/ 227149 h 453899"/>
              <a:gd name="connsiteX53" fmla="*/ 184389 w 453690"/>
              <a:gd name="connsiteY53" fmla="*/ 208237 h 453899"/>
              <a:gd name="connsiteX54" fmla="*/ 179661 w 453690"/>
              <a:gd name="connsiteY54" fmla="*/ 208237 h 453899"/>
              <a:gd name="connsiteX55" fmla="*/ 179661 w 453690"/>
              <a:gd name="connsiteY55" fmla="*/ 155473 h 453899"/>
              <a:gd name="connsiteX56" fmla="*/ 226373 w 453690"/>
              <a:gd name="connsiteY56" fmla="*/ 93821 h 453899"/>
              <a:gd name="connsiteX57" fmla="*/ 226373 w 453690"/>
              <a:gd name="connsiteY57" fmla="*/ 19120 h 453899"/>
              <a:gd name="connsiteX58" fmla="*/ 264196 w 453690"/>
              <a:gd name="connsiteY58" fmla="*/ 22713 h 453899"/>
              <a:gd name="connsiteX59" fmla="*/ 246041 w 453690"/>
              <a:gd name="connsiteY59" fmla="*/ 75288 h 453899"/>
              <a:gd name="connsiteX60" fmla="*/ 246041 w 453690"/>
              <a:gd name="connsiteY60" fmla="*/ 278021 h 453899"/>
              <a:gd name="connsiteX61" fmla="*/ 248310 w 453690"/>
              <a:gd name="connsiteY61" fmla="*/ 274806 h 453899"/>
              <a:gd name="connsiteX62" fmla="*/ 250958 w 453690"/>
              <a:gd name="connsiteY62" fmla="*/ 271213 h 453899"/>
              <a:gd name="connsiteX63" fmla="*/ 271950 w 453690"/>
              <a:gd name="connsiteY63" fmla="*/ 249843 h 453899"/>
              <a:gd name="connsiteX64" fmla="*/ 281027 w 453690"/>
              <a:gd name="connsiteY64" fmla="*/ 244169 h 453899"/>
              <a:gd name="connsiteX65" fmla="*/ 264763 w 453690"/>
              <a:gd name="connsiteY65" fmla="*/ 244169 h 453899"/>
              <a:gd name="connsiteX66" fmla="*/ 264763 w 453690"/>
              <a:gd name="connsiteY66" fmla="*/ 75288 h 453899"/>
              <a:gd name="connsiteX67" fmla="*/ 264952 w 453690"/>
              <a:gd name="connsiteY67" fmla="*/ 70749 h 453899"/>
              <a:gd name="connsiteX68" fmla="*/ 266087 w 453690"/>
              <a:gd name="connsiteY68" fmla="*/ 62428 h 453899"/>
              <a:gd name="connsiteX69" fmla="*/ 269113 w 453690"/>
              <a:gd name="connsiteY69" fmla="*/ 51648 h 453899"/>
              <a:gd name="connsiteX70" fmla="*/ 274787 w 453690"/>
              <a:gd name="connsiteY70" fmla="*/ 40112 h 453899"/>
              <a:gd name="connsiteX71" fmla="*/ 284053 w 453690"/>
              <a:gd name="connsiteY71" fmla="*/ 29143 h 453899"/>
              <a:gd name="connsiteX72" fmla="*/ 297670 w 453690"/>
              <a:gd name="connsiteY72" fmla="*/ 20255 h 453899"/>
              <a:gd name="connsiteX73" fmla="*/ 302587 w 453690"/>
              <a:gd name="connsiteY73" fmla="*/ 19120 h 453899"/>
              <a:gd name="connsiteX74" fmla="*/ 302587 w 453690"/>
              <a:gd name="connsiteY74" fmla="*/ 233768 h 453899"/>
              <a:gd name="connsiteX75" fmla="*/ 321309 w 453690"/>
              <a:gd name="connsiteY75" fmla="*/ 228851 h 453899"/>
              <a:gd name="connsiteX76" fmla="*/ 321309 w 453690"/>
              <a:gd name="connsiteY76" fmla="*/ 41625 h 453899"/>
              <a:gd name="connsiteX77" fmla="*/ 434779 w 453690"/>
              <a:gd name="connsiteY77" fmla="*/ 226959 h 453899"/>
              <a:gd name="connsiteX78" fmla="*/ 430051 w 453690"/>
              <a:gd name="connsiteY78" fmla="*/ 271213 h 453899"/>
              <a:gd name="connsiteX79" fmla="*/ 443668 w 453690"/>
              <a:gd name="connsiteY79" fmla="*/ 293718 h 453899"/>
              <a:gd name="connsiteX80" fmla="*/ 453691 w 453690"/>
              <a:gd name="connsiteY80" fmla="*/ 226770 h 453899"/>
              <a:gd name="connsiteX81" fmla="*/ 321309 w 453690"/>
              <a:gd name="connsiteY81" fmla="*/ 20444 h 453899"/>
              <a:gd name="connsiteX82" fmla="*/ 136920 w 453690"/>
              <a:gd name="connsiteY82" fmla="*/ 227149 h 453899"/>
              <a:gd name="connsiteX83" fmla="*/ 136920 w 453690"/>
              <a:gd name="connsiteY83" fmla="*/ 414185 h 453899"/>
              <a:gd name="connsiteX84" fmla="*/ 18912 w 453690"/>
              <a:gd name="connsiteY84" fmla="*/ 226959 h 453899"/>
              <a:gd name="connsiteX85" fmla="*/ 113848 w 453690"/>
              <a:gd name="connsiteY85" fmla="*/ 52972 h 453899"/>
              <a:gd name="connsiteX86" fmla="*/ 113848 w 453690"/>
              <a:gd name="connsiteY86" fmla="*/ 93821 h 453899"/>
              <a:gd name="connsiteX87" fmla="*/ 160560 w 453690"/>
              <a:gd name="connsiteY87" fmla="*/ 155473 h 453899"/>
              <a:gd name="connsiteX88" fmla="*/ 160560 w 453690"/>
              <a:gd name="connsiteY88" fmla="*/ 208237 h 453899"/>
              <a:gd name="connsiteX89" fmla="*/ 155832 w 453690"/>
              <a:gd name="connsiteY89" fmla="*/ 208237 h 453899"/>
              <a:gd name="connsiteX90" fmla="*/ 136920 w 453690"/>
              <a:gd name="connsiteY90" fmla="*/ 227149 h 453899"/>
              <a:gd name="connsiteX91" fmla="*/ 184200 w 453690"/>
              <a:gd name="connsiteY91" fmla="*/ 227149 h 453899"/>
              <a:gd name="connsiteX92" fmla="*/ 184200 w 453690"/>
              <a:gd name="connsiteY92" fmla="*/ 430638 h 453899"/>
              <a:gd name="connsiteX93" fmla="*/ 155832 w 453690"/>
              <a:gd name="connsiteY93" fmla="*/ 422317 h 453899"/>
              <a:gd name="connsiteX94" fmla="*/ 155832 w 453690"/>
              <a:gd name="connsiteY94" fmla="*/ 227149 h 453899"/>
              <a:gd name="connsiteX95" fmla="*/ 184200 w 453690"/>
              <a:gd name="connsiteY95" fmla="*/ 227149 h 453899"/>
              <a:gd name="connsiteX96" fmla="*/ 170016 w 453690"/>
              <a:gd name="connsiteY96" fmla="*/ 137696 h 453899"/>
              <a:gd name="connsiteX97" fmla="*/ 136731 w 453690"/>
              <a:gd name="connsiteY97" fmla="*/ 113300 h 453899"/>
              <a:gd name="connsiteX98" fmla="*/ 203111 w 453690"/>
              <a:gd name="connsiteY98" fmla="*/ 113679 h 453899"/>
              <a:gd name="connsiteX99" fmla="*/ 170016 w 453690"/>
              <a:gd name="connsiteY99" fmla="*/ 137696 h 45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3690" h="453899">
                <a:moveTo>
                  <a:pt x="423243" y="295609"/>
                </a:moveTo>
                <a:cubicBezTo>
                  <a:pt x="407168" y="266107"/>
                  <a:pt x="376342" y="245871"/>
                  <a:pt x="340410" y="245871"/>
                </a:cubicBezTo>
                <a:cubicBezTo>
                  <a:pt x="333791" y="245871"/>
                  <a:pt x="327361" y="246628"/>
                  <a:pt x="321120" y="247951"/>
                </a:cubicBezTo>
                <a:cubicBezTo>
                  <a:pt x="308449" y="250599"/>
                  <a:pt x="296913" y="255894"/>
                  <a:pt x="286512" y="262892"/>
                </a:cubicBezTo>
                <a:cubicBezTo>
                  <a:pt x="278002" y="268754"/>
                  <a:pt x="270626" y="276130"/>
                  <a:pt x="264574" y="284451"/>
                </a:cubicBezTo>
                <a:cubicBezTo>
                  <a:pt x="253038" y="300148"/>
                  <a:pt x="245852" y="319438"/>
                  <a:pt x="245852" y="340429"/>
                </a:cubicBezTo>
                <a:cubicBezTo>
                  <a:pt x="245852" y="361421"/>
                  <a:pt x="253038" y="380711"/>
                  <a:pt x="264574" y="396408"/>
                </a:cubicBezTo>
                <a:cubicBezTo>
                  <a:pt x="272706" y="407377"/>
                  <a:pt x="283297" y="416454"/>
                  <a:pt x="295211" y="423073"/>
                </a:cubicBezTo>
                <a:cubicBezTo>
                  <a:pt x="303343" y="427612"/>
                  <a:pt x="311853" y="431205"/>
                  <a:pt x="321309" y="433097"/>
                </a:cubicBezTo>
                <a:cubicBezTo>
                  <a:pt x="327550" y="434420"/>
                  <a:pt x="333791" y="434988"/>
                  <a:pt x="340410" y="434988"/>
                </a:cubicBezTo>
                <a:cubicBezTo>
                  <a:pt x="392606" y="434988"/>
                  <a:pt x="434968" y="392626"/>
                  <a:pt x="434968" y="340429"/>
                </a:cubicBezTo>
                <a:cubicBezTo>
                  <a:pt x="434968" y="334000"/>
                  <a:pt x="434212" y="327570"/>
                  <a:pt x="433077" y="321329"/>
                </a:cubicBezTo>
                <a:cubicBezTo>
                  <a:pt x="431186" y="312062"/>
                  <a:pt x="427593" y="303552"/>
                  <a:pt x="423243" y="295609"/>
                </a:cubicBezTo>
                <a:close/>
                <a:moveTo>
                  <a:pt x="387689" y="373147"/>
                </a:moveTo>
                <a:lnTo>
                  <a:pt x="374451" y="386763"/>
                </a:lnTo>
                <a:lnTo>
                  <a:pt x="340410" y="353668"/>
                </a:lnTo>
                <a:lnTo>
                  <a:pt x="306369" y="386763"/>
                </a:lnTo>
                <a:lnTo>
                  <a:pt x="293131" y="373147"/>
                </a:lnTo>
                <a:lnTo>
                  <a:pt x="326794" y="340429"/>
                </a:lnTo>
                <a:lnTo>
                  <a:pt x="293131" y="307712"/>
                </a:lnTo>
                <a:lnTo>
                  <a:pt x="306369" y="294096"/>
                </a:lnTo>
                <a:lnTo>
                  <a:pt x="340410" y="327191"/>
                </a:lnTo>
                <a:lnTo>
                  <a:pt x="374451" y="294096"/>
                </a:lnTo>
                <a:lnTo>
                  <a:pt x="387689" y="307712"/>
                </a:lnTo>
                <a:lnTo>
                  <a:pt x="354026" y="340429"/>
                </a:lnTo>
                <a:lnTo>
                  <a:pt x="387689" y="373147"/>
                </a:lnTo>
                <a:close/>
                <a:moveTo>
                  <a:pt x="321498" y="20633"/>
                </a:moveTo>
                <a:cubicBezTo>
                  <a:pt x="321498" y="13825"/>
                  <a:pt x="317527" y="7584"/>
                  <a:pt x="311664" y="3613"/>
                </a:cubicBezTo>
                <a:cubicBezTo>
                  <a:pt x="305613" y="-359"/>
                  <a:pt x="298237" y="-1115"/>
                  <a:pt x="291618" y="1722"/>
                </a:cubicBezTo>
                <a:cubicBezTo>
                  <a:pt x="288214" y="3234"/>
                  <a:pt x="285377" y="5126"/>
                  <a:pt x="282351" y="7017"/>
                </a:cubicBezTo>
                <a:cubicBezTo>
                  <a:pt x="261170" y="1532"/>
                  <a:pt x="238665" y="-737"/>
                  <a:pt x="216539" y="209"/>
                </a:cubicBezTo>
                <a:lnTo>
                  <a:pt x="208028" y="209"/>
                </a:lnTo>
                <a:cubicBezTo>
                  <a:pt x="208028" y="209"/>
                  <a:pt x="208028" y="94200"/>
                  <a:pt x="208028" y="94578"/>
                </a:cubicBezTo>
                <a:lnTo>
                  <a:pt x="179661" y="94578"/>
                </a:lnTo>
                <a:lnTo>
                  <a:pt x="179661" y="19"/>
                </a:lnTo>
                <a:lnTo>
                  <a:pt x="160938" y="19"/>
                </a:lnTo>
                <a:lnTo>
                  <a:pt x="160938" y="94578"/>
                </a:lnTo>
                <a:lnTo>
                  <a:pt x="132382" y="94578"/>
                </a:lnTo>
                <a:cubicBezTo>
                  <a:pt x="132382" y="94578"/>
                  <a:pt x="132382" y="85311"/>
                  <a:pt x="132382" y="85122"/>
                </a:cubicBezTo>
                <a:lnTo>
                  <a:pt x="132382" y="19"/>
                </a:lnTo>
                <a:lnTo>
                  <a:pt x="113659" y="19"/>
                </a:lnTo>
                <a:lnTo>
                  <a:pt x="113659" y="30467"/>
                </a:lnTo>
                <a:cubicBezTo>
                  <a:pt x="43686" y="70938"/>
                  <a:pt x="0" y="145828"/>
                  <a:pt x="0" y="226959"/>
                </a:cubicBezTo>
                <a:cubicBezTo>
                  <a:pt x="0" y="352155"/>
                  <a:pt x="101745" y="453899"/>
                  <a:pt x="226940" y="453899"/>
                </a:cubicBezTo>
                <a:cubicBezTo>
                  <a:pt x="250201" y="453899"/>
                  <a:pt x="272706" y="450306"/>
                  <a:pt x="293887" y="443876"/>
                </a:cubicBezTo>
                <a:cubicBezTo>
                  <a:pt x="285566" y="440094"/>
                  <a:pt x="278002" y="435555"/>
                  <a:pt x="271004" y="430071"/>
                </a:cubicBezTo>
                <a:cubicBezTo>
                  <a:pt x="268924" y="430449"/>
                  <a:pt x="266844" y="431205"/>
                  <a:pt x="264763" y="431584"/>
                </a:cubicBezTo>
                <a:lnTo>
                  <a:pt x="264763" y="424775"/>
                </a:lnTo>
                <a:cubicBezTo>
                  <a:pt x="257577" y="418346"/>
                  <a:pt x="251147" y="410970"/>
                  <a:pt x="245852" y="402838"/>
                </a:cubicBezTo>
                <a:lnTo>
                  <a:pt x="245852" y="434042"/>
                </a:lnTo>
                <a:cubicBezTo>
                  <a:pt x="239611" y="434610"/>
                  <a:pt x="233370" y="434988"/>
                  <a:pt x="227129" y="434988"/>
                </a:cubicBezTo>
                <a:cubicBezTo>
                  <a:pt x="218997" y="434988"/>
                  <a:pt x="211054" y="434420"/>
                  <a:pt x="203300" y="433475"/>
                </a:cubicBezTo>
                <a:lnTo>
                  <a:pt x="203300" y="227149"/>
                </a:lnTo>
                <a:cubicBezTo>
                  <a:pt x="203300" y="216747"/>
                  <a:pt x="194790" y="208237"/>
                  <a:pt x="184389" y="208237"/>
                </a:cubicBezTo>
                <a:lnTo>
                  <a:pt x="179661" y="208237"/>
                </a:lnTo>
                <a:lnTo>
                  <a:pt x="179661" y="155473"/>
                </a:lnTo>
                <a:cubicBezTo>
                  <a:pt x="206137" y="150367"/>
                  <a:pt x="226373" y="124836"/>
                  <a:pt x="226373" y="93821"/>
                </a:cubicBezTo>
                <a:lnTo>
                  <a:pt x="226373" y="19120"/>
                </a:lnTo>
                <a:cubicBezTo>
                  <a:pt x="239043" y="19120"/>
                  <a:pt x="251714" y="20633"/>
                  <a:pt x="264196" y="22713"/>
                </a:cubicBezTo>
                <a:cubicBezTo>
                  <a:pt x="246797" y="44462"/>
                  <a:pt x="246041" y="71127"/>
                  <a:pt x="246041" y="75288"/>
                </a:cubicBezTo>
                <a:lnTo>
                  <a:pt x="246041" y="278021"/>
                </a:lnTo>
                <a:cubicBezTo>
                  <a:pt x="246041" y="278021"/>
                  <a:pt x="247932" y="275373"/>
                  <a:pt x="248310" y="274806"/>
                </a:cubicBezTo>
                <a:cubicBezTo>
                  <a:pt x="249067" y="273860"/>
                  <a:pt x="250201" y="272158"/>
                  <a:pt x="250958" y="271213"/>
                </a:cubicBezTo>
                <a:cubicBezTo>
                  <a:pt x="257199" y="262892"/>
                  <a:pt x="263629" y="255894"/>
                  <a:pt x="271950" y="249843"/>
                </a:cubicBezTo>
                <a:cubicBezTo>
                  <a:pt x="274787" y="247762"/>
                  <a:pt x="277812" y="245871"/>
                  <a:pt x="281027" y="244169"/>
                </a:cubicBezTo>
                <a:lnTo>
                  <a:pt x="264763" y="244169"/>
                </a:lnTo>
                <a:lnTo>
                  <a:pt x="264763" y="75288"/>
                </a:lnTo>
                <a:cubicBezTo>
                  <a:pt x="264763" y="73775"/>
                  <a:pt x="264763" y="72262"/>
                  <a:pt x="264952" y="70749"/>
                </a:cubicBezTo>
                <a:cubicBezTo>
                  <a:pt x="265142" y="67912"/>
                  <a:pt x="265520" y="65076"/>
                  <a:pt x="266087" y="62428"/>
                </a:cubicBezTo>
                <a:cubicBezTo>
                  <a:pt x="266844" y="58835"/>
                  <a:pt x="267789" y="55242"/>
                  <a:pt x="269113" y="51648"/>
                </a:cubicBezTo>
                <a:cubicBezTo>
                  <a:pt x="270626" y="47677"/>
                  <a:pt x="272517" y="43705"/>
                  <a:pt x="274787" y="40112"/>
                </a:cubicBezTo>
                <a:cubicBezTo>
                  <a:pt x="277434" y="36141"/>
                  <a:pt x="280460" y="32358"/>
                  <a:pt x="284053" y="29143"/>
                </a:cubicBezTo>
                <a:cubicBezTo>
                  <a:pt x="288025" y="25550"/>
                  <a:pt x="292753" y="22524"/>
                  <a:pt x="297670" y="20255"/>
                </a:cubicBezTo>
                <a:cubicBezTo>
                  <a:pt x="299183" y="19688"/>
                  <a:pt x="300696" y="18931"/>
                  <a:pt x="302587" y="19120"/>
                </a:cubicBezTo>
                <a:lnTo>
                  <a:pt x="302587" y="233768"/>
                </a:lnTo>
                <a:cubicBezTo>
                  <a:pt x="308638" y="231498"/>
                  <a:pt x="314879" y="229985"/>
                  <a:pt x="321309" y="228851"/>
                </a:cubicBezTo>
                <a:lnTo>
                  <a:pt x="321309" y="41625"/>
                </a:lnTo>
                <a:cubicBezTo>
                  <a:pt x="390904" y="76990"/>
                  <a:pt x="434779" y="148098"/>
                  <a:pt x="434779" y="226959"/>
                </a:cubicBezTo>
                <a:cubicBezTo>
                  <a:pt x="434779" y="242089"/>
                  <a:pt x="433077" y="257029"/>
                  <a:pt x="430051" y="271213"/>
                </a:cubicBezTo>
                <a:cubicBezTo>
                  <a:pt x="435347" y="278210"/>
                  <a:pt x="440075" y="285775"/>
                  <a:pt x="443668" y="293718"/>
                </a:cubicBezTo>
                <a:cubicBezTo>
                  <a:pt x="450287" y="272537"/>
                  <a:pt x="453691" y="250032"/>
                  <a:pt x="453691" y="226770"/>
                </a:cubicBezTo>
                <a:cubicBezTo>
                  <a:pt x="453691" y="137696"/>
                  <a:pt x="402062" y="57322"/>
                  <a:pt x="321309" y="20444"/>
                </a:cubicBezTo>
                <a:close/>
                <a:moveTo>
                  <a:pt x="136920" y="227149"/>
                </a:moveTo>
                <a:lnTo>
                  <a:pt x="136920" y="414185"/>
                </a:lnTo>
                <a:cubicBezTo>
                  <a:pt x="67326" y="380522"/>
                  <a:pt x="18912" y="309414"/>
                  <a:pt x="18912" y="226959"/>
                </a:cubicBezTo>
                <a:cubicBezTo>
                  <a:pt x="18912" y="156230"/>
                  <a:pt x="55033" y="91174"/>
                  <a:pt x="113848" y="52972"/>
                </a:cubicBezTo>
                <a:lnTo>
                  <a:pt x="113848" y="93821"/>
                </a:lnTo>
                <a:cubicBezTo>
                  <a:pt x="113848" y="124836"/>
                  <a:pt x="134084" y="150367"/>
                  <a:pt x="160560" y="155473"/>
                </a:cubicBezTo>
                <a:lnTo>
                  <a:pt x="160560" y="208237"/>
                </a:lnTo>
                <a:lnTo>
                  <a:pt x="155832" y="208237"/>
                </a:lnTo>
                <a:cubicBezTo>
                  <a:pt x="145431" y="208237"/>
                  <a:pt x="136920" y="216747"/>
                  <a:pt x="136920" y="227149"/>
                </a:cubicBezTo>
                <a:close/>
                <a:moveTo>
                  <a:pt x="184200" y="227149"/>
                </a:moveTo>
                <a:lnTo>
                  <a:pt x="184200" y="430638"/>
                </a:lnTo>
                <a:cubicBezTo>
                  <a:pt x="174366" y="428558"/>
                  <a:pt x="165099" y="425721"/>
                  <a:pt x="155832" y="422317"/>
                </a:cubicBezTo>
                <a:lnTo>
                  <a:pt x="155832" y="227149"/>
                </a:lnTo>
                <a:lnTo>
                  <a:pt x="184200" y="227149"/>
                </a:lnTo>
                <a:close/>
                <a:moveTo>
                  <a:pt x="170016" y="137696"/>
                </a:moveTo>
                <a:cubicBezTo>
                  <a:pt x="155454" y="137696"/>
                  <a:pt x="142783" y="127673"/>
                  <a:pt x="136731" y="113300"/>
                </a:cubicBezTo>
                <a:lnTo>
                  <a:pt x="203111" y="113679"/>
                </a:lnTo>
                <a:cubicBezTo>
                  <a:pt x="196870" y="127862"/>
                  <a:pt x="184578" y="137696"/>
                  <a:pt x="170016" y="137696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9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Retail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(3 of 3)</a:t>
            </a:r>
            <a:endParaRPr lang="en-US" b="0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5FB9A-FAF9-4926-B565-0C3BABFF9FE8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Plate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Spoon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Food blender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Camera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Photo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Group of photos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Photo book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Dolly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Goggles/Protective eyewear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Packing slip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Sealed bag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Push-cart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Shipping tote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Stacked tote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Trash can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34" name="Graphic 256" descr="Plate icon.">
            <a:extLst>
              <a:ext uri="{FF2B5EF4-FFF2-40B4-BE49-F238E27FC236}">
                <a16:creationId xmlns:a16="http://schemas.microsoft.com/office/drawing/2014/main" id="{CE277E52-F205-AD91-3F47-0BAAC4D69648}"/>
              </a:ext>
            </a:extLst>
          </p:cNvPr>
          <p:cNvSpPr>
            <a:spLocks noChangeAspect="1"/>
          </p:cNvSpPr>
          <p:nvPr/>
        </p:nvSpPr>
        <p:spPr>
          <a:xfrm>
            <a:off x="925698" y="1489592"/>
            <a:ext cx="458518" cy="343888"/>
          </a:xfrm>
          <a:custGeom>
            <a:avLst/>
            <a:gdLst>
              <a:gd name="connsiteX0" fmla="*/ 95525 w 458518"/>
              <a:gd name="connsiteY0" fmla="*/ 72599 h 343888"/>
              <a:gd name="connsiteX1" fmla="*/ 95525 w 458518"/>
              <a:gd name="connsiteY1" fmla="*/ 0 h 343888"/>
              <a:gd name="connsiteX2" fmla="*/ 76420 w 458518"/>
              <a:gd name="connsiteY2" fmla="*/ 0 h 343888"/>
              <a:gd name="connsiteX3" fmla="*/ 76420 w 458518"/>
              <a:gd name="connsiteY3" fmla="*/ 66867 h 343888"/>
              <a:gd name="connsiteX4" fmla="*/ 57315 w 458518"/>
              <a:gd name="connsiteY4" fmla="*/ 66867 h 343888"/>
              <a:gd name="connsiteX5" fmla="*/ 57315 w 458518"/>
              <a:gd name="connsiteY5" fmla="*/ 0 h 343888"/>
              <a:gd name="connsiteX6" fmla="*/ 38210 w 458518"/>
              <a:gd name="connsiteY6" fmla="*/ 0 h 343888"/>
              <a:gd name="connsiteX7" fmla="*/ 38210 w 458518"/>
              <a:gd name="connsiteY7" fmla="*/ 66867 h 343888"/>
              <a:gd name="connsiteX8" fmla="*/ 19105 w 458518"/>
              <a:gd name="connsiteY8" fmla="*/ 66867 h 343888"/>
              <a:gd name="connsiteX9" fmla="*/ 19105 w 458518"/>
              <a:gd name="connsiteY9" fmla="*/ 0 h 343888"/>
              <a:gd name="connsiteX10" fmla="*/ 0 w 458518"/>
              <a:gd name="connsiteY10" fmla="*/ 0 h 343888"/>
              <a:gd name="connsiteX11" fmla="*/ 0 w 458518"/>
              <a:gd name="connsiteY11" fmla="*/ 72599 h 343888"/>
              <a:gd name="connsiteX12" fmla="*/ 38210 w 458518"/>
              <a:gd name="connsiteY12" fmla="*/ 122271 h 343888"/>
              <a:gd name="connsiteX13" fmla="*/ 38210 w 458518"/>
              <a:gd name="connsiteY13" fmla="*/ 143287 h 343888"/>
              <a:gd name="connsiteX14" fmla="*/ 19105 w 458518"/>
              <a:gd name="connsiteY14" fmla="*/ 162392 h 343888"/>
              <a:gd name="connsiteX15" fmla="*/ 19105 w 458518"/>
              <a:gd name="connsiteY15" fmla="*/ 324784 h 343888"/>
              <a:gd name="connsiteX16" fmla="*/ 38210 w 458518"/>
              <a:gd name="connsiteY16" fmla="*/ 343889 h 343888"/>
              <a:gd name="connsiteX17" fmla="*/ 57315 w 458518"/>
              <a:gd name="connsiteY17" fmla="*/ 343889 h 343888"/>
              <a:gd name="connsiteX18" fmla="*/ 76420 w 458518"/>
              <a:gd name="connsiteY18" fmla="*/ 324784 h 343888"/>
              <a:gd name="connsiteX19" fmla="*/ 76420 w 458518"/>
              <a:gd name="connsiteY19" fmla="*/ 162392 h 343888"/>
              <a:gd name="connsiteX20" fmla="*/ 57315 w 458518"/>
              <a:gd name="connsiteY20" fmla="*/ 143287 h 343888"/>
              <a:gd name="connsiteX21" fmla="*/ 57315 w 458518"/>
              <a:gd name="connsiteY21" fmla="*/ 122271 h 343888"/>
              <a:gd name="connsiteX22" fmla="*/ 95525 w 458518"/>
              <a:gd name="connsiteY22" fmla="*/ 72599 h 343888"/>
              <a:gd name="connsiteX23" fmla="*/ 57315 w 458518"/>
              <a:gd name="connsiteY23" fmla="*/ 324784 h 343888"/>
              <a:gd name="connsiteX24" fmla="*/ 57315 w 458518"/>
              <a:gd name="connsiteY24" fmla="*/ 324784 h 343888"/>
              <a:gd name="connsiteX25" fmla="*/ 38210 w 458518"/>
              <a:gd name="connsiteY25" fmla="*/ 324784 h 343888"/>
              <a:gd name="connsiteX26" fmla="*/ 38210 w 458518"/>
              <a:gd name="connsiteY26" fmla="*/ 162392 h 343888"/>
              <a:gd name="connsiteX27" fmla="*/ 57315 w 458518"/>
              <a:gd name="connsiteY27" fmla="*/ 162392 h 343888"/>
              <a:gd name="connsiteX28" fmla="*/ 57315 w 458518"/>
              <a:gd name="connsiteY28" fmla="*/ 324784 h 343888"/>
              <a:gd name="connsiteX29" fmla="*/ 21015 w 458518"/>
              <a:gd name="connsiteY29" fmla="*/ 85972 h 343888"/>
              <a:gd name="connsiteX30" fmla="*/ 72599 w 458518"/>
              <a:gd name="connsiteY30" fmla="*/ 85972 h 343888"/>
              <a:gd name="connsiteX31" fmla="*/ 45852 w 458518"/>
              <a:gd name="connsiteY31" fmla="*/ 105077 h 343888"/>
              <a:gd name="connsiteX32" fmla="*/ 21015 w 458518"/>
              <a:gd name="connsiteY32" fmla="*/ 85972 h 343888"/>
              <a:gd name="connsiteX33" fmla="*/ 238811 w 458518"/>
              <a:gd name="connsiteY33" fmla="*/ 19105 h 343888"/>
              <a:gd name="connsiteX34" fmla="*/ 85972 w 458518"/>
              <a:gd name="connsiteY34" fmla="*/ 171944 h 343888"/>
              <a:gd name="connsiteX35" fmla="*/ 238811 w 458518"/>
              <a:gd name="connsiteY35" fmla="*/ 324784 h 343888"/>
              <a:gd name="connsiteX36" fmla="*/ 391651 w 458518"/>
              <a:gd name="connsiteY36" fmla="*/ 171944 h 343888"/>
              <a:gd name="connsiteX37" fmla="*/ 238811 w 458518"/>
              <a:gd name="connsiteY37" fmla="*/ 19105 h 343888"/>
              <a:gd name="connsiteX38" fmla="*/ 238811 w 458518"/>
              <a:gd name="connsiteY38" fmla="*/ 305679 h 343888"/>
              <a:gd name="connsiteX39" fmla="*/ 105077 w 458518"/>
              <a:gd name="connsiteY39" fmla="*/ 171944 h 343888"/>
              <a:gd name="connsiteX40" fmla="*/ 238811 w 458518"/>
              <a:gd name="connsiteY40" fmla="*/ 38210 h 343888"/>
              <a:gd name="connsiteX41" fmla="*/ 372546 w 458518"/>
              <a:gd name="connsiteY41" fmla="*/ 171944 h 343888"/>
              <a:gd name="connsiteX42" fmla="*/ 238811 w 458518"/>
              <a:gd name="connsiteY42" fmla="*/ 305679 h 343888"/>
              <a:gd name="connsiteX43" fmla="*/ 448966 w 458518"/>
              <a:gd name="connsiteY43" fmla="*/ 1910 h 343888"/>
              <a:gd name="connsiteX44" fmla="*/ 433682 w 458518"/>
              <a:gd name="connsiteY44" fmla="*/ 1910 h 343888"/>
              <a:gd name="connsiteX45" fmla="*/ 401203 w 458518"/>
              <a:gd name="connsiteY45" fmla="*/ 61136 h 343888"/>
              <a:gd name="connsiteX46" fmla="*/ 401203 w 458518"/>
              <a:gd name="connsiteY46" fmla="*/ 322873 h 343888"/>
              <a:gd name="connsiteX47" fmla="*/ 420308 w 458518"/>
              <a:gd name="connsiteY47" fmla="*/ 343889 h 343888"/>
              <a:gd name="connsiteX48" fmla="*/ 439413 w 458518"/>
              <a:gd name="connsiteY48" fmla="*/ 343889 h 343888"/>
              <a:gd name="connsiteX49" fmla="*/ 458518 w 458518"/>
              <a:gd name="connsiteY49" fmla="*/ 322873 h 343888"/>
              <a:gd name="connsiteX50" fmla="*/ 458518 w 458518"/>
              <a:gd name="connsiteY50" fmla="*/ 19105 h 343888"/>
              <a:gd name="connsiteX51" fmla="*/ 448966 w 458518"/>
              <a:gd name="connsiteY51" fmla="*/ 1910 h 343888"/>
              <a:gd name="connsiteX52" fmla="*/ 439413 w 458518"/>
              <a:gd name="connsiteY52" fmla="*/ 322873 h 343888"/>
              <a:gd name="connsiteX53" fmla="*/ 439413 w 458518"/>
              <a:gd name="connsiteY53" fmla="*/ 324784 h 343888"/>
              <a:gd name="connsiteX54" fmla="*/ 420308 w 458518"/>
              <a:gd name="connsiteY54" fmla="*/ 324784 h 343888"/>
              <a:gd name="connsiteX55" fmla="*/ 420308 w 458518"/>
              <a:gd name="connsiteY55" fmla="*/ 322873 h 343888"/>
              <a:gd name="connsiteX56" fmla="*/ 420308 w 458518"/>
              <a:gd name="connsiteY56" fmla="*/ 171944 h 343888"/>
              <a:gd name="connsiteX57" fmla="*/ 439413 w 458518"/>
              <a:gd name="connsiteY57" fmla="*/ 171944 h 343888"/>
              <a:gd name="connsiteX58" fmla="*/ 439413 w 458518"/>
              <a:gd name="connsiteY58" fmla="*/ 322873 h 343888"/>
              <a:gd name="connsiteX59" fmla="*/ 420308 w 458518"/>
              <a:gd name="connsiteY59" fmla="*/ 152839 h 343888"/>
              <a:gd name="connsiteX60" fmla="*/ 420308 w 458518"/>
              <a:gd name="connsiteY60" fmla="*/ 61136 h 343888"/>
              <a:gd name="connsiteX61" fmla="*/ 439413 w 458518"/>
              <a:gd name="connsiteY61" fmla="*/ 21015 h 343888"/>
              <a:gd name="connsiteX62" fmla="*/ 439413 w 458518"/>
              <a:gd name="connsiteY62" fmla="*/ 152839 h 343888"/>
              <a:gd name="connsiteX63" fmla="*/ 420308 w 458518"/>
              <a:gd name="connsiteY63" fmla="*/ 152839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8518" h="343888">
                <a:moveTo>
                  <a:pt x="95525" y="72599"/>
                </a:moveTo>
                <a:lnTo>
                  <a:pt x="95525" y="0"/>
                </a:lnTo>
                <a:lnTo>
                  <a:pt x="76420" y="0"/>
                </a:lnTo>
                <a:lnTo>
                  <a:pt x="76420" y="66867"/>
                </a:lnTo>
                <a:lnTo>
                  <a:pt x="57315" y="66867"/>
                </a:lnTo>
                <a:lnTo>
                  <a:pt x="57315" y="0"/>
                </a:lnTo>
                <a:lnTo>
                  <a:pt x="38210" y="0"/>
                </a:lnTo>
                <a:lnTo>
                  <a:pt x="38210" y="66867"/>
                </a:lnTo>
                <a:lnTo>
                  <a:pt x="19105" y="66867"/>
                </a:lnTo>
                <a:lnTo>
                  <a:pt x="19105" y="0"/>
                </a:lnTo>
                <a:lnTo>
                  <a:pt x="0" y="0"/>
                </a:lnTo>
                <a:lnTo>
                  <a:pt x="0" y="72599"/>
                </a:lnTo>
                <a:cubicBezTo>
                  <a:pt x="0" y="95525"/>
                  <a:pt x="15284" y="116540"/>
                  <a:pt x="38210" y="122271"/>
                </a:cubicBezTo>
                <a:lnTo>
                  <a:pt x="38210" y="143287"/>
                </a:lnTo>
                <a:cubicBezTo>
                  <a:pt x="26747" y="143287"/>
                  <a:pt x="19105" y="150929"/>
                  <a:pt x="19105" y="162392"/>
                </a:cubicBezTo>
                <a:lnTo>
                  <a:pt x="19105" y="324784"/>
                </a:lnTo>
                <a:cubicBezTo>
                  <a:pt x="19105" y="336247"/>
                  <a:pt x="26747" y="343889"/>
                  <a:pt x="38210" y="343889"/>
                </a:cubicBezTo>
                <a:lnTo>
                  <a:pt x="57315" y="343889"/>
                </a:lnTo>
                <a:cubicBezTo>
                  <a:pt x="68778" y="343889"/>
                  <a:pt x="76420" y="336247"/>
                  <a:pt x="76420" y="324784"/>
                </a:cubicBezTo>
                <a:lnTo>
                  <a:pt x="76420" y="162392"/>
                </a:lnTo>
                <a:cubicBezTo>
                  <a:pt x="76420" y="150929"/>
                  <a:pt x="68778" y="143287"/>
                  <a:pt x="57315" y="143287"/>
                </a:cubicBezTo>
                <a:lnTo>
                  <a:pt x="57315" y="122271"/>
                </a:lnTo>
                <a:cubicBezTo>
                  <a:pt x="80241" y="116540"/>
                  <a:pt x="95525" y="97435"/>
                  <a:pt x="95525" y="72599"/>
                </a:cubicBezTo>
                <a:close/>
                <a:moveTo>
                  <a:pt x="57315" y="324784"/>
                </a:moveTo>
                <a:lnTo>
                  <a:pt x="57315" y="324784"/>
                </a:lnTo>
                <a:lnTo>
                  <a:pt x="38210" y="324784"/>
                </a:lnTo>
                <a:lnTo>
                  <a:pt x="38210" y="162392"/>
                </a:lnTo>
                <a:lnTo>
                  <a:pt x="57315" y="162392"/>
                </a:lnTo>
                <a:lnTo>
                  <a:pt x="57315" y="324784"/>
                </a:lnTo>
                <a:close/>
                <a:moveTo>
                  <a:pt x="21015" y="85972"/>
                </a:moveTo>
                <a:lnTo>
                  <a:pt x="72599" y="85972"/>
                </a:lnTo>
                <a:cubicBezTo>
                  <a:pt x="68778" y="97435"/>
                  <a:pt x="57315" y="105077"/>
                  <a:pt x="45852" y="105077"/>
                </a:cubicBezTo>
                <a:cubicBezTo>
                  <a:pt x="36299" y="105077"/>
                  <a:pt x="24836" y="97435"/>
                  <a:pt x="21015" y="85972"/>
                </a:cubicBezTo>
                <a:close/>
                <a:moveTo>
                  <a:pt x="238811" y="19105"/>
                </a:moveTo>
                <a:cubicBezTo>
                  <a:pt x="154750" y="19105"/>
                  <a:pt x="85972" y="87883"/>
                  <a:pt x="85972" y="171944"/>
                </a:cubicBezTo>
                <a:cubicBezTo>
                  <a:pt x="85972" y="256006"/>
                  <a:pt x="154750" y="324784"/>
                  <a:pt x="238811" y="324784"/>
                </a:cubicBezTo>
                <a:cubicBezTo>
                  <a:pt x="322873" y="324784"/>
                  <a:pt x="391651" y="256006"/>
                  <a:pt x="391651" y="171944"/>
                </a:cubicBezTo>
                <a:cubicBezTo>
                  <a:pt x="391651" y="87883"/>
                  <a:pt x="322873" y="19105"/>
                  <a:pt x="238811" y="19105"/>
                </a:cubicBezTo>
                <a:close/>
                <a:moveTo>
                  <a:pt x="238811" y="305679"/>
                </a:moveTo>
                <a:cubicBezTo>
                  <a:pt x="164302" y="305679"/>
                  <a:pt x="105077" y="246453"/>
                  <a:pt x="105077" y="171944"/>
                </a:cubicBezTo>
                <a:cubicBezTo>
                  <a:pt x="105077" y="97435"/>
                  <a:pt x="164302" y="38210"/>
                  <a:pt x="238811" y="38210"/>
                </a:cubicBezTo>
                <a:cubicBezTo>
                  <a:pt x="313321" y="38210"/>
                  <a:pt x="372546" y="97435"/>
                  <a:pt x="372546" y="171944"/>
                </a:cubicBezTo>
                <a:cubicBezTo>
                  <a:pt x="372546" y="246453"/>
                  <a:pt x="313321" y="305679"/>
                  <a:pt x="238811" y="305679"/>
                </a:cubicBezTo>
                <a:close/>
                <a:moveTo>
                  <a:pt x="448966" y="1910"/>
                </a:moveTo>
                <a:cubicBezTo>
                  <a:pt x="445145" y="0"/>
                  <a:pt x="439413" y="0"/>
                  <a:pt x="433682" y="1910"/>
                </a:cubicBezTo>
                <a:cubicBezTo>
                  <a:pt x="412666" y="15284"/>
                  <a:pt x="401203" y="36299"/>
                  <a:pt x="401203" y="61136"/>
                </a:cubicBezTo>
                <a:lnTo>
                  <a:pt x="401203" y="322873"/>
                </a:lnTo>
                <a:cubicBezTo>
                  <a:pt x="401203" y="334336"/>
                  <a:pt x="408845" y="343889"/>
                  <a:pt x="420308" y="343889"/>
                </a:cubicBezTo>
                <a:lnTo>
                  <a:pt x="439413" y="343889"/>
                </a:lnTo>
                <a:cubicBezTo>
                  <a:pt x="450876" y="343889"/>
                  <a:pt x="458518" y="334336"/>
                  <a:pt x="458518" y="322873"/>
                </a:cubicBezTo>
                <a:lnTo>
                  <a:pt x="458518" y="19105"/>
                </a:lnTo>
                <a:cubicBezTo>
                  <a:pt x="458518" y="13373"/>
                  <a:pt x="454697" y="5731"/>
                  <a:pt x="448966" y="1910"/>
                </a:cubicBezTo>
                <a:close/>
                <a:moveTo>
                  <a:pt x="439413" y="322873"/>
                </a:moveTo>
                <a:cubicBezTo>
                  <a:pt x="439413" y="324784"/>
                  <a:pt x="439413" y="324784"/>
                  <a:pt x="439413" y="324784"/>
                </a:cubicBezTo>
                <a:lnTo>
                  <a:pt x="420308" y="324784"/>
                </a:lnTo>
                <a:cubicBezTo>
                  <a:pt x="420308" y="324784"/>
                  <a:pt x="420308" y="322873"/>
                  <a:pt x="420308" y="322873"/>
                </a:cubicBezTo>
                <a:lnTo>
                  <a:pt x="420308" y="171944"/>
                </a:lnTo>
                <a:lnTo>
                  <a:pt x="439413" y="171944"/>
                </a:lnTo>
                <a:lnTo>
                  <a:pt x="439413" y="322873"/>
                </a:lnTo>
                <a:close/>
                <a:moveTo>
                  <a:pt x="420308" y="152839"/>
                </a:moveTo>
                <a:lnTo>
                  <a:pt x="420308" y="61136"/>
                </a:lnTo>
                <a:cubicBezTo>
                  <a:pt x="420308" y="45852"/>
                  <a:pt x="427950" y="30568"/>
                  <a:pt x="439413" y="21015"/>
                </a:cubicBezTo>
                <a:lnTo>
                  <a:pt x="439413" y="152839"/>
                </a:lnTo>
                <a:lnTo>
                  <a:pt x="420308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5" name="Graphic 17" descr="Fork icon.">
            <a:extLst>
              <a:ext uri="{FF2B5EF4-FFF2-40B4-BE49-F238E27FC236}">
                <a16:creationId xmlns:a16="http://schemas.microsoft.com/office/drawing/2014/main" id="{6A688FCD-F338-4050-15C9-4ADC5CD55B2C}"/>
              </a:ext>
            </a:extLst>
          </p:cNvPr>
          <p:cNvSpPr/>
          <p:nvPr/>
        </p:nvSpPr>
        <p:spPr>
          <a:xfrm>
            <a:off x="2342026" y="1381237"/>
            <a:ext cx="122481" cy="452243"/>
          </a:xfrm>
          <a:custGeom>
            <a:avLst/>
            <a:gdLst>
              <a:gd name="connsiteX0" fmla="*/ 52388 w 61912"/>
              <a:gd name="connsiteY0" fmla="*/ 0 h 228600"/>
              <a:gd name="connsiteX1" fmla="*/ 52388 w 61912"/>
              <a:gd name="connsiteY1" fmla="*/ 47339 h 228600"/>
              <a:gd name="connsiteX2" fmla="*/ 36004 w 61912"/>
              <a:gd name="connsiteY2" fmla="*/ 47339 h 228600"/>
              <a:gd name="connsiteX3" fmla="*/ 36004 w 61912"/>
              <a:gd name="connsiteY3" fmla="*/ 0 h 228600"/>
              <a:gd name="connsiteX4" fmla="*/ 26479 w 61912"/>
              <a:gd name="connsiteY4" fmla="*/ 0 h 228600"/>
              <a:gd name="connsiteX5" fmla="*/ 26479 w 61912"/>
              <a:gd name="connsiteY5" fmla="*/ 47339 h 228600"/>
              <a:gd name="connsiteX6" fmla="*/ 9525 w 61912"/>
              <a:gd name="connsiteY6" fmla="*/ 47339 h 228600"/>
              <a:gd name="connsiteX7" fmla="*/ 9525 w 61912"/>
              <a:gd name="connsiteY7" fmla="*/ 0 h 228600"/>
              <a:gd name="connsiteX8" fmla="*/ 0 w 61912"/>
              <a:gd name="connsiteY8" fmla="*/ 0 h 228600"/>
              <a:gd name="connsiteX9" fmla="*/ 0 w 61912"/>
              <a:gd name="connsiteY9" fmla="*/ 48959 h 228600"/>
              <a:gd name="connsiteX10" fmla="*/ 26194 w 61912"/>
              <a:gd name="connsiteY10" fmla="*/ 81153 h 228600"/>
              <a:gd name="connsiteX11" fmla="*/ 26194 w 61912"/>
              <a:gd name="connsiteY11" fmla="*/ 99727 h 228600"/>
              <a:gd name="connsiteX12" fmla="*/ 21431 w 61912"/>
              <a:gd name="connsiteY12" fmla="*/ 99727 h 228600"/>
              <a:gd name="connsiteX13" fmla="*/ 11906 w 61912"/>
              <a:gd name="connsiteY13" fmla="*/ 109252 h 228600"/>
              <a:gd name="connsiteX14" fmla="*/ 11906 w 61912"/>
              <a:gd name="connsiteY14" fmla="*/ 219075 h 228600"/>
              <a:gd name="connsiteX15" fmla="*/ 21431 w 61912"/>
              <a:gd name="connsiteY15" fmla="*/ 228600 h 228600"/>
              <a:gd name="connsiteX16" fmla="*/ 40481 w 61912"/>
              <a:gd name="connsiteY16" fmla="*/ 228600 h 228600"/>
              <a:gd name="connsiteX17" fmla="*/ 50006 w 61912"/>
              <a:gd name="connsiteY17" fmla="*/ 219075 h 228600"/>
              <a:gd name="connsiteX18" fmla="*/ 50006 w 61912"/>
              <a:gd name="connsiteY18" fmla="*/ 109252 h 228600"/>
              <a:gd name="connsiteX19" fmla="*/ 40481 w 61912"/>
              <a:gd name="connsiteY19" fmla="*/ 99727 h 228600"/>
              <a:gd name="connsiteX20" fmla="*/ 35719 w 61912"/>
              <a:gd name="connsiteY20" fmla="*/ 99727 h 228600"/>
              <a:gd name="connsiteX21" fmla="*/ 35719 w 61912"/>
              <a:gd name="connsiteY21" fmla="*/ 81153 h 228600"/>
              <a:gd name="connsiteX22" fmla="*/ 61913 w 61912"/>
              <a:gd name="connsiteY22" fmla="*/ 48959 h 228600"/>
              <a:gd name="connsiteX23" fmla="*/ 61913 w 61912"/>
              <a:gd name="connsiteY23" fmla="*/ 0 h 228600"/>
              <a:gd name="connsiteX24" fmla="*/ 52388 w 61912"/>
              <a:gd name="connsiteY24" fmla="*/ 0 h 228600"/>
              <a:gd name="connsiteX25" fmla="*/ 40481 w 61912"/>
              <a:gd name="connsiteY25" fmla="*/ 219075 h 228600"/>
              <a:gd name="connsiteX26" fmla="*/ 40481 w 61912"/>
              <a:gd name="connsiteY26" fmla="*/ 219075 h 228600"/>
              <a:gd name="connsiteX27" fmla="*/ 21431 w 61912"/>
              <a:gd name="connsiteY27" fmla="*/ 219075 h 228600"/>
              <a:gd name="connsiteX28" fmla="*/ 21431 w 61912"/>
              <a:gd name="connsiteY28" fmla="*/ 109252 h 228600"/>
              <a:gd name="connsiteX29" fmla="*/ 40481 w 61912"/>
              <a:gd name="connsiteY29" fmla="*/ 109252 h 228600"/>
              <a:gd name="connsiteX30" fmla="*/ 40481 w 61912"/>
              <a:gd name="connsiteY30" fmla="*/ 219075 h 228600"/>
              <a:gd name="connsiteX31" fmla="*/ 40481 w 61912"/>
              <a:gd name="connsiteY31" fmla="*/ 219075 h 228600"/>
              <a:gd name="connsiteX32" fmla="*/ 30956 w 61912"/>
              <a:gd name="connsiteY32" fmla="*/ 72104 h 228600"/>
              <a:gd name="connsiteX33" fmla="*/ 10859 w 61912"/>
              <a:gd name="connsiteY33" fmla="*/ 56769 h 228600"/>
              <a:gd name="connsiteX34" fmla="*/ 50959 w 61912"/>
              <a:gd name="connsiteY34" fmla="*/ 56769 h 228600"/>
              <a:gd name="connsiteX35" fmla="*/ 30861 w 61912"/>
              <a:gd name="connsiteY35" fmla="*/ 7210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1912" h="228600">
                <a:moveTo>
                  <a:pt x="52388" y="0"/>
                </a:moveTo>
                <a:lnTo>
                  <a:pt x="52388" y="47339"/>
                </a:lnTo>
                <a:lnTo>
                  <a:pt x="36004" y="47339"/>
                </a:lnTo>
                <a:lnTo>
                  <a:pt x="36004" y="0"/>
                </a:lnTo>
                <a:lnTo>
                  <a:pt x="26479" y="0"/>
                </a:lnTo>
                <a:lnTo>
                  <a:pt x="26479" y="47339"/>
                </a:lnTo>
                <a:lnTo>
                  <a:pt x="9525" y="47339"/>
                </a:lnTo>
                <a:lnTo>
                  <a:pt x="9525" y="0"/>
                </a:lnTo>
                <a:lnTo>
                  <a:pt x="0" y="0"/>
                </a:lnTo>
                <a:lnTo>
                  <a:pt x="0" y="48959"/>
                </a:lnTo>
                <a:cubicBezTo>
                  <a:pt x="0" y="65246"/>
                  <a:pt x="11430" y="78772"/>
                  <a:pt x="26194" y="81153"/>
                </a:cubicBezTo>
                <a:lnTo>
                  <a:pt x="26194" y="99727"/>
                </a:lnTo>
                <a:lnTo>
                  <a:pt x="21431" y="99727"/>
                </a:lnTo>
                <a:cubicBezTo>
                  <a:pt x="16192" y="99727"/>
                  <a:pt x="11906" y="104013"/>
                  <a:pt x="11906" y="109252"/>
                </a:cubicBezTo>
                <a:lnTo>
                  <a:pt x="11906" y="219075"/>
                </a:lnTo>
                <a:cubicBezTo>
                  <a:pt x="11906" y="224314"/>
                  <a:pt x="16192" y="228600"/>
                  <a:pt x="21431" y="228600"/>
                </a:cubicBezTo>
                <a:lnTo>
                  <a:pt x="40481" y="228600"/>
                </a:lnTo>
                <a:cubicBezTo>
                  <a:pt x="45720" y="228600"/>
                  <a:pt x="50006" y="224314"/>
                  <a:pt x="50006" y="219075"/>
                </a:cubicBezTo>
                <a:lnTo>
                  <a:pt x="50006" y="109252"/>
                </a:lnTo>
                <a:cubicBezTo>
                  <a:pt x="50006" y="104013"/>
                  <a:pt x="45720" y="99727"/>
                  <a:pt x="40481" y="99727"/>
                </a:cubicBezTo>
                <a:lnTo>
                  <a:pt x="35719" y="99727"/>
                </a:lnTo>
                <a:lnTo>
                  <a:pt x="35719" y="81153"/>
                </a:lnTo>
                <a:cubicBezTo>
                  <a:pt x="50483" y="78677"/>
                  <a:pt x="61913" y="65246"/>
                  <a:pt x="61913" y="48959"/>
                </a:cubicBezTo>
                <a:lnTo>
                  <a:pt x="61913" y="0"/>
                </a:lnTo>
                <a:lnTo>
                  <a:pt x="52388" y="0"/>
                </a:lnTo>
                <a:close/>
                <a:moveTo>
                  <a:pt x="40481" y="219075"/>
                </a:moveTo>
                <a:lnTo>
                  <a:pt x="40481" y="219075"/>
                </a:lnTo>
                <a:lnTo>
                  <a:pt x="21431" y="219075"/>
                </a:lnTo>
                <a:lnTo>
                  <a:pt x="21431" y="109252"/>
                </a:lnTo>
                <a:lnTo>
                  <a:pt x="40481" y="109252"/>
                </a:lnTo>
                <a:lnTo>
                  <a:pt x="40481" y="219075"/>
                </a:lnTo>
                <a:lnTo>
                  <a:pt x="40481" y="219075"/>
                </a:lnTo>
                <a:close/>
                <a:moveTo>
                  <a:pt x="30956" y="72104"/>
                </a:moveTo>
                <a:cubicBezTo>
                  <a:pt x="21717" y="72104"/>
                  <a:pt x="13907" y="65723"/>
                  <a:pt x="10859" y="56769"/>
                </a:cubicBezTo>
                <a:lnTo>
                  <a:pt x="50959" y="56769"/>
                </a:lnTo>
                <a:cubicBezTo>
                  <a:pt x="48006" y="65723"/>
                  <a:pt x="40100" y="72104"/>
                  <a:pt x="30861" y="72104"/>
                </a:cubicBez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6" name="Graphic 41" descr="Spoon icon.">
            <a:extLst>
              <a:ext uri="{FF2B5EF4-FFF2-40B4-BE49-F238E27FC236}">
                <a16:creationId xmlns:a16="http://schemas.microsoft.com/office/drawing/2014/main" id="{5C4EDAC9-5110-46EF-44A8-ED9343D47980}"/>
              </a:ext>
            </a:extLst>
          </p:cNvPr>
          <p:cNvSpPr/>
          <p:nvPr/>
        </p:nvSpPr>
        <p:spPr>
          <a:xfrm>
            <a:off x="3572499" y="1380861"/>
            <a:ext cx="122377" cy="452619"/>
          </a:xfrm>
          <a:custGeom>
            <a:avLst/>
            <a:gdLst>
              <a:gd name="connsiteX0" fmla="*/ 44122 w 61859"/>
              <a:gd name="connsiteY0" fmla="*/ 77629 h 228790"/>
              <a:gd name="connsiteX1" fmla="*/ 46980 w 61859"/>
              <a:gd name="connsiteY1" fmla="*/ 75438 h 228790"/>
              <a:gd name="connsiteX2" fmla="*/ 60696 w 61859"/>
              <a:gd name="connsiteY2" fmla="*/ 31528 h 228790"/>
              <a:gd name="connsiteX3" fmla="*/ 31073 w 61859"/>
              <a:gd name="connsiteY3" fmla="*/ 0 h 228790"/>
              <a:gd name="connsiteX4" fmla="*/ 30787 w 61859"/>
              <a:gd name="connsiteY4" fmla="*/ 0 h 228790"/>
              <a:gd name="connsiteX5" fmla="*/ 1164 w 61859"/>
              <a:gd name="connsiteY5" fmla="*/ 31528 h 228790"/>
              <a:gd name="connsiteX6" fmla="*/ 14880 w 61859"/>
              <a:gd name="connsiteY6" fmla="*/ 75438 h 228790"/>
              <a:gd name="connsiteX7" fmla="*/ 17738 w 61859"/>
              <a:gd name="connsiteY7" fmla="*/ 77629 h 228790"/>
              <a:gd name="connsiteX8" fmla="*/ 26215 w 61859"/>
              <a:gd name="connsiteY8" fmla="*/ 85916 h 228790"/>
              <a:gd name="connsiteX9" fmla="*/ 26215 w 61859"/>
              <a:gd name="connsiteY9" fmla="*/ 100203 h 228790"/>
              <a:gd name="connsiteX10" fmla="*/ 21453 w 61859"/>
              <a:gd name="connsiteY10" fmla="*/ 100203 h 228790"/>
              <a:gd name="connsiteX11" fmla="*/ 11928 w 61859"/>
              <a:gd name="connsiteY11" fmla="*/ 109728 h 228790"/>
              <a:gd name="connsiteX12" fmla="*/ 11928 w 61859"/>
              <a:gd name="connsiteY12" fmla="*/ 219266 h 228790"/>
              <a:gd name="connsiteX13" fmla="*/ 21453 w 61859"/>
              <a:gd name="connsiteY13" fmla="*/ 228791 h 228790"/>
              <a:gd name="connsiteX14" fmla="*/ 40503 w 61859"/>
              <a:gd name="connsiteY14" fmla="*/ 228791 h 228790"/>
              <a:gd name="connsiteX15" fmla="*/ 50028 w 61859"/>
              <a:gd name="connsiteY15" fmla="*/ 219266 h 228790"/>
              <a:gd name="connsiteX16" fmla="*/ 50028 w 61859"/>
              <a:gd name="connsiteY16" fmla="*/ 109728 h 228790"/>
              <a:gd name="connsiteX17" fmla="*/ 40503 w 61859"/>
              <a:gd name="connsiteY17" fmla="*/ 100203 h 228790"/>
              <a:gd name="connsiteX18" fmla="*/ 35740 w 61859"/>
              <a:gd name="connsiteY18" fmla="*/ 100203 h 228790"/>
              <a:gd name="connsiteX19" fmla="*/ 35740 w 61859"/>
              <a:gd name="connsiteY19" fmla="*/ 86011 h 228790"/>
              <a:gd name="connsiteX20" fmla="*/ 44313 w 61859"/>
              <a:gd name="connsiteY20" fmla="*/ 77629 h 228790"/>
              <a:gd name="connsiteX21" fmla="*/ 40407 w 61859"/>
              <a:gd name="connsiteY21" fmla="*/ 219266 h 228790"/>
              <a:gd name="connsiteX22" fmla="*/ 40407 w 61859"/>
              <a:gd name="connsiteY22" fmla="*/ 219266 h 228790"/>
              <a:gd name="connsiteX23" fmla="*/ 21357 w 61859"/>
              <a:gd name="connsiteY23" fmla="*/ 219266 h 228790"/>
              <a:gd name="connsiteX24" fmla="*/ 21357 w 61859"/>
              <a:gd name="connsiteY24" fmla="*/ 109728 h 228790"/>
              <a:gd name="connsiteX25" fmla="*/ 40407 w 61859"/>
              <a:gd name="connsiteY25" fmla="*/ 109728 h 228790"/>
              <a:gd name="connsiteX26" fmla="*/ 40407 w 61859"/>
              <a:gd name="connsiteY26" fmla="*/ 219266 h 228790"/>
              <a:gd name="connsiteX27" fmla="*/ 40407 w 61859"/>
              <a:gd name="connsiteY27" fmla="*/ 219266 h 228790"/>
              <a:gd name="connsiteX28" fmla="*/ 20786 w 61859"/>
              <a:gd name="connsiteY28" fmla="*/ 68009 h 228790"/>
              <a:gd name="connsiteX29" fmla="*/ 10404 w 61859"/>
              <a:gd name="connsiteY29" fmla="*/ 33623 h 228790"/>
              <a:gd name="connsiteX30" fmla="*/ 30882 w 61859"/>
              <a:gd name="connsiteY30" fmla="*/ 9525 h 228790"/>
              <a:gd name="connsiteX31" fmla="*/ 51361 w 61859"/>
              <a:gd name="connsiteY31" fmla="*/ 33623 h 228790"/>
              <a:gd name="connsiteX32" fmla="*/ 40979 w 61859"/>
              <a:gd name="connsiteY32" fmla="*/ 68009 h 228790"/>
              <a:gd name="connsiteX33" fmla="*/ 38312 w 61859"/>
              <a:gd name="connsiteY33" fmla="*/ 70104 h 228790"/>
              <a:gd name="connsiteX34" fmla="*/ 30882 w 61859"/>
              <a:gd name="connsiteY34" fmla="*/ 76676 h 228790"/>
              <a:gd name="connsiteX35" fmla="*/ 23453 w 61859"/>
              <a:gd name="connsiteY35" fmla="*/ 70104 h 228790"/>
              <a:gd name="connsiteX36" fmla="*/ 20786 w 61859"/>
              <a:gd name="connsiteY36" fmla="*/ 68009 h 22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1859" h="228790">
                <a:moveTo>
                  <a:pt x="44122" y="77629"/>
                </a:moveTo>
                <a:lnTo>
                  <a:pt x="46980" y="75438"/>
                </a:lnTo>
                <a:cubicBezTo>
                  <a:pt x="59076" y="65627"/>
                  <a:pt x="64410" y="48482"/>
                  <a:pt x="60696" y="31528"/>
                </a:cubicBezTo>
                <a:cubicBezTo>
                  <a:pt x="57552" y="17050"/>
                  <a:pt x="47837" y="191"/>
                  <a:pt x="31073" y="0"/>
                </a:cubicBezTo>
                <a:lnTo>
                  <a:pt x="30787" y="0"/>
                </a:lnTo>
                <a:cubicBezTo>
                  <a:pt x="14023" y="191"/>
                  <a:pt x="4308" y="17050"/>
                  <a:pt x="1164" y="31528"/>
                </a:cubicBezTo>
                <a:cubicBezTo>
                  <a:pt x="-2550" y="48387"/>
                  <a:pt x="2784" y="65627"/>
                  <a:pt x="14880" y="75438"/>
                </a:cubicBezTo>
                <a:lnTo>
                  <a:pt x="17738" y="77629"/>
                </a:lnTo>
                <a:cubicBezTo>
                  <a:pt x="21072" y="80201"/>
                  <a:pt x="24215" y="82677"/>
                  <a:pt x="26215" y="85916"/>
                </a:cubicBezTo>
                <a:lnTo>
                  <a:pt x="26215" y="100203"/>
                </a:lnTo>
                <a:lnTo>
                  <a:pt x="21453" y="100203"/>
                </a:lnTo>
                <a:cubicBezTo>
                  <a:pt x="16214" y="100203"/>
                  <a:pt x="11928" y="104489"/>
                  <a:pt x="11928" y="109728"/>
                </a:cubicBezTo>
                <a:lnTo>
                  <a:pt x="11928" y="219266"/>
                </a:lnTo>
                <a:cubicBezTo>
                  <a:pt x="11928" y="224504"/>
                  <a:pt x="16214" y="228791"/>
                  <a:pt x="21453" y="228791"/>
                </a:cubicBezTo>
                <a:lnTo>
                  <a:pt x="40503" y="228791"/>
                </a:lnTo>
                <a:cubicBezTo>
                  <a:pt x="45741" y="228791"/>
                  <a:pt x="50028" y="224504"/>
                  <a:pt x="50028" y="219266"/>
                </a:cubicBezTo>
                <a:lnTo>
                  <a:pt x="50028" y="109728"/>
                </a:lnTo>
                <a:cubicBezTo>
                  <a:pt x="50028" y="104489"/>
                  <a:pt x="45741" y="100203"/>
                  <a:pt x="40503" y="100203"/>
                </a:cubicBezTo>
                <a:lnTo>
                  <a:pt x="35740" y="100203"/>
                </a:lnTo>
                <a:lnTo>
                  <a:pt x="35740" y="86011"/>
                </a:lnTo>
                <a:cubicBezTo>
                  <a:pt x="37740" y="82677"/>
                  <a:pt x="40884" y="80201"/>
                  <a:pt x="44313" y="77629"/>
                </a:cubicBezTo>
                <a:close/>
                <a:moveTo>
                  <a:pt x="40407" y="219266"/>
                </a:moveTo>
                <a:lnTo>
                  <a:pt x="40407" y="219266"/>
                </a:lnTo>
                <a:lnTo>
                  <a:pt x="21357" y="219266"/>
                </a:lnTo>
                <a:lnTo>
                  <a:pt x="21357" y="109728"/>
                </a:lnTo>
                <a:lnTo>
                  <a:pt x="40407" y="109728"/>
                </a:lnTo>
                <a:lnTo>
                  <a:pt x="40407" y="219266"/>
                </a:lnTo>
                <a:lnTo>
                  <a:pt x="40407" y="219266"/>
                </a:lnTo>
                <a:close/>
                <a:moveTo>
                  <a:pt x="20786" y="68009"/>
                </a:moveTo>
                <a:cubicBezTo>
                  <a:pt x="11642" y="60579"/>
                  <a:pt x="7451" y="46768"/>
                  <a:pt x="10404" y="33623"/>
                </a:cubicBezTo>
                <a:cubicBezTo>
                  <a:pt x="13071" y="21717"/>
                  <a:pt x="20405" y="9620"/>
                  <a:pt x="30882" y="9525"/>
                </a:cubicBezTo>
                <a:cubicBezTo>
                  <a:pt x="41360" y="9620"/>
                  <a:pt x="48789" y="21717"/>
                  <a:pt x="51361" y="33623"/>
                </a:cubicBezTo>
                <a:cubicBezTo>
                  <a:pt x="54314" y="46768"/>
                  <a:pt x="50123" y="60579"/>
                  <a:pt x="40979" y="68009"/>
                </a:cubicBezTo>
                <a:lnTo>
                  <a:pt x="38312" y="70104"/>
                </a:lnTo>
                <a:cubicBezTo>
                  <a:pt x="35835" y="72009"/>
                  <a:pt x="33264" y="74105"/>
                  <a:pt x="30882" y="76676"/>
                </a:cubicBezTo>
                <a:cubicBezTo>
                  <a:pt x="28501" y="74105"/>
                  <a:pt x="25929" y="72009"/>
                  <a:pt x="23453" y="70104"/>
                </a:cubicBezTo>
                <a:lnTo>
                  <a:pt x="20786" y="68009"/>
                </a:lnTo>
                <a:close/>
              </a:path>
            </a:pathLst>
          </a:custGeom>
          <a:solidFill>
            <a:srgbClr val="0B315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7" name="Graphic 260" descr="Food blender icon.">
            <a:extLst>
              <a:ext uri="{FF2B5EF4-FFF2-40B4-BE49-F238E27FC236}">
                <a16:creationId xmlns:a16="http://schemas.microsoft.com/office/drawing/2014/main" id="{0795B85E-BEEE-3016-12DF-22B6B45B5278}"/>
              </a:ext>
            </a:extLst>
          </p:cNvPr>
          <p:cNvSpPr>
            <a:spLocks noChangeAspect="1"/>
          </p:cNvSpPr>
          <p:nvPr/>
        </p:nvSpPr>
        <p:spPr>
          <a:xfrm>
            <a:off x="4666052" y="1413172"/>
            <a:ext cx="362993" cy="420308"/>
          </a:xfrm>
          <a:custGeom>
            <a:avLst/>
            <a:gdLst>
              <a:gd name="connsiteX0" fmla="*/ 85972 w 362993"/>
              <a:gd name="connsiteY0" fmla="*/ 353441 h 420308"/>
              <a:gd name="connsiteX1" fmla="*/ 114630 w 362993"/>
              <a:gd name="connsiteY1" fmla="*/ 382098 h 420308"/>
              <a:gd name="connsiteX2" fmla="*/ 143287 w 362993"/>
              <a:gd name="connsiteY2" fmla="*/ 353441 h 420308"/>
              <a:gd name="connsiteX3" fmla="*/ 114630 w 362993"/>
              <a:gd name="connsiteY3" fmla="*/ 324784 h 420308"/>
              <a:gd name="connsiteX4" fmla="*/ 85972 w 362993"/>
              <a:gd name="connsiteY4" fmla="*/ 353441 h 420308"/>
              <a:gd name="connsiteX5" fmla="*/ 124182 w 362993"/>
              <a:gd name="connsiteY5" fmla="*/ 353441 h 420308"/>
              <a:gd name="connsiteX6" fmla="*/ 114630 w 362993"/>
              <a:gd name="connsiteY6" fmla="*/ 362993 h 420308"/>
              <a:gd name="connsiteX7" fmla="*/ 105077 w 362993"/>
              <a:gd name="connsiteY7" fmla="*/ 353441 h 420308"/>
              <a:gd name="connsiteX8" fmla="*/ 114630 w 362993"/>
              <a:gd name="connsiteY8" fmla="*/ 343889 h 420308"/>
              <a:gd name="connsiteX9" fmla="*/ 124182 w 362993"/>
              <a:gd name="connsiteY9" fmla="*/ 353441 h 420308"/>
              <a:gd name="connsiteX10" fmla="*/ 362993 w 362993"/>
              <a:gd name="connsiteY10" fmla="*/ 133734 h 420308"/>
              <a:gd name="connsiteX11" fmla="*/ 362993 w 362993"/>
              <a:gd name="connsiteY11" fmla="*/ 114630 h 420308"/>
              <a:gd name="connsiteX12" fmla="*/ 324784 w 362993"/>
              <a:gd name="connsiteY12" fmla="*/ 114630 h 420308"/>
              <a:gd name="connsiteX13" fmla="*/ 305679 w 362993"/>
              <a:gd name="connsiteY13" fmla="*/ 133734 h 420308"/>
              <a:gd name="connsiteX14" fmla="*/ 305679 w 362993"/>
              <a:gd name="connsiteY14" fmla="*/ 171944 h 420308"/>
              <a:gd name="connsiteX15" fmla="*/ 267469 w 362993"/>
              <a:gd name="connsiteY15" fmla="*/ 171944 h 420308"/>
              <a:gd name="connsiteX16" fmla="*/ 248364 w 362993"/>
              <a:gd name="connsiteY16" fmla="*/ 191049 h 420308"/>
              <a:gd name="connsiteX17" fmla="*/ 248364 w 362993"/>
              <a:gd name="connsiteY17" fmla="*/ 401203 h 420308"/>
              <a:gd name="connsiteX18" fmla="*/ 267469 w 362993"/>
              <a:gd name="connsiteY18" fmla="*/ 420308 h 420308"/>
              <a:gd name="connsiteX19" fmla="*/ 343889 w 362993"/>
              <a:gd name="connsiteY19" fmla="*/ 420308 h 420308"/>
              <a:gd name="connsiteX20" fmla="*/ 362993 w 362993"/>
              <a:gd name="connsiteY20" fmla="*/ 401203 h 420308"/>
              <a:gd name="connsiteX21" fmla="*/ 362993 w 362993"/>
              <a:gd name="connsiteY21" fmla="*/ 191049 h 420308"/>
              <a:gd name="connsiteX22" fmla="*/ 343889 w 362993"/>
              <a:gd name="connsiteY22" fmla="*/ 171944 h 420308"/>
              <a:gd name="connsiteX23" fmla="*/ 324784 w 362993"/>
              <a:gd name="connsiteY23" fmla="*/ 171944 h 420308"/>
              <a:gd name="connsiteX24" fmla="*/ 324784 w 362993"/>
              <a:gd name="connsiteY24" fmla="*/ 133734 h 420308"/>
              <a:gd name="connsiteX25" fmla="*/ 362993 w 362993"/>
              <a:gd name="connsiteY25" fmla="*/ 133734 h 420308"/>
              <a:gd name="connsiteX26" fmla="*/ 343889 w 362993"/>
              <a:gd name="connsiteY26" fmla="*/ 401203 h 420308"/>
              <a:gd name="connsiteX27" fmla="*/ 267469 w 362993"/>
              <a:gd name="connsiteY27" fmla="*/ 401203 h 420308"/>
              <a:gd name="connsiteX28" fmla="*/ 267469 w 362993"/>
              <a:gd name="connsiteY28" fmla="*/ 191049 h 420308"/>
              <a:gd name="connsiteX29" fmla="*/ 305679 w 362993"/>
              <a:gd name="connsiteY29" fmla="*/ 191049 h 420308"/>
              <a:gd name="connsiteX30" fmla="*/ 305679 w 362993"/>
              <a:gd name="connsiteY30" fmla="*/ 229259 h 420308"/>
              <a:gd name="connsiteX31" fmla="*/ 267469 w 362993"/>
              <a:gd name="connsiteY31" fmla="*/ 229259 h 420308"/>
              <a:gd name="connsiteX32" fmla="*/ 267469 w 362993"/>
              <a:gd name="connsiteY32" fmla="*/ 248364 h 420308"/>
              <a:gd name="connsiteX33" fmla="*/ 343889 w 362993"/>
              <a:gd name="connsiteY33" fmla="*/ 248364 h 420308"/>
              <a:gd name="connsiteX34" fmla="*/ 343889 w 362993"/>
              <a:gd name="connsiteY34" fmla="*/ 401203 h 420308"/>
              <a:gd name="connsiteX35" fmla="*/ 343889 w 362993"/>
              <a:gd name="connsiteY35" fmla="*/ 191049 h 420308"/>
              <a:gd name="connsiteX36" fmla="*/ 343889 w 362993"/>
              <a:gd name="connsiteY36" fmla="*/ 229259 h 420308"/>
              <a:gd name="connsiteX37" fmla="*/ 324784 w 362993"/>
              <a:gd name="connsiteY37" fmla="*/ 229259 h 420308"/>
              <a:gd name="connsiteX38" fmla="*/ 324784 w 362993"/>
              <a:gd name="connsiteY38" fmla="*/ 191049 h 420308"/>
              <a:gd name="connsiteX39" fmla="*/ 343889 w 362993"/>
              <a:gd name="connsiteY39" fmla="*/ 191049 h 420308"/>
              <a:gd name="connsiteX40" fmla="*/ 152839 w 362993"/>
              <a:gd name="connsiteY40" fmla="*/ 38210 h 420308"/>
              <a:gd name="connsiteX41" fmla="*/ 152839 w 362993"/>
              <a:gd name="connsiteY41" fmla="*/ 19105 h 420308"/>
              <a:gd name="connsiteX42" fmla="*/ 133734 w 362993"/>
              <a:gd name="connsiteY42" fmla="*/ 0 h 420308"/>
              <a:gd name="connsiteX43" fmla="*/ 95525 w 362993"/>
              <a:gd name="connsiteY43" fmla="*/ 0 h 420308"/>
              <a:gd name="connsiteX44" fmla="*/ 76420 w 362993"/>
              <a:gd name="connsiteY44" fmla="*/ 19105 h 420308"/>
              <a:gd name="connsiteX45" fmla="*/ 76420 w 362993"/>
              <a:gd name="connsiteY45" fmla="*/ 38210 h 420308"/>
              <a:gd name="connsiteX46" fmla="*/ 0 w 362993"/>
              <a:gd name="connsiteY46" fmla="*/ 38210 h 420308"/>
              <a:gd name="connsiteX47" fmla="*/ 0 w 362993"/>
              <a:gd name="connsiteY47" fmla="*/ 57315 h 420308"/>
              <a:gd name="connsiteX48" fmla="*/ 19105 w 362993"/>
              <a:gd name="connsiteY48" fmla="*/ 57315 h 420308"/>
              <a:gd name="connsiteX49" fmla="*/ 19105 w 362993"/>
              <a:gd name="connsiteY49" fmla="*/ 219707 h 420308"/>
              <a:gd name="connsiteX50" fmla="*/ 64957 w 362993"/>
              <a:gd name="connsiteY50" fmla="*/ 296126 h 420308"/>
              <a:gd name="connsiteX51" fmla="*/ 22926 w 362993"/>
              <a:gd name="connsiteY51" fmla="*/ 355351 h 420308"/>
              <a:gd name="connsiteX52" fmla="*/ 19105 w 362993"/>
              <a:gd name="connsiteY52" fmla="*/ 366814 h 420308"/>
              <a:gd name="connsiteX53" fmla="*/ 19105 w 362993"/>
              <a:gd name="connsiteY53" fmla="*/ 401203 h 420308"/>
              <a:gd name="connsiteX54" fmla="*/ 38210 w 362993"/>
              <a:gd name="connsiteY54" fmla="*/ 420308 h 420308"/>
              <a:gd name="connsiteX55" fmla="*/ 191049 w 362993"/>
              <a:gd name="connsiteY55" fmla="*/ 420308 h 420308"/>
              <a:gd name="connsiteX56" fmla="*/ 210154 w 362993"/>
              <a:gd name="connsiteY56" fmla="*/ 401203 h 420308"/>
              <a:gd name="connsiteX57" fmla="*/ 210154 w 362993"/>
              <a:gd name="connsiteY57" fmla="*/ 366814 h 420308"/>
              <a:gd name="connsiteX58" fmla="*/ 206333 w 362993"/>
              <a:gd name="connsiteY58" fmla="*/ 355351 h 420308"/>
              <a:gd name="connsiteX59" fmla="*/ 164302 w 362993"/>
              <a:gd name="connsiteY59" fmla="*/ 296126 h 420308"/>
              <a:gd name="connsiteX60" fmla="*/ 210154 w 362993"/>
              <a:gd name="connsiteY60" fmla="*/ 219707 h 420308"/>
              <a:gd name="connsiteX61" fmla="*/ 210154 w 362993"/>
              <a:gd name="connsiteY61" fmla="*/ 57315 h 420308"/>
              <a:gd name="connsiteX62" fmla="*/ 229259 w 362993"/>
              <a:gd name="connsiteY62" fmla="*/ 57315 h 420308"/>
              <a:gd name="connsiteX63" fmla="*/ 229259 w 362993"/>
              <a:gd name="connsiteY63" fmla="*/ 38210 h 420308"/>
              <a:gd name="connsiteX64" fmla="*/ 152839 w 362993"/>
              <a:gd name="connsiteY64" fmla="*/ 38210 h 420308"/>
              <a:gd name="connsiteX65" fmla="*/ 95525 w 362993"/>
              <a:gd name="connsiteY65" fmla="*/ 19105 h 420308"/>
              <a:gd name="connsiteX66" fmla="*/ 133734 w 362993"/>
              <a:gd name="connsiteY66" fmla="*/ 19105 h 420308"/>
              <a:gd name="connsiteX67" fmla="*/ 133734 w 362993"/>
              <a:gd name="connsiteY67" fmla="*/ 38210 h 420308"/>
              <a:gd name="connsiteX68" fmla="*/ 95525 w 362993"/>
              <a:gd name="connsiteY68" fmla="*/ 38210 h 420308"/>
              <a:gd name="connsiteX69" fmla="*/ 95525 w 362993"/>
              <a:gd name="connsiteY69" fmla="*/ 19105 h 420308"/>
              <a:gd name="connsiteX70" fmla="*/ 191049 w 362993"/>
              <a:gd name="connsiteY70" fmla="*/ 366814 h 420308"/>
              <a:gd name="connsiteX71" fmla="*/ 191049 w 362993"/>
              <a:gd name="connsiteY71" fmla="*/ 401203 h 420308"/>
              <a:gd name="connsiteX72" fmla="*/ 38210 w 362993"/>
              <a:gd name="connsiteY72" fmla="*/ 401203 h 420308"/>
              <a:gd name="connsiteX73" fmla="*/ 38210 w 362993"/>
              <a:gd name="connsiteY73" fmla="*/ 364904 h 420308"/>
              <a:gd name="connsiteX74" fmla="*/ 84062 w 362993"/>
              <a:gd name="connsiteY74" fmla="*/ 301858 h 420308"/>
              <a:gd name="connsiteX75" fmla="*/ 105077 w 362993"/>
              <a:gd name="connsiteY75" fmla="*/ 305679 h 420308"/>
              <a:gd name="connsiteX76" fmla="*/ 124182 w 362993"/>
              <a:gd name="connsiteY76" fmla="*/ 305679 h 420308"/>
              <a:gd name="connsiteX77" fmla="*/ 145197 w 362993"/>
              <a:gd name="connsiteY77" fmla="*/ 301858 h 420308"/>
              <a:gd name="connsiteX78" fmla="*/ 191049 w 362993"/>
              <a:gd name="connsiteY78" fmla="*/ 366814 h 420308"/>
              <a:gd name="connsiteX79" fmla="*/ 191049 w 362993"/>
              <a:gd name="connsiteY79" fmla="*/ 219707 h 420308"/>
              <a:gd name="connsiteX80" fmla="*/ 124182 w 362993"/>
              <a:gd name="connsiteY80" fmla="*/ 286574 h 420308"/>
              <a:gd name="connsiteX81" fmla="*/ 105077 w 362993"/>
              <a:gd name="connsiteY81" fmla="*/ 286574 h 420308"/>
              <a:gd name="connsiteX82" fmla="*/ 38210 w 362993"/>
              <a:gd name="connsiteY82" fmla="*/ 219707 h 420308"/>
              <a:gd name="connsiteX83" fmla="*/ 38210 w 362993"/>
              <a:gd name="connsiteY83" fmla="*/ 133734 h 420308"/>
              <a:gd name="connsiteX84" fmla="*/ 191049 w 362993"/>
              <a:gd name="connsiteY84" fmla="*/ 133734 h 420308"/>
              <a:gd name="connsiteX85" fmla="*/ 191049 w 362993"/>
              <a:gd name="connsiteY85" fmla="*/ 219707 h 420308"/>
              <a:gd name="connsiteX86" fmla="*/ 191049 w 362993"/>
              <a:gd name="connsiteY86" fmla="*/ 114630 h 420308"/>
              <a:gd name="connsiteX87" fmla="*/ 38210 w 362993"/>
              <a:gd name="connsiteY87" fmla="*/ 114630 h 420308"/>
              <a:gd name="connsiteX88" fmla="*/ 38210 w 362993"/>
              <a:gd name="connsiteY88" fmla="*/ 57315 h 420308"/>
              <a:gd name="connsiteX89" fmla="*/ 191049 w 362993"/>
              <a:gd name="connsiteY89" fmla="*/ 57315 h 420308"/>
              <a:gd name="connsiteX90" fmla="*/ 191049 w 362993"/>
              <a:gd name="connsiteY90" fmla="*/ 11463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993" h="420308">
                <a:moveTo>
                  <a:pt x="85972" y="353441"/>
                </a:moveTo>
                <a:cubicBezTo>
                  <a:pt x="85972" y="368725"/>
                  <a:pt x="99346" y="382098"/>
                  <a:pt x="114630" y="382098"/>
                </a:cubicBezTo>
                <a:cubicBezTo>
                  <a:pt x="129913" y="382098"/>
                  <a:pt x="143287" y="368725"/>
                  <a:pt x="143287" y="353441"/>
                </a:cubicBezTo>
                <a:cubicBezTo>
                  <a:pt x="143287" y="338157"/>
                  <a:pt x="129913" y="324784"/>
                  <a:pt x="114630" y="324784"/>
                </a:cubicBezTo>
                <a:cubicBezTo>
                  <a:pt x="99346" y="324784"/>
                  <a:pt x="85972" y="338157"/>
                  <a:pt x="85972" y="353441"/>
                </a:cubicBezTo>
                <a:close/>
                <a:moveTo>
                  <a:pt x="124182" y="353441"/>
                </a:moveTo>
                <a:cubicBezTo>
                  <a:pt x="124182" y="359172"/>
                  <a:pt x="120361" y="362993"/>
                  <a:pt x="114630" y="362993"/>
                </a:cubicBezTo>
                <a:cubicBezTo>
                  <a:pt x="108898" y="362993"/>
                  <a:pt x="105077" y="359172"/>
                  <a:pt x="105077" y="353441"/>
                </a:cubicBezTo>
                <a:cubicBezTo>
                  <a:pt x="105077" y="347710"/>
                  <a:pt x="108898" y="343889"/>
                  <a:pt x="114630" y="343889"/>
                </a:cubicBezTo>
                <a:cubicBezTo>
                  <a:pt x="120361" y="343889"/>
                  <a:pt x="124182" y="347710"/>
                  <a:pt x="124182" y="353441"/>
                </a:cubicBezTo>
                <a:close/>
                <a:moveTo>
                  <a:pt x="362993" y="133734"/>
                </a:moveTo>
                <a:lnTo>
                  <a:pt x="362993" y="114630"/>
                </a:lnTo>
                <a:lnTo>
                  <a:pt x="324784" y="114630"/>
                </a:lnTo>
                <a:cubicBezTo>
                  <a:pt x="313321" y="114630"/>
                  <a:pt x="305679" y="122271"/>
                  <a:pt x="305679" y="133734"/>
                </a:cubicBezTo>
                <a:lnTo>
                  <a:pt x="305679" y="171944"/>
                </a:lnTo>
                <a:lnTo>
                  <a:pt x="267469" y="171944"/>
                </a:lnTo>
                <a:cubicBezTo>
                  <a:pt x="256006" y="171944"/>
                  <a:pt x="248364" y="179586"/>
                  <a:pt x="248364" y="191049"/>
                </a:cubicBezTo>
                <a:lnTo>
                  <a:pt x="248364" y="401203"/>
                </a:lnTo>
                <a:cubicBezTo>
                  <a:pt x="248364" y="412666"/>
                  <a:pt x="256006" y="420308"/>
                  <a:pt x="267469" y="420308"/>
                </a:cubicBezTo>
                <a:lnTo>
                  <a:pt x="343889" y="420308"/>
                </a:lnTo>
                <a:cubicBezTo>
                  <a:pt x="355351" y="420308"/>
                  <a:pt x="362993" y="412666"/>
                  <a:pt x="362993" y="401203"/>
                </a:cubicBezTo>
                <a:lnTo>
                  <a:pt x="362993" y="191049"/>
                </a:lnTo>
                <a:cubicBezTo>
                  <a:pt x="362993" y="179586"/>
                  <a:pt x="355351" y="171944"/>
                  <a:pt x="343889" y="171944"/>
                </a:cubicBezTo>
                <a:lnTo>
                  <a:pt x="324784" y="171944"/>
                </a:lnTo>
                <a:lnTo>
                  <a:pt x="324784" y="133734"/>
                </a:lnTo>
                <a:lnTo>
                  <a:pt x="362993" y="133734"/>
                </a:lnTo>
                <a:close/>
                <a:moveTo>
                  <a:pt x="343889" y="401203"/>
                </a:moveTo>
                <a:lnTo>
                  <a:pt x="267469" y="401203"/>
                </a:lnTo>
                <a:lnTo>
                  <a:pt x="267469" y="191049"/>
                </a:lnTo>
                <a:lnTo>
                  <a:pt x="305679" y="191049"/>
                </a:lnTo>
                <a:lnTo>
                  <a:pt x="305679" y="229259"/>
                </a:lnTo>
                <a:lnTo>
                  <a:pt x="267469" y="229259"/>
                </a:lnTo>
                <a:lnTo>
                  <a:pt x="267469" y="248364"/>
                </a:lnTo>
                <a:lnTo>
                  <a:pt x="343889" y="248364"/>
                </a:lnTo>
                <a:lnTo>
                  <a:pt x="343889" y="401203"/>
                </a:lnTo>
                <a:close/>
                <a:moveTo>
                  <a:pt x="343889" y="191049"/>
                </a:moveTo>
                <a:lnTo>
                  <a:pt x="343889" y="229259"/>
                </a:lnTo>
                <a:lnTo>
                  <a:pt x="324784" y="229259"/>
                </a:lnTo>
                <a:lnTo>
                  <a:pt x="324784" y="191049"/>
                </a:lnTo>
                <a:lnTo>
                  <a:pt x="343889" y="191049"/>
                </a:lnTo>
                <a:close/>
                <a:moveTo>
                  <a:pt x="152839" y="38210"/>
                </a:moveTo>
                <a:lnTo>
                  <a:pt x="152839" y="19105"/>
                </a:lnTo>
                <a:cubicBezTo>
                  <a:pt x="152839" y="7642"/>
                  <a:pt x="145197" y="0"/>
                  <a:pt x="133734" y="0"/>
                </a:cubicBezTo>
                <a:lnTo>
                  <a:pt x="95525" y="0"/>
                </a:lnTo>
                <a:cubicBezTo>
                  <a:pt x="84062" y="0"/>
                  <a:pt x="76420" y="7642"/>
                  <a:pt x="76420" y="19105"/>
                </a:cubicBezTo>
                <a:lnTo>
                  <a:pt x="76420" y="38210"/>
                </a:lnTo>
                <a:lnTo>
                  <a:pt x="0" y="38210"/>
                </a:lnTo>
                <a:lnTo>
                  <a:pt x="0" y="57315"/>
                </a:lnTo>
                <a:lnTo>
                  <a:pt x="19105" y="57315"/>
                </a:lnTo>
                <a:lnTo>
                  <a:pt x="19105" y="219707"/>
                </a:lnTo>
                <a:cubicBezTo>
                  <a:pt x="19105" y="252185"/>
                  <a:pt x="36299" y="280842"/>
                  <a:pt x="64957" y="296126"/>
                </a:cubicBezTo>
                <a:cubicBezTo>
                  <a:pt x="55404" y="309500"/>
                  <a:pt x="28657" y="345799"/>
                  <a:pt x="22926" y="355351"/>
                </a:cubicBezTo>
                <a:cubicBezTo>
                  <a:pt x="21015" y="359172"/>
                  <a:pt x="19105" y="362993"/>
                  <a:pt x="19105" y="366814"/>
                </a:cubicBezTo>
                <a:lnTo>
                  <a:pt x="19105" y="401203"/>
                </a:lnTo>
                <a:cubicBezTo>
                  <a:pt x="19105" y="412666"/>
                  <a:pt x="26747" y="420308"/>
                  <a:pt x="38210" y="420308"/>
                </a:cubicBezTo>
                <a:lnTo>
                  <a:pt x="191049" y="420308"/>
                </a:lnTo>
                <a:cubicBezTo>
                  <a:pt x="202512" y="420308"/>
                  <a:pt x="210154" y="412666"/>
                  <a:pt x="210154" y="401203"/>
                </a:cubicBezTo>
                <a:lnTo>
                  <a:pt x="210154" y="366814"/>
                </a:lnTo>
                <a:cubicBezTo>
                  <a:pt x="210154" y="362993"/>
                  <a:pt x="208244" y="359172"/>
                  <a:pt x="206333" y="355351"/>
                </a:cubicBezTo>
                <a:lnTo>
                  <a:pt x="164302" y="296126"/>
                </a:lnTo>
                <a:cubicBezTo>
                  <a:pt x="192960" y="280842"/>
                  <a:pt x="210154" y="252185"/>
                  <a:pt x="210154" y="219707"/>
                </a:cubicBezTo>
                <a:lnTo>
                  <a:pt x="210154" y="57315"/>
                </a:lnTo>
                <a:lnTo>
                  <a:pt x="229259" y="57315"/>
                </a:lnTo>
                <a:lnTo>
                  <a:pt x="229259" y="38210"/>
                </a:lnTo>
                <a:lnTo>
                  <a:pt x="152839" y="38210"/>
                </a:lnTo>
                <a:close/>
                <a:moveTo>
                  <a:pt x="95525" y="19105"/>
                </a:moveTo>
                <a:lnTo>
                  <a:pt x="133734" y="19105"/>
                </a:lnTo>
                <a:lnTo>
                  <a:pt x="133734" y="38210"/>
                </a:lnTo>
                <a:lnTo>
                  <a:pt x="95525" y="38210"/>
                </a:lnTo>
                <a:lnTo>
                  <a:pt x="95525" y="19105"/>
                </a:lnTo>
                <a:close/>
                <a:moveTo>
                  <a:pt x="191049" y="366814"/>
                </a:moveTo>
                <a:lnTo>
                  <a:pt x="191049" y="401203"/>
                </a:lnTo>
                <a:lnTo>
                  <a:pt x="38210" y="401203"/>
                </a:lnTo>
                <a:lnTo>
                  <a:pt x="38210" y="364904"/>
                </a:lnTo>
                <a:cubicBezTo>
                  <a:pt x="45852" y="353441"/>
                  <a:pt x="78330" y="307589"/>
                  <a:pt x="84062" y="301858"/>
                </a:cubicBezTo>
                <a:cubicBezTo>
                  <a:pt x="89793" y="303768"/>
                  <a:pt x="97435" y="305679"/>
                  <a:pt x="105077" y="305679"/>
                </a:cubicBezTo>
                <a:lnTo>
                  <a:pt x="124182" y="305679"/>
                </a:lnTo>
                <a:cubicBezTo>
                  <a:pt x="131824" y="305679"/>
                  <a:pt x="139466" y="303768"/>
                  <a:pt x="145197" y="301858"/>
                </a:cubicBezTo>
                <a:lnTo>
                  <a:pt x="191049" y="366814"/>
                </a:lnTo>
                <a:close/>
                <a:moveTo>
                  <a:pt x="191049" y="219707"/>
                </a:moveTo>
                <a:cubicBezTo>
                  <a:pt x="191049" y="256006"/>
                  <a:pt x="160481" y="286574"/>
                  <a:pt x="124182" y="286574"/>
                </a:cubicBezTo>
                <a:lnTo>
                  <a:pt x="105077" y="286574"/>
                </a:lnTo>
                <a:cubicBezTo>
                  <a:pt x="68778" y="286574"/>
                  <a:pt x="38210" y="256006"/>
                  <a:pt x="38210" y="219707"/>
                </a:cubicBezTo>
                <a:lnTo>
                  <a:pt x="38210" y="133734"/>
                </a:lnTo>
                <a:lnTo>
                  <a:pt x="191049" y="133734"/>
                </a:lnTo>
                <a:lnTo>
                  <a:pt x="191049" y="219707"/>
                </a:lnTo>
                <a:close/>
                <a:moveTo>
                  <a:pt x="191049" y="114630"/>
                </a:moveTo>
                <a:lnTo>
                  <a:pt x="38210" y="114630"/>
                </a:lnTo>
                <a:lnTo>
                  <a:pt x="38210" y="57315"/>
                </a:lnTo>
                <a:lnTo>
                  <a:pt x="191049" y="57315"/>
                </a:lnTo>
                <a:lnTo>
                  <a:pt x="191049" y="11463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0" name="Graphic 24" descr="Camera icon.">
            <a:extLst>
              <a:ext uri="{FF2B5EF4-FFF2-40B4-BE49-F238E27FC236}">
                <a16:creationId xmlns:a16="http://schemas.microsoft.com/office/drawing/2014/main" id="{AD2DD5E4-441A-18F6-81DD-0856C374A80D}"/>
              </a:ext>
            </a:extLst>
          </p:cNvPr>
          <p:cNvSpPr>
            <a:spLocks noChangeAspect="1"/>
          </p:cNvSpPr>
          <p:nvPr/>
        </p:nvSpPr>
        <p:spPr>
          <a:xfrm>
            <a:off x="5867470" y="1454142"/>
            <a:ext cx="458518" cy="362993"/>
          </a:xfrm>
          <a:custGeom>
            <a:avLst/>
            <a:gdLst>
              <a:gd name="connsiteX0" fmla="*/ 284663 w 458518"/>
              <a:gd name="connsiteY0" fmla="*/ 95525 h 362993"/>
              <a:gd name="connsiteX1" fmla="*/ 170034 w 458518"/>
              <a:gd name="connsiteY1" fmla="*/ 210154 h 362993"/>
              <a:gd name="connsiteX2" fmla="*/ 284663 w 458518"/>
              <a:gd name="connsiteY2" fmla="*/ 324784 h 362993"/>
              <a:gd name="connsiteX3" fmla="*/ 399293 w 458518"/>
              <a:gd name="connsiteY3" fmla="*/ 210154 h 362993"/>
              <a:gd name="connsiteX4" fmla="*/ 399293 w 458518"/>
              <a:gd name="connsiteY4" fmla="*/ 210154 h 362993"/>
              <a:gd name="connsiteX5" fmla="*/ 284663 w 458518"/>
              <a:gd name="connsiteY5" fmla="*/ 95525 h 362993"/>
              <a:gd name="connsiteX6" fmla="*/ 284663 w 458518"/>
              <a:gd name="connsiteY6" fmla="*/ 305679 h 362993"/>
              <a:gd name="connsiteX7" fmla="*/ 189139 w 458518"/>
              <a:gd name="connsiteY7" fmla="*/ 210154 h 362993"/>
              <a:gd name="connsiteX8" fmla="*/ 284663 w 458518"/>
              <a:gd name="connsiteY8" fmla="*/ 114630 h 362993"/>
              <a:gd name="connsiteX9" fmla="*/ 380188 w 458518"/>
              <a:gd name="connsiteY9" fmla="*/ 210154 h 362993"/>
              <a:gd name="connsiteX10" fmla="*/ 380188 w 458518"/>
              <a:gd name="connsiteY10" fmla="*/ 210154 h 362993"/>
              <a:gd name="connsiteX11" fmla="*/ 284663 w 458518"/>
              <a:gd name="connsiteY11" fmla="*/ 305679 h 362993"/>
              <a:gd name="connsiteX12" fmla="*/ 76420 w 458518"/>
              <a:gd name="connsiteY12" fmla="*/ 95525 h 362993"/>
              <a:gd name="connsiteX13" fmla="*/ 38210 w 458518"/>
              <a:gd name="connsiteY13" fmla="*/ 133734 h 362993"/>
              <a:gd name="connsiteX14" fmla="*/ 76420 w 458518"/>
              <a:gd name="connsiteY14" fmla="*/ 171944 h 362993"/>
              <a:gd name="connsiteX15" fmla="*/ 114630 w 458518"/>
              <a:gd name="connsiteY15" fmla="*/ 133734 h 362993"/>
              <a:gd name="connsiteX16" fmla="*/ 76420 w 458518"/>
              <a:gd name="connsiteY16" fmla="*/ 95525 h 362993"/>
              <a:gd name="connsiteX17" fmla="*/ 76420 w 458518"/>
              <a:gd name="connsiteY17" fmla="*/ 152839 h 362993"/>
              <a:gd name="connsiteX18" fmla="*/ 57315 w 458518"/>
              <a:gd name="connsiteY18" fmla="*/ 133734 h 362993"/>
              <a:gd name="connsiteX19" fmla="*/ 76420 w 458518"/>
              <a:gd name="connsiteY19" fmla="*/ 114630 h 362993"/>
              <a:gd name="connsiteX20" fmla="*/ 95525 w 458518"/>
              <a:gd name="connsiteY20" fmla="*/ 133734 h 362993"/>
              <a:gd name="connsiteX21" fmla="*/ 76420 w 458518"/>
              <a:gd name="connsiteY21" fmla="*/ 152839 h 362993"/>
              <a:gd name="connsiteX22" fmla="*/ 439413 w 458518"/>
              <a:gd name="connsiteY22" fmla="*/ 57315 h 362993"/>
              <a:gd name="connsiteX23" fmla="*/ 382098 w 458518"/>
              <a:gd name="connsiteY23" fmla="*/ 57315 h 362993"/>
              <a:gd name="connsiteX24" fmla="*/ 362993 w 458518"/>
              <a:gd name="connsiteY24" fmla="*/ 11463 h 362993"/>
              <a:gd name="connsiteX25" fmla="*/ 345799 w 458518"/>
              <a:gd name="connsiteY25" fmla="*/ 0 h 362993"/>
              <a:gd name="connsiteX26" fmla="*/ 225438 w 458518"/>
              <a:gd name="connsiteY26" fmla="*/ 0 h 362993"/>
              <a:gd name="connsiteX27" fmla="*/ 208244 w 458518"/>
              <a:gd name="connsiteY27" fmla="*/ 11463 h 362993"/>
              <a:gd name="connsiteX28" fmla="*/ 187228 w 458518"/>
              <a:gd name="connsiteY28" fmla="*/ 57315 h 362993"/>
              <a:gd name="connsiteX29" fmla="*/ 152839 w 458518"/>
              <a:gd name="connsiteY29" fmla="*/ 57315 h 362993"/>
              <a:gd name="connsiteX30" fmla="*/ 152839 w 458518"/>
              <a:gd name="connsiteY30" fmla="*/ 38210 h 362993"/>
              <a:gd name="connsiteX31" fmla="*/ 133734 w 458518"/>
              <a:gd name="connsiteY31" fmla="*/ 19105 h 362993"/>
              <a:gd name="connsiteX32" fmla="*/ 76420 w 458518"/>
              <a:gd name="connsiteY32" fmla="*/ 19105 h 362993"/>
              <a:gd name="connsiteX33" fmla="*/ 57315 w 458518"/>
              <a:gd name="connsiteY33" fmla="*/ 38210 h 362993"/>
              <a:gd name="connsiteX34" fmla="*/ 57315 w 458518"/>
              <a:gd name="connsiteY34" fmla="*/ 57315 h 362993"/>
              <a:gd name="connsiteX35" fmla="*/ 19105 w 458518"/>
              <a:gd name="connsiteY35" fmla="*/ 57315 h 362993"/>
              <a:gd name="connsiteX36" fmla="*/ 0 w 458518"/>
              <a:gd name="connsiteY36" fmla="*/ 76420 h 362993"/>
              <a:gd name="connsiteX37" fmla="*/ 0 w 458518"/>
              <a:gd name="connsiteY37" fmla="*/ 343889 h 362993"/>
              <a:gd name="connsiteX38" fmla="*/ 19105 w 458518"/>
              <a:gd name="connsiteY38" fmla="*/ 362993 h 362993"/>
              <a:gd name="connsiteX39" fmla="*/ 439413 w 458518"/>
              <a:gd name="connsiteY39" fmla="*/ 362993 h 362993"/>
              <a:gd name="connsiteX40" fmla="*/ 458518 w 458518"/>
              <a:gd name="connsiteY40" fmla="*/ 343889 h 362993"/>
              <a:gd name="connsiteX41" fmla="*/ 458518 w 458518"/>
              <a:gd name="connsiteY41" fmla="*/ 76420 h 362993"/>
              <a:gd name="connsiteX42" fmla="*/ 439413 w 458518"/>
              <a:gd name="connsiteY42" fmla="*/ 57315 h 362993"/>
              <a:gd name="connsiteX43" fmla="*/ 223528 w 458518"/>
              <a:gd name="connsiteY43" fmla="*/ 19105 h 362993"/>
              <a:gd name="connsiteX44" fmla="*/ 343889 w 458518"/>
              <a:gd name="connsiteY44" fmla="*/ 19105 h 362993"/>
              <a:gd name="connsiteX45" fmla="*/ 361083 w 458518"/>
              <a:gd name="connsiteY45" fmla="*/ 57315 h 362993"/>
              <a:gd name="connsiteX46" fmla="*/ 206333 w 458518"/>
              <a:gd name="connsiteY46" fmla="*/ 57315 h 362993"/>
              <a:gd name="connsiteX47" fmla="*/ 223528 w 458518"/>
              <a:gd name="connsiteY47" fmla="*/ 19105 h 362993"/>
              <a:gd name="connsiteX48" fmla="*/ 76420 w 458518"/>
              <a:gd name="connsiteY48" fmla="*/ 38210 h 362993"/>
              <a:gd name="connsiteX49" fmla="*/ 133734 w 458518"/>
              <a:gd name="connsiteY49" fmla="*/ 38210 h 362993"/>
              <a:gd name="connsiteX50" fmla="*/ 133734 w 458518"/>
              <a:gd name="connsiteY50" fmla="*/ 57315 h 362993"/>
              <a:gd name="connsiteX51" fmla="*/ 76420 w 458518"/>
              <a:gd name="connsiteY51" fmla="*/ 57315 h 362993"/>
              <a:gd name="connsiteX52" fmla="*/ 76420 w 458518"/>
              <a:gd name="connsiteY52" fmla="*/ 38210 h 362993"/>
              <a:gd name="connsiteX53" fmla="*/ 439413 w 458518"/>
              <a:gd name="connsiteY53" fmla="*/ 353441 h 362993"/>
              <a:gd name="connsiteX54" fmla="*/ 439413 w 458518"/>
              <a:gd name="connsiteY54" fmla="*/ 343889 h 362993"/>
              <a:gd name="connsiteX55" fmla="*/ 19105 w 458518"/>
              <a:gd name="connsiteY55" fmla="*/ 343889 h 362993"/>
              <a:gd name="connsiteX56" fmla="*/ 19105 w 458518"/>
              <a:gd name="connsiteY56" fmla="*/ 76420 h 362993"/>
              <a:gd name="connsiteX57" fmla="*/ 439413 w 458518"/>
              <a:gd name="connsiteY57" fmla="*/ 76420 h 362993"/>
              <a:gd name="connsiteX58" fmla="*/ 439413 w 458518"/>
              <a:gd name="connsiteY58" fmla="*/ 343889 h 362993"/>
              <a:gd name="connsiteX59" fmla="*/ 439413 w 458518"/>
              <a:gd name="connsiteY59" fmla="*/ 343889 h 362993"/>
              <a:gd name="connsiteX60" fmla="*/ 439413 w 458518"/>
              <a:gd name="connsiteY60" fmla="*/ 353441 h 3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58518" h="362993">
                <a:moveTo>
                  <a:pt x="284663" y="95525"/>
                </a:moveTo>
                <a:cubicBezTo>
                  <a:pt x="221617" y="95525"/>
                  <a:pt x="170034" y="147108"/>
                  <a:pt x="170034" y="210154"/>
                </a:cubicBezTo>
                <a:cubicBezTo>
                  <a:pt x="170034" y="273200"/>
                  <a:pt x="221617" y="324784"/>
                  <a:pt x="284663" y="324784"/>
                </a:cubicBezTo>
                <a:cubicBezTo>
                  <a:pt x="347710" y="324784"/>
                  <a:pt x="399293" y="273200"/>
                  <a:pt x="399293" y="210154"/>
                </a:cubicBezTo>
                <a:lnTo>
                  <a:pt x="399293" y="210154"/>
                </a:lnTo>
                <a:cubicBezTo>
                  <a:pt x="399293" y="147108"/>
                  <a:pt x="347710" y="95525"/>
                  <a:pt x="284663" y="95525"/>
                </a:cubicBezTo>
                <a:close/>
                <a:moveTo>
                  <a:pt x="284663" y="305679"/>
                </a:moveTo>
                <a:cubicBezTo>
                  <a:pt x="231170" y="305679"/>
                  <a:pt x="189139" y="263648"/>
                  <a:pt x="189139" y="210154"/>
                </a:cubicBezTo>
                <a:cubicBezTo>
                  <a:pt x="189139" y="156660"/>
                  <a:pt x="231170" y="114630"/>
                  <a:pt x="284663" y="114630"/>
                </a:cubicBezTo>
                <a:cubicBezTo>
                  <a:pt x="338157" y="114630"/>
                  <a:pt x="380188" y="156660"/>
                  <a:pt x="380188" y="210154"/>
                </a:cubicBezTo>
                <a:lnTo>
                  <a:pt x="380188" y="210154"/>
                </a:lnTo>
                <a:cubicBezTo>
                  <a:pt x="380188" y="263648"/>
                  <a:pt x="338157" y="305679"/>
                  <a:pt x="284663" y="305679"/>
                </a:cubicBezTo>
                <a:close/>
                <a:moveTo>
                  <a:pt x="76420" y="95525"/>
                </a:moveTo>
                <a:cubicBezTo>
                  <a:pt x="55404" y="95525"/>
                  <a:pt x="38210" y="112719"/>
                  <a:pt x="38210" y="133734"/>
                </a:cubicBezTo>
                <a:cubicBezTo>
                  <a:pt x="38210" y="154750"/>
                  <a:pt x="55404" y="171944"/>
                  <a:pt x="76420" y="171944"/>
                </a:cubicBezTo>
                <a:cubicBezTo>
                  <a:pt x="97435" y="171944"/>
                  <a:pt x="114630" y="154750"/>
                  <a:pt x="114630" y="133734"/>
                </a:cubicBezTo>
                <a:cubicBezTo>
                  <a:pt x="114630" y="112719"/>
                  <a:pt x="97435" y="95525"/>
                  <a:pt x="76420" y="95525"/>
                </a:cubicBezTo>
                <a:close/>
                <a:moveTo>
                  <a:pt x="76420" y="152839"/>
                </a:moveTo>
                <a:cubicBezTo>
                  <a:pt x="64957" y="152839"/>
                  <a:pt x="57315" y="145197"/>
                  <a:pt x="57315" y="133734"/>
                </a:cubicBezTo>
                <a:cubicBezTo>
                  <a:pt x="57315" y="122271"/>
                  <a:pt x="64957" y="114630"/>
                  <a:pt x="76420" y="114630"/>
                </a:cubicBezTo>
                <a:cubicBezTo>
                  <a:pt x="87883" y="114630"/>
                  <a:pt x="95525" y="122271"/>
                  <a:pt x="95525" y="133734"/>
                </a:cubicBezTo>
                <a:cubicBezTo>
                  <a:pt x="95525" y="145197"/>
                  <a:pt x="87883" y="152839"/>
                  <a:pt x="76420" y="152839"/>
                </a:cubicBezTo>
                <a:close/>
                <a:moveTo>
                  <a:pt x="439413" y="57315"/>
                </a:moveTo>
                <a:lnTo>
                  <a:pt x="382098" y="57315"/>
                </a:lnTo>
                <a:lnTo>
                  <a:pt x="362993" y="11463"/>
                </a:lnTo>
                <a:cubicBezTo>
                  <a:pt x="359172" y="3821"/>
                  <a:pt x="353441" y="0"/>
                  <a:pt x="345799" y="0"/>
                </a:cubicBezTo>
                <a:lnTo>
                  <a:pt x="225438" y="0"/>
                </a:lnTo>
                <a:cubicBezTo>
                  <a:pt x="217796" y="0"/>
                  <a:pt x="210154" y="3821"/>
                  <a:pt x="208244" y="11463"/>
                </a:cubicBezTo>
                <a:lnTo>
                  <a:pt x="187228" y="57315"/>
                </a:lnTo>
                <a:lnTo>
                  <a:pt x="152839" y="57315"/>
                </a:lnTo>
                <a:lnTo>
                  <a:pt x="152839" y="38210"/>
                </a:lnTo>
                <a:cubicBezTo>
                  <a:pt x="152839" y="26747"/>
                  <a:pt x="145197" y="19105"/>
                  <a:pt x="133734" y="19105"/>
                </a:cubicBezTo>
                <a:lnTo>
                  <a:pt x="76420" y="19105"/>
                </a:lnTo>
                <a:cubicBezTo>
                  <a:pt x="64957" y="19105"/>
                  <a:pt x="57315" y="26747"/>
                  <a:pt x="57315" y="38210"/>
                </a:cubicBezTo>
                <a:lnTo>
                  <a:pt x="57315" y="57315"/>
                </a:lnTo>
                <a:lnTo>
                  <a:pt x="19105" y="57315"/>
                </a:lnTo>
                <a:cubicBezTo>
                  <a:pt x="7642" y="57315"/>
                  <a:pt x="0" y="64957"/>
                  <a:pt x="0" y="76420"/>
                </a:cubicBezTo>
                <a:lnTo>
                  <a:pt x="0" y="343889"/>
                </a:lnTo>
                <a:cubicBezTo>
                  <a:pt x="0" y="355351"/>
                  <a:pt x="7642" y="362993"/>
                  <a:pt x="19105" y="362993"/>
                </a:cubicBezTo>
                <a:lnTo>
                  <a:pt x="439413" y="362993"/>
                </a:lnTo>
                <a:cubicBezTo>
                  <a:pt x="450876" y="362993"/>
                  <a:pt x="458518" y="355351"/>
                  <a:pt x="458518" y="343889"/>
                </a:cubicBezTo>
                <a:lnTo>
                  <a:pt x="458518" y="76420"/>
                </a:lnTo>
                <a:cubicBezTo>
                  <a:pt x="458518" y="64957"/>
                  <a:pt x="450876" y="57315"/>
                  <a:pt x="439413" y="57315"/>
                </a:cubicBezTo>
                <a:close/>
                <a:moveTo>
                  <a:pt x="223528" y="19105"/>
                </a:moveTo>
                <a:lnTo>
                  <a:pt x="343889" y="19105"/>
                </a:lnTo>
                <a:lnTo>
                  <a:pt x="361083" y="57315"/>
                </a:lnTo>
                <a:lnTo>
                  <a:pt x="206333" y="57315"/>
                </a:lnTo>
                <a:lnTo>
                  <a:pt x="223528" y="19105"/>
                </a:lnTo>
                <a:close/>
                <a:moveTo>
                  <a:pt x="76420" y="38210"/>
                </a:moveTo>
                <a:lnTo>
                  <a:pt x="133734" y="38210"/>
                </a:lnTo>
                <a:lnTo>
                  <a:pt x="133734" y="57315"/>
                </a:lnTo>
                <a:lnTo>
                  <a:pt x="76420" y="57315"/>
                </a:lnTo>
                <a:lnTo>
                  <a:pt x="76420" y="38210"/>
                </a:lnTo>
                <a:close/>
                <a:moveTo>
                  <a:pt x="439413" y="353441"/>
                </a:moveTo>
                <a:lnTo>
                  <a:pt x="439413" y="343889"/>
                </a:lnTo>
                <a:lnTo>
                  <a:pt x="19105" y="343889"/>
                </a:lnTo>
                <a:lnTo>
                  <a:pt x="19105" y="76420"/>
                </a:lnTo>
                <a:lnTo>
                  <a:pt x="439413" y="76420"/>
                </a:lnTo>
                <a:lnTo>
                  <a:pt x="439413" y="343889"/>
                </a:lnTo>
                <a:lnTo>
                  <a:pt x="439413" y="343889"/>
                </a:lnTo>
                <a:lnTo>
                  <a:pt x="439413" y="35344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Graphic 29" descr="Photo icon.">
            <a:extLst>
              <a:ext uri="{FF2B5EF4-FFF2-40B4-BE49-F238E27FC236}">
                <a16:creationId xmlns:a16="http://schemas.microsoft.com/office/drawing/2014/main" id="{10656723-E1A2-85A8-ECB6-2AC29969AE7F}"/>
              </a:ext>
            </a:extLst>
          </p:cNvPr>
          <p:cNvSpPr>
            <a:spLocks noChangeAspect="1"/>
          </p:cNvSpPr>
          <p:nvPr/>
        </p:nvSpPr>
        <p:spPr>
          <a:xfrm>
            <a:off x="7085017" y="1473247"/>
            <a:ext cx="458518" cy="343888"/>
          </a:xfrm>
          <a:custGeom>
            <a:avLst/>
            <a:gdLst>
              <a:gd name="connsiteX0" fmla="*/ 286574 w 458518"/>
              <a:gd name="connsiteY0" fmla="*/ 162392 h 343888"/>
              <a:gd name="connsiteX1" fmla="*/ 336247 w 458518"/>
              <a:gd name="connsiteY1" fmla="*/ 114630 h 343888"/>
              <a:gd name="connsiteX2" fmla="*/ 288484 w 458518"/>
              <a:gd name="connsiteY2" fmla="*/ 64957 h 343888"/>
              <a:gd name="connsiteX3" fmla="*/ 238811 w 458518"/>
              <a:gd name="connsiteY3" fmla="*/ 112719 h 343888"/>
              <a:gd name="connsiteX4" fmla="*/ 238811 w 458518"/>
              <a:gd name="connsiteY4" fmla="*/ 114630 h 343888"/>
              <a:gd name="connsiteX5" fmla="*/ 286574 w 458518"/>
              <a:gd name="connsiteY5" fmla="*/ 162392 h 343888"/>
              <a:gd name="connsiteX6" fmla="*/ 286574 w 458518"/>
              <a:gd name="connsiteY6" fmla="*/ 162392 h 343888"/>
              <a:gd name="connsiteX7" fmla="*/ 286574 w 458518"/>
              <a:gd name="connsiteY7" fmla="*/ 82151 h 343888"/>
              <a:gd name="connsiteX8" fmla="*/ 317142 w 458518"/>
              <a:gd name="connsiteY8" fmla="*/ 110809 h 343888"/>
              <a:gd name="connsiteX9" fmla="*/ 288484 w 458518"/>
              <a:gd name="connsiteY9" fmla="*/ 141376 h 343888"/>
              <a:gd name="connsiteX10" fmla="*/ 257916 w 458518"/>
              <a:gd name="connsiteY10" fmla="*/ 112719 h 343888"/>
              <a:gd name="connsiteX11" fmla="*/ 257916 w 458518"/>
              <a:gd name="connsiteY11" fmla="*/ 112719 h 343888"/>
              <a:gd name="connsiteX12" fmla="*/ 286574 w 458518"/>
              <a:gd name="connsiteY12" fmla="*/ 82151 h 343888"/>
              <a:gd name="connsiteX13" fmla="*/ 286574 w 458518"/>
              <a:gd name="connsiteY13" fmla="*/ 82151 h 343888"/>
              <a:gd name="connsiteX14" fmla="*/ 19105 w 458518"/>
              <a:gd name="connsiteY14" fmla="*/ 343889 h 343888"/>
              <a:gd name="connsiteX15" fmla="*/ 439413 w 458518"/>
              <a:gd name="connsiteY15" fmla="*/ 343889 h 343888"/>
              <a:gd name="connsiteX16" fmla="*/ 458518 w 458518"/>
              <a:gd name="connsiteY16" fmla="*/ 324784 h 343888"/>
              <a:gd name="connsiteX17" fmla="*/ 458518 w 458518"/>
              <a:gd name="connsiteY17" fmla="*/ 19105 h 343888"/>
              <a:gd name="connsiteX18" fmla="*/ 439413 w 458518"/>
              <a:gd name="connsiteY18" fmla="*/ 0 h 343888"/>
              <a:gd name="connsiteX19" fmla="*/ 19105 w 458518"/>
              <a:gd name="connsiteY19" fmla="*/ 0 h 343888"/>
              <a:gd name="connsiteX20" fmla="*/ 0 w 458518"/>
              <a:gd name="connsiteY20" fmla="*/ 19105 h 343888"/>
              <a:gd name="connsiteX21" fmla="*/ 0 w 458518"/>
              <a:gd name="connsiteY21" fmla="*/ 324784 h 343888"/>
              <a:gd name="connsiteX22" fmla="*/ 19105 w 458518"/>
              <a:gd name="connsiteY22" fmla="*/ 343889 h 343888"/>
              <a:gd name="connsiteX23" fmla="*/ 19105 w 458518"/>
              <a:gd name="connsiteY23" fmla="*/ 19105 h 343888"/>
              <a:gd name="connsiteX24" fmla="*/ 439413 w 458518"/>
              <a:gd name="connsiteY24" fmla="*/ 19105 h 343888"/>
              <a:gd name="connsiteX25" fmla="*/ 439413 w 458518"/>
              <a:gd name="connsiteY25" fmla="*/ 267469 h 343888"/>
              <a:gd name="connsiteX26" fmla="*/ 359172 w 458518"/>
              <a:gd name="connsiteY26" fmla="*/ 187228 h 343888"/>
              <a:gd name="connsiteX27" fmla="*/ 328605 w 458518"/>
              <a:gd name="connsiteY27" fmla="*/ 187228 h 343888"/>
              <a:gd name="connsiteX28" fmla="*/ 275111 w 458518"/>
              <a:gd name="connsiteY28" fmla="*/ 240722 h 343888"/>
              <a:gd name="connsiteX29" fmla="*/ 273200 w 458518"/>
              <a:gd name="connsiteY29" fmla="*/ 240722 h 343888"/>
              <a:gd name="connsiteX30" fmla="*/ 150929 w 458518"/>
              <a:gd name="connsiteY30" fmla="*/ 116540 h 343888"/>
              <a:gd name="connsiteX31" fmla="*/ 120361 w 458518"/>
              <a:gd name="connsiteY31" fmla="*/ 116540 h 343888"/>
              <a:gd name="connsiteX32" fmla="*/ 19105 w 458518"/>
              <a:gd name="connsiteY32" fmla="*/ 221617 h 343888"/>
              <a:gd name="connsiteX33" fmla="*/ 19105 w 458518"/>
              <a:gd name="connsiteY33" fmla="*/ 19105 h 343888"/>
              <a:gd name="connsiteX34" fmla="*/ 19105 w 458518"/>
              <a:gd name="connsiteY34" fmla="*/ 248364 h 343888"/>
              <a:gd name="connsiteX35" fmla="*/ 135645 w 458518"/>
              <a:gd name="connsiteY35" fmla="*/ 129913 h 343888"/>
              <a:gd name="connsiteX36" fmla="*/ 137555 w 458518"/>
              <a:gd name="connsiteY36" fmla="*/ 129913 h 343888"/>
              <a:gd name="connsiteX37" fmla="*/ 259827 w 458518"/>
              <a:gd name="connsiteY37" fmla="*/ 254095 h 343888"/>
              <a:gd name="connsiteX38" fmla="*/ 290395 w 458518"/>
              <a:gd name="connsiteY38" fmla="*/ 254095 h 343888"/>
              <a:gd name="connsiteX39" fmla="*/ 290395 w 458518"/>
              <a:gd name="connsiteY39" fmla="*/ 254095 h 343888"/>
              <a:gd name="connsiteX40" fmla="*/ 343889 w 458518"/>
              <a:gd name="connsiteY40" fmla="*/ 200602 h 343888"/>
              <a:gd name="connsiteX41" fmla="*/ 345799 w 458518"/>
              <a:gd name="connsiteY41" fmla="*/ 200602 h 343888"/>
              <a:gd name="connsiteX42" fmla="*/ 439413 w 458518"/>
              <a:gd name="connsiteY42" fmla="*/ 294216 h 343888"/>
              <a:gd name="connsiteX43" fmla="*/ 439413 w 458518"/>
              <a:gd name="connsiteY43" fmla="*/ 324784 h 343888"/>
              <a:gd name="connsiteX44" fmla="*/ 19105 w 458518"/>
              <a:gd name="connsiteY44" fmla="*/ 324784 h 343888"/>
              <a:gd name="connsiteX45" fmla="*/ 19105 w 458518"/>
              <a:gd name="connsiteY45" fmla="*/ 24836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58518" h="343888">
                <a:moveTo>
                  <a:pt x="286574" y="162392"/>
                </a:moveTo>
                <a:cubicBezTo>
                  <a:pt x="313321" y="162392"/>
                  <a:pt x="336247" y="141376"/>
                  <a:pt x="336247" y="114630"/>
                </a:cubicBezTo>
                <a:cubicBezTo>
                  <a:pt x="336247" y="87883"/>
                  <a:pt x="315231" y="64957"/>
                  <a:pt x="288484" y="64957"/>
                </a:cubicBezTo>
                <a:cubicBezTo>
                  <a:pt x="261737" y="64957"/>
                  <a:pt x="238811" y="85972"/>
                  <a:pt x="238811" y="112719"/>
                </a:cubicBezTo>
                <a:cubicBezTo>
                  <a:pt x="238811" y="112719"/>
                  <a:pt x="238811" y="112719"/>
                  <a:pt x="238811" y="114630"/>
                </a:cubicBezTo>
                <a:cubicBezTo>
                  <a:pt x="236901" y="139466"/>
                  <a:pt x="259827" y="160481"/>
                  <a:pt x="286574" y="162392"/>
                </a:cubicBezTo>
                <a:lnTo>
                  <a:pt x="286574" y="162392"/>
                </a:lnTo>
                <a:close/>
                <a:moveTo>
                  <a:pt x="286574" y="82151"/>
                </a:moveTo>
                <a:cubicBezTo>
                  <a:pt x="303768" y="82151"/>
                  <a:pt x="317142" y="95525"/>
                  <a:pt x="317142" y="110809"/>
                </a:cubicBezTo>
                <a:cubicBezTo>
                  <a:pt x="317142" y="128003"/>
                  <a:pt x="303768" y="141376"/>
                  <a:pt x="288484" y="141376"/>
                </a:cubicBezTo>
                <a:cubicBezTo>
                  <a:pt x="271290" y="141376"/>
                  <a:pt x="257916" y="128003"/>
                  <a:pt x="257916" y="112719"/>
                </a:cubicBezTo>
                <a:lnTo>
                  <a:pt x="257916" y="112719"/>
                </a:lnTo>
                <a:cubicBezTo>
                  <a:pt x="256006" y="95525"/>
                  <a:pt x="269379" y="82151"/>
                  <a:pt x="286574" y="82151"/>
                </a:cubicBezTo>
                <a:lnTo>
                  <a:pt x="286574" y="82151"/>
                </a:lnTo>
                <a:close/>
                <a:moveTo>
                  <a:pt x="19105" y="343889"/>
                </a:move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close/>
                <a:moveTo>
                  <a:pt x="19105" y="19105"/>
                </a:moveTo>
                <a:lnTo>
                  <a:pt x="439413" y="19105"/>
                </a:lnTo>
                <a:lnTo>
                  <a:pt x="439413" y="267469"/>
                </a:lnTo>
                <a:lnTo>
                  <a:pt x="359172" y="187228"/>
                </a:lnTo>
                <a:cubicBezTo>
                  <a:pt x="351530" y="179586"/>
                  <a:pt x="338157" y="179586"/>
                  <a:pt x="328605" y="187228"/>
                </a:cubicBezTo>
                <a:lnTo>
                  <a:pt x="275111" y="240722"/>
                </a:lnTo>
                <a:lnTo>
                  <a:pt x="273200" y="240722"/>
                </a:lnTo>
                <a:lnTo>
                  <a:pt x="150929" y="116540"/>
                </a:lnTo>
                <a:cubicBezTo>
                  <a:pt x="143287" y="108898"/>
                  <a:pt x="129913" y="108898"/>
                  <a:pt x="120361" y="116540"/>
                </a:cubicBezTo>
                <a:lnTo>
                  <a:pt x="19105" y="221617"/>
                </a:lnTo>
                <a:lnTo>
                  <a:pt x="19105" y="19105"/>
                </a:lnTo>
                <a:close/>
                <a:moveTo>
                  <a:pt x="19105" y="248364"/>
                </a:moveTo>
                <a:lnTo>
                  <a:pt x="135645" y="129913"/>
                </a:lnTo>
                <a:lnTo>
                  <a:pt x="137555" y="129913"/>
                </a:lnTo>
                <a:lnTo>
                  <a:pt x="259827" y="254095"/>
                </a:lnTo>
                <a:cubicBezTo>
                  <a:pt x="267469" y="261737"/>
                  <a:pt x="280842" y="261737"/>
                  <a:pt x="290395" y="254095"/>
                </a:cubicBezTo>
                <a:lnTo>
                  <a:pt x="290395" y="254095"/>
                </a:lnTo>
                <a:lnTo>
                  <a:pt x="343889" y="200602"/>
                </a:lnTo>
                <a:lnTo>
                  <a:pt x="345799" y="200602"/>
                </a:lnTo>
                <a:lnTo>
                  <a:pt x="439413" y="294216"/>
                </a:lnTo>
                <a:lnTo>
                  <a:pt x="439413" y="324784"/>
                </a:lnTo>
                <a:lnTo>
                  <a:pt x="19105" y="324784"/>
                </a:lnTo>
                <a:lnTo>
                  <a:pt x="19105" y="24836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2" name="Graphic 28" descr="Group of photos icon.">
            <a:extLst>
              <a:ext uri="{FF2B5EF4-FFF2-40B4-BE49-F238E27FC236}">
                <a16:creationId xmlns:a16="http://schemas.microsoft.com/office/drawing/2014/main" id="{B424AC7D-E25B-A011-F95B-54C6FA8C1480}"/>
              </a:ext>
            </a:extLst>
          </p:cNvPr>
          <p:cNvSpPr>
            <a:spLocks noChangeAspect="1"/>
          </p:cNvSpPr>
          <p:nvPr/>
        </p:nvSpPr>
        <p:spPr>
          <a:xfrm>
            <a:off x="8287552" y="1434742"/>
            <a:ext cx="458812" cy="382393"/>
          </a:xfrm>
          <a:custGeom>
            <a:avLst/>
            <a:gdLst>
              <a:gd name="connsiteX0" fmla="*/ 439708 w 458812"/>
              <a:gd name="connsiteY0" fmla="*/ 76714 h 382393"/>
              <a:gd name="connsiteX1" fmla="*/ 388125 w 458812"/>
              <a:gd name="connsiteY1" fmla="*/ 76714 h 382393"/>
              <a:gd name="connsiteX2" fmla="*/ 376662 w 458812"/>
              <a:gd name="connsiteY2" fmla="*/ 15579 h 382393"/>
              <a:gd name="connsiteX3" fmla="*/ 353736 w 458812"/>
              <a:gd name="connsiteY3" fmla="*/ 295 h 382393"/>
              <a:gd name="connsiteX4" fmla="*/ 353736 w 458812"/>
              <a:gd name="connsiteY4" fmla="*/ 295 h 382393"/>
              <a:gd name="connsiteX5" fmla="*/ 15579 w 458812"/>
              <a:gd name="connsiteY5" fmla="*/ 59520 h 382393"/>
              <a:gd name="connsiteX6" fmla="*/ 295 w 458812"/>
              <a:gd name="connsiteY6" fmla="*/ 82446 h 382393"/>
              <a:gd name="connsiteX7" fmla="*/ 295 w 458812"/>
              <a:gd name="connsiteY7" fmla="*/ 82446 h 382393"/>
              <a:gd name="connsiteX8" fmla="*/ 48057 w 458812"/>
              <a:gd name="connsiteY8" fmla="*/ 346094 h 382393"/>
              <a:gd name="connsiteX9" fmla="*/ 67162 w 458812"/>
              <a:gd name="connsiteY9" fmla="*/ 361378 h 382393"/>
              <a:gd name="connsiteX10" fmla="*/ 70983 w 458812"/>
              <a:gd name="connsiteY10" fmla="*/ 361378 h 382393"/>
              <a:gd name="connsiteX11" fmla="*/ 76714 w 458812"/>
              <a:gd name="connsiteY11" fmla="*/ 359467 h 382393"/>
              <a:gd name="connsiteX12" fmla="*/ 76714 w 458812"/>
              <a:gd name="connsiteY12" fmla="*/ 363288 h 382393"/>
              <a:gd name="connsiteX13" fmla="*/ 95819 w 458812"/>
              <a:gd name="connsiteY13" fmla="*/ 382393 h 382393"/>
              <a:gd name="connsiteX14" fmla="*/ 439708 w 458812"/>
              <a:gd name="connsiteY14" fmla="*/ 382393 h 382393"/>
              <a:gd name="connsiteX15" fmla="*/ 458813 w 458812"/>
              <a:gd name="connsiteY15" fmla="*/ 363288 h 382393"/>
              <a:gd name="connsiteX16" fmla="*/ 458813 w 458812"/>
              <a:gd name="connsiteY16" fmla="*/ 95819 h 382393"/>
              <a:gd name="connsiteX17" fmla="*/ 439708 w 458812"/>
              <a:gd name="connsiteY17" fmla="*/ 76714 h 382393"/>
              <a:gd name="connsiteX18" fmla="*/ 439708 w 458812"/>
              <a:gd name="connsiteY18" fmla="*/ 292600 h 382393"/>
              <a:gd name="connsiteX19" fmla="*/ 376662 w 458812"/>
              <a:gd name="connsiteY19" fmla="*/ 229554 h 382393"/>
              <a:gd name="connsiteX20" fmla="*/ 349915 w 458812"/>
              <a:gd name="connsiteY20" fmla="*/ 229554 h 382393"/>
              <a:gd name="connsiteX21" fmla="*/ 349915 w 458812"/>
              <a:gd name="connsiteY21" fmla="*/ 229554 h 382393"/>
              <a:gd name="connsiteX22" fmla="*/ 305973 w 458812"/>
              <a:gd name="connsiteY22" fmla="*/ 273495 h 382393"/>
              <a:gd name="connsiteX23" fmla="*/ 204717 w 458812"/>
              <a:gd name="connsiteY23" fmla="*/ 172239 h 382393"/>
              <a:gd name="connsiteX24" fmla="*/ 177970 w 458812"/>
              <a:gd name="connsiteY24" fmla="*/ 172239 h 382393"/>
              <a:gd name="connsiteX25" fmla="*/ 177970 w 458812"/>
              <a:gd name="connsiteY25" fmla="*/ 172239 h 382393"/>
              <a:gd name="connsiteX26" fmla="*/ 95819 w 458812"/>
              <a:gd name="connsiteY26" fmla="*/ 254390 h 382393"/>
              <a:gd name="connsiteX27" fmla="*/ 95819 w 458812"/>
              <a:gd name="connsiteY27" fmla="*/ 95819 h 382393"/>
              <a:gd name="connsiteX28" fmla="*/ 439708 w 458812"/>
              <a:gd name="connsiteY28" fmla="*/ 95819 h 382393"/>
              <a:gd name="connsiteX29" fmla="*/ 439708 w 458812"/>
              <a:gd name="connsiteY29" fmla="*/ 292600 h 382393"/>
              <a:gd name="connsiteX30" fmla="*/ 65251 w 458812"/>
              <a:gd name="connsiteY30" fmla="*/ 342273 h 382393"/>
              <a:gd name="connsiteX31" fmla="*/ 19400 w 458812"/>
              <a:gd name="connsiteY31" fmla="*/ 78625 h 382393"/>
              <a:gd name="connsiteX32" fmla="*/ 357557 w 458812"/>
              <a:gd name="connsiteY32" fmla="*/ 19400 h 382393"/>
              <a:gd name="connsiteX33" fmla="*/ 367109 w 458812"/>
              <a:gd name="connsiteY33" fmla="*/ 76714 h 382393"/>
              <a:gd name="connsiteX34" fmla="*/ 95819 w 458812"/>
              <a:gd name="connsiteY34" fmla="*/ 76714 h 382393"/>
              <a:gd name="connsiteX35" fmla="*/ 76714 w 458812"/>
              <a:gd name="connsiteY35" fmla="*/ 95819 h 382393"/>
              <a:gd name="connsiteX36" fmla="*/ 76714 w 458812"/>
              <a:gd name="connsiteY36" fmla="*/ 340362 h 382393"/>
              <a:gd name="connsiteX37" fmla="*/ 65251 w 458812"/>
              <a:gd name="connsiteY37" fmla="*/ 342273 h 382393"/>
              <a:gd name="connsiteX38" fmla="*/ 439708 w 458812"/>
              <a:gd name="connsiteY38" fmla="*/ 363288 h 382393"/>
              <a:gd name="connsiteX39" fmla="*/ 95819 w 458812"/>
              <a:gd name="connsiteY39" fmla="*/ 363288 h 382393"/>
              <a:gd name="connsiteX40" fmla="*/ 95819 w 458812"/>
              <a:gd name="connsiteY40" fmla="*/ 281137 h 382393"/>
              <a:gd name="connsiteX41" fmla="*/ 191344 w 458812"/>
              <a:gd name="connsiteY41" fmla="*/ 185612 h 382393"/>
              <a:gd name="connsiteX42" fmla="*/ 292600 w 458812"/>
              <a:gd name="connsiteY42" fmla="*/ 286868 h 382393"/>
              <a:gd name="connsiteX43" fmla="*/ 319347 w 458812"/>
              <a:gd name="connsiteY43" fmla="*/ 286868 h 382393"/>
              <a:gd name="connsiteX44" fmla="*/ 319347 w 458812"/>
              <a:gd name="connsiteY44" fmla="*/ 286868 h 382393"/>
              <a:gd name="connsiteX45" fmla="*/ 363288 w 458812"/>
              <a:gd name="connsiteY45" fmla="*/ 242927 h 382393"/>
              <a:gd name="connsiteX46" fmla="*/ 439708 w 458812"/>
              <a:gd name="connsiteY46" fmla="*/ 319347 h 382393"/>
              <a:gd name="connsiteX47" fmla="*/ 439708 w 458812"/>
              <a:gd name="connsiteY47" fmla="*/ 363288 h 382393"/>
              <a:gd name="connsiteX48" fmla="*/ 439708 w 458812"/>
              <a:gd name="connsiteY48" fmla="*/ 363288 h 382393"/>
              <a:gd name="connsiteX49" fmla="*/ 315526 w 458812"/>
              <a:gd name="connsiteY49" fmla="*/ 212359 h 382393"/>
              <a:gd name="connsiteX50" fmla="*/ 357557 w 458812"/>
              <a:gd name="connsiteY50" fmla="*/ 170328 h 382393"/>
              <a:gd name="connsiteX51" fmla="*/ 315526 w 458812"/>
              <a:gd name="connsiteY51" fmla="*/ 128298 h 382393"/>
              <a:gd name="connsiteX52" fmla="*/ 273495 w 458812"/>
              <a:gd name="connsiteY52" fmla="*/ 170328 h 382393"/>
              <a:gd name="connsiteX53" fmla="*/ 273495 w 458812"/>
              <a:gd name="connsiteY53" fmla="*/ 170328 h 382393"/>
              <a:gd name="connsiteX54" fmla="*/ 315526 w 458812"/>
              <a:gd name="connsiteY54" fmla="*/ 212359 h 382393"/>
              <a:gd name="connsiteX55" fmla="*/ 315526 w 458812"/>
              <a:gd name="connsiteY55" fmla="*/ 212359 h 382393"/>
              <a:gd name="connsiteX56" fmla="*/ 315526 w 458812"/>
              <a:gd name="connsiteY56" fmla="*/ 147403 h 382393"/>
              <a:gd name="connsiteX57" fmla="*/ 338452 w 458812"/>
              <a:gd name="connsiteY57" fmla="*/ 170328 h 382393"/>
              <a:gd name="connsiteX58" fmla="*/ 315526 w 458812"/>
              <a:gd name="connsiteY58" fmla="*/ 193254 h 382393"/>
              <a:gd name="connsiteX59" fmla="*/ 292600 w 458812"/>
              <a:gd name="connsiteY59" fmla="*/ 170328 h 382393"/>
              <a:gd name="connsiteX60" fmla="*/ 292600 w 458812"/>
              <a:gd name="connsiteY60" fmla="*/ 170328 h 382393"/>
              <a:gd name="connsiteX61" fmla="*/ 315526 w 458812"/>
              <a:gd name="connsiteY61" fmla="*/ 147403 h 382393"/>
              <a:gd name="connsiteX62" fmla="*/ 315526 w 458812"/>
              <a:gd name="connsiteY62" fmla="*/ 147403 h 382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58812" h="382393">
                <a:moveTo>
                  <a:pt x="439708" y="76714"/>
                </a:moveTo>
                <a:lnTo>
                  <a:pt x="388125" y="76714"/>
                </a:lnTo>
                <a:lnTo>
                  <a:pt x="376662" y="15579"/>
                </a:lnTo>
                <a:cubicBezTo>
                  <a:pt x="374751" y="6026"/>
                  <a:pt x="365199" y="-1616"/>
                  <a:pt x="353736" y="295"/>
                </a:cubicBezTo>
                <a:cubicBezTo>
                  <a:pt x="353736" y="295"/>
                  <a:pt x="353736" y="295"/>
                  <a:pt x="353736" y="295"/>
                </a:cubicBezTo>
                <a:lnTo>
                  <a:pt x="15579" y="59520"/>
                </a:lnTo>
                <a:cubicBezTo>
                  <a:pt x="6026" y="61430"/>
                  <a:pt x="-1616" y="70983"/>
                  <a:pt x="295" y="82446"/>
                </a:cubicBezTo>
                <a:cubicBezTo>
                  <a:pt x="295" y="82446"/>
                  <a:pt x="295" y="82446"/>
                  <a:pt x="295" y="82446"/>
                </a:cubicBezTo>
                <a:lnTo>
                  <a:pt x="48057" y="346094"/>
                </a:lnTo>
                <a:cubicBezTo>
                  <a:pt x="49967" y="355646"/>
                  <a:pt x="57609" y="361378"/>
                  <a:pt x="67162" y="361378"/>
                </a:cubicBezTo>
                <a:lnTo>
                  <a:pt x="70983" y="361378"/>
                </a:lnTo>
                <a:lnTo>
                  <a:pt x="76714" y="359467"/>
                </a:lnTo>
                <a:lnTo>
                  <a:pt x="76714" y="363288"/>
                </a:lnTo>
                <a:cubicBezTo>
                  <a:pt x="76714" y="374751"/>
                  <a:pt x="84356" y="382393"/>
                  <a:pt x="95819" y="382393"/>
                </a:cubicBezTo>
                <a:lnTo>
                  <a:pt x="439708" y="382393"/>
                </a:lnTo>
                <a:cubicBezTo>
                  <a:pt x="451171" y="382393"/>
                  <a:pt x="458813" y="374751"/>
                  <a:pt x="458813" y="363288"/>
                </a:cubicBezTo>
                <a:lnTo>
                  <a:pt x="458813" y="95819"/>
                </a:lnTo>
                <a:cubicBezTo>
                  <a:pt x="458813" y="84356"/>
                  <a:pt x="451171" y="76714"/>
                  <a:pt x="439708" y="76714"/>
                </a:cubicBezTo>
                <a:close/>
                <a:moveTo>
                  <a:pt x="439708" y="292600"/>
                </a:moveTo>
                <a:lnTo>
                  <a:pt x="376662" y="229554"/>
                </a:lnTo>
                <a:cubicBezTo>
                  <a:pt x="369020" y="221912"/>
                  <a:pt x="357557" y="221912"/>
                  <a:pt x="349915" y="229554"/>
                </a:cubicBezTo>
                <a:cubicBezTo>
                  <a:pt x="349915" y="229554"/>
                  <a:pt x="349915" y="229554"/>
                  <a:pt x="349915" y="229554"/>
                </a:cubicBezTo>
                <a:lnTo>
                  <a:pt x="305973" y="273495"/>
                </a:lnTo>
                <a:lnTo>
                  <a:pt x="204717" y="172239"/>
                </a:lnTo>
                <a:cubicBezTo>
                  <a:pt x="197075" y="164597"/>
                  <a:pt x="185612" y="164597"/>
                  <a:pt x="177970" y="172239"/>
                </a:cubicBezTo>
                <a:cubicBezTo>
                  <a:pt x="177970" y="172239"/>
                  <a:pt x="177970" y="172239"/>
                  <a:pt x="177970" y="172239"/>
                </a:cubicBezTo>
                <a:lnTo>
                  <a:pt x="95819" y="254390"/>
                </a:lnTo>
                <a:lnTo>
                  <a:pt x="95819" y="95819"/>
                </a:lnTo>
                <a:lnTo>
                  <a:pt x="439708" y="95819"/>
                </a:lnTo>
                <a:lnTo>
                  <a:pt x="439708" y="292600"/>
                </a:lnTo>
                <a:close/>
                <a:moveTo>
                  <a:pt x="65251" y="342273"/>
                </a:moveTo>
                <a:lnTo>
                  <a:pt x="19400" y="78625"/>
                </a:lnTo>
                <a:lnTo>
                  <a:pt x="357557" y="19400"/>
                </a:lnTo>
                <a:lnTo>
                  <a:pt x="367109" y="76714"/>
                </a:lnTo>
                <a:lnTo>
                  <a:pt x="95819" y="76714"/>
                </a:lnTo>
                <a:cubicBezTo>
                  <a:pt x="84356" y="76714"/>
                  <a:pt x="76714" y="84356"/>
                  <a:pt x="76714" y="95819"/>
                </a:cubicBezTo>
                <a:lnTo>
                  <a:pt x="76714" y="340362"/>
                </a:lnTo>
                <a:lnTo>
                  <a:pt x="65251" y="342273"/>
                </a:lnTo>
                <a:close/>
                <a:moveTo>
                  <a:pt x="439708" y="363288"/>
                </a:moveTo>
                <a:lnTo>
                  <a:pt x="95819" y="363288"/>
                </a:lnTo>
                <a:lnTo>
                  <a:pt x="95819" y="281137"/>
                </a:lnTo>
                <a:lnTo>
                  <a:pt x="191344" y="185612"/>
                </a:lnTo>
                <a:lnTo>
                  <a:pt x="292600" y="286868"/>
                </a:lnTo>
                <a:cubicBezTo>
                  <a:pt x="300242" y="294510"/>
                  <a:pt x="311705" y="294510"/>
                  <a:pt x="319347" y="286868"/>
                </a:cubicBezTo>
                <a:cubicBezTo>
                  <a:pt x="319347" y="286868"/>
                  <a:pt x="319347" y="286868"/>
                  <a:pt x="319347" y="286868"/>
                </a:cubicBezTo>
                <a:lnTo>
                  <a:pt x="363288" y="242927"/>
                </a:lnTo>
                <a:lnTo>
                  <a:pt x="439708" y="319347"/>
                </a:lnTo>
                <a:lnTo>
                  <a:pt x="439708" y="363288"/>
                </a:lnTo>
                <a:lnTo>
                  <a:pt x="439708" y="363288"/>
                </a:lnTo>
                <a:moveTo>
                  <a:pt x="315526" y="212359"/>
                </a:moveTo>
                <a:cubicBezTo>
                  <a:pt x="338452" y="212359"/>
                  <a:pt x="357557" y="193254"/>
                  <a:pt x="357557" y="170328"/>
                </a:cubicBezTo>
                <a:cubicBezTo>
                  <a:pt x="357557" y="147403"/>
                  <a:pt x="338452" y="128298"/>
                  <a:pt x="315526" y="128298"/>
                </a:cubicBezTo>
                <a:cubicBezTo>
                  <a:pt x="292600" y="128298"/>
                  <a:pt x="273495" y="147403"/>
                  <a:pt x="273495" y="170328"/>
                </a:cubicBezTo>
                <a:cubicBezTo>
                  <a:pt x="273495" y="170328"/>
                  <a:pt x="273495" y="170328"/>
                  <a:pt x="273495" y="170328"/>
                </a:cubicBezTo>
                <a:cubicBezTo>
                  <a:pt x="273495" y="193254"/>
                  <a:pt x="290689" y="212359"/>
                  <a:pt x="315526" y="212359"/>
                </a:cubicBezTo>
                <a:cubicBezTo>
                  <a:pt x="313615" y="212359"/>
                  <a:pt x="313615" y="212359"/>
                  <a:pt x="315526" y="212359"/>
                </a:cubicBezTo>
                <a:close/>
                <a:moveTo>
                  <a:pt x="315526" y="147403"/>
                </a:moveTo>
                <a:cubicBezTo>
                  <a:pt x="328899" y="147403"/>
                  <a:pt x="338452" y="156955"/>
                  <a:pt x="338452" y="170328"/>
                </a:cubicBezTo>
                <a:cubicBezTo>
                  <a:pt x="338452" y="183702"/>
                  <a:pt x="328899" y="193254"/>
                  <a:pt x="315526" y="193254"/>
                </a:cubicBezTo>
                <a:cubicBezTo>
                  <a:pt x="302152" y="193254"/>
                  <a:pt x="292600" y="183702"/>
                  <a:pt x="292600" y="170328"/>
                </a:cubicBezTo>
                <a:cubicBezTo>
                  <a:pt x="292600" y="170328"/>
                  <a:pt x="292600" y="170328"/>
                  <a:pt x="292600" y="170328"/>
                </a:cubicBezTo>
                <a:cubicBezTo>
                  <a:pt x="292600" y="156955"/>
                  <a:pt x="302152" y="147403"/>
                  <a:pt x="315526" y="147403"/>
                </a:cubicBezTo>
                <a:cubicBezTo>
                  <a:pt x="313615" y="147403"/>
                  <a:pt x="313615" y="147403"/>
                  <a:pt x="315526" y="14740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3" name="Graphic 33" descr="Photobook icon.">
            <a:extLst>
              <a:ext uri="{FF2B5EF4-FFF2-40B4-BE49-F238E27FC236}">
                <a16:creationId xmlns:a16="http://schemas.microsoft.com/office/drawing/2014/main" id="{D24E2DDD-A3D3-4377-FDAE-B06B1F5752AE}"/>
              </a:ext>
            </a:extLst>
          </p:cNvPr>
          <p:cNvSpPr>
            <a:spLocks noChangeAspect="1"/>
          </p:cNvSpPr>
          <p:nvPr/>
        </p:nvSpPr>
        <p:spPr>
          <a:xfrm>
            <a:off x="9516905" y="1473247"/>
            <a:ext cx="458518" cy="343888"/>
          </a:xfrm>
          <a:custGeom>
            <a:avLst/>
            <a:gdLst>
              <a:gd name="connsiteX0" fmla="*/ 275111 w 458518"/>
              <a:gd name="connsiteY0" fmla="*/ 135645 h 343888"/>
              <a:gd name="connsiteX1" fmla="*/ 317142 w 458518"/>
              <a:gd name="connsiteY1" fmla="*/ 93614 h 343888"/>
              <a:gd name="connsiteX2" fmla="*/ 275111 w 458518"/>
              <a:gd name="connsiteY2" fmla="*/ 51583 h 343888"/>
              <a:gd name="connsiteX3" fmla="*/ 233080 w 458518"/>
              <a:gd name="connsiteY3" fmla="*/ 93614 h 343888"/>
              <a:gd name="connsiteX4" fmla="*/ 233080 w 458518"/>
              <a:gd name="connsiteY4" fmla="*/ 93614 h 343888"/>
              <a:gd name="connsiteX5" fmla="*/ 275111 w 458518"/>
              <a:gd name="connsiteY5" fmla="*/ 135645 h 343888"/>
              <a:gd name="connsiteX6" fmla="*/ 275111 w 458518"/>
              <a:gd name="connsiteY6" fmla="*/ 135645 h 343888"/>
              <a:gd name="connsiteX7" fmla="*/ 275111 w 458518"/>
              <a:gd name="connsiteY7" fmla="*/ 70688 h 343888"/>
              <a:gd name="connsiteX8" fmla="*/ 298037 w 458518"/>
              <a:gd name="connsiteY8" fmla="*/ 93614 h 343888"/>
              <a:gd name="connsiteX9" fmla="*/ 277021 w 458518"/>
              <a:gd name="connsiteY9" fmla="*/ 116540 h 343888"/>
              <a:gd name="connsiteX10" fmla="*/ 254095 w 458518"/>
              <a:gd name="connsiteY10" fmla="*/ 93614 h 343888"/>
              <a:gd name="connsiteX11" fmla="*/ 254095 w 458518"/>
              <a:gd name="connsiteY11" fmla="*/ 93614 h 343888"/>
              <a:gd name="connsiteX12" fmla="*/ 275111 w 458518"/>
              <a:gd name="connsiteY12" fmla="*/ 70688 h 343888"/>
              <a:gd name="connsiteX13" fmla="*/ 275111 w 458518"/>
              <a:gd name="connsiteY13" fmla="*/ 70688 h 343888"/>
              <a:gd name="connsiteX14" fmla="*/ 439413 w 458518"/>
              <a:gd name="connsiteY14" fmla="*/ 19105 h 343888"/>
              <a:gd name="connsiteX15" fmla="*/ 420308 w 458518"/>
              <a:gd name="connsiteY15" fmla="*/ 19105 h 343888"/>
              <a:gd name="connsiteX16" fmla="*/ 401203 w 458518"/>
              <a:gd name="connsiteY16" fmla="*/ 0 h 343888"/>
              <a:gd name="connsiteX17" fmla="*/ 57315 w 458518"/>
              <a:gd name="connsiteY17" fmla="*/ 0 h 343888"/>
              <a:gd name="connsiteX18" fmla="*/ 38210 w 458518"/>
              <a:gd name="connsiteY18" fmla="*/ 19105 h 343888"/>
              <a:gd name="connsiteX19" fmla="*/ 38210 w 458518"/>
              <a:gd name="connsiteY19" fmla="*/ 38210 h 343888"/>
              <a:gd name="connsiteX20" fmla="*/ 0 w 458518"/>
              <a:gd name="connsiteY20" fmla="*/ 38210 h 343888"/>
              <a:gd name="connsiteX21" fmla="*/ 0 w 458518"/>
              <a:gd name="connsiteY21" fmla="*/ 57315 h 343888"/>
              <a:gd name="connsiteX22" fmla="*/ 38210 w 458518"/>
              <a:gd name="connsiteY22" fmla="*/ 57315 h 343888"/>
              <a:gd name="connsiteX23" fmla="*/ 38210 w 458518"/>
              <a:gd name="connsiteY23" fmla="*/ 95525 h 343888"/>
              <a:gd name="connsiteX24" fmla="*/ 0 w 458518"/>
              <a:gd name="connsiteY24" fmla="*/ 95525 h 343888"/>
              <a:gd name="connsiteX25" fmla="*/ 0 w 458518"/>
              <a:gd name="connsiteY25" fmla="*/ 114630 h 343888"/>
              <a:gd name="connsiteX26" fmla="*/ 38210 w 458518"/>
              <a:gd name="connsiteY26" fmla="*/ 114630 h 343888"/>
              <a:gd name="connsiteX27" fmla="*/ 38210 w 458518"/>
              <a:gd name="connsiteY27" fmla="*/ 152839 h 343888"/>
              <a:gd name="connsiteX28" fmla="*/ 0 w 458518"/>
              <a:gd name="connsiteY28" fmla="*/ 152839 h 343888"/>
              <a:gd name="connsiteX29" fmla="*/ 0 w 458518"/>
              <a:gd name="connsiteY29" fmla="*/ 171944 h 343888"/>
              <a:gd name="connsiteX30" fmla="*/ 38210 w 458518"/>
              <a:gd name="connsiteY30" fmla="*/ 171944 h 343888"/>
              <a:gd name="connsiteX31" fmla="*/ 38210 w 458518"/>
              <a:gd name="connsiteY31" fmla="*/ 210154 h 343888"/>
              <a:gd name="connsiteX32" fmla="*/ 0 w 458518"/>
              <a:gd name="connsiteY32" fmla="*/ 210154 h 343888"/>
              <a:gd name="connsiteX33" fmla="*/ 0 w 458518"/>
              <a:gd name="connsiteY33" fmla="*/ 229259 h 343888"/>
              <a:gd name="connsiteX34" fmla="*/ 38210 w 458518"/>
              <a:gd name="connsiteY34" fmla="*/ 229259 h 343888"/>
              <a:gd name="connsiteX35" fmla="*/ 38210 w 458518"/>
              <a:gd name="connsiteY35" fmla="*/ 267469 h 343888"/>
              <a:gd name="connsiteX36" fmla="*/ 0 w 458518"/>
              <a:gd name="connsiteY36" fmla="*/ 267469 h 343888"/>
              <a:gd name="connsiteX37" fmla="*/ 0 w 458518"/>
              <a:gd name="connsiteY37" fmla="*/ 286574 h 343888"/>
              <a:gd name="connsiteX38" fmla="*/ 38210 w 458518"/>
              <a:gd name="connsiteY38" fmla="*/ 286574 h 343888"/>
              <a:gd name="connsiteX39" fmla="*/ 38210 w 458518"/>
              <a:gd name="connsiteY39" fmla="*/ 296126 h 343888"/>
              <a:gd name="connsiteX40" fmla="*/ 38210 w 458518"/>
              <a:gd name="connsiteY40" fmla="*/ 296126 h 343888"/>
              <a:gd name="connsiteX41" fmla="*/ 42031 w 458518"/>
              <a:gd name="connsiteY41" fmla="*/ 303768 h 343888"/>
              <a:gd name="connsiteX42" fmla="*/ 76420 w 458518"/>
              <a:gd name="connsiteY42" fmla="*/ 338157 h 343888"/>
              <a:gd name="connsiteX43" fmla="*/ 89793 w 458518"/>
              <a:gd name="connsiteY43" fmla="*/ 343889 h 343888"/>
              <a:gd name="connsiteX44" fmla="*/ 439413 w 458518"/>
              <a:gd name="connsiteY44" fmla="*/ 343889 h 343888"/>
              <a:gd name="connsiteX45" fmla="*/ 458518 w 458518"/>
              <a:gd name="connsiteY45" fmla="*/ 324784 h 343888"/>
              <a:gd name="connsiteX46" fmla="*/ 458518 w 458518"/>
              <a:gd name="connsiteY46" fmla="*/ 38210 h 343888"/>
              <a:gd name="connsiteX47" fmla="*/ 439413 w 458518"/>
              <a:gd name="connsiteY47" fmla="*/ 19105 h 343888"/>
              <a:gd name="connsiteX48" fmla="*/ 57315 w 458518"/>
              <a:gd name="connsiteY48" fmla="*/ 152839 h 343888"/>
              <a:gd name="connsiteX49" fmla="*/ 57315 w 458518"/>
              <a:gd name="connsiteY49" fmla="*/ 19105 h 343888"/>
              <a:gd name="connsiteX50" fmla="*/ 401203 w 458518"/>
              <a:gd name="connsiteY50" fmla="*/ 19105 h 343888"/>
              <a:gd name="connsiteX51" fmla="*/ 401203 w 458518"/>
              <a:gd name="connsiteY51" fmla="*/ 215886 h 343888"/>
              <a:gd name="connsiteX52" fmla="*/ 338157 w 458518"/>
              <a:gd name="connsiteY52" fmla="*/ 152839 h 343888"/>
              <a:gd name="connsiteX53" fmla="*/ 311410 w 458518"/>
              <a:gd name="connsiteY53" fmla="*/ 152839 h 343888"/>
              <a:gd name="connsiteX54" fmla="*/ 311410 w 458518"/>
              <a:gd name="connsiteY54" fmla="*/ 152839 h 343888"/>
              <a:gd name="connsiteX55" fmla="*/ 267469 w 458518"/>
              <a:gd name="connsiteY55" fmla="*/ 196781 h 343888"/>
              <a:gd name="connsiteX56" fmla="*/ 166213 w 458518"/>
              <a:gd name="connsiteY56" fmla="*/ 95525 h 343888"/>
              <a:gd name="connsiteX57" fmla="*/ 139466 w 458518"/>
              <a:gd name="connsiteY57" fmla="*/ 95525 h 343888"/>
              <a:gd name="connsiteX58" fmla="*/ 139466 w 458518"/>
              <a:gd name="connsiteY58" fmla="*/ 95525 h 343888"/>
              <a:gd name="connsiteX59" fmla="*/ 57315 w 458518"/>
              <a:gd name="connsiteY59" fmla="*/ 177676 h 343888"/>
              <a:gd name="connsiteX60" fmla="*/ 57315 w 458518"/>
              <a:gd name="connsiteY60" fmla="*/ 152839 h 343888"/>
              <a:gd name="connsiteX61" fmla="*/ 57315 w 458518"/>
              <a:gd name="connsiteY61" fmla="*/ 210154 h 343888"/>
              <a:gd name="connsiteX62" fmla="*/ 57315 w 458518"/>
              <a:gd name="connsiteY62" fmla="*/ 204423 h 343888"/>
              <a:gd name="connsiteX63" fmla="*/ 152839 w 458518"/>
              <a:gd name="connsiteY63" fmla="*/ 108898 h 343888"/>
              <a:gd name="connsiteX64" fmla="*/ 254095 w 458518"/>
              <a:gd name="connsiteY64" fmla="*/ 210154 h 343888"/>
              <a:gd name="connsiteX65" fmla="*/ 280842 w 458518"/>
              <a:gd name="connsiteY65" fmla="*/ 210154 h 343888"/>
              <a:gd name="connsiteX66" fmla="*/ 280842 w 458518"/>
              <a:gd name="connsiteY66" fmla="*/ 210154 h 343888"/>
              <a:gd name="connsiteX67" fmla="*/ 324784 w 458518"/>
              <a:gd name="connsiteY67" fmla="*/ 166213 h 343888"/>
              <a:gd name="connsiteX68" fmla="*/ 401203 w 458518"/>
              <a:gd name="connsiteY68" fmla="*/ 242632 h 343888"/>
              <a:gd name="connsiteX69" fmla="*/ 401203 w 458518"/>
              <a:gd name="connsiteY69" fmla="*/ 286574 h 343888"/>
              <a:gd name="connsiteX70" fmla="*/ 401203 w 458518"/>
              <a:gd name="connsiteY70" fmla="*/ 286574 h 343888"/>
              <a:gd name="connsiteX71" fmla="*/ 401203 w 458518"/>
              <a:gd name="connsiteY71" fmla="*/ 286574 h 343888"/>
              <a:gd name="connsiteX72" fmla="*/ 57315 w 458518"/>
              <a:gd name="connsiteY72" fmla="*/ 286574 h 343888"/>
              <a:gd name="connsiteX73" fmla="*/ 57315 w 458518"/>
              <a:gd name="connsiteY73" fmla="*/ 210154 h 343888"/>
              <a:gd name="connsiteX74" fmla="*/ 439413 w 458518"/>
              <a:gd name="connsiteY74" fmla="*/ 324784 h 343888"/>
              <a:gd name="connsiteX75" fmla="*/ 89793 w 458518"/>
              <a:gd name="connsiteY75" fmla="*/ 324784 h 343888"/>
              <a:gd name="connsiteX76" fmla="*/ 70688 w 458518"/>
              <a:gd name="connsiteY76" fmla="*/ 305679 h 343888"/>
              <a:gd name="connsiteX77" fmla="*/ 401203 w 458518"/>
              <a:gd name="connsiteY77" fmla="*/ 305679 h 343888"/>
              <a:gd name="connsiteX78" fmla="*/ 420308 w 458518"/>
              <a:gd name="connsiteY78" fmla="*/ 286574 h 343888"/>
              <a:gd name="connsiteX79" fmla="*/ 420308 w 458518"/>
              <a:gd name="connsiteY79" fmla="*/ 38210 h 343888"/>
              <a:gd name="connsiteX80" fmla="*/ 439413 w 458518"/>
              <a:gd name="connsiteY80" fmla="*/ 38210 h 343888"/>
              <a:gd name="connsiteX81" fmla="*/ 439413 w 458518"/>
              <a:gd name="connsiteY81" fmla="*/ 32478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58518" h="343888">
                <a:moveTo>
                  <a:pt x="275111" y="135645"/>
                </a:moveTo>
                <a:cubicBezTo>
                  <a:pt x="298037" y="135645"/>
                  <a:pt x="317142" y="116540"/>
                  <a:pt x="317142" y="93614"/>
                </a:cubicBezTo>
                <a:cubicBezTo>
                  <a:pt x="317142" y="70688"/>
                  <a:pt x="298037" y="51583"/>
                  <a:pt x="275111" y="51583"/>
                </a:cubicBezTo>
                <a:cubicBezTo>
                  <a:pt x="252185" y="51583"/>
                  <a:pt x="233080" y="70688"/>
                  <a:pt x="233080" y="93614"/>
                </a:cubicBezTo>
                <a:cubicBezTo>
                  <a:pt x="233080" y="93614"/>
                  <a:pt x="233080" y="93614"/>
                  <a:pt x="233080" y="93614"/>
                </a:cubicBezTo>
                <a:cubicBezTo>
                  <a:pt x="234990" y="116540"/>
                  <a:pt x="252185" y="135645"/>
                  <a:pt x="275111" y="135645"/>
                </a:cubicBezTo>
                <a:cubicBezTo>
                  <a:pt x="275111" y="135645"/>
                  <a:pt x="275111" y="135645"/>
                  <a:pt x="275111" y="135645"/>
                </a:cubicBezTo>
                <a:close/>
                <a:moveTo>
                  <a:pt x="275111" y="70688"/>
                </a:moveTo>
                <a:cubicBezTo>
                  <a:pt x="288484" y="70688"/>
                  <a:pt x="298037" y="80241"/>
                  <a:pt x="298037" y="93614"/>
                </a:cubicBezTo>
                <a:cubicBezTo>
                  <a:pt x="298037" y="106988"/>
                  <a:pt x="290395" y="114630"/>
                  <a:pt x="277021" y="116540"/>
                </a:cubicBezTo>
                <a:cubicBezTo>
                  <a:pt x="263648" y="116540"/>
                  <a:pt x="254095" y="106988"/>
                  <a:pt x="254095" y="93614"/>
                </a:cubicBezTo>
                <a:cubicBezTo>
                  <a:pt x="254095" y="93614"/>
                  <a:pt x="254095" y="93614"/>
                  <a:pt x="254095" y="93614"/>
                </a:cubicBezTo>
                <a:cubicBezTo>
                  <a:pt x="254095" y="80241"/>
                  <a:pt x="263648" y="70688"/>
                  <a:pt x="275111" y="70688"/>
                </a:cubicBezTo>
                <a:cubicBezTo>
                  <a:pt x="275111" y="70688"/>
                  <a:pt x="275111" y="70688"/>
                  <a:pt x="275111" y="70688"/>
                </a:cubicBezTo>
                <a:close/>
                <a:moveTo>
                  <a:pt x="439413" y="19105"/>
                </a:move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lnTo>
                  <a:pt x="57315" y="0"/>
                </a:lnTo>
                <a:cubicBezTo>
                  <a:pt x="45852" y="0"/>
                  <a:pt x="38210" y="7642"/>
                  <a:pt x="38210" y="19105"/>
                </a:cubicBezTo>
                <a:lnTo>
                  <a:pt x="38210" y="38210"/>
                </a:lnTo>
                <a:lnTo>
                  <a:pt x="0" y="38210"/>
                </a:lnTo>
                <a:lnTo>
                  <a:pt x="0" y="57315"/>
                </a:lnTo>
                <a:lnTo>
                  <a:pt x="38210" y="57315"/>
                </a:lnTo>
                <a:lnTo>
                  <a:pt x="38210" y="95525"/>
                </a:lnTo>
                <a:lnTo>
                  <a:pt x="0" y="95525"/>
                </a:lnTo>
                <a:lnTo>
                  <a:pt x="0" y="114630"/>
                </a:lnTo>
                <a:lnTo>
                  <a:pt x="38210" y="114630"/>
                </a:lnTo>
                <a:lnTo>
                  <a:pt x="38210" y="152839"/>
                </a:lnTo>
                <a:lnTo>
                  <a:pt x="0" y="152839"/>
                </a:lnTo>
                <a:lnTo>
                  <a:pt x="0" y="171944"/>
                </a:lnTo>
                <a:lnTo>
                  <a:pt x="38210" y="171944"/>
                </a:lnTo>
                <a:lnTo>
                  <a:pt x="38210" y="210154"/>
                </a:lnTo>
                <a:lnTo>
                  <a:pt x="0" y="210154"/>
                </a:lnTo>
                <a:lnTo>
                  <a:pt x="0" y="229259"/>
                </a:lnTo>
                <a:lnTo>
                  <a:pt x="38210" y="229259"/>
                </a:lnTo>
                <a:lnTo>
                  <a:pt x="38210" y="267469"/>
                </a:lnTo>
                <a:lnTo>
                  <a:pt x="0" y="267469"/>
                </a:lnTo>
                <a:lnTo>
                  <a:pt x="0" y="286574"/>
                </a:lnTo>
                <a:lnTo>
                  <a:pt x="38210" y="286574"/>
                </a:lnTo>
                <a:lnTo>
                  <a:pt x="38210" y="296126"/>
                </a:lnTo>
                <a:lnTo>
                  <a:pt x="38210" y="296126"/>
                </a:lnTo>
                <a:cubicBezTo>
                  <a:pt x="38210" y="298037"/>
                  <a:pt x="40120" y="301858"/>
                  <a:pt x="42031" y="303768"/>
                </a:cubicBezTo>
                <a:lnTo>
                  <a:pt x="76420" y="338157"/>
                </a:lnTo>
                <a:cubicBezTo>
                  <a:pt x="80241" y="341978"/>
                  <a:pt x="84062" y="343889"/>
                  <a:pt x="89793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38210"/>
                </a:lnTo>
                <a:cubicBezTo>
                  <a:pt x="458518" y="26747"/>
                  <a:pt x="450876" y="19105"/>
                  <a:pt x="439413" y="19105"/>
                </a:cubicBezTo>
                <a:close/>
                <a:moveTo>
                  <a:pt x="57315" y="152839"/>
                </a:moveTo>
                <a:lnTo>
                  <a:pt x="57315" y="19105"/>
                </a:lnTo>
                <a:lnTo>
                  <a:pt x="401203" y="19105"/>
                </a:lnTo>
                <a:lnTo>
                  <a:pt x="401203" y="215886"/>
                </a:lnTo>
                <a:lnTo>
                  <a:pt x="338157" y="152839"/>
                </a:lnTo>
                <a:cubicBezTo>
                  <a:pt x="330515" y="145197"/>
                  <a:pt x="319052" y="145197"/>
                  <a:pt x="311410" y="152839"/>
                </a:cubicBezTo>
                <a:cubicBezTo>
                  <a:pt x="311410" y="152839"/>
                  <a:pt x="311410" y="152839"/>
                  <a:pt x="311410" y="152839"/>
                </a:cubicBezTo>
                <a:lnTo>
                  <a:pt x="267469" y="196781"/>
                </a:lnTo>
                <a:lnTo>
                  <a:pt x="166213" y="95525"/>
                </a:lnTo>
                <a:cubicBezTo>
                  <a:pt x="158571" y="87883"/>
                  <a:pt x="147108" y="87883"/>
                  <a:pt x="139466" y="95525"/>
                </a:cubicBezTo>
                <a:cubicBezTo>
                  <a:pt x="139466" y="95525"/>
                  <a:pt x="139466" y="95525"/>
                  <a:pt x="139466" y="95525"/>
                </a:cubicBezTo>
                <a:lnTo>
                  <a:pt x="57315" y="177676"/>
                </a:lnTo>
                <a:lnTo>
                  <a:pt x="57315" y="152839"/>
                </a:lnTo>
                <a:close/>
                <a:moveTo>
                  <a:pt x="57315" y="210154"/>
                </a:moveTo>
                <a:lnTo>
                  <a:pt x="57315" y="204423"/>
                </a:lnTo>
                <a:lnTo>
                  <a:pt x="152839" y="108898"/>
                </a:lnTo>
                <a:lnTo>
                  <a:pt x="254095" y="210154"/>
                </a:lnTo>
                <a:cubicBezTo>
                  <a:pt x="261737" y="217796"/>
                  <a:pt x="273200" y="217796"/>
                  <a:pt x="280842" y="210154"/>
                </a:cubicBezTo>
                <a:cubicBezTo>
                  <a:pt x="280842" y="210154"/>
                  <a:pt x="280842" y="210154"/>
                  <a:pt x="280842" y="210154"/>
                </a:cubicBezTo>
                <a:lnTo>
                  <a:pt x="324784" y="166213"/>
                </a:lnTo>
                <a:lnTo>
                  <a:pt x="401203" y="242632"/>
                </a:lnTo>
                <a:lnTo>
                  <a:pt x="401203" y="286574"/>
                </a:lnTo>
                <a:lnTo>
                  <a:pt x="401203" y="286574"/>
                </a:lnTo>
                <a:lnTo>
                  <a:pt x="401203" y="286574"/>
                </a:lnTo>
                <a:lnTo>
                  <a:pt x="57315" y="286574"/>
                </a:lnTo>
                <a:lnTo>
                  <a:pt x="57315" y="210154"/>
                </a:lnTo>
                <a:close/>
                <a:moveTo>
                  <a:pt x="439413" y="324784"/>
                </a:moveTo>
                <a:lnTo>
                  <a:pt x="89793" y="324784"/>
                </a:lnTo>
                <a:lnTo>
                  <a:pt x="70688" y="305679"/>
                </a:lnTo>
                <a:lnTo>
                  <a:pt x="401203" y="305679"/>
                </a:lnTo>
                <a:cubicBezTo>
                  <a:pt x="412666" y="305679"/>
                  <a:pt x="420308" y="298037"/>
                  <a:pt x="420308" y="286574"/>
                </a:cubicBezTo>
                <a:lnTo>
                  <a:pt x="420308" y="38210"/>
                </a:lnTo>
                <a:lnTo>
                  <a:pt x="439413" y="38210"/>
                </a:lnTo>
                <a:lnTo>
                  <a:pt x="439413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8" name="Graphic 224" descr="Dolly icon.">
            <a:extLst>
              <a:ext uri="{FF2B5EF4-FFF2-40B4-BE49-F238E27FC236}">
                <a16:creationId xmlns:a16="http://schemas.microsoft.com/office/drawing/2014/main" id="{232FA22E-12B7-3905-E5C7-D217249B6FB0}"/>
              </a:ext>
            </a:extLst>
          </p:cNvPr>
          <p:cNvSpPr>
            <a:spLocks noChangeAspect="1"/>
          </p:cNvSpPr>
          <p:nvPr/>
        </p:nvSpPr>
        <p:spPr>
          <a:xfrm>
            <a:off x="10830617" y="1396331"/>
            <a:ext cx="362993" cy="459620"/>
          </a:xfrm>
          <a:custGeom>
            <a:avLst/>
            <a:gdLst>
              <a:gd name="connsiteX0" fmla="*/ 305679 w 362993"/>
              <a:gd name="connsiteY0" fmla="*/ 19105 h 459620"/>
              <a:gd name="connsiteX1" fmla="*/ 362993 w 362993"/>
              <a:gd name="connsiteY1" fmla="*/ 19105 h 459620"/>
              <a:gd name="connsiteX2" fmla="*/ 362993 w 362993"/>
              <a:gd name="connsiteY2" fmla="*/ 0 h 459620"/>
              <a:gd name="connsiteX3" fmla="*/ 305679 w 362993"/>
              <a:gd name="connsiteY3" fmla="*/ 0 h 459620"/>
              <a:gd name="connsiteX4" fmla="*/ 286574 w 362993"/>
              <a:gd name="connsiteY4" fmla="*/ 19105 h 459620"/>
              <a:gd name="connsiteX5" fmla="*/ 286574 w 362993"/>
              <a:gd name="connsiteY5" fmla="*/ 362993 h 459620"/>
              <a:gd name="connsiteX6" fmla="*/ 248364 w 362993"/>
              <a:gd name="connsiteY6" fmla="*/ 395472 h 459620"/>
              <a:gd name="connsiteX7" fmla="*/ 248364 w 362993"/>
              <a:gd name="connsiteY7" fmla="*/ 229259 h 459620"/>
              <a:gd name="connsiteX8" fmla="*/ 246453 w 362993"/>
              <a:gd name="connsiteY8" fmla="*/ 221617 h 459620"/>
              <a:gd name="connsiteX9" fmla="*/ 248364 w 362993"/>
              <a:gd name="connsiteY9" fmla="*/ 213975 h 459620"/>
              <a:gd name="connsiteX10" fmla="*/ 248364 w 362993"/>
              <a:gd name="connsiteY10" fmla="*/ 95525 h 459620"/>
              <a:gd name="connsiteX11" fmla="*/ 229259 w 362993"/>
              <a:gd name="connsiteY11" fmla="*/ 76420 h 459620"/>
              <a:gd name="connsiteX12" fmla="*/ 133734 w 362993"/>
              <a:gd name="connsiteY12" fmla="*/ 76420 h 459620"/>
              <a:gd name="connsiteX13" fmla="*/ 114630 w 362993"/>
              <a:gd name="connsiteY13" fmla="*/ 95525 h 459620"/>
              <a:gd name="connsiteX14" fmla="*/ 114630 w 362993"/>
              <a:gd name="connsiteY14" fmla="*/ 210154 h 459620"/>
              <a:gd name="connsiteX15" fmla="*/ 57315 w 362993"/>
              <a:gd name="connsiteY15" fmla="*/ 210154 h 459620"/>
              <a:gd name="connsiteX16" fmla="*/ 38210 w 362993"/>
              <a:gd name="connsiteY16" fmla="*/ 229259 h 459620"/>
              <a:gd name="connsiteX17" fmla="*/ 38210 w 362993"/>
              <a:gd name="connsiteY17" fmla="*/ 401203 h 459620"/>
              <a:gd name="connsiteX18" fmla="*/ 0 w 362993"/>
              <a:gd name="connsiteY18" fmla="*/ 401203 h 459620"/>
              <a:gd name="connsiteX19" fmla="*/ 0 w 362993"/>
              <a:gd name="connsiteY19" fmla="*/ 420308 h 459620"/>
              <a:gd name="connsiteX20" fmla="*/ 246453 w 362993"/>
              <a:gd name="connsiteY20" fmla="*/ 420308 h 459620"/>
              <a:gd name="connsiteX21" fmla="*/ 303768 w 362993"/>
              <a:gd name="connsiteY21" fmla="*/ 458518 h 459620"/>
              <a:gd name="connsiteX22" fmla="*/ 341978 w 362993"/>
              <a:gd name="connsiteY22" fmla="*/ 401203 h 459620"/>
              <a:gd name="connsiteX23" fmla="*/ 303768 w 362993"/>
              <a:gd name="connsiteY23" fmla="*/ 362993 h 459620"/>
              <a:gd name="connsiteX24" fmla="*/ 303768 w 362993"/>
              <a:gd name="connsiteY24" fmla="*/ 362993 h 459620"/>
              <a:gd name="connsiteX25" fmla="*/ 303768 w 362993"/>
              <a:gd name="connsiteY25" fmla="*/ 19105 h 459620"/>
              <a:gd name="connsiteX26" fmla="*/ 229259 w 362993"/>
              <a:gd name="connsiteY26" fmla="*/ 401203 h 459620"/>
              <a:gd name="connsiteX27" fmla="*/ 57315 w 362993"/>
              <a:gd name="connsiteY27" fmla="*/ 401203 h 459620"/>
              <a:gd name="connsiteX28" fmla="*/ 57315 w 362993"/>
              <a:gd name="connsiteY28" fmla="*/ 229259 h 459620"/>
              <a:gd name="connsiteX29" fmla="*/ 229259 w 362993"/>
              <a:gd name="connsiteY29" fmla="*/ 229259 h 459620"/>
              <a:gd name="connsiteX30" fmla="*/ 229259 w 362993"/>
              <a:gd name="connsiteY30" fmla="*/ 401203 h 459620"/>
              <a:gd name="connsiteX31" fmla="*/ 229259 w 362993"/>
              <a:gd name="connsiteY31" fmla="*/ 210154 h 459620"/>
              <a:gd name="connsiteX32" fmla="*/ 133734 w 362993"/>
              <a:gd name="connsiteY32" fmla="*/ 210154 h 459620"/>
              <a:gd name="connsiteX33" fmla="*/ 133734 w 362993"/>
              <a:gd name="connsiteY33" fmla="*/ 95525 h 459620"/>
              <a:gd name="connsiteX34" fmla="*/ 229259 w 362993"/>
              <a:gd name="connsiteY34" fmla="*/ 95525 h 459620"/>
              <a:gd name="connsiteX35" fmla="*/ 229259 w 362993"/>
              <a:gd name="connsiteY35" fmla="*/ 210154 h 459620"/>
              <a:gd name="connsiteX36" fmla="*/ 324784 w 362993"/>
              <a:gd name="connsiteY36" fmla="*/ 410756 h 459620"/>
              <a:gd name="connsiteX37" fmla="*/ 296126 w 362993"/>
              <a:gd name="connsiteY37" fmla="*/ 443234 h 459620"/>
              <a:gd name="connsiteX38" fmla="*/ 263648 w 362993"/>
              <a:gd name="connsiteY38" fmla="*/ 414577 h 459620"/>
              <a:gd name="connsiteX39" fmla="*/ 292305 w 362993"/>
              <a:gd name="connsiteY39" fmla="*/ 382098 h 459620"/>
              <a:gd name="connsiteX40" fmla="*/ 294216 w 362993"/>
              <a:gd name="connsiteY40" fmla="*/ 382098 h 459620"/>
              <a:gd name="connsiteX41" fmla="*/ 324784 w 362993"/>
              <a:gd name="connsiteY41" fmla="*/ 410756 h 45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62993" h="459620">
                <a:moveTo>
                  <a:pt x="305679" y="19105"/>
                </a:moveTo>
                <a:lnTo>
                  <a:pt x="362993" y="19105"/>
                </a:lnTo>
                <a:lnTo>
                  <a:pt x="362993" y="0"/>
                </a:lnTo>
                <a:lnTo>
                  <a:pt x="305679" y="0"/>
                </a:lnTo>
                <a:cubicBezTo>
                  <a:pt x="294216" y="0"/>
                  <a:pt x="286574" y="7642"/>
                  <a:pt x="286574" y="19105"/>
                </a:cubicBezTo>
                <a:lnTo>
                  <a:pt x="286574" y="362993"/>
                </a:lnTo>
                <a:cubicBezTo>
                  <a:pt x="269379" y="366814"/>
                  <a:pt x="254095" y="378277"/>
                  <a:pt x="248364" y="395472"/>
                </a:cubicBezTo>
                <a:lnTo>
                  <a:pt x="248364" y="229259"/>
                </a:lnTo>
                <a:cubicBezTo>
                  <a:pt x="248364" y="225438"/>
                  <a:pt x="248364" y="223528"/>
                  <a:pt x="246453" y="221617"/>
                </a:cubicBezTo>
                <a:cubicBezTo>
                  <a:pt x="248364" y="219707"/>
                  <a:pt x="248364" y="217796"/>
                  <a:pt x="248364" y="213975"/>
                </a:cubicBezTo>
                <a:lnTo>
                  <a:pt x="248364" y="95525"/>
                </a:lnTo>
                <a:cubicBezTo>
                  <a:pt x="248364" y="84062"/>
                  <a:pt x="240722" y="76420"/>
                  <a:pt x="229259" y="76420"/>
                </a:cubicBezTo>
                <a:lnTo>
                  <a:pt x="133734" y="76420"/>
                </a:lnTo>
                <a:cubicBezTo>
                  <a:pt x="122271" y="76420"/>
                  <a:pt x="114630" y="84062"/>
                  <a:pt x="114630" y="95525"/>
                </a:cubicBezTo>
                <a:lnTo>
                  <a:pt x="114630" y="210154"/>
                </a:lnTo>
                <a:lnTo>
                  <a:pt x="57315" y="210154"/>
                </a:lnTo>
                <a:cubicBezTo>
                  <a:pt x="45852" y="210154"/>
                  <a:pt x="38210" y="217796"/>
                  <a:pt x="38210" y="229259"/>
                </a:cubicBezTo>
                <a:lnTo>
                  <a:pt x="38210" y="401203"/>
                </a:lnTo>
                <a:lnTo>
                  <a:pt x="0" y="401203"/>
                </a:lnTo>
                <a:lnTo>
                  <a:pt x="0" y="420308"/>
                </a:lnTo>
                <a:lnTo>
                  <a:pt x="246453" y="420308"/>
                </a:lnTo>
                <a:cubicBezTo>
                  <a:pt x="252185" y="447055"/>
                  <a:pt x="277021" y="464249"/>
                  <a:pt x="303768" y="458518"/>
                </a:cubicBezTo>
                <a:cubicBezTo>
                  <a:pt x="330515" y="452787"/>
                  <a:pt x="347710" y="427950"/>
                  <a:pt x="341978" y="401203"/>
                </a:cubicBezTo>
                <a:cubicBezTo>
                  <a:pt x="338157" y="382098"/>
                  <a:pt x="322873" y="366814"/>
                  <a:pt x="303768" y="362993"/>
                </a:cubicBezTo>
                <a:lnTo>
                  <a:pt x="303768" y="362993"/>
                </a:lnTo>
                <a:lnTo>
                  <a:pt x="303768" y="19105"/>
                </a:lnTo>
                <a:close/>
                <a:moveTo>
                  <a:pt x="229259" y="401203"/>
                </a:moveTo>
                <a:lnTo>
                  <a:pt x="57315" y="401203"/>
                </a:lnTo>
                <a:lnTo>
                  <a:pt x="57315" y="229259"/>
                </a:lnTo>
                <a:lnTo>
                  <a:pt x="229259" y="229259"/>
                </a:lnTo>
                <a:lnTo>
                  <a:pt x="229259" y="401203"/>
                </a:lnTo>
                <a:close/>
                <a:moveTo>
                  <a:pt x="229259" y="210154"/>
                </a:moveTo>
                <a:lnTo>
                  <a:pt x="133734" y="210154"/>
                </a:lnTo>
                <a:lnTo>
                  <a:pt x="133734" y="95525"/>
                </a:lnTo>
                <a:lnTo>
                  <a:pt x="229259" y="95525"/>
                </a:lnTo>
                <a:lnTo>
                  <a:pt x="229259" y="210154"/>
                </a:lnTo>
                <a:close/>
                <a:moveTo>
                  <a:pt x="324784" y="410756"/>
                </a:moveTo>
                <a:cubicBezTo>
                  <a:pt x="326694" y="427950"/>
                  <a:pt x="313321" y="441324"/>
                  <a:pt x="296126" y="443234"/>
                </a:cubicBezTo>
                <a:cubicBezTo>
                  <a:pt x="278932" y="445145"/>
                  <a:pt x="265558" y="431771"/>
                  <a:pt x="263648" y="414577"/>
                </a:cubicBezTo>
                <a:cubicBezTo>
                  <a:pt x="261737" y="397382"/>
                  <a:pt x="275111" y="384009"/>
                  <a:pt x="292305" y="382098"/>
                </a:cubicBezTo>
                <a:cubicBezTo>
                  <a:pt x="292305" y="382098"/>
                  <a:pt x="294216" y="382098"/>
                  <a:pt x="294216" y="382098"/>
                </a:cubicBezTo>
                <a:cubicBezTo>
                  <a:pt x="311410" y="382098"/>
                  <a:pt x="324784" y="393561"/>
                  <a:pt x="324784" y="41075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12" descr="Goggles/Protective eyewear icon.">
            <a:extLst>
              <a:ext uri="{FF2B5EF4-FFF2-40B4-BE49-F238E27FC236}">
                <a16:creationId xmlns:a16="http://schemas.microsoft.com/office/drawing/2014/main" id="{7A7C4CF6-0666-5C9D-A484-68953060A7E4}"/>
              </a:ext>
            </a:extLst>
          </p:cNvPr>
          <p:cNvSpPr/>
          <p:nvPr/>
        </p:nvSpPr>
        <p:spPr>
          <a:xfrm>
            <a:off x="948083" y="2375511"/>
            <a:ext cx="461197" cy="288233"/>
          </a:xfrm>
          <a:custGeom>
            <a:avLst/>
            <a:gdLst>
              <a:gd name="connsiteX0" fmla="*/ 445730 w 461197"/>
              <a:gd name="connsiteY0" fmla="*/ 106495 h 288233"/>
              <a:gd name="connsiteX1" fmla="*/ 297851 w 461197"/>
              <a:gd name="connsiteY1" fmla="*/ 3496 h 288233"/>
              <a:gd name="connsiteX2" fmla="*/ 273454 w 461197"/>
              <a:gd name="connsiteY2" fmla="*/ 5465 h 288233"/>
              <a:gd name="connsiteX3" fmla="*/ 246412 w 461197"/>
              <a:gd name="connsiteY3" fmla="*/ 31766 h 288233"/>
              <a:gd name="connsiteX4" fmla="*/ 240614 w 461197"/>
              <a:gd name="connsiteY4" fmla="*/ 45441 h 288233"/>
              <a:gd name="connsiteX5" fmla="*/ 246233 w 461197"/>
              <a:gd name="connsiteY5" fmla="*/ 59098 h 288233"/>
              <a:gd name="connsiteX6" fmla="*/ 252236 w 461197"/>
              <a:gd name="connsiteY6" fmla="*/ 65101 h 288233"/>
              <a:gd name="connsiteX7" fmla="*/ 279223 w 461197"/>
              <a:gd name="connsiteY7" fmla="*/ 65270 h 288233"/>
              <a:gd name="connsiteX8" fmla="*/ 286801 w 461197"/>
              <a:gd name="connsiteY8" fmla="*/ 57878 h 288233"/>
              <a:gd name="connsiteX9" fmla="*/ 302535 w 461197"/>
              <a:gd name="connsiteY9" fmla="*/ 69009 h 288233"/>
              <a:gd name="connsiteX10" fmla="*/ 302485 w 461197"/>
              <a:gd name="connsiteY10" fmla="*/ 69078 h 288233"/>
              <a:gd name="connsiteX11" fmla="*/ 353851 w 461197"/>
              <a:gd name="connsiteY11" fmla="*/ 105643 h 288233"/>
              <a:gd name="connsiteX12" fmla="*/ 107595 w 461197"/>
              <a:gd name="connsiteY12" fmla="*/ 105762 h 288233"/>
              <a:gd name="connsiteX13" fmla="*/ 159036 w 461197"/>
              <a:gd name="connsiteY13" fmla="*/ 69078 h 288233"/>
              <a:gd name="connsiteX14" fmla="*/ 174654 w 461197"/>
              <a:gd name="connsiteY14" fmla="*/ 57822 h 288233"/>
              <a:gd name="connsiteX15" fmla="*/ 182317 w 461197"/>
              <a:gd name="connsiteY15" fmla="*/ 65289 h 288233"/>
              <a:gd name="connsiteX16" fmla="*/ 209284 w 461197"/>
              <a:gd name="connsiteY16" fmla="*/ 65101 h 288233"/>
              <a:gd name="connsiteX17" fmla="*/ 215278 w 461197"/>
              <a:gd name="connsiteY17" fmla="*/ 59098 h 288233"/>
              <a:gd name="connsiteX18" fmla="*/ 220906 w 461197"/>
              <a:gd name="connsiteY18" fmla="*/ 45403 h 288233"/>
              <a:gd name="connsiteX19" fmla="*/ 215101 w 461197"/>
              <a:gd name="connsiteY19" fmla="*/ 31764 h 288233"/>
              <a:gd name="connsiteX20" fmla="*/ 188095 w 461197"/>
              <a:gd name="connsiteY20" fmla="*/ 5480 h 288233"/>
              <a:gd name="connsiteX21" fmla="*/ 163698 w 461197"/>
              <a:gd name="connsiteY21" fmla="*/ 3473 h 288233"/>
              <a:gd name="connsiteX22" fmla="*/ 16179 w 461197"/>
              <a:gd name="connsiteY22" fmla="*/ 106230 h 288233"/>
              <a:gd name="connsiteX23" fmla="*/ 196 w 461197"/>
              <a:gd name="connsiteY23" fmla="*/ 124759 h 288233"/>
              <a:gd name="connsiteX24" fmla="*/ 150 w 461197"/>
              <a:gd name="connsiteY24" fmla="*/ 227414 h 288233"/>
              <a:gd name="connsiteX25" fmla="*/ 0 w 461197"/>
              <a:gd name="connsiteY25" fmla="*/ 227414 h 288233"/>
              <a:gd name="connsiteX26" fmla="*/ 58851 w 461197"/>
              <a:gd name="connsiteY26" fmla="*/ 288234 h 288233"/>
              <a:gd name="connsiteX27" fmla="*/ 157491 w 461197"/>
              <a:gd name="connsiteY27" fmla="*/ 288178 h 288233"/>
              <a:gd name="connsiteX28" fmla="*/ 215187 w 461197"/>
              <a:gd name="connsiteY28" fmla="*/ 240208 h 288233"/>
              <a:gd name="connsiteX29" fmla="*/ 246658 w 461197"/>
              <a:gd name="connsiteY29" fmla="*/ 240208 h 288233"/>
              <a:gd name="connsiteX30" fmla="*/ 303683 w 461197"/>
              <a:gd name="connsiteY30" fmla="*/ 288096 h 288233"/>
              <a:gd name="connsiteX31" fmla="*/ 403323 w 461197"/>
              <a:gd name="connsiteY31" fmla="*/ 288046 h 288233"/>
              <a:gd name="connsiteX32" fmla="*/ 461173 w 461197"/>
              <a:gd name="connsiteY32" fmla="*/ 228857 h 288233"/>
              <a:gd name="connsiteX33" fmla="*/ 461198 w 461197"/>
              <a:gd name="connsiteY33" fmla="*/ 228857 h 288233"/>
              <a:gd name="connsiteX34" fmla="*/ 461198 w 461197"/>
              <a:gd name="connsiteY34" fmla="*/ 124945 h 288233"/>
              <a:gd name="connsiteX35" fmla="*/ 445734 w 461197"/>
              <a:gd name="connsiteY35" fmla="*/ 106492 h 288233"/>
              <a:gd name="connsiteX36" fmla="*/ 297888 w 461197"/>
              <a:gd name="connsiteY36" fmla="*/ 42199 h 288233"/>
              <a:gd name="connsiteX37" fmla="*/ 273350 w 461197"/>
              <a:gd name="connsiteY37" fmla="*/ 44168 h 288233"/>
              <a:gd name="connsiteX38" fmla="*/ 269846 w 461197"/>
              <a:gd name="connsiteY38" fmla="*/ 47643 h 288233"/>
              <a:gd name="connsiteX39" fmla="*/ 269823 w 461197"/>
              <a:gd name="connsiteY39" fmla="*/ 47620 h 288233"/>
              <a:gd name="connsiteX40" fmla="*/ 265828 w 461197"/>
              <a:gd name="connsiteY40" fmla="*/ 51521 h 288233"/>
              <a:gd name="connsiteX41" fmla="*/ 259815 w 461197"/>
              <a:gd name="connsiteY41" fmla="*/ 45537 h 288233"/>
              <a:gd name="connsiteX42" fmla="*/ 286847 w 461197"/>
              <a:gd name="connsiteY42" fmla="*/ 19237 h 288233"/>
              <a:gd name="connsiteX43" fmla="*/ 411007 w 461197"/>
              <a:gd name="connsiteY43" fmla="*/ 105714 h 288233"/>
              <a:gd name="connsiteX44" fmla="*/ 387025 w 461197"/>
              <a:gd name="connsiteY44" fmla="*/ 105683 h 288233"/>
              <a:gd name="connsiteX45" fmla="*/ 297888 w 461197"/>
              <a:gd name="connsiteY45" fmla="*/ 42199 h 288233"/>
              <a:gd name="connsiteX46" fmla="*/ 441961 w 461197"/>
              <a:gd name="connsiteY46" fmla="*/ 124901 h 288233"/>
              <a:gd name="connsiteX47" fmla="*/ 442110 w 461197"/>
              <a:gd name="connsiteY47" fmla="*/ 144136 h 288233"/>
              <a:gd name="connsiteX48" fmla="*/ 19374 w 461197"/>
              <a:gd name="connsiteY48" fmla="*/ 144136 h 288233"/>
              <a:gd name="connsiteX49" fmla="*/ 19377 w 461197"/>
              <a:gd name="connsiteY49" fmla="*/ 124799 h 288233"/>
              <a:gd name="connsiteX50" fmla="*/ 441961 w 461197"/>
              <a:gd name="connsiteY50" fmla="*/ 124901 h 288233"/>
              <a:gd name="connsiteX51" fmla="*/ 174673 w 461197"/>
              <a:gd name="connsiteY51" fmla="*/ 19237 h 288233"/>
              <a:gd name="connsiteX52" fmla="*/ 201706 w 461197"/>
              <a:gd name="connsiteY52" fmla="*/ 45520 h 288233"/>
              <a:gd name="connsiteX53" fmla="*/ 195722 w 461197"/>
              <a:gd name="connsiteY53" fmla="*/ 51523 h 288233"/>
              <a:gd name="connsiteX54" fmla="*/ 191697 w 461197"/>
              <a:gd name="connsiteY54" fmla="*/ 47603 h 288233"/>
              <a:gd name="connsiteX55" fmla="*/ 191666 w 461197"/>
              <a:gd name="connsiteY55" fmla="*/ 47635 h 288233"/>
              <a:gd name="connsiteX56" fmla="*/ 188114 w 461197"/>
              <a:gd name="connsiteY56" fmla="*/ 44114 h 288233"/>
              <a:gd name="connsiteX57" fmla="*/ 163633 w 461197"/>
              <a:gd name="connsiteY57" fmla="*/ 42201 h 288233"/>
              <a:gd name="connsiteX58" fmla="*/ 74407 w 461197"/>
              <a:gd name="connsiteY58" fmla="*/ 105667 h 288233"/>
              <a:gd name="connsiteX59" fmla="*/ 50788 w 461197"/>
              <a:gd name="connsiteY59" fmla="*/ 105667 h 288233"/>
              <a:gd name="connsiteX60" fmla="*/ 174673 w 461197"/>
              <a:gd name="connsiteY60" fmla="*/ 19237 h 288233"/>
              <a:gd name="connsiteX61" fmla="*/ 403329 w 461197"/>
              <a:gd name="connsiteY61" fmla="*/ 268839 h 288233"/>
              <a:gd name="connsiteX62" fmla="*/ 303432 w 461197"/>
              <a:gd name="connsiteY62" fmla="*/ 268726 h 288233"/>
              <a:gd name="connsiteX63" fmla="*/ 265330 w 461197"/>
              <a:gd name="connsiteY63" fmla="*/ 235652 h 288233"/>
              <a:gd name="connsiteX64" fmla="*/ 244103 w 461197"/>
              <a:gd name="connsiteY64" fmla="*/ 220981 h 288233"/>
              <a:gd name="connsiteX65" fmla="*/ 217012 w 461197"/>
              <a:gd name="connsiteY65" fmla="*/ 220942 h 288233"/>
              <a:gd name="connsiteX66" fmla="*/ 196582 w 461197"/>
              <a:gd name="connsiteY66" fmla="*/ 235256 h 288233"/>
              <a:gd name="connsiteX67" fmla="*/ 157478 w 461197"/>
              <a:gd name="connsiteY67" fmla="*/ 268968 h 288233"/>
              <a:gd name="connsiteX68" fmla="*/ 58837 w 461197"/>
              <a:gd name="connsiteY68" fmla="*/ 269024 h 288233"/>
              <a:gd name="connsiteX69" fmla="*/ 19245 w 461197"/>
              <a:gd name="connsiteY69" fmla="*/ 227808 h 288233"/>
              <a:gd name="connsiteX70" fmla="*/ 19356 w 461197"/>
              <a:gd name="connsiteY70" fmla="*/ 227808 h 288233"/>
              <a:gd name="connsiteX71" fmla="*/ 19368 w 461197"/>
              <a:gd name="connsiteY71" fmla="*/ 163344 h 288233"/>
              <a:gd name="connsiteX72" fmla="*/ 441982 w 461197"/>
              <a:gd name="connsiteY72" fmla="*/ 163202 h 288233"/>
              <a:gd name="connsiteX73" fmla="*/ 441982 w 461197"/>
              <a:gd name="connsiteY73" fmla="*/ 228596 h 288233"/>
              <a:gd name="connsiteX74" fmla="*/ 403327 w 461197"/>
              <a:gd name="connsiteY74" fmla="*/ 268835 h 28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61197" h="288233">
                <a:moveTo>
                  <a:pt x="445730" y="106495"/>
                </a:moveTo>
                <a:lnTo>
                  <a:pt x="297851" y="3496"/>
                </a:lnTo>
                <a:cubicBezTo>
                  <a:pt x="290309" y="-1795"/>
                  <a:pt x="280047" y="-969"/>
                  <a:pt x="273454" y="5465"/>
                </a:cubicBezTo>
                <a:lnTo>
                  <a:pt x="246412" y="31766"/>
                </a:lnTo>
                <a:cubicBezTo>
                  <a:pt x="242697" y="35406"/>
                  <a:pt x="240643" y="40245"/>
                  <a:pt x="240614" y="45441"/>
                </a:cubicBezTo>
                <a:cubicBezTo>
                  <a:pt x="240585" y="50601"/>
                  <a:pt x="242593" y="55479"/>
                  <a:pt x="246233" y="59098"/>
                </a:cubicBezTo>
                <a:lnTo>
                  <a:pt x="252236" y="65101"/>
                </a:lnTo>
                <a:cubicBezTo>
                  <a:pt x="259600" y="72493"/>
                  <a:pt x="271719" y="72586"/>
                  <a:pt x="279223" y="65270"/>
                </a:cubicBezTo>
                <a:lnTo>
                  <a:pt x="286801" y="57878"/>
                </a:lnTo>
                <a:lnTo>
                  <a:pt x="302535" y="69009"/>
                </a:lnTo>
                <a:lnTo>
                  <a:pt x="302485" y="69078"/>
                </a:lnTo>
                <a:lnTo>
                  <a:pt x="353851" y="105643"/>
                </a:lnTo>
                <a:cubicBezTo>
                  <a:pt x="293694" y="105921"/>
                  <a:pt x="194031" y="105898"/>
                  <a:pt x="107595" y="105762"/>
                </a:cubicBezTo>
                <a:lnTo>
                  <a:pt x="159036" y="69078"/>
                </a:lnTo>
                <a:lnTo>
                  <a:pt x="174654" y="57822"/>
                </a:lnTo>
                <a:lnTo>
                  <a:pt x="182317" y="65289"/>
                </a:lnTo>
                <a:cubicBezTo>
                  <a:pt x="189784" y="72549"/>
                  <a:pt x="201892" y="72474"/>
                  <a:pt x="209284" y="65101"/>
                </a:cubicBezTo>
                <a:lnTo>
                  <a:pt x="215278" y="59098"/>
                </a:lnTo>
                <a:cubicBezTo>
                  <a:pt x="218945" y="55458"/>
                  <a:pt x="220943" y="50580"/>
                  <a:pt x="220906" y="45403"/>
                </a:cubicBezTo>
                <a:cubicBezTo>
                  <a:pt x="220878" y="40226"/>
                  <a:pt x="218814" y="35385"/>
                  <a:pt x="215101" y="31764"/>
                </a:cubicBezTo>
                <a:lnTo>
                  <a:pt x="188095" y="5480"/>
                </a:lnTo>
                <a:cubicBezTo>
                  <a:pt x="181491" y="-972"/>
                  <a:pt x="171231" y="-1837"/>
                  <a:pt x="163698" y="3473"/>
                </a:cubicBezTo>
                <a:lnTo>
                  <a:pt x="16179" y="106230"/>
                </a:lnTo>
                <a:cubicBezTo>
                  <a:pt x="7194" y="107802"/>
                  <a:pt x="211" y="115309"/>
                  <a:pt x="196" y="124759"/>
                </a:cubicBezTo>
                <a:lnTo>
                  <a:pt x="150" y="227414"/>
                </a:lnTo>
                <a:lnTo>
                  <a:pt x="0" y="227414"/>
                </a:lnTo>
                <a:cubicBezTo>
                  <a:pt x="0" y="260375"/>
                  <a:pt x="26948" y="288234"/>
                  <a:pt x="58851" y="288234"/>
                </a:cubicBezTo>
                <a:lnTo>
                  <a:pt x="157491" y="288178"/>
                </a:lnTo>
                <a:cubicBezTo>
                  <a:pt x="184712" y="288178"/>
                  <a:pt x="209240" y="267712"/>
                  <a:pt x="215187" y="240208"/>
                </a:cubicBezTo>
                <a:cubicBezTo>
                  <a:pt x="215637" y="240170"/>
                  <a:pt x="246225" y="240264"/>
                  <a:pt x="246658" y="240208"/>
                </a:cubicBezTo>
                <a:cubicBezTo>
                  <a:pt x="252371" y="267917"/>
                  <a:pt x="276349" y="288096"/>
                  <a:pt x="303683" y="288096"/>
                </a:cubicBezTo>
                <a:lnTo>
                  <a:pt x="403323" y="288046"/>
                </a:lnTo>
                <a:cubicBezTo>
                  <a:pt x="435690" y="288046"/>
                  <a:pt x="461034" y="262064"/>
                  <a:pt x="461173" y="228857"/>
                </a:cubicBezTo>
                <a:lnTo>
                  <a:pt x="461198" y="228857"/>
                </a:lnTo>
                <a:lnTo>
                  <a:pt x="461198" y="124945"/>
                </a:lnTo>
                <a:cubicBezTo>
                  <a:pt x="461198" y="115659"/>
                  <a:pt x="454465" y="108255"/>
                  <a:pt x="445734" y="106492"/>
                </a:cubicBezTo>
                <a:close/>
                <a:moveTo>
                  <a:pt x="297888" y="42199"/>
                </a:moveTo>
                <a:cubicBezTo>
                  <a:pt x="290326" y="36833"/>
                  <a:pt x="280028" y="37677"/>
                  <a:pt x="273350" y="44168"/>
                </a:cubicBezTo>
                <a:lnTo>
                  <a:pt x="269846" y="47643"/>
                </a:lnTo>
                <a:lnTo>
                  <a:pt x="269823" y="47620"/>
                </a:lnTo>
                <a:lnTo>
                  <a:pt x="265828" y="51521"/>
                </a:lnTo>
                <a:lnTo>
                  <a:pt x="259815" y="45537"/>
                </a:lnTo>
                <a:lnTo>
                  <a:pt x="286847" y="19237"/>
                </a:lnTo>
                <a:lnTo>
                  <a:pt x="411007" y="105714"/>
                </a:lnTo>
                <a:cubicBezTo>
                  <a:pt x="403776" y="105704"/>
                  <a:pt x="395777" y="105694"/>
                  <a:pt x="387025" y="105683"/>
                </a:cubicBezTo>
                <a:lnTo>
                  <a:pt x="297888" y="42199"/>
                </a:lnTo>
                <a:close/>
                <a:moveTo>
                  <a:pt x="441961" y="124901"/>
                </a:moveTo>
                <a:lnTo>
                  <a:pt x="442110" y="144136"/>
                </a:lnTo>
                <a:lnTo>
                  <a:pt x="19374" y="144136"/>
                </a:lnTo>
                <a:cubicBezTo>
                  <a:pt x="19374" y="144136"/>
                  <a:pt x="19377" y="124799"/>
                  <a:pt x="19377" y="124799"/>
                </a:cubicBezTo>
                <a:cubicBezTo>
                  <a:pt x="55671" y="125001"/>
                  <a:pt x="391674" y="124864"/>
                  <a:pt x="441961" y="124901"/>
                </a:cubicBezTo>
                <a:close/>
                <a:moveTo>
                  <a:pt x="174673" y="19237"/>
                </a:moveTo>
                <a:lnTo>
                  <a:pt x="201706" y="45520"/>
                </a:lnTo>
                <a:lnTo>
                  <a:pt x="195722" y="51523"/>
                </a:lnTo>
                <a:lnTo>
                  <a:pt x="191697" y="47603"/>
                </a:lnTo>
                <a:lnTo>
                  <a:pt x="191666" y="47635"/>
                </a:lnTo>
                <a:lnTo>
                  <a:pt x="188114" y="44114"/>
                </a:lnTo>
                <a:cubicBezTo>
                  <a:pt x="181493" y="37698"/>
                  <a:pt x="171221" y="36854"/>
                  <a:pt x="163633" y="42201"/>
                </a:cubicBezTo>
                <a:lnTo>
                  <a:pt x="74407" y="105667"/>
                </a:lnTo>
                <a:cubicBezTo>
                  <a:pt x="66202" y="105673"/>
                  <a:pt x="58574" y="105660"/>
                  <a:pt x="50788" y="105667"/>
                </a:cubicBezTo>
                <a:lnTo>
                  <a:pt x="174673" y="19237"/>
                </a:lnTo>
                <a:close/>
                <a:moveTo>
                  <a:pt x="403329" y="268839"/>
                </a:moveTo>
                <a:lnTo>
                  <a:pt x="303432" y="268726"/>
                </a:lnTo>
                <a:cubicBezTo>
                  <a:pt x="284982" y="268726"/>
                  <a:pt x="268961" y="254806"/>
                  <a:pt x="265330" y="235652"/>
                </a:cubicBezTo>
                <a:cubicBezTo>
                  <a:pt x="264298" y="230173"/>
                  <a:pt x="260163" y="220981"/>
                  <a:pt x="244103" y="220981"/>
                </a:cubicBezTo>
                <a:lnTo>
                  <a:pt x="217012" y="220942"/>
                </a:lnTo>
                <a:cubicBezTo>
                  <a:pt x="205250" y="220942"/>
                  <a:pt x="198375" y="225764"/>
                  <a:pt x="196582" y="235256"/>
                </a:cubicBezTo>
                <a:cubicBezTo>
                  <a:pt x="192942" y="254466"/>
                  <a:pt x="176133" y="268968"/>
                  <a:pt x="157478" y="268968"/>
                </a:cubicBezTo>
                <a:lnTo>
                  <a:pt x="58837" y="269024"/>
                </a:lnTo>
                <a:cubicBezTo>
                  <a:pt x="37485" y="269024"/>
                  <a:pt x="19458" y="250180"/>
                  <a:pt x="19245" y="227808"/>
                </a:cubicBezTo>
                <a:lnTo>
                  <a:pt x="19356" y="227808"/>
                </a:lnTo>
                <a:lnTo>
                  <a:pt x="19368" y="163344"/>
                </a:lnTo>
                <a:lnTo>
                  <a:pt x="441982" y="163202"/>
                </a:lnTo>
                <a:lnTo>
                  <a:pt x="441982" y="228596"/>
                </a:lnTo>
                <a:cubicBezTo>
                  <a:pt x="441982" y="251164"/>
                  <a:pt x="424994" y="268835"/>
                  <a:pt x="403327" y="268835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6" descr="Packing slip icon.">
            <a:extLst>
              <a:ext uri="{FF2B5EF4-FFF2-40B4-BE49-F238E27FC236}">
                <a16:creationId xmlns:a16="http://schemas.microsoft.com/office/drawing/2014/main" id="{B33CCD58-EA13-95EB-FABD-41B5B8B20490}"/>
              </a:ext>
            </a:extLst>
          </p:cNvPr>
          <p:cNvSpPr/>
          <p:nvPr/>
        </p:nvSpPr>
        <p:spPr>
          <a:xfrm>
            <a:off x="2225713" y="2313819"/>
            <a:ext cx="345784" cy="461046"/>
          </a:xfrm>
          <a:custGeom>
            <a:avLst/>
            <a:gdLst>
              <a:gd name="connsiteX0" fmla="*/ 288050 w 345784"/>
              <a:gd name="connsiteY0" fmla="*/ 364995 h 461046"/>
              <a:gd name="connsiteX1" fmla="*/ 307260 w 345784"/>
              <a:gd name="connsiteY1" fmla="*/ 364995 h 461046"/>
              <a:gd name="connsiteX2" fmla="*/ 307260 w 345784"/>
              <a:gd name="connsiteY2" fmla="*/ 422626 h 461046"/>
              <a:gd name="connsiteX3" fmla="*/ 288050 w 345784"/>
              <a:gd name="connsiteY3" fmla="*/ 422626 h 461046"/>
              <a:gd name="connsiteX4" fmla="*/ 288050 w 345784"/>
              <a:gd name="connsiteY4" fmla="*/ 364995 h 461046"/>
              <a:gd name="connsiteX5" fmla="*/ 307205 w 345784"/>
              <a:gd name="connsiteY5" fmla="*/ 249847 h 461046"/>
              <a:gd name="connsiteX6" fmla="*/ 38317 w 345784"/>
              <a:gd name="connsiteY6" fmla="*/ 249733 h 461046"/>
              <a:gd name="connsiteX7" fmla="*/ 38317 w 345784"/>
              <a:gd name="connsiteY7" fmla="*/ 268944 h 461046"/>
              <a:gd name="connsiteX8" fmla="*/ 307205 w 345784"/>
              <a:gd name="connsiteY8" fmla="*/ 269057 h 461046"/>
              <a:gd name="connsiteX9" fmla="*/ 307205 w 345784"/>
              <a:gd name="connsiteY9" fmla="*/ 249847 h 461046"/>
              <a:gd name="connsiteX10" fmla="*/ 240024 w 345784"/>
              <a:gd name="connsiteY10" fmla="*/ 422626 h 461046"/>
              <a:gd name="connsiteX11" fmla="*/ 259235 w 345784"/>
              <a:gd name="connsiteY11" fmla="*/ 422626 h 461046"/>
              <a:gd name="connsiteX12" fmla="*/ 259235 w 345784"/>
              <a:gd name="connsiteY12" fmla="*/ 364995 h 461046"/>
              <a:gd name="connsiteX13" fmla="*/ 240024 w 345784"/>
              <a:gd name="connsiteY13" fmla="*/ 364995 h 461046"/>
              <a:gd name="connsiteX14" fmla="*/ 240024 w 345784"/>
              <a:gd name="connsiteY14" fmla="*/ 422626 h 461046"/>
              <a:gd name="connsiteX15" fmla="*/ 191999 w 345784"/>
              <a:gd name="connsiteY15" fmla="*/ 422626 h 461046"/>
              <a:gd name="connsiteX16" fmla="*/ 211209 w 345784"/>
              <a:gd name="connsiteY16" fmla="*/ 422626 h 461046"/>
              <a:gd name="connsiteX17" fmla="*/ 211209 w 345784"/>
              <a:gd name="connsiteY17" fmla="*/ 364995 h 461046"/>
              <a:gd name="connsiteX18" fmla="*/ 191999 w 345784"/>
              <a:gd name="connsiteY18" fmla="*/ 364995 h 461046"/>
              <a:gd name="connsiteX19" fmla="*/ 191999 w 345784"/>
              <a:gd name="connsiteY19" fmla="*/ 422626 h 461046"/>
              <a:gd name="connsiteX20" fmla="*/ 86342 w 345784"/>
              <a:gd name="connsiteY20" fmla="*/ 422626 h 461046"/>
              <a:gd name="connsiteX21" fmla="*/ 105553 w 345784"/>
              <a:gd name="connsiteY21" fmla="*/ 422626 h 461046"/>
              <a:gd name="connsiteX22" fmla="*/ 105553 w 345784"/>
              <a:gd name="connsiteY22" fmla="*/ 364995 h 461046"/>
              <a:gd name="connsiteX23" fmla="*/ 86342 w 345784"/>
              <a:gd name="connsiteY23" fmla="*/ 364995 h 461046"/>
              <a:gd name="connsiteX24" fmla="*/ 86342 w 345784"/>
              <a:gd name="connsiteY24" fmla="*/ 422626 h 461046"/>
              <a:gd name="connsiteX25" fmla="*/ 134368 w 345784"/>
              <a:gd name="connsiteY25" fmla="*/ 422626 h 461046"/>
              <a:gd name="connsiteX26" fmla="*/ 153578 w 345784"/>
              <a:gd name="connsiteY26" fmla="*/ 422626 h 461046"/>
              <a:gd name="connsiteX27" fmla="*/ 153578 w 345784"/>
              <a:gd name="connsiteY27" fmla="*/ 364995 h 461046"/>
              <a:gd name="connsiteX28" fmla="*/ 134368 w 345784"/>
              <a:gd name="connsiteY28" fmla="*/ 364995 h 461046"/>
              <a:gd name="connsiteX29" fmla="*/ 134368 w 345784"/>
              <a:gd name="connsiteY29" fmla="*/ 422626 h 461046"/>
              <a:gd name="connsiteX30" fmla="*/ 345785 w 345784"/>
              <a:gd name="connsiteY30" fmla="*/ 19210 h 461046"/>
              <a:gd name="connsiteX31" fmla="*/ 345785 w 345784"/>
              <a:gd name="connsiteY31" fmla="*/ 441836 h 461046"/>
              <a:gd name="connsiteX32" fmla="*/ 326574 w 345784"/>
              <a:gd name="connsiteY32" fmla="*/ 461046 h 461046"/>
              <a:gd name="connsiteX33" fmla="*/ 19210 w 345784"/>
              <a:gd name="connsiteY33" fmla="*/ 461046 h 461046"/>
              <a:gd name="connsiteX34" fmla="*/ 0 w 345784"/>
              <a:gd name="connsiteY34" fmla="*/ 441836 h 461046"/>
              <a:gd name="connsiteX35" fmla="*/ 0 w 345784"/>
              <a:gd name="connsiteY35" fmla="*/ 19210 h 461046"/>
              <a:gd name="connsiteX36" fmla="*/ 19210 w 345784"/>
              <a:gd name="connsiteY36" fmla="*/ 0 h 461046"/>
              <a:gd name="connsiteX37" fmla="*/ 326574 w 345784"/>
              <a:gd name="connsiteY37" fmla="*/ 0 h 461046"/>
              <a:gd name="connsiteX38" fmla="*/ 345785 w 345784"/>
              <a:gd name="connsiteY38" fmla="*/ 19210 h 461046"/>
              <a:gd name="connsiteX39" fmla="*/ 326574 w 345784"/>
              <a:gd name="connsiteY39" fmla="*/ 211269 h 461046"/>
              <a:gd name="connsiteX40" fmla="*/ 19210 w 345784"/>
              <a:gd name="connsiteY40" fmla="*/ 211349 h 461046"/>
              <a:gd name="connsiteX41" fmla="*/ 19210 w 345784"/>
              <a:gd name="connsiteY41" fmla="*/ 441838 h 461046"/>
              <a:gd name="connsiteX42" fmla="*/ 326574 w 345784"/>
              <a:gd name="connsiteY42" fmla="*/ 441838 h 461046"/>
              <a:gd name="connsiteX43" fmla="*/ 326574 w 345784"/>
              <a:gd name="connsiteY43" fmla="*/ 211270 h 461046"/>
              <a:gd name="connsiteX44" fmla="*/ 326574 w 345784"/>
              <a:gd name="connsiteY44" fmla="*/ 19210 h 461046"/>
              <a:gd name="connsiteX45" fmla="*/ 19210 w 345784"/>
              <a:gd name="connsiteY45" fmla="*/ 19210 h 461046"/>
              <a:gd name="connsiteX46" fmla="*/ 19210 w 345784"/>
              <a:gd name="connsiteY46" fmla="*/ 192137 h 461046"/>
              <a:gd name="connsiteX47" fmla="*/ 326574 w 345784"/>
              <a:gd name="connsiteY47" fmla="*/ 192056 h 461046"/>
              <a:gd name="connsiteX48" fmla="*/ 326574 w 345784"/>
              <a:gd name="connsiteY48" fmla="*/ 19210 h 461046"/>
              <a:gd name="connsiteX49" fmla="*/ 38223 w 345784"/>
              <a:gd name="connsiteY49" fmla="*/ 134341 h 461046"/>
              <a:gd name="connsiteX50" fmla="*/ 38223 w 345784"/>
              <a:gd name="connsiteY50" fmla="*/ 76945 h 461046"/>
              <a:gd name="connsiteX51" fmla="*/ 57433 w 345784"/>
              <a:gd name="connsiteY51" fmla="*/ 57734 h 461046"/>
              <a:gd name="connsiteX52" fmla="*/ 115083 w 345784"/>
              <a:gd name="connsiteY52" fmla="*/ 57734 h 461046"/>
              <a:gd name="connsiteX53" fmla="*/ 134293 w 345784"/>
              <a:gd name="connsiteY53" fmla="*/ 76945 h 461046"/>
              <a:gd name="connsiteX54" fmla="*/ 134293 w 345784"/>
              <a:gd name="connsiteY54" fmla="*/ 134341 h 461046"/>
              <a:gd name="connsiteX55" fmla="*/ 115083 w 345784"/>
              <a:gd name="connsiteY55" fmla="*/ 153551 h 461046"/>
              <a:gd name="connsiteX56" fmla="*/ 57433 w 345784"/>
              <a:gd name="connsiteY56" fmla="*/ 153551 h 461046"/>
              <a:gd name="connsiteX57" fmla="*/ 38223 w 345784"/>
              <a:gd name="connsiteY57" fmla="*/ 134341 h 461046"/>
              <a:gd name="connsiteX58" fmla="*/ 57433 w 345784"/>
              <a:gd name="connsiteY58" fmla="*/ 134341 h 461046"/>
              <a:gd name="connsiteX59" fmla="*/ 115083 w 345784"/>
              <a:gd name="connsiteY59" fmla="*/ 134341 h 461046"/>
              <a:gd name="connsiteX60" fmla="*/ 115083 w 345784"/>
              <a:gd name="connsiteY60" fmla="*/ 76945 h 461046"/>
              <a:gd name="connsiteX61" fmla="*/ 57433 w 345784"/>
              <a:gd name="connsiteY61" fmla="*/ 76945 h 461046"/>
              <a:gd name="connsiteX62" fmla="*/ 57433 w 345784"/>
              <a:gd name="connsiteY62" fmla="*/ 134341 h 461046"/>
              <a:gd name="connsiteX63" fmla="*/ 153624 w 345784"/>
              <a:gd name="connsiteY63" fmla="*/ 134341 h 461046"/>
              <a:gd name="connsiteX64" fmla="*/ 153624 w 345784"/>
              <a:gd name="connsiteY64" fmla="*/ 76756 h 461046"/>
              <a:gd name="connsiteX65" fmla="*/ 172835 w 345784"/>
              <a:gd name="connsiteY65" fmla="*/ 57546 h 461046"/>
              <a:gd name="connsiteX66" fmla="*/ 288135 w 345784"/>
              <a:gd name="connsiteY66" fmla="*/ 57546 h 461046"/>
              <a:gd name="connsiteX67" fmla="*/ 307345 w 345784"/>
              <a:gd name="connsiteY67" fmla="*/ 76756 h 461046"/>
              <a:gd name="connsiteX68" fmla="*/ 307345 w 345784"/>
              <a:gd name="connsiteY68" fmla="*/ 134341 h 461046"/>
              <a:gd name="connsiteX69" fmla="*/ 288135 w 345784"/>
              <a:gd name="connsiteY69" fmla="*/ 153551 h 461046"/>
              <a:gd name="connsiteX70" fmla="*/ 172835 w 345784"/>
              <a:gd name="connsiteY70" fmla="*/ 153551 h 461046"/>
              <a:gd name="connsiteX71" fmla="*/ 153624 w 345784"/>
              <a:gd name="connsiteY71" fmla="*/ 134341 h 461046"/>
              <a:gd name="connsiteX72" fmla="*/ 172835 w 345784"/>
              <a:gd name="connsiteY72" fmla="*/ 134341 h 461046"/>
              <a:gd name="connsiteX73" fmla="*/ 288135 w 345784"/>
              <a:gd name="connsiteY73" fmla="*/ 134341 h 461046"/>
              <a:gd name="connsiteX74" fmla="*/ 288135 w 345784"/>
              <a:gd name="connsiteY74" fmla="*/ 76756 h 461046"/>
              <a:gd name="connsiteX75" fmla="*/ 172835 w 345784"/>
              <a:gd name="connsiteY75" fmla="*/ 76756 h 461046"/>
              <a:gd name="connsiteX76" fmla="*/ 172835 w 345784"/>
              <a:gd name="connsiteY76" fmla="*/ 134341 h 461046"/>
              <a:gd name="connsiteX77" fmla="*/ 57527 w 345784"/>
              <a:gd name="connsiteY77" fmla="*/ 364995 h 461046"/>
              <a:gd name="connsiteX78" fmla="*/ 38317 w 345784"/>
              <a:gd name="connsiteY78" fmla="*/ 364995 h 461046"/>
              <a:gd name="connsiteX79" fmla="*/ 38317 w 345784"/>
              <a:gd name="connsiteY79" fmla="*/ 422626 h 461046"/>
              <a:gd name="connsiteX80" fmla="*/ 57527 w 345784"/>
              <a:gd name="connsiteY80" fmla="*/ 422626 h 461046"/>
              <a:gd name="connsiteX81" fmla="*/ 57527 w 345784"/>
              <a:gd name="connsiteY81" fmla="*/ 364995 h 461046"/>
              <a:gd name="connsiteX82" fmla="*/ 307260 w 345784"/>
              <a:gd name="connsiteY82" fmla="*/ 307364 h 461046"/>
              <a:gd name="connsiteX83" fmla="*/ 38317 w 345784"/>
              <a:gd name="connsiteY83" fmla="*/ 307364 h 461046"/>
              <a:gd name="connsiteX84" fmla="*/ 38317 w 345784"/>
              <a:gd name="connsiteY84" fmla="*/ 326574 h 461046"/>
              <a:gd name="connsiteX85" fmla="*/ 307260 w 345784"/>
              <a:gd name="connsiteY85" fmla="*/ 326574 h 461046"/>
              <a:gd name="connsiteX86" fmla="*/ 307260 w 345784"/>
              <a:gd name="connsiteY86" fmla="*/ 307364 h 4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45784" h="461046">
                <a:moveTo>
                  <a:pt x="288050" y="364995"/>
                </a:moveTo>
                <a:lnTo>
                  <a:pt x="307260" y="364995"/>
                </a:lnTo>
                <a:lnTo>
                  <a:pt x="307260" y="422626"/>
                </a:lnTo>
                <a:lnTo>
                  <a:pt x="288050" y="422626"/>
                </a:lnTo>
                <a:lnTo>
                  <a:pt x="288050" y="364995"/>
                </a:lnTo>
                <a:close/>
                <a:moveTo>
                  <a:pt x="307205" y="249847"/>
                </a:moveTo>
                <a:lnTo>
                  <a:pt x="38317" y="249733"/>
                </a:lnTo>
                <a:lnTo>
                  <a:pt x="38317" y="268944"/>
                </a:lnTo>
                <a:lnTo>
                  <a:pt x="307205" y="269057"/>
                </a:lnTo>
                <a:lnTo>
                  <a:pt x="307205" y="249847"/>
                </a:lnTo>
                <a:close/>
                <a:moveTo>
                  <a:pt x="240024" y="422626"/>
                </a:moveTo>
                <a:lnTo>
                  <a:pt x="259235" y="422626"/>
                </a:lnTo>
                <a:lnTo>
                  <a:pt x="259235" y="364995"/>
                </a:lnTo>
                <a:lnTo>
                  <a:pt x="240024" y="364995"/>
                </a:lnTo>
                <a:lnTo>
                  <a:pt x="240024" y="422626"/>
                </a:lnTo>
                <a:close/>
                <a:moveTo>
                  <a:pt x="191999" y="422626"/>
                </a:moveTo>
                <a:lnTo>
                  <a:pt x="211209" y="422626"/>
                </a:lnTo>
                <a:lnTo>
                  <a:pt x="211209" y="364995"/>
                </a:lnTo>
                <a:lnTo>
                  <a:pt x="191999" y="364995"/>
                </a:lnTo>
                <a:lnTo>
                  <a:pt x="191999" y="422626"/>
                </a:lnTo>
                <a:close/>
                <a:moveTo>
                  <a:pt x="86342" y="422626"/>
                </a:moveTo>
                <a:lnTo>
                  <a:pt x="105553" y="422626"/>
                </a:lnTo>
                <a:lnTo>
                  <a:pt x="105553" y="364995"/>
                </a:lnTo>
                <a:lnTo>
                  <a:pt x="86342" y="364995"/>
                </a:lnTo>
                <a:lnTo>
                  <a:pt x="86342" y="422626"/>
                </a:lnTo>
                <a:close/>
                <a:moveTo>
                  <a:pt x="134368" y="422626"/>
                </a:moveTo>
                <a:lnTo>
                  <a:pt x="153578" y="422626"/>
                </a:lnTo>
                <a:lnTo>
                  <a:pt x="153578" y="364995"/>
                </a:lnTo>
                <a:lnTo>
                  <a:pt x="134368" y="364995"/>
                </a:lnTo>
                <a:lnTo>
                  <a:pt x="134368" y="422626"/>
                </a:lnTo>
                <a:close/>
                <a:moveTo>
                  <a:pt x="345785" y="19210"/>
                </a:moveTo>
                <a:lnTo>
                  <a:pt x="345785" y="441836"/>
                </a:lnTo>
                <a:cubicBezTo>
                  <a:pt x="345785" y="452436"/>
                  <a:pt x="337165" y="461046"/>
                  <a:pt x="326574" y="461046"/>
                </a:cubicBezTo>
                <a:lnTo>
                  <a:pt x="19210" y="461046"/>
                </a:lnTo>
                <a:cubicBezTo>
                  <a:pt x="8620" y="461046"/>
                  <a:pt x="0" y="452436"/>
                  <a:pt x="0" y="441836"/>
                </a:cubicBezTo>
                <a:lnTo>
                  <a:pt x="0" y="19210"/>
                </a:lnTo>
                <a:cubicBezTo>
                  <a:pt x="0" y="8620"/>
                  <a:pt x="8620" y="0"/>
                  <a:pt x="19210" y="0"/>
                </a:cubicBezTo>
                <a:lnTo>
                  <a:pt x="326574" y="0"/>
                </a:lnTo>
                <a:cubicBezTo>
                  <a:pt x="337165" y="0"/>
                  <a:pt x="345785" y="8620"/>
                  <a:pt x="345785" y="19210"/>
                </a:cubicBezTo>
                <a:close/>
                <a:moveTo>
                  <a:pt x="326574" y="211269"/>
                </a:moveTo>
                <a:lnTo>
                  <a:pt x="19210" y="211349"/>
                </a:lnTo>
                <a:lnTo>
                  <a:pt x="19210" y="441838"/>
                </a:lnTo>
                <a:lnTo>
                  <a:pt x="326574" y="441838"/>
                </a:lnTo>
                <a:lnTo>
                  <a:pt x="326574" y="211270"/>
                </a:lnTo>
                <a:close/>
                <a:moveTo>
                  <a:pt x="326574" y="19210"/>
                </a:moveTo>
                <a:lnTo>
                  <a:pt x="19210" y="19210"/>
                </a:lnTo>
                <a:lnTo>
                  <a:pt x="19210" y="192137"/>
                </a:lnTo>
                <a:lnTo>
                  <a:pt x="326574" y="192056"/>
                </a:lnTo>
                <a:lnTo>
                  <a:pt x="326574" y="19210"/>
                </a:lnTo>
                <a:close/>
                <a:moveTo>
                  <a:pt x="38223" y="134341"/>
                </a:moveTo>
                <a:lnTo>
                  <a:pt x="38223" y="76945"/>
                </a:lnTo>
                <a:cubicBezTo>
                  <a:pt x="38223" y="66354"/>
                  <a:pt x="46842" y="57734"/>
                  <a:pt x="57433" y="57734"/>
                </a:cubicBezTo>
                <a:lnTo>
                  <a:pt x="115083" y="57734"/>
                </a:lnTo>
                <a:cubicBezTo>
                  <a:pt x="125673" y="57734"/>
                  <a:pt x="134293" y="66354"/>
                  <a:pt x="134293" y="76945"/>
                </a:cubicBezTo>
                <a:lnTo>
                  <a:pt x="134293" y="134341"/>
                </a:lnTo>
                <a:cubicBezTo>
                  <a:pt x="134293" y="144932"/>
                  <a:pt x="125673" y="153551"/>
                  <a:pt x="115083" y="153551"/>
                </a:cubicBezTo>
                <a:lnTo>
                  <a:pt x="57433" y="153551"/>
                </a:lnTo>
                <a:cubicBezTo>
                  <a:pt x="46842" y="153551"/>
                  <a:pt x="38223" y="144932"/>
                  <a:pt x="38223" y="134341"/>
                </a:cubicBezTo>
                <a:close/>
                <a:moveTo>
                  <a:pt x="57433" y="134341"/>
                </a:moveTo>
                <a:lnTo>
                  <a:pt x="115083" y="134341"/>
                </a:lnTo>
                <a:lnTo>
                  <a:pt x="115083" y="76945"/>
                </a:lnTo>
                <a:lnTo>
                  <a:pt x="57433" y="76945"/>
                </a:lnTo>
                <a:lnTo>
                  <a:pt x="57433" y="134341"/>
                </a:lnTo>
                <a:close/>
                <a:moveTo>
                  <a:pt x="153624" y="134341"/>
                </a:moveTo>
                <a:lnTo>
                  <a:pt x="153624" y="76756"/>
                </a:lnTo>
                <a:cubicBezTo>
                  <a:pt x="153624" y="66166"/>
                  <a:pt x="162244" y="57546"/>
                  <a:pt x="172835" y="57546"/>
                </a:cubicBezTo>
                <a:lnTo>
                  <a:pt x="288135" y="57546"/>
                </a:lnTo>
                <a:cubicBezTo>
                  <a:pt x="298725" y="57546"/>
                  <a:pt x="307345" y="66166"/>
                  <a:pt x="307345" y="76756"/>
                </a:cubicBezTo>
                <a:lnTo>
                  <a:pt x="307345" y="134341"/>
                </a:lnTo>
                <a:cubicBezTo>
                  <a:pt x="307345" y="144932"/>
                  <a:pt x="298725" y="153551"/>
                  <a:pt x="288135" y="153551"/>
                </a:cubicBezTo>
                <a:lnTo>
                  <a:pt x="172835" y="153551"/>
                </a:lnTo>
                <a:cubicBezTo>
                  <a:pt x="162244" y="153551"/>
                  <a:pt x="153624" y="144932"/>
                  <a:pt x="153624" y="134341"/>
                </a:cubicBezTo>
                <a:close/>
                <a:moveTo>
                  <a:pt x="172835" y="134341"/>
                </a:moveTo>
                <a:lnTo>
                  <a:pt x="288135" y="134341"/>
                </a:lnTo>
                <a:lnTo>
                  <a:pt x="288135" y="76756"/>
                </a:lnTo>
                <a:lnTo>
                  <a:pt x="172835" y="76756"/>
                </a:lnTo>
                <a:lnTo>
                  <a:pt x="172835" y="134341"/>
                </a:lnTo>
                <a:close/>
                <a:moveTo>
                  <a:pt x="57527" y="364995"/>
                </a:moveTo>
                <a:lnTo>
                  <a:pt x="38317" y="364995"/>
                </a:lnTo>
                <a:lnTo>
                  <a:pt x="38317" y="422626"/>
                </a:lnTo>
                <a:lnTo>
                  <a:pt x="57527" y="422626"/>
                </a:lnTo>
                <a:lnTo>
                  <a:pt x="57527" y="364995"/>
                </a:lnTo>
                <a:close/>
                <a:moveTo>
                  <a:pt x="307260" y="307364"/>
                </a:moveTo>
                <a:lnTo>
                  <a:pt x="38317" y="307364"/>
                </a:lnTo>
                <a:lnTo>
                  <a:pt x="38317" y="326574"/>
                </a:lnTo>
                <a:lnTo>
                  <a:pt x="307260" y="326574"/>
                </a:lnTo>
                <a:lnTo>
                  <a:pt x="307260" y="307364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24" descr="Sealed bag icon.">
            <a:extLst>
              <a:ext uri="{FF2B5EF4-FFF2-40B4-BE49-F238E27FC236}">
                <a16:creationId xmlns:a16="http://schemas.microsoft.com/office/drawing/2014/main" id="{B722ECFD-3365-E593-ACDD-F0DC06861782}"/>
              </a:ext>
            </a:extLst>
          </p:cNvPr>
          <p:cNvSpPr/>
          <p:nvPr/>
        </p:nvSpPr>
        <p:spPr>
          <a:xfrm>
            <a:off x="3455029" y="2313744"/>
            <a:ext cx="345784" cy="461045"/>
          </a:xfrm>
          <a:custGeom>
            <a:avLst/>
            <a:gdLst>
              <a:gd name="connsiteX0" fmla="*/ 326574 w 345784"/>
              <a:gd name="connsiteY0" fmla="*/ 0 h 461045"/>
              <a:gd name="connsiteX1" fmla="*/ 19210 w 345784"/>
              <a:gd name="connsiteY1" fmla="*/ 0 h 461045"/>
              <a:gd name="connsiteX2" fmla="*/ 0 w 345784"/>
              <a:gd name="connsiteY2" fmla="*/ 19210 h 461045"/>
              <a:gd name="connsiteX3" fmla="*/ 0 w 345784"/>
              <a:gd name="connsiteY3" fmla="*/ 441836 h 461045"/>
              <a:gd name="connsiteX4" fmla="*/ 19210 w 345784"/>
              <a:gd name="connsiteY4" fmla="*/ 461046 h 461045"/>
              <a:gd name="connsiteX5" fmla="*/ 326574 w 345784"/>
              <a:gd name="connsiteY5" fmla="*/ 461046 h 461045"/>
              <a:gd name="connsiteX6" fmla="*/ 345785 w 345784"/>
              <a:gd name="connsiteY6" fmla="*/ 441836 h 461045"/>
              <a:gd name="connsiteX7" fmla="*/ 345785 w 345784"/>
              <a:gd name="connsiteY7" fmla="*/ 19210 h 461045"/>
              <a:gd name="connsiteX8" fmla="*/ 326574 w 345784"/>
              <a:gd name="connsiteY8" fmla="*/ 0 h 461045"/>
              <a:gd name="connsiteX9" fmla="*/ 326574 w 345784"/>
              <a:gd name="connsiteY9" fmla="*/ 19210 h 461045"/>
              <a:gd name="connsiteX10" fmla="*/ 326574 w 345784"/>
              <a:gd name="connsiteY10" fmla="*/ 57706 h 461045"/>
              <a:gd name="connsiteX11" fmla="*/ 307402 w 345784"/>
              <a:gd name="connsiteY11" fmla="*/ 57706 h 461045"/>
              <a:gd name="connsiteX12" fmla="*/ 307402 w 345784"/>
              <a:gd name="connsiteY12" fmla="*/ 57425 h 461045"/>
              <a:gd name="connsiteX13" fmla="*/ 288192 w 345784"/>
              <a:gd name="connsiteY13" fmla="*/ 38215 h 461045"/>
              <a:gd name="connsiteX14" fmla="*/ 268982 w 345784"/>
              <a:gd name="connsiteY14" fmla="*/ 38215 h 461045"/>
              <a:gd name="connsiteX15" fmla="*/ 249772 w 345784"/>
              <a:gd name="connsiteY15" fmla="*/ 57425 h 461045"/>
              <a:gd name="connsiteX16" fmla="*/ 249772 w 345784"/>
              <a:gd name="connsiteY16" fmla="*/ 57706 h 461045"/>
              <a:gd name="connsiteX17" fmla="*/ 19210 w 345784"/>
              <a:gd name="connsiteY17" fmla="*/ 57706 h 461045"/>
              <a:gd name="connsiteX18" fmla="*/ 19210 w 345784"/>
              <a:gd name="connsiteY18" fmla="*/ 19210 h 461045"/>
              <a:gd name="connsiteX19" fmla="*/ 326574 w 345784"/>
              <a:gd name="connsiteY19" fmla="*/ 19210 h 461045"/>
              <a:gd name="connsiteX20" fmla="*/ 307402 w 345784"/>
              <a:gd name="connsiteY20" fmla="*/ 76916 h 461045"/>
              <a:gd name="connsiteX21" fmla="*/ 326574 w 345784"/>
              <a:gd name="connsiteY21" fmla="*/ 76916 h 461045"/>
              <a:gd name="connsiteX22" fmla="*/ 326574 w 345784"/>
              <a:gd name="connsiteY22" fmla="*/ 96126 h 461045"/>
              <a:gd name="connsiteX23" fmla="*/ 307402 w 345784"/>
              <a:gd name="connsiteY23" fmla="*/ 96126 h 461045"/>
              <a:gd name="connsiteX24" fmla="*/ 307402 w 345784"/>
              <a:gd name="connsiteY24" fmla="*/ 76916 h 461045"/>
              <a:gd name="connsiteX25" fmla="*/ 288192 w 345784"/>
              <a:gd name="connsiteY25" fmla="*/ 57425 h 461045"/>
              <a:gd name="connsiteX26" fmla="*/ 288192 w 345784"/>
              <a:gd name="connsiteY26" fmla="*/ 115056 h 461045"/>
              <a:gd name="connsiteX27" fmla="*/ 268982 w 345784"/>
              <a:gd name="connsiteY27" fmla="*/ 115056 h 461045"/>
              <a:gd name="connsiteX28" fmla="*/ 268982 w 345784"/>
              <a:gd name="connsiteY28" fmla="*/ 57425 h 461045"/>
              <a:gd name="connsiteX29" fmla="*/ 288192 w 345784"/>
              <a:gd name="connsiteY29" fmla="*/ 57425 h 461045"/>
              <a:gd name="connsiteX30" fmla="*/ 249772 w 345784"/>
              <a:gd name="connsiteY30" fmla="*/ 96126 h 461045"/>
              <a:gd name="connsiteX31" fmla="*/ 19210 w 345784"/>
              <a:gd name="connsiteY31" fmla="*/ 96126 h 461045"/>
              <a:gd name="connsiteX32" fmla="*/ 19210 w 345784"/>
              <a:gd name="connsiteY32" fmla="*/ 76916 h 461045"/>
              <a:gd name="connsiteX33" fmla="*/ 249772 w 345784"/>
              <a:gd name="connsiteY33" fmla="*/ 76916 h 461045"/>
              <a:gd name="connsiteX34" fmla="*/ 249772 w 345784"/>
              <a:gd name="connsiteY34" fmla="*/ 96126 h 461045"/>
              <a:gd name="connsiteX35" fmla="*/ 19210 w 345784"/>
              <a:gd name="connsiteY35" fmla="*/ 441836 h 461045"/>
              <a:gd name="connsiteX36" fmla="*/ 19210 w 345784"/>
              <a:gd name="connsiteY36" fmla="*/ 115336 h 461045"/>
              <a:gd name="connsiteX37" fmla="*/ 249827 w 345784"/>
              <a:gd name="connsiteY37" fmla="*/ 115336 h 461045"/>
              <a:gd name="connsiteX38" fmla="*/ 268980 w 345784"/>
              <a:gd name="connsiteY38" fmla="*/ 134266 h 461045"/>
              <a:gd name="connsiteX39" fmla="*/ 288190 w 345784"/>
              <a:gd name="connsiteY39" fmla="*/ 134266 h 461045"/>
              <a:gd name="connsiteX40" fmla="*/ 307343 w 345784"/>
              <a:gd name="connsiteY40" fmla="*/ 115336 h 461045"/>
              <a:gd name="connsiteX41" fmla="*/ 326572 w 345784"/>
              <a:gd name="connsiteY41" fmla="*/ 115336 h 461045"/>
              <a:gd name="connsiteX42" fmla="*/ 326572 w 345784"/>
              <a:gd name="connsiteY42" fmla="*/ 441836 h 461045"/>
              <a:gd name="connsiteX43" fmla="*/ 19210 w 345784"/>
              <a:gd name="connsiteY43" fmla="*/ 441836 h 461045"/>
              <a:gd name="connsiteX44" fmla="*/ 303144 w 345784"/>
              <a:gd name="connsiteY44" fmla="*/ 349725 h 461045"/>
              <a:gd name="connsiteX45" fmla="*/ 235224 w 345784"/>
              <a:gd name="connsiteY45" fmla="*/ 417637 h 461045"/>
              <a:gd name="connsiteX46" fmla="*/ 221642 w 345784"/>
              <a:gd name="connsiteY46" fmla="*/ 404055 h 461045"/>
              <a:gd name="connsiteX47" fmla="*/ 289562 w 345784"/>
              <a:gd name="connsiteY47" fmla="*/ 336143 h 461045"/>
              <a:gd name="connsiteX48" fmla="*/ 303144 w 345784"/>
              <a:gd name="connsiteY48" fmla="*/ 349725 h 461045"/>
              <a:gd name="connsiteX49" fmla="*/ 303218 w 345784"/>
              <a:gd name="connsiteY49" fmla="*/ 377639 h 461045"/>
              <a:gd name="connsiteX50" fmla="*/ 316800 w 345784"/>
              <a:gd name="connsiteY50" fmla="*/ 391221 h 461045"/>
              <a:gd name="connsiteX51" fmla="*/ 276053 w 345784"/>
              <a:gd name="connsiteY51" fmla="*/ 431987 h 461045"/>
              <a:gd name="connsiteX52" fmla="*/ 262472 w 345784"/>
              <a:gd name="connsiteY52" fmla="*/ 418405 h 461045"/>
              <a:gd name="connsiteX53" fmla="*/ 303218 w 345784"/>
              <a:gd name="connsiteY53" fmla="*/ 377639 h 46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45784" h="461045">
                <a:moveTo>
                  <a:pt x="326574" y="0"/>
                </a:moveTo>
                <a:lnTo>
                  <a:pt x="19210" y="0"/>
                </a:lnTo>
                <a:cubicBezTo>
                  <a:pt x="8620" y="0"/>
                  <a:pt x="0" y="8610"/>
                  <a:pt x="0" y="19210"/>
                </a:cubicBezTo>
                <a:lnTo>
                  <a:pt x="0" y="441836"/>
                </a:lnTo>
                <a:cubicBezTo>
                  <a:pt x="0" y="452436"/>
                  <a:pt x="8620" y="461046"/>
                  <a:pt x="19210" y="461046"/>
                </a:cubicBezTo>
                <a:lnTo>
                  <a:pt x="326574" y="461046"/>
                </a:lnTo>
                <a:cubicBezTo>
                  <a:pt x="337165" y="461046"/>
                  <a:pt x="345785" y="452436"/>
                  <a:pt x="345785" y="441836"/>
                </a:cubicBezTo>
                <a:lnTo>
                  <a:pt x="345785" y="19210"/>
                </a:lnTo>
                <a:cubicBezTo>
                  <a:pt x="345785" y="8610"/>
                  <a:pt x="337165" y="0"/>
                  <a:pt x="326574" y="0"/>
                </a:cubicBezTo>
                <a:close/>
                <a:moveTo>
                  <a:pt x="326574" y="19210"/>
                </a:moveTo>
                <a:lnTo>
                  <a:pt x="326574" y="57706"/>
                </a:lnTo>
                <a:lnTo>
                  <a:pt x="307402" y="57706"/>
                </a:lnTo>
                <a:lnTo>
                  <a:pt x="307402" y="57425"/>
                </a:lnTo>
                <a:cubicBezTo>
                  <a:pt x="307402" y="46825"/>
                  <a:pt x="298783" y="38215"/>
                  <a:pt x="288192" y="38215"/>
                </a:cubicBezTo>
                <a:lnTo>
                  <a:pt x="268982" y="38215"/>
                </a:lnTo>
                <a:cubicBezTo>
                  <a:pt x="258391" y="38215"/>
                  <a:pt x="249772" y="46825"/>
                  <a:pt x="249772" y="57425"/>
                </a:cubicBezTo>
                <a:lnTo>
                  <a:pt x="249772" y="57706"/>
                </a:lnTo>
                <a:lnTo>
                  <a:pt x="19210" y="57706"/>
                </a:lnTo>
                <a:lnTo>
                  <a:pt x="19210" y="19210"/>
                </a:lnTo>
                <a:lnTo>
                  <a:pt x="326574" y="19210"/>
                </a:lnTo>
                <a:close/>
                <a:moveTo>
                  <a:pt x="307402" y="76916"/>
                </a:moveTo>
                <a:lnTo>
                  <a:pt x="326574" y="76916"/>
                </a:lnTo>
                <a:lnTo>
                  <a:pt x="326574" y="96126"/>
                </a:lnTo>
                <a:lnTo>
                  <a:pt x="307402" y="96126"/>
                </a:lnTo>
                <a:lnTo>
                  <a:pt x="307402" y="76916"/>
                </a:lnTo>
                <a:close/>
                <a:moveTo>
                  <a:pt x="288192" y="57425"/>
                </a:moveTo>
                <a:lnTo>
                  <a:pt x="288192" y="115056"/>
                </a:lnTo>
                <a:lnTo>
                  <a:pt x="268982" y="115056"/>
                </a:lnTo>
                <a:lnTo>
                  <a:pt x="268982" y="57425"/>
                </a:lnTo>
                <a:lnTo>
                  <a:pt x="288192" y="57425"/>
                </a:lnTo>
                <a:close/>
                <a:moveTo>
                  <a:pt x="249772" y="96126"/>
                </a:moveTo>
                <a:lnTo>
                  <a:pt x="19210" y="96126"/>
                </a:lnTo>
                <a:lnTo>
                  <a:pt x="19210" y="76916"/>
                </a:lnTo>
                <a:lnTo>
                  <a:pt x="249772" y="76916"/>
                </a:lnTo>
                <a:lnTo>
                  <a:pt x="249772" y="96126"/>
                </a:lnTo>
                <a:close/>
                <a:moveTo>
                  <a:pt x="19210" y="441836"/>
                </a:moveTo>
                <a:lnTo>
                  <a:pt x="19210" y="115336"/>
                </a:lnTo>
                <a:lnTo>
                  <a:pt x="249827" y="115336"/>
                </a:lnTo>
                <a:cubicBezTo>
                  <a:pt x="249987" y="125798"/>
                  <a:pt x="258489" y="134266"/>
                  <a:pt x="268980" y="134266"/>
                </a:cubicBezTo>
                <a:lnTo>
                  <a:pt x="288190" y="134266"/>
                </a:lnTo>
                <a:cubicBezTo>
                  <a:pt x="298681" y="134266"/>
                  <a:pt x="307183" y="125798"/>
                  <a:pt x="307343" y="115336"/>
                </a:cubicBezTo>
                <a:lnTo>
                  <a:pt x="326572" y="115336"/>
                </a:lnTo>
                <a:lnTo>
                  <a:pt x="326572" y="441836"/>
                </a:lnTo>
                <a:lnTo>
                  <a:pt x="19210" y="441836"/>
                </a:lnTo>
                <a:close/>
                <a:moveTo>
                  <a:pt x="303144" y="349725"/>
                </a:moveTo>
                <a:lnTo>
                  <a:pt x="235224" y="417637"/>
                </a:lnTo>
                <a:lnTo>
                  <a:pt x="221642" y="404055"/>
                </a:lnTo>
                <a:lnTo>
                  <a:pt x="289562" y="336143"/>
                </a:lnTo>
                <a:lnTo>
                  <a:pt x="303144" y="349725"/>
                </a:lnTo>
                <a:close/>
                <a:moveTo>
                  <a:pt x="303218" y="377639"/>
                </a:moveTo>
                <a:lnTo>
                  <a:pt x="316800" y="391221"/>
                </a:lnTo>
                <a:lnTo>
                  <a:pt x="276053" y="431987"/>
                </a:lnTo>
                <a:lnTo>
                  <a:pt x="262472" y="418405"/>
                </a:lnTo>
                <a:lnTo>
                  <a:pt x="303218" y="377639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20" descr="Push-cart icon.">
            <a:extLst>
              <a:ext uri="{FF2B5EF4-FFF2-40B4-BE49-F238E27FC236}">
                <a16:creationId xmlns:a16="http://schemas.microsoft.com/office/drawing/2014/main" id="{98FC6EA6-DE84-D5A0-5D5E-2CE56F870DB5}"/>
              </a:ext>
            </a:extLst>
          </p:cNvPr>
          <p:cNvSpPr/>
          <p:nvPr/>
        </p:nvSpPr>
        <p:spPr>
          <a:xfrm>
            <a:off x="4632913" y="2364437"/>
            <a:ext cx="429781" cy="419866"/>
          </a:xfrm>
          <a:custGeom>
            <a:avLst/>
            <a:gdLst>
              <a:gd name="connsiteX0" fmla="*/ 410573 w 429781"/>
              <a:gd name="connsiteY0" fmla="*/ 35587 h 419866"/>
              <a:gd name="connsiteX1" fmla="*/ 410573 w 429781"/>
              <a:gd name="connsiteY1" fmla="*/ 64477 h 419866"/>
              <a:gd name="connsiteX2" fmla="*/ 45578 w 429781"/>
              <a:gd name="connsiteY2" fmla="*/ 64477 h 419866"/>
              <a:gd name="connsiteX3" fmla="*/ 45578 w 429781"/>
              <a:gd name="connsiteY3" fmla="*/ 39621 h 419866"/>
              <a:gd name="connsiteX4" fmla="*/ 39838 w 429781"/>
              <a:gd name="connsiteY4" fmla="*/ 25926 h 419866"/>
              <a:gd name="connsiteX5" fmla="*/ 13470 w 429781"/>
              <a:gd name="connsiteY5" fmla="*/ 0 h 419866"/>
              <a:gd name="connsiteX6" fmla="*/ 0 w 429781"/>
              <a:gd name="connsiteY6" fmla="*/ 13695 h 419866"/>
              <a:gd name="connsiteX7" fmla="*/ 26368 w 429781"/>
              <a:gd name="connsiteY7" fmla="*/ 39621 h 419866"/>
              <a:gd name="connsiteX8" fmla="*/ 26368 w 429781"/>
              <a:gd name="connsiteY8" fmla="*/ 352556 h 419866"/>
              <a:gd name="connsiteX9" fmla="*/ 45578 w 429781"/>
              <a:gd name="connsiteY9" fmla="*/ 371766 h 419866"/>
              <a:gd name="connsiteX10" fmla="*/ 65755 w 429781"/>
              <a:gd name="connsiteY10" fmla="*/ 371766 h 419866"/>
              <a:gd name="connsiteX11" fmla="*/ 64366 w 429781"/>
              <a:gd name="connsiteY11" fmla="*/ 381446 h 419866"/>
              <a:gd name="connsiteX12" fmla="*/ 102796 w 429781"/>
              <a:gd name="connsiteY12" fmla="*/ 419867 h 419866"/>
              <a:gd name="connsiteX13" fmla="*/ 141207 w 429781"/>
              <a:gd name="connsiteY13" fmla="*/ 381446 h 419866"/>
              <a:gd name="connsiteX14" fmla="*/ 139818 w 429781"/>
              <a:gd name="connsiteY14" fmla="*/ 371766 h 419866"/>
              <a:gd name="connsiteX15" fmla="*/ 315486 w 429781"/>
              <a:gd name="connsiteY15" fmla="*/ 371766 h 419866"/>
              <a:gd name="connsiteX16" fmla="*/ 314097 w 429781"/>
              <a:gd name="connsiteY16" fmla="*/ 381446 h 419866"/>
              <a:gd name="connsiteX17" fmla="*/ 352527 w 429781"/>
              <a:gd name="connsiteY17" fmla="*/ 419867 h 419866"/>
              <a:gd name="connsiteX18" fmla="*/ 390938 w 429781"/>
              <a:gd name="connsiteY18" fmla="*/ 381446 h 419866"/>
              <a:gd name="connsiteX19" fmla="*/ 389549 w 429781"/>
              <a:gd name="connsiteY19" fmla="*/ 371766 h 419866"/>
              <a:gd name="connsiteX20" fmla="*/ 410561 w 429781"/>
              <a:gd name="connsiteY20" fmla="*/ 371766 h 419866"/>
              <a:gd name="connsiteX21" fmla="*/ 429772 w 429781"/>
              <a:gd name="connsiteY21" fmla="*/ 352556 h 419866"/>
              <a:gd name="connsiteX22" fmla="*/ 429781 w 429781"/>
              <a:gd name="connsiteY22" fmla="*/ 35587 h 419866"/>
              <a:gd name="connsiteX23" fmla="*/ 410571 w 429781"/>
              <a:gd name="connsiteY23" fmla="*/ 35587 h 419866"/>
              <a:gd name="connsiteX24" fmla="*/ 122419 w 429781"/>
              <a:gd name="connsiteY24" fmla="*/ 83688 h 419866"/>
              <a:gd name="connsiteX25" fmla="*/ 180050 w 429781"/>
              <a:gd name="connsiteY25" fmla="*/ 83688 h 419866"/>
              <a:gd name="connsiteX26" fmla="*/ 180050 w 429781"/>
              <a:gd name="connsiteY26" fmla="*/ 314211 h 419866"/>
              <a:gd name="connsiteX27" fmla="*/ 122419 w 429781"/>
              <a:gd name="connsiteY27" fmla="*/ 314211 h 419866"/>
              <a:gd name="connsiteX28" fmla="*/ 122419 w 429781"/>
              <a:gd name="connsiteY28" fmla="*/ 83688 h 419866"/>
              <a:gd name="connsiteX29" fmla="*/ 199260 w 429781"/>
              <a:gd name="connsiteY29" fmla="*/ 83688 h 419866"/>
              <a:gd name="connsiteX30" fmla="*/ 256891 w 429781"/>
              <a:gd name="connsiteY30" fmla="*/ 83688 h 419866"/>
              <a:gd name="connsiteX31" fmla="*/ 256891 w 429781"/>
              <a:gd name="connsiteY31" fmla="*/ 314211 h 419866"/>
              <a:gd name="connsiteX32" fmla="*/ 199260 w 429781"/>
              <a:gd name="connsiteY32" fmla="*/ 314211 h 419866"/>
              <a:gd name="connsiteX33" fmla="*/ 199260 w 429781"/>
              <a:gd name="connsiteY33" fmla="*/ 83688 h 419866"/>
              <a:gd name="connsiteX34" fmla="*/ 276101 w 429781"/>
              <a:gd name="connsiteY34" fmla="*/ 83688 h 419866"/>
              <a:gd name="connsiteX35" fmla="*/ 333732 w 429781"/>
              <a:gd name="connsiteY35" fmla="*/ 83688 h 419866"/>
              <a:gd name="connsiteX36" fmla="*/ 333732 w 429781"/>
              <a:gd name="connsiteY36" fmla="*/ 314211 h 419866"/>
              <a:gd name="connsiteX37" fmla="*/ 276101 w 429781"/>
              <a:gd name="connsiteY37" fmla="*/ 314211 h 419866"/>
              <a:gd name="connsiteX38" fmla="*/ 276101 w 429781"/>
              <a:gd name="connsiteY38" fmla="*/ 83688 h 419866"/>
              <a:gd name="connsiteX39" fmla="*/ 103209 w 429781"/>
              <a:gd name="connsiteY39" fmla="*/ 83688 h 419866"/>
              <a:gd name="connsiteX40" fmla="*/ 103209 w 429781"/>
              <a:gd name="connsiteY40" fmla="*/ 314211 h 419866"/>
              <a:gd name="connsiteX41" fmla="*/ 45578 w 429781"/>
              <a:gd name="connsiteY41" fmla="*/ 314211 h 419866"/>
              <a:gd name="connsiteX42" fmla="*/ 45578 w 429781"/>
              <a:gd name="connsiteY42" fmla="*/ 83688 h 419866"/>
              <a:gd name="connsiteX43" fmla="*/ 103209 w 429781"/>
              <a:gd name="connsiteY43" fmla="*/ 83688 h 419866"/>
              <a:gd name="connsiteX44" fmla="*/ 102796 w 429781"/>
              <a:gd name="connsiteY44" fmla="*/ 400657 h 419866"/>
              <a:gd name="connsiteX45" fmla="*/ 83576 w 429781"/>
              <a:gd name="connsiteY45" fmla="*/ 381446 h 419866"/>
              <a:gd name="connsiteX46" fmla="*/ 102796 w 429781"/>
              <a:gd name="connsiteY46" fmla="*/ 362236 h 419866"/>
              <a:gd name="connsiteX47" fmla="*/ 121997 w 429781"/>
              <a:gd name="connsiteY47" fmla="*/ 381446 h 419866"/>
              <a:gd name="connsiteX48" fmla="*/ 102796 w 429781"/>
              <a:gd name="connsiteY48" fmla="*/ 400657 h 419866"/>
              <a:gd name="connsiteX49" fmla="*/ 352529 w 429781"/>
              <a:gd name="connsiteY49" fmla="*/ 400657 h 419866"/>
              <a:gd name="connsiteX50" fmla="*/ 333309 w 429781"/>
              <a:gd name="connsiteY50" fmla="*/ 381446 h 419866"/>
              <a:gd name="connsiteX51" fmla="*/ 352529 w 429781"/>
              <a:gd name="connsiteY51" fmla="*/ 362236 h 419866"/>
              <a:gd name="connsiteX52" fmla="*/ 371730 w 429781"/>
              <a:gd name="connsiteY52" fmla="*/ 381446 h 419866"/>
              <a:gd name="connsiteX53" fmla="*/ 352529 w 429781"/>
              <a:gd name="connsiteY53" fmla="*/ 400657 h 419866"/>
              <a:gd name="connsiteX54" fmla="*/ 410563 w 429781"/>
              <a:gd name="connsiteY54" fmla="*/ 352556 h 419866"/>
              <a:gd name="connsiteX55" fmla="*/ 377574 w 429781"/>
              <a:gd name="connsiteY55" fmla="*/ 352556 h 419866"/>
              <a:gd name="connsiteX56" fmla="*/ 352531 w 429781"/>
              <a:gd name="connsiteY56" fmla="*/ 343026 h 419866"/>
              <a:gd name="connsiteX57" fmla="*/ 327475 w 429781"/>
              <a:gd name="connsiteY57" fmla="*/ 352556 h 419866"/>
              <a:gd name="connsiteX58" fmla="*/ 127840 w 429781"/>
              <a:gd name="connsiteY58" fmla="*/ 352556 h 419866"/>
              <a:gd name="connsiteX59" fmla="*/ 102798 w 429781"/>
              <a:gd name="connsiteY59" fmla="*/ 343026 h 419866"/>
              <a:gd name="connsiteX60" fmla="*/ 77742 w 429781"/>
              <a:gd name="connsiteY60" fmla="*/ 352556 h 419866"/>
              <a:gd name="connsiteX61" fmla="*/ 45578 w 429781"/>
              <a:gd name="connsiteY61" fmla="*/ 352556 h 419866"/>
              <a:gd name="connsiteX62" fmla="*/ 45578 w 429781"/>
              <a:gd name="connsiteY62" fmla="*/ 333421 h 419866"/>
              <a:gd name="connsiteX63" fmla="*/ 410563 w 429781"/>
              <a:gd name="connsiteY63" fmla="*/ 333421 h 419866"/>
              <a:gd name="connsiteX64" fmla="*/ 410563 w 429781"/>
              <a:gd name="connsiteY64" fmla="*/ 352556 h 419866"/>
              <a:gd name="connsiteX65" fmla="*/ 352942 w 429781"/>
              <a:gd name="connsiteY65" fmla="*/ 314211 h 419866"/>
              <a:gd name="connsiteX66" fmla="*/ 352942 w 429781"/>
              <a:gd name="connsiteY66" fmla="*/ 83688 h 419866"/>
              <a:gd name="connsiteX67" fmla="*/ 410571 w 429781"/>
              <a:gd name="connsiteY67" fmla="*/ 83688 h 419866"/>
              <a:gd name="connsiteX68" fmla="*/ 410563 w 429781"/>
              <a:gd name="connsiteY68" fmla="*/ 314211 h 419866"/>
              <a:gd name="connsiteX69" fmla="*/ 352940 w 429781"/>
              <a:gd name="connsiteY69" fmla="*/ 314211 h 41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29781" h="419866">
                <a:moveTo>
                  <a:pt x="410573" y="35587"/>
                </a:moveTo>
                <a:lnTo>
                  <a:pt x="410573" y="64477"/>
                </a:lnTo>
                <a:lnTo>
                  <a:pt x="45578" y="64477"/>
                </a:lnTo>
                <a:lnTo>
                  <a:pt x="45578" y="39621"/>
                </a:lnTo>
                <a:cubicBezTo>
                  <a:pt x="45578" y="34425"/>
                  <a:pt x="43534" y="29547"/>
                  <a:pt x="39838" y="25926"/>
                </a:cubicBezTo>
                <a:lnTo>
                  <a:pt x="13470" y="0"/>
                </a:lnTo>
                <a:lnTo>
                  <a:pt x="0" y="13695"/>
                </a:lnTo>
                <a:lnTo>
                  <a:pt x="26368" y="39621"/>
                </a:lnTo>
                <a:lnTo>
                  <a:pt x="26368" y="352556"/>
                </a:lnTo>
                <a:cubicBezTo>
                  <a:pt x="26368" y="363156"/>
                  <a:pt x="34988" y="371766"/>
                  <a:pt x="45578" y="371766"/>
                </a:cubicBezTo>
                <a:lnTo>
                  <a:pt x="65755" y="371766"/>
                </a:lnTo>
                <a:cubicBezTo>
                  <a:pt x="64938" y="374877"/>
                  <a:pt x="64366" y="378083"/>
                  <a:pt x="64366" y="381446"/>
                </a:cubicBezTo>
                <a:cubicBezTo>
                  <a:pt x="64366" y="402626"/>
                  <a:pt x="81607" y="419867"/>
                  <a:pt x="102796" y="419867"/>
                </a:cubicBezTo>
                <a:cubicBezTo>
                  <a:pt x="123985" y="419867"/>
                  <a:pt x="141207" y="402626"/>
                  <a:pt x="141207" y="381446"/>
                </a:cubicBezTo>
                <a:cubicBezTo>
                  <a:pt x="141207" y="378083"/>
                  <a:pt x="140634" y="374877"/>
                  <a:pt x="139818" y="371766"/>
                </a:cubicBezTo>
                <a:lnTo>
                  <a:pt x="315486" y="371766"/>
                </a:lnTo>
                <a:cubicBezTo>
                  <a:pt x="314670" y="374877"/>
                  <a:pt x="314097" y="378083"/>
                  <a:pt x="314097" y="381446"/>
                </a:cubicBezTo>
                <a:cubicBezTo>
                  <a:pt x="314097" y="402626"/>
                  <a:pt x="331338" y="419867"/>
                  <a:pt x="352527" y="419867"/>
                </a:cubicBezTo>
                <a:cubicBezTo>
                  <a:pt x="373716" y="419867"/>
                  <a:pt x="390938" y="402626"/>
                  <a:pt x="390938" y="381446"/>
                </a:cubicBezTo>
                <a:cubicBezTo>
                  <a:pt x="390938" y="378083"/>
                  <a:pt x="390366" y="374877"/>
                  <a:pt x="389549" y="371766"/>
                </a:cubicBezTo>
                <a:lnTo>
                  <a:pt x="410561" y="371766"/>
                </a:lnTo>
                <a:cubicBezTo>
                  <a:pt x="421152" y="371766"/>
                  <a:pt x="429772" y="363156"/>
                  <a:pt x="429772" y="352556"/>
                </a:cubicBezTo>
                <a:lnTo>
                  <a:pt x="429781" y="35587"/>
                </a:lnTo>
                <a:lnTo>
                  <a:pt x="410571" y="35587"/>
                </a:lnTo>
                <a:close/>
                <a:moveTo>
                  <a:pt x="122419" y="83688"/>
                </a:moveTo>
                <a:lnTo>
                  <a:pt x="180050" y="83688"/>
                </a:lnTo>
                <a:lnTo>
                  <a:pt x="180050" y="314211"/>
                </a:lnTo>
                <a:lnTo>
                  <a:pt x="122419" y="314211"/>
                </a:lnTo>
                <a:lnTo>
                  <a:pt x="122419" y="83688"/>
                </a:lnTo>
                <a:close/>
                <a:moveTo>
                  <a:pt x="199260" y="83688"/>
                </a:moveTo>
                <a:lnTo>
                  <a:pt x="256891" y="83688"/>
                </a:lnTo>
                <a:lnTo>
                  <a:pt x="256891" y="314211"/>
                </a:lnTo>
                <a:lnTo>
                  <a:pt x="199260" y="314211"/>
                </a:lnTo>
                <a:lnTo>
                  <a:pt x="199260" y="83688"/>
                </a:lnTo>
                <a:close/>
                <a:moveTo>
                  <a:pt x="276101" y="83688"/>
                </a:moveTo>
                <a:lnTo>
                  <a:pt x="333732" y="83688"/>
                </a:lnTo>
                <a:lnTo>
                  <a:pt x="333732" y="314211"/>
                </a:lnTo>
                <a:lnTo>
                  <a:pt x="276101" y="314211"/>
                </a:lnTo>
                <a:lnTo>
                  <a:pt x="276101" y="83688"/>
                </a:lnTo>
                <a:close/>
                <a:moveTo>
                  <a:pt x="103209" y="83688"/>
                </a:moveTo>
                <a:lnTo>
                  <a:pt x="103209" y="314211"/>
                </a:lnTo>
                <a:lnTo>
                  <a:pt x="45578" y="314211"/>
                </a:lnTo>
                <a:lnTo>
                  <a:pt x="45578" y="83688"/>
                </a:lnTo>
                <a:lnTo>
                  <a:pt x="103209" y="83688"/>
                </a:lnTo>
                <a:close/>
                <a:moveTo>
                  <a:pt x="102796" y="400657"/>
                </a:moveTo>
                <a:cubicBezTo>
                  <a:pt x="92196" y="400657"/>
                  <a:pt x="83576" y="392047"/>
                  <a:pt x="83576" y="381446"/>
                </a:cubicBezTo>
                <a:cubicBezTo>
                  <a:pt x="83576" y="370846"/>
                  <a:pt x="92196" y="362236"/>
                  <a:pt x="102796" y="362236"/>
                </a:cubicBezTo>
                <a:cubicBezTo>
                  <a:pt x="113387" y="362236"/>
                  <a:pt x="121997" y="370846"/>
                  <a:pt x="121997" y="381446"/>
                </a:cubicBezTo>
                <a:cubicBezTo>
                  <a:pt x="121997" y="392047"/>
                  <a:pt x="113387" y="400657"/>
                  <a:pt x="102796" y="400657"/>
                </a:cubicBezTo>
                <a:close/>
                <a:moveTo>
                  <a:pt x="352529" y="400657"/>
                </a:moveTo>
                <a:cubicBezTo>
                  <a:pt x="341929" y="400657"/>
                  <a:pt x="333309" y="392047"/>
                  <a:pt x="333309" y="381446"/>
                </a:cubicBezTo>
                <a:cubicBezTo>
                  <a:pt x="333309" y="370846"/>
                  <a:pt x="341929" y="362236"/>
                  <a:pt x="352529" y="362236"/>
                </a:cubicBezTo>
                <a:cubicBezTo>
                  <a:pt x="363120" y="362236"/>
                  <a:pt x="371730" y="370846"/>
                  <a:pt x="371730" y="381446"/>
                </a:cubicBezTo>
                <a:cubicBezTo>
                  <a:pt x="371730" y="392047"/>
                  <a:pt x="363120" y="400657"/>
                  <a:pt x="352529" y="400657"/>
                </a:cubicBezTo>
                <a:close/>
                <a:moveTo>
                  <a:pt x="410563" y="352556"/>
                </a:moveTo>
                <a:lnTo>
                  <a:pt x="377574" y="352556"/>
                </a:lnTo>
                <a:cubicBezTo>
                  <a:pt x="370829" y="346699"/>
                  <a:pt x="362140" y="343026"/>
                  <a:pt x="352531" y="343026"/>
                </a:cubicBezTo>
                <a:cubicBezTo>
                  <a:pt x="342922" y="343026"/>
                  <a:pt x="334222" y="346699"/>
                  <a:pt x="327475" y="352556"/>
                </a:cubicBezTo>
                <a:lnTo>
                  <a:pt x="127840" y="352556"/>
                </a:lnTo>
                <a:cubicBezTo>
                  <a:pt x="121096" y="346699"/>
                  <a:pt x="112407" y="343026"/>
                  <a:pt x="102798" y="343026"/>
                </a:cubicBezTo>
                <a:cubicBezTo>
                  <a:pt x="93189" y="343026"/>
                  <a:pt x="84489" y="346699"/>
                  <a:pt x="77742" y="352556"/>
                </a:cubicBezTo>
                <a:lnTo>
                  <a:pt x="45578" y="352556"/>
                </a:lnTo>
                <a:lnTo>
                  <a:pt x="45578" y="333421"/>
                </a:lnTo>
                <a:lnTo>
                  <a:pt x="410563" y="333421"/>
                </a:lnTo>
                <a:lnTo>
                  <a:pt x="410563" y="352556"/>
                </a:lnTo>
                <a:close/>
                <a:moveTo>
                  <a:pt x="352942" y="314211"/>
                </a:moveTo>
                <a:lnTo>
                  <a:pt x="352942" y="83688"/>
                </a:lnTo>
                <a:lnTo>
                  <a:pt x="410571" y="83688"/>
                </a:lnTo>
                <a:lnTo>
                  <a:pt x="410563" y="314211"/>
                </a:lnTo>
                <a:lnTo>
                  <a:pt x="352940" y="314211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8" descr="Shipping tote icon.">
            <a:extLst>
              <a:ext uri="{FF2B5EF4-FFF2-40B4-BE49-F238E27FC236}">
                <a16:creationId xmlns:a16="http://schemas.microsoft.com/office/drawing/2014/main" id="{2F194317-911A-E88D-1AA7-677DA5CEA2DA}"/>
              </a:ext>
            </a:extLst>
          </p:cNvPr>
          <p:cNvSpPr/>
          <p:nvPr/>
        </p:nvSpPr>
        <p:spPr>
          <a:xfrm>
            <a:off x="5850283" y="2457552"/>
            <a:ext cx="461046" cy="288115"/>
          </a:xfrm>
          <a:custGeom>
            <a:avLst/>
            <a:gdLst>
              <a:gd name="connsiteX0" fmla="*/ 441836 w 461046"/>
              <a:gd name="connsiteY0" fmla="*/ 0 h 288115"/>
              <a:gd name="connsiteX1" fmla="*/ 422626 w 461046"/>
              <a:gd name="connsiteY1" fmla="*/ 0 h 288115"/>
              <a:gd name="connsiteX2" fmla="*/ 422626 w 461046"/>
              <a:gd name="connsiteY2" fmla="*/ 19210 h 288115"/>
              <a:gd name="connsiteX3" fmla="*/ 441836 w 461046"/>
              <a:gd name="connsiteY3" fmla="*/ 19210 h 288115"/>
              <a:gd name="connsiteX4" fmla="*/ 441836 w 461046"/>
              <a:gd name="connsiteY4" fmla="*/ 38421 h 288115"/>
              <a:gd name="connsiteX5" fmla="*/ 422626 w 461046"/>
              <a:gd name="connsiteY5" fmla="*/ 19210 h 288115"/>
              <a:gd name="connsiteX6" fmla="*/ 38421 w 461046"/>
              <a:gd name="connsiteY6" fmla="*/ 19210 h 288115"/>
              <a:gd name="connsiteX7" fmla="*/ 19210 w 461046"/>
              <a:gd name="connsiteY7" fmla="*/ 38421 h 288115"/>
              <a:gd name="connsiteX8" fmla="*/ 19210 w 461046"/>
              <a:gd name="connsiteY8" fmla="*/ 19210 h 288115"/>
              <a:gd name="connsiteX9" fmla="*/ 38421 w 461046"/>
              <a:gd name="connsiteY9" fmla="*/ 19210 h 288115"/>
              <a:gd name="connsiteX10" fmla="*/ 38421 w 461046"/>
              <a:gd name="connsiteY10" fmla="*/ 0 h 288115"/>
              <a:gd name="connsiteX11" fmla="*/ 19210 w 461046"/>
              <a:gd name="connsiteY11" fmla="*/ 0 h 288115"/>
              <a:gd name="connsiteX12" fmla="*/ 0 w 461046"/>
              <a:gd name="connsiteY12" fmla="*/ 19210 h 288115"/>
              <a:gd name="connsiteX13" fmla="*/ 0 w 461046"/>
              <a:gd name="connsiteY13" fmla="*/ 192103 h 288115"/>
              <a:gd name="connsiteX14" fmla="*/ 19210 w 461046"/>
              <a:gd name="connsiteY14" fmla="*/ 192103 h 288115"/>
              <a:gd name="connsiteX15" fmla="*/ 19210 w 461046"/>
              <a:gd name="connsiteY15" fmla="*/ 57631 h 288115"/>
              <a:gd name="connsiteX16" fmla="*/ 38421 w 461046"/>
              <a:gd name="connsiteY16" fmla="*/ 76841 h 288115"/>
              <a:gd name="connsiteX17" fmla="*/ 41579 w 461046"/>
              <a:gd name="connsiteY17" fmla="*/ 76841 h 288115"/>
              <a:gd name="connsiteX18" fmla="*/ 70988 w 461046"/>
              <a:gd name="connsiteY18" fmla="*/ 271944 h 288115"/>
              <a:gd name="connsiteX19" fmla="*/ 89111 w 461046"/>
              <a:gd name="connsiteY19" fmla="*/ 288115 h 288115"/>
              <a:gd name="connsiteX20" fmla="*/ 371599 w 461046"/>
              <a:gd name="connsiteY20" fmla="*/ 288115 h 288115"/>
              <a:gd name="connsiteX21" fmla="*/ 389703 w 461046"/>
              <a:gd name="connsiteY21" fmla="*/ 271963 h 288115"/>
              <a:gd name="connsiteX22" fmla="*/ 419594 w 461046"/>
              <a:gd name="connsiteY22" fmla="*/ 76841 h 288115"/>
              <a:gd name="connsiteX23" fmla="*/ 422626 w 461046"/>
              <a:gd name="connsiteY23" fmla="*/ 76841 h 288115"/>
              <a:gd name="connsiteX24" fmla="*/ 441836 w 461046"/>
              <a:gd name="connsiteY24" fmla="*/ 57631 h 288115"/>
              <a:gd name="connsiteX25" fmla="*/ 441836 w 461046"/>
              <a:gd name="connsiteY25" fmla="*/ 192103 h 288115"/>
              <a:gd name="connsiteX26" fmla="*/ 461046 w 461046"/>
              <a:gd name="connsiteY26" fmla="*/ 192103 h 288115"/>
              <a:gd name="connsiteX27" fmla="*/ 461046 w 461046"/>
              <a:gd name="connsiteY27" fmla="*/ 19210 h 288115"/>
              <a:gd name="connsiteX28" fmla="*/ 441836 w 461046"/>
              <a:gd name="connsiteY28" fmla="*/ 0 h 288115"/>
              <a:gd name="connsiteX29" fmla="*/ 371599 w 461046"/>
              <a:gd name="connsiteY29" fmla="*/ 268905 h 288115"/>
              <a:gd name="connsiteX30" fmla="*/ 89973 w 461046"/>
              <a:gd name="connsiteY30" fmla="*/ 269055 h 288115"/>
              <a:gd name="connsiteX31" fmla="*/ 60994 w 461046"/>
              <a:gd name="connsiteY31" fmla="*/ 76839 h 288115"/>
              <a:gd name="connsiteX32" fmla="*/ 172894 w 461046"/>
              <a:gd name="connsiteY32" fmla="*/ 76839 h 288115"/>
              <a:gd name="connsiteX33" fmla="*/ 172894 w 461046"/>
              <a:gd name="connsiteY33" fmla="*/ 96049 h 288115"/>
              <a:gd name="connsiteX34" fmla="*/ 192104 w 461046"/>
              <a:gd name="connsiteY34" fmla="*/ 115260 h 288115"/>
              <a:gd name="connsiteX35" fmla="*/ 268945 w 461046"/>
              <a:gd name="connsiteY35" fmla="*/ 115260 h 288115"/>
              <a:gd name="connsiteX36" fmla="*/ 288156 w 461046"/>
              <a:gd name="connsiteY36" fmla="*/ 96049 h 288115"/>
              <a:gd name="connsiteX37" fmla="*/ 288156 w 461046"/>
              <a:gd name="connsiteY37" fmla="*/ 76839 h 288115"/>
              <a:gd name="connsiteX38" fmla="*/ 400207 w 461046"/>
              <a:gd name="connsiteY38" fmla="*/ 76839 h 288115"/>
              <a:gd name="connsiteX39" fmla="*/ 371601 w 461046"/>
              <a:gd name="connsiteY39" fmla="*/ 268903 h 288115"/>
              <a:gd name="connsiteX40" fmla="*/ 192103 w 461046"/>
              <a:gd name="connsiteY40" fmla="*/ 76841 h 288115"/>
              <a:gd name="connsiteX41" fmla="*/ 268944 w 461046"/>
              <a:gd name="connsiteY41" fmla="*/ 76841 h 288115"/>
              <a:gd name="connsiteX42" fmla="*/ 268944 w 461046"/>
              <a:gd name="connsiteY42" fmla="*/ 96051 h 288115"/>
              <a:gd name="connsiteX43" fmla="*/ 192103 w 461046"/>
              <a:gd name="connsiteY43" fmla="*/ 96051 h 288115"/>
              <a:gd name="connsiteX44" fmla="*/ 192103 w 461046"/>
              <a:gd name="connsiteY44" fmla="*/ 76841 h 288115"/>
              <a:gd name="connsiteX45" fmla="*/ 422626 w 461046"/>
              <a:gd name="connsiteY45" fmla="*/ 57631 h 288115"/>
              <a:gd name="connsiteX46" fmla="*/ 38421 w 461046"/>
              <a:gd name="connsiteY46" fmla="*/ 57631 h 288115"/>
              <a:gd name="connsiteX47" fmla="*/ 38421 w 461046"/>
              <a:gd name="connsiteY47" fmla="*/ 38421 h 288115"/>
              <a:gd name="connsiteX48" fmla="*/ 422626 w 461046"/>
              <a:gd name="connsiteY48" fmla="*/ 38421 h 288115"/>
              <a:gd name="connsiteX49" fmla="*/ 422626 w 461046"/>
              <a:gd name="connsiteY49" fmla="*/ 57631 h 288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61046" h="288115">
                <a:moveTo>
                  <a:pt x="441836" y="0"/>
                </a:moveTo>
                <a:lnTo>
                  <a:pt x="422626" y="0"/>
                </a:lnTo>
                <a:lnTo>
                  <a:pt x="422626" y="19210"/>
                </a:lnTo>
                <a:lnTo>
                  <a:pt x="441836" y="19210"/>
                </a:lnTo>
                <a:lnTo>
                  <a:pt x="441836" y="38421"/>
                </a:lnTo>
                <a:cubicBezTo>
                  <a:pt x="441836" y="27820"/>
                  <a:pt x="433226" y="19210"/>
                  <a:pt x="422626" y="19210"/>
                </a:cubicBezTo>
                <a:lnTo>
                  <a:pt x="38421" y="19210"/>
                </a:lnTo>
                <a:cubicBezTo>
                  <a:pt x="27820" y="19210"/>
                  <a:pt x="19210" y="27820"/>
                  <a:pt x="19210" y="38421"/>
                </a:cubicBezTo>
                <a:lnTo>
                  <a:pt x="19210" y="19210"/>
                </a:lnTo>
                <a:lnTo>
                  <a:pt x="38421" y="19210"/>
                </a:lnTo>
                <a:lnTo>
                  <a:pt x="38421" y="0"/>
                </a:lnTo>
                <a:lnTo>
                  <a:pt x="19210" y="0"/>
                </a:lnTo>
                <a:cubicBezTo>
                  <a:pt x="8610" y="0"/>
                  <a:pt x="0" y="8610"/>
                  <a:pt x="0" y="19210"/>
                </a:cubicBezTo>
                <a:lnTo>
                  <a:pt x="0" y="192103"/>
                </a:lnTo>
                <a:lnTo>
                  <a:pt x="19210" y="192103"/>
                </a:lnTo>
                <a:lnTo>
                  <a:pt x="19210" y="57631"/>
                </a:lnTo>
                <a:cubicBezTo>
                  <a:pt x="19210" y="68231"/>
                  <a:pt x="27820" y="76841"/>
                  <a:pt x="38421" y="76841"/>
                </a:cubicBezTo>
                <a:lnTo>
                  <a:pt x="41579" y="76841"/>
                </a:lnTo>
                <a:lnTo>
                  <a:pt x="70988" y="271944"/>
                </a:lnTo>
                <a:cubicBezTo>
                  <a:pt x="72432" y="281305"/>
                  <a:pt x="80049" y="288115"/>
                  <a:pt x="89111" y="288115"/>
                </a:cubicBezTo>
                <a:lnTo>
                  <a:pt x="371599" y="288115"/>
                </a:lnTo>
                <a:cubicBezTo>
                  <a:pt x="380680" y="288115"/>
                  <a:pt x="388295" y="281305"/>
                  <a:pt x="389703" y="271963"/>
                </a:cubicBezTo>
                <a:lnTo>
                  <a:pt x="419594" y="76841"/>
                </a:lnTo>
                <a:lnTo>
                  <a:pt x="422626" y="76841"/>
                </a:lnTo>
                <a:cubicBezTo>
                  <a:pt x="433226" y="76841"/>
                  <a:pt x="441836" y="68231"/>
                  <a:pt x="441836" y="57631"/>
                </a:cubicBezTo>
                <a:lnTo>
                  <a:pt x="441836" y="192103"/>
                </a:lnTo>
                <a:lnTo>
                  <a:pt x="461046" y="192103"/>
                </a:lnTo>
                <a:lnTo>
                  <a:pt x="461046" y="19210"/>
                </a:lnTo>
                <a:cubicBezTo>
                  <a:pt x="461046" y="8610"/>
                  <a:pt x="452436" y="0"/>
                  <a:pt x="441836" y="0"/>
                </a:cubicBezTo>
                <a:close/>
                <a:moveTo>
                  <a:pt x="371599" y="268905"/>
                </a:moveTo>
                <a:lnTo>
                  <a:pt x="89973" y="269055"/>
                </a:lnTo>
                <a:lnTo>
                  <a:pt x="60994" y="76839"/>
                </a:lnTo>
                <a:lnTo>
                  <a:pt x="172894" y="76839"/>
                </a:lnTo>
                <a:lnTo>
                  <a:pt x="172894" y="96049"/>
                </a:lnTo>
                <a:cubicBezTo>
                  <a:pt x="172894" y="106650"/>
                  <a:pt x="181504" y="115260"/>
                  <a:pt x="192104" y="115260"/>
                </a:cubicBezTo>
                <a:lnTo>
                  <a:pt x="268945" y="115260"/>
                </a:lnTo>
                <a:cubicBezTo>
                  <a:pt x="279546" y="115260"/>
                  <a:pt x="288156" y="106650"/>
                  <a:pt x="288156" y="96049"/>
                </a:cubicBezTo>
                <a:lnTo>
                  <a:pt x="288156" y="76839"/>
                </a:lnTo>
                <a:lnTo>
                  <a:pt x="400207" y="76839"/>
                </a:lnTo>
                <a:lnTo>
                  <a:pt x="371601" y="268903"/>
                </a:lnTo>
                <a:close/>
                <a:moveTo>
                  <a:pt x="192103" y="76841"/>
                </a:moveTo>
                <a:lnTo>
                  <a:pt x="268944" y="76841"/>
                </a:lnTo>
                <a:lnTo>
                  <a:pt x="268944" y="96051"/>
                </a:lnTo>
                <a:lnTo>
                  <a:pt x="192103" y="96051"/>
                </a:lnTo>
                <a:lnTo>
                  <a:pt x="192103" y="76841"/>
                </a:lnTo>
                <a:close/>
                <a:moveTo>
                  <a:pt x="422626" y="57631"/>
                </a:moveTo>
                <a:lnTo>
                  <a:pt x="38421" y="57631"/>
                </a:lnTo>
                <a:lnTo>
                  <a:pt x="38421" y="38421"/>
                </a:lnTo>
                <a:lnTo>
                  <a:pt x="422626" y="38421"/>
                </a:lnTo>
                <a:lnTo>
                  <a:pt x="422626" y="57631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64" descr="Stacked tote icon.">
            <a:extLst>
              <a:ext uri="{FF2B5EF4-FFF2-40B4-BE49-F238E27FC236}">
                <a16:creationId xmlns:a16="http://schemas.microsoft.com/office/drawing/2014/main" id="{F88A075B-6EA7-EA10-8E8E-9D9B62202EDB}"/>
              </a:ext>
            </a:extLst>
          </p:cNvPr>
          <p:cNvSpPr/>
          <p:nvPr/>
        </p:nvSpPr>
        <p:spPr>
          <a:xfrm>
            <a:off x="7127762" y="2342592"/>
            <a:ext cx="345784" cy="441837"/>
          </a:xfrm>
          <a:custGeom>
            <a:avLst/>
            <a:gdLst>
              <a:gd name="connsiteX0" fmla="*/ 345785 w 345784"/>
              <a:gd name="connsiteY0" fmla="*/ 38421 h 441837"/>
              <a:gd name="connsiteX1" fmla="*/ 345785 w 345784"/>
              <a:gd name="connsiteY1" fmla="*/ 13338 h 441837"/>
              <a:gd name="connsiteX2" fmla="*/ 332447 w 345784"/>
              <a:gd name="connsiteY2" fmla="*/ 0 h 441837"/>
              <a:gd name="connsiteX3" fmla="*/ 19210 w 345784"/>
              <a:gd name="connsiteY3" fmla="*/ 0 h 441837"/>
              <a:gd name="connsiteX4" fmla="*/ 0 w 345784"/>
              <a:gd name="connsiteY4" fmla="*/ 19210 h 441837"/>
              <a:gd name="connsiteX5" fmla="*/ 0 w 345784"/>
              <a:gd name="connsiteY5" fmla="*/ 38421 h 441837"/>
              <a:gd name="connsiteX6" fmla="*/ 11027 w 345784"/>
              <a:gd name="connsiteY6" fmla="*/ 55641 h 441837"/>
              <a:gd name="connsiteX7" fmla="*/ 41340 w 345784"/>
              <a:gd name="connsiteY7" fmla="*/ 211282 h 441837"/>
              <a:gd name="connsiteX8" fmla="*/ 19210 w 345784"/>
              <a:gd name="connsiteY8" fmla="*/ 211276 h 441837"/>
              <a:gd name="connsiteX9" fmla="*/ 0 w 345784"/>
              <a:gd name="connsiteY9" fmla="*/ 230487 h 441837"/>
              <a:gd name="connsiteX10" fmla="*/ 0 w 345784"/>
              <a:gd name="connsiteY10" fmla="*/ 249697 h 441837"/>
              <a:gd name="connsiteX11" fmla="*/ 11040 w 345784"/>
              <a:gd name="connsiteY11" fmla="*/ 266926 h 441837"/>
              <a:gd name="connsiteX12" fmla="*/ 42266 w 345784"/>
              <a:gd name="connsiteY12" fmla="*/ 427130 h 441837"/>
              <a:gd name="connsiteX13" fmla="*/ 57631 w 345784"/>
              <a:gd name="connsiteY13" fmla="*/ 441763 h 441837"/>
              <a:gd name="connsiteX14" fmla="*/ 287779 w 345784"/>
              <a:gd name="connsiteY14" fmla="*/ 441838 h 441837"/>
              <a:gd name="connsiteX15" fmla="*/ 304231 w 345784"/>
              <a:gd name="connsiteY15" fmla="*/ 427710 h 441837"/>
              <a:gd name="connsiteX16" fmla="*/ 334047 w 345784"/>
              <a:gd name="connsiteY16" fmla="*/ 268496 h 441837"/>
              <a:gd name="connsiteX17" fmla="*/ 345785 w 345784"/>
              <a:gd name="connsiteY17" fmla="*/ 255437 h 441837"/>
              <a:gd name="connsiteX18" fmla="*/ 345785 w 345784"/>
              <a:gd name="connsiteY18" fmla="*/ 230561 h 441837"/>
              <a:gd name="connsiteX19" fmla="*/ 326574 w 345784"/>
              <a:gd name="connsiteY19" fmla="*/ 211351 h 441837"/>
              <a:gd name="connsiteX20" fmla="*/ 305199 w 345784"/>
              <a:gd name="connsiteY20" fmla="*/ 211347 h 441837"/>
              <a:gd name="connsiteX21" fmla="*/ 334297 w 345784"/>
              <a:gd name="connsiteY21" fmla="*/ 55954 h 441837"/>
              <a:gd name="connsiteX22" fmla="*/ 345785 w 345784"/>
              <a:gd name="connsiteY22" fmla="*/ 38422 h 441837"/>
              <a:gd name="connsiteX23" fmla="*/ 19210 w 345784"/>
              <a:gd name="connsiteY23" fmla="*/ 19210 h 441837"/>
              <a:gd name="connsiteX24" fmla="*/ 326574 w 345784"/>
              <a:gd name="connsiteY24" fmla="*/ 19210 h 441837"/>
              <a:gd name="connsiteX25" fmla="*/ 326574 w 345784"/>
              <a:gd name="connsiteY25" fmla="*/ 38421 h 441837"/>
              <a:gd name="connsiteX26" fmla="*/ 19210 w 345784"/>
              <a:gd name="connsiteY26" fmla="*/ 38421 h 441837"/>
              <a:gd name="connsiteX27" fmla="*/ 19210 w 345784"/>
              <a:gd name="connsiteY27" fmla="*/ 19210 h 441837"/>
              <a:gd name="connsiteX28" fmla="*/ 134472 w 345784"/>
              <a:gd name="connsiteY28" fmla="*/ 57631 h 441837"/>
              <a:gd name="connsiteX29" fmla="*/ 211313 w 345784"/>
              <a:gd name="connsiteY29" fmla="*/ 57631 h 441837"/>
              <a:gd name="connsiteX30" fmla="*/ 211313 w 345784"/>
              <a:gd name="connsiteY30" fmla="*/ 76822 h 441837"/>
              <a:gd name="connsiteX31" fmla="*/ 134472 w 345784"/>
              <a:gd name="connsiteY31" fmla="*/ 76672 h 441837"/>
              <a:gd name="connsiteX32" fmla="*/ 134472 w 345784"/>
              <a:gd name="connsiteY32" fmla="*/ 57631 h 441837"/>
              <a:gd name="connsiteX33" fmla="*/ 285658 w 345784"/>
              <a:gd name="connsiteY33" fmla="*/ 422626 h 441837"/>
              <a:gd name="connsiteX34" fmla="*/ 60933 w 345784"/>
              <a:gd name="connsiteY34" fmla="*/ 422551 h 441837"/>
              <a:gd name="connsiteX35" fmla="*/ 31013 w 345784"/>
              <a:gd name="connsiteY35" fmla="*/ 268903 h 441837"/>
              <a:gd name="connsiteX36" fmla="*/ 115262 w 345784"/>
              <a:gd name="connsiteY36" fmla="*/ 268882 h 441837"/>
              <a:gd name="connsiteX37" fmla="*/ 115262 w 345784"/>
              <a:gd name="connsiteY37" fmla="*/ 290386 h 441837"/>
              <a:gd name="connsiteX38" fmla="*/ 134472 w 345784"/>
              <a:gd name="connsiteY38" fmla="*/ 307308 h 441837"/>
              <a:gd name="connsiteX39" fmla="*/ 211313 w 345784"/>
              <a:gd name="connsiteY39" fmla="*/ 307308 h 441837"/>
              <a:gd name="connsiteX40" fmla="*/ 230523 w 345784"/>
              <a:gd name="connsiteY40" fmla="*/ 290386 h 441837"/>
              <a:gd name="connsiteX41" fmla="*/ 230523 w 345784"/>
              <a:gd name="connsiteY41" fmla="*/ 268855 h 441837"/>
              <a:gd name="connsiteX42" fmla="*/ 314453 w 345784"/>
              <a:gd name="connsiteY42" fmla="*/ 268836 h 441837"/>
              <a:gd name="connsiteX43" fmla="*/ 285660 w 345784"/>
              <a:gd name="connsiteY43" fmla="*/ 422626 h 441837"/>
              <a:gd name="connsiteX44" fmla="*/ 134472 w 345784"/>
              <a:gd name="connsiteY44" fmla="*/ 268878 h 441837"/>
              <a:gd name="connsiteX45" fmla="*/ 211313 w 345784"/>
              <a:gd name="connsiteY45" fmla="*/ 268861 h 441837"/>
              <a:gd name="connsiteX46" fmla="*/ 211313 w 345784"/>
              <a:gd name="connsiteY46" fmla="*/ 288098 h 441837"/>
              <a:gd name="connsiteX47" fmla="*/ 134472 w 345784"/>
              <a:gd name="connsiteY47" fmla="*/ 287910 h 441837"/>
              <a:gd name="connsiteX48" fmla="*/ 134472 w 345784"/>
              <a:gd name="connsiteY48" fmla="*/ 268878 h 441837"/>
              <a:gd name="connsiteX49" fmla="*/ 326574 w 345784"/>
              <a:gd name="connsiteY49" fmla="*/ 249622 h 441837"/>
              <a:gd name="connsiteX50" fmla="*/ 19210 w 345784"/>
              <a:gd name="connsiteY50" fmla="*/ 249697 h 441837"/>
              <a:gd name="connsiteX51" fmla="*/ 19210 w 345784"/>
              <a:gd name="connsiteY51" fmla="*/ 230487 h 441837"/>
              <a:gd name="connsiteX52" fmla="*/ 326574 w 345784"/>
              <a:gd name="connsiteY52" fmla="*/ 230561 h 441837"/>
              <a:gd name="connsiteX53" fmla="*/ 326574 w 345784"/>
              <a:gd name="connsiteY53" fmla="*/ 249622 h 441837"/>
              <a:gd name="connsiteX54" fmla="*/ 60931 w 345784"/>
              <a:gd name="connsiteY54" fmla="*/ 211288 h 441837"/>
              <a:gd name="connsiteX55" fmla="*/ 31003 w 345784"/>
              <a:gd name="connsiteY55" fmla="*/ 57633 h 441837"/>
              <a:gd name="connsiteX56" fmla="*/ 115263 w 345784"/>
              <a:gd name="connsiteY56" fmla="*/ 57633 h 441837"/>
              <a:gd name="connsiteX57" fmla="*/ 115263 w 345784"/>
              <a:gd name="connsiteY57" fmla="*/ 78645 h 441837"/>
              <a:gd name="connsiteX58" fmla="*/ 134474 w 345784"/>
              <a:gd name="connsiteY58" fmla="*/ 96036 h 441837"/>
              <a:gd name="connsiteX59" fmla="*/ 211315 w 345784"/>
              <a:gd name="connsiteY59" fmla="*/ 96036 h 441837"/>
              <a:gd name="connsiteX60" fmla="*/ 230525 w 345784"/>
              <a:gd name="connsiteY60" fmla="*/ 78645 h 441837"/>
              <a:gd name="connsiteX61" fmla="*/ 230525 w 345784"/>
              <a:gd name="connsiteY61" fmla="*/ 57633 h 441837"/>
              <a:gd name="connsiteX62" fmla="*/ 314451 w 345784"/>
              <a:gd name="connsiteY62" fmla="*/ 57633 h 441837"/>
              <a:gd name="connsiteX63" fmla="*/ 285668 w 345784"/>
              <a:gd name="connsiteY63" fmla="*/ 211342 h 441837"/>
              <a:gd name="connsiteX64" fmla="*/ 60933 w 345784"/>
              <a:gd name="connsiteY64" fmla="*/ 211288 h 44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5784" h="441837">
                <a:moveTo>
                  <a:pt x="345785" y="38421"/>
                </a:moveTo>
                <a:lnTo>
                  <a:pt x="345785" y="13338"/>
                </a:lnTo>
                <a:cubicBezTo>
                  <a:pt x="345785" y="5984"/>
                  <a:pt x="339801" y="0"/>
                  <a:pt x="332447" y="0"/>
                </a:cubicBezTo>
                <a:lnTo>
                  <a:pt x="19210" y="0"/>
                </a:lnTo>
                <a:cubicBezTo>
                  <a:pt x="8610" y="0"/>
                  <a:pt x="0" y="8610"/>
                  <a:pt x="0" y="19210"/>
                </a:cubicBezTo>
                <a:lnTo>
                  <a:pt x="0" y="38421"/>
                </a:lnTo>
                <a:cubicBezTo>
                  <a:pt x="0" y="46062"/>
                  <a:pt x="4557" y="52546"/>
                  <a:pt x="11027" y="55641"/>
                </a:cubicBezTo>
                <a:lnTo>
                  <a:pt x="41340" y="211282"/>
                </a:lnTo>
                <a:lnTo>
                  <a:pt x="19210" y="211276"/>
                </a:lnTo>
                <a:cubicBezTo>
                  <a:pt x="8610" y="211276"/>
                  <a:pt x="0" y="219886"/>
                  <a:pt x="0" y="230487"/>
                </a:cubicBezTo>
                <a:lnTo>
                  <a:pt x="0" y="249697"/>
                </a:lnTo>
                <a:cubicBezTo>
                  <a:pt x="0" y="257344"/>
                  <a:pt x="4562" y="263836"/>
                  <a:pt x="11040" y="266926"/>
                </a:cubicBezTo>
                <a:lnTo>
                  <a:pt x="42266" y="427130"/>
                </a:lnTo>
                <a:cubicBezTo>
                  <a:pt x="43692" y="436023"/>
                  <a:pt x="49733" y="441763"/>
                  <a:pt x="57631" y="441763"/>
                </a:cubicBezTo>
                <a:lnTo>
                  <a:pt x="287779" y="441838"/>
                </a:lnTo>
                <a:cubicBezTo>
                  <a:pt x="296053" y="441838"/>
                  <a:pt x="302994" y="435779"/>
                  <a:pt x="304231" y="427710"/>
                </a:cubicBezTo>
                <a:lnTo>
                  <a:pt x="334047" y="268496"/>
                </a:lnTo>
                <a:cubicBezTo>
                  <a:pt x="340621" y="267643"/>
                  <a:pt x="345785" y="262241"/>
                  <a:pt x="345785" y="255437"/>
                </a:cubicBezTo>
                <a:lnTo>
                  <a:pt x="345785" y="230561"/>
                </a:lnTo>
                <a:cubicBezTo>
                  <a:pt x="345785" y="219961"/>
                  <a:pt x="337174" y="211351"/>
                  <a:pt x="326574" y="211351"/>
                </a:cubicBezTo>
                <a:lnTo>
                  <a:pt x="305199" y="211347"/>
                </a:lnTo>
                <a:lnTo>
                  <a:pt x="334297" y="55954"/>
                </a:lnTo>
                <a:cubicBezTo>
                  <a:pt x="341041" y="52970"/>
                  <a:pt x="345785" y="46264"/>
                  <a:pt x="345785" y="38422"/>
                </a:cubicBezTo>
                <a:close/>
                <a:moveTo>
                  <a:pt x="19210" y="19210"/>
                </a:moveTo>
                <a:lnTo>
                  <a:pt x="326574" y="19210"/>
                </a:lnTo>
                <a:lnTo>
                  <a:pt x="326574" y="38421"/>
                </a:lnTo>
                <a:lnTo>
                  <a:pt x="19210" y="38421"/>
                </a:lnTo>
                <a:lnTo>
                  <a:pt x="19210" y="19210"/>
                </a:lnTo>
                <a:close/>
                <a:moveTo>
                  <a:pt x="134472" y="57631"/>
                </a:moveTo>
                <a:lnTo>
                  <a:pt x="211313" y="57631"/>
                </a:lnTo>
                <a:lnTo>
                  <a:pt x="211313" y="76822"/>
                </a:lnTo>
                <a:lnTo>
                  <a:pt x="134472" y="76672"/>
                </a:lnTo>
                <a:lnTo>
                  <a:pt x="134472" y="57631"/>
                </a:lnTo>
                <a:close/>
                <a:moveTo>
                  <a:pt x="285658" y="422626"/>
                </a:moveTo>
                <a:lnTo>
                  <a:pt x="60933" y="422551"/>
                </a:lnTo>
                <a:lnTo>
                  <a:pt x="31013" y="268903"/>
                </a:lnTo>
                <a:lnTo>
                  <a:pt x="115262" y="268882"/>
                </a:lnTo>
                <a:lnTo>
                  <a:pt x="115262" y="290386"/>
                </a:lnTo>
                <a:cubicBezTo>
                  <a:pt x="115262" y="299878"/>
                  <a:pt x="123704" y="307308"/>
                  <a:pt x="134472" y="307308"/>
                </a:cubicBezTo>
                <a:lnTo>
                  <a:pt x="211313" y="307308"/>
                </a:lnTo>
                <a:cubicBezTo>
                  <a:pt x="222080" y="307308"/>
                  <a:pt x="230523" y="299880"/>
                  <a:pt x="230523" y="290386"/>
                </a:cubicBezTo>
                <a:lnTo>
                  <a:pt x="230523" y="268855"/>
                </a:lnTo>
                <a:lnTo>
                  <a:pt x="314453" y="268836"/>
                </a:lnTo>
                <a:lnTo>
                  <a:pt x="285660" y="422626"/>
                </a:lnTo>
                <a:close/>
                <a:moveTo>
                  <a:pt x="134472" y="268878"/>
                </a:moveTo>
                <a:lnTo>
                  <a:pt x="211313" y="268861"/>
                </a:lnTo>
                <a:lnTo>
                  <a:pt x="211313" y="288098"/>
                </a:lnTo>
                <a:lnTo>
                  <a:pt x="134472" y="287910"/>
                </a:lnTo>
                <a:lnTo>
                  <a:pt x="134472" y="268878"/>
                </a:lnTo>
                <a:close/>
                <a:moveTo>
                  <a:pt x="326574" y="249622"/>
                </a:moveTo>
                <a:lnTo>
                  <a:pt x="19210" y="249697"/>
                </a:lnTo>
                <a:lnTo>
                  <a:pt x="19210" y="230487"/>
                </a:lnTo>
                <a:lnTo>
                  <a:pt x="326574" y="230561"/>
                </a:lnTo>
                <a:lnTo>
                  <a:pt x="326574" y="249622"/>
                </a:lnTo>
                <a:close/>
                <a:moveTo>
                  <a:pt x="60931" y="211288"/>
                </a:moveTo>
                <a:lnTo>
                  <a:pt x="31003" y="57633"/>
                </a:lnTo>
                <a:lnTo>
                  <a:pt x="115263" y="57633"/>
                </a:lnTo>
                <a:lnTo>
                  <a:pt x="115263" y="78645"/>
                </a:lnTo>
                <a:cubicBezTo>
                  <a:pt x="115263" y="88231"/>
                  <a:pt x="123873" y="96036"/>
                  <a:pt x="134474" y="96036"/>
                </a:cubicBezTo>
                <a:lnTo>
                  <a:pt x="211315" y="96036"/>
                </a:lnTo>
                <a:cubicBezTo>
                  <a:pt x="221915" y="96036"/>
                  <a:pt x="230525" y="88233"/>
                  <a:pt x="230525" y="78645"/>
                </a:cubicBezTo>
                <a:lnTo>
                  <a:pt x="230525" y="57633"/>
                </a:lnTo>
                <a:lnTo>
                  <a:pt x="314451" y="57633"/>
                </a:lnTo>
                <a:lnTo>
                  <a:pt x="285668" y="211342"/>
                </a:lnTo>
                <a:lnTo>
                  <a:pt x="60933" y="211288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68" descr="Trash can icon.">
            <a:extLst>
              <a:ext uri="{FF2B5EF4-FFF2-40B4-BE49-F238E27FC236}">
                <a16:creationId xmlns:a16="http://schemas.microsoft.com/office/drawing/2014/main" id="{B71D1627-10CC-4AC2-46C7-F26BCD2BCD91}"/>
              </a:ext>
            </a:extLst>
          </p:cNvPr>
          <p:cNvSpPr/>
          <p:nvPr/>
        </p:nvSpPr>
        <p:spPr>
          <a:xfrm>
            <a:off x="8369435" y="2332869"/>
            <a:ext cx="326574" cy="461044"/>
          </a:xfrm>
          <a:custGeom>
            <a:avLst/>
            <a:gdLst>
              <a:gd name="connsiteX0" fmla="*/ 307364 w 326574"/>
              <a:gd name="connsiteY0" fmla="*/ 96051 h 461044"/>
              <a:gd name="connsiteX1" fmla="*/ 288770 w 326574"/>
              <a:gd name="connsiteY1" fmla="*/ 96047 h 461044"/>
              <a:gd name="connsiteX2" fmla="*/ 261037 w 326574"/>
              <a:gd name="connsiteY2" fmla="*/ 13113 h 461044"/>
              <a:gd name="connsiteX3" fmla="*/ 242821 w 326574"/>
              <a:gd name="connsiteY3" fmla="*/ 0 h 461044"/>
              <a:gd name="connsiteX4" fmla="*/ 83755 w 326574"/>
              <a:gd name="connsiteY4" fmla="*/ 0 h 461044"/>
              <a:gd name="connsiteX5" fmla="*/ 65540 w 326574"/>
              <a:gd name="connsiteY5" fmla="*/ 13094 h 461044"/>
              <a:gd name="connsiteX6" fmla="*/ 37727 w 326574"/>
              <a:gd name="connsiteY6" fmla="*/ 95997 h 461044"/>
              <a:gd name="connsiteX7" fmla="*/ 19210 w 326574"/>
              <a:gd name="connsiteY7" fmla="*/ 95994 h 461044"/>
              <a:gd name="connsiteX8" fmla="*/ 0 w 326574"/>
              <a:gd name="connsiteY8" fmla="*/ 115204 h 461044"/>
              <a:gd name="connsiteX9" fmla="*/ 0 w 326574"/>
              <a:gd name="connsiteY9" fmla="*/ 134470 h 461044"/>
              <a:gd name="connsiteX10" fmla="*/ 19210 w 326574"/>
              <a:gd name="connsiteY10" fmla="*/ 153680 h 461044"/>
              <a:gd name="connsiteX11" fmla="*/ 29440 w 326574"/>
              <a:gd name="connsiteY11" fmla="*/ 153680 h 461044"/>
              <a:gd name="connsiteX12" fmla="*/ 43740 w 326574"/>
              <a:gd name="connsiteY12" fmla="*/ 364993 h 461044"/>
              <a:gd name="connsiteX13" fmla="*/ 38421 w 326574"/>
              <a:gd name="connsiteY13" fmla="*/ 364993 h 461044"/>
              <a:gd name="connsiteX14" fmla="*/ 19210 w 326574"/>
              <a:gd name="connsiteY14" fmla="*/ 384203 h 461044"/>
              <a:gd name="connsiteX15" fmla="*/ 19210 w 326574"/>
              <a:gd name="connsiteY15" fmla="*/ 441834 h 461044"/>
              <a:gd name="connsiteX16" fmla="*/ 38421 w 326574"/>
              <a:gd name="connsiteY16" fmla="*/ 461044 h 461044"/>
              <a:gd name="connsiteX17" fmla="*/ 57631 w 326574"/>
              <a:gd name="connsiteY17" fmla="*/ 461044 h 461044"/>
              <a:gd name="connsiteX18" fmla="*/ 76841 w 326574"/>
              <a:gd name="connsiteY18" fmla="*/ 441834 h 461044"/>
              <a:gd name="connsiteX19" fmla="*/ 249733 w 326574"/>
              <a:gd name="connsiteY19" fmla="*/ 441834 h 461044"/>
              <a:gd name="connsiteX20" fmla="*/ 268944 w 326574"/>
              <a:gd name="connsiteY20" fmla="*/ 461044 h 461044"/>
              <a:gd name="connsiteX21" fmla="*/ 288154 w 326574"/>
              <a:gd name="connsiteY21" fmla="*/ 461044 h 461044"/>
              <a:gd name="connsiteX22" fmla="*/ 307364 w 326574"/>
              <a:gd name="connsiteY22" fmla="*/ 441834 h 461044"/>
              <a:gd name="connsiteX23" fmla="*/ 307364 w 326574"/>
              <a:gd name="connsiteY23" fmla="*/ 384203 h 461044"/>
              <a:gd name="connsiteX24" fmla="*/ 288154 w 326574"/>
              <a:gd name="connsiteY24" fmla="*/ 364993 h 461044"/>
              <a:gd name="connsiteX25" fmla="*/ 282763 w 326574"/>
              <a:gd name="connsiteY25" fmla="*/ 364993 h 461044"/>
              <a:gd name="connsiteX26" fmla="*/ 297131 w 326574"/>
              <a:gd name="connsiteY26" fmla="*/ 153680 h 461044"/>
              <a:gd name="connsiteX27" fmla="*/ 307364 w 326574"/>
              <a:gd name="connsiteY27" fmla="*/ 153680 h 461044"/>
              <a:gd name="connsiteX28" fmla="*/ 326574 w 326574"/>
              <a:gd name="connsiteY28" fmla="*/ 134470 h 461044"/>
              <a:gd name="connsiteX29" fmla="*/ 326574 w 326574"/>
              <a:gd name="connsiteY29" fmla="*/ 115260 h 461044"/>
              <a:gd name="connsiteX30" fmla="*/ 307364 w 326574"/>
              <a:gd name="connsiteY30" fmla="*/ 96049 h 461044"/>
              <a:gd name="connsiteX31" fmla="*/ 201698 w 326574"/>
              <a:gd name="connsiteY31" fmla="*/ 19210 h 461044"/>
              <a:gd name="connsiteX32" fmla="*/ 201660 w 326574"/>
              <a:gd name="connsiteY32" fmla="*/ 57631 h 461044"/>
              <a:gd name="connsiteX33" fmla="*/ 125193 w 326574"/>
              <a:gd name="connsiteY33" fmla="*/ 57331 h 461044"/>
              <a:gd name="connsiteX34" fmla="*/ 124894 w 326574"/>
              <a:gd name="connsiteY34" fmla="*/ 19210 h 461044"/>
              <a:gd name="connsiteX35" fmla="*/ 201696 w 326574"/>
              <a:gd name="connsiteY35" fmla="*/ 19210 h 461044"/>
              <a:gd name="connsiteX36" fmla="*/ 83755 w 326574"/>
              <a:gd name="connsiteY36" fmla="*/ 19210 h 461044"/>
              <a:gd name="connsiteX37" fmla="*/ 105685 w 326574"/>
              <a:gd name="connsiteY37" fmla="*/ 19210 h 461044"/>
              <a:gd name="connsiteX38" fmla="*/ 106004 w 326574"/>
              <a:gd name="connsiteY38" fmla="*/ 60145 h 461044"/>
              <a:gd name="connsiteX39" fmla="*/ 125149 w 326574"/>
              <a:gd name="connsiteY39" fmla="*/ 76749 h 461044"/>
              <a:gd name="connsiteX40" fmla="*/ 125234 w 326574"/>
              <a:gd name="connsiteY40" fmla="*/ 76749 h 461044"/>
              <a:gd name="connsiteX41" fmla="*/ 201746 w 326574"/>
              <a:gd name="connsiteY41" fmla="*/ 76843 h 461044"/>
              <a:gd name="connsiteX42" fmla="*/ 216060 w 326574"/>
              <a:gd name="connsiteY42" fmla="*/ 71009 h 461044"/>
              <a:gd name="connsiteX43" fmla="*/ 220872 w 326574"/>
              <a:gd name="connsiteY43" fmla="*/ 59696 h 461044"/>
              <a:gd name="connsiteX44" fmla="*/ 220910 w 326574"/>
              <a:gd name="connsiteY44" fmla="*/ 19212 h 461044"/>
              <a:gd name="connsiteX45" fmla="*/ 242821 w 326574"/>
              <a:gd name="connsiteY45" fmla="*/ 19212 h 461044"/>
              <a:gd name="connsiteX46" fmla="*/ 268521 w 326574"/>
              <a:gd name="connsiteY46" fmla="*/ 96045 h 461044"/>
              <a:gd name="connsiteX47" fmla="*/ 57994 w 326574"/>
              <a:gd name="connsiteY47" fmla="*/ 96003 h 461044"/>
              <a:gd name="connsiteX48" fmla="*/ 83755 w 326574"/>
              <a:gd name="connsiteY48" fmla="*/ 19212 h 461044"/>
              <a:gd name="connsiteX49" fmla="*/ 57631 w 326574"/>
              <a:gd name="connsiteY49" fmla="*/ 441836 h 461044"/>
              <a:gd name="connsiteX50" fmla="*/ 38421 w 326574"/>
              <a:gd name="connsiteY50" fmla="*/ 441836 h 461044"/>
              <a:gd name="connsiteX51" fmla="*/ 38421 w 326574"/>
              <a:gd name="connsiteY51" fmla="*/ 384205 h 461044"/>
              <a:gd name="connsiteX52" fmla="*/ 57631 w 326574"/>
              <a:gd name="connsiteY52" fmla="*/ 384205 h 461044"/>
              <a:gd name="connsiteX53" fmla="*/ 57631 w 326574"/>
              <a:gd name="connsiteY53" fmla="*/ 441836 h 461044"/>
              <a:gd name="connsiteX54" fmla="*/ 263426 w 326574"/>
              <a:gd name="connsiteY54" fmla="*/ 366111 h 461044"/>
              <a:gd name="connsiteX55" fmla="*/ 249733 w 326574"/>
              <a:gd name="connsiteY55" fmla="*/ 384205 h 461044"/>
              <a:gd name="connsiteX56" fmla="*/ 249733 w 326574"/>
              <a:gd name="connsiteY56" fmla="*/ 422626 h 461044"/>
              <a:gd name="connsiteX57" fmla="*/ 76841 w 326574"/>
              <a:gd name="connsiteY57" fmla="*/ 422626 h 461044"/>
              <a:gd name="connsiteX58" fmla="*/ 76841 w 326574"/>
              <a:gd name="connsiteY58" fmla="*/ 384205 h 461044"/>
              <a:gd name="connsiteX59" fmla="*/ 63075 w 326574"/>
              <a:gd name="connsiteY59" fmla="*/ 366097 h 461044"/>
              <a:gd name="connsiteX60" fmla="*/ 48702 w 326574"/>
              <a:gd name="connsiteY60" fmla="*/ 153682 h 461044"/>
              <a:gd name="connsiteX61" fmla="*/ 277871 w 326574"/>
              <a:gd name="connsiteY61" fmla="*/ 153682 h 461044"/>
              <a:gd name="connsiteX62" fmla="*/ 263426 w 326574"/>
              <a:gd name="connsiteY62" fmla="*/ 366111 h 461044"/>
              <a:gd name="connsiteX63" fmla="*/ 288154 w 326574"/>
              <a:gd name="connsiteY63" fmla="*/ 384205 h 461044"/>
              <a:gd name="connsiteX64" fmla="*/ 288154 w 326574"/>
              <a:gd name="connsiteY64" fmla="*/ 441836 h 461044"/>
              <a:gd name="connsiteX65" fmla="*/ 268944 w 326574"/>
              <a:gd name="connsiteY65" fmla="*/ 441836 h 461044"/>
              <a:gd name="connsiteX66" fmla="*/ 268944 w 326574"/>
              <a:gd name="connsiteY66" fmla="*/ 384205 h 461044"/>
              <a:gd name="connsiteX67" fmla="*/ 288154 w 326574"/>
              <a:gd name="connsiteY67" fmla="*/ 384205 h 461044"/>
              <a:gd name="connsiteX68" fmla="*/ 307364 w 326574"/>
              <a:gd name="connsiteY68" fmla="*/ 134472 h 461044"/>
              <a:gd name="connsiteX69" fmla="*/ 19210 w 326574"/>
              <a:gd name="connsiteY69" fmla="*/ 134472 h 461044"/>
              <a:gd name="connsiteX70" fmla="*/ 19210 w 326574"/>
              <a:gd name="connsiteY70" fmla="*/ 115206 h 461044"/>
              <a:gd name="connsiteX71" fmla="*/ 307364 w 326574"/>
              <a:gd name="connsiteY71" fmla="*/ 115262 h 461044"/>
              <a:gd name="connsiteX72" fmla="*/ 307364 w 326574"/>
              <a:gd name="connsiteY72" fmla="*/ 134472 h 46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326574" h="461044">
                <a:moveTo>
                  <a:pt x="307364" y="96051"/>
                </a:moveTo>
                <a:lnTo>
                  <a:pt x="288770" y="96047"/>
                </a:lnTo>
                <a:lnTo>
                  <a:pt x="261037" y="13113"/>
                </a:lnTo>
                <a:cubicBezTo>
                  <a:pt x="258411" y="5271"/>
                  <a:pt x="251084" y="0"/>
                  <a:pt x="242821" y="0"/>
                </a:cubicBezTo>
                <a:lnTo>
                  <a:pt x="83755" y="0"/>
                </a:lnTo>
                <a:cubicBezTo>
                  <a:pt x="75500" y="0"/>
                  <a:pt x="68175" y="5252"/>
                  <a:pt x="65540" y="13094"/>
                </a:cubicBezTo>
                <a:lnTo>
                  <a:pt x="37727" y="95997"/>
                </a:lnTo>
                <a:lnTo>
                  <a:pt x="19210" y="95994"/>
                </a:lnTo>
                <a:cubicBezTo>
                  <a:pt x="8620" y="95994"/>
                  <a:pt x="0" y="104604"/>
                  <a:pt x="0" y="115204"/>
                </a:cubicBezTo>
                <a:lnTo>
                  <a:pt x="0" y="134470"/>
                </a:lnTo>
                <a:cubicBezTo>
                  <a:pt x="0" y="145070"/>
                  <a:pt x="8620" y="153680"/>
                  <a:pt x="19210" y="153680"/>
                </a:cubicBezTo>
                <a:lnTo>
                  <a:pt x="29440" y="153680"/>
                </a:lnTo>
                <a:lnTo>
                  <a:pt x="43740" y="364993"/>
                </a:lnTo>
                <a:lnTo>
                  <a:pt x="38421" y="364993"/>
                </a:lnTo>
                <a:cubicBezTo>
                  <a:pt x="27830" y="364993"/>
                  <a:pt x="19210" y="373603"/>
                  <a:pt x="19210" y="384203"/>
                </a:cubicBezTo>
                <a:lnTo>
                  <a:pt x="19210" y="441834"/>
                </a:lnTo>
                <a:cubicBezTo>
                  <a:pt x="19210" y="452434"/>
                  <a:pt x="27830" y="461044"/>
                  <a:pt x="38421" y="461044"/>
                </a:cubicBezTo>
                <a:lnTo>
                  <a:pt x="57631" y="461044"/>
                </a:lnTo>
                <a:cubicBezTo>
                  <a:pt x="68221" y="461044"/>
                  <a:pt x="76841" y="452434"/>
                  <a:pt x="76841" y="441834"/>
                </a:cubicBezTo>
                <a:lnTo>
                  <a:pt x="249733" y="441834"/>
                </a:lnTo>
                <a:cubicBezTo>
                  <a:pt x="249733" y="452434"/>
                  <a:pt x="258353" y="461044"/>
                  <a:pt x="268944" y="461044"/>
                </a:cubicBezTo>
                <a:lnTo>
                  <a:pt x="288154" y="461044"/>
                </a:lnTo>
                <a:cubicBezTo>
                  <a:pt x="298744" y="461044"/>
                  <a:pt x="307364" y="452434"/>
                  <a:pt x="307364" y="441834"/>
                </a:cubicBezTo>
                <a:lnTo>
                  <a:pt x="307364" y="384203"/>
                </a:lnTo>
                <a:cubicBezTo>
                  <a:pt x="307364" y="373603"/>
                  <a:pt x="298744" y="364993"/>
                  <a:pt x="288154" y="364993"/>
                </a:cubicBezTo>
                <a:lnTo>
                  <a:pt x="282763" y="364993"/>
                </a:lnTo>
                <a:lnTo>
                  <a:pt x="297131" y="153680"/>
                </a:lnTo>
                <a:lnTo>
                  <a:pt x="307364" y="153680"/>
                </a:lnTo>
                <a:cubicBezTo>
                  <a:pt x="317955" y="153680"/>
                  <a:pt x="326574" y="145070"/>
                  <a:pt x="326574" y="134470"/>
                </a:cubicBezTo>
                <a:lnTo>
                  <a:pt x="326574" y="115260"/>
                </a:lnTo>
                <a:cubicBezTo>
                  <a:pt x="326574" y="104659"/>
                  <a:pt x="317955" y="96049"/>
                  <a:pt x="307364" y="96049"/>
                </a:cubicBezTo>
                <a:close/>
                <a:moveTo>
                  <a:pt x="201698" y="19210"/>
                </a:moveTo>
                <a:lnTo>
                  <a:pt x="201660" y="57631"/>
                </a:lnTo>
                <a:lnTo>
                  <a:pt x="125193" y="57331"/>
                </a:lnTo>
                <a:lnTo>
                  <a:pt x="124894" y="19210"/>
                </a:lnTo>
                <a:lnTo>
                  <a:pt x="201696" y="19210"/>
                </a:lnTo>
                <a:close/>
                <a:moveTo>
                  <a:pt x="83755" y="19210"/>
                </a:moveTo>
                <a:lnTo>
                  <a:pt x="105685" y="19210"/>
                </a:lnTo>
                <a:lnTo>
                  <a:pt x="106004" y="60145"/>
                </a:lnTo>
                <a:cubicBezTo>
                  <a:pt x="106069" y="69470"/>
                  <a:pt x="114493" y="76749"/>
                  <a:pt x="125149" y="76749"/>
                </a:cubicBezTo>
                <a:lnTo>
                  <a:pt x="125234" y="76749"/>
                </a:lnTo>
                <a:lnTo>
                  <a:pt x="201746" y="76843"/>
                </a:lnTo>
                <a:cubicBezTo>
                  <a:pt x="207196" y="76824"/>
                  <a:pt x="212412" y="74705"/>
                  <a:pt x="216060" y="71009"/>
                </a:cubicBezTo>
                <a:cubicBezTo>
                  <a:pt x="219193" y="67839"/>
                  <a:pt x="220901" y="63805"/>
                  <a:pt x="220872" y="59696"/>
                </a:cubicBezTo>
                <a:lnTo>
                  <a:pt x="220910" y="19212"/>
                </a:lnTo>
                <a:lnTo>
                  <a:pt x="242821" y="19212"/>
                </a:lnTo>
                <a:lnTo>
                  <a:pt x="268521" y="96045"/>
                </a:lnTo>
                <a:lnTo>
                  <a:pt x="57994" y="96003"/>
                </a:lnTo>
                <a:lnTo>
                  <a:pt x="83755" y="19212"/>
                </a:lnTo>
                <a:close/>
                <a:moveTo>
                  <a:pt x="57631" y="441836"/>
                </a:moveTo>
                <a:lnTo>
                  <a:pt x="38421" y="441836"/>
                </a:lnTo>
                <a:lnTo>
                  <a:pt x="38421" y="384205"/>
                </a:lnTo>
                <a:lnTo>
                  <a:pt x="57631" y="384205"/>
                </a:lnTo>
                <a:lnTo>
                  <a:pt x="57631" y="441836"/>
                </a:lnTo>
                <a:close/>
                <a:moveTo>
                  <a:pt x="263426" y="366111"/>
                </a:moveTo>
                <a:cubicBezTo>
                  <a:pt x="255571" y="368520"/>
                  <a:pt x="249733" y="375564"/>
                  <a:pt x="249733" y="384205"/>
                </a:cubicBezTo>
                <a:lnTo>
                  <a:pt x="249733" y="422626"/>
                </a:lnTo>
                <a:lnTo>
                  <a:pt x="76841" y="422626"/>
                </a:lnTo>
                <a:lnTo>
                  <a:pt x="76841" y="384205"/>
                </a:lnTo>
                <a:cubicBezTo>
                  <a:pt x="76841" y="375537"/>
                  <a:pt x="70968" y="368483"/>
                  <a:pt x="63075" y="366097"/>
                </a:cubicBezTo>
                <a:lnTo>
                  <a:pt x="48702" y="153682"/>
                </a:lnTo>
                <a:lnTo>
                  <a:pt x="277871" y="153682"/>
                </a:lnTo>
                <a:lnTo>
                  <a:pt x="263426" y="366111"/>
                </a:lnTo>
                <a:close/>
                <a:moveTo>
                  <a:pt x="288154" y="384205"/>
                </a:moveTo>
                <a:lnTo>
                  <a:pt x="288154" y="441836"/>
                </a:lnTo>
                <a:lnTo>
                  <a:pt x="268944" y="441836"/>
                </a:lnTo>
                <a:lnTo>
                  <a:pt x="268944" y="384205"/>
                </a:lnTo>
                <a:lnTo>
                  <a:pt x="288154" y="384205"/>
                </a:lnTo>
                <a:close/>
                <a:moveTo>
                  <a:pt x="307364" y="134472"/>
                </a:moveTo>
                <a:lnTo>
                  <a:pt x="19210" y="134472"/>
                </a:lnTo>
                <a:lnTo>
                  <a:pt x="19210" y="115206"/>
                </a:lnTo>
                <a:lnTo>
                  <a:pt x="307364" y="115262"/>
                </a:lnTo>
                <a:lnTo>
                  <a:pt x="307364" y="134472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171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Technology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(1 of 2)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D73A97-548C-4894-A8CC-3613AF9C567C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Smartphone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Smartphone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Electronic prescription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Smartphone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text Rx reminder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Smartphone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drug savings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Telemedicine phone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Phone –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enter number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Phone –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scan app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Smartwatch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iPad tablet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Calculator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Blank laptop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Laptop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Telemedicine 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laptop 1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Telemedicine 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laptop 2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Laptop line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/>
                        <a:t>portal</a:t>
                      </a: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 login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Laptop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line </a:t>
                      </a:r>
                      <a:r>
                        <a:rPr lang="en-US" sz="800" dirty="0"/>
                        <a:t>power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Monitor TV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Web window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Video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Mouse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USB drive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Electric cord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Microchip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Speaker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Microphone wireless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Press release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Wi-fi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Scan Rx prescription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Send to card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Text messaging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phones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audio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photography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video recording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Capabilities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Process innovation hand gear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Process innovation lightbulb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Head gears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turning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Artificial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intelligence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500" cap="none" spc="0" normalizeH="0" baseline="0" noProof="0" dirty="0">
                          <a:ln>
                            <a:noFill/>
                          </a:ln>
                          <a:solidFill>
                            <a:srgbClr val="3F3F3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Artificial intelligence powered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Data transfer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Transfer server cloud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Cloud synchronization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8" name="Graphic 152" descr="Smartphone icon.">
            <a:extLst>
              <a:ext uri="{FF2B5EF4-FFF2-40B4-BE49-F238E27FC236}">
                <a16:creationId xmlns:a16="http://schemas.microsoft.com/office/drawing/2014/main" id="{D7845F98-CB03-4B34-913C-029C2C209997}"/>
              </a:ext>
            </a:extLst>
          </p:cNvPr>
          <p:cNvSpPr>
            <a:spLocks noChangeAspect="1"/>
          </p:cNvSpPr>
          <p:nvPr/>
        </p:nvSpPr>
        <p:spPr>
          <a:xfrm>
            <a:off x="1046920" y="1366855"/>
            <a:ext cx="267468" cy="458518"/>
          </a:xfrm>
          <a:custGeom>
            <a:avLst/>
            <a:gdLst>
              <a:gd name="connsiteX0" fmla="*/ 95525 w 267468"/>
              <a:gd name="connsiteY0" fmla="*/ 38210 h 458518"/>
              <a:gd name="connsiteX1" fmla="*/ 171944 w 267468"/>
              <a:gd name="connsiteY1" fmla="*/ 38210 h 458518"/>
              <a:gd name="connsiteX2" fmla="*/ 171944 w 267468"/>
              <a:gd name="connsiteY2" fmla="*/ 57315 h 458518"/>
              <a:gd name="connsiteX3" fmla="*/ 95525 w 267468"/>
              <a:gd name="connsiteY3" fmla="*/ 57315 h 458518"/>
              <a:gd name="connsiteX4" fmla="*/ 95525 w 267468"/>
              <a:gd name="connsiteY4" fmla="*/ 38210 h 458518"/>
              <a:gd name="connsiteX5" fmla="*/ 133734 w 267468"/>
              <a:gd name="connsiteY5" fmla="*/ 372546 h 458518"/>
              <a:gd name="connsiteX6" fmla="*/ 105077 w 267468"/>
              <a:gd name="connsiteY6" fmla="*/ 401203 h 458518"/>
              <a:gd name="connsiteX7" fmla="*/ 133734 w 267468"/>
              <a:gd name="connsiteY7" fmla="*/ 429861 h 458518"/>
              <a:gd name="connsiteX8" fmla="*/ 162392 w 267468"/>
              <a:gd name="connsiteY8" fmla="*/ 401203 h 458518"/>
              <a:gd name="connsiteX9" fmla="*/ 133734 w 267468"/>
              <a:gd name="connsiteY9" fmla="*/ 372546 h 458518"/>
              <a:gd name="connsiteX10" fmla="*/ 133734 w 267468"/>
              <a:gd name="connsiteY10" fmla="*/ 410756 h 458518"/>
              <a:gd name="connsiteX11" fmla="*/ 124182 w 267468"/>
              <a:gd name="connsiteY11" fmla="*/ 401203 h 458518"/>
              <a:gd name="connsiteX12" fmla="*/ 133734 w 267468"/>
              <a:gd name="connsiteY12" fmla="*/ 391651 h 458518"/>
              <a:gd name="connsiteX13" fmla="*/ 143287 w 267468"/>
              <a:gd name="connsiteY13" fmla="*/ 401203 h 458518"/>
              <a:gd name="connsiteX14" fmla="*/ 133734 w 267468"/>
              <a:gd name="connsiteY14" fmla="*/ 410756 h 458518"/>
              <a:gd name="connsiteX15" fmla="*/ 267469 w 267468"/>
              <a:gd name="connsiteY15" fmla="*/ 439413 h 458518"/>
              <a:gd name="connsiteX16" fmla="*/ 267469 w 267468"/>
              <a:gd name="connsiteY16" fmla="*/ 19105 h 458518"/>
              <a:gd name="connsiteX17" fmla="*/ 248364 w 267468"/>
              <a:gd name="connsiteY17" fmla="*/ 0 h 458518"/>
              <a:gd name="connsiteX18" fmla="*/ 19105 w 267468"/>
              <a:gd name="connsiteY18" fmla="*/ 0 h 458518"/>
              <a:gd name="connsiteX19" fmla="*/ 0 w 267468"/>
              <a:gd name="connsiteY19" fmla="*/ 19105 h 458518"/>
              <a:gd name="connsiteX20" fmla="*/ 0 w 267468"/>
              <a:gd name="connsiteY20" fmla="*/ 439413 h 458518"/>
              <a:gd name="connsiteX21" fmla="*/ 19105 w 267468"/>
              <a:gd name="connsiteY21" fmla="*/ 458518 h 458518"/>
              <a:gd name="connsiteX22" fmla="*/ 248364 w 267468"/>
              <a:gd name="connsiteY22" fmla="*/ 458518 h 458518"/>
              <a:gd name="connsiteX23" fmla="*/ 267469 w 267468"/>
              <a:gd name="connsiteY23" fmla="*/ 439413 h 458518"/>
              <a:gd name="connsiteX24" fmla="*/ 19105 w 267468"/>
              <a:gd name="connsiteY24" fmla="*/ 19105 h 458518"/>
              <a:gd name="connsiteX25" fmla="*/ 248364 w 267468"/>
              <a:gd name="connsiteY25" fmla="*/ 19105 h 458518"/>
              <a:gd name="connsiteX26" fmla="*/ 248364 w 267468"/>
              <a:gd name="connsiteY26" fmla="*/ 439413 h 458518"/>
              <a:gd name="connsiteX27" fmla="*/ 19105 w 267468"/>
              <a:gd name="connsiteY27" fmla="*/ 439413 h 458518"/>
              <a:gd name="connsiteX28" fmla="*/ 19105 w 267468"/>
              <a:gd name="connsiteY28" fmla="*/ 19105 h 458518"/>
              <a:gd name="connsiteX29" fmla="*/ 191049 w 267468"/>
              <a:gd name="connsiteY29" fmla="*/ 38210 h 458518"/>
              <a:gd name="connsiteX30" fmla="*/ 210154 w 267468"/>
              <a:gd name="connsiteY30" fmla="*/ 38210 h 458518"/>
              <a:gd name="connsiteX31" fmla="*/ 210154 w 267468"/>
              <a:gd name="connsiteY31" fmla="*/ 57315 h 458518"/>
              <a:gd name="connsiteX32" fmla="*/ 191049 w 267468"/>
              <a:gd name="connsiteY32" fmla="*/ 57315 h 458518"/>
              <a:gd name="connsiteX33" fmla="*/ 191049 w 267468"/>
              <a:gd name="connsiteY33" fmla="*/ 3821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7468" h="458518">
                <a:moveTo>
                  <a:pt x="95525" y="38210"/>
                </a:moveTo>
                <a:lnTo>
                  <a:pt x="171944" y="38210"/>
                </a:lnTo>
                <a:lnTo>
                  <a:pt x="171944" y="57315"/>
                </a:lnTo>
                <a:lnTo>
                  <a:pt x="95525" y="57315"/>
                </a:lnTo>
                <a:lnTo>
                  <a:pt x="95525" y="38210"/>
                </a:lnTo>
                <a:close/>
                <a:moveTo>
                  <a:pt x="133734" y="372546"/>
                </a:moveTo>
                <a:cubicBezTo>
                  <a:pt x="118450" y="372546"/>
                  <a:pt x="105077" y="385919"/>
                  <a:pt x="105077" y="401203"/>
                </a:cubicBezTo>
                <a:cubicBezTo>
                  <a:pt x="105077" y="416487"/>
                  <a:pt x="118450" y="429861"/>
                  <a:pt x="133734" y="429861"/>
                </a:cubicBezTo>
                <a:cubicBezTo>
                  <a:pt x="149018" y="429861"/>
                  <a:pt x="162392" y="416487"/>
                  <a:pt x="162392" y="401203"/>
                </a:cubicBezTo>
                <a:cubicBezTo>
                  <a:pt x="162392" y="385919"/>
                  <a:pt x="149018" y="372546"/>
                  <a:pt x="133734" y="372546"/>
                </a:cubicBezTo>
                <a:close/>
                <a:moveTo>
                  <a:pt x="133734" y="410756"/>
                </a:moveTo>
                <a:cubicBezTo>
                  <a:pt x="128003" y="410756"/>
                  <a:pt x="124182" y="406935"/>
                  <a:pt x="124182" y="401203"/>
                </a:cubicBezTo>
                <a:cubicBezTo>
                  <a:pt x="124182" y="395472"/>
                  <a:pt x="128003" y="391651"/>
                  <a:pt x="133734" y="391651"/>
                </a:cubicBezTo>
                <a:cubicBezTo>
                  <a:pt x="139466" y="391651"/>
                  <a:pt x="143287" y="395472"/>
                  <a:pt x="143287" y="401203"/>
                </a:cubicBezTo>
                <a:cubicBezTo>
                  <a:pt x="143287" y="406935"/>
                  <a:pt x="139466" y="410756"/>
                  <a:pt x="133734" y="410756"/>
                </a:cubicBezTo>
                <a:close/>
                <a:moveTo>
                  <a:pt x="267469" y="439413"/>
                </a:moveTo>
                <a:lnTo>
                  <a:pt x="267469" y="19105"/>
                </a:lnTo>
                <a:cubicBezTo>
                  <a:pt x="267469" y="7642"/>
                  <a:pt x="259827" y="0"/>
                  <a:pt x="24836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close/>
                <a:moveTo>
                  <a:pt x="19105" y="19105"/>
                </a:moveTo>
                <a:lnTo>
                  <a:pt x="248364" y="19105"/>
                </a:lnTo>
                <a:lnTo>
                  <a:pt x="248364" y="439413"/>
                </a:lnTo>
                <a:lnTo>
                  <a:pt x="19105" y="439413"/>
                </a:lnTo>
                <a:lnTo>
                  <a:pt x="19105" y="19105"/>
                </a:lnTo>
                <a:close/>
                <a:moveTo>
                  <a:pt x="191049" y="38210"/>
                </a:moveTo>
                <a:lnTo>
                  <a:pt x="210154" y="38210"/>
                </a:lnTo>
                <a:lnTo>
                  <a:pt x="210154" y="57315"/>
                </a:lnTo>
                <a:lnTo>
                  <a:pt x="191049" y="57315"/>
                </a:lnTo>
                <a:lnTo>
                  <a:pt x="191049" y="3821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Graphic 24" descr="Smartphone 2">
            <a:extLst>
              <a:ext uri="{FF2B5EF4-FFF2-40B4-BE49-F238E27FC236}">
                <a16:creationId xmlns:a16="http://schemas.microsoft.com/office/drawing/2014/main" id="{E2FD6B8D-2677-4CB1-ACED-EA7F55EECFBC}"/>
              </a:ext>
            </a:extLst>
          </p:cNvPr>
          <p:cNvSpPr/>
          <p:nvPr/>
        </p:nvSpPr>
        <p:spPr>
          <a:xfrm>
            <a:off x="2275926" y="1365286"/>
            <a:ext cx="268384" cy="460087"/>
          </a:xfrm>
          <a:custGeom>
            <a:avLst/>
            <a:gdLst>
              <a:gd name="connsiteX0" fmla="*/ 94635 w 378541"/>
              <a:gd name="connsiteY0" fmla="*/ 312297 h 648928"/>
              <a:gd name="connsiteX1" fmla="*/ 94635 w 378541"/>
              <a:gd name="connsiteY1" fmla="*/ 278498 h 648928"/>
              <a:gd name="connsiteX2" fmla="*/ 128434 w 378541"/>
              <a:gd name="connsiteY2" fmla="*/ 244970 h 648928"/>
              <a:gd name="connsiteX3" fmla="*/ 145198 w 378541"/>
              <a:gd name="connsiteY3" fmla="*/ 238751 h 648928"/>
              <a:gd name="connsiteX4" fmla="*/ 161962 w 378541"/>
              <a:gd name="connsiteY4" fmla="*/ 245511 h 648928"/>
              <a:gd name="connsiteX5" fmla="*/ 189271 w 378541"/>
              <a:gd name="connsiteY5" fmla="*/ 272820 h 648928"/>
              <a:gd name="connsiteX6" fmla="*/ 216580 w 378541"/>
              <a:gd name="connsiteY6" fmla="*/ 245511 h 648928"/>
              <a:gd name="connsiteX7" fmla="*/ 233344 w 378541"/>
              <a:gd name="connsiteY7" fmla="*/ 238751 h 648928"/>
              <a:gd name="connsiteX8" fmla="*/ 250108 w 378541"/>
              <a:gd name="connsiteY8" fmla="*/ 245511 h 648928"/>
              <a:gd name="connsiteX9" fmla="*/ 283636 w 378541"/>
              <a:gd name="connsiteY9" fmla="*/ 279309 h 648928"/>
              <a:gd name="connsiteX10" fmla="*/ 283636 w 378541"/>
              <a:gd name="connsiteY10" fmla="*/ 313108 h 648928"/>
              <a:gd name="connsiteX11" fmla="*/ 189000 w 378541"/>
              <a:gd name="connsiteY11" fmla="*/ 407202 h 648928"/>
              <a:gd name="connsiteX12" fmla="*/ 94365 w 378541"/>
              <a:gd name="connsiteY12" fmla="*/ 312567 h 648928"/>
              <a:gd name="connsiteX13" fmla="*/ 243078 w 378541"/>
              <a:gd name="connsiteY13" fmla="*/ 54077 h 648928"/>
              <a:gd name="connsiteX14" fmla="*/ 135464 w 378541"/>
              <a:gd name="connsiteY14" fmla="*/ 54077 h 648928"/>
              <a:gd name="connsiteX15" fmla="*/ 135464 w 378541"/>
              <a:gd name="connsiteY15" fmla="*/ 81116 h 648928"/>
              <a:gd name="connsiteX16" fmla="*/ 243078 w 378541"/>
              <a:gd name="connsiteY16" fmla="*/ 81116 h 648928"/>
              <a:gd name="connsiteX17" fmla="*/ 243078 w 378541"/>
              <a:gd name="connsiteY17" fmla="*/ 54077 h 648928"/>
              <a:gd name="connsiteX18" fmla="*/ 229829 w 378541"/>
              <a:gd name="connsiteY18" fmla="*/ 567812 h 648928"/>
              <a:gd name="connsiteX19" fmla="*/ 189271 w 378541"/>
              <a:gd name="connsiteY19" fmla="*/ 608370 h 648928"/>
              <a:gd name="connsiteX20" fmla="*/ 148713 w 378541"/>
              <a:gd name="connsiteY20" fmla="*/ 567812 h 648928"/>
              <a:gd name="connsiteX21" fmla="*/ 189271 w 378541"/>
              <a:gd name="connsiteY21" fmla="*/ 527254 h 648928"/>
              <a:gd name="connsiteX22" fmla="*/ 229829 w 378541"/>
              <a:gd name="connsiteY22" fmla="*/ 567812 h 648928"/>
              <a:gd name="connsiteX23" fmla="*/ 202790 w 378541"/>
              <a:gd name="connsiteY23" fmla="*/ 567812 h 648928"/>
              <a:gd name="connsiteX24" fmla="*/ 189271 w 378541"/>
              <a:gd name="connsiteY24" fmla="*/ 554293 h 648928"/>
              <a:gd name="connsiteX25" fmla="*/ 175751 w 378541"/>
              <a:gd name="connsiteY25" fmla="*/ 567812 h 648928"/>
              <a:gd name="connsiteX26" fmla="*/ 189271 w 378541"/>
              <a:gd name="connsiteY26" fmla="*/ 581331 h 648928"/>
              <a:gd name="connsiteX27" fmla="*/ 202790 w 378541"/>
              <a:gd name="connsiteY27" fmla="*/ 567812 h 648928"/>
              <a:gd name="connsiteX28" fmla="*/ 378541 w 378541"/>
              <a:gd name="connsiteY28" fmla="*/ 27039 h 648928"/>
              <a:gd name="connsiteX29" fmla="*/ 378541 w 378541"/>
              <a:gd name="connsiteY29" fmla="*/ 621889 h 648928"/>
              <a:gd name="connsiteX30" fmla="*/ 351503 w 378541"/>
              <a:gd name="connsiteY30" fmla="*/ 648928 h 648928"/>
              <a:gd name="connsiteX31" fmla="*/ 27039 w 378541"/>
              <a:gd name="connsiteY31" fmla="*/ 648928 h 648928"/>
              <a:gd name="connsiteX32" fmla="*/ 0 w 378541"/>
              <a:gd name="connsiteY32" fmla="*/ 621889 h 648928"/>
              <a:gd name="connsiteX33" fmla="*/ 0 w 378541"/>
              <a:gd name="connsiteY33" fmla="*/ 27039 h 648928"/>
              <a:gd name="connsiteX34" fmla="*/ 27039 w 378541"/>
              <a:gd name="connsiteY34" fmla="*/ 0 h 648928"/>
              <a:gd name="connsiteX35" fmla="*/ 351503 w 378541"/>
              <a:gd name="connsiteY35" fmla="*/ 0 h 648928"/>
              <a:gd name="connsiteX36" fmla="*/ 378541 w 378541"/>
              <a:gd name="connsiteY36" fmla="*/ 27039 h 648928"/>
              <a:gd name="connsiteX37" fmla="*/ 351503 w 378541"/>
              <a:gd name="connsiteY37" fmla="*/ 27039 h 648928"/>
              <a:gd name="connsiteX38" fmla="*/ 27039 w 378541"/>
              <a:gd name="connsiteY38" fmla="*/ 27039 h 648928"/>
              <a:gd name="connsiteX39" fmla="*/ 27039 w 378541"/>
              <a:gd name="connsiteY39" fmla="*/ 621889 h 648928"/>
              <a:gd name="connsiteX40" fmla="*/ 351503 w 378541"/>
              <a:gd name="connsiteY40" fmla="*/ 621889 h 648928"/>
              <a:gd name="connsiteX41" fmla="*/ 351503 w 378541"/>
              <a:gd name="connsiteY41" fmla="*/ 27039 h 648928"/>
              <a:gd name="connsiteX42" fmla="*/ 297425 w 378541"/>
              <a:gd name="connsiteY42" fmla="*/ 53807 h 648928"/>
              <a:gd name="connsiteX43" fmla="*/ 270387 w 378541"/>
              <a:gd name="connsiteY43" fmla="*/ 53807 h 648928"/>
              <a:gd name="connsiteX44" fmla="*/ 270387 w 378541"/>
              <a:gd name="connsiteY44" fmla="*/ 80846 h 648928"/>
              <a:gd name="connsiteX45" fmla="*/ 297425 w 378541"/>
              <a:gd name="connsiteY45" fmla="*/ 80846 h 648928"/>
              <a:gd name="connsiteX46" fmla="*/ 297425 w 378541"/>
              <a:gd name="connsiteY46" fmla="*/ 53807 h 64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378541" h="648928">
                <a:moveTo>
                  <a:pt x="94635" y="312297"/>
                </a:moveTo>
                <a:cubicBezTo>
                  <a:pt x="85172" y="302833"/>
                  <a:pt x="85172" y="287962"/>
                  <a:pt x="94635" y="278498"/>
                </a:cubicBezTo>
                <a:lnTo>
                  <a:pt x="128434" y="244970"/>
                </a:lnTo>
                <a:cubicBezTo>
                  <a:pt x="133301" y="240644"/>
                  <a:pt x="138979" y="238751"/>
                  <a:pt x="145198" y="238751"/>
                </a:cubicBezTo>
                <a:cubicBezTo>
                  <a:pt x="151417" y="238751"/>
                  <a:pt x="157365" y="240915"/>
                  <a:pt x="161962" y="245511"/>
                </a:cubicBezTo>
                <a:lnTo>
                  <a:pt x="189271" y="272820"/>
                </a:lnTo>
                <a:lnTo>
                  <a:pt x="216580" y="245511"/>
                </a:lnTo>
                <a:cubicBezTo>
                  <a:pt x="221447" y="240644"/>
                  <a:pt x="227125" y="238751"/>
                  <a:pt x="233344" y="238751"/>
                </a:cubicBezTo>
                <a:cubicBezTo>
                  <a:pt x="239022" y="238751"/>
                  <a:pt x="245511" y="240915"/>
                  <a:pt x="250108" y="245511"/>
                </a:cubicBezTo>
                <a:lnTo>
                  <a:pt x="283636" y="279309"/>
                </a:lnTo>
                <a:cubicBezTo>
                  <a:pt x="293099" y="288773"/>
                  <a:pt x="293099" y="303644"/>
                  <a:pt x="283636" y="313108"/>
                </a:cubicBezTo>
                <a:lnTo>
                  <a:pt x="189000" y="407202"/>
                </a:lnTo>
                <a:lnTo>
                  <a:pt x="94365" y="312567"/>
                </a:lnTo>
                <a:close/>
                <a:moveTo>
                  <a:pt x="243078" y="54077"/>
                </a:moveTo>
                <a:lnTo>
                  <a:pt x="135464" y="54077"/>
                </a:lnTo>
                <a:lnTo>
                  <a:pt x="135464" y="81116"/>
                </a:lnTo>
                <a:lnTo>
                  <a:pt x="243078" y="81116"/>
                </a:lnTo>
                <a:lnTo>
                  <a:pt x="243078" y="54077"/>
                </a:lnTo>
                <a:close/>
                <a:moveTo>
                  <a:pt x="229829" y="567812"/>
                </a:moveTo>
                <a:cubicBezTo>
                  <a:pt x="229829" y="590254"/>
                  <a:pt x="211713" y="608370"/>
                  <a:pt x="189271" y="608370"/>
                </a:cubicBezTo>
                <a:cubicBezTo>
                  <a:pt x="166829" y="608370"/>
                  <a:pt x="148713" y="590254"/>
                  <a:pt x="148713" y="567812"/>
                </a:cubicBezTo>
                <a:cubicBezTo>
                  <a:pt x="148713" y="545370"/>
                  <a:pt x="166829" y="527254"/>
                  <a:pt x="189271" y="527254"/>
                </a:cubicBezTo>
                <a:cubicBezTo>
                  <a:pt x="211713" y="527254"/>
                  <a:pt x="229829" y="545370"/>
                  <a:pt x="229829" y="567812"/>
                </a:cubicBezTo>
                <a:close/>
                <a:moveTo>
                  <a:pt x="202790" y="567812"/>
                </a:moveTo>
                <a:cubicBezTo>
                  <a:pt x="202790" y="560241"/>
                  <a:pt x="196841" y="554293"/>
                  <a:pt x="189271" y="554293"/>
                </a:cubicBezTo>
                <a:cubicBezTo>
                  <a:pt x="181700" y="554293"/>
                  <a:pt x="175751" y="560241"/>
                  <a:pt x="175751" y="567812"/>
                </a:cubicBezTo>
                <a:cubicBezTo>
                  <a:pt x="175751" y="575383"/>
                  <a:pt x="181700" y="581331"/>
                  <a:pt x="189271" y="581331"/>
                </a:cubicBezTo>
                <a:cubicBezTo>
                  <a:pt x="196841" y="581331"/>
                  <a:pt x="202790" y="575383"/>
                  <a:pt x="202790" y="567812"/>
                </a:cubicBezTo>
                <a:close/>
                <a:moveTo>
                  <a:pt x="378541" y="27039"/>
                </a:moveTo>
                <a:lnTo>
                  <a:pt x="378541" y="621889"/>
                </a:lnTo>
                <a:cubicBezTo>
                  <a:pt x="378541" y="636761"/>
                  <a:pt x="366374" y="648928"/>
                  <a:pt x="351503" y="648928"/>
                </a:cubicBezTo>
                <a:lnTo>
                  <a:pt x="27039" y="648928"/>
                </a:lnTo>
                <a:cubicBezTo>
                  <a:pt x="12167" y="648928"/>
                  <a:pt x="0" y="636761"/>
                  <a:pt x="0" y="621889"/>
                </a:cubicBezTo>
                <a:lnTo>
                  <a:pt x="0" y="27039"/>
                </a:lnTo>
                <a:cubicBezTo>
                  <a:pt x="0" y="12167"/>
                  <a:pt x="12167" y="0"/>
                  <a:pt x="27039" y="0"/>
                </a:cubicBezTo>
                <a:lnTo>
                  <a:pt x="351503" y="0"/>
                </a:lnTo>
                <a:cubicBezTo>
                  <a:pt x="366374" y="0"/>
                  <a:pt x="378541" y="12167"/>
                  <a:pt x="378541" y="27039"/>
                </a:cubicBezTo>
                <a:close/>
                <a:moveTo>
                  <a:pt x="351503" y="27039"/>
                </a:moveTo>
                <a:lnTo>
                  <a:pt x="27039" y="27039"/>
                </a:lnTo>
                <a:lnTo>
                  <a:pt x="27039" y="621889"/>
                </a:lnTo>
                <a:lnTo>
                  <a:pt x="351503" y="621889"/>
                </a:lnTo>
                <a:lnTo>
                  <a:pt x="351503" y="27039"/>
                </a:lnTo>
                <a:close/>
                <a:moveTo>
                  <a:pt x="297425" y="53807"/>
                </a:moveTo>
                <a:lnTo>
                  <a:pt x="270387" y="53807"/>
                </a:lnTo>
                <a:lnTo>
                  <a:pt x="270387" y="80846"/>
                </a:lnTo>
                <a:lnTo>
                  <a:pt x="297425" y="80846"/>
                </a:lnTo>
                <a:lnTo>
                  <a:pt x="297425" y="53807"/>
                </a:ln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115" descr="Electronic prescription icon.">
            <a:extLst>
              <a:ext uri="{FF2B5EF4-FFF2-40B4-BE49-F238E27FC236}">
                <a16:creationId xmlns:a16="http://schemas.microsoft.com/office/drawing/2014/main" id="{18E7AC80-95D8-4932-844F-97CD3E494EE5}"/>
              </a:ext>
            </a:extLst>
          </p:cNvPr>
          <p:cNvSpPr>
            <a:spLocks noChangeAspect="1"/>
          </p:cNvSpPr>
          <p:nvPr/>
        </p:nvSpPr>
        <p:spPr>
          <a:xfrm>
            <a:off x="3499308" y="1292901"/>
            <a:ext cx="267468" cy="458518"/>
          </a:xfrm>
          <a:custGeom>
            <a:avLst/>
            <a:gdLst>
              <a:gd name="connsiteX0" fmla="*/ 95525 w 267468"/>
              <a:gd name="connsiteY0" fmla="*/ 38210 h 458518"/>
              <a:gd name="connsiteX1" fmla="*/ 171944 w 267468"/>
              <a:gd name="connsiteY1" fmla="*/ 38210 h 458518"/>
              <a:gd name="connsiteX2" fmla="*/ 171944 w 267468"/>
              <a:gd name="connsiteY2" fmla="*/ 57315 h 458518"/>
              <a:gd name="connsiteX3" fmla="*/ 95525 w 267468"/>
              <a:gd name="connsiteY3" fmla="*/ 57315 h 458518"/>
              <a:gd name="connsiteX4" fmla="*/ 95525 w 267468"/>
              <a:gd name="connsiteY4" fmla="*/ 38210 h 458518"/>
              <a:gd name="connsiteX5" fmla="*/ 133734 w 267468"/>
              <a:gd name="connsiteY5" fmla="*/ 372546 h 458518"/>
              <a:gd name="connsiteX6" fmla="*/ 105077 w 267468"/>
              <a:gd name="connsiteY6" fmla="*/ 401203 h 458518"/>
              <a:gd name="connsiteX7" fmla="*/ 133734 w 267468"/>
              <a:gd name="connsiteY7" fmla="*/ 429861 h 458518"/>
              <a:gd name="connsiteX8" fmla="*/ 162392 w 267468"/>
              <a:gd name="connsiteY8" fmla="*/ 401203 h 458518"/>
              <a:gd name="connsiteX9" fmla="*/ 133734 w 267468"/>
              <a:gd name="connsiteY9" fmla="*/ 372546 h 458518"/>
              <a:gd name="connsiteX10" fmla="*/ 133734 w 267468"/>
              <a:gd name="connsiteY10" fmla="*/ 410756 h 458518"/>
              <a:gd name="connsiteX11" fmla="*/ 124182 w 267468"/>
              <a:gd name="connsiteY11" fmla="*/ 401203 h 458518"/>
              <a:gd name="connsiteX12" fmla="*/ 133734 w 267468"/>
              <a:gd name="connsiteY12" fmla="*/ 391651 h 458518"/>
              <a:gd name="connsiteX13" fmla="*/ 143287 w 267468"/>
              <a:gd name="connsiteY13" fmla="*/ 401203 h 458518"/>
              <a:gd name="connsiteX14" fmla="*/ 133734 w 267468"/>
              <a:gd name="connsiteY14" fmla="*/ 410756 h 458518"/>
              <a:gd name="connsiteX15" fmla="*/ 248364 w 267468"/>
              <a:gd name="connsiteY15" fmla="*/ 0 h 458518"/>
              <a:gd name="connsiteX16" fmla="*/ 19105 w 267468"/>
              <a:gd name="connsiteY16" fmla="*/ 0 h 458518"/>
              <a:gd name="connsiteX17" fmla="*/ 0 w 267468"/>
              <a:gd name="connsiteY17" fmla="*/ 19105 h 458518"/>
              <a:gd name="connsiteX18" fmla="*/ 0 w 267468"/>
              <a:gd name="connsiteY18" fmla="*/ 439413 h 458518"/>
              <a:gd name="connsiteX19" fmla="*/ 19105 w 267468"/>
              <a:gd name="connsiteY19" fmla="*/ 458518 h 458518"/>
              <a:gd name="connsiteX20" fmla="*/ 248364 w 267468"/>
              <a:gd name="connsiteY20" fmla="*/ 458518 h 458518"/>
              <a:gd name="connsiteX21" fmla="*/ 267469 w 267468"/>
              <a:gd name="connsiteY21" fmla="*/ 439413 h 458518"/>
              <a:gd name="connsiteX22" fmla="*/ 267469 w 267468"/>
              <a:gd name="connsiteY22" fmla="*/ 19105 h 458518"/>
              <a:gd name="connsiteX23" fmla="*/ 248364 w 267468"/>
              <a:gd name="connsiteY23" fmla="*/ 0 h 458518"/>
              <a:gd name="connsiteX24" fmla="*/ 248364 w 267468"/>
              <a:gd name="connsiteY24" fmla="*/ 439413 h 458518"/>
              <a:gd name="connsiteX25" fmla="*/ 19105 w 267468"/>
              <a:gd name="connsiteY25" fmla="*/ 439413 h 458518"/>
              <a:gd name="connsiteX26" fmla="*/ 19105 w 267468"/>
              <a:gd name="connsiteY26" fmla="*/ 19105 h 458518"/>
              <a:gd name="connsiteX27" fmla="*/ 248364 w 267468"/>
              <a:gd name="connsiteY27" fmla="*/ 19105 h 458518"/>
              <a:gd name="connsiteX28" fmla="*/ 248364 w 267468"/>
              <a:gd name="connsiteY28" fmla="*/ 439413 h 458518"/>
              <a:gd name="connsiteX29" fmla="*/ 191049 w 267468"/>
              <a:gd name="connsiteY29" fmla="*/ 38210 h 458518"/>
              <a:gd name="connsiteX30" fmla="*/ 210154 w 267468"/>
              <a:gd name="connsiteY30" fmla="*/ 38210 h 458518"/>
              <a:gd name="connsiteX31" fmla="*/ 210154 w 267468"/>
              <a:gd name="connsiteY31" fmla="*/ 57315 h 458518"/>
              <a:gd name="connsiteX32" fmla="*/ 191049 w 267468"/>
              <a:gd name="connsiteY32" fmla="*/ 57315 h 458518"/>
              <a:gd name="connsiteX33" fmla="*/ 191049 w 267468"/>
              <a:gd name="connsiteY33" fmla="*/ 38210 h 458518"/>
              <a:gd name="connsiteX34" fmla="*/ 95525 w 267468"/>
              <a:gd name="connsiteY34" fmla="*/ 257916 h 458518"/>
              <a:gd name="connsiteX35" fmla="*/ 95525 w 267468"/>
              <a:gd name="connsiteY35" fmla="*/ 210154 h 458518"/>
              <a:gd name="connsiteX36" fmla="*/ 120361 w 267468"/>
              <a:gd name="connsiteY36" fmla="*/ 210154 h 458518"/>
              <a:gd name="connsiteX37" fmla="*/ 160481 w 267468"/>
              <a:gd name="connsiteY37" fmla="*/ 257916 h 458518"/>
              <a:gd name="connsiteX38" fmla="*/ 129913 w 267468"/>
              <a:gd name="connsiteY38" fmla="*/ 296126 h 458518"/>
              <a:gd name="connsiteX39" fmla="*/ 152839 w 267468"/>
              <a:gd name="connsiteY39" fmla="*/ 296126 h 458518"/>
              <a:gd name="connsiteX40" fmla="*/ 171944 w 267468"/>
              <a:gd name="connsiteY40" fmla="*/ 273200 h 458518"/>
              <a:gd name="connsiteX41" fmla="*/ 191049 w 267468"/>
              <a:gd name="connsiteY41" fmla="*/ 296126 h 458518"/>
              <a:gd name="connsiteX42" fmla="*/ 215886 w 267468"/>
              <a:gd name="connsiteY42" fmla="*/ 296126 h 458518"/>
              <a:gd name="connsiteX43" fmla="*/ 185318 w 267468"/>
              <a:gd name="connsiteY43" fmla="*/ 257916 h 458518"/>
              <a:gd name="connsiteX44" fmla="*/ 215886 w 267468"/>
              <a:gd name="connsiteY44" fmla="*/ 219707 h 458518"/>
              <a:gd name="connsiteX45" fmla="*/ 191049 w 267468"/>
              <a:gd name="connsiteY45" fmla="*/ 219707 h 458518"/>
              <a:gd name="connsiteX46" fmla="*/ 171944 w 267468"/>
              <a:gd name="connsiteY46" fmla="*/ 242632 h 458518"/>
              <a:gd name="connsiteX47" fmla="*/ 143287 w 267468"/>
              <a:gd name="connsiteY47" fmla="*/ 208244 h 458518"/>
              <a:gd name="connsiteX48" fmla="*/ 162392 w 267468"/>
              <a:gd name="connsiteY48" fmla="*/ 181497 h 458518"/>
              <a:gd name="connsiteX49" fmla="*/ 162392 w 267468"/>
              <a:gd name="connsiteY49" fmla="*/ 162392 h 458518"/>
              <a:gd name="connsiteX50" fmla="*/ 133734 w 267468"/>
              <a:gd name="connsiteY50" fmla="*/ 133734 h 458518"/>
              <a:gd name="connsiteX51" fmla="*/ 87883 w 267468"/>
              <a:gd name="connsiteY51" fmla="*/ 133734 h 458518"/>
              <a:gd name="connsiteX52" fmla="*/ 76420 w 267468"/>
              <a:gd name="connsiteY52" fmla="*/ 135645 h 458518"/>
              <a:gd name="connsiteX53" fmla="*/ 76420 w 267468"/>
              <a:gd name="connsiteY53" fmla="*/ 212065 h 458518"/>
              <a:gd name="connsiteX54" fmla="*/ 76420 w 267468"/>
              <a:gd name="connsiteY54" fmla="*/ 212065 h 458518"/>
              <a:gd name="connsiteX55" fmla="*/ 76420 w 267468"/>
              <a:gd name="connsiteY55" fmla="*/ 259827 h 458518"/>
              <a:gd name="connsiteX56" fmla="*/ 95525 w 267468"/>
              <a:gd name="connsiteY56" fmla="*/ 257916 h 458518"/>
              <a:gd name="connsiteX57" fmla="*/ 133734 w 267468"/>
              <a:gd name="connsiteY57" fmla="*/ 152839 h 458518"/>
              <a:gd name="connsiteX58" fmla="*/ 133734 w 267468"/>
              <a:gd name="connsiteY58" fmla="*/ 152839 h 458518"/>
              <a:gd name="connsiteX59" fmla="*/ 143287 w 267468"/>
              <a:gd name="connsiteY59" fmla="*/ 162392 h 458518"/>
              <a:gd name="connsiteX60" fmla="*/ 143287 w 267468"/>
              <a:gd name="connsiteY60" fmla="*/ 181497 h 458518"/>
              <a:gd name="connsiteX61" fmla="*/ 133734 w 267468"/>
              <a:gd name="connsiteY61" fmla="*/ 191049 h 458518"/>
              <a:gd name="connsiteX62" fmla="*/ 95525 w 267468"/>
              <a:gd name="connsiteY62" fmla="*/ 191049 h 458518"/>
              <a:gd name="connsiteX63" fmla="*/ 95525 w 267468"/>
              <a:gd name="connsiteY63" fmla="*/ 189139 h 458518"/>
              <a:gd name="connsiteX64" fmla="*/ 95525 w 267468"/>
              <a:gd name="connsiteY64" fmla="*/ 189139 h 458518"/>
              <a:gd name="connsiteX65" fmla="*/ 95525 w 267468"/>
              <a:gd name="connsiteY65" fmla="*/ 152839 h 458518"/>
              <a:gd name="connsiteX66" fmla="*/ 133734 w 267468"/>
              <a:gd name="connsiteY66" fmla="*/ 152839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67468" h="458518">
                <a:moveTo>
                  <a:pt x="95525" y="38210"/>
                </a:moveTo>
                <a:lnTo>
                  <a:pt x="171944" y="38210"/>
                </a:lnTo>
                <a:lnTo>
                  <a:pt x="171944" y="57315"/>
                </a:lnTo>
                <a:lnTo>
                  <a:pt x="95525" y="57315"/>
                </a:lnTo>
                <a:lnTo>
                  <a:pt x="95525" y="38210"/>
                </a:lnTo>
                <a:close/>
                <a:moveTo>
                  <a:pt x="133734" y="372546"/>
                </a:moveTo>
                <a:cubicBezTo>
                  <a:pt x="118450" y="372546"/>
                  <a:pt x="105077" y="385919"/>
                  <a:pt x="105077" y="401203"/>
                </a:cubicBezTo>
                <a:cubicBezTo>
                  <a:pt x="105077" y="416487"/>
                  <a:pt x="118450" y="429861"/>
                  <a:pt x="133734" y="429861"/>
                </a:cubicBezTo>
                <a:cubicBezTo>
                  <a:pt x="149018" y="429861"/>
                  <a:pt x="162392" y="416487"/>
                  <a:pt x="162392" y="401203"/>
                </a:cubicBezTo>
                <a:cubicBezTo>
                  <a:pt x="162392" y="385919"/>
                  <a:pt x="149018" y="372546"/>
                  <a:pt x="133734" y="372546"/>
                </a:cubicBezTo>
                <a:close/>
                <a:moveTo>
                  <a:pt x="133734" y="410756"/>
                </a:moveTo>
                <a:cubicBezTo>
                  <a:pt x="128003" y="410756"/>
                  <a:pt x="124182" y="406935"/>
                  <a:pt x="124182" y="401203"/>
                </a:cubicBezTo>
                <a:cubicBezTo>
                  <a:pt x="124182" y="395472"/>
                  <a:pt x="128003" y="391651"/>
                  <a:pt x="133734" y="391651"/>
                </a:cubicBezTo>
                <a:cubicBezTo>
                  <a:pt x="139466" y="391651"/>
                  <a:pt x="143287" y="395472"/>
                  <a:pt x="143287" y="401203"/>
                </a:cubicBezTo>
                <a:cubicBezTo>
                  <a:pt x="143287" y="406935"/>
                  <a:pt x="139466" y="410756"/>
                  <a:pt x="133734" y="410756"/>
                </a:cubicBezTo>
                <a:close/>
                <a:moveTo>
                  <a:pt x="248364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248364" y="458518"/>
                </a:lnTo>
                <a:cubicBezTo>
                  <a:pt x="259827" y="458518"/>
                  <a:pt x="267469" y="450876"/>
                  <a:pt x="267469" y="439413"/>
                </a:cubicBezTo>
                <a:lnTo>
                  <a:pt x="267469" y="19105"/>
                </a:lnTo>
                <a:cubicBezTo>
                  <a:pt x="267469" y="7642"/>
                  <a:pt x="259827" y="0"/>
                  <a:pt x="248364" y="0"/>
                </a:cubicBezTo>
                <a:close/>
                <a:moveTo>
                  <a:pt x="248364" y="439413"/>
                </a:moveTo>
                <a:lnTo>
                  <a:pt x="19105" y="439413"/>
                </a:lnTo>
                <a:lnTo>
                  <a:pt x="19105" y="19105"/>
                </a:lnTo>
                <a:lnTo>
                  <a:pt x="248364" y="19105"/>
                </a:lnTo>
                <a:lnTo>
                  <a:pt x="248364" y="439413"/>
                </a:lnTo>
                <a:close/>
                <a:moveTo>
                  <a:pt x="191049" y="38210"/>
                </a:moveTo>
                <a:lnTo>
                  <a:pt x="210154" y="38210"/>
                </a:lnTo>
                <a:lnTo>
                  <a:pt x="210154" y="57315"/>
                </a:lnTo>
                <a:lnTo>
                  <a:pt x="191049" y="57315"/>
                </a:lnTo>
                <a:lnTo>
                  <a:pt x="191049" y="38210"/>
                </a:lnTo>
                <a:close/>
                <a:moveTo>
                  <a:pt x="95525" y="257916"/>
                </a:moveTo>
                <a:lnTo>
                  <a:pt x="95525" y="210154"/>
                </a:lnTo>
                <a:lnTo>
                  <a:pt x="120361" y="210154"/>
                </a:lnTo>
                <a:lnTo>
                  <a:pt x="160481" y="257916"/>
                </a:lnTo>
                <a:lnTo>
                  <a:pt x="129913" y="296126"/>
                </a:lnTo>
                <a:lnTo>
                  <a:pt x="152839" y="296126"/>
                </a:lnTo>
                <a:lnTo>
                  <a:pt x="171944" y="273200"/>
                </a:lnTo>
                <a:lnTo>
                  <a:pt x="191049" y="296126"/>
                </a:lnTo>
                <a:lnTo>
                  <a:pt x="215886" y="296126"/>
                </a:lnTo>
                <a:lnTo>
                  <a:pt x="185318" y="257916"/>
                </a:lnTo>
                <a:lnTo>
                  <a:pt x="215886" y="219707"/>
                </a:lnTo>
                <a:lnTo>
                  <a:pt x="191049" y="219707"/>
                </a:lnTo>
                <a:lnTo>
                  <a:pt x="171944" y="242632"/>
                </a:lnTo>
                <a:lnTo>
                  <a:pt x="143287" y="208244"/>
                </a:lnTo>
                <a:cubicBezTo>
                  <a:pt x="154750" y="204423"/>
                  <a:pt x="162392" y="192960"/>
                  <a:pt x="162392" y="181497"/>
                </a:cubicBezTo>
                <a:lnTo>
                  <a:pt x="162392" y="162392"/>
                </a:lnTo>
                <a:cubicBezTo>
                  <a:pt x="160481" y="147108"/>
                  <a:pt x="149018" y="133734"/>
                  <a:pt x="133734" y="133734"/>
                </a:cubicBezTo>
                <a:lnTo>
                  <a:pt x="87883" y="133734"/>
                </a:lnTo>
                <a:lnTo>
                  <a:pt x="76420" y="135645"/>
                </a:lnTo>
                <a:lnTo>
                  <a:pt x="76420" y="212065"/>
                </a:lnTo>
                <a:lnTo>
                  <a:pt x="76420" y="212065"/>
                </a:lnTo>
                <a:lnTo>
                  <a:pt x="76420" y="259827"/>
                </a:lnTo>
                <a:lnTo>
                  <a:pt x="95525" y="257916"/>
                </a:lnTo>
                <a:close/>
                <a:moveTo>
                  <a:pt x="133734" y="152839"/>
                </a:moveTo>
                <a:lnTo>
                  <a:pt x="133734" y="152839"/>
                </a:lnTo>
                <a:cubicBezTo>
                  <a:pt x="139466" y="152839"/>
                  <a:pt x="143287" y="156660"/>
                  <a:pt x="143287" y="162392"/>
                </a:cubicBezTo>
                <a:lnTo>
                  <a:pt x="143287" y="181497"/>
                </a:lnTo>
                <a:cubicBezTo>
                  <a:pt x="143287" y="187228"/>
                  <a:pt x="139466" y="191049"/>
                  <a:pt x="133734" y="191049"/>
                </a:cubicBezTo>
                <a:lnTo>
                  <a:pt x="95525" y="191049"/>
                </a:lnTo>
                <a:lnTo>
                  <a:pt x="95525" y="189139"/>
                </a:lnTo>
                <a:lnTo>
                  <a:pt x="95525" y="189139"/>
                </a:lnTo>
                <a:lnTo>
                  <a:pt x="95525" y="152839"/>
                </a:lnTo>
                <a:lnTo>
                  <a:pt x="133734" y="15283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Graphic 61" descr="Smartphone text Rx reminder icon.">
            <a:extLst>
              <a:ext uri="{FF2B5EF4-FFF2-40B4-BE49-F238E27FC236}">
                <a16:creationId xmlns:a16="http://schemas.microsoft.com/office/drawing/2014/main" id="{54410C56-57D6-4718-AB94-F4A804B76CDC}"/>
              </a:ext>
            </a:extLst>
          </p:cNvPr>
          <p:cNvSpPr/>
          <p:nvPr/>
        </p:nvSpPr>
        <p:spPr>
          <a:xfrm>
            <a:off x="4685865" y="1292901"/>
            <a:ext cx="344850" cy="459801"/>
          </a:xfrm>
          <a:custGeom>
            <a:avLst/>
            <a:gdLst>
              <a:gd name="connsiteX0" fmla="*/ 95792 w 344850"/>
              <a:gd name="connsiteY0" fmla="*/ 38317 h 459801"/>
              <a:gd name="connsiteX1" fmla="*/ 172425 w 344850"/>
              <a:gd name="connsiteY1" fmla="*/ 38317 h 459801"/>
              <a:gd name="connsiteX2" fmla="*/ 172425 w 344850"/>
              <a:gd name="connsiteY2" fmla="*/ 57475 h 459801"/>
              <a:gd name="connsiteX3" fmla="*/ 95792 w 344850"/>
              <a:gd name="connsiteY3" fmla="*/ 57475 h 459801"/>
              <a:gd name="connsiteX4" fmla="*/ 95792 w 344850"/>
              <a:gd name="connsiteY4" fmla="*/ 38317 h 459801"/>
              <a:gd name="connsiteX5" fmla="*/ 134109 w 344850"/>
              <a:gd name="connsiteY5" fmla="*/ 373588 h 459801"/>
              <a:gd name="connsiteX6" fmla="*/ 105371 w 344850"/>
              <a:gd name="connsiteY6" fmla="*/ 402326 h 459801"/>
              <a:gd name="connsiteX7" fmla="*/ 134109 w 344850"/>
              <a:gd name="connsiteY7" fmla="*/ 431063 h 459801"/>
              <a:gd name="connsiteX8" fmla="*/ 162846 w 344850"/>
              <a:gd name="connsiteY8" fmla="*/ 402326 h 459801"/>
              <a:gd name="connsiteX9" fmla="*/ 134109 w 344850"/>
              <a:gd name="connsiteY9" fmla="*/ 373588 h 459801"/>
              <a:gd name="connsiteX10" fmla="*/ 134109 w 344850"/>
              <a:gd name="connsiteY10" fmla="*/ 411905 h 459801"/>
              <a:gd name="connsiteX11" fmla="*/ 124529 w 344850"/>
              <a:gd name="connsiteY11" fmla="*/ 402326 h 459801"/>
              <a:gd name="connsiteX12" fmla="*/ 134109 w 344850"/>
              <a:gd name="connsiteY12" fmla="*/ 392747 h 459801"/>
              <a:gd name="connsiteX13" fmla="*/ 143688 w 344850"/>
              <a:gd name="connsiteY13" fmla="*/ 402326 h 459801"/>
              <a:gd name="connsiteX14" fmla="*/ 134109 w 344850"/>
              <a:gd name="connsiteY14" fmla="*/ 411905 h 459801"/>
              <a:gd name="connsiteX15" fmla="*/ 191584 w 344850"/>
              <a:gd name="connsiteY15" fmla="*/ 38317 h 459801"/>
              <a:gd name="connsiteX16" fmla="*/ 210742 w 344850"/>
              <a:gd name="connsiteY16" fmla="*/ 38317 h 459801"/>
              <a:gd name="connsiteX17" fmla="*/ 210742 w 344850"/>
              <a:gd name="connsiteY17" fmla="*/ 57475 h 459801"/>
              <a:gd name="connsiteX18" fmla="*/ 191584 w 344850"/>
              <a:gd name="connsiteY18" fmla="*/ 57475 h 459801"/>
              <a:gd name="connsiteX19" fmla="*/ 191584 w 344850"/>
              <a:gd name="connsiteY19" fmla="*/ 38317 h 459801"/>
              <a:gd name="connsiteX20" fmla="*/ 329524 w 344850"/>
              <a:gd name="connsiteY20" fmla="*/ 76634 h 459801"/>
              <a:gd name="connsiteX21" fmla="*/ 268217 w 344850"/>
              <a:gd name="connsiteY21" fmla="*/ 76634 h 459801"/>
              <a:gd name="connsiteX22" fmla="*/ 268217 w 344850"/>
              <a:gd name="connsiteY22" fmla="*/ 76634 h 459801"/>
              <a:gd name="connsiteX23" fmla="*/ 268217 w 344850"/>
              <a:gd name="connsiteY23" fmla="*/ 19158 h 459801"/>
              <a:gd name="connsiteX24" fmla="*/ 249059 w 344850"/>
              <a:gd name="connsiteY24" fmla="*/ 0 h 459801"/>
              <a:gd name="connsiteX25" fmla="*/ 19158 w 344850"/>
              <a:gd name="connsiteY25" fmla="*/ 0 h 459801"/>
              <a:gd name="connsiteX26" fmla="*/ 0 w 344850"/>
              <a:gd name="connsiteY26" fmla="*/ 19158 h 459801"/>
              <a:gd name="connsiteX27" fmla="*/ 0 w 344850"/>
              <a:gd name="connsiteY27" fmla="*/ 440643 h 459801"/>
              <a:gd name="connsiteX28" fmla="*/ 19158 w 344850"/>
              <a:gd name="connsiteY28" fmla="*/ 459801 h 459801"/>
              <a:gd name="connsiteX29" fmla="*/ 249059 w 344850"/>
              <a:gd name="connsiteY29" fmla="*/ 459801 h 459801"/>
              <a:gd name="connsiteX30" fmla="*/ 268217 w 344850"/>
              <a:gd name="connsiteY30" fmla="*/ 440643 h 459801"/>
              <a:gd name="connsiteX31" fmla="*/ 268217 w 344850"/>
              <a:gd name="connsiteY31" fmla="*/ 268217 h 459801"/>
              <a:gd name="connsiteX32" fmla="*/ 325692 w 344850"/>
              <a:gd name="connsiteY32" fmla="*/ 268217 h 459801"/>
              <a:gd name="connsiteX33" fmla="*/ 344851 w 344850"/>
              <a:gd name="connsiteY33" fmla="*/ 249059 h 459801"/>
              <a:gd name="connsiteX34" fmla="*/ 344851 w 344850"/>
              <a:gd name="connsiteY34" fmla="*/ 91960 h 459801"/>
              <a:gd name="connsiteX35" fmla="*/ 329524 w 344850"/>
              <a:gd name="connsiteY35" fmla="*/ 76634 h 459801"/>
              <a:gd name="connsiteX36" fmla="*/ 249059 w 344850"/>
              <a:gd name="connsiteY36" fmla="*/ 440643 h 459801"/>
              <a:gd name="connsiteX37" fmla="*/ 19158 w 344850"/>
              <a:gd name="connsiteY37" fmla="*/ 440643 h 459801"/>
              <a:gd name="connsiteX38" fmla="*/ 19158 w 344850"/>
              <a:gd name="connsiteY38" fmla="*/ 19158 h 459801"/>
              <a:gd name="connsiteX39" fmla="*/ 249059 w 344850"/>
              <a:gd name="connsiteY39" fmla="*/ 19158 h 459801"/>
              <a:gd name="connsiteX40" fmla="*/ 249059 w 344850"/>
              <a:gd name="connsiteY40" fmla="*/ 76634 h 459801"/>
              <a:gd name="connsiteX41" fmla="*/ 249059 w 344850"/>
              <a:gd name="connsiteY41" fmla="*/ 76634 h 459801"/>
              <a:gd name="connsiteX42" fmla="*/ 114950 w 344850"/>
              <a:gd name="connsiteY42" fmla="*/ 76634 h 459801"/>
              <a:gd name="connsiteX43" fmla="*/ 95792 w 344850"/>
              <a:gd name="connsiteY43" fmla="*/ 95792 h 459801"/>
              <a:gd name="connsiteX44" fmla="*/ 95792 w 344850"/>
              <a:gd name="connsiteY44" fmla="*/ 249059 h 459801"/>
              <a:gd name="connsiteX45" fmla="*/ 114950 w 344850"/>
              <a:gd name="connsiteY45" fmla="*/ 268217 h 459801"/>
              <a:gd name="connsiteX46" fmla="*/ 162846 w 344850"/>
              <a:gd name="connsiteY46" fmla="*/ 268217 h 459801"/>
              <a:gd name="connsiteX47" fmla="*/ 162846 w 344850"/>
              <a:gd name="connsiteY47" fmla="*/ 293123 h 459801"/>
              <a:gd name="connsiteX48" fmla="*/ 174341 w 344850"/>
              <a:gd name="connsiteY48" fmla="*/ 310366 h 459801"/>
              <a:gd name="connsiteX49" fmla="*/ 182005 w 344850"/>
              <a:gd name="connsiteY49" fmla="*/ 312282 h 459801"/>
              <a:gd name="connsiteX50" fmla="*/ 195415 w 344850"/>
              <a:gd name="connsiteY50" fmla="*/ 306534 h 459801"/>
              <a:gd name="connsiteX51" fmla="*/ 233732 w 344850"/>
              <a:gd name="connsiteY51" fmla="*/ 268217 h 459801"/>
              <a:gd name="connsiteX52" fmla="*/ 249059 w 344850"/>
              <a:gd name="connsiteY52" fmla="*/ 268217 h 459801"/>
              <a:gd name="connsiteX53" fmla="*/ 249059 w 344850"/>
              <a:gd name="connsiteY53" fmla="*/ 440643 h 459801"/>
              <a:gd name="connsiteX54" fmla="*/ 325692 w 344850"/>
              <a:gd name="connsiteY54" fmla="*/ 249059 h 459801"/>
              <a:gd name="connsiteX55" fmla="*/ 233732 w 344850"/>
              <a:gd name="connsiteY55" fmla="*/ 249059 h 459801"/>
              <a:gd name="connsiteX56" fmla="*/ 220321 w 344850"/>
              <a:gd name="connsiteY56" fmla="*/ 254806 h 459801"/>
              <a:gd name="connsiteX57" fmla="*/ 182005 w 344850"/>
              <a:gd name="connsiteY57" fmla="*/ 293123 h 459801"/>
              <a:gd name="connsiteX58" fmla="*/ 182005 w 344850"/>
              <a:gd name="connsiteY58" fmla="*/ 268217 h 459801"/>
              <a:gd name="connsiteX59" fmla="*/ 162846 w 344850"/>
              <a:gd name="connsiteY59" fmla="*/ 249059 h 459801"/>
              <a:gd name="connsiteX60" fmla="*/ 114950 w 344850"/>
              <a:gd name="connsiteY60" fmla="*/ 249059 h 459801"/>
              <a:gd name="connsiteX61" fmla="*/ 114950 w 344850"/>
              <a:gd name="connsiteY61" fmla="*/ 95792 h 459801"/>
              <a:gd name="connsiteX62" fmla="*/ 325692 w 344850"/>
              <a:gd name="connsiteY62" fmla="*/ 95792 h 459801"/>
              <a:gd name="connsiteX63" fmla="*/ 325692 w 344850"/>
              <a:gd name="connsiteY63" fmla="*/ 249059 h 459801"/>
              <a:gd name="connsiteX64" fmla="*/ 218405 w 344850"/>
              <a:gd name="connsiteY64" fmla="*/ 134109 h 459801"/>
              <a:gd name="connsiteX65" fmla="*/ 220321 w 344850"/>
              <a:gd name="connsiteY65" fmla="*/ 136024 h 459801"/>
              <a:gd name="connsiteX66" fmla="*/ 220321 w 344850"/>
              <a:gd name="connsiteY66" fmla="*/ 149435 h 459801"/>
              <a:gd name="connsiteX67" fmla="*/ 216490 w 344850"/>
              <a:gd name="connsiteY67" fmla="*/ 153267 h 459801"/>
              <a:gd name="connsiteX68" fmla="*/ 216490 w 344850"/>
              <a:gd name="connsiteY68" fmla="*/ 153267 h 459801"/>
              <a:gd name="connsiteX69" fmla="*/ 191584 w 344850"/>
              <a:gd name="connsiteY69" fmla="*/ 153267 h 459801"/>
              <a:gd name="connsiteX70" fmla="*/ 191584 w 344850"/>
              <a:gd name="connsiteY70" fmla="*/ 134109 h 459801"/>
              <a:gd name="connsiteX71" fmla="*/ 214574 w 344850"/>
              <a:gd name="connsiteY71" fmla="*/ 134109 h 459801"/>
              <a:gd name="connsiteX72" fmla="*/ 218405 w 344850"/>
              <a:gd name="connsiteY72" fmla="*/ 134109 h 459801"/>
              <a:gd name="connsiteX73" fmla="*/ 191584 w 344850"/>
              <a:gd name="connsiteY73" fmla="*/ 203079 h 459801"/>
              <a:gd name="connsiteX74" fmla="*/ 191584 w 344850"/>
              <a:gd name="connsiteY74" fmla="*/ 172425 h 459801"/>
              <a:gd name="connsiteX75" fmla="*/ 203079 w 344850"/>
              <a:gd name="connsiteY75" fmla="*/ 172425 h 459801"/>
              <a:gd name="connsiteX76" fmla="*/ 227985 w 344850"/>
              <a:gd name="connsiteY76" fmla="*/ 203079 h 459801"/>
              <a:gd name="connsiteX77" fmla="*/ 206910 w 344850"/>
              <a:gd name="connsiteY77" fmla="*/ 229901 h 459801"/>
              <a:gd name="connsiteX78" fmla="*/ 231816 w 344850"/>
              <a:gd name="connsiteY78" fmla="*/ 229901 h 459801"/>
              <a:gd name="connsiteX79" fmla="*/ 241396 w 344850"/>
              <a:gd name="connsiteY79" fmla="*/ 218405 h 459801"/>
              <a:gd name="connsiteX80" fmla="*/ 250975 w 344850"/>
              <a:gd name="connsiteY80" fmla="*/ 229901 h 459801"/>
              <a:gd name="connsiteX81" fmla="*/ 275881 w 344850"/>
              <a:gd name="connsiteY81" fmla="*/ 229901 h 459801"/>
              <a:gd name="connsiteX82" fmla="*/ 254806 w 344850"/>
              <a:gd name="connsiteY82" fmla="*/ 203079 h 459801"/>
              <a:gd name="connsiteX83" fmla="*/ 275881 w 344850"/>
              <a:gd name="connsiteY83" fmla="*/ 176257 h 459801"/>
              <a:gd name="connsiteX84" fmla="*/ 249059 w 344850"/>
              <a:gd name="connsiteY84" fmla="*/ 176257 h 459801"/>
              <a:gd name="connsiteX85" fmla="*/ 239480 w 344850"/>
              <a:gd name="connsiteY85" fmla="*/ 187752 h 459801"/>
              <a:gd name="connsiteX86" fmla="*/ 224153 w 344850"/>
              <a:gd name="connsiteY86" fmla="*/ 170510 h 459801"/>
              <a:gd name="connsiteX87" fmla="*/ 235648 w 344850"/>
              <a:gd name="connsiteY87" fmla="*/ 151351 h 459801"/>
              <a:gd name="connsiteX88" fmla="*/ 235648 w 344850"/>
              <a:gd name="connsiteY88" fmla="*/ 137940 h 459801"/>
              <a:gd name="connsiteX89" fmla="*/ 214574 w 344850"/>
              <a:gd name="connsiteY89" fmla="*/ 114950 h 459801"/>
              <a:gd name="connsiteX90" fmla="*/ 182005 w 344850"/>
              <a:gd name="connsiteY90" fmla="*/ 114950 h 459801"/>
              <a:gd name="connsiteX91" fmla="*/ 172425 w 344850"/>
              <a:gd name="connsiteY91" fmla="*/ 114950 h 459801"/>
              <a:gd name="connsiteX92" fmla="*/ 172425 w 344850"/>
              <a:gd name="connsiteY92" fmla="*/ 172425 h 459801"/>
              <a:gd name="connsiteX93" fmla="*/ 172425 w 344850"/>
              <a:gd name="connsiteY93" fmla="*/ 172425 h 459801"/>
              <a:gd name="connsiteX94" fmla="*/ 172425 w 344850"/>
              <a:gd name="connsiteY94" fmla="*/ 203079 h 459801"/>
              <a:gd name="connsiteX95" fmla="*/ 191584 w 344850"/>
              <a:gd name="connsiteY95" fmla="*/ 203079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344850" h="459801">
                <a:moveTo>
                  <a:pt x="95792" y="38317"/>
                </a:moveTo>
                <a:lnTo>
                  <a:pt x="172425" y="38317"/>
                </a:lnTo>
                <a:lnTo>
                  <a:pt x="172425" y="57475"/>
                </a:lnTo>
                <a:lnTo>
                  <a:pt x="95792" y="57475"/>
                </a:lnTo>
                <a:lnTo>
                  <a:pt x="95792" y="38317"/>
                </a:lnTo>
                <a:close/>
                <a:moveTo>
                  <a:pt x="134109" y="373588"/>
                </a:moveTo>
                <a:cubicBezTo>
                  <a:pt x="118782" y="373588"/>
                  <a:pt x="105371" y="386999"/>
                  <a:pt x="105371" y="402326"/>
                </a:cubicBezTo>
                <a:cubicBezTo>
                  <a:pt x="105371" y="417653"/>
                  <a:pt x="118782" y="431063"/>
                  <a:pt x="134109" y="431063"/>
                </a:cubicBezTo>
                <a:cubicBezTo>
                  <a:pt x="149435" y="431063"/>
                  <a:pt x="162846" y="417653"/>
                  <a:pt x="162846" y="402326"/>
                </a:cubicBezTo>
                <a:cubicBezTo>
                  <a:pt x="162846" y="386999"/>
                  <a:pt x="149435" y="373588"/>
                  <a:pt x="134109" y="373588"/>
                </a:cubicBezTo>
                <a:close/>
                <a:moveTo>
                  <a:pt x="134109" y="411905"/>
                </a:moveTo>
                <a:cubicBezTo>
                  <a:pt x="128361" y="411905"/>
                  <a:pt x="124529" y="408073"/>
                  <a:pt x="124529" y="402326"/>
                </a:cubicBezTo>
                <a:cubicBezTo>
                  <a:pt x="124529" y="396578"/>
                  <a:pt x="128361" y="392747"/>
                  <a:pt x="134109" y="392747"/>
                </a:cubicBezTo>
                <a:cubicBezTo>
                  <a:pt x="139856" y="392747"/>
                  <a:pt x="143688" y="396578"/>
                  <a:pt x="143688" y="402326"/>
                </a:cubicBezTo>
                <a:cubicBezTo>
                  <a:pt x="143688" y="408073"/>
                  <a:pt x="139856" y="411905"/>
                  <a:pt x="134109" y="411905"/>
                </a:cubicBezTo>
                <a:close/>
                <a:moveTo>
                  <a:pt x="191584" y="38317"/>
                </a:moveTo>
                <a:lnTo>
                  <a:pt x="210742" y="38317"/>
                </a:lnTo>
                <a:lnTo>
                  <a:pt x="210742" y="57475"/>
                </a:lnTo>
                <a:lnTo>
                  <a:pt x="191584" y="57475"/>
                </a:lnTo>
                <a:lnTo>
                  <a:pt x="191584" y="38317"/>
                </a:lnTo>
                <a:close/>
                <a:moveTo>
                  <a:pt x="329524" y="76634"/>
                </a:moveTo>
                <a:lnTo>
                  <a:pt x="268217" y="76634"/>
                </a:lnTo>
                <a:lnTo>
                  <a:pt x="268217" y="76634"/>
                </a:lnTo>
                <a:lnTo>
                  <a:pt x="268217" y="19158"/>
                </a:lnTo>
                <a:cubicBezTo>
                  <a:pt x="268217" y="7663"/>
                  <a:pt x="260554" y="0"/>
                  <a:pt x="249059" y="0"/>
                </a:cubicBez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40643"/>
                </a:lnTo>
                <a:cubicBezTo>
                  <a:pt x="0" y="452138"/>
                  <a:pt x="7663" y="459801"/>
                  <a:pt x="19158" y="459801"/>
                </a:cubicBezTo>
                <a:lnTo>
                  <a:pt x="249059" y="459801"/>
                </a:lnTo>
                <a:cubicBezTo>
                  <a:pt x="260554" y="459801"/>
                  <a:pt x="268217" y="452138"/>
                  <a:pt x="268217" y="440643"/>
                </a:cubicBezTo>
                <a:lnTo>
                  <a:pt x="268217" y="268217"/>
                </a:lnTo>
                <a:lnTo>
                  <a:pt x="325692" y="268217"/>
                </a:lnTo>
                <a:cubicBezTo>
                  <a:pt x="337187" y="268217"/>
                  <a:pt x="344851" y="260554"/>
                  <a:pt x="344851" y="249059"/>
                </a:cubicBezTo>
                <a:lnTo>
                  <a:pt x="344851" y="91960"/>
                </a:lnTo>
                <a:cubicBezTo>
                  <a:pt x="344851" y="82381"/>
                  <a:pt x="339103" y="76634"/>
                  <a:pt x="329524" y="76634"/>
                </a:cubicBezTo>
                <a:close/>
                <a:moveTo>
                  <a:pt x="249059" y="440643"/>
                </a:moveTo>
                <a:lnTo>
                  <a:pt x="19158" y="440643"/>
                </a:lnTo>
                <a:lnTo>
                  <a:pt x="19158" y="19158"/>
                </a:lnTo>
                <a:lnTo>
                  <a:pt x="249059" y="19158"/>
                </a:lnTo>
                <a:lnTo>
                  <a:pt x="249059" y="76634"/>
                </a:lnTo>
                <a:lnTo>
                  <a:pt x="249059" y="76634"/>
                </a:lnTo>
                <a:lnTo>
                  <a:pt x="114950" y="76634"/>
                </a:lnTo>
                <a:cubicBezTo>
                  <a:pt x="103455" y="76634"/>
                  <a:pt x="95792" y="84297"/>
                  <a:pt x="95792" y="95792"/>
                </a:cubicBezTo>
                <a:lnTo>
                  <a:pt x="95792" y="249059"/>
                </a:lnTo>
                <a:cubicBezTo>
                  <a:pt x="95792" y="260554"/>
                  <a:pt x="103455" y="268217"/>
                  <a:pt x="114950" y="268217"/>
                </a:cubicBezTo>
                <a:lnTo>
                  <a:pt x="162846" y="268217"/>
                </a:lnTo>
                <a:lnTo>
                  <a:pt x="162846" y="293123"/>
                </a:lnTo>
                <a:cubicBezTo>
                  <a:pt x="162846" y="300786"/>
                  <a:pt x="166678" y="308450"/>
                  <a:pt x="174341" y="310366"/>
                </a:cubicBezTo>
                <a:cubicBezTo>
                  <a:pt x="176257" y="310366"/>
                  <a:pt x="178173" y="312282"/>
                  <a:pt x="182005" y="312282"/>
                </a:cubicBezTo>
                <a:cubicBezTo>
                  <a:pt x="187752" y="312282"/>
                  <a:pt x="191584" y="310366"/>
                  <a:pt x="195415" y="306534"/>
                </a:cubicBezTo>
                <a:lnTo>
                  <a:pt x="233732" y="268217"/>
                </a:lnTo>
                <a:lnTo>
                  <a:pt x="249059" y="268217"/>
                </a:lnTo>
                <a:lnTo>
                  <a:pt x="249059" y="440643"/>
                </a:lnTo>
                <a:close/>
                <a:moveTo>
                  <a:pt x="325692" y="249059"/>
                </a:moveTo>
                <a:lnTo>
                  <a:pt x="233732" y="249059"/>
                </a:lnTo>
                <a:cubicBezTo>
                  <a:pt x="227985" y="249059"/>
                  <a:pt x="224153" y="250975"/>
                  <a:pt x="220321" y="254806"/>
                </a:cubicBezTo>
                <a:lnTo>
                  <a:pt x="182005" y="293123"/>
                </a:lnTo>
                <a:lnTo>
                  <a:pt x="182005" y="268217"/>
                </a:lnTo>
                <a:cubicBezTo>
                  <a:pt x="182005" y="256722"/>
                  <a:pt x="174341" y="249059"/>
                  <a:pt x="162846" y="249059"/>
                </a:cubicBezTo>
                <a:lnTo>
                  <a:pt x="114950" y="249059"/>
                </a:lnTo>
                <a:lnTo>
                  <a:pt x="114950" y="95792"/>
                </a:lnTo>
                <a:lnTo>
                  <a:pt x="325692" y="95792"/>
                </a:lnTo>
                <a:lnTo>
                  <a:pt x="325692" y="249059"/>
                </a:lnTo>
                <a:close/>
                <a:moveTo>
                  <a:pt x="218405" y="134109"/>
                </a:moveTo>
                <a:cubicBezTo>
                  <a:pt x="218405" y="134109"/>
                  <a:pt x="218405" y="136024"/>
                  <a:pt x="220321" y="136024"/>
                </a:cubicBezTo>
                <a:lnTo>
                  <a:pt x="220321" y="149435"/>
                </a:lnTo>
                <a:cubicBezTo>
                  <a:pt x="220321" y="151351"/>
                  <a:pt x="218405" y="153267"/>
                  <a:pt x="216490" y="153267"/>
                </a:cubicBezTo>
                <a:cubicBezTo>
                  <a:pt x="216490" y="153267"/>
                  <a:pt x="216490" y="153267"/>
                  <a:pt x="216490" y="153267"/>
                </a:cubicBezTo>
                <a:lnTo>
                  <a:pt x="191584" y="153267"/>
                </a:lnTo>
                <a:lnTo>
                  <a:pt x="191584" y="134109"/>
                </a:lnTo>
                <a:lnTo>
                  <a:pt x="214574" y="134109"/>
                </a:lnTo>
                <a:cubicBezTo>
                  <a:pt x="216490" y="134109"/>
                  <a:pt x="216490" y="134109"/>
                  <a:pt x="218405" y="134109"/>
                </a:cubicBezTo>
                <a:close/>
                <a:moveTo>
                  <a:pt x="191584" y="203079"/>
                </a:moveTo>
                <a:lnTo>
                  <a:pt x="191584" y="172425"/>
                </a:lnTo>
                <a:lnTo>
                  <a:pt x="203079" y="172425"/>
                </a:lnTo>
                <a:lnTo>
                  <a:pt x="227985" y="203079"/>
                </a:lnTo>
                <a:lnTo>
                  <a:pt x="206910" y="229901"/>
                </a:lnTo>
                <a:lnTo>
                  <a:pt x="231816" y="229901"/>
                </a:lnTo>
                <a:lnTo>
                  <a:pt x="241396" y="218405"/>
                </a:lnTo>
                <a:lnTo>
                  <a:pt x="250975" y="229901"/>
                </a:lnTo>
                <a:lnTo>
                  <a:pt x="275881" y="229901"/>
                </a:lnTo>
                <a:lnTo>
                  <a:pt x="254806" y="203079"/>
                </a:lnTo>
                <a:lnTo>
                  <a:pt x="275881" y="176257"/>
                </a:lnTo>
                <a:lnTo>
                  <a:pt x="249059" y="176257"/>
                </a:lnTo>
                <a:lnTo>
                  <a:pt x="239480" y="187752"/>
                </a:lnTo>
                <a:lnTo>
                  <a:pt x="224153" y="170510"/>
                </a:lnTo>
                <a:cubicBezTo>
                  <a:pt x="231816" y="166678"/>
                  <a:pt x="235648" y="159015"/>
                  <a:pt x="235648" y="151351"/>
                </a:cubicBezTo>
                <a:lnTo>
                  <a:pt x="235648" y="137940"/>
                </a:lnTo>
                <a:cubicBezTo>
                  <a:pt x="235648" y="126445"/>
                  <a:pt x="226069" y="116866"/>
                  <a:pt x="214574" y="114950"/>
                </a:cubicBezTo>
                <a:lnTo>
                  <a:pt x="182005" y="114950"/>
                </a:lnTo>
                <a:lnTo>
                  <a:pt x="172425" y="114950"/>
                </a:lnTo>
                <a:lnTo>
                  <a:pt x="172425" y="172425"/>
                </a:lnTo>
                <a:lnTo>
                  <a:pt x="172425" y="172425"/>
                </a:lnTo>
                <a:lnTo>
                  <a:pt x="172425" y="203079"/>
                </a:lnTo>
                <a:lnTo>
                  <a:pt x="191584" y="20307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Graphic 60" descr="Smartphone drug savings icon.">
            <a:extLst>
              <a:ext uri="{FF2B5EF4-FFF2-40B4-BE49-F238E27FC236}">
                <a16:creationId xmlns:a16="http://schemas.microsoft.com/office/drawing/2014/main" id="{52BA24F6-C3CB-4BB5-AFE7-2D2A6CDC97A4}"/>
              </a:ext>
            </a:extLst>
          </p:cNvPr>
          <p:cNvSpPr/>
          <p:nvPr/>
        </p:nvSpPr>
        <p:spPr>
          <a:xfrm>
            <a:off x="5956349" y="1292901"/>
            <a:ext cx="268217" cy="459801"/>
          </a:xfrm>
          <a:custGeom>
            <a:avLst/>
            <a:gdLst>
              <a:gd name="connsiteX0" fmla="*/ 95792 w 268217"/>
              <a:gd name="connsiteY0" fmla="*/ 38317 h 459801"/>
              <a:gd name="connsiteX1" fmla="*/ 172425 w 268217"/>
              <a:gd name="connsiteY1" fmla="*/ 38317 h 459801"/>
              <a:gd name="connsiteX2" fmla="*/ 172425 w 268217"/>
              <a:gd name="connsiteY2" fmla="*/ 57475 h 459801"/>
              <a:gd name="connsiteX3" fmla="*/ 95792 w 268217"/>
              <a:gd name="connsiteY3" fmla="*/ 57475 h 459801"/>
              <a:gd name="connsiteX4" fmla="*/ 95792 w 268217"/>
              <a:gd name="connsiteY4" fmla="*/ 38317 h 459801"/>
              <a:gd name="connsiteX5" fmla="*/ 134109 w 268217"/>
              <a:gd name="connsiteY5" fmla="*/ 373588 h 459801"/>
              <a:gd name="connsiteX6" fmla="*/ 105371 w 268217"/>
              <a:gd name="connsiteY6" fmla="*/ 402326 h 459801"/>
              <a:gd name="connsiteX7" fmla="*/ 134109 w 268217"/>
              <a:gd name="connsiteY7" fmla="*/ 431063 h 459801"/>
              <a:gd name="connsiteX8" fmla="*/ 162846 w 268217"/>
              <a:gd name="connsiteY8" fmla="*/ 402326 h 459801"/>
              <a:gd name="connsiteX9" fmla="*/ 134109 w 268217"/>
              <a:gd name="connsiteY9" fmla="*/ 373588 h 459801"/>
              <a:gd name="connsiteX10" fmla="*/ 134109 w 268217"/>
              <a:gd name="connsiteY10" fmla="*/ 411905 h 459801"/>
              <a:gd name="connsiteX11" fmla="*/ 124529 w 268217"/>
              <a:gd name="connsiteY11" fmla="*/ 402326 h 459801"/>
              <a:gd name="connsiteX12" fmla="*/ 134109 w 268217"/>
              <a:gd name="connsiteY12" fmla="*/ 392747 h 459801"/>
              <a:gd name="connsiteX13" fmla="*/ 143688 w 268217"/>
              <a:gd name="connsiteY13" fmla="*/ 402326 h 459801"/>
              <a:gd name="connsiteX14" fmla="*/ 134109 w 268217"/>
              <a:gd name="connsiteY14" fmla="*/ 411905 h 459801"/>
              <a:gd name="connsiteX15" fmla="*/ 249059 w 268217"/>
              <a:gd name="connsiteY15" fmla="*/ 0 h 459801"/>
              <a:gd name="connsiteX16" fmla="*/ 19158 w 268217"/>
              <a:gd name="connsiteY16" fmla="*/ 0 h 459801"/>
              <a:gd name="connsiteX17" fmla="*/ 0 w 268217"/>
              <a:gd name="connsiteY17" fmla="*/ 19158 h 459801"/>
              <a:gd name="connsiteX18" fmla="*/ 0 w 268217"/>
              <a:gd name="connsiteY18" fmla="*/ 440643 h 459801"/>
              <a:gd name="connsiteX19" fmla="*/ 19158 w 268217"/>
              <a:gd name="connsiteY19" fmla="*/ 459801 h 459801"/>
              <a:gd name="connsiteX20" fmla="*/ 249059 w 268217"/>
              <a:gd name="connsiteY20" fmla="*/ 459801 h 459801"/>
              <a:gd name="connsiteX21" fmla="*/ 268217 w 268217"/>
              <a:gd name="connsiteY21" fmla="*/ 440643 h 459801"/>
              <a:gd name="connsiteX22" fmla="*/ 268217 w 268217"/>
              <a:gd name="connsiteY22" fmla="*/ 19158 h 459801"/>
              <a:gd name="connsiteX23" fmla="*/ 249059 w 268217"/>
              <a:gd name="connsiteY23" fmla="*/ 0 h 459801"/>
              <a:gd name="connsiteX24" fmla="*/ 249059 w 268217"/>
              <a:gd name="connsiteY24" fmla="*/ 440643 h 459801"/>
              <a:gd name="connsiteX25" fmla="*/ 19158 w 268217"/>
              <a:gd name="connsiteY25" fmla="*/ 440643 h 459801"/>
              <a:gd name="connsiteX26" fmla="*/ 19158 w 268217"/>
              <a:gd name="connsiteY26" fmla="*/ 19158 h 459801"/>
              <a:gd name="connsiteX27" fmla="*/ 249059 w 268217"/>
              <a:gd name="connsiteY27" fmla="*/ 19158 h 459801"/>
              <a:gd name="connsiteX28" fmla="*/ 249059 w 268217"/>
              <a:gd name="connsiteY28" fmla="*/ 440643 h 459801"/>
              <a:gd name="connsiteX29" fmla="*/ 191584 w 268217"/>
              <a:gd name="connsiteY29" fmla="*/ 38317 h 459801"/>
              <a:gd name="connsiteX30" fmla="*/ 210742 w 268217"/>
              <a:gd name="connsiteY30" fmla="*/ 38317 h 459801"/>
              <a:gd name="connsiteX31" fmla="*/ 210742 w 268217"/>
              <a:gd name="connsiteY31" fmla="*/ 57475 h 459801"/>
              <a:gd name="connsiteX32" fmla="*/ 191584 w 268217"/>
              <a:gd name="connsiteY32" fmla="*/ 57475 h 459801"/>
              <a:gd name="connsiteX33" fmla="*/ 191584 w 268217"/>
              <a:gd name="connsiteY33" fmla="*/ 38317 h 459801"/>
              <a:gd name="connsiteX34" fmla="*/ 151351 w 268217"/>
              <a:gd name="connsiteY34" fmla="*/ 206910 h 459801"/>
              <a:gd name="connsiteX35" fmla="*/ 170510 w 268217"/>
              <a:gd name="connsiteY35" fmla="*/ 206910 h 459801"/>
              <a:gd name="connsiteX36" fmla="*/ 143688 w 268217"/>
              <a:gd name="connsiteY36" fmla="*/ 174341 h 459801"/>
              <a:gd name="connsiteX37" fmla="*/ 143688 w 268217"/>
              <a:gd name="connsiteY37" fmla="*/ 168594 h 459801"/>
              <a:gd name="connsiteX38" fmla="*/ 124529 w 268217"/>
              <a:gd name="connsiteY38" fmla="*/ 168594 h 459801"/>
              <a:gd name="connsiteX39" fmla="*/ 124529 w 268217"/>
              <a:gd name="connsiteY39" fmla="*/ 174341 h 459801"/>
              <a:gd name="connsiteX40" fmla="*/ 97708 w 268217"/>
              <a:gd name="connsiteY40" fmla="*/ 206910 h 459801"/>
              <a:gd name="connsiteX41" fmla="*/ 124529 w 268217"/>
              <a:gd name="connsiteY41" fmla="*/ 237564 h 459801"/>
              <a:gd name="connsiteX42" fmla="*/ 124529 w 268217"/>
              <a:gd name="connsiteY42" fmla="*/ 264386 h 459801"/>
              <a:gd name="connsiteX43" fmla="*/ 116866 w 268217"/>
              <a:gd name="connsiteY43" fmla="*/ 252891 h 459801"/>
              <a:gd name="connsiteX44" fmla="*/ 97708 w 268217"/>
              <a:gd name="connsiteY44" fmla="*/ 252891 h 459801"/>
              <a:gd name="connsiteX45" fmla="*/ 124529 w 268217"/>
              <a:gd name="connsiteY45" fmla="*/ 285460 h 459801"/>
              <a:gd name="connsiteX46" fmla="*/ 124529 w 268217"/>
              <a:gd name="connsiteY46" fmla="*/ 293123 h 459801"/>
              <a:gd name="connsiteX47" fmla="*/ 143688 w 268217"/>
              <a:gd name="connsiteY47" fmla="*/ 293123 h 459801"/>
              <a:gd name="connsiteX48" fmla="*/ 143688 w 268217"/>
              <a:gd name="connsiteY48" fmla="*/ 285460 h 459801"/>
              <a:gd name="connsiteX49" fmla="*/ 170510 w 268217"/>
              <a:gd name="connsiteY49" fmla="*/ 249059 h 459801"/>
              <a:gd name="connsiteX50" fmla="*/ 143688 w 268217"/>
              <a:gd name="connsiteY50" fmla="*/ 222237 h 459801"/>
              <a:gd name="connsiteX51" fmla="*/ 143688 w 268217"/>
              <a:gd name="connsiteY51" fmla="*/ 195415 h 459801"/>
              <a:gd name="connsiteX52" fmla="*/ 151351 w 268217"/>
              <a:gd name="connsiteY52" fmla="*/ 206910 h 459801"/>
              <a:gd name="connsiteX53" fmla="*/ 116866 w 268217"/>
              <a:gd name="connsiteY53" fmla="*/ 206910 h 459801"/>
              <a:gd name="connsiteX54" fmla="*/ 124529 w 268217"/>
              <a:gd name="connsiteY54" fmla="*/ 195415 h 459801"/>
              <a:gd name="connsiteX55" fmla="*/ 124529 w 268217"/>
              <a:gd name="connsiteY55" fmla="*/ 218405 h 459801"/>
              <a:gd name="connsiteX56" fmla="*/ 116866 w 268217"/>
              <a:gd name="connsiteY56" fmla="*/ 206910 h 459801"/>
              <a:gd name="connsiteX57" fmla="*/ 151351 w 268217"/>
              <a:gd name="connsiteY57" fmla="*/ 252891 h 459801"/>
              <a:gd name="connsiteX58" fmla="*/ 143688 w 268217"/>
              <a:gd name="connsiteY58" fmla="*/ 264386 h 459801"/>
              <a:gd name="connsiteX59" fmla="*/ 143688 w 268217"/>
              <a:gd name="connsiteY59" fmla="*/ 241396 h 459801"/>
              <a:gd name="connsiteX60" fmla="*/ 151351 w 268217"/>
              <a:gd name="connsiteY60" fmla="*/ 252891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68217" h="459801">
                <a:moveTo>
                  <a:pt x="95792" y="38317"/>
                </a:moveTo>
                <a:lnTo>
                  <a:pt x="172425" y="38317"/>
                </a:lnTo>
                <a:lnTo>
                  <a:pt x="172425" y="57475"/>
                </a:lnTo>
                <a:lnTo>
                  <a:pt x="95792" y="57475"/>
                </a:lnTo>
                <a:lnTo>
                  <a:pt x="95792" y="38317"/>
                </a:lnTo>
                <a:close/>
                <a:moveTo>
                  <a:pt x="134109" y="373588"/>
                </a:moveTo>
                <a:cubicBezTo>
                  <a:pt x="118782" y="373588"/>
                  <a:pt x="105371" y="386999"/>
                  <a:pt x="105371" y="402326"/>
                </a:cubicBezTo>
                <a:cubicBezTo>
                  <a:pt x="105371" y="417653"/>
                  <a:pt x="118782" y="431063"/>
                  <a:pt x="134109" y="431063"/>
                </a:cubicBezTo>
                <a:cubicBezTo>
                  <a:pt x="149435" y="431063"/>
                  <a:pt x="162846" y="417653"/>
                  <a:pt x="162846" y="402326"/>
                </a:cubicBezTo>
                <a:cubicBezTo>
                  <a:pt x="162846" y="386999"/>
                  <a:pt x="149435" y="373588"/>
                  <a:pt x="134109" y="373588"/>
                </a:cubicBezTo>
                <a:close/>
                <a:moveTo>
                  <a:pt x="134109" y="411905"/>
                </a:moveTo>
                <a:cubicBezTo>
                  <a:pt x="128361" y="411905"/>
                  <a:pt x="124529" y="408073"/>
                  <a:pt x="124529" y="402326"/>
                </a:cubicBezTo>
                <a:cubicBezTo>
                  <a:pt x="124529" y="396578"/>
                  <a:pt x="128361" y="392747"/>
                  <a:pt x="134109" y="392747"/>
                </a:cubicBezTo>
                <a:cubicBezTo>
                  <a:pt x="139856" y="392747"/>
                  <a:pt x="143688" y="396578"/>
                  <a:pt x="143688" y="402326"/>
                </a:cubicBezTo>
                <a:cubicBezTo>
                  <a:pt x="143688" y="408073"/>
                  <a:pt x="139856" y="411905"/>
                  <a:pt x="134109" y="411905"/>
                </a:cubicBezTo>
                <a:close/>
                <a:moveTo>
                  <a:pt x="249059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40643"/>
                </a:lnTo>
                <a:cubicBezTo>
                  <a:pt x="0" y="452138"/>
                  <a:pt x="7663" y="459801"/>
                  <a:pt x="19158" y="459801"/>
                </a:cubicBezTo>
                <a:lnTo>
                  <a:pt x="249059" y="459801"/>
                </a:lnTo>
                <a:cubicBezTo>
                  <a:pt x="260554" y="459801"/>
                  <a:pt x="268217" y="452138"/>
                  <a:pt x="268217" y="440643"/>
                </a:cubicBezTo>
                <a:lnTo>
                  <a:pt x="268217" y="19158"/>
                </a:lnTo>
                <a:cubicBezTo>
                  <a:pt x="268217" y="7663"/>
                  <a:pt x="260554" y="0"/>
                  <a:pt x="249059" y="0"/>
                </a:cubicBezTo>
                <a:close/>
                <a:moveTo>
                  <a:pt x="249059" y="440643"/>
                </a:moveTo>
                <a:lnTo>
                  <a:pt x="19158" y="440643"/>
                </a:lnTo>
                <a:lnTo>
                  <a:pt x="19158" y="19158"/>
                </a:lnTo>
                <a:lnTo>
                  <a:pt x="249059" y="19158"/>
                </a:lnTo>
                <a:lnTo>
                  <a:pt x="249059" y="440643"/>
                </a:lnTo>
                <a:close/>
                <a:moveTo>
                  <a:pt x="191584" y="38317"/>
                </a:moveTo>
                <a:lnTo>
                  <a:pt x="210742" y="38317"/>
                </a:lnTo>
                <a:lnTo>
                  <a:pt x="210742" y="57475"/>
                </a:lnTo>
                <a:lnTo>
                  <a:pt x="191584" y="57475"/>
                </a:lnTo>
                <a:lnTo>
                  <a:pt x="191584" y="38317"/>
                </a:lnTo>
                <a:close/>
                <a:moveTo>
                  <a:pt x="151351" y="206910"/>
                </a:moveTo>
                <a:lnTo>
                  <a:pt x="170510" y="206910"/>
                </a:lnTo>
                <a:cubicBezTo>
                  <a:pt x="170510" y="191584"/>
                  <a:pt x="159015" y="178173"/>
                  <a:pt x="143688" y="174341"/>
                </a:cubicBezTo>
                <a:lnTo>
                  <a:pt x="143688" y="168594"/>
                </a:lnTo>
                <a:lnTo>
                  <a:pt x="124529" y="168594"/>
                </a:lnTo>
                <a:lnTo>
                  <a:pt x="124529" y="174341"/>
                </a:lnTo>
                <a:cubicBezTo>
                  <a:pt x="109203" y="176257"/>
                  <a:pt x="97708" y="189668"/>
                  <a:pt x="97708" y="206910"/>
                </a:cubicBezTo>
                <a:cubicBezTo>
                  <a:pt x="97708" y="222237"/>
                  <a:pt x="109203" y="235648"/>
                  <a:pt x="124529" y="237564"/>
                </a:cubicBezTo>
                <a:lnTo>
                  <a:pt x="124529" y="264386"/>
                </a:lnTo>
                <a:cubicBezTo>
                  <a:pt x="120698" y="262470"/>
                  <a:pt x="116866" y="256722"/>
                  <a:pt x="116866" y="252891"/>
                </a:cubicBezTo>
                <a:lnTo>
                  <a:pt x="97708" y="252891"/>
                </a:lnTo>
                <a:cubicBezTo>
                  <a:pt x="97708" y="268217"/>
                  <a:pt x="109203" y="281628"/>
                  <a:pt x="124529" y="285460"/>
                </a:cubicBezTo>
                <a:lnTo>
                  <a:pt x="124529" y="293123"/>
                </a:lnTo>
                <a:lnTo>
                  <a:pt x="143688" y="293123"/>
                </a:lnTo>
                <a:lnTo>
                  <a:pt x="143688" y="285460"/>
                </a:lnTo>
                <a:cubicBezTo>
                  <a:pt x="160930" y="283544"/>
                  <a:pt x="172425" y="266301"/>
                  <a:pt x="170510" y="249059"/>
                </a:cubicBezTo>
                <a:cubicBezTo>
                  <a:pt x="168594" y="235648"/>
                  <a:pt x="157099" y="224153"/>
                  <a:pt x="143688" y="222237"/>
                </a:cubicBezTo>
                <a:lnTo>
                  <a:pt x="143688" y="195415"/>
                </a:lnTo>
                <a:cubicBezTo>
                  <a:pt x="147519" y="197331"/>
                  <a:pt x="151351" y="203079"/>
                  <a:pt x="151351" y="206910"/>
                </a:cubicBezTo>
                <a:close/>
                <a:moveTo>
                  <a:pt x="116866" y="206910"/>
                </a:moveTo>
                <a:cubicBezTo>
                  <a:pt x="116866" y="201163"/>
                  <a:pt x="120698" y="197331"/>
                  <a:pt x="124529" y="195415"/>
                </a:cubicBezTo>
                <a:lnTo>
                  <a:pt x="124529" y="218405"/>
                </a:lnTo>
                <a:cubicBezTo>
                  <a:pt x="120698" y="216490"/>
                  <a:pt x="116866" y="212658"/>
                  <a:pt x="116866" y="206910"/>
                </a:cubicBezTo>
                <a:close/>
                <a:moveTo>
                  <a:pt x="151351" y="252891"/>
                </a:moveTo>
                <a:cubicBezTo>
                  <a:pt x="151351" y="258638"/>
                  <a:pt x="149435" y="262470"/>
                  <a:pt x="143688" y="264386"/>
                </a:cubicBezTo>
                <a:lnTo>
                  <a:pt x="143688" y="241396"/>
                </a:lnTo>
                <a:cubicBezTo>
                  <a:pt x="147519" y="243311"/>
                  <a:pt x="151351" y="249059"/>
                  <a:pt x="151351" y="25289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9" name="Graphic 74" descr="Telemedicine phone icon.">
            <a:extLst>
              <a:ext uri="{FF2B5EF4-FFF2-40B4-BE49-F238E27FC236}">
                <a16:creationId xmlns:a16="http://schemas.microsoft.com/office/drawing/2014/main" id="{84898A2A-EA75-4772-93E7-A05D79AB6018}"/>
              </a:ext>
            </a:extLst>
          </p:cNvPr>
          <p:cNvSpPr/>
          <p:nvPr/>
        </p:nvSpPr>
        <p:spPr>
          <a:xfrm>
            <a:off x="7182287" y="1364614"/>
            <a:ext cx="268776" cy="460759"/>
          </a:xfrm>
          <a:custGeom>
            <a:avLst/>
            <a:gdLst>
              <a:gd name="connsiteX0" fmla="*/ 134388 w 268776"/>
              <a:gd name="connsiteY0" fmla="*/ 374367 h 460759"/>
              <a:gd name="connsiteX1" fmla="*/ 105591 w 268776"/>
              <a:gd name="connsiteY1" fmla="*/ 403164 h 460759"/>
              <a:gd name="connsiteX2" fmla="*/ 134388 w 268776"/>
              <a:gd name="connsiteY2" fmla="*/ 431962 h 460759"/>
              <a:gd name="connsiteX3" fmla="*/ 163185 w 268776"/>
              <a:gd name="connsiteY3" fmla="*/ 403164 h 460759"/>
              <a:gd name="connsiteX4" fmla="*/ 134388 w 268776"/>
              <a:gd name="connsiteY4" fmla="*/ 374367 h 460759"/>
              <a:gd name="connsiteX5" fmla="*/ 134388 w 268776"/>
              <a:gd name="connsiteY5" fmla="*/ 412763 h 460759"/>
              <a:gd name="connsiteX6" fmla="*/ 124789 w 268776"/>
              <a:gd name="connsiteY6" fmla="*/ 403164 h 460759"/>
              <a:gd name="connsiteX7" fmla="*/ 134388 w 268776"/>
              <a:gd name="connsiteY7" fmla="*/ 393565 h 460759"/>
              <a:gd name="connsiteX8" fmla="*/ 143987 w 268776"/>
              <a:gd name="connsiteY8" fmla="*/ 403164 h 460759"/>
              <a:gd name="connsiteX9" fmla="*/ 134388 w 268776"/>
              <a:gd name="connsiteY9" fmla="*/ 412763 h 460759"/>
              <a:gd name="connsiteX10" fmla="*/ 172785 w 268776"/>
              <a:gd name="connsiteY10" fmla="*/ 57595 h 460759"/>
              <a:gd name="connsiteX11" fmla="*/ 96375 w 268776"/>
              <a:gd name="connsiteY11" fmla="*/ 57595 h 460759"/>
              <a:gd name="connsiteX12" fmla="*/ 96375 w 268776"/>
              <a:gd name="connsiteY12" fmla="*/ 38397 h 460759"/>
              <a:gd name="connsiteX13" fmla="*/ 172785 w 268776"/>
              <a:gd name="connsiteY13" fmla="*/ 38397 h 460759"/>
              <a:gd name="connsiteX14" fmla="*/ 172785 w 268776"/>
              <a:gd name="connsiteY14" fmla="*/ 57595 h 460759"/>
              <a:gd name="connsiteX15" fmla="*/ 249578 w 268776"/>
              <a:gd name="connsiteY15" fmla="*/ 0 h 460759"/>
              <a:gd name="connsiteX16" fmla="*/ 19198 w 268776"/>
              <a:gd name="connsiteY16" fmla="*/ 0 h 460759"/>
              <a:gd name="connsiteX17" fmla="*/ 0 w 268776"/>
              <a:gd name="connsiteY17" fmla="*/ 19198 h 460759"/>
              <a:gd name="connsiteX18" fmla="*/ 0 w 268776"/>
              <a:gd name="connsiteY18" fmla="*/ 441561 h 460759"/>
              <a:gd name="connsiteX19" fmla="*/ 19198 w 268776"/>
              <a:gd name="connsiteY19" fmla="*/ 460759 h 460759"/>
              <a:gd name="connsiteX20" fmla="*/ 249578 w 268776"/>
              <a:gd name="connsiteY20" fmla="*/ 460759 h 460759"/>
              <a:gd name="connsiteX21" fmla="*/ 268776 w 268776"/>
              <a:gd name="connsiteY21" fmla="*/ 441561 h 460759"/>
              <a:gd name="connsiteX22" fmla="*/ 268776 w 268776"/>
              <a:gd name="connsiteY22" fmla="*/ 19198 h 460759"/>
              <a:gd name="connsiteX23" fmla="*/ 249578 w 268776"/>
              <a:gd name="connsiteY23" fmla="*/ 0 h 460759"/>
              <a:gd name="connsiteX24" fmla="*/ 211181 w 268776"/>
              <a:gd name="connsiteY24" fmla="*/ 326371 h 460759"/>
              <a:gd name="connsiteX25" fmla="*/ 211181 w 268776"/>
              <a:gd name="connsiteY25" fmla="*/ 307173 h 460759"/>
              <a:gd name="connsiteX26" fmla="*/ 201390 w 268776"/>
              <a:gd name="connsiteY26" fmla="*/ 307173 h 460759"/>
              <a:gd name="connsiteX27" fmla="*/ 201390 w 268776"/>
              <a:gd name="connsiteY27" fmla="*/ 297574 h 460759"/>
              <a:gd name="connsiteX28" fmla="*/ 182192 w 268776"/>
              <a:gd name="connsiteY28" fmla="*/ 297574 h 460759"/>
              <a:gd name="connsiteX29" fmla="*/ 182192 w 268776"/>
              <a:gd name="connsiteY29" fmla="*/ 307173 h 460759"/>
              <a:gd name="connsiteX30" fmla="*/ 172977 w 268776"/>
              <a:gd name="connsiteY30" fmla="*/ 307173 h 460759"/>
              <a:gd name="connsiteX31" fmla="*/ 172977 w 268776"/>
              <a:gd name="connsiteY31" fmla="*/ 326371 h 460759"/>
              <a:gd name="connsiteX32" fmla="*/ 182576 w 268776"/>
              <a:gd name="connsiteY32" fmla="*/ 326371 h 460759"/>
              <a:gd name="connsiteX33" fmla="*/ 182576 w 268776"/>
              <a:gd name="connsiteY33" fmla="*/ 335970 h 460759"/>
              <a:gd name="connsiteX34" fmla="*/ 201774 w 268776"/>
              <a:gd name="connsiteY34" fmla="*/ 335970 h 460759"/>
              <a:gd name="connsiteX35" fmla="*/ 201774 w 268776"/>
              <a:gd name="connsiteY35" fmla="*/ 326371 h 460759"/>
              <a:gd name="connsiteX36" fmla="*/ 211373 w 268776"/>
              <a:gd name="connsiteY36" fmla="*/ 326371 h 460759"/>
              <a:gd name="connsiteX37" fmla="*/ 211373 w 268776"/>
              <a:gd name="connsiteY37" fmla="*/ 345569 h 460759"/>
              <a:gd name="connsiteX38" fmla="*/ 144179 w 268776"/>
              <a:gd name="connsiteY38" fmla="*/ 345569 h 460759"/>
              <a:gd name="connsiteX39" fmla="*/ 144179 w 268776"/>
              <a:gd name="connsiteY39" fmla="*/ 320420 h 460759"/>
              <a:gd name="connsiteX40" fmla="*/ 218093 w 268776"/>
              <a:gd name="connsiteY40" fmla="*/ 265704 h 460759"/>
              <a:gd name="connsiteX41" fmla="*/ 212333 w 268776"/>
              <a:gd name="connsiteY41" fmla="*/ 256681 h 460759"/>
              <a:gd name="connsiteX42" fmla="*/ 249578 w 268776"/>
              <a:gd name="connsiteY42" fmla="*/ 288550 h 460759"/>
              <a:gd name="connsiteX43" fmla="*/ 249578 w 268776"/>
              <a:gd name="connsiteY43" fmla="*/ 345569 h 460759"/>
              <a:gd name="connsiteX44" fmla="*/ 230380 w 268776"/>
              <a:gd name="connsiteY44" fmla="*/ 345569 h 460759"/>
              <a:gd name="connsiteX45" fmla="*/ 230380 w 268776"/>
              <a:gd name="connsiteY45" fmla="*/ 326563 h 460759"/>
              <a:gd name="connsiteX46" fmla="*/ 211181 w 268776"/>
              <a:gd name="connsiteY46" fmla="*/ 326563 h 460759"/>
              <a:gd name="connsiteX47" fmla="*/ 38397 w 268776"/>
              <a:gd name="connsiteY47" fmla="*/ 326371 h 460759"/>
              <a:gd name="connsiteX48" fmla="*/ 38397 w 268776"/>
              <a:gd name="connsiteY48" fmla="*/ 345569 h 460759"/>
              <a:gd name="connsiteX49" fmla="*/ 19198 w 268776"/>
              <a:gd name="connsiteY49" fmla="*/ 345569 h 460759"/>
              <a:gd name="connsiteX50" fmla="*/ 19198 w 268776"/>
              <a:gd name="connsiteY50" fmla="*/ 289510 h 460759"/>
              <a:gd name="connsiteX51" fmla="*/ 55483 w 268776"/>
              <a:gd name="connsiteY51" fmla="*/ 257833 h 460759"/>
              <a:gd name="connsiteX52" fmla="*/ 50683 w 268776"/>
              <a:gd name="connsiteY52" fmla="*/ 265896 h 460759"/>
              <a:gd name="connsiteX53" fmla="*/ 124789 w 268776"/>
              <a:gd name="connsiteY53" fmla="*/ 320612 h 460759"/>
              <a:gd name="connsiteX54" fmla="*/ 124789 w 268776"/>
              <a:gd name="connsiteY54" fmla="*/ 345569 h 460759"/>
              <a:gd name="connsiteX55" fmla="*/ 57595 w 268776"/>
              <a:gd name="connsiteY55" fmla="*/ 345569 h 460759"/>
              <a:gd name="connsiteX56" fmla="*/ 57595 w 268776"/>
              <a:gd name="connsiteY56" fmla="*/ 326371 h 460759"/>
              <a:gd name="connsiteX57" fmla="*/ 38397 w 268776"/>
              <a:gd name="connsiteY57" fmla="*/ 326371 h 460759"/>
              <a:gd name="connsiteX58" fmla="*/ 185839 w 268776"/>
              <a:gd name="connsiteY58" fmla="*/ 250730 h 460759"/>
              <a:gd name="connsiteX59" fmla="*/ 192175 w 268776"/>
              <a:gd name="connsiteY59" fmla="*/ 260905 h 460759"/>
              <a:gd name="connsiteX60" fmla="*/ 155698 w 268776"/>
              <a:gd name="connsiteY60" fmla="*/ 287974 h 460759"/>
              <a:gd name="connsiteX61" fmla="*/ 170673 w 268776"/>
              <a:gd name="connsiteY61" fmla="*/ 250538 h 460759"/>
              <a:gd name="connsiteX62" fmla="*/ 180080 w 268776"/>
              <a:gd name="connsiteY62" fmla="*/ 250538 h 460759"/>
              <a:gd name="connsiteX63" fmla="*/ 185839 w 268776"/>
              <a:gd name="connsiteY63" fmla="*/ 250922 h 460759"/>
              <a:gd name="connsiteX64" fmla="*/ 134196 w 268776"/>
              <a:gd name="connsiteY64" fmla="*/ 289894 h 460759"/>
              <a:gd name="connsiteX65" fmla="*/ 118453 w 268776"/>
              <a:gd name="connsiteY65" fmla="*/ 250346 h 460759"/>
              <a:gd name="connsiteX66" fmla="*/ 150131 w 268776"/>
              <a:gd name="connsiteY66" fmla="*/ 250346 h 460759"/>
              <a:gd name="connsiteX67" fmla="*/ 134388 w 268776"/>
              <a:gd name="connsiteY67" fmla="*/ 289894 h 460759"/>
              <a:gd name="connsiteX68" fmla="*/ 97719 w 268776"/>
              <a:gd name="connsiteY68" fmla="*/ 250346 h 460759"/>
              <a:gd name="connsiteX69" fmla="*/ 112694 w 268776"/>
              <a:gd name="connsiteY69" fmla="*/ 287974 h 460759"/>
              <a:gd name="connsiteX70" fmla="*/ 76025 w 268776"/>
              <a:gd name="connsiteY70" fmla="*/ 260905 h 460759"/>
              <a:gd name="connsiteX71" fmla="*/ 82169 w 268776"/>
              <a:gd name="connsiteY71" fmla="*/ 250922 h 460759"/>
              <a:gd name="connsiteX72" fmla="*/ 89272 w 268776"/>
              <a:gd name="connsiteY72" fmla="*/ 250346 h 460759"/>
              <a:gd name="connsiteX73" fmla="*/ 97719 w 268776"/>
              <a:gd name="connsiteY73" fmla="*/ 250346 h 460759"/>
              <a:gd name="connsiteX74" fmla="*/ 249578 w 268776"/>
              <a:gd name="connsiteY74" fmla="*/ 19198 h 460759"/>
              <a:gd name="connsiteX75" fmla="*/ 249578 w 268776"/>
              <a:gd name="connsiteY75" fmla="*/ 258409 h 460759"/>
              <a:gd name="connsiteX76" fmla="*/ 180272 w 268776"/>
              <a:gd name="connsiteY76" fmla="*/ 231147 h 460759"/>
              <a:gd name="connsiteX77" fmla="*/ 89272 w 268776"/>
              <a:gd name="connsiteY77" fmla="*/ 231147 h 460759"/>
              <a:gd name="connsiteX78" fmla="*/ 19198 w 268776"/>
              <a:gd name="connsiteY78" fmla="*/ 259369 h 460759"/>
              <a:gd name="connsiteX79" fmla="*/ 19198 w 268776"/>
              <a:gd name="connsiteY79" fmla="*/ 19198 h 460759"/>
              <a:gd name="connsiteX80" fmla="*/ 249578 w 268776"/>
              <a:gd name="connsiteY80" fmla="*/ 19198 h 460759"/>
              <a:gd name="connsiteX81" fmla="*/ 19198 w 268776"/>
              <a:gd name="connsiteY81" fmla="*/ 441561 h 460759"/>
              <a:gd name="connsiteX82" fmla="*/ 19198 w 268776"/>
              <a:gd name="connsiteY82" fmla="*/ 364768 h 460759"/>
              <a:gd name="connsiteX83" fmla="*/ 249578 w 268776"/>
              <a:gd name="connsiteY83" fmla="*/ 364768 h 460759"/>
              <a:gd name="connsiteX84" fmla="*/ 249578 w 268776"/>
              <a:gd name="connsiteY84" fmla="*/ 441561 h 460759"/>
              <a:gd name="connsiteX85" fmla="*/ 19198 w 268776"/>
              <a:gd name="connsiteY85" fmla="*/ 441561 h 460759"/>
              <a:gd name="connsiteX86" fmla="*/ 211181 w 268776"/>
              <a:gd name="connsiteY86" fmla="*/ 57403 h 460759"/>
              <a:gd name="connsiteX87" fmla="*/ 191983 w 268776"/>
              <a:gd name="connsiteY87" fmla="*/ 57403 h 460759"/>
              <a:gd name="connsiteX88" fmla="*/ 191983 w 268776"/>
              <a:gd name="connsiteY88" fmla="*/ 38205 h 460759"/>
              <a:gd name="connsiteX89" fmla="*/ 211181 w 268776"/>
              <a:gd name="connsiteY89" fmla="*/ 38205 h 460759"/>
              <a:gd name="connsiteX90" fmla="*/ 211181 w 268776"/>
              <a:gd name="connsiteY90" fmla="*/ 57403 h 460759"/>
              <a:gd name="connsiteX91" fmla="*/ 133812 w 268776"/>
              <a:gd name="connsiteY91" fmla="*/ 224428 h 460759"/>
              <a:gd name="connsiteX92" fmla="*/ 208301 w 268776"/>
              <a:gd name="connsiteY92" fmla="*/ 150899 h 460759"/>
              <a:gd name="connsiteX93" fmla="*/ 133812 w 268776"/>
              <a:gd name="connsiteY93" fmla="*/ 77369 h 460759"/>
              <a:gd name="connsiteX94" fmla="*/ 59323 w 268776"/>
              <a:gd name="connsiteY94" fmla="*/ 150899 h 460759"/>
              <a:gd name="connsiteX95" fmla="*/ 133812 w 268776"/>
              <a:gd name="connsiteY95" fmla="*/ 224428 h 460759"/>
              <a:gd name="connsiteX96" fmla="*/ 133812 w 268776"/>
              <a:gd name="connsiteY96" fmla="*/ 96375 h 460759"/>
              <a:gd name="connsiteX97" fmla="*/ 180656 w 268776"/>
              <a:gd name="connsiteY97" fmla="*/ 121909 h 460759"/>
              <a:gd name="connsiteX98" fmla="*/ 158386 w 268776"/>
              <a:gd name="connsiteY98" fmla="*/ 121909 h 460759"/>
              <a:gd name="connsiteX99" fmla="*/ 134196 w 268776"/>
              <a:gd name="connsiteY99" fmla="*/ 105591 h 460759"/>
              <a:gd name="connsiteX100" fmla="*/ 110006 w 268776"/>
              <a:gd name="connsiteY100" fmla="*/ 121909 h 460759"/>
              <a:gd name="connsiteX101" fmla="*/ 86968 w 268776"/>
              <a:gd name="connsiteY101" fmla="*/ 121909 h 460759"/>
              <a:gd name="connsiteX102" fmla="*/ 133812 w 268776"/>
              <a:gd name="connsiteY102" fmla="*/ 96375 h 460759"/>
              <a:gd name="connsiteX103" fmla="*/ 141107 w 268776"/>
              <a:gd name="connsiteY103" fmla="*/ 131508 h 460759"/>
              <a:gd name="connsiteX104" fmla="*/ 134196 w 268776"/>
              <a:gd name="connsiteY104" fmla="*/ 138228 h 460759"/>
              <a:gd name="connsiteX105" fmla="*/ 127285 w 268776"/>
              <a:gd name="connsiteY105" fmla="*/ 131508 h 460759"/>
              <a:gd name="connsiteX106" fmla="*/ 134196 w 268776"/>
              <a:gd name="connsiteY106" fmla="*/ 124789 h 460759"/>
              <a:gd name="connsiteX107" fmla="*/ 141107 w 268776"/>
              <a:gd name="connsiteY107" fmla="*/ 131508 h 460759"/>
              <a:gd name="connsiteX108" fmla="*/ 79481 w 268776"/>
              <a:gd name="connsiteY108" fmla="*/ 141107 h 460759"/>
              <a:gd name="connsiteX109" fmla="*/ 110006 w 268776"/>
              <a:gd name="connsiteY109" fmla="*/ 141107 h 460759"/>
              <a:gd name="connsiteX110" fmla="*/ 134196 w 268776"/>
              <a:gd name="connsiteY110" fmla="*/ 157426 h 460759"/>
              <a:gd name="connsiteX111" fmla="*/ 158386 w 268776"/>
              <a:gd name="connsiteY111" fmla="*/ 141107 h 460759"/>
              <a:gd name="connsiteX112" fmla="*/ 188143 w 268776"/>
              <a:gd name="connsiteY112" fmla="*/ 141107 h 460759"/>
              <a:gd name="connsiteX113" fmla="*/ 189103 w 268776"/>
              <a:gd name="connsiteY113" fmla="*/ 150707 h 460759"/>
              <a:gd name="connsiteX114" fmla="*/ 133812 w 268776"/>
              <a:gd name="connsiteY114" fmla="*/ 205038 h 460759"/>
              <a:gd name="connsiteX115" fmla="*/ 78521 w 268776"/>
              <a:gd name="connsiteY115" fmla="*/ 150707 h 460759"/>
              <a:gd name="connsiteX116" fmla="*/ 79481 w 268776"/>
              <a:gd name="connsiteY116" fmla="*/ 141107 h 460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268776" h="460759">
                <a:moveTo>
                  <a:pt x="134388" y="374367"/>
                </a:moveTo>
                <a:cubicBezTo>
                  <a:pt x="118453" y="374367"/>
                  <a:pt x="105591" y="387230"/>
                  <a:pt x="105591" y="403164"/>
                </a:cubicBezTo>
                <a:cubicBezTo>
                  <a:pt x="105591" y="419099"/>
                  <a:pt x="118453" y="431962"/>
                  <a:pt x="134388" y="431962"/>
                </a:cubicBezTo>
                <a:cubicBezTo>
                  <a:pt x="150323" y="431962"/>
                  <a:pt x="163185" y="419099"/>
                  <a:pt x="163185" y="403164"/>
                </a:cubicBezTo>
                <a:cubicBezTo>
                  <a:pt x="163185" y="387230"/>
                  <a:pt x="150323" y="374367"/>
                  <a:pt x="134388" y="374367"/>
                </a:cubicBezTo>
                <a:close/>
                <a:moveTo>
                  <a:pt x="134388" y="412763"/>
                </a:moveTo>
                <a:cubicBezTo>
                  <a:pt x="129013" y="412763"/>
                  <a:pt x="124789" y="408540"/>
                  <a:pt x="124789" y="403164"/>
                </a:cubicBezTo>
                <a:cubicBezTo>
                  <a:pt x="124789" y="397789"/>
                  <a:pt x="129013" y="393565"/>
                  <a:pt x="134388" y="393565"/>
                </a:cubicBezTo>
                <a:cubicBezTo>
                  <a:pt x="139764" y="393565"/>
                  <a:pt x="143987" y="397789"/>
                  <a:pt x="143987" y="403164"/>
                </a:cubicBezTo>
                <a:cubicBezTo>
                  <a:pt x="143987" y="408540"/>
                  <a:pt x="139764" y="412763"/>
                  <a:pt x="134388" y="412763"/>
                </a:cubicBezTo>
                <a:close/>
                <a:moveTo>
                  <a:pt x="172785" y="57595"/>
                </a:moveTo>
                <a:lnTo>
                  <a:pt x="96375" y="57595"/>
                </a:lnTo>
                <a:lnTo>
                  <a:pt x="96375" y="38397"/>
                </a:lnTo>
                <a:lnTo>
                  <a:pt x="172785" y="38397"/>
                </a:lnTo>
                <a:lnTo>
                  <a:pt x="172785" y="57595"/>
                </a:lnTo>
                <a:close/>
                <a:moveTo>
                  <a:pt x="249578" y="0"/>
                </a:moveTo>
                <a:lnTo>
                  <a:pt x="19198" y="0"/>
                </a:lnTo>
                <a:cubicBezTo>
                  <a:pt x="8639" y="0"/>
                  <a:pt x="0" y="8639"/>
                  <a:pt x="0" y="19198"/>
                </a:cubicBezTo>
                <a:lnTo>
                  <a:pt x="0" y="441561"/>
                </a:lnTo>
                <a:cubicBezTo>
                  <a:pt x="0" y="452120"/>
                  <a:pt x="8639" y="460759"/>
                  <a:pt x="19198" y="460759"/>
                </a:cubicBezTo>
                <a:lnTo>
                  <a:pt x="249578" y="460759"/>
                </a:lnTo>
                <a:cubicBezTo>
                  <a:pt x="260137" y="460759"/>
                  <a:pt x="268776" y="452120"/>
                  <a:pt x="268776" y="441561"/>
                </a:cubicBezTo>
                <a:lnTo>
                  <a:pt x="268776" y="19198"/>
                </a:lnTo>
                <a:cubicBezTo>
                  <a:pt x="268776" y="8639"/>
                  <a:pt x="260137" y="0"/>
                  <a:pt x="249578" y="0"/>
                </a:cubicBezTo>
                <a:close/>
                <a:moveTo>
                  <a:pt x="211181" y="326371"/>
                </a:moveTo>
                <a:lnTo>
                  <a:pt x="211181" y="307173"/>
                </a:lnTo>
                <a:lnTo>
                  <a:pt x="201390" y="307173"/>
                </a:lnTo>
                <a:lnTo>
                  <a:pt x="201390" y="297574"/>
                </a:lnTo>
                <a:lnTo>
                  <a:pt x="182192" y="297574"/>
                </a:lnTo>
                <a:lnTo>
                  <a:pt x="182192" y="307173"/>
                </a:lnTo>
                <a:lnTo>
                  <a:pt x="172977" y="307173"/>
                </a:lnTo>
                <a:lnTo>
                  <a:pt x="172977" y="326371"/>
                </a:lnTo>
                <a:lnTo>
                  <a:pt x="182576" y="326371"/>
                </a:lnTo>
                <a:lnTo>
                  <a:pt x="182576" y="335970"/>
                </a:lnTo>
                <a:lnTo>
                  <a:pt x="201774" y="335970"/>
                </a:lnTo>
                <a:lnTo>
                  <a:pt x="201774" y="326371"/>
                </a:lnTo>
                <a:lnTo>
                  <a:pt x="211373" y="326371"/>
                </a:lnTo>
                <a:lnTo>
                  <a:pt x="211373" y="345569"/>
                </a:lnTo>
                <a:lnTo>
                  <a:pt x="144179" y="345569"/>
                </a:lnTo>
                <a:lnTo>
                  <a:pt x="144179" y="320420"/>
                </a:lnTo>
                <a:lnTo>
                  <a:pt x="218093" y="265704"/>
                </a:lnTo>
                <a:lnTo>
                  <a:pt x="212333" y="256681"/>
                </a:lnTo>
                <a:cubicBezTo>
                  <a:pt x="227692" y="263017"/>
                  <a:pt x="240747" y="274152"/>
                  <a:pt x="249578" y="288550"/>
                </a:cubicBezTo>
                <a:lnTo>
                  <a:pt x="249578" y="345569"/>
                </a:lnTo>
                <a:lnTo>
                  <a:pt x="230380" y="345569"/>
                </a:lnTo>
                <a:lnTo>
                  <a:pt x="230380" y="326563"/>
                </a:lnTo>
                <a:lnTo>
                  <a:pt x="211181" y="326563"/>
                </a:lnTo>
                <a:close/>
                <a:moveTo>
                  <a:pt x="38397" y="326371"/>
                </a:moveTo>
                <a:lnTo>
                  <a:pt x="38397" y="345569"/>
                </a:lnTo>
                <a:lnTo>
                  <a:pt x="19198" y="345569"/>
                </a:lnTo>
                <a:lnTo>
                  <a:pt x="19198" y="289510"/>
                </a:lnTo>
                <a:cubicBezTo>
                  <a:pt x="27838" y="275496"/>
                  <a:pt x="40700" y="264552"/>
                  <a:pt x="55483" y="257833"/>
                </a:cubicBezTo>
                <a:lnTo>
                  <a:pt x="50683" y="265896"/>
                </a:lnTo>
                <a:lnTo>
                  <a:pt x="124789" y="320612"/>
                </a:lnTo>
                <a:lnTo>
                  <a:pt x="124789" y="345569"/>
                </a:lnTo>
                <a:lnTo>
                  <a:pt x="57595" y="345569"/>
                </a:lnTo>
                <a:lnTo>
                  <a:pt x="57595" y="326371"/>
                </a:lnTo>
                <a:lnTo>
                  <a:pt x="38397" y="326371"/>
                </a:lnTo>
                <a:close/>
                <a:moveTo>
                  <a:pt x="185839" y="250730"/>
                </a:moveTo>
                <a:lnTo>
                  <a:pt x="192175" y="260905"/>
                </a:lnTo>
                <a:lnTo>
                  <a:pt x="155698" y="287974"/>
                </a:lnTo>
                <a:lnTo>
                  <a:pt x="170673" y="250538"/>
                </a:lnTo>
                <a:lnTo>
                  <a:pt x="180080" y="250538"/>
                </a:lnTo>
                <a:cubicBezTo>
                  <a:pt x="182000" y="250538"/>
                  <a:pt x="183920" y="250730"/>
                  <a:pt x="185839" y="250922"/>
                </a:cubicBezTo>
                <a:close/>
                <a:moveTo>
                  <a:pt x="134196" y="289894"/>
                </a:moveTo>
                <a:lnTo>
                  <a:pt x="118453" y="250346"/>
                </a:lnTo>
                <a:lnTo>
                  <a:pt x="150131" y="250346"/>
                </a:lnTo>
                <a:lnTo>
                  <a:pt x="134388" y="289894"/>
                </a:lnTo>
                <a:close/>
                <a:moveTo>
                  <a:pt x="97719" y="250346"/>
                </a:moveTo>
                <a:lnTo>
                  <a:pt x="112694" y="287974"/>
                </a:lnTo>
                <a:lnTo>
                  <a:pt x="76025" y="260905"/>
                </a:lnTo>
                <a:lnTo>
                  <a:pt x="82169" y="250922"/>
                </a:lnTo>
                <a:cubicBezTo>
                  <a:pt x="84472" y="250730"/>
                  <a:pt x="86776" y="250346"/>
                  <a:pt x="89272" y="250346"/>
                </a:cubicBezTo>
                <a:lnTo>
                  <a:pt x="97719" y="250346"/>
                </a:lnTo>
                <a:close/>
                <a:moveTo>
                  <a:pt x="249578" y="19198"/>
                </a:moveTo>
                <a:lnTo>
                  <a:pt x="249578" y="258409"/>
                </a:lnTo>
                <a:cubicBezTo>
                  <a:pt x="231339" y="241131"/>
                  <a:pt x="206958" y="231339"/>
                  <a:pt x="180272" y="231147"/>
                </a:cubicBezTo>
                <a:lnTo>
                  <a:pt x="89272" y="231147"/>
                </a:lnTo>
                <a:cubicBezTo>
                  <a:pt x="62778" y="231147"/>
                  <a:pt x="37821" y="241707"/>
                  <a:pt x="19198" y="259369"/>
                </a:cubicBezTo>
                <a:lnTo>
                  <a:pt x="19198" y="19198"/>
                </a:lnTo>
                <a:lnTo>
                  <a:pt x="249578" y="19198"/>
                </a:lnTo>
                <a:close/>
                <a:moveTo>
                  <a:pt x="19198" y="441561"/>
                </a:moveTo>
                <a:lnTo>
                  <a:pt x="19198" y="364768"/>
                </a:lnTo>
                <a:lnTo>
                  <a:pt x="249578" y="364768"/>
                </a:lnTo>
                <a:lnTo>
                  <a:pt x="249578" y="441561"/>
                </a:lnTo>
                <a:lnTo>
                  <a:pt x="19198" y="441561"/>
                </a:lnTo>
                <a:close/>
                <a:moveTo>
                  <a:pt x="211181" y="57403"/>
                </a:moveTo>
                <a:lnTo>
                  <a:pt x="191983" y="57403"/>
                </a:lnTo>
                <a:lnTo>
                  <a:pt x="191983" y="38205"/>
                </a:lnTo>
                <a:lnTo>
                  <a:pt x="211181" y="38205"/>
                </a:lnTo>
                <a:lnTo>
                  <a:pt x="211181" y="57403"/>
                </a:lnTo>
                <a:close/>
                <a:moveTo>
                  <a:pt x="133812" y="224428"/>
                </a:moveTo>
                <a:cubicBezTo>
                  <a:pt x="174896" y="224428"/>
                  <a:pt x="208301" y="191407"/>
                  <a:pt x="208301" y="150899"/>
                </a:cubicBezTo>
                <a:cubicBezTo>
                  <a:pt x="208301" y="110390"/>
                  <a:pt x="174896" y="77369"/>
                  <a:pt x="133812" y="77369"/>
                </a:cubicBezTo>
                <a:cubicBezTo>
                  <a:pt x="92728" y="77369"/>
                  <a:pt x="59323" y="110390"/>
                  <a:pt x="59323" y="150899"/>
                </a:cubicBezTo>
                <a:cubicBezTo>
                  <a:pt x="59323" y="191407"/>
                  <a:pt x="92728" y="224428"/>
                  <a:pt x="133812" y="224428"/>
                </a:cubicBezTo>
                <a:close/>
                <a:moveTo>
                  <a:pt x="133812" y="96375"/>
                </a:moveTo>
                <a:cubicBezTo>
                  <a:pt x="153586" y="96375"/>
                  <a:pt x="170865" y="106743"/>
                  <a:pt x="180656" y="121909"/>
                </a:cubicBezTo>
                <a:lnTo>
                  <a:pt x="158386" y="121909"/>
                </a:lnTo>
                <a:cubicBezTo>
                  <a:pt x="154546" y="112502"/>
                  <a:pt x="145139" y="105591"/>
                  <a:pt x="134196" y="105591"/>
                </a:cubicBezTo>
                <a:cubicBezTo>
                  <a:pt x="123253" y="105591"/>
                  <a:pt x="113846" y="112310"/>
                  <a:pt x="110006" y="121909"/>
                </a:cubicBezTo>
                <a:lnTo>
                  <a:pt x="86968" y="121909"/>
                </a:lnTo>
                <a:cubicBezTo>
                  <a:pt x="96759" y="106551"/>
                  <a:pt x="114038" y="96375"/>
                  <a:pt x="133812" y="96375"/>
                </a:cubicBezTo>
                <a:close/>
                <a:moveTo>
                  <a:pt x="141107" y="131508"/>
                </a:moveTo>
                <a:cubicBezTo>
                  <a:pt x="141107" y="135156"/>
                  <a:pt x="138036" y="138228"/>
                  <a:pt x="134196" y="138228"/>
                </a:cubicBezTo>
                <a:cubicBezTo>
                  <a:pt x="130356" y="138228"/>
                  <a:pt x="127285" y="135156"/>
                  <a:pt x="127285" y="131508"/>
                </a:cubicBezTo>
                <a:cubicBezTo>
                  <a:pt x="127285" y="127861"/>
                  <a:pt x="130356" y="124789"/>
                  <a:pt x="134196" y="124789"/>
                </a:cubicBezTo>
                <a:cubicBezTo>
                  <a:pt x="138036" y="124789"/>
                  <a:pt x="141107" y="127861"/>
                  <a:pt x="141107" y="131508"/>
                </a:cubicBezTo>
                <a:close/>
                <a:moveTo>
                  <a:pt x="79481" y="141107"/>
                </a:moveTo>
                <a:lnTo>
                  <a:pt x="110006" y="141107"/>
                </a:lnTo>
                <a:cubicBezTo>
                  <a:pt x="113846" y="150707"/>
                  <a:pt x="123253" y="157426"/>
                  <a:pt x="134196" y="157426"/>
                </a:cubicBezTo>
                <a:cubicBezTo>
                  <a:pt x="145139" y="157426"/>
                  <a:pt x="154546" y="150707"/>
                  <a:pt x="158386" y="141107"/>
                </a:cubicBezTo>
                <a:lnTo>
                  <a:pt x="188143" y="141107"/>
                </a:lnTo>
                <a:cubicBezTo>
                  <a:pt x="188719" y="144179"/>
                  <a:pt x="189103" y="147443"/>
                  <a:pt x="189103" y="150707"/>
                </a:cubicBezTo>
                <a:cubicBezTo>
                  <a:pt x="189103" y="180656"/>
                  <a:pt x="164337" y="205038"/>
                  <a:pt x="133812" y="205038"/>
                </a:cubicBezTo>
                <a:cubicBezTo>
                  <a:pt x="103287" y="205038"/>
                  <a:pt x="78521" y="180656"/>
                  <a:pt x="78521" y="150707"/>
                </a:cubicBezTo>
                <a:cubicBezTo>
                  <a:pt x="78521" y="147443"/>
                  <a:pt x="78905" y="144179"/>
                  <a:pt x="79481" y="14110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36" descr="Phone - enter number icon.">
            <a:extLst>
              <a:ext uri="{FF2B5EF4-FFF2-40B4-BE49-F238E27FC236}">
                <a16:creationId xmlns:a16="http://schemas.microsoft.com/office/drawing/2014/main" id="{FF9DDB4B-E187-6D85-52E4-2DCE1D88D606}"/>
              </a:ext>
            </a:extLst>
          </p:cNvPr>
          <p:cNvSpPr/>
          <p:nvPr/>
        </p:nvSpPr>
        <p:spPr>
          <a:xfrm>
            <a:off x="8409397" y="1292901"/>
            <a:ext cx="267762" cy="459021"/>
          </a:xfrm>
          <a:custGeom>
            <a:avLst/>
            <a:gdLst>
              <a:gd name="connsiteX0" fmla="*/ 267762 w 267762"/>
              <a:gd name="connsiteY0" fmla="*/ 19126 h 459021"/>
              <a:gd name="connsiteX1" fmla="*/ 267762 w 267762"/>
              <a:gd name="connsiteY1" fmla="*/ 439895 h 459021"/>
              <a:gd name="connsiteX2" fmla="*/ 248636 w 267762"/>
              <a:gd name="connsiteY2" fmla="*/ 459021 h 459021"/>
              <a:gd name="connsiteX3" fmla="*/ 19126 w 267762"/>
              <a:gd name="connsiteY3" fmla="*/ 459021 h 459021"/>
              <a:gd name="connsiteX4" fmla="*/ 0 w 267762"/>
              <a:gd name="connsiteY4" fmla="*/ 439895 h 459021"/>
              <a:gd name="connsiteX5" fmla="*/ 0 w 267762"/>
              <a:gd name="connsiteY5" fmla="*/ 19126 h 459021"/>
              <a:gd name="connsiteX6" fmla="*/ 19126 w 267762"/>
              <a:gd name="connsiteY6" fmla="*/ 0 h 459021"/>
              <a:gd name="connsiteX7" fmla="*/ 248636 w 267762"/>
              <a:gd name="connsiteY7" fmla="*/ 0 h 459021"/>
              <a:gd name="connsiteX8" fmla="*/ 267762 w 267762"/>
              <a:gd name="connsiteY8" fmla="*/ 19126 h 459021"/>
              <a:gd name="connsiteX9" fmla="*/ 248636 w 267762"/>
              <a:gd name="connsiteY9" fmla="*/ 19126 h 459021"/>
              <a:gd name="connsiteX10" fmla="*/ 19126 w 267762"/>
              <a:gd name="connsiteY10" fmla="*/ 19126 h 459021"/>
              <a:gd name="connsiteX11" fmla="*/ 19126 w 267762"/>
              <a:gd name="connsiteY11" fmla="*/ 439895 h 459021"/>
              <a:gd name="connsiteX12" fmla="*/ 248636 w 267762"/>
              <a:gd name="connsiteY12" fmla="*/ 439895 h 459021"/>
              <a:gd name="connsiteX13" fmla="*/ 248636 w 267762"/>
              <a:gd name="connsiteY13" fmla="*/ 19126 h 459021"/>
              <a:gd name="connsiteX14" fmla="*/ 109871 w 267762"/>
              <a:gd name="connsiteY14" fmla="*/ 229511 h 459021"/>
              <a:gd name="connsiteX15" fmla="*/ 128996 w 267762"/>
              <a:gd name="connsiteY15" fmla="*/ 210385 h 459021"/>
              <a:gd name="connsiteX16" fmla="*/ 138559 w 267762"/>
              <a:gd name="connsiteY16" fmla="*/ 210385 h 459021"/>
              <a:gd name="connsiteX17" fmla="*/ 157685 w 267762"/>
              <a:gd name="connsiteY17" fmla="*/ 229511 h 459021"/>
              <a:gd name="connsiteX18" fmla="*/ 157685 w 267762"/>
              <a:gd name="connsiteY18" fmla="*/ 239073 h 459021"/>
              <a:gd name="connsiteX19" fmla="*/ 138559 w 267762"/>
              <a:gd name="connsiteY19" fmla="*/ 258199 h 459021"/>
              <a:gd name="connsiteX20" fmla="*/ 128996 w 267762"/>
              <a:gd name="connsiteY20" fmla="*/ 258199 h 459021"/>
              <a:gd name="connsiteX21" fmla="*/ 109871 w 267762"/>
              <a:gd name="connsiteY21" fmla="*/ 239073 h 459021"/>
              <a:gd name="connsiteX22" fmla="*/ 109871 w 267762"/>
              <a:gd name="connsiteY22" fmla="*/ 229511 h 459021"/>
              <a:gd name="connsiteX23" fmla="*/ 128996 w 267762"/>
              <a:gd name="connsiteY23" fmla="*/ 239073 h 459021"/>
              <a:gd name="connsiteX24" fmla="*/ 138559 w 267762"/>
              <a:gd name="connsiteY24" fmla="*/ 239073 h 459021"/>
              <a:gd name="connsiteX25" fmla="*/ 138559 w 267762"/>
              <a:gd name="connsiteY25" fmla="*/ 229511 h 459021"/>
              <a:gd name="connsiteX26" fmla="*/ 128996 w 267762"/>
              <a:gd name="connsiteY26" fmla="*/ 229511 h 459021"/>
              <a:gd name="connsiteX27" fmla="*/ 128996 w 267762"/>
              <a:gd name="connsiteY27" fmla="*/ 239073 h 459021"/>
              <a:gd name="connsiteX28" fmla="*/ 47627 w 267762"/>
              <a:gd name="connsiteY28" fmla="*/ 238999 h 459021"/>
              <a:gd name="connsiteX29" fmla="*/ 47627 w 267762"/>
              <a:gd name="connsiteY29" fmla="*/ 229436 h 459021"/>
              <a:gd name="connsiteX30" fmla="*/ 66753 w 267762"/>
              <a:gd name="connsiteY30" fmla="*/ 210310 h 459021"/>
              <a:gd name="connsiteX31" fmla="*/ 76316 w 267762"/>
              <a:gd name="connsiteY31" fmla="*/ 210310 h 459021"/>
              <a:gd name="connsiteX32" fmla="*/ 95442 w 267762"/>
              <a:gd name="connsiteY32" fmla="*/ 229436 h 459021"/>
              <a:gd name="connsiteX33" fmla="*/ 95442 w 267762"/>
              <a:gd name="connsiteY33" fmla="*/ 238999 h 459021"/>
              <a:gd name="connsiteX34" fmla="*/ 76316 w 267762"/>
              <a:gd name="connsiteY34" fmla="*/ 258125 h 459021"/>
              <a:gd name="connsiteX35" fmla="*/ 66753 w 267762"/>
              <a:gd name="connsiteY35" fmla="*/ 258125 h 459021"/>
              <a:gd name="connsiteX36" fmla="*/ 47627 w 267762"/>
              <a:gd name="connsiteY36" fmla="*/ 238999 h 459021"/>
              <a:gd name="connsiteX37" fmla="*/ 66753 w 267762"/>
              <a:gd name="connsiteY37" fmla="*/ 238999 h 459021"/>
              <a:gd name="connsiteX38" fmla="*/ 76316 w 267762"/>
              <a:gd name="connsiteY38" fmla="*/ 238999 h 459021"/>
              <a:gd name="connsiteX39" fmla="*/ 76316 w 267762"/>
              <a:gd name="connsiteY39" fmla="*/ 229436 h 459021"/>
              <a:gd name="connsiteX40" fmla="*/ 66753 w 267762"/>
              <a:gd name="connsiteY40" fmla="*/ 229436 h 459021"/>
              <a:gd name="connsiteX41" fmla="*/ 66753 w 267762"/>
              <a:gd name="connsiteY41" fmla="*/ 238999 h 459021"/>
              <a:gd name="connsiteX42" fmla="*/ 219919 w 267762"/>
              <a:gd name="connsiteY42" fmla="*/ 229258 h 459021"/>
              <a:gd name="connsiteX43" fmla="*/ 219919 w 267762"/>
              <a:gd name="connsiteY43" fmla="*/ 238821 h 459021"/>
              <a:gd name="connsiteX44" fmla="*/ 200793 w 267762"/>
              <a:gd name="connsiteY44" fmla="*/ 257937 h 459021"/>
              <a:gd name="connsiteX45" fmla="*/ 191230 w 267762"/>
              <a:gd name="connsiteY45" fmla="*/ 257937 h 459021"/>
              <a:gd name="connsiteX46" fmla="*/ 172104 w 267762"/>
              <a:gd name="connsiteY46" fmla="*/ 238821 h 459021"/>
              <a:gd name="connsiteX47" fmla="*/ 172104 w 267762"/>
              <a:gd name="connsiteY47" fmla="*/ 229258 h 459021"/>
              <a:gd name="connsiteX48" fmla="*/ 191230 w 267762"/>
              <a:gd name="connsiteY48" fmla="*/ 210132 h 459021"/>
              <a:gd name="connsiteX49" fmla="*/ 200793 w 267762"/>
              <a:gd name="connsiteY49" fmla="*/ 210132 h 459021"/>
              <a:gd name="connsiteX50" fmla="*/ 219919 w 267762"/>
              <a:gd name="connsiteY50" fmla="*/ 229258 h 459021"/>
              <a:gd name="connsiteX51" fmla="*/ 200793 w 267762"/>
              <a:gd name="connsiteY51" fmla="*/ 229258 h 459021"/>
              <a:gd name="connsiteX52" fmla="*/ 191230 w 267762"/>
              <a:gd name="connsiteY52" fmla="*/ 229258 h 459021"/>
              <a:gd name="connsiteX53" fmla="*/ 191230 w 267762"/>
              <a:gd name="connsiteY53" fmla="*/ 238821 h 459021"/>
              <a:gd name="connsiteX54" fmla="*/ 200793 w 267762"/>
              <a:gd name="connsiteY54" fmla="*/ 238821 h 459021"/>
              <a:gd name="connsiteX55" fmla="*/ 200793 w 267762"/>
              <a:gd name="connsiteY55" fmla="*/ 229258 h 459021"/>
              <a:gd name="connsiteX56" fmla="*/ 109871 w 267762"/>
              <a:gd name="connsiteY56" fmla="*/ 172133 h 459021"/>
              <a:gd name="connsiteX57" fmla="*/ 128996 w 267762"/>
              <a:gd name="connsiteY57" fmla="*/ 153007 h 459021"/>
              <a:gd name="connsiteX58" fmla="*/ 138559 w 267762"/>
              <a:gd name="connsiteY58" fmla="*/ 153007 h 459021"/>
              <a:gd name="connsiteX59" fmla="*/ 157685 w 267762"/>
              <a:gd name="connsiteY59" fmla="*/ 172133 h 459021"/>
              <a:gd name="connsiteX60" fmla="*/ 157685 w 267762"/>
              <a:gd name="connsiteY60" fmla="*/ 181696 h 459021"/>
              <a:gd name="connsiteX61" fmla="*/ 138559 w 267762"/>
              <a:gd name="connsiteY61" fmla="*/ 200822 h 459021"/>
              <a:gd name="connsiteX62" fmla="*/ 128996 w 267762"/>
              <a:gd name="connsiteY62" fmla="*/ 200822 h 459021"/>
              <a:gd name="connsiteX63" fmla="*/ 109871 w 267762"/>
              <a:gd name="connsiteY63" fmla="*/ 181696 h 459021"/>
              <a:gd name="connsiteX64" fmla="*/ 109871 w 267762"/>
              <a:gd name="connsiteY64" fmla="*/ 172133 h 459021"/>
              <a:gd name="connsiteX65" fmla="*/ 128996 w 267762"/>
              <a:gd name="connsiteY65" fmla="*/ 181696 h 459021"/>
              <a:gd name="connsiteX66" fmla="*/ 138559 w 267762"/>
              <a:gd name="connsiteY66" fmla="*/ 181696 h 459021"/>
              <a:gd name="connsiteX67" fmla="*/ 138559 w 267762"/>
              <a:gd name="connsiteY67" fmla="*/ 172133 h 459021"/>
              <a:gd name="connsiteX68" fmla="*/ 128996 w 267762"/>
              <a:gd name="connsiteY68" fmla="*/ 172133 h 459021"/>
              <a:gd name="connsiteX69" fmla="*/ 128996 w 267762"/>
              <a:gd name="connsiteY69" fmla="*/ 181696 h 459021"/>
              <a:gd name="connsiteX70" fmla="*/ 47627 w 267762"/>
              <a:gd name="connsiteY70" fmla="*/ 181621 h 459021"/>
              <a:gd name="connsiteX71" fmla="*/ 47627 w 267762"/>
              <a:gd name="connsiteY71" fmla="*/ 172058 h 459021"/>
              <a:gd name="connsiteX72" fmla="*/ 66753 w 267762"/>
              <a:gd name="connsiteY72" fmla="*/ 152932 h 459021"/>
              <a:gd name="connsiteX73" fmla="*/ 76316 w 267762"/>
              <a:gd name="connsiteY73" fmla="*/ 152932 h 459021"/>
              <a:gd name="connsiteX74" fmla="*/ 95442 w 267762"/>
              <a:gd name="connsiteY74" fmla="*/ 172058 h 459021"/>
              <a:gd name="connsiteX75" fmla="*/ 95442 w 267762"/>
              <a:gd name="connsiteY75" fmla="*/ 181621 h 459021"/>
              <a:gd name="connsiteX76" fmla="*/ 76316 w 267762"/>
              <a:gd name="connsiteY76" fmla="*/ 200747 h 459021"/>
              <a:gd name="connsiteX77" fmla="*/ 66753 w 267762"/>
              <a:gd name="connsiteY77" fmla="*/ 200747 h 459021"/>
              <a:gd name="connsiteX78" fmla="*/ 47627 w 267762"/>
              <a:gd name="connsiteY78" fmla="*/ 181621 h 459021"/>
              <a:gd name="connsiteX79" fmla="*/ 66753 w 267762"/>
              <a:gd name="connsiteY79" fmla="*/ 181621 h 459021"/>
              <a:gd name="connsiteX80" fmla="*/ 76316 w 267762"/>
              <a:gd name="connsiteY80" fmla="*/ 181621 h 459021"/>
              <a:gd name="connsiteX81" fmla="*/ 76316 w 267762"/>
              <a:gd name="connsiteY81" fmla="*/ 172058 h 459021"/>
              <a:gd name="connsiteX82" fmla="*/ 66753 w 267762"/>
              <a:gd name="connsiteY82" fmla="*/ 172058 h 459021"/>
              <a:gd name="connsiteX83" fmla="*/ 66753 w 267762"/>
              <a:gd name="connsiteY83" fmla="*/ 181621 h 459021"/>
              <a:gd name="connsiteX84" fmla="*/ 219919 w 267762"/>
              <a:gd name="connsiteY84" fmla="*/ 171880 h 459021"/>
              <a:gd name="connsiteX85" fmla="*/ 219919 w 267762"/>
              <a:gd name="connsiteY85" fmla="*/ 181443 h 459021"/>
              <a:gd name="connsiteX86" fmla="*/ 200793 w 267762"/>
              <a:gd name="connsiteY86" fmla="*/ 200569 h 459021"/>
              <a:gd name="connsiteX87" fmla="*/ 191230 w 267762"/>
              <a:gd name="connsiteY87" fmla="*/ 200569 h 459021"/>
              <a:gd name="connsiteX88" fmla="*/ 172104 w 267762"/>
              <a:gd name="connsiteY88" fmla="*/ 181443 h 459021"/>
              <a:gd name="connsiteX89" fmla="*/ 172104 w 267762"/>
              <a:gd name="connsiteY89" fmla="*/ 171880 h 459021"/>
              <a:gd name="connsiteX90" fmla="*/ 191230 w 267762"/>
              <a:gd name="connsiteY90" fmla="*/ 152755 h 459021"/>
              <a:gd name="connsiteX91" fmla="*/ 200793 w 267762"/>
              <a:gd name="connsiteY91" fmla="*/ 152755 h 459021"/>
              <a:gd name="connsiteX92" fmla="*/ 219919 w 267762"/>
              <a:gd name="connsiteY92" fmla="*/ 171880 h 459021"/>
              <a:gd name="connsiteX93" fmla="*/ 200793 w 267762"/>
              <a:gd name="connsiteY93" fmla="*/ 171880 h 459021"/>
              <a:gd name="connsiteX94" fmla="*/ 191230 w 267762"/>
              <a:gd name="connsiteY94" fmla="*/ 171880 h 459021"/>
              <a:gd name="connsiteX95" fmla="*/ 191230 w 267762"/>
              <a:gd name="connsiteY95" fmla="*/ 181443 h 459021"/>
              <a:gd name="connsiteX96" fmla="*/ 200793 w 267762"/>
              <a:gd name="connsiteY96" fmla="*/ 181443 h 459021"/>
              <a:gd name="connsiteX97" fmla="*/ 200793 w 267762"/>
              <a:gd name="connsiteY97" fmla="*/ 171880 h 459021"/>
              <a:gd name="connsiteX98" fmla="*/ 109871 w 267762"/>
              <a:gd name="connsiteY98" fmla="*/ 124571 h 459021"/>
              <a:gd name="connsiteX99" fmla="*/ 109871 w 267762"/>
              <a:gd name="connsiteY99" fmla="*/ 115008 h 459021"/>
              <a:gd name="connsiteX100" fmla="*/ 128996 w 267762"/>
              <a:gd name="connsiteY100" fmla="*/ 95882 h 459021"/>
              <a:gd name="connsiteX101" fmla="*/ 138559 w 267762"/>
              <a:gd name="connsiteY101" fmla="*/ 95882 h 459021"/>
              <a:gd name="connsiteX102" fmla="*/ 157685 w 267762"/>
              <a:gd name="connsiteY102" fmla="*/ 115008 h 459021"/>
              <a:gd name="connsiteX103" fmla="*/ 157685 w 267762"/>
              <a:gd name="connsiteY103" fmla="*/ 124571 h 459021"/>
              <a:gd name="connsiteX104" fmla="*/ 138559 w 267762"/>
              <a:gd name="connsiteY104" fmla="*/ 143697 h 459021"/>
              <a:gd name="connsiteX105" fmla="*/ 128996 w 267762"/>
              <a:gd name="connsiteY105" fmla="*/ 143697 h 459021"/>
              <a:gd name="connsiteX106" fmla="*/ 109871 w 267762"/>
              <a:gd name="connsiteY106" fmla="*/ 124571 h 459021"/>
              <a:gd name="connsiteX107" fmla="*/ 128996 w 267762"/>
              <a:gd name="connsiteY107" fmla="*/ 124571 h 459021"/>
              <a:gd name="connsiteX108" fmla="*/ 138559 w 267762"/>
              <a:gd name="connsiteY108" fmla="*/ 124571 h 459021"/>
              <a:gd name="connsiteX109" fmla="*/ 138559 w 267762"/>
              <a:gd name="connsiteY109" fmla="*/ 115008 h 459021"/>
              <a:gd name="connsiteX110" fmla="*/ 128996 w 267762"/>
              <a:gd name="connsiteY110" fmla="*/ 115008 h 459021"/>
              <a:gd name="connsiteX111" fmla="*/ 128996 w 267762"/>
              <a:gd name="connsiteY111" fmla="*/ 124571 h 459021"/>
              <a:gd name="connsiteX112" fmla="*/ 47627 w 267762"/>
              <a:gd name="connsiteY112" fmla="*/ 124496 h 459021"/>
              <a:gd name="connsiteX113" fmla="*/ 47627 w 267762"/>
              <a:gd name="connsiteY113" fmla="*/ 114933 h 459021"/>
              <a:gd name="connsiteX114" fmla="*/ 66753 w 267762"/>
              <a:gd name="connsiteY114" fmla="*/ 95807 h 459021"/>
              <a:gd name="connsiteX115" fmla="*/ 76316 w 267762"/>
              <a:gd name="connsiteY115" fmla="*/ 95807 h 459021"/>
              <a:gd name="connsiteX116" fmla="*/ 95442 w 267762"/>
              <a:gd name="connsiteY116" fmla="*/ 114933 h 459021"/>
              <a:gd name="connsiteX117" fmla="*/ 95442 w 267762"/>
              <a:gd name="connsiteY117" fmla="*/ 124496 h 459021"/>
              <a:gd name="connsiteX118" fmla="*/ 76316 w 267762"/>
              <a:gd name="connsiteY118" fmla="*/ 143622 h 459021"/>
              <a:gd name="connsiteX119" fmla="*/ 66753 w 267762"/>
              <a:gd name="connsiteY119" fmla="*/ 143622 h 459021"/>
              <a:gd name="connsiteX120" fmla="*/ 47627 w 267762"/>
              <a:gd name="connsiteY120" fmla="*/ 124496 h 459021"/>
              <a:gd name="connsiteX121" fmla="*/ 66753 w 267762"/>
              <a:gd name="connsiteY121" fmla="*/ 124496 h 459021"/>
              <a:gd name="connsiteX122" fmla="*/ 76316 w 267762"/>
              <a:gd name="connsiteY122" fmla="*/ 124496 h 459021"/>
              <a:gd name="connsiteX123" fmla="*/ 76316 w 267762"/>
              <a:gd name="connsiteY123" fmla="*/ 114933 h 459021"/>
              <a:gd name="connsiteX124" fmla="*/ 66753 w 267762"/>
              <a:gd name="connsiteY124" fmla="*/ 114933 h 459021"/>
              <a:gd name="connsiteX125" fmla="*/ 66753 w 267762"/>
              <a:gd name="connsiteY125" fmla="*/ 124496 h 459021"/>
              <a:gd name="connsiteX126" fmla="*/ 172104 w 267762"/>
              <a:gd name="connsiteY126" fmla="*/ 114755 h 459021"/>
              <a:gd name="connsiteX127" fmla="*/ 191230 w 267762"/>
              <a:gd name="connsiteY127" fmla="*/ 95629 h 459021"/>
              <a:gd name="connsiteX128" fmla="*/ 200793 w 267762"/>
              <a:gd name="connsiteY128" fmla="*/ 95629 h 459021"/>
              <a:gd name="connsiteX129" fmla="*/ 219919 w 267762"/>
              <a:gd name="connsiteY129" fmla="*/ 114755 h 459021"/>
              <a:gd name="connsiteX130" fmla="*/ 219919 w 267762"/>
              <a:gd name="connsiteY130" fmla="*/ 124318 h 459021"/>
              <a:gd name="connsiteX131" fmla="*/ 200793 w 267762"/>
              <a:gd name="connsiteY131" fmla="*/ 143444 h 459021"/>
              <a:gd name="connsiteX132" fmla="*/ 191230 w 267762"/>
              <a:gd name="connsiteY132" fmla="*/ 143444 h 459021"/>
              <a:gd name="connsiteX133" fmla="*/ 172104 w 267762"/>
              <a:gd name="connsiteY133" fmla="*/ 124318 h 459021"/>
              <a:gd name="connsiteX134" fmla="*/ 172104 w 267762"/>
              <a:gd name="connsiteY134" fmla="*/ 114755 h 459021"/>
              <a:gd name="connsiteX135" fmla="*/ 191230 w 267762"/>
              <a:gd name="connsiteY135" fmla="*/ 124318 h 459021"/>
              <a:gd name="connsiteX136" fmla="*/ 200793 w 267762"/>
              <a:gd name="connsiteY136" fmla="*/ 124318 h 459021"/>
              <a:gd name="connsiteX137" fmla="*/ 200793 w 267762"/>
              <a:gd name="connsiteY137" fmla="*/ 114755 h 459021"/>
              <a:gd name="connsiteX138" fmla="*/ 191230 w 267762"/>
              <a:gd name="connsiteY138" fmla="*/ 114755 h 459021"/>
              <a:gd name="connsiteX139" fmla="*/ 191230 w 267762"/>
              <a:gd name="connsiteY139" fmla="*/ 124318 h 459021"/>
              <a:gd name="connsiteX140" fmla="*/ 109871 w 267762"/>
              <a:gd name="connsiteY140" fmla="*/ 286888 h 459021"/>
              <a:gd name="connsiteX141" fmla="*/ 128996 w 267762"/>
              <a:gd name="connsiteY141" fmla="*/ 267762 h 459021"/>
              <a:gd name="connsiteX142" fmla="*/ 138559 w 267762"/>
              <a:gd name="connsiteY142" fmla="*/ 267762 h 459021"/>
              <a:gd name="connsiteX143" fmla="*/ 157685 w 267762"/>
              <a:gd name="connsiteY143" fmla="*/ 286888 h 459021"/>
              <a:gd name="connsiteX144" fmla="*/ 157685 w 267762"/>
              <a:gd name="connsiteY144" fmla="*/ 296451 h 459021"/>
              <a:gd name="connsiteX145" fmla="*/ 138559 w 267762"/>
              <a:gd name="connsiteY145" fmla="*/ 315577 h 459021"/>
              <a:gd name="connsiteX146" fmla="*/ 128996 w 267762"/>
              <a:gd name="connsiteY146" fmla="*/ 315577 h 459021"/>
              <a:gd name="connsiteX147" fmla="*/ 109871 w 267762"/>
              <a:gd name="connsiteY147" fmla="*/ 296451 h 459021"/>
              <a:gd name="connsiteX148" fmla="*/ 109871 w 267762"/>
              <a:gd name="connsiteY148" fmla="*/ 286888 h 459021"/>
              <a:gd name="connsiteX149" fmla="*/ 128996 w 267762"/>
              <a:gd name="connsiteY149" fmla="*/ 296451 h 459021"/>
              <a:gd name="connsiteX150" fmla="*/ 138559 w 267762"/>
              <a:gd name="connsiteY150" fmla="*/ 296451 h 459021"/>
              <a:gd name="connsiteX151" fmla="*/ 138559 w 267762"/>
              <a:gd name="connsiteY151" fmla="*/ 286888 h 459021"/>
              <a:gd name="connsiteX152" fmla="*/ 128996 w 267762"/>
              <a:gd name="connsiteY152" fmla="*/ 286888 h 459021"/>
              <a:gd name="connsiteX153" fmla="*/ 128996 w 267762"/>
              <a:gd name="connsiteY153" fmla="*/ 296451 h 459021"/>
              <a:gd name="connsiteX154" fmla="*/ 47627 w 267762"/>
              <a:gd name="connsiteY154" fmla="*/ 296376 h 459021"/>
              <a:gd name="connsiteX155" fmla="*/ 47627 w 267762"/>
              <a:gd name="connsiteY155" fmla="*/ 286814 h 459021"/>
              <a:gd name="connsiteX156" fmla="*/ 66753 w 267762"/>
              <a:gd name="connsiteY156" fmla="*/ 267688 h 459021"/>
              <a:gd name="connsiteX157" fmla="*/ 76316 w 267762"/>
              <a:gd name="connsiteY157" fmla="*/ 267688 h 459021"/>
              <a:gd name="connsiteX158" fmla="*/ 95442 w 267762"/>
              <a:gd name="connsiteY158" fmla="*/ 286814 h 459021"/>
              <a:gd name="connsiteX159" fmla="*/ 95442 w 267762"/>
              <a:gd name="connsiteY159" fmla="*/ 296376 h 459021"/>
              <a:gd name="connsiteX160" fmla="*/ 76316 w 267762"/>
              <a:gd name="connsiteY160" fmla="*/ 315502 h 459021"/>
              <a:gd name="connsiteX161" fmla="*/ 66753 w 267762"/>
              <a:gd name="connsiteY161" fmla="*/ 315502 h 459021"/>
              <a:gd name="connsiteX162" fmla="*/ 47627 w 267762"/>
              <a:gd name="connsiteY162" fmla="*/ 296376 h 459021"/>
              <a:gd name="connsiteX163" fmla="*/ 66753 w 267762"/>
              <a:gd name="connsiteY163" fmla="*/ 296376 h 459021"/>
              <a:gd name="connsiteX164" fmla="*/ 76316 w 267762"/>
              <a:gd name="connsiteY164" fmla="*/ 296376 h 459021"/>
              <a:gd name="connsiteX165" fmla="*/ 76316 w 267762"/>
              <a:gd name="connsiteY165" fmla="*/ 286814 h 459021"/>
              <a:gd name="connsiteX166" fmla="*/ 66753 w 267762"/>
              <a:gd name="connsiteY166" fmla="*/ 286814 h 459021"/>
              <a:gd name="connsiteX167" fmla="*/ 66753 w 267762"/>
              <a:gd name="connsiteY167" fmla="*/ 296376 h 459021"/>
              <a:gd name="connsiteX168" fmla="*/ 219919 w 267762"/>
              <a:gd name="connsiteY168" fmla="*/ 286645 h 459021"/>
              <a:gd name="connsiteX169" fmla="*/ 219919 w 267762"/>
              <a:gd name="connsiteY169" fmla="*/ 296208 h 459021"/>
              <a:gd name="connsiteX170" fmla="*/ 200793 w 267762"/>
              <a:gd name="connsiteY170" fmla="*/ 315334 h 459021"/>
              <a:gd name="connsiteX171" fmla="*/ 191230 w 267762"/>
              <a:gd name="connsiteY171" fmla="*/ 315334 h 459021"/>
              <a:gd name="connsiteX172" fmla="*/ 172104 w 267762"/>
              <a:gd name="connsiteY172" fmla="*/ 296208 h 459021"/>
              <a:gd name="connsiteX173" fmla="*/ 172104 w 267762"/>
              <a:gd name="connsiteY173" fmla="*/ 286645 h 459021"/>
              <a:gd name="connsiteX174" fmla="*/ 191230 w 267762"/>
              <a:gd name="connsiteY174" fmla="*/ 267519 h 459021"/>
              <a:gd name="connsiteX175" fmla="*/ 200793 w 267762"/>
              <a:gd name="connsiteY175" fmla="*/ 267519 h 459021"/>
              <a:gd name="connsiteX176" fmla="*/ 219919 w 267762"/>
              <a:gd name="connsiteY176" fmla="*/ 286645 h 459021"/>
              <a:gd name="connsiteX177" fmla="*/ 200793 w 267762"/>
              <a:gd name="connsiteY177" fmla="*/ 286645 h 459021"/>
              <a:gd name="connsiteX178" fmla="*/ 191230 w 267762"/>
              <a:gd name="connsiteY178" fmla="*/ 286645 h 459021"/>
              <a:gd name="connsiteX179" fmla="*/ 191230 w 267762"/>
              <a:gd name="connsiteY179" fmla="*/ 296208 h 459021"/>
              <a:gd name="connsiteX180" fmla="*/ 200793 w 267762"/>
              <a:gd name="connsiteY180" fmla="*/ 296208 h 459021"/>
              <a:gd name="connsiteX181" fmla="*/ 200793 w 267762"/>
              <a:gd name="connsiteY181" fmla="*/ 286645 h 459021"/>
              <a:gd name="connsiteX182" fmla="*/ 133881 w 267762"/>
              <a:gd name="connsiteY182" fmla="*/ 372955 h 459021"/>
              <a:gd name="connsiteX183" fmla="*/ 105192 w 267762"/>
              <a:gd name="connsiteY183" fmla="*/ 401643 h 459021"/>
              <a:gd name="connsiteX184" fmla="*/ 133881 w 267762"/>
              <a:gd name="connsiteY184" fmla="*/ 430332 h 459021"/>
              <a:gd name="connsiteX185" fmla="*/ 162570 w 267762"/>
              <a:gd name="connsiteY185" fmla="*/ 401643 h 459021"/>
              <a:gd name="connsiteX186" fmla="*/ 133881 w 267762"/>
              <a:gd name="connsiteY186" fmla="*/ 372955 h 459021"/>
              <a:gd name="connsiteX187" fmla="*/ 133881 w 267762"/>
              <a:gd name="connsiteY187" fmla="*/ 411206 h 459021"/>
              <a:gd name="connsiteX188" fmla="*/ 124318 w 267762"/>
              <a:gd name="connsiteY188" fmla="*/ 401643 h 459021"/>
              <a:gd name="connsiteX189" fmla="*/ 133881 w 267762"/>
              <a:gd name="connsiteY189" fmla="*/ 392080 h 459021"/>
              <a:gd name="connsiteX190" fmla="*/ 143444 w 267762"/>
              <a:gd name="connsiteY190" fmla="*/ 401643 h 459021"/>
              <a:gd name="connsiteX191" fmla="*/ 133881 w 267762"/>
              <a:gd name="connsiteY191" fmla="*/ 411206 h 459021"/>
              <a:gd name="connsiteX192" fmla="*/ 172133 w 267762"/>
              <a:gd name="connsiteY192" fmla="*/ 57378 h 459021"/>
              <a:gd name="connsiteX193" fmla="*/ 95918 w 267762"/>
              <a:gd name="connsiteY193" fmla="*/ 57378 h 459021"/>
              <a:gd name="connsiteX194" fmla="*/ 95918 w 267762"/>
              <a:gd name="connsiteY194" fmla="*/ 38252 h 459021"/>
              <a:gd name="connsiteX195" fmla="*/ 172133 w 267762"/>
              <a:gd name="connsiteY195" fmla="*/ 38252 h 459021"/>
              <a:gd name="connsiteX196" fmla="*/ 172133 w 267762"/>
              <a:gd name="connsiteY196" fmla="*/ 57378 h 459021"/>
              <a:gd name="connsiteX197" fmla="*/ 210385 w 267762"/>
              <a:gd name="connsiteY197" fmla="*/ 38028 h 459021"/>
              <a:gd name="connsiteX198" fmla="*/ 191259 w 267762"/>
              <a:gd name="connsiteY198" fmla="*/ 38028 h 459021"/>
              <a:gd name="connsiteX199" fmla="*/ 191259 w 267762"/>
              <a:gd name="connsiteY199" fmla="*/ 57154 h 459021"/>
              <a:gd name="connsiteX200" fmla="*/ 210385 w 267762"/>
              <a:gd name="connsiteY200" fmla="*/ 57154 h 459021"/>
              <a:gd name="connsiteX201" fmla="*/ 210385 w 267762"/>
              <a:gd name="connsiteY201" fmla="*/ 38028 h 45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</a:cxnLst>
            <a:rect l="l" t="t" r="r" b="b"/>
            <a:pathLst>
              <a:path w="267762" h="459021">
                <a:moveTo>
                  <a:pt x="267762" y="19126"/>
                </a:moveTo>
                <a:lnTo>
                  <a:pt x="267762" y="439895"/>
                </a:lnTo>
                <a:cubicBezTo>
                  <a:pt x="267762" y="450439"/>
                  <a:pt x="259190" y="459021"/>
                  <a:pt x="248636" y="459021"/>
                </a:cubicBezTo>
                <a:lnTo>
                  <a:pt x="19126" y="459021"/>
                </a:lnTo>
                <a:cubicBezTo>
                  <a:pt x="8582" y="459021"/>
                  <a:pt x="0" y="450439"/>
                  <a:pt x="0" y="439895"/>
                </a:cubicBezTo>
                <a:lnTo>
                  <a:pt x="0" y="19126"/>
                </a:lnTo>
                <a:cubicBezTo>
                  <a:pt x="0" y="8582"/>
                  <a:pt x="8582" y="0"/>
                  <a:pt x="19126" y="0"/>
                </a:cubicBezTo>
                <a:lnTo>
                  <a:pt x="248636" y="0"/>
                </a:lnTo>
                <a:cubicBezTo>
                  <a:pt x="259190" y="0"/>
                  <a:pt x="267762" y="8582"/>
                  <a:pt x="267762" y="19126"/>
                </a:cubicBezTo>
                <a:close/>
                <a:moveTo>
                  <a:pt x="248636" y="19126"/>
                </a:moveTo>
                <a:lnTo>
                  <a:pt x="19126" y="19126"/>
                </a:lnTo>
                <a:lnTo>
                  <a:pt x="19126" y="439895"/>
                </a:lnTo>
                <a:lnTo>
                  <a:pt x="248636" y="439895"/>
                </a:lnTo>
                <a:lnTo>
                  <a:pt x="248636" y="19126"/>
                </a:lnTo>
                <a:close/>
                <a:moveTo>
                  <a:pt x="109871" y="229511"/>
                </a:moveTo>
                <a:cubicBezTo>
                  <a:pt x="109871" y="218966"/>
                  <a:pt x="118452" y="210385"/>
                  <a:pt x="128996" y="210385"/>
                </a:cubicBezTo>
                <a:lnTo>
                  <a:pt x="138559" y="210385"/>
                </a:lnTo>
                <a:cubicBezTo>
                  <a:pt x="149103" y="210385"/>
                  <a:pt x="157685" y="218966"/>
                  <a:pt x="157685" y="229511"/>
                </a:cubicBezTo>
                <a:lnTo>
                  <a:pt x="157685" y="239073"/>
                </a:lnTo>
                <a:cubicBezTo>
                  <a:pt x="157685" y="249627"/>
                  <a:pt x="149103" y="258199"/>
                  <a:pt x="138559" y="258199"/>
                </a:cubicBezTo>
                <a:lnTo>
                  <a:pt x="128996" y="258199"/>
                </a:lnTo>
                <a:cubicBezTo>
                  <a:pt x="118452" y="258199"/>
                  <a:pt x="109871" y="249627"/>
                  <a:pt x="109871" y="239073"/>
                </a:cubicBezTo>
                <a:lnTo>
                  <a:pt x="109871" y="229511"/>
                </a:lnTo>
                <a:close/>
                <a:moveTo>
                  <a:pt x="128996" y="239073"/>
                </a:moveTo>
                <a:lnTo>
                  <a:pt x="138559" y="239073"/>
                </a:lnTo>
                <a:lnTo>
                  <a:pt x="138559" y="229511"/>
                </a:lnTo>
                <a:lnTo>
                  <a:pt x="128996" y="229511"/>
                </a:lnTo>
                <a:lnTo>
                  <a:pt x="128996" y="239073"/>
                </a:lnTo>
                <a:close/>
                <a:moveTo>
                  <a:pt x="47627" y="238999"/>
                </a:moveTo>
                <a:lnTo>
                  <a:pt x="47627" y="229436"/>
                </a:lnTo>
                <a:cubicBezTo>
                  <a:pt x="47627" y="218892"/>
                  <a:pt x="56209" y="210310"/>
                  <a:pt x="66753" y="210310"/>
                </a:cubicBezTo>
                <a:lnTo>
                  <a:pt x="76316" y="210310"/>
                </a:lnTo>
                <a:cubicBezTo>
                  <a:pt x="86860" y="210310"/>
                  <a:pt x="95442" y="218892"/>
                  <a:pt x="95442" y="229436"/>
                </a:cubicBezTo>
                <a:lnTo>
                  <a:pt x="95442" y="238999"/>
                </a:lnTo>
                <a:cubicBezTo>
                  <a:pt x="95442" y="249553"/>
                  <a:pt x="86860" y="258125"/>
                  <a:pt x="76316" y="258125"/>
                </a:cubicBezTo>
                <a:lnTo>
                  <a:pt x="66753" y="258125"/>
                </a:lnTo>
                <a:cubicBezTo>
                  <a:pt x="56209" y="258125"/>
                  <a:pt x="47627" y="249553"/>
                  <a:pt x="47627" y="238999"/>
                </a:cubicBezTo>
                <a:close/>
                <a:moveTo>
                  <a:pt x="66753" y="238999"/>
                </a:moveTo>
                <a:lnTo>
                  <a:pt x="76316" y="238999"/>
                </a:lnTo>
                <a:lnTo>
                  <a:pt x="76316" y="229436"/>
                </a:lnTo>
                <a:lnTo>
                  <a:pt x="66753" y="229436"/>
                </a:lnTo>
                <a:lnTo>
                  <a:pt x="66753" y="238999"/>
                </a:lnTo>
                <a:close/>
                <a:moveTo>
                  <a:pt x="219919" y="229258"/>
                </a:moveTo>
                <a:lnTo>
                  <a:pt x="219919" y="238821"/>
                </a:lnTo>
                <a:cubicBezTo>
                  <a:pt x="219919" y="249365"/>
                  <a:pt x="211337" y="257937"/>
                  <a:pt x="200793" y="257937"/>
                </a:cubicBezTo>
                <a:lnTo>
                  <a:pt x="191230" y="257937"/>
                </a:lnTo>
                <a:cubicBezTo>
                  <a:pt x="180686" y="257937"/>
                  <a:pt x="172104" y="249365"/>
                  <a:pt x="172104" y="238821"/>
                </a:cubicBezTo>
                <a:lnTo>
                  <a:pt x="172104" y="229258"/>
                </a:lnTo>
                <a:cubicBezTo>
                  <a:pt x="172104" y="218714"/>
                  <a:pt x="180686" y="210132"/>
                  <a:pt x="191230" y="210132"/>
                </a:cubicBezTo>
                <a:lnTo>
                  <a:pt x="200793" y="210132"/>
                </a:lnTo>
                <a:cubicBezTo>
                  <a:pt x="211337" y="210132"/>
                  <a:pt x="219919" y="218714"/>
                  <a:pt x="219919" y="229258"/>
                </a:cubicBezTo>
                <a:close/>
                <a:moveTo>
                  <a:pt x="200793" y="229258"/>
                </a:moveTo>
                <a:lnTo>
                  <a:pt x="191230" y="229258"/>
                </a:lnTo>
                <a:lnTo>
                  <a:pt x="191230" y="238821"/>
                </a:lnTo>
                <a:lnTo>
                  <a:pt x="200793" y="238821"/>
                </a:lnTo>
                <a:lnTo>
                  <a:pt x="200793" y="229258"/>
                </a:lnTo>
                <a:close/>
                <a:moveTo>
                  <a:pt x="109871" y="172133"/>
                </a:moveTo>
                <a:cubicBezTo>
                  <a:pt x="109871" y="161589"/>
                  <a:pt x="118452" y="153007"/>
                  <a:pt x="128996" y="153007"/>
                </a:cubicBezTo>
                <a:lnTo>
                  <a:pt x="138559" y="153007"/>
                </a:lnTo>
                <a:cubicBezTo>
                  <a:pt x="149103" y="153007"/>
                  <a:pt x="157685" y="161589"/>
                  <a:pt x="157685" y="172133"/>
                </a:cubicBezTo>
                <a:lnTo>
                  <a:pt x="157685" y="181696"/>
                </a:lnTo>
                <a:cubicBezTo>
                  <a:pt x="157685" y="192240"/>
                  <a:pt x="149103" y="200822"/>
                  <a:pt x="138559" y="200822"/>
                </a:cubicBezTo>
                <a:lnTo>
                  <a:pt x="128996" y="200822"/>
                </a:lnTo>
                <a:cubicBezTo>
                  <a:pt x="118452" y="200822"/>
                  <a:pt x="109871" y="192240"/>
                  <a:pt x="109871" y="181696"/>
                </a:cubicBezTo>
                <a:lnTo>
                  <a:pt x="109871" y="172133"/>
                </a:lnTo>
                <a:close/>
                <a:moveTo>
                  <a:pt x="128996" y="181696"/>
                </a:moveTo>
                <a:lnTo>
                  <a:pt x="138559" y="181696"/>
                </a:lnTo>
                <a:lnTo>
                  <a:pt x="138559" y="172133"/>
                </a:lnTo>
                <a:lnTo>
                  <a:pt x="128996" y="172133"/>
                </a:lnTo>
                <a:lnTo>
                  <a:pt x="128996" y="181696"/>
                </a:lnTo>
                <a:close/>
                <a:moveTo>
                  <a:pt x="47627" y="181621"/>
                </a:moveTo>
                <a:lnTo>
                  <a:pt x="47627" y="172058"/>
                </a:lnTo>
                <a:cubicBezTo>
                  <a:pt x="47627" y="161514"/>
                  <a:pt x="56209" y="152932"/>
                  <a:pt x="66753" y="152932"/>
                </a:cubicBezTo>
                <a:lnTo>
                  <a:pt x="76316" y="152932"/>
                </a:lnTo>
                <a:cubicBezTo>
                  <a:pt x="86860" y="152932"/>
                  <a:pt x="95442" y="161514"/>
                  <a:pt x="95442" y="172058"/>
                </a:cubicBezTo>
                <a:lnTo>
                  <a:pt x="95442" y="181621"/>
                </a:lnTo>
                <a:cubicBezTo>
                  <a:pt x="95442" y="192165"/>
                  <a:pt x="86860" y="200747"/>
                  <a:pt x="76316" y="200747"/>
                </a:cubicBezTo>
                <a:lnTo>
                  <a:pt x="66753" y="200747"/>
                </a:lnTo>
                <a:cubicBezTo>
                  <a:pt x="56209" y="200747"/>
                  <a:pt x="47627" y="192165"/>
                  <a:pt x="47627" y="181621"/>
                </a:cubicBezTo>
                <a:close/>
                <a:moveTo>
                  <a:pt x="66753" y="181621"/>
                </a:moveTo>
                <a:lnTo>
                  <a:pt x="76316" y="181621"/>
                </a:lnTo>
                <a:lnTo>
                  <a:pt x="76316" y="172058"/>
                </a:lnTo>
                <a:lnTo>
                  <a:pt x="66753" y="172058"/>
                </a:lnTo>
                <a:lnTo>
                  <a:pt x="66753" y="181621"/>
                </a:lnTo>
                <a:close/>
                <a:moveTo>
                  <a:pt x="219919" y="171880"/>
                </a:moveTo>
                <a:lnTo>
                  <a:pt x="219919" y="181443"/>
                </a:lnTo>
                <a:cubicBezTo>
                  <a:pt x="219919" y="191987"/>
                  <a:pt x="211337" y="200569"/>
                  <a:pt x="200793" y="200569"/>
                </a:cubicBezTo>
                <a:lnTo>
                  <a:pt x="191230" y="200569"/>
                </a:lnTo>
                <a:cubicBezTo>
                  <a:pt x="180686" y="200569"/>
                  <a:pt x="172104" y="191987"/>
                  <a:pt x="172104" y="181443"/>
                </a:cubicBezTo>
                <a:lnTo>
                  <a:pt x="172104" y="171880"/>
                </a:lnTo>
                <a:cubicBezTo>
                  <a:pt x="172104" y="161336"/>
                  <a:pt x="180686" y="152755"/>
                  <a:pt x="191230" y="152755"/>
                </a:cubicBezTo>
                <a:lnTo>
                  <a:pt x="200793" y="152755"/>
                </a:lnTo>
                <a:cubicBezTo>
                  <a:pt x="211337" y="152755"/>
                  <a:pt x="219919" y="161336"/>
                  <a:pt x="219919" y="171880"/>
                </a:cubicBezTo>
                <a:close/>
                <a:moveTo>
                  <a:pt x="200793" y="171880"/>
                </a:moveTo>
                <a:lnTo>
                  <a:pt x="191230" y="171880"/>
                </a:lnTo>
                <a:lnTo>
                  <a:pt x="191230" y="181443"/>
                </a:lnTo>
                <a:lnTo>
                  <a:pt x="200793" y="181443"/>
                </a:lnTo>
                <a:lnTo>
                  <a:pt x="200793" y="171880"/>
                </a:lnTo>
                <a:close/>
                <a:moveTo>
                  <a:pt x="109871" y="124571"/>
                </a:moveTo>
                <a:lnTo>
                  <a:pt x="109871" y="115008"/>
                </a:lnTo>
                <a:cubicBezTo>
                  <a:pt x="109871" y="104464"/>
                  <a:pt x="118452" y="95882"/>
                  <a:pt x="128996" y="95882"/>
                </a:cubicBezTo>
                <a:lnTo>
                  <a:pt x="138559" y="95882"/>
                </a:lnTo>
                <a:cubicBezTo>
                  <a:pt x="149103" y="95882"/>
                  <a:pt x="157685" y="104464"/>
                  <a:pt x="157685" y="115008"/>
                </a:cubicBezTo>
                <a:lnTo>
                  <a:pt x="157685" y="124571"/>
                </a:lnTo>
                <a:cubicBezTo>
                  <a:pt x="157685" y="135115"/>
                  <a:pt x="149103" y="143697"/>
                  <a:pt x="138559" y="143697"/>
                </a:cubicBezTo>
                <a:lnTo>
                  <a:pt x="128996" y="143697"/>
                </a:lnTo>
                <a:cubicBezTo>
                  <a:pt x="118452" y="143697"/>
                  <a:pt x="109871" y="135115"/>
                  <a:pt x="109871" y="124571"/>
                </a:cubicBezTo>
                <a:close/>
                <a:moveTo>
                  <a:pt x="128996" y="124571"/>
                </a:moveTo>
                <a:lnTo>
                  <a:pt x="138559" y="124571"/>
                </a:lnTo>
                <a:lnTo>
                  <a:pt x="138559" y="115008"/>
                </a:lnTo>
                <a:lnTo>
                  <a:pt x="128996" y="115008"/>
                </a:lnTo>
                <a:lnTo>
                  <a:pt x="128996" y="124571"/>
                </a:lnTo>
                <a:close/>
                <a:moveTo>
                  <a:pt x="47627" y="124496"/>
                </a:moveTo>
                <a:lnTo>
                  <a:pt x="47627" y="114933"/>
                </a:lnTo>
                <a:cubicBezTo>
                  <a:pt x="47627" y="104389"/>
                  <a:pt x="56209" y="95807"/>
                  <a:pt x="66753" y="95807"/>
                </a:cubicBezTo>
                <a:lnTo>
                  <a:pt x="76316" y="95807"/>
                </a:lnTo>
                <a:cubicBezTo>
                  <a:pt x="86860" y="95807"/>
                  <a:pt x="95442" y="104389"/>
                  <a:pt x="95442" y="114933"/>
                </a:cubicBezTo>
                <a:lnTo>
                  <a:pt x="95442" y="124496"/>
                </a:lnTo>
                <a:cubicBezTo>
                  <a:pt x="95442" y="135040"/>
                  <a:pt x="86860" y="143622"/>
                  <a:pt x="76316" y="143622"/>
                </a:cubicBezTo>
                <a:lnTo>
                  <a:pt x="66753" y="143622"/>
                </a:lnTo>
                <a:cubicBezTo>
                  <a:pt x="56209" y="143622"/>
                  <a:pt x="47627" y="135040"/>
                  <a:pt x="47627" y="124496"/>
                </a:cubicBezTo>
                <a:close/>
                <a:moveTo>
                  <a:pt x="66753" y="124496"/>
                </a:moveTo>
                <a:lnTo>
                  <a:pt x="76316" y="124496"/>
                </a:lnTo>
                <a:lnTo>
                  <a:pt x="76316" y="114933"/>
                </a:lnTo>
                <a:lnTo>
                  <a:pt x="66753" y="114933"/>
                </a:lnTo>
                <a:lnTo>
                  <a:pt x="66753" y="124496"/>
                </a:lnTo>
                <a:close/>
                <a:moveTo>
                  <a:pt x="172104" y="114755"/>
                </a:moveTo>
                <a:cubicBezTo>
                  <a:pt x="172104" y="104211"/>
                  <a:pt x="180686" y="95629"/>
                  <a:pt x="191230" y="95629"/>
                </a:cubicBezTo>
                <a:lnTo>
                  <a:pt x="200793" y="95629"/>
                </a:lnTo>
                <a:cubicBezTo>
                  <a:pt x="211337" y="95629"/>
                  <a:pt x="219919" y="104211"/>
                  <a:pt x="219919" y="114755"/>
                </a:cubicBezTo>
                <a:lnTo>
                  <a:pt x="219919" y="124318"/>
                </a:lnTo>
                <a:cubicBezTo>
                  <a:pt x="219919" y="134862"/>
                  <a:pt x="211337" y="143444"/>
                  <a:pt x="200793" y="143444"/>
                </a:cubicBezTo>
                <a:lnTo>
                  <a:pt x="191230" y="143444"/>
                </a:lnTo>
                <a:cubicBezTo>
                  <a:pt x="180686" y="143444"/>
                  <a:pt x="172104" y="134862"/>
                  <a:pt x="172104" y="124318"/>
                </a:cubicBezTo>
                <a:lnTo>
                  <a:pt x="172104" y="114755"/>
                </a:lnTo>
                <a:close/>
                <a:moveTo>
                  <a:pt x="191230" y="124318"/>
                </a:moveTo>
                <a:lnTo>
                  <a:pt x="200793" y="124318"/>
                </a:lnTo>
                <a:lnTo>
                  <a:pt x="200793" y="114755"/>
                </a:lnTo>
                <a:lnTo>
                  <a:pt x="191230" y="114755"/>
                </a:lnTo>
                <a:lnTo>
                  <a:pt x="191230" y="124318"/>
                </a:lnTo>
                <a:close/>
                <a:moveTo>
                  <a:pt x="109871" y="286888"/>
                </a:moveTo>
                <a:cubicBezTo>
                  <a:pt x="109871" y="276334"/>
                  <a:pt x="118452" y="267762"/>
                  <a:pt x="128996" y="267762"/>
                </a:cubicBezTo>
                <a:lnTo>
                  <a:pt x="138559" y="267762"/>
                </a:lnTo>
                <a:cubicBezTo>
                  <a:pt x="149103" y="267762"/>
                  <a:pt x="157685" y="276334"/>
                  <a:pt x="157685" y="286888"/>
                </a:cubicBezTo>
                <a:lnTo>
                  <a:pt x="157685" y="296451"/>
                </a:lnTo>
                <a:cubicBezTo>
                  <a:pt x="157685" y="307005"/>
                  <a:pt x="149103" y="315577"/>
                  <a:pt x="138559" y="315577"/>
                </a:cubicBezTo>
                <a:lnTo>
                  <a:pt x="128996" y="315577"/>
                </a:lnTo>
                <a:cubicBezTo>
                  <a:pt x="118452" y="315577"/>
                  <a:pt x="109871" y="307005"/>
                  <a:pt x="109871" y="296451"/>
                </a:cubicBezTo>
                <a:lnTo>
                  <a:pt x="109871" y="286888"/>
                </a:lnTo>
                <a:close/>
                <a:moveTo>
                  <a:pt x="128996" y="296451"/>
                </a:moveTo>
                <a:lnTo>
                  <a:pt x="138559" y="296451"/>
                </a:lnTo>
                <a:lnTo>
                  <a:pt x="138559" y="286888"/>
                </a:lnTo>
                <a:lnTo>
                  <a:pt x="128996" y="286888"/>
                </a:lnTo>
                <a:lnTo>
                  <a:pt x="128996" y="296451"/>
                </a:lnTo>
                <a:close/>
                <a:moveTo>
                  <a:pt x="47627" y="296376"/>
                </a:moveTo>
                <a:lnTo>
                  <a:pt x="47627" y="286814"/>
                </a:lnTo>
                <a:cubicBezTo>
                  <a:pt x="47627" y="276260"/>
                  <a:pt x="56209" y="267688"/>
                  <a:pt x="66753" y="267688"/>
                </a:cubicBezTo>
                <a:lnTo>
                  <a:pt x="76316" y="267688"/>
                </a:lnTo>
                <a:cubicBezTo>
                  <a:pt x="86860" y="267688"/>
                  <a:pt x="95442" y="276260"/>
                  <a:pt x="95442" y="286814"/>
                </a:cubicBezTo>
                <a:lnTo>
                  <a:pt x="95442" y="296376"/>
                </a:lnTo>
                <a:cubicBezTo>
                  <a:pt x="95442" y="306930"/>
                  <a:pt x="86860" y="315502"/>
                  <a:pt x="76316" y="315502"/>
                </a:cubicBezTo>
                <a:lnTo>
                  <a:pt x="66753" y="315502"/>
                </a:lnTo>
                <a:cubicBezTo>
                  <a:pt x="56209" y="315502"/>
                  <a:pt x="47627" y="306930"/>
                  <a:pt x="47627" y="296376"/>
                </a:cubicBezTo>
                <a:close/>
                <a:moveTo>
                  <a:pt x="66753" y="296376"/>
                </a:moveTo>
                <a:lnTo>
                  <a:pt x="76316" y="296376"/>
                </a:lnTo>
                <a:lnTo>
                  <a:pt x="76316" y="286814"/>
                </a:lnTo>
                <a:lnTo>
                  <a:pt x="66753" y="286814"/>
                </a:lnTo>
                <a:lnTo>
                  <a:pt x="66753" y="296376"/>
                </a:lnTo>
                <a:close/>
                <a:moveTo>
                  <a:pt x="219919" y="286645"/>
                </a:moveTo>
                <a:lnTo>
                  <a:pt x="219919" y="296208"/>
                </a:lnTo>
                <a:cubicBezTo>
                  <a:pt x="219919" y="306762"/>
                  <a:pt x="211337" y="315334"/>
                  <a:pt x="200793" y="315334"/>
                </a:cubicBezTo>
                <a:lnTo>
                  <a:pt x="191230" y="315334"/>
                </a:lnTo>
                <a:cubicBezTo>
                  <a:pt x="180686" y="315334"/>
                  <a:pt x="172104" y="306762"/>
                  <a:pt x="172104" y="296208"/>
                </a:cubicBezTo>
                <a:lnTo>
                  <a:pt x="172104" y="286645"/>
                </a:lnTo>
                <a:cubicBezTo>
                  <a:pt x="172104" y="276092"/>
                  <a:pt x="180686" y="267519"/>
                  <a:pt x="191230" y="267519"/>
                </a:cubicBezTo>
                <a:lnTo>
                  <a:pt x="200793" y="267519"/>
                </a:lnTo>
                <a:cubicBezTo>
                  <a:pt x="211337" y="267519"/>
                  <a:pt x="219919" y="276092"/>
                  <a:pt x="219919" y="286645"/>
                </a:cubicBezTo>
                <a:close/>
                <a:moveTo>
                  <a:pt x="200793" y="286645"/>
                </a:moveTo>
                <a:lnTo>
                  <a:pt x="191230" y="286645"/>
                </a:lnTo>
                <a:lnTo>
                  <a:pt x="191230" y="296208"/>
                </a:lnTo>
                <a:lnTo>
                  <a:pt x="200793" y="296208"/>
                </a:lnTo>
                <a:lnTo>
                  <a:pt x="200793" y="286645"/>
                </a:lnTo>
                <a:close/>
                <a:moveTo>
                  <a:pt x="133881" y="372955"/>
                </a:moveTo>
                <a:cubicBezTo>
                  <a:pt x="118062" y="372955"/>
                  <a:pt x="105192" y="385824"/>
                  <a:pt x="105192" y="401643"/>
                </a:cubicBezTo>
                <a:cubicBezTo>
                  <a:pt x="105192" y="417462"/>
                  <a:pt x="118062" y="430332"/>
                  <a:pt x="133881" y="430332"/>
                </a:cubicBezTo>
                <a:cubicBezTo>
                  <a:pt x="149700" y="430332"/>
                  <a:pt x="162570" y="417462"/>
                  <a:pt x="162570" y="401643"/>
                </a:cubicBezTo>
                <a:cubicBezTo>
                  <a:pt x="162570" y="385824"/>
                  <a:pt x="149700" y="372955"/>
                  <a:pt x="133881" y="372955"/>
                </a:cubicBezTo>
                <a:close/>
                <a:moveTo>
                  <a:pt x="133881" y="411206"/>
                </a:moveTo>
                <a:cubicBezTo>
                  <a:pt x="128604" y="411206"/>
                  <a:pt x="124318" y="406920"/>
                  <a:pt x="124318" y="401643"/>
                </a:cubicBezTo>
                <a:cubicBezTo>
                  <a:pt x="124318" y="396367"/>
                  <a:pt x="128604" y="392080"/>
                  <a:pt x="133881" y="392080"/>
                </a:cubicBezTo>
                <a:cubicBezTo>
                  <a:pt x="139158" y="392080"/>
                  <a:pt x="143444" y="396367"/>
                  <a:pt x="143444" y="401643"/>
                </a:cubicBezTo>
                <a:cubicBezTo>
                  <a:pt x="143444" y="406920"/>
                  <a:pt x="139158" y="411206"/>
                  <a:pt x="133881" y="411206"/>
                </a:cubicBezTo>
                <a:close/>
                <a:moveTo>
                  <a:pt x="172133" y="57378"/>
                </a:moveTo>
                <a:lnTo>
                  <a:pt x="95918" y="57378"/>
                </a:lnTo>
                <a:lnTo>
                  <a:pt x="95918" y="38252"/>
                </a:lnTo>
                <a:lnTo>
                  <a:pt x="172133" y="38252"/>
                </a:lnTo>
                <a:lnTo>
                  <a:pt x="172133" y="57378"/>
                </a:lnTo>
                <a:close/>
                <a:moveTo>
                  <a:pt x="210385" y="38028"/>
                </a:moveTo>
                <a:lnTo>
                  <a:pt x="191259" y="38028"/>
                </a:lnTo>
                <a:lnTo>
                  <a:pt x="191259" y="57154"/>
                </a:lnTo>
                <a:lnTo>
                  <a:pt x="210385" y="57154"/>
                </a:lnTo>
                <a:lnTo>
                  <a:pt x="210385" y="38028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40" descr="Phone - scan app icon.">
            <a:extLst>
              <a:ext uri="{FF2B5EF4-FFF2-40B4-BE49-F238E27FC236}">
                <a16:creationId xmlns:a16="http://schemas.microsoft.com/office/drawing/2014/main" id="{DCC1889B-81FE-DEBC-D1F9-CD47C5E46DAA}"/>
              </a:ext>
            </a:extLst>
          </p:cNvPr>
          <p:cNvSpPr/>
          <p:nvPr/>
        </p:nvSpPr>
        <p:spPr>
          <a:xfrm>
            <a:off x="9641540" y="1292901"/>
            <a:ext cx="267762" cy="459021"/>
          </a:xfrm>
          <a:custGeom>
            <a:avLst/>
            <a:gdLst>
              <a:gd name="connsiteX0" fmla="*/ 172133 w 267762"/>
              <a:gd name="connsiteY0" fmla="*/ 57378 h 459021"/>
              <a:gd name="connsiteX1" fmla="*/ 95505 w 267762"/>
              <a:gd name="connsiteY1" fmla="*/ 57378 h 459021"/>
              <a:gd name="connsiteX2" fmla="*/ 95605 w 267762"/>
              <a:gd name="connsiteY2" fmla="*/ 38252 h 459021"/>
              <a:gd name="connsiteX3" fmla="*/ 172133 w 267762"/>
              <a:gd name="connsiteY3" fmla="*/ 38252 h 459021"/>
              <a:gd name="connsiteX4" fmla="*/ 172133 w 267762"/>
              <a:gd name="connsiteY4" fmla="*/ 57378 h 459021"/>
              <a:gd name="connsiteX5" fmla="*/ 162570 w 267762"/>
              <a:gd name="connsiteY5" fmla="*/ 401643 h 459021"/>
              <a:gd name="connsiteX6" fmla="*/ 133881 w 267762"/>
              <a:gd name="connsiteY6" fmla="*/ 430332 h 459021"/>
              <a:gd name="connsiteX7" fmla="*/ 105192 w 267762"/>
              <a:gd name="connsiteY7" fmla="*/ 401643 h 459021"/>
              <a:gd name="connsiteX8" fmla="*/ 133881 w 267762"/>
              <a:gd name="connsiteY8" fmla="*/ 372955 h 459021"/>
              <a:gd name="connsiteX9" fmla="*/ 162570 w 267762"/>
              <a:gd name="connsiteY9" fmla="*/ 401643 h 459021"/>
              <a:gd name="connsiteX10" fmla="*/ 143444 w 267762"/>
              <a:gd name="connsiteY10" fmla="*/ 401643 h 459021"/>
              <a:gd name="connsiteX11" fmla="*/ 133881 w 267762"/>
              <a:gd name="connsiteY11" fmla="*/ 392080 h 459021"/>
              <a:gd name="connsiteX12" fmla="*/ 124318 w 267762"/>
              <a:gd name="connsiteY12" fmla="*/ 401643 h 459021"/>
              <a:gd name="connsiteX13" fmla="*/ 133881 w 267762"/>
              <a:gd name="connsiteY13" fmla="*/ 411206 h 459021"/>
              <a:gd name="connsiteX14" fmla="*/ 143444 w 267762"/>
              <a:gd name="connsiteY14" fmla="*/ 401643 h 459021"/>
              <a:gd name="connsiteX15" fmla="*/ 210385 w 267762"/>
              <a:gd name="connsiteY15" fmla="*/ 38324 h 459021"/>
              <a:gd name="connsiteX16" fmla="*/ 191259 w 267762"/>
              <a:gd name="connsiteY16" fmla="*/ 38324 h 459021"/>
              <a:gd name="connsiteX17" fmla="*/ 191259 w 267762"/>
              <a:gd name="connsiteY17" fmla="*/ 57450 h 459021"/>
              <a:gd name="connsiteX18" fmla="*/ 210385 w 267762"/>
              <a:gd name="connsiteY18" fmla="*/ 57450 h 459021"/>
              <a:gd name="connsiteX19" fmla="*/ 210385 w 267762"/>
              <a:gd name="connsiteY19" fmla="*/ 38324 h 459021"/>
              <a:gd name="connsiteX20" fmla="*/ 267762 w 267762"/>
              <a:gd name="connsiteY20" fmla="*/ 19126 h 459021"/>
              <a:gd name="connsiteX21" fmla="*/ 267762 w 267762"/>
              <a:gd name="connsiteY21" fmla="*/ 439895 h 459021"/>
              <a:gd name="connsiteX22" fmla="*/ 248636 w 267762"/>
              <a:gd name="connsiteY22" fmla="*/ 459021 h 459021"/>
              <a:gd name="connsiteX23" fmla="*/ 19126 w 267762"/>
              <a:gd name="connsiteY23" fmla="*/ 459021 h 459021"/>
              <a:gd name="connsiteX24" fmla="*/ 0 w 267762"/>
              <a:gd name="connsiteY24" fmla="*/ 439895 h 459021"/>
              <a:gd name="connsiteX25" fmla="*/ 0 w 267762"/>
              <a:gd name="connsiteY25" fmla="*/ 19126 h 459021"/>
              <a:gd name="connsiteX26" fmla="*/ 19126 w 267762"/>
              <a:gd name="connsiteY26" fmla="*/ 0 h 459021"/>
              <a:gd name="connsiteX27" fmla="*/ 248636 w 267762"/>
              <a:gd name="connsiteY27" fmla="*/ 0 h 459021"/>
              <a:gd name="connsiteX28" fmla="*/ 267762 w 267762"/>
              <a:gd name="connsiteY28" fmla="*/ 19126 h 459021"/>
              <a:gd name="connsiteX29" fmla="*/ 248636 w 267762"/>
              <a:gd name="connsiteY29" fmla="*/ 19126 h 459021"/>
              <a:gd name="connsiteX30" fmla="*/ 19126 w 267762"/>
              <a:gd name="connsiteY30" fmla="*/ 19126 h 459021"/>
              <a:gd name="connsiteX31" fmla="*/ 19126 w 267762"/>
              <a:gd name="connsiteY31" fmla="*/ 439895 h 459021"/>
              <a:gd name="connsiteX32" fmla="*/ 248636 w 267762"/>
              <a:gd name="connsiteY32" fmla="*/ 439895 h 459021"/>
              <a:gd name="connsiteX33" fmla="*/ 248636 w 267762"/>
              <a:gd name="connsiteY33" fmla="*/ 19126 h 459021"/>
              <a:gd name="connsiteX34" fmla="*/ 38252 w 267762"/>
              <a:gd name="connsiteY34" fmla="*/ 229511 h 459021"/>
              <a:gd name="connsiteX35" fmla="*/ 38252 w 267762"/>
              <a:gd name="connsiteY35" fmla="*/ 133881 h 459021"/>
              <a:gd name="connsiteX36" fmla="*/ 57378 w 267762"/>
              <a:gd name="connsiteY36" fmla="*/ 114755 h 459021"/>
              <a:gd name="connsiteX37" fmla="*/ 210385 w 267762"/>
              <a:gd name="connsiteY37" fmla="*/ 114755 h 459021"/>
              <a:gd name="connsiteX38" fmla="*/ 229511 w 267762"/>
              <a:gd name="connsiteY38" fmla="*/ 133881 h 459021"/>
              <a:gd name="connsiteX39" fmla="*/ 229511 w 267762"/>
              <a:gd name="connsiteY39" fmla="*/ 229511 h 459021"/>
              <a:gd name="connsiteX40" fmla="*/ 210385 w 267762"/>
              <a:gd name="connsiteY40" fmla="*/ 248636 h 459021"/>
              <a:gd name="connsiteX41" fmla="*/ 57378 w 267762"/>
              <a:gd name="connsiteY41" fmla="*/ 248636 h 459021"/>
              <a:gd name="connsiteX42" fmla="*/ 38252 w 267762"/>
              <a:gd name="connsiteY42" fmla="*/ 229511 h 459021"/>
              <a:gd name="connsiteX43" fmla="*/ 57378 w 267762"/>
              <a:gd name="connsiteY43" fmla="*/ 229511 h 459021"/>
              <a:gd name="connsiteX44" fmla="*/ 210385 w 267762"/>
              <a:gd name="connsiteY44" fmla="*/ 229511 h 459021"/>
              <a:gd name="connsiteX45" fmla="*/ 210385 w 267762"/>
              <a:gd name="connsiteY45" fmla="*/ 133881 h 459021"/>
              <a:gd name="connsiteX46" fmla="*/ 57378 w 267762"/>
              <a:gd name="connsiteY46" fmla="*/ 133881 h 459021"/>
              <a:gd name="connsiteX47" fmla="*/ 57378 w 267762"/>
              <a:gd name="connsiteY47" fmla="*/ 229511 h 459021"/>
              <a:gd name="connsiteX48" fmla="*/ 66941 w 267762"/>
              <a:gd name="connsiteY48" fmla="*/ 219948 h 459021"/>
              <a:gd name="connsiteX49" fmla="*/ 86066 w 267762"/>
              <a:gd name="connsiteY49" fmla="*/ 219948 h 459021"/>
              <a:gd name="connsiteX50" fmla="*/ 86066 w 267762"/>
              <a:gd name="connsiteY50" fmla="*/ 143444 h 459021"/>
              <a:gd name="connsiteX51" fmla="*/ 66941 w 267762"/>
              <a:gd name="connsiteY51" fmla="*/ 143444 h 459021"/>
              <a:gd name="connsiteX52" fmla="*/ 66941 w 267762"/>
              <a:gd name="connsiteY52" fmla="*/ 219948 h 459021"/>
              <a:gd name="connsiteX53" fmla="*/ 105192 w 267762"/>
              <a:gd name="connsiteY53" fmla="*/ 219948 h 459021"/>
              <a:gd name="connsiteX54" fmla="*/ 124318 w 267762"/>
              <a:gd name="connsiteY54" fmla="*/ 219948 h 459021"/>
              <a:gd name="connsiteX55" fmla="*/ 124318 w 267762"/>
              <a:gd name="connsiteY55" fmla="*/ 143444 h 459021"/>
              <a:gd name="connsiteX56" fmla="*/ 105192 w 267762"/>
              <a:gd name="connsiteY56" fmla="*/ 143444 h 459021"/>
              <a:gd name="connsiteX57" fmla="*/ 105192 w 267762"/>
              <a:gd name="connsiteY57" fmla="*/ 219948 h 459021"/>
              <a:gd name="connsiteX58" fmla="*/ 143444 w 267762"/>
              <a:gd name="connsiteY58" fmla="*/ 219948 h 459021"/>
              <a:gd name="connsiteX59" fmla="*/ 162570 w 267762"/>
              <a:gd name="connsiteY59" fmla="*/ 219948 h 459021"/>
              <a:gd name="connsiteX60" fmla="*/ 162570 w 267762"/>
              <a:gd name="connsiteY60" fmla="*/ 143444 h 459021"/>
              <a:gd name="connsiteX61" fmla="*/ 143444 w 267762"/>
              <a:gd name="connsiteY61" fmla="*/ 143444 h 459021"/>
              <a:gd name="connsiteX62" fmla="*/ 143444 w 267762"/>
              <a:gd name="connsiteY62" fmla="*/ 219948 h 459021"/>
              <a:gd name="connsiteX63" fmla="*/ 181696 w 267762"/>
              <a:gd name="connsiteY63" fmla="*/ 219948 h 459021"/>
              <a:gd name="connsiteX64" fmla="*/ 200822 w 267762"/>
              <a:gd name="connsiteY64" fmla="*/ 219948 h 459021"/>
              <a:gd name="connsiteX65" fmla="*/ 200822 w 267762"/>
              <a:gd name="connsiteY65" fmla="*/ 143444 h 459021"/>
              <a:gd name="connsiteX66" fmla="*/ 181696 w 267762"/>
              <a:gd name="connsiteY66" fmla="*/ 143444 h 459021"/>
              <a:gd name="connsiteX67" fmla="*/ 181696 w 267762"/>
              <a:gd name="connsiteY67" fmla="*/ 219948 h 45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7762" h="459021">
                <a:moveTo>
                  <a:pt x="172133" y="57378"/>
                </a:moveTo>
                <a:lnTo>
                  <a:pt x="95505" y="57378"/>
                </a:lnTo>
                <a:lnTo>
                  <a:pt x="95605" y="38252"/>
                </a:lnTo>
                <a:lnTo>
                  <a:pt x="172133" y="38252"/>
                </a:lnTo>
                <a:lnTo>
                  <a:pt x="172133" y="57378"/>
                </a:lnTo>
                <a:close/>
                <a:moveTo>
                  <a:pt x="162570" y="401643"/>
                </a:moveTo>
                <a:cubicBezTo>
                  <a:pt x="162570" y="417462"/>
                  <a:pt x="149700" y="430332"/>
                  <a:pt x="133881" y="430332"/>
                </a:cubicBezTo>
                <a:cubicBezTo>
                  <a:pt x="118062" y="430332"/>
                  <a:pt x="105192" y="417462"/>
                  <a:pt x="105192" y="401643"/>
                </a:cubicBezTo>
                <a:cubicBezTo>
                  <a:pt x="105192" y="385824"/>
                  <a:pt x="118062" y="372955"/>
                  <a:pt x="133881" y="372955"/>
                </a:cubicBezTo>
                <a:cubicBezTo>
                  <a:pt x="149700" y="372955"/>
                  <a:pt x="162570" y="385824"/>
                  <a:pt x="162570" y="401643"/>
                </a:cubicBezTo>
                <a:close/>
                <a:moveTo>
                  <a:pt x="143444" y="401643"/>
                </a:moveTo>
                <a:cubicBezTo>
                  <a:pt x="143444" y="396367"/>
                  <a:pt x="139158" y="392080"/>
                  <a:pt x="133881" y="392080"/>
                </a:cubicBezTo>
                <a:cubicBezTo>
                  <a:pt x="128604" y="392080"/>
                  <a:pt x="124318" y="396367"/>
                  <a:pt x="124318" y="401643"/>
                </a:cubicBezTo>
                <a:cubicBezTo>
                  <a:pt x="124318" y="406920"/>
                  <a:pt x="128604" y="411206"/>
                  <a:pt x="133881" y="411206"/>
                </a:cubicBezTo>
                <a:cubicBezTo>
                  <a:pt x="139158" y="411206"/>
                  <a:pt x="143444" y="406920"/>
                  <a:pt x="143444" y="401643"/>
                </a:cubicBezTo>
                <a:close/>
                <a:moveTo>
                  <a:pt x="210385" y="38324"/>
                </a:moveTo>
                <a:lnTo>
                  <a:pt x="191259" y="38324"/>
                </a:lnTo>
                <a:lnTo>
                  <a:pt x="191259" y="57450"/>
                </a:lnTo>
                <a:lnTo>
                  <a:pt x="210385" y="57450"/>
                </a:lnTo>
                <a:lnTo>
                  <a:pt x="210385" y="38324"/>
                </a:lnTo>
                <a:close/>
                <a:moveTo>
                  <a:pt x="267762" y="19126"/>
                </a:moveTo>
                <a:lnTo>
                  <a:pt x="267762" y="439895"/>
                </a:lnTo>
                <a:cubicBezTo>
                  <a:pt x="267762" y="450439"/>
                  <a:pt x="259190" y="459021"/>
                  <a:pt x="248636" y="459021"/>
                </a:cubicBezTo>
                <a:lnTo>
                  <a:pt x="19126" y="459021"/>
                </a:lnTo>
                <a:cubicBezTo>
                  <a:pt x="8582" y="459021"/>
                  <a:pt x="0" y="450439"/>
                  <a:pt x="0" y="439895"/>
                </a:cubicBezTo>
                <a:lnTo>
                  <a:pt x="0" y="19126"/>
                </a:lnTo>
                <a:cubicBezTo>
                  <a:pt x="0" y="8582"/>
                  <a:pt x="8582" y="0"/>
                  <a:pt x="19126" y="0"/>
                </a:cubicBezTo>
                <a:lnTo>
                  <a:pt x="248636" y="0"/>
                </a:lnTo>
                <a:cubicBezTo>
                  <a:pt x="259190" y="0"/>
                  <a:pt x="267762" y="8582"/>
                  <a:pt x="267762" y="19126"/>
                </a:cubicBezTo>
                <a:close/>
                <a:moveTo>
                  <a:pt x="248636" y="19126"/>
                </a:moveTo>
                <a:lnTo>
                  <a:pt x="19126" y="19126"/>
                </a:lnTo>
                <a:lnTo>
                  <a:pt x="19126" y="439895"/>
                </a:lnTo>
                <a:lnTo>
                  <a:pt x="248636" y="439895"/>
                </a:lnTo>
                <a:lnTo>
                  <a:pt x="248636" y="19126"/>
                </a:lnTo>
                <a:close/>
                <a:moveTo>
                  <a:pt x="38252" y="229511"/>
                </a:moveTo>
                <a:lnTo>
                  <a:pt x="38252" y="133881"/>
                </a:lnTo>
                <a:cubicBezTo>
                  <a:pt x="38252" y="123337"/>
                  <a:pt x="46834" y="114755"/>
                  <a:pt x="57378" y="114755"/>
                </a:cubicBezTo>
                <a:lnTo>
                  <a:pt x="210385" y="114755"/>
                </a:lnTo>
                <a:cubicBezTo>
                  <a:pt x="220938" y="114755"/>
                  <a:pt x="229511" y="123337"/>
                  <a:pt x="229511" y="133881"/>
                </a:cubicBezTo>
                <a:lnTo>
                  <a:pt x="229511" y="229511"/>
                </a:lnTo>
                <a:cubicBezTo>
                  <a:pt x="229511" y="240055"/>
                  <a:pt x="220938" y="248636"/>
                  <a:pt x="210385" y="248636"/>
                </a:cubicBezTo>
                <a:lnTo>
                  <a:pt x="57378" y="248636"/>
                </a:lnTo>
                <a:cubicBezTo>
                  <a:pt x="46834" y="248636"/>
                  <a:pt x="38252" y="240055"/>
                  <a:pt x="38252" y="229511"/>
                </a:cubicBezTo>
                <a:close/>
                <a:moveTo>
                  <a:pt x="57378" y="229511"/>
                </a:moveTo>
                <a:lnTo>
                  <a:pt x="210385" y="229511"/>
                </a:lnTo>
                <a:lnTo>
                  <a:pt x="210385" y="133881"/>
                </a:lnTo>
                <a:lnTo>
                  <a:pt x="57378" y="133881"/>
                </a:lnTo>
                <a:lnTo>
                  <a:pt x="57378" y="229511"/>
                </a:lnTo>
                <a:close/>
                <a:moveTo>
                  <a:pt x="66941" y="219948"/>
                </a:moveTo>
                <a:lnTo>
                  <a:pt x="86066" y="219948"/>
                </a:lnTo>
                <a:lnTo>
                  <a:pt x="86066" y="143444"/>
                </a:lnTo>
                <a:lnTo>
                  <a:pt x="66941" y="143444"/>
                </a:lnTo>
                <a:lnTo>
                  <a:pt x="66941" y="219948"/>
                </a:lnTo>
                <a:close/>
                <a:moveTo>
                  <a:pt x="105192" y="219948"/>
                </a:moveTo>
                <a:lnTo>
                  <a:pt x="124318" y="219948"/>
                </a:lnTo>
                <a:lnTo>
                  <a:pt x="124318" y="143444"/>
                </a:lnTo>
                <a:lnTo>
                  <a:pt x="105192" y="143444"/>
                </a:lnTo>
                <a:lnTo>
                  <a:pt x="105192" y="219948"/>
                </a:lnTo>
                <a:close/>
                <a:moveTo>
                  <a:pt x="143444" y="219948"/>
                </a:moveTo>
                <a:lnTo>
                  <a:pt x="162570" y="219948"/>
                </a:lnTo>
                <a:lnTo>
                  <a:pt x="162570" y="143444"/>
                </a:lnTo>
                <a:lnTo>
                  <a:pt x="143444" y="143444"/>
                </a:lnTo>
                <a:lnTo>
                  <a:pt x="143444" y="219948"/>
                </a:lnTo>
                <a:close/>
                <a:moveTo>
                  <a:pt x="181696" y="219948"/>
                </a:moveTo>
                <a:lnTo>
                  <a:pt x="200822" y="219948"/>
                </a:lnTo>
                <a:lnTo>
                  <a:pt x="200822" y="143444"/>
                </a:lnTo>
                <a:lnTo>
                  <a:pt x="181696" y="143444"/>
                </a:lnTo>
                <a:lnTo>
                  <a:pt x="181696" y="219948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Graphic 98" descr="Smartwatch icon.">
            <a:extLst>
              <a:ext uri="{FF2B5EF4-FFF2-40B4-BE49-F238E27FC236}">
                <a16:creationId xmlns:a16="http://schemas.microsoft.com/office/drawing/2014/main" id="{F255FF9E-342E-413E-AF41-20A85600EEFD}"/>
              </a:ext>
            </a:extLst>
          </p:cNvPr>
          <p:cNvSpPr/>
          <p:nvPr/>
        </p:nvSpPr>
        <p:spPr>
          <a:xfrm>
            <a:off x="10862701" y="1365572"/>
            <a:ext cx="268217" cy="459801"/>
          </a:xfrm>
          <a:custGeom>
            <a:avLst/>
            <a:gdLst>
              <a:gd name="connsiteX0" fmla="*/ 239480 w 268217"/>
              <a:gd name="connsiteY0" fmla="*/ 95792 h 459801"/>
              <a:gd name="connsiteX1" fmla="*/ 227985 w 268217"/>
              <a:gd name="connsiteY1" fmla="*/ 95792 h 459801"/>
              <a:gd name="connsiteX2" fmla="*/ 220321 w 268217"/>
              <a:gd name="connsiteY2" fmla="*/ 19158 h 459801"/>
              <a:gd name="connsiteX3" fmla="*/ 214574 w 268217"/>
              <a:gd name="connsiteY3" fmla="*/ 5748 h 459801"/>
              <a:gd name="connsiteX4" fmla="*/ 201163 w 268217"/>
              <a:gd name="connsiteY4" fmla="*/ 0 h 459801"/>
              <a:gd name="connsiteX5" fmla="*/ 67054 w 268217"/>
              <a:gd name="connsiteY5" fmla="*/ 0 h 459801"/>
              <a:gd name="connsiteX6" fmla="*/ 47896 w 268217"/>
              <a:gd name="connsiteY6" fmla="*/ 19158 h 459801"/>
              <a:gd name="connsiteX7" fmla="*/ 40233 w 268217"/>
              <a:gd name="connsiteY7" fmla="*/ 95792 h 459801"/>
              <a:gd name="connsiteX8" fmla="*/ 28738 w 268217"/>
              <a:gd name="connsiteY8" fmla="*/ 95792 h 459801"/>
              <a:gd name="connsiteX9" fmla="*/ 0 w 268217"/>
              <a:gd name="connsiteY9" fmla="*/ 124529 h 459801"/>
              <a:gd name="connsiteX10" fmla="*/ 0 w 268217"/>
              <a:gd name="connsiteY10" fmla="*/ 335272 h 459801"/>
              <a:gd name="connsiteX11" fmla="*/ 28738 w 268217"/>
              <a:gd name="connsiteY11" fmla="*/ 364009 h 459801"/>
              <a:gd name="connsiteX12" fmla="*/ 40233 w 268217"/>
              <a:gd name="connsiteY12" fmla="*/ 364009 h 459801"/>
              <a:gd name="connsiteX13" fmla="*/ 47896 w 268217"/>
              <a:gd name="connsiteY13" fmla="*/ 440643 h 459801"/>
              <a:gd name="connsiteX14" fmla="*/ 67054 w 268217"/>
              <a:gd name="connsiteY14" fmla="*/ 459801 h 459801"/>
              <a:gd name="connsiteX15" fmla="*/ 67054 w 268217"/>
              <a:gd name="connsiteY15" fmla="*/ 459801 h 459801"/>
              <a:gd name="connsiteX16" fmla="*/ 201163 w 268217"/>
              <a:gd name="connsiteY16" fmla="*/ 459801 h 459801"/>
              <a:gd name="connsiteX17" fmla="*/ 214574 w 268217"/>
              <a:gd name="connsiteY17" fmla="*/ 454054 h 459801"/>
              <a:gd name="connsiteX18" fmla="*/ 220321 w 268217"/>
              <a:gd name="connsiteY18" fmla="*/ 440643 h 459801"/>
              <a:gd name="connsiteX19" fmla="*/ 227985 w 268217"/>
              <a:gd name="connsiteY19" fmla="*/ 364009 h 459801"/>
              <a:gd name="connsiteX20" fmla="*/ 239480 w 268217"/>
              <a:gd name="connsiteY20" fmla="*/ 364009 h 459801"/>
              <a:gd name="connsiteX21" fmla="*/ 268217 w 268217"/>
              <a:gd name="connsiteY21" fmla="*/ 335272 h 459801"/>
              <a:gd name="connsiteX22" fmla="*/ 268217 w 268217"/>
              <a:gd name="connsiteY22" fmla="*/ 335272 h 459801"/>
              <a:gd name="connsiteX23" fmla="*/ 268217 w 268217"/>
              <a:gd name="connsiteY23" fmla="*/ 124529 h 459801"/>
              <a:gd name="connsiteX24" fmla="*/ 239480 w 268217"/>
              <a:gd name="connsiteY24" fmla="*/ 95792 h 459801"/>
              <a:gd name="connsiteX25" fmla="*/ 67054 w 268217"/>
              <a:gd name="connsiteY25" fmla="*/ 19158 h 459801"/>
              <a:gd name="connsiteX26" fmla="*/ 201163 w 268217"/>
              <a:gd name="connsiteY26" fmla="*/ 19158 h 459801"/>
              <a:gd name="connsiteX27" fmla="*/ 208826 w 268217"/>
              <a:gd name="connsiteY27" fmla="*/ 95792 h 459801"/>
              <a:gd name="connsiteX28" fmla="*/ 59391 w 268217"/>
              <a:gd name="connsiteY28" fmla="*/ 95792 h 459801"/>
              <a:gd name="connsiteX29" fmla="*/ 67054 w 268217"/>
              <a:gd name="connsiteY29" fmla="*/ 19158 h 459801"/>
              <a:gd name="connsiteX30" fmla="*/ 201163 w 268217"/>
              <a:gd name="connsiteY30" fmla="*/ 440643 h 459801"/>
              <a:gd name="connsiteX31" fmla="*/ 67054 w 268217"/>
              <a:gd name="connsiteY31" fmla="*/ 440643 h 459801"/>
              <a:gd name="connsiteX32" fmla="*/ 59391 w 268217"/>
              <a:gd name="connsiteY32" fmla="*/ 364009 h 459801"/>
              <a:gd name="connsiteX33" fmla="*/ 206910 w 268217"/>
              <a:gd name="connsiteY33" fmla="*/ 364009 h 459801"/>
              <a:gd name="connsiteX34" fmla="*/ 201163 w 268217"/>
              <a:gd name="connsiteY34" fmla="*/ 440643 h 459801"/>
              <a:gd name="connsiteX35" fmla="*/ 249059 w 268217"/>
              <a:gd name="connsiteY35" fmla="*/ 335272 h 459801"/>
              <a:gd name="connsiteX36" fmla="*/ 239480 w 268217"/>
              <a:gd name="connsiteY36" fmla="*/ 344851 h 459801"/>
              <a:gd name="connsiteX37" fmla="*/ 28738 w 268217"/>
              <a:gd name="connsiteY37" fmla="*/ 344851 h 459801"/>
              <a:gd name="connsiteX38" fmla="*/ 19158 w 268217"/>
              <a:gd name="connsiteY38" fmla="*/ 335272 h 459801"/>
              <a:gd name="connsiteX39" fmla="*/ 19158 w 268217"/>
              <a:gd name="connsiteY39" fmla="*/ 124529 h 459801"/>
              <a:gd name="connsiteX40" fmla="*/ 28738 w 268217"/>
              <a:gd name="connsiteY40" fmla="*/ 114950 h 459801"/>
              <a:gd name="connsiteX41" fmla="*/ 239480 w 268217"/>
              <a:gd name="connsiteY41" fmla="*/ 114950 h 459801"/>
              <a:gd name="connsiteX42" fmla="*/ 249059 w 268217"/>
              <a:gd name="connsiteY42" fmla="*/ 124529 h 459801"/>
              <a:gd name="connsiteX43" fmla="*/ 249059 w 268217"/>
              <a:gd name="connsiteY43" fmla="*/ 335272 h 459801"/>
              <a:gd name="connsiteX44" fmla="*/ 178173 w 268217"/>
              <a:gd name="connsiteY44" fmla="*/ 174341 h 459801"/>
              <a:gd name="connsiteX45" fmla="*/ 166678 w 268217"/>
              <a:gd name="connsiteY45" fmla="*/ 170510 h 459801"/>
              <a:gd name="connsiteX46" fmla="*/ 155183 w 268217"/>
              <a:gd name="connsiteY46" fmla="*/ 174341 h 459801"/>
              <a:gd name="connsiteX47" fmla="*/ 136024 w 268217"/>
              <a:gd name="connsiteY47" fmla="*/ 193500 h 459801"/>
              <a:gd name="connsiteX48" fmla="*/ 116866 w 268217"/>
              <a:gd name="connsiteY48" fmla="*/ 174341 h 459801"/>
              <a:gd name="connsiteX49" fmla="*/ 105371 w 268217"/>
              <a:gd name="connsiteY49" fmla="*/ 170510 h 459801"/>
              <a:gd name="connsiteX50" fmla="*/ 93876 w 268217"/>
              <a:gd name="connsiteY50" fmla="*/ 174341 h 459801"/>
              <a:gd name="connsiteX51" fmla="*/ 68970 w 268217"/>
              <a:gd name="connsiteY51" fmla="*/ 197331 h 459801"/>
              <a:gd name="connsiteX52" fmla="*/ 68970 w 268217"/>
              <a:gd name="connsiteY52" fmla="*/ 220321 h 459801"/>
              <a:gd name="connsiteX53" fmla="*/ 68970 w 268217"/>
              <a:gd name="connsiteY53" fmla="*/ 220321 h 459801"/>
              <a:gd name="connsiteX54" fmla="*/ 136024 w 268217"/>
              <a:gd name="connsiteY54" fmla="*/ 287376 h 459801"/>
              <a:gd name="connsiteX55" fmla="*/ 203079 w 268217"/>
              <a:gd name="connsiteY55" fmla="*/ 220321 h 459801"/>
              <a:gd name="connsiteX56" fmla="*/ 203079 w 268217"/>
              <a:gd name="connsiteY56" fmla="*/ 197331 h 459801"/>
              <a:gd name="connsiteX57" fmla="*/ 203079 w 268217"/>
              <a:gd name="connsiteY57" fmla="*/ 197331 h 459801"/>
              <a:gd name="connsiteX58" fmla="*/ 178173 w 268217"/>
              <a:gd name="connsiteY58" fmla="*/ 174341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268217" h="459801">
                <a:moveTo>
                  <a:pt x="239480" y="95792"/>
                </a:moveTo>
                <a:lnTo>
                  <a:pt x="227985" y="95792"/>
                </a:lnTo>
                <a:lnTo>
                  <a:pt x="220321" y="19158"/>
                </a:lnTo>
                <a:cubicBezTo>
                  <a:pt x="220321" y="13411"/>
                  <a:pt x="218405" y="9579"/>
                  <a:pt x="214574" y="5748"/>
                </a:cubicBezTo>
                <a:cubicBezTo>
                  <a:pt x="210742" y="1916"/>
                  <a:pt x="206910" y="0"/>
                  <a:pt x="201163" y="0"/>
                </a:cubicBezTo>
                <a:lnTo>
                  <a:pt x="67054" y="0"/>
                </a:lnTo>
                <a:cubicBezTo>
                  <a:pt x="55559" y="0"/>
                  <a:pt x="47896" y="7663"/>
                  <a:pt x="47896" y="19158"/>
                </a:cubicBezTo>
                <a:lnTo>
                  <a:pt x="40233" y="95792"/>
                </a:lnTo>
                <a:lnTo>
                  <a:pt x="28738" y="95792"/>
                </a:lnTo>
                <a:cubicBezTo>
                  <a:pt x="13411" y="95792"/>
                  <a:pt x="0" y="109203"/>
                  <a:pt x="0" y="124529"/>
                </a:cubicBezTo>
                <a:lnTo>
                  <a:pt x="0" y="335272"/>
                </a:lnTo>
                <a:cubicBezTo>
                  <a:pt x="0" y="350598"/>
                  <a:pt x="13411" y="364009"/>
                  <a:pt x="28738" y="364009"/>
                </a:cubicBezTo>
                <a:lnTo>
                  <a:pt x="40233" y="364009"/>
                </a:lnTo>
                <a:lnTo>
                  <a:pt x="47896" y="440643"/>
                </a:lnTo>
                <a:cubicBezTo>
                  <a:pt x="47896" y="452138"/>
                  <a:pt x="55559" y="459801"/>
                  <a:pt x="67054" y="459801"/>
                </a:cubicBezTo>
                <a:lnTo>
                  <a:pt x="67054" y="459801"/>
                </a:lnTo>
                <a:lnTo>
                  <a:pt x="201163" y="459801"/>
                </a:lnTo>
                <a:cubicBezTo>
                  <a:pt x="206910" y="459801"/>
                  <a:pt x="210742" y="457885"/>
                  <a:pt x="214574" y="454054"/>
                </a:cubicBezTo>
                <a:cubicBezTo>
                  <a:pt x="218405" y="450222"/>
                  <a:pt x="220321" y="446390"/>
                  <a:pt x="220321" y="440643"/>
                </a:cubicBezTo>
                <a:lnTo>
                  <a:pt x="227985" y="364009"/>
                </a:lnTo>
                <a:lnTo>
                  <a:pt x="239480" y="364009"/>
                </a:lnTo>
                <a:cubicBezTo>
                  <a:pt x="254806" y="364009"/>
                  <a:pt x="268217" y="350598"/>
                  <a:pt x="268217" y="335272"/>
                </a:cubicBezTo>
                <a:cubicBezTo>
                  <a:pt x="268217" y="335272"/>
                  <a:pt x="268217" y="335272"/>
                  <a:pt x="268217" y="335272"/>
                </a:cubicBezTo>
                <a:lnTo>
                  <a:pt x="268217" y="124529"/>
                </a:lnTo>
                <a:cubicBezTo>
                  <a:pt x="268217" y="109203"/>
                  <a:pt x="254806" y="95792"/>
                  <a:pt x="239480" y="95792"/>
                </a:cubicBezTo>
                <a:close/>
                <a:moveTo>
                  <a:pt x="67054" y="19158"/>
                </a:moveTo>
                <a:lnTo>
                  <a:pt x="201163" y="19158"/>
                </a:lnTo>
                <a:lnTo>
                  <a:pt x="208826" y="95792"/>
                </a:lnTo>
                <a:lnTo>
                  <a:pt x="59391" y="95792"/>
                </a:lnTo>
                <a:lnTo>
                  <a:pt x="67054" y="19158"/>
                </a:lnTo>
                <a:close/>
                <a:moveTo>
                  <a:pt x="201163" y="440643"/>
                </a:moveTo>
                <a:lnTo>
                  <a:pt x="67054" y="440643"/>
                </a:lnTo>
                <a:lnTo>
                  <a:pt x="59391" y="364009"/>
                </a:lnTo>
                <a:lnTo>
                  <a:pt x="206910" y="364009"/>
                </a:lnTo>
                <a:lnTo>
                  <a:pt x="201163" y="440643"/>
                </a:lnTo>
                <a:close/>
                <a:moveTo>
                  <a:pt x="249059" y="335272"/>
                </a:moveTo>
                <a:cubicBezTo>
                  <a:pt x="249059" y="341019"/>
                  <a:pt x="245227" y="344851"/>
                  <a:pt x="239480" y="344851"/>
                </a:cubicBezTo>
                <a:lnTo>
                  <a:pt x="28738" y="344851"/>
                </a:lnTo>
                <a:cubicBezTo>
                  <a:pt x="22990" y="344851"/>
                  <a:pt x="19158" y="341019"/>
                  <a:pt x="19158" y="335272"/>
                </a:cubicBezTo>
                <a:lnTo>
                  <a:pt x="19158" y="124529"/>
                </a:lnTo>
                <a:cubicBezTo>
                  <a:pt x="19158" y="118782"/>
                  <a:pt x="22990" y="114950"/>
                  <a:pt x="28738" y="114950"/>
                </a:cubicBezTo>
                <a:lnTo>
                  <a:pt x="239480" y="114950"/>
                </a:lnTo>
                <a:cubicBezTo>
                  <a:pt x="245227" y="114950"/>
                  <a:pt x="249059" y="118782"/>
                  <a:pt x="249059" y="124529"/>
                </a:cubicBezTo>
                <a:lnTo>
                  <a:pt x="249059" y="335272"/>
                </a:lnTo>
                <a:close/>
                <a:moveTo>
                  <a:pt x="178173" y="174341"/>
                </a:moveTo>
                <a:cubicBezTo>
                  <a:pt x="174341" y="170510"/>
                  <a:pt x="170510" y="170510"/>
                  <a:pt x="166678" y="170510"/>
                </a:cubicBezTo>
                <a:cubicBezTo>
                  <a:pt x="162846" y="170510"/>
                  <a:pt x="157099" y="172425"/>
                  <a:pt x="155183" y="174341"/>
                </a:cubicBezTo>
                <a:lnTo>
                  <a:pt x="136024" y="193500"/>
                </a:lnTo>
                <a:lnTo>
                  <a:pt x="116866" y="174341"/>
                </a:lnTo>
                <a:cubicBezTo>
                  <a:pt x="113034" y="170510"/>
                  <a:pt x="109203" y="168594"/>
                  <a:pt x="105371" y="170510"/>
                </a:cubicBezTo>
                <a:cubicBezTo>
                  <a:pt x="101539" y="170510"/>
                  <a:pt x="95792" y="172425"/>
                  <a:pt x="93876" y="174341"/>
                </a:cubicBezTo>
                <a:lnTo>
                  <a:pt x="68970" y="197331"/>
                </a:lnTo>
                <a:cubicBezTo>
                  <a:pt x="63223" y="203079"/>
                  <a:pt x="63223" y="214574"/>
                  <a:pt x="68970" y="220321"/>
                </a:cubicBezTo>
                <a:cubicBezTo>
                  <a:pt x="68970" y="220321"/>
                  <a:pt x="68970" y="220321"/>
                  <a:pt x="68970" y="220321"/>
                </a:cubicBezTo>
                <a:lnTo>
                  <a:pt x="136024" y="287376"/>
                </a:lnTo>
                <a:lnTo>
                  <a:pt x="203079" y="220321"/>
                </a:lnTo>
                <a:cubicBezTo>
                  <a:pt x="208826" y="214574"/>
                  <a:pt x="210742" y="203079"/>
                  <a:pt x="203079" y="197331"/>
                </a:cubicBezTo>
                <a:cubicBezTo>
                  <a:pt x="203079" y="197331"/>
                  <a:pt x="203079" y="197331"/>
                  <a:pt x="203079" y="197331"/>
                </a:cubicBezTo>
                <a:lnTo>
                  <a:pt x="178173" y="17434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16" descr="iPad tablet icon.">
            <a:extLst>
              <a:ext uri="{FF2B5EF4-FFF2-40B4-BE49-F238E27FC236}">
                <a16:creationId xmlns:a16="http://schemas.microsoft.com/office/drawing/2014/main" id="{859EE42D-C3EA-40F3-B7C3-8DFAF4CA3E13}"/>
              </a:ext>
            </a:extLst>
          </p:cNvPr>
          <p:cNvSpPr>
            <a:spLocks noChangeAspect="1"/>
          </p:cNvSpPr>
          <p:nvPr/>
        </p:nvSpPr>
        <p:spPr>
          <a:xfrm>
            <a:off x="1008710" y="2319925"/>
            <a:ext cx="343888" cy="458518"/>
          </a:xfrm>
          <a:custGeom>
            <a:avLst/>
            <a:gdLst>
              <a:gd name="connsiteX0" fmla="*/ 171944 w 343888"/>
              <a:gd name="connsiteY0" fmla="*/ 372546 h 458518"/>
              <a:gd name="connsiteX1" fmla="*/ 143287 w 343888"/>
              <a:gd name="connsiteY1" fmla="*/ 401203 h 458518"/>
              <a:gd name="connsiteX2" fmla="*/ 171944 w 343888"/>
              <a:gd name="connsiteY2" fmla="*/ 429861 h 458518"/>
              <a:gd name="connsiteX3" fmla="*/ 200602 w 343888"/>
              <a:gd name="connsiteY3" fmla="*/ 401203 h 458518"/>
              <a:gd name="connsiteX4" fmla="*/ 171944 w 343888"/>
              <a:gd name="connsiteY4" fmla="*/ 372546 h 458518"/>
              <a:gd name="connsiteX5" fmla="*/ 171944 w 343888"/>
              <a:gd name="connsiteY5" fmla="*/ 410756 h 458518"/>
              <a:gd name="connsiteX6" fmla="*/ 162392 w 343888"/>
              <a:gd name="connsiteY6" fmla="*/ 401203 h 458518"/>
              <a:gd name="connsiteX7" fmla="*/ 171944 w 343888"/>
              <a:gd name="connsiteY7" fmla="*/ 391651 h 458518"/>
              <a:gd name="connsiteX8" fmla="*/ 181497 w 343888"/>
              <a:gd name="connsiteY8" fmla="*/ 401203 h 458518"/>
              <a:gd name="connsiteX9" fmla="*/ 171944 w 343888"/>
              <a:gd name="connsiteY9" fmla="*/ 410756 h 458518"/>
              <a:gd name="connsiteX10" fmla="*/ 286574 w 343888"/>
              <a:gd name="connsiteY10" fmla="*/ 38210 h 458518"/>
              <a:gd name="connsiteX11" fmla="*/ 57315 w 343888"/>
              <a:gd name="connsiteY11" fmla="*/ 38210 h 458518"/>
              <a:gd name="connsiteX12" fmla="*/ 38210 w 343888"/>
              <a:gd name="connsiteY12" fmla="*/ 57315 h 458518"/>
              <a:gd name="connsiteX13" fmla="*/ 38210 w 343888"/>
              <a:gd name="connsiteY13" fmla="*/ 343889 h 458518"/>
              <a:gd name="connsiteX14" fmla="*/ 57315 w 343888"/>
              <a:gd name="connsiteY14" fmla="*/ 362993 h 458518"/>
              <a:gd name="connsiteX15" fmla="*/ 286574 w 343888"/>
              <a:gd name="connsiteY15" fmla="*/ 362993 h 458518"/>
              <a:gd name="connsiteX16" fmla="*/ 305679 w 343888"/>
              <a:gd name="connsiteY16" fmla="*/ 343889 h 458518"/>
              <a:gd name="connsiteX17" fmla="*/ 305679 w 343888"/>
              <a:gd name="connsiteY17" fmla="*/ 57315 h 458518"/>
              <a:gd name="connsiteX18" fmla="*/ 286574 w 343888"/>
              <a:gd name="connsiteY18" fmla="*/ 38210 h 458518"/>
              <a:gd name="connsiteX19" fmla="*/ 286574 w 343888"/>
              <a:gd name="connsiteY19" fmla="*/ 343889 h 458518"/>
              <a:gd name="connsiteX20" fmla="*/ 57315 w 343888"/>
              <a:gd name="connsiteY20" fmla="*/ 343889 h 458518"/>
              <a:gd name="connsiteX21" fmla="*/ 57315 w 343888"/>
              <a:gd name="connsiteY21" fmla="*/ 57315 h 458518"/>
              <a:gd name="connsiteX22" fmla="*/ 286574 w 343888"/>
              <a:gd name="connsiteY22" fmla="*/ 57315 h 458518"/>
              <a:gd name="connsiteX23" fmla="*/ 286574 w 343888"/>
              <a:gd name="connsiteY23" fmla="*/ 343889 h 458518"/>
              <a:gd name="connsiteX24" fmla="*/ 343889 w 343888"/>
              <a:gd name="connsiteY24" fmla="*/ 439413 h 458518"/>
              <a:gd name="connsiteX25" fmla="*/ 343889 w 343888"/>
              <a:gd name="connsiteY25" fmla="*/ 19105 h 458518"/>
              <a:gd name="connsiteX26" fmla="*/ 324784 w 343888"/>
              <a:gd name="connsiteY26" fmla="*/ 0 h 458518"/>
              <a:gd name="connsiteX27" fmla="*/ 19105 w 343888"/>
              <a:gd name="connsiteY27" fmla="*/ 0 h 458518"/>
              <a:gd name="connsiteX28" fmla="*/ 0 w 343888"/>
              <a:gd name="connsiteY28" fmla="*/ 19105 h 458518"/>
              <a:gd name="connsiteX29" fmla="*/ 0 w 343888"/>
              <a:gd name="connsiteY29" fmla="*/ 439413 h 458518"/>
              <a:gd name="connsiteX30" fmla="*/ 19105 w 343888"/>
              <a:gd name="connsiteY30" fmla="*/ 458518 h 458518"/>
              <a:gd name="connsiteX31" fmla="*/ 324784 w 343888"/>
              <a:gd name="connsiteY31" fmla="*/ 458518 h 458518"/>
              <a:gd name="connsiteX32" fmla="*/ 343889 w 343888"/>
              <a:gd name="connsiteY32" fmla="*/ 439413 h 458518"/>
              <a:gd name="connsiteX33" fmla="*/ 19105 w 343888"/>
              <a:gd name="connsiteY33" fmla="*/ 439413 h 458518"/>
              <a:gd name="connsiteX34" fmla="*/ 19105 w 343888"/>
              <a:gd name="connsiteY34" fmla="*/ 19105 h 458518"/>
              <a:gd name="connsiteX35" fmla="*/ 324784 w 343888"/>
              <a:gd name="connsiteY35" fmla="*/ 19105 h 458518"/>
              <a:gd name="connsiteX36" fmla="*/ 324784 w 343888"/>
              <a:gd name="connsiteY36" fmla="*/ 439413 h 458518"/>
              <a:gd name="connsiteX37" fmla="*/ 19105 w 343888"/>
              <a:gd name="connsiteY37" fmla="*/ 4394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43888" h="458518">
                <a:moveTo>
                  <a:pt x="171944" y="372546"/>
                </a:moveTo>
                <a:cubicBezTo>
                  <a:pt x="156660" y="372546"/>
                  <a:pt x="143287" y="385919"/>
                  <a:pt x="143287" y="401203"/>
                </a:cubicBezTo>
                <a:cubicBezTo>
                  <a:pt x="143287" y="416487"/>
                  <a:pt x="156660" y="429861"/>
                  <a:pt x="171944" y="429861"/>
                </a:cubicBezTo>
                <a:cubicBezTo>
                  <a:pt x="187228" y="429861"/>
                  <a:pt x="200602" y="416487"/>
                  <a:pt x="200602" y="401203"/>
                </a:cubicBezTo>
                <a:cubicBezTo>
                  <a:pt x="200602" y="385919"/>
                  <a:pt x="187228" y="372546"/>
                  <a:pt x="171944" y="372546"/>
                </a:cubicBezTo>
                <a:close/>
                <a:moveTo>
                  <a:pt x="171944" y="410756"/>
                </a:moveTo>
                <a:cubicBezTo>
                  <a:pt x="166213" y="410756"/>
                  <a:pt x="162392" y="406935"/>
                  <a:pt x="162392" y="401203"/>
                </a:cubicBezTo>
                <a:cubicBezTo>
                  <a:pt x="162392" y="395472"/>
                  <a:pt x="166213" y="391651"/>
                  <a:pt x="171944" y="391651"/>
                </a:cubicBezTo>
                <a:cubicBezTo>
                  <a:pt x="177676" y="391651"/>
                  <a:pt x="181497" y="395472"/>
                  <a:pt x="181497" y="401203"/>
                </a:cubicBezTo>
                <a:cubicBezTo>
                  <a:pt x="181497" y="406935"/>
                  <a:pt x="177676" y="410756"/>
                  <a:pt x="171944" y="410756"/>
                </a:cubicBezTo>
                <a:close/>
                <a:moveTo>
                  <a:pt x="286574" y="38210"/>
                </a:moveTo>
                <a:lnTo>
                  <a:pt x="57315" y="38210"/>
                </a:lnTo>
                <a:cubicBezTo>
                  <a:pt x="45852" y="38210"/>
                  <a:pt x="38210" y="45852"/>
                  <a:pt x="38210" y="57315"/>
                </a:cubicBezTo>
                <a:lnTo>
                  <a:pt x="38210" y="343889"/>
                </a:lnTo>
                <a:cubicBezTo>
                  <a:pt x="38210" y="355351"/>
                  <a:pt x="45852" y="362993"/>
                  <a:pt x="57315" y="362993"/>
                </a:cubicBezTo>
                <a:lnTo>
                  <a:pt x="286574" y="362993"/>
                </a:lnTo>
                <a:cubicBezTo>
                  <a:pt x="298037" y="362993"/>
                  <a:pt x="305679" y="355351"/>
                  <a:pt x="305679" y="343889"/>
                </a:cubicBezTo>
                <a:lnTo>
                  <a:pt x="305679" y="57315"/>
                </a:lnTo>
                <a:cubicBezTo>
                  <a:pt x="305679" y="45852"/>
                  <a:pt x="298037" y="38210"/>
                  <a:pt x="286574" y="38210"/>
                </a:cubicBezTo>
                <a:close/>
                <a:moveTo>
                  <a:pt x="286574" y="343889"/>
                </a:moveTo>
                <a:lnTo>
                  <a:pt x="57315" y="343889"/>
                </a:lnTo>
                <a:lnTo>
                  <a:pt x="57315" y="57315"/>
                </a:lnTo>
                <a:lnTo>
                  <a:pt x="286574" y="57315"/>
                </a:lnTo>
                <a:lnTo>
                  <a:pt x="286574" y="343889"/>
                </a:lnTo>
                <a:close/>
                <a:moveTo>
                  <a:pt x="343889" y="439413"/>
                </a:move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close/>
                <a:moveTo>
                  <a:pt x="19105" y="439413"/>
                </a:moveTo>
                <a:lnTo>
                  <a:pt x="19105" y="19105"/>
                </a:lnTo>
                <a:lnTo>
                  <a:pt x="324784" y="19105"/>
                </a:lnTo>
                <a:lnTo>
                  <a:pt x="324784" y="439413"/>
                </a:lnTo>
                <a:lnTo>
                  <a:pt x="19105" y="43941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88" descr="Calculator icon.">
            <a:extLst>
              <a:ext uri="{FF2B5EF4-FFF2-40B4-BE49-F238E27FC236}">
                <a16:creationId xmlns:a16="http://schemas.microsoft.com/office/drawing/2014/main" id="{0CD3A4AD-E852-41AC-AF48-96FA53DB8C13}"/>
              </a:ext>
            </a:extLst>
          </p:cNvPr>
          <p:cNvSpPr/>
          <p:nvPr/>
        </p:nvSpPr>
        <p:spPr>
          <a:xfrm>
            <a:off x="2256851" y="2328696"/>
            <a:ext cx="306534" cy="449747"/>
          </a:xfrm>
          <a:custGeom>
            <a:avLst/>
            <a:gdLst>
              <a:gd name="connsiteX0" fmla="*/ 287376 w 306534"/>
              <a:gd name="connsiteY0" fmla="*/ 0 h 459801"/>
              <a:gd name="connsiteX1" fmla="*/ 19158 w 306534"/>
              <a:gd name="connsiteY1" fmla="*/ 0 h 459801"/>
              <a:gd name="connsiteX2" fmla="*/ 0 w 306534"/>
              <a:gd name="connsiteY2" fmla="*/ 19158 h 459801"/>
              <a:gd name="connsiteX3" fmla="*/ 0 w 306534"/>
              <a:gd name="connsiteY3" fmla="*/ 440643 h 459801"/>
              <a:gd name="connsiteX4" fmla="*/ 19158 w 306534"/>
              <a:gd name="connsiteY4" fmla="*/ 459801 h 459801"/>
              <a:gd name="connsiteX5" fmla="*/ 287376 w 306534"/>
              <a:gd name="connsiteY5" fmla="*/ 459801 h 459801"/>
              <a:gd name="connsiteX6" fmla="*/ 306534 w 306534"/>
              <a:gd name="connsiteY6" fmla="*/ 440643 h 459801"/>
              <a:gd name="connsiteX7" fmla="*/ 306534 w 306534"/>
              <a:gd name="connsiteY7" fmla="*/ 19158 h 459801"/>
              <a:gd name="connsiteX8" fmla="*/ 287376 w 306534"/>
              <a:gd name="connsiteY8" fmla="*/ 0 h 459801"/>
              <a:gd name="connsiteX9" fmla="*/ 287376 w 306534"/>
              <a:gd name="connsiteY9" fmla="*/ 440643 h 459801"/>
              <a:gd name="connsiteX10" fmla="*/ 19158 w 306534"/>
              <a:gd name="connsiteY10" fmla="*/ 440643 h 459801"/>
              <a:gd name="connsiteX11" fmla="*/ 19158 w 306534"/>
              <a:gd name="connsiteY11" fmla="*/ 19158 h 459801"/>
              <a:gd name="connsiteX12" fmla="*/ 287376 w 306534"/>
              <a:gd name="connsiteY12" fmla="*/ 19158 h 459801"/>
              <a:gd name="connsiteX13" fmla="*/ 287376 w 306534"/>
              <a:gd name="connsiteY13" fmla="*/ 440643 h 459801"/>
              <a:gd name="connsiteX14" fmla="*/ 67054 w 306534"/>
              <a:gd name="connsiteY14" fmla="*/ 153267 h 459801"/>
              <a:gd name="connsiteX15" fmla="*/ 239480 w 306534"/>
              <a:gd name="connsiteY15" fmla="*/ 153267 h 459801"/>
              <a:gd name="connsiteX16" fmla="*/ 258638 w 306534"/>
              <a:gd name="connsiteY16" fmla="*/ 134109 h 459801"/>
              <a:gd name="connsiteX17" fmla="*/ 258638 w 306534"/>
              <a:gd name="connsiteY17" fmla="*/ 76634 h 459801"/>
              <a:gd name="connsiteX18" fmla="*/ 239480 w 306534"/>
              <a:gd name="connsiteY18" fmla="*/ 57475 h 459801"/>
              <a:gd name="connsiteX19" fmla="*/ 67054 w 306534"/>
              <a:gd name="connsiteY19" fmla="*/ 57475 h 459801"/>
              <a:gd name="connsiteX20" fmla="*/ 47896 w 306534"/>
              <a:gd name="connsiteY20" fmla="*/ 76634 h 459801"/>
              <a:gd name="connsiteX21" fmla="*/ 47896 w 306534"/>
              <a:gd name="connsiteY21" fmla="*/ 134109 h 459801"/>
              <a:gd name="connsiteX22" fmla="*/ 67054 w 306534"/>
              <a:gd name="connsiteY22" fmla="*/ 153267 h 459801"/>
              <a:gd name="connsiteX23" fmla="*/ 67054 w 306534"/>
              <a:gd name="connsiteY23" fmla="*/ 76634 h 459801"/>
              <a:gd name="connsiteX24" fmla="*/ 239480 w 306534"/>
              <a:gd name="connsiteY24" fmla="*/ 76634 h 459801"/>
              <a:gd name="connsiteX25" fmla="*/ 239480 w 306534"/>
              <a:gd name="connsiteY25" fmla="*/ 134109 h 459801"/>
              <a:gd name="connsiteX26" fmla="*/ 239480 w 306534"/>
              <a:gd name="connsiteY26" fmla="*/ 134109 h 459801"/>
              <a:gd name="connsiteX27" fmla="*/ 239480 w 306534"/>
              <a:gd name="connsiteY27" fmla="*/ 134109 h 459801"/>
              <a:gd name="connsiteX28" fmla="*/ 67054 w 306534"/>
              <a:gd name="connsiteY28" fmla="*/ 134109 h 459801"/>
              <a:gd name="connsiteX29" fmla="*/ 67054 w 306534"/>
              <a:gd name="connsiteY29" fmla="*/ 76634 h 459801"/>
              <a:gd name="connsiteX30" fmla="*/ 245227 w 306534"/>
              <a:gd name="connsiteY30" fmla="*/ 191584 h 459801"/>
              <a:gd name="connsiteX31" fmla="*/ 216490 w 306534"/>
              <a:gd name="connsiteY31" fmla="*/ 191584 h 459801"/>
              <a:gd name="connsiteX32" fmla="*/ 201163 w 306534"/>
              <a:gd name="connsiteY32" fmla="*/ 206910 h 459801"/>
              <a:gd name="connsiteX33" fmla="*/ 201163 w 306534"/>
              <a:gd name="connsiteY33" fmla="*/ 235648 h 459801"/>
              <a:gd name="connsiteX34" fmla="*/ 216490 w 306534"/>
              <a:gd name="connsiteY34" fmla="*/ 250975 h 459801"/>
              <a:gd name="connsiteX35" fmla="*/ 245227 w 306534"/>
              <a:gd name="connsiteY35" fmla="*/ 250975 h 459801"/>
              <a:gd name="connsiteX36" fmla="*/ 260554 w 306534"/>
              <a:gd name="connsiteY36" fmla="*/ 235648 h 459801"/>
              <a:gd name="connsiteX37" fmla="*/ 260554 w 306534"/>
              <a:gd name="connsiteY37" fmla="*/ 206910 h 459801"/>
              <a:gd name="connsiteX38" fmla="*/ 245227 w 306534"/>
              <a:gd name="connsiteY38" fmla="*/ 191584 h 459801"/>
              <a:gd name="connsiteX39" fmla="*/ 239480 w 306534"/>
              <a:gd name="connsiteY39" fmla="*/ 229901 h 459801"/>
              <a:gd name="connsiteX40" fmla="*/ 220321 w 306534"/>
              <a:gd name="connsiteY40" fmla="*/ 229901 h 459801"/>
              <a:gd name="connsiteX41" fmla="*/ 220321 w 306534"/>
              <a:gd name="connsiteY41" fmla="*/ 210742 h 459801"/>
              <a:gd name="connsiteX42" fmla="*/ 239480 w 306534"/>
              <a:gd name="connsiteY42" fmla="*/ 210742 h 459801"/>
              <a:gd name="connsiteX43" fmla="*/ 239480 w 306534"/>
              <a:gd name="connsiteY43" fmla="*/ 229901 h 459801"/>
              <a:gd name="connsiteX44" fmla="*/ 61307 w 306534"/>
              <a:gd name="connsiteY44" fmla="*/ 249059 h 459801"/>
              <a:gd name="connsiteX45" fmla="*/ 90044 w 306534"/>
              <a:gd name="connsiteY45" fmla="*/ 249059 h 459801"/>
              <a:gd name="connsiteX46" fmla="*/ 105371 w 306534"/>
              <a:gd name="connsiteY46" fmla="*/ 233732 h 459801"/>
              <a:gd name="connsiteX47" fmla="*/ 105371 w 306534"/>
              <a:gd name="connsiteY47" fmla="*/ 204995 h 459801"/>
              <a:gd name="connsiteX48" fmla="*/ 90044 w 306534"/>
              <a:gd name="connsiteY48" fmla="*/ 189668 h 459801"/>
              <a:gd name="connsiteX49" fmla="*/ 61307 w 306534"/>
              <a:gd name="connsiteY49" fmla="*/ 189668 h 459801"/>
              <a:gd name="connsiteX50" fmla="*/ 45980 w 306534"/>
              <a:gd name="connsiteY50" fmla="*/ 204995 h 459801"/>
              <a:gd name="connsiteX51" fmla="*/ 45980 w 306534"/>
              <a:gd name="connsiteY51" fmla="*/ 233732 h 459801"/>
              <a:gd name="connsiteX52" fmla="*/ 61307 w 306534"/>
              <a:gd name="connsiteY52" fmla="*/ 249059 h 459801"/>
              <a:gd name="connsiteX53" fmla="*/ 67054 w 306534"/>
              <a:gd name="connsiteY53" fmla="*/ 210742 h 459801"/>
              <a:gd name="connsiteX54" fmla="*/ 86213 w 306534"/>
              <a:gd name="connsiteY54" fmla="*/ 210742 h 459801"/>
              <a:gd name="connsiteX55" fmla="*/ 86213 w 306534"/>
              <a:gd name="connsiteY55" fmla="*/ 229901 h 459801"/>
              <a:gd name="connsiteX56" fmla="*/ 67054 w 306534"/>
              <a:gd name="connsiteY56" fmla="*/ 229901 h 459801"/>
              <a:gd name="connsiteX57" fmla="*/ 67054 w 306534"/>
              <a:gd name="connsiteY57" fmla="*/ 210742 h 459801"/>
              <a:gd name="connsiteX58" fmla="*/ 168594 w 306534"/>
              <a:gd name="connsiteY58" fmla="*/ 191584 h 459801"/>
              <a:gd name="connsiteX59" fmla="*/ 139856 w 306534"/>
              <a:gd name="connsiteY59" fmla="*/ 191584 h 459801"/>
              <a:gd name="connsiteX60" fmla="*/ 124529 w 306534"/>
              <a:gd name="connsiteY60" fmla="*/ 206910 h 459801"/>
              <a:gd name="connsiteX61" fmla="*/ 124529 w 306534"/>
              <a:gd name="connsiteY61" fmla="*/ 235648 h 459801"/>
              <a:gd name="connsiteX62" fmla="*/ 139856 w 306534"/>
              <a:gd name="connsiteY62" fmla="*/ 250975 h 459801"/>
              <a:gd name="connsiteX63" fmla="*/ 168594 w 306534"/>
              <a:gd name="connsiteY63" fmla="*/ 250975 h 459801"/>
              <a:gd name="connsiteX64" fmla="*/ 183920 w 306534"/>
              <a:gd name="connsiteY64" fmla="*/ 235648 h 459801"/>
              <a:gd name="connsiteX65" fmla="*/ 183920 w 306534"/>
              <a:gd name="connsiteY65" fmla="*/ 206910 h 459801"/>
              <a:gd name="connsiteX66" fmla="*/ 168594 w 306534"/>
              <a:gd name="connsiteY66" fmla="*/ 191584 h 459801"/>
              <a:gd name="connsiteX67" fmla="*/ 162846 w 306534"/>
              <a:gd name="connsiteY67" fmla="*/ 229901 h 459801"/>
              <a:gd name="connsiteX68" fmla="*/ 143688 w 306534"/>
              <a:gd name="connsiteY68" fmla="*/ 229901 h 459801"/>
              <a:gd name="connsiteX69" fmla="*/ 143688 w 306534"/>
              <a:gd name="connsiteY69" fmla="*/ 210742 h 459801"/>
              <a:gd name="connsiteX70" fmla="*/ 162846 w 306534"/>
              <a:gd name="connsiteY70" fmla="*/ 210742 h 459801"/>
              <a:gd name="connsiteX71" fmla="*/ 162846 w 306534"/>
              <a:gd name="connsiteY71" fmla="*/ 229901 h 459801"/>
              <a:gd name="connsiteX72" fmla="*/ 61307 w 306534"/>
              <a:gd name="connsiteY72" fmla="*/ 325692 h 459801"/>
              <a:gd name="connsiteX73" fmla="*/ 90044 w 306534"/>
              <a:gd name="connsiteY73" fmla="*/ 325692 h 459801"/>
              <a:gd name="connsiteX74" fmla="*/ 105371 w 306534"/>
              <a:gd name="connsiteY74" fmla="*/ 310366 h 459801"/>
              <a:gd name="connsiteX75" fmla="*/ 105371 w 306534"/>
              <a:gd name="connsiteY75" fmla="*/ 281628 h 459801"/>
              <a:gd name="connsiteX76" fmla="*/ 90044 w 306534"/>
              <a:gd name="connsiteY76" fmla="*/ 266301 h 459801"/>
              <a:gd name="connsiteX77" fmla="*/ 61307 w 306534"/>
              <a:gd name="connsiteY77" fmla="*/ 266301 h 459801"/>
              <a:gd name="connsiteX78" fmla="*/ 45980 w 306534"/>
              <a:gd name="connsiteY78" fmla="*/ 281628 h 459801"/>
              <a:gd name="connsiteX79" fmla="*/ 45980 w 306534"/>
              <a:gd name="connsiteY79" fmla="*/ 310366 h 459801"/>
              <a:gd name="connsiteX80" fmla="*/ 61307 w 306534"/>
              <a:gd name="connsiteY80" fmla="*/ 325692 h 459801"/>
              <a:gd name="connsiteX81" fmla="*/ 67054 w 306534"/>
              <a:gd name="connsiteY81" fmla="*/ 287376 h 459801"/>
              <a:gd name="connsiteX82" fmla="*/ 86213 w 306534"/>
              <a:gd name="connsiteY82" fmla="*/ 287376 h 459801"/>
              <a:gd name="connsiteX83" fmla="*/ 86213 w 306534"/>
              <a:gd name="connsiteY83" fmla="*/ 306534 h 459801"/>
              <a:gd name="connsiteX84" fmla="*/ 67054 w 306534"/>
              <a:gd name="connsiteY84" fmla="*/ 306534 h 459801"/>
              <a:gd name="connsiteX85" fmla="*/ 67054 w 306534"/>
              <a:gd name="connsiteY85" fmla="*/ 287376 h 459801"/>
              <a:gd name="connsiteX86" fmla="*/ 168594 w 306534"/>
              <a:gd name="connsiteY86" fmla="*/ 268217 h 459801"/>
              <a:gd name="connsiteX87" fmla="*/ 139856 w 306534"/>
              <a:gd name="connsiteY87" fmla="*/ 268217 h 459801"/>
              <a:gd name="connsiteX88" fmla="*/ 124529 w 306534"/>
              <a:gd name="connsiteY88" fmla="*/ 283544 h 459801"/>
              <a:gd name="connsiteX89" fmla="*/ 124529 w 306534"/>
              <a:gd name="connsiteY89" fmla="*/ 312282 h 459801"/>
              <a:gd name="connsiteX90" fmla="*/ 139856 w 306534"/>
              <a:gd name="connsiteY90" fmla="*/ 327608 h 459801"/>
              <a:gd name="connsiteX91" fmla="*/ 168594 w 306534"/>
              <a:gd name="connsiteY91" fmla="*/ 327608 h 459801"/>
              <a:gd name="connsiteX92" fmla="*/ 183920 w 306534"/>
              <a:gd name="connsiteY92" fmla="*/ 312282 h 459801"/>
              <a:gd name="connsiteX93" fmla="*/ 183920 w 306534"/>
              <a:gd name="connsiteY93" fmla="*/ 283544 h 459801"/>
              <a:gd name="connsiteX94" fmla="*/ 168594 w 306534"/>
              <a:gd name="connsiteY94" fmla="*/ 268217 h 459801"/>
              <a:gd name="connsiteX95" fmla="*/ 162846 w 306534"/>
              <a:gd name="connsiteY95" fmla="*/ 306534 h 459801"/>
              <a:gd name="connsiteX96" fmla="*/ 143688 w 306534"/>
              <a:gd name="connsiteY96" fmla="*/ 306534 h 459801"/>
              <a:gd name="connsiteX97" fmla="*/ 143688 w 306534"/>
              <a:gd name="connsiteY97" fmla="*/ 287376 h 459801"/>
              <a:gd name="connsiteX98" fmla="*/ 162846 w 306534"/>
              <a:gd name="connsiteY98" fmla="*/ 287376 h 459801"/>
              <a:gd name="connsiteX99" fmla="*/ 162846 w 306534"/>
              <a:gd name="connsiteY99" fmla="*/ 306534 h 459801"/>
              <a:gd name="connsiteX100" fmla="*/ 61307 w 306534"/>
              <a:gd name="connsiteY100" fmla="*/ 402326 h 459801"/>
              <a:gd name="connsiteX101" fmla="*/ 90044 w 306534"/>
              <a:gd name="connsiteY101" fmla="*/ 402326 h 459801"/>
              <a:gd name="connsiteX102" fmla="*/ 105371 w 306534"/>
              <a:gd name="connsiteY102" fmla="*/ 386999 h 459801"/>
              <a:gd name="connsiteX103" fmla="*/ 105371 w 306534"/>
              <a:gd name="connsiteY103" fmla="*/ 358262 h 459801"/>
              <a:gd name="connsiteX104" fmla="*/ 90044 w 306534"/>
              <a:gd name="connsiteY104" fmla="*/ 342935 h 459801"/>
              <a:gd name="connsiteX105" fmla="*/ 61307 w 306534"/>
              <a:gd name="connsiteY105" fmla="*/ 342935 h 459801"/>
              <a:gd name="connsiteX106" fmla="*/ 45980 w 306534"/>
              <a:gd name="connsiteY106" fmla="*/ 358262 h 459801"/>
              <a:gd name="connsiteX107" fmla="*/ 45980 w 306534"/>
              <a:gd name="connsiteY107" fmla="*/ 386999 h 459801"/>
              <a:gd name="connsiteX108" fmla="*/ 61307 w 306534"/>
              <a:gd name="connsiteY108" fmla="*/ 402326 h 459801"/>
              <a:gd name="connsiteX109" fmla="*/ 67054 w 306534"/>
              <a:gd name="connsiteY109" fmla="*/ 364009 h 459801"/>
              <a:gd name="connsiteX110" fmla="*/ 86213 w 306534"/>
              <a:gd name="connsiteY110" fmla="*/ 364009 h 459801"/>
              <a:gd name="connsiteX111" fmla="*/ 86213 w 306534"/>
              <a:gd name="connsiteY111" fmla="*/ 383168 h 459801"/>
              <a:gd name="connsiteX112" fmla="*/ 67054 w 306534"/>
              <a:gd name="connsiteY112" fmla="*/ 383168 h 459801"/>
              <a:gd name="connsiteX113" fmla="*/ 67054 w 306534"/>
              <a:gd name="connsiteY113" fmla="*/ 364009 h 459801"/>
              <a:gd name="connsiteX114" fmla="*/ 168594 w 306534"/>
              <a:gd name="connsiteY114" fmla="*/ 344851 h 459801"/>
              <a:gd name="connsiteX115" fmla="*/ 139856 w 306534"/>
              <a:gd name="connsiteY115" fmla="*/ 344851 h 459801"/>
              <a:gd name="connsiteX116" fmla="*/ 124529 w 306534"/>
              <a:gd name="connsiteY116" fmla="*/ 360177 h 459801"/>
              <a:gd name="connsiteX117" fmla="*/ 124529 w 306534"/>
              <a:gd name="connsiteY117" fmla="*/ 388915 h 459801"/>
              <a:gd name="connsiteX118" fmla="*/ 139856 w 306534"/>
              <a:gd name="connsiteY118" fmla="*/ 404242 h 459801"/>
              <a:gd name="connsiteX119" fmla="*/ 168594 w 306534"/>
              <a:gd name="connsiteY119" fmla="*/ 404242 h 459801"/>
              <a:gd name="connsiteX120" fmla="*/ 183920 w 306534"/>
              <a:gd name="connsiteY120" fmla="*/ 388915 h 459801"/>
              <a:gd name="connsiteX121" fmla="*/ 183920 w 306534"/>
              <a:gd name="connsiteY121" fmla="*/ 360177 h 459801"/>
              <a:gd name="connsiteX122" fmla="*/ 168594 w 306534"/>
              <a:gd name="connsiteY122" fmla="*/ 344851 h 459801"/>
              <a:gd name="connsiteX123" fmla="*/ 162846 w 306534"/>
              <a:gd name="connsiteY123" fmla="*/ 383168 h 459801"/>
              <a:gd name="connsiteX124" fmla="*/ 143688 w 306534"/>
              <a:gd name="connsiteY124" fmla="*/ 383168 h 459801"/>
              <a:gd name="connsiteX125" fmla="*/ 143688 w 306534"/>
              <a:gd name="connsiteY125" fmla="*/ 364009 h 459801"/>
              <a:gd name="connsiteX126" fmla="*/ 162846 w 306534"/>
              <a:gd name="connsiteY126" fmla="*/ 364009 h 459801"/>
              <a:gd name="connsiteX127" fmla="*/ 162846 w 306534"/>
              <a:gd name="connsiteY127" fmla="*/ 383168 h 459801"/>
              <a:gd name="connsiteX128" fmla="*/ 245227 w 306534"/>
              <a:gd name="connsiteY128" fmla="*/ 268217 h 459801"/>
              <a:gd name="connsiteX129" fmla="*/ 216490 w 306534"/>
              <a:gd name="connsiteY129" fmla="*/ 268217 h 459801"/>
              <a:gd name="connsiteX130" fmla="*/ 201163 w 306534"/>
              <a:gd name="connsiteY130" fmla="*/ 283544 h 459801"/>
              <a:gd name="connsiteX131" fmla="*/ 201163 w 306534"/>
              <a:gd name="connsiteY131" fmla="*/ 388915 h 459801"/>
              <a:gd name="connsiteX132" fmla="*/ 216490 w 306534"/>
              <a:gd name="connsiteY132" fmla="*/ 404242 h 459801"/>
              <a:gd name="connsiteX133" fmla="*/ 245227 w 306534"/>
              <a:gd name="connsiteY133" fmla="*/ 404242 h 459801"/>
              <a:gd name="connsiteX134" fmla="*/ 260554 w 306534"/>
              <a:gd name="connsiteY134" fmla="*/ 388915 h 459801"/>
              <a:gd name="connsiteX135" fmla="*/ 260554 w 306534"/>
              <a:gd name="connsiteY135" fmla="*/ 283544 h 459801"/>
              <a:gd name="connsiteX136" fmla="*/ 245227 w 306534"/>
              <a:gd name="connsiteY136" fmla="*/ 268217 h 459801"/>
              <a:gd name="connsiteX137" fmla="*/ 239480 w 306534"/>
              <a:gd name="connsiteY137" fmla="*/ 383168 h 459801"/>
              <a:gd name="connsiteX138" fmla="*/ 220321 w 306534"/>
              <a:gd name="connsiteY138" fmla="*/ 383168 h 459801"/>
              <a:gd name="connsiteX139" fmla="*/ 220321 w 306534"/>
              <a:gd name="connsiteY139" fmla="*/ 287376 h 459801"/>
              <a:gd name="connsiteX140" fmla="*/ 239480 w 306534"/>
              <a:gd name="connsiteY140" fmla="*/ 287376 h 459801"/>
              <a:gd name="connsiteX141" fmla="*/ 239480 w 306534"/>
              <a:gd name="connsiteY141" fmla="*/ 383168 h 45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306534" h="459801">
                <a:moveTo>
                  <a:pt x="287376" y="0"/>
                </a:moveTo>
                <a:lnTo>
                  <a:pt x="19158" y="0"/>
                </a:lnTo>
                <a:cubicBezTo>
                  <a:pt x="7663" y="0"/>
                  <a:pt x="0" y="7663"/>
                  <a:pt x="0" y="19158"/>
                </a:cubicBezTo>
                <a:lnTo>
                  <a:pt x="0" y="440643"/>
                </a:lnTo>
                <a:cubicBezTo>
                  <a:pt x="0" y="452138"/>
                  <a:pt x="7663" y="459801"/>
                  <a:pt x="19158" y="459801"/>
                </a:cubicBezTo>
                <a:lnTo>
                  <a:pt x="287376" y="459801"/>
                </a:lnTo>
                <a:cubicBezTo>
                  <a:pt x="298871" y="459801"/>
                  <a:pt x="306534" y="452138"/>
                  <a:pt x="306534" y="440643"/>
                </a:cubicBezTo>
                <a:lnTo>
                  <a:pt x="306534" y="19158"/>
                </a:lnTo>
                <a:cubicBezTo>
                  <a:pt x="306534" y="7663"/>
                  <a:pt x="298871" y="0"/>
                  <a:pt x="287376" y="0"/>
                </a:cubicBezTo>
                <a:close/>
                <a:moveTo>
                  <a:pt x="287376" y="440643"/>
                </a:moveTo>
                <a:lnTo>
                  <a:pt x="19158" y="440643"/>
                </a:lnTo>
                <a:lnTo>
                  <a:pt x="19158" y="19158"/>
                </a:lnTo>
                <a:lnTo>
                  <a:pt x="287376" y="19158"/>
                </a:lnTo>
                <a:lnTo>
                  <a:pt x="287376" y="440643"/>
                </a:lnTo>
                <a:close/>
                <a:moveTo>
                  <a:pt x="67054" y="153267"/>
                </a:moveTo>
                <a:lnTo>
                  <a:pt x="239480" y="153267"/>
                </a:lnTo>
                <a:cubicBezTo>
                  <a:pt x="250975" y="153267"/>
                  <a:pt x="258638" y="145604"/>
                  <a:pt x="258638" y="134109"/>
                </a:cubicBezTo>
                <a:lnTo>
                  <a:pt x="258638" y="76634"/>
                </a:lnTo>
                <a:cubicBezTo>
                  <a:pt x="258638" y="65138"/>
                  <a:pt x="250975" y="57475"/>
                  <a:pt x="239480" y="57475"/>
                </a:cubicBezTo>
                <a:lnTo>
                  <a:pt x="67054" y="57475"/>
                </a:lnTo>
                <a:cubicBezTo>
                  <a:pt x="55559" y="57475"/>
                  <a:pt x="47896" y="65138"/>
                  <a:pt x="47896" y="76634"/>
                </a:cubicBezTo>
                <a:lnTo>
                  <a:pt x="47896" y="134109"/>
                </a:lnTo>
                <a:cubicBezTo>
                  <a:pt x="47896" y="145604"/>
                  <a:pt x="55559" y="153267"/>
                  <a:pt x="67054" y="153267"/>
                </a:cubicBezTo>
                <a:close/>
                <a:moveTo>
                  <a:pt x="67054" y="76634"/>
                </a:moveTo>
                <a:lnTo>
                  <a:pt x="239480" y="76634"/>
                </a:lnTo>
                <a:lnTo>
                  <a:pt x="239480" y="134109"/>
                </a:lnTo>
                <a:lnTo>
                  <a:pt x="239480" y="134109"/>
                </a:lnTo>
                <a:lnTo>
                  <a:pt x="239480" y="134109"/>
                </a:lnTo>
                <a:lnTo>
                  <a:pt x="67054" y="134109"/>
                </a:lnTo>
                <a:lnTo>
                  <a:pt x="67054" y="76634"/>
                </a:lnTo>
                <a:close/>
                <a:moveTo>
                  <a:pt x="245227" y="191584"/>
                </a:moveTo>
                <a:lnTo>
                  <a:pt x="216490" y="191584"/>
                </a:lnTo>
                <a:cubicBezTo>
                  <a:pt x="208826" y="191584"/>
                  <a:pt x="203079" y="197331"/>
                  <a:pt x="201163" y="206910"/>
                </a:cubicBezTo>
                <a:lnTo>
                  <a:pt x="201163" y="235648"/>
                </a:lnTo>
                <a:cubicBezTo>
                  <a:pt x="201163" y="243311"/>
                  <a:pt x="206910" y="249059"/>
                  <a:pt x="216490" y="250975"/>
                </a:cubicBezTo>
                <a:lnTo>
                  <a:pt x="245227" y="250975"/>
                </a:lnTo>
                <a:cubicBezTo>
                  <a:pt x="252891" y="250975"/>
                  <a:pt x="258638" y="245227"/>
                  <a:pt x="260554" y="235648"/>
                </a:cubicBezTo>
                <a:lnTo>
                  <a:pt x="260554" y="206910"/>
                </a:lnTo>
                <a:cubicBezTo>
                  <a:pt x="258638" y="197331"/>
                  <a:pt x="252891" y="191584"/>
                  <a:pt x="245227" y="191584"/>
                </a:cubicBezTo>
                <a:close/>
                <a:moveTo>
                  <a:pt x="239480" y="229901"/>
                </a:moveTo>
                <a:lnTo>
                  <a:pt x="220321" y="229901"/>
                </a:lnTo>
                <a:lnTo>
                  <a:pt x="220321" y="210742"/>
                </a:lnTo>
                <a:lnTo>
                  <a:pt x="239480" y="210742"/>
                </a:lnTo>
                <a:lnTo>
                  <a:pt x="239480" y="229901"/>
                </a:lnTo>
                <a:close/>
                <a:moveTo>
                  <a:pt x="61307" y="249059"/>
                </a:moveTo>
                <a:lnTo>
                  <a:pt x="90044" y="249059"/>
                </a:lnTo>
                <a:cubicBezTo>
                  <a:pt x="97708" y="249059"/>
                  <a:pt x="103455" y="243311"/>
                  <a:pt x="105371" y="233732"/>
                </a:cubicBezTo>
                <a:lnTo>
                  <a:pt x="105371" y="204995"/>
                </a:lnTo>
                <a:cubicBezTo>
                  <a:pt x="105371" y="197331"/>
                  <a:pt x="99624" y="191584"/>
                  <a:pt x="90044" y="189668"/>
                </a:cubicBezTo>
                <a:lnTo>
                  <a:pt x="61307" y="189668"/>
                </a:lnTo>
                <a:cubicBezTo>
                  <a:pt x="53643" y="189668"/>
                  <a:pt x="47896" y="195415"/>
                  <a:pt x="45980" y="204995"/>
                </a:cubicBezTo>
                <a:lnTo>
                  <a:pt x="45980" y="233732"/>
                </a:lnTo>
                <a:cubicBezTo>
                  <a:pt x="47896" y="243311"/>
                  <a:pt x="53643" y="249059"/>
                  <a:pt x="61307" y="249059"/>
                </a:cubicBezTo>
                <a:close/>
                <a:moveTo>
                  <a:pt x="67054" y="210742"/>
                </a:moveTo>
                <a:lnTo>
                  <a:pt x="86213" y="210742"/>
                </a:lnTo>
                <a:lnTo>
                  <a:pt x="86213" y="229901"/>
                </a:lnTo>
                <a:lnTo>
                  <a:pt x="67054" y="229901"/>
                </a:lnTo>
                <a:lnTo>
                  <a:pt x="67054" y="210742"/>
                </a:lnTo>
                <a:close/>
                <a:moveTo>
                  <a:pt x="168594" y="191584"/>
                </a:moveTo>
                <a:lnTo>
                  <a:pt x="139856" y="191584"/>
                </a:lnTo>
                <a:cubicBezTo>
                  <a:pt x="132193" y="191584"/>
                  <a:pt x="126445" y="197331"/>
                  <a:pt x="124529" y="206910"/>
                </a:cubicBezTo>
                <a:lnTo>
                  <a:pt x="124529" y="235648"/>
                </a:lnTo>
                <a:cubicBezTo>
                  <a:pt x="124529" y="243311"/>
                  <a:pt x="130277" y="249059"/>
                  <a:pt x="139856" y="250975"/>
                </a:cubicBezTo>
                <a:lnTo>
                  <a:pt x="168594" y="250975"/>
                </a:lnTo>
                <a:cubicBezTo>
                  <a:pt x="176257" y="250975"/>
                  <a:pt x="182005" y="245227"/>
                  <a:pt x="183920" y="235648"/>
                </a:cubicBezTo>
                <a:lnTo>
                  <a:pt x="183920" y="206910"/>
                </a:lnTo>
                <a:cubicBezTo>
                  <a:pt x="182005" y="197331"/>
                  <a:pt x="176257" y="191584"/>
                  <a:pt x="168594" y="191584"/>
                </a:cubicBezTo>
                <a:close/>
                <a:moveTo>
                  <a:pt x="162846" y="229901"/>
                </a:moveTo>
                <a:lnTo>
                  <a:pt x="143688" y="229901"/>
                </a:lnTo>
                <a:lnTo>
                  <a:pt x="143688" y="210742"/>
                </a:lnTo>
                <a:lnTo>
                  <a:pt x="162846" y="210742"/>
                </a:lnTo>
                <a:lnTo>
                  <a:pt x="162846" y="229901"/>
                </a:lnTo>
                <a:close/>
                <a:moveTo>
                  <a:pt x="61307" y="325692"/>
                </a:moveTo>
                <a:lnTo>
                  <a:pt x="90044" y="325692"/>
                </a:lnTo>
                <a:cubicBezTo>
                  <a:pt x="97708" y="325692"/>
                  <a:pt x="103455" y="319945"/>
                  <a:pt x="105371" y="310366"/>
                </a:cubicBezTo>
                <a:lnTo>
                  <a:pt x="105371" y="281628"/>
                </a:lnTo>
                <a:cubicBezTo>
                  <a:pt x="105371" y="273965"/>
                  <a:pt x="99624" y="268217"/>
                  <a:pt x="90044" y="266301"/>
                </a:cubicBezTo>
                <a:lnTo>
                  <a:pt x="61307" y="266301"/>
                </a:lnTo>
                <a:cubicBezTo>
                  <a:pt x="53643" y="266301"/>
                  <a:pt x="47896" y="272049"/>
                  <a:pt x="45980" y="281628"/>
                </a:cubicBezTo>
                <a:lnTo>
                  <a:pt x="45980" y="310366"/>
                </a:lnTo>
                <a:cubicBezTo>
                  <a:pt x="47896" y="319945"/>
                  <a:pt x="53643" y="325692"/>
                  <a:pt x="61307" y="325692"/>
                </a:cubicBezTo>
                <a:close/>
                <a:moveTo>
                  <a:pt x="67054" y="287376"/>
                </a:moveTo>
                <a:lnTo>
                  <a:pt x="86213" y="287376"/>
                </a:lnTo>
                <a:lnTo>
                  <a:pt x="86213" y="306534"/>
                </a:lnTo>
                <a:lnTo>
                  <a:pt x="67054" y="306534"/>
                </a:lnTo>
                <a:lnTo>
                  <a:pt x="67054" y="287376"/>
                </a:lnTo>
                <a:close/>
                <a:moveTo>
                  <a:pt x="168594" y="268217"/>
                </a:moveTo>
                <a:lnTo>
                  <a:pt x="139856" y="268217"/>
                </a:lnTo>
                <a:cubicBezTo>
                  <a:pt x="132193" y="268217"/>
                  <a:pt x="126445" y="273965"/>
                  <a:pt x="124529" y="283544"/>
                </a:cubicBezTo>
                <a:lnTo>
                  <a:pt x="124529" y="312282"/>
                </a:lnTo>
                <a:cubicBezTo>
                  <a:pt x="124529" y="319945"/>
                  <a:pt x="130277" y="325692"/>
                  <a:pt x="139856" y="327608"/>
                </a:cubicBezTo>
                <a:lnTo>
                  <a:pt x="168594" y="327608"/>
                </a:lnTo>
                <a:cubicBezTo>
                  <a:pt x="176257" y="327608"/>
                  <a:pt x="182005" y="321861"/>
                  <a:pt x="183920" y="312282"/>
                </a:cubicBezTo>
                <a:lnTo>
                  <a:pt x="183920" y="283544"/>
                </a:lnTo>
                <a:cubicBezTo>
                  <a:pt x="182005" y="273965"/>
                  <a:pt x="176257" y="268217"/>
                  <a:pt x="168594" y="268217"/>
                </a:cubicBezTo>
                <a:close/>
                <a:moveTo>
                  <a:pt x="162846" y="306534"/>
                </a:moveTo>
                <a:lnTo>
                  <a:pt x="143688" y="306534"/>
                </a:lnTo>
                <a:lnTo>
                  <a:pt x="143688" y="287376"/>
                </a:lnTo>
                <a:lnTo>
                  <a:pt x="162846" y="287376"/>
                </a:lnTo>
                <a:lnTo>
                  <a:pt x="162846" y="306534"/>
                </a:lnTo>
                <a:close/>
                <a:moveTo>
                  <a:pt x="61307" y="402326"/>
                </a:moveTo>
                <a:lnTo>
                  <a:pt x="90044" y="402326"/>
                </a:lnTo>
                <a:cubicBezTo>
                  <a:pt x="97708" y="402326"/>
                  <a:pt x="103455" y="396578"/>
                  <a:pt x="105371" y="386999"/>
                </a:cubicBezTo>
                <a:lnTo>
                  <a:pt x="105371" y="358262"/>
                </a:lnTo>
                <a:cubicBezTo>
                  <a:pt x="105371" y="350598"/>
                  <a:pt x="99624" y="344851"/>
                  <a:pt x="90044" y="342935"/>
                </a:cubicBezTo>
                <a:lnTo>
                  <a:pt x="61307" y="342935"/>
                </a:lnTo>
                <a:cubicBezTo>
                  <a:pt x="53643" y="342935"/>
                  <a:pt x="47896" y="348682"/>
                  <a:pt x="45980" y="358262"/>
                </a:cubicBezTo>
                <a:lnTo>
                  <a:pt x="45980" y="386999"/>
                </a:lnTo>
                <a:cubicBezTo>
                  <a:pt x="47896" y="396578"/>
                  <a:pt x="53643" y="402326"/>
                  <a:pt x="61307" y="402326"/>
                </a:cubicBezTo>
                <a:close/>
                <a:moveTo>
                  <a:pt x="67054" y="364009"/>
                </a:moveTo>
                <a:lnTo>
                  <a:pt x="86213" y="364009"/>
                </a:lnTo>
                <a:lnTo>
                  <a:pt x="86213" y="383168"/>
                </a:lnTo>
                <a:lnTo>
                  <a:pt x="67054" y="383168"/>
                </a:lnTo>
                <a:lnTo>
                  <a:pt x="67054" y="364009"/>
                </a:lnTo>
                <a:close/>
                <a:moveTo>
                  <a:pt x="168594" y="344851"/>
                </a:moveTo>
                <a:lnTo>
                  <a:pt x="139856" y="344851"/>
                </a:lnTo>
                <a:cubicBezTo>
                  <a:pt x="132193" y="344851"/>
                  <a:pt x="126445" y="350598"/>
                  <a:pt x="124529" y="360177"/>
                </a:cubicBezTo>
                <a:lnTo>
                  <a:pt x="124529" y="388915"/>
                </a:lnTo>
                <a:cubicBezTo>
                  <a:pt x="124529" y="396578"/>
                  <a:pt x="130277" y="402326"/>
                  <a:pt x="139856" y="404242"/>
                </a:cubicBezTo>
                <a:lnTo>
                  <a:pt x="168594" y="404242"/>
                </a:lnTo>
                <a:cubicBezTo>
                  <a:pt x="176257" y="404242"/>
                  <a:pt x="182005" y="398494"/>
                  <a:pt x="183920" y="388915"/>
                </a:cubicBezTo>
                <a:lnTo>
                  <a:pt x="183920" y="360177"/>
                </a:lnTo>
                <a:cubicBezTo>
                  <a:pt x="182005" y="350598"/>
                  <a:pt x="176257" y="344851"/>
                  <a:pt x="168594" y="344851"/>
                </a:cubicBezTo>
                <a:close/>
                <a:moveTo>
                  <a:pt x="162846" y="383168"/>
                </a:moveTo>
                <a:lnTo>
                  <a:pt x="143688" y="383168"/>
                </a:lnTo>
                <a:lnTo>
                  <a:pt x="143688" y="364009"/>
                </a:lnTo>
                <a:lnTo>
                  <a:pt x="162846" y="364009"/>
                </a:lnTo>
                <a:lnTo>
                  <a:pt x="162846" y="383168"/>
                </a:lnTo>
                <a:close/>
                <a:moveTo>
                  <a:pt x="245227" y="268217"/>
                </a:moveTo>
                <a:lnTo>
                  <a:pt x="216490" y="268217"/>
                </a:lnTo>
                <a:cubicBezTo>
                  <a:pt x="208826" y="268217"/>
                  <a:pt x="203079" y="273965"/>
                  <a:pt x="201163" y="283544"/>
                </a:cubicBezTo>
                <a:lnTo>
                  <a:pt x="201163" y="388915"/>
                </a:lnTo>
                <a:cubicBezTo>
                  <a:pt x="201163" y="396578"/>
                  <a:pt x="206910" y="402326"/>
                  <a:pt x="216490" y="404242"/>
                </a:cubicBezTo>
                <a:lnTo>
                  <a:pt x="245227" y="404242"/>
                </a:lnTo>
                <a:cubicBezTo>
                  <a:pt x="252891" y="404242"/>
                  <a:pt x="258638" y="398494"/>
                  <a:pt x="260554" y="388915"/>
                </a:cubicBezTo>
                <a:lnTo>
                  <a:pt x="260554" y="283544"/>
                </a:lnTo>
                <a:cubicBezTo>
                  <a:pt x="258638" y="273965"/>
                  <a:pt x="252891" y="268217"/>
                  <a:pt x="245227" y="268217"/>
                </a:cubicBezTo>
                <a:close/>
                <a:moveTo>
                  <a:pt x="239480" y="383168"/>
                </a:moveTo>
                <a:lnTo>
                  <a:pt x="220321" y="383168"/>
                </a:lnTo>
                <a:lnTo>
                  <a:pt x="220321" y="287376"/>
                </a:lnTo>
                <a:lnTo>
                  <a:pt x="239480" y="287376"/>
                </a:lnTo>
                <a:lnTo>
                  <a:pt x="239480" y="38316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7" name="Graphic 4" descr="Blank laptop icon.">
            <a:extLst>
              <a:ext uri="{FF2B5EF4-FFF2-40B4-BE49-F238E27FC236}">
                <a16:creationId xmlns:a16="http://schemas.microsoft.com/office/drawing/2014/main" id="{1A71D342-3791-4422-9583-47B65EFD42E1}"/>
              </a:ext>
            </a:extLst>
          </p:cNvPr>
          <p:cNvSpPr/>
          <p:nvPr/>
        </p:nvSpPr>
        <p:spPr>
          <a:xfrm>
            <a:off x="3403142" y="2433593"/>
            <a:ext cx="459801" cy="344850"/>
          </a:xfrm>
          <a:custGeom>
            <a:avLst/>
            <a:gdLst>
              <a:gd name="connsiteX0" fmla="*/ 444474 w 459801"/>
              <a:gd name="connsiteY0" fmla="*/ 287376 h 344850"/>
              <a:gd name="connsiteX1" fmla="*/ 440643 w 459801"/>
              <a:gd name="connsiteY1" fmla="*/ 287376 h 344850"/>
              <a:gd name="connsiteX2" fmla="*/ 440643 w 459801"/>
              <a:gd name="connsiteY2" fmla="*/ 19158 h 344850"/>
              <a:gd name="connsiteX3" fmla="*/ 421484 w 459801"/>
              <a:gd name="connsiteY3" fmla="*/ 0 h 344850"/>
              <a:gd name="connsiteX4" fmla="*/ 38317 w 459801"/>
              <a:gd name="connsiteY4" fmla="*/ 0 h 344850"/>
              <a:gd name="connsiteX5" fmla="*/ 19158 w 459801"/>
              <a:gd name="connsiteY5" fmla="*/ 19158 h 344850"/>
              <a:gd name="connsiteX6" fmla="*/ 19158 w 459801"/>
              <a:gd name="connsiteY6" fmla="*/ 287376 h 344850"/>
              <a:gd name="connsiteX7" fmla="*/ 13411 w 459801"/>
              <a:gd name="connsiteY7" fmla="*/ 287376 h 344850"/>
              <a:gd name="connsiteX8" fmla="*/ 0 w 459801"/>
              <a:gd name="connsiteY8" fmla="*/ 302702 h 344850"/>
              <a:gd name="connsiteX9" fmla="*/ 0 w 459801"/>
              <a:gd name="connsiteY9" fmla="*/ 302702 h 344850"/>
              <a:gd name="connsiteX10" fmla="*/ 42148 w 459801"/>
              <a:gd name="connsiteY10" fmla="*/ 344851 h 344850"/>
              <a:gd name="connsiteX11" fmla="*/ 417653 w 459801"/>
              <a:gd name="connsiteY11" fmla="*/ 344851 h 344850"/>
              <a:gd name="connsiteX12" fmla="*/ 459801 w 459801"/>
              <a:gd name="connsiteY12" fmla="*/ 302702 h 344850"/>
              <a:gd name="connsiteX13" fmla="*/ 444474 w 459801"/>
              <a:gd name="connsiteY13" fmla="*/ 287376 h 344850"/>
              <a:gd name="connsiteX14" fmla="*/ 38317 w 459801"/>
              <a:gd name="connsiteY14" fmla="*/ 19158 h 344850"/>
              <a:gd name="connsiteX15" fmla="*/ 421484 w 459801"/>
              <a:gd name="connsiteY15" fmla="*/ 19158 h 344850"/>
              <a:gd name="connsiteX16" fmla="*/ 421484 w 459801"/>
              <a:gd name="connsiteY16" fmla="*/ 287376 h 344850"/>
              <a:gd name="connsiteX17" fmla="*/ 38317 w 459801"/>
              <a:gd name="connsiteY17" fmla="*/ 287376 h 344850"/>
              <a:gd name="connsiteX18" fmla="*/ 38317 w 459801"/>
              <a:gd name="connsiteY18" fmla="*/ 19158 h 344850"/>
              <a:gd name="connsiteX19" fmla="*/ 417653 w 459801"/>
              <a:gd name="connsiteY19" fmla="*/ 325692 h 344850"/>
              <a:gd name="connsiteX20" fmla="*/ 42148 w 459801"/>
              <a:gd name="connsiteY20" fmla="*/ 325692 h 344850"/>
              <a:gd name="connsiteX21" fmla="*/ 19158 w 459801"/>
              <a:gd name="connsiteY21" fmla="*/ 306534 h 344850"/>
              <a:gd name="connsiteX22" fmla="*/ 440643 w 459801"/>
              <a:gd name="connsiteY22" fmla="*/ 306534 h 344850"/>
              <a:gd name="connsiteX23" fmla="*/ 417653 w 459801"/>
              <a:gd name="connsiteY23" fmla="*/ 325692 h 344850"/>
              <a:gd name="connsiteX24" fmla="*/ 383168 w 459801"/>
              <a:gd name="connsiteY24" fmla="*/ 268217 h 344850"/>
              <a:gd name="connsiteX25" fmla="*/ 76634 w 459801"/>
              <a:gd name="connsiteY25" fmla="*/ 268217 h 344850"/>
              <a:gd name="connsiteX26" fmla="*/ 57475 w 459801"/>
              <a:gd name="connsiteY26" fmla="*/ 249059 h 344850"/>
              <a:gd name="connsiteX27" fmla="*/ 57475 w 459801"/>
              <a:gd name="connsiteY27" fmla="*/ 57475 h 344850"/>
              <a:gd name="connsiteX28" fmla="*/ 76634 w 459801"/>
              <a:gd name="connsiteY28" fmla="*/ 38317 h 344850"/>
              <a:gd name="connsiteX29" fmla="*/ 383168 w 459801"/>
              <a:gd name="connsiteY29" fmla="*/ 38317 h 344850"/>
              <a:gd name="connsiteX30" fmla="*/ 402326 w 459801"/>
              <a:gd name="connsiteY30" fmla="*/ 57475 h 344850"/>
              <a:gd name="connsiteX31" fmla="*/ 402326 w 459801"/>
              <a:gd name="connsiteY31" fmla="*/ 249059 h 344850"/>
              <a:gd name="connsiteX32" fmla="*/ 383168 w 459801"/>
              <a:gd name="connsiteY32" fmla="*/ 268217 h 344850"/>
              <a:gd name="connsiteX33" fmla="*/ 76634 w 459801"/>
              <a:gd name="connsiteY33" fmla="*/ 57475 h 344850"/>
              <a:gd name="connsiteX34" fmla="*/ 76634 w 459801"/>
              <a:gd name="connsiteY34" fmla="*/ 249059 h 344850"/>
              <a:gd name="connsiteX35" fmla="*/ 383168 w 459801"/>
              <a:gd name="connsiteY35" fmla="*/ 249059 h 344850"/>
              <a:gd name="connsiteX36" fmla="*/ 383168 w 459801"/>
              <a:gd name="connsiteY36" fmla="*/ 57475 h 344850"/>
              <a:gd name="connsiteX37" fmla="*/ 76634 w 459801"/>
              <a:gd name="connsiteY37" fmla="*/ 57475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59801" h="344850">
                <a:moveTo>
                  <a:pt x="444474" y="287376"/>
                </a:moveTo>
                <a:lnTo>
                  <a:pt x="440643" y="287376"/>
                </a:lnTo>
                <a:lnTo>
                  <a:pt x="440643" y="19158"/>
                </a:lnTo>
                <a:cubicBezTo>
                  <a:pt x="440643" y="7663"/>
                  <a:pt x="432979" y="0"/>
                  <a:pt x="421484" y="0"/>
                </a:cubicBezTo>
                <a:lnTo>
                  <a:pt x="38317" y="0"/>
                </a:lnTo>
                <a:cubicBezTo>
                  <a:pt x="26822" y="0"/>
                  <a:pt x="19158" y="7663"/>
                  <a:pt x="19158" y="19158"/>
                </a:cubicBezTo>
                <a:lnTo>
                  <a:pt x="19158" y="287376"/>
                </a:lnTo>
                <a:lnTo>
                  <a:pt x="13411" y="287376"/>
                </a:lnTo>
                <a:cubicBezTo>
                  <a:pt x="5748" y="287376"/>
                  <a:pt x="0" y="295039"/>
                  <a:pt x="0" y="302702"/>
                </a:cubicBezTo>
                <a:cubicBezTo>
                  <a:pt x="0" y="302702"/>
                  <a:pt x="0" y="302702"/>
                  <a:pt x="0" y="302702"/>
                </a:cubicBezTo>
                <a:cubicBezTo>
                  <a:pt x="0" y="325692"/>
                  <a:pt x="19158" y="344851"/>
                  <a:pt x="42148" y="344851"/>
                </a:cubicBezTo>
                <a:lnTo>
                  <a:pt x="417653" y="344851"/>
                </a:lnTo>
                <a:cubicBezTo>
                  <a:pt x="440643" y="344851"/>
                  <a:pt x="459801" y="325692"/>
                  <a:pt x="459801" y="302702"/>
                </a:cubicBezTo>
                <a:cubicBezTo>
                  <a:pt x="459801" y="295039"/>
                  <a:pt x="452138" y="287376"/>
                  <a:pt x="444474" y="287376"/>
                </a:cubicBezTo>
                <a:close/>
                <a:moveTo>
                  <a:pt x="38317" y="19158"/>
                </a:moveTo>
                <a:lnTo>
                  <a:pt x="421484" y="19158"/>
                </a:lnTo>
                <a:lnTo>
                  <a:pt x="421484" y="287376"/>
                </a:lnTo>
                <a:lnTo>
                  <a:pt x="38317" y="287376"/>
                </a:lnTo>
                <a:lnTo>
                  <a:pt x="38317" y="19158"/>
                </a:lnTo>
                <a:close/>
                <a:moveTo>
                  <a:pt x="417653" y="325692"/>
                </a:moveTo>
                <a:lnTo>
                  <a:pt x="42148" y="325692"/>
                </a:lnTo>
                <a:cubicBezTo>
                  <a:pt x="30653" y="325692"/>
                  <a:pt x="21074" y="318029"/>
                  <a:pt x="19158" y="306534"/>
                </a:cubicBezTo>
                <a:lnTo>
                  <a:pt x="440643" y="306534"/>
                </a:lnTo>
                <a:cubicBezTo>
                  <a:pt x="438727" y="318029"/>
                  <a:pt x="429148" y="325692"/>
                  <a:pt x="417653" y="325692"/>
                </a:cubicBezTo>
                <a:close/>
                <a:moveTo>
                  <a:pt x="383168" y="268217"/>
                </a:moveTo>
                <a:lnTo>
                  <a:pt x="76634" y="268217"/>
                </a:lnTo>
                <a:cubicBezTo>
                  <a:pt x="65138" y="268217"/>
                  <a:pt x="57475" y="260554"/>
                  <a:pt x="57475" y="249059"/>
                </a:cubicBezTo>
                <a:lnTo>
                  <a:pt x="57475" y="57475"/>
                </a:lnTo>
                <a:cubicBezTo>
                  <a:pt x="57475" y="45980"/>
                  <a:pt x="65138" y="38317"/>
                  <a:pt x="76634" y="38317"/>
                </a:cubicBezTo>
                <a:lnTo>
                  <a:pt x="383168" y="38317"/>
                </a:lnTo>
                <a:cubicBezTo>
                  <a:pt x="394663" y="38317"/>
                  <a:pt x="402326" y="45980"/>
                  <a:pt x="402326" y="57475"/>
                </a:cubicBezTo>
                <a:lnTo>
                  <a:pt x="402326" y="249059"/>
                </a:lnTo>
                <a:cubicBezTo>
                  <a:pt x="402326" y="260554"/>
                  <a:pt x="394663" y="268217"/>
                  <a:pt x="383168" y="268217"/>
                </a:cubicBezTo>
                <a:close/>
                <a:moveTo>
                  <a:pt x="76634" y="57475"/>
                </a:moveTo>
                <a:lnTo>
                  <a:pt x="76634" y="249059"/>
                </a:lnTo>
                <a:lnTo>
                  <a:pt x="383168" y="249059"/>
                </a:lnTo>
                <a:lnTo>
                  <a:pt x="383168" y="57475"/>
                </a:lnTo>
                <a:lnTo>
                  <a:pt x="76634" y="5747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128" descr="Laptop icon.">
            <a:extLst>
              <a:ext uri="{FF2B5EF4-FFF2-40B4-BE49-F238E27FC236}">
                <a16:creationId xmlns:a16="http://schemas.microsoft.com/office/drawing/2014/main" id="{A162E242-CCC9-487C-A968-B49CAE1EF464}"/>
              </a:ext>
            </a:extLst>
          </p:cNvPr>
          <p:cNvSpPr>
            <a:spLocks noChangeAspect="1"/>
          </p:cNvSpPr>
          <p:nvPr/>
        </p:nvSpPr>
        <p:spPr>
          <a:xfrm>
            <a:off x="4629031" y="2434555"/>
            <a:ext cx="458518" cy="343888"/>
          </a:xfrm>
          <a:custGeom>
            <a:avLst/>
            <a:gdLst>
              <a:gd name="connsiteX0" fmla="*/ 443234 w 458518"/>
              <a:gd name="connsiteY0" fmla="*/ 286574 h 343888"/>
              <a:gd name="connsiteX1" fmla="*/ 439413 w 458518"/>
              <a:gd name="connsiteY1" fmla="*/ 286574 h 343888"/>
              <a:gd name="connsiteX2" fmla="*/ 439413 w 458518"/>
              <a:gd name="connsiteY2" fmla="*/ 19105 h 343888"/>
              <a:gd name="connsiteX3" fmla="*/ 420308 w 458518"/>
              <a:gd name="connsiteY3" fmla="*/ 0 h 343888"/>
              <a:gd name="connsiteX4" fmla="*/ 38210 w 458518"/>
              <a:gd name="connsiteY4" fmla="*/ 0 h 343888"/>
              <a:gd name="connsiteX5" fmla="*/ 19105 w 458518"/>
              <a:gd name="connsiteY5" fmla="*/ 19105 h 343888"/>
              <a:gd name="connsiteX6" fmla="*/ 19105 w 458518"/>
              <a:gd name="connsiteY6" fmla="*/ 286574 h 343888"/>
              <a:gd name="connsiteX7" fmla="*/ 13373 w 458518"/>
              <a:gd name="connsiteY7" fmla="*/ 286574 h 343888"/>
              <a:gd name="connsiteX8" fmla="*/ 0 w 458518"/>
              <a:gd name="connsiteY8" fmla="*/ 301858 h 343888"/>
              <a:gd name="connsiteX9" fmla="*/ 0 w 458518"/>
              <a:gd name="connsiteY9" fmla="*/ 301858 h 343888"/>
              <a:gd name="connsiteX10" fmla="*/ 42031 w 458518"/>
              <a:gd name="connsiteY10" fmla="*/ 343889 h 343888"/>
              <a:gd name="connsiteX11" fmla="*/ 416487 w 458518"/>
              <a:gd name="connsiteY11" fmla="*/ 343889 h 343888"/>
              <a:gd name="connsiteX12" fmla="*/ 458518 w 458518"/>
              <a:gd name="connsiteY12" fmla="*/ 301858 h 343888"/>
              <a:gd name="connsiteX13" fmla="*/ 443234 w 458518"/>
              <a:gd name="connsiteY13" fmla="*/ 286574 h 343888"/>
              <a:gd name="connsiteX14" fmla="*/ 38210 w 458518"/>
              <a:gd name="connsiteY14" fmla="*/ 19105 h 343888"/>
              <a:gd name="connsiteX15" fmla="*/ 420308 w 458518"/>
              <a:gd name="connsiteY15" fmla="*/ 19105 h 343888"/>
              <a:gd name="connsiteX16" fmla="*/ 420308 w 458518"/>
              <a:gd name="connsiteY16" fmla="*/ 286574 h 343888"/>
              <a:gd name="connsiteX17" fmla="*/ 38210 w 458518"/>
              <a:gd name="connsiteY17" fmla="*/ 286574 h 343888"/>
              <a:gd name="connsiteX18" fmla="*/ 38210 w 458518"/>
              <a:gd name="connsiteY18" fmla="*/ 19105 h 343888"/>
              <a:gd name="connsiteX19" fmla="*/ 38210 w 458518"/>
              <a:gd name="connsiteY19" fmla="*/ 19105 h 343888"/>
              <a:gd name="connsiteX20" fmla="*/ 416487 w 458518"/>
              <a:gd name="connsiteY20" fmla="*/ 324784 h 343888"/>
              <a:gd name="connsiteX21" fmla="*/ 42031 w 458518"/>
              <a:gd name="connsiteY21" fmla="*/ 324784 h 343888"/>
              <a:gd name="connsiteX22" fmla="*/ 19105 w 458518"/>
              <a:gd name="connsiteY22" fmla="*/ 305679 h 343888"/>
              <a:gd name="connsiteX23" fmla="*/ 439413 w 458518"/>
              <a:gd name="connsiteY23" fmla="*/ 305679 h 343888"/>
              <a:gd name="connsiteX24" fmla="*/ 416487 w 458518"/>
              <a:gd name="connsiteY24" fmla="*/ 324784 h 343888"/>
              <a:gd name="connsiteX25" fmla="*/ 76420 w 458518"/>
              <a:gd name="connsiteY25" fmla="*/ 267469 h 343888"/>
              <a:gd name="connsiteX26" fmla="*/ 382098 w 458518"/>
              <a:gd name="connsiteY26" fmla="*/ 267469 h 343888"/>
              <a:gd name="connsiteX27" fmla="*/ 401203 w 458518"/>
              <a:gd name="connsiteY27" fmla="*/ 248364 h 343888"/>
              <a:gd name="connsiteX28" fmla="*/ 401203 w 458518"/>
              <a:gd name="connsiteY28" fmla="*/ 57315 h 343888"/>
              <a:gd name="connsiteX29" fmla="*/ 382098 w 458518"/>
              <a:gd name="connsiteY29" fmla="*/ 38210 h 343888"/>
              <a:gd name="connsiteX30" fmla="*/ 76420 w 458518"/>
              <a:gd name="connsiteY30" fmla="*/ 38210 h 343888"/>
              <a:gd name="connsiteX31" fmla="*/ 57315 w 458518"/>
              <a:gd name="connsiteY31" fmla="*/ 57315 h 343888"/>
              <a:gd name="connsiteX32" fmla="*/ 57315 w 458518"/>
              <a:gd name="connsiteY32" fmla="*/ 248364 h 343888"/>
              <a:gd name="connsiteX33" fmla="*/ 76420 w 458518"/>
              <a:gd name="connsiteY33" fmla="*/ 267469 h 343888"/>
              <a:gd name="connsiteX34" fmla="*/ 76420 w 458518"/>
              <a:gd name="connsiteY34" fmla="*/ 57315 h 343888"/>
              <a:gd name="connsiteX35" fmla="*/ 382098 w 458518"/>
              <a:gd name="connsiteY35" fmla="*/ 57315 h 343888"/>
              <a:gd name="connsiteX36" fmla="*/ 382098 w 458518"/>
              <a:gd name="connsiteY36" fmla="*/ 248364 h 343888"/>
              <a:gd name="connsiteX37" fmla="*/ 382098 w 458518"/>
              <a:gd name="connsiteY37" fmla="*/ 248364 h 343888"/>
              <a:gd name="connsiteX38" fmla="*/ 382098 w 458518"/>
              <a:gd name="connsiteY38" fmla="*/ 248364 h 343888"/>
              <a:gd name="connsiteX39" fmla="*/ 76420 w 458518"/>
              <a:gd name="connsiteY39" fmla="*/ 248364 h 343888"/>
              <a:gd name="connsiteX40" fmla="*/ 76420 w 458518"/>
              <a:gd name="connsiteY40" fmla="*/ 57315 h 343888"/>
              <a:gd name="connsiteX41" fmla="*/ 133734 w 458518"/>
              <a:gd name="connsiteY41" fmla="*/ 114630 h 343888"/>
              <a:gd name="connsiteX42" fmla="*/ 322873 w 458518"/>
              <a:gd name="connsiteY42" fmla="*/ 114630 h 343888"/>
              <a:gd name="connsiteX43" fmla="*/ 322873 w 458518"/>
              <a:gd name="connsiteY43" fmla="*/ 133734 h 343888"/>
              <a:gd name="connsiteX44" fmla="*/ 133734 w 458518"/>
              <a:gd name="connsiteY44" fmla="*/ 133734 h 343888"/>
              <a:gd name="connsiteX45" fmla="*/ 133734 w 458518"/>
              <a:gd name="connsiteY45" fmla="*/ 114630 h 343888"/>
              <a:gd name="connsiteX46" fmla="*/ 133734 w 458518"/>
              <a:gd name="connsiteY46" fmla="*/ 171944 h 343888"/>
              <a:gd name="connsiteX47" fmla="*/ 267469 w 458518"/>
              <a:gd name="connsiteY47" fmla="*/ 171944 h 343888"/>
              <a:gd name="connsiteX48" fmla="*/ 267469 w 458518"/>
              <a:gd name="connsiteY48" fmla="*/ 191049 h 343888"/>
              <a:gd name="connsiteX49" fmla="*/ 133734 w 458518"/>
              <a:gd name="connsiteY49" fmla="*/ 191049 h 343888"/>
              <a:gd name="connsiteX50" fmla="*/ 133734 w 458518"/>
              <a:gd name="connsiteY50" fmla="*/ 17194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58518" h="343888">
                <a:moveTo>
                  <a:pt x="443234" y="286574"/>
                </a:moveTo>
                <a:lnTo>
                  <a:pt x="439413" y="286574"/>
                </a:lnTo>
                <a:lnTo>
                  <a:pt x="439413" y="19105"/>
                </a:lnTo>
                <a:cubicBezTo>
                  <a:pt x="439413" y="7642"/>
                  <a:pt x="431771" y="0"/>
                  <a:pt x="420308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286574"/>
                </a:lnTo>
                <a:lnTo>
                  <a:pt x="13373" y="286574"/>
                </a:lnTo>
                <a:cubicBezTo>
                  <a:pt x="5731" y="286574"/>
                  <a:pt x="0" y="294216"/>
                  <a:pt x="0" y="301858"/>
                </a:cubicBezTo>
                <a:cubicBezTo>
                  <a:pt x="0" y="301858"/>
                  <a:pt x="0" y="301858"/>
                  <a:pt x="0" y="301858"/>
                </a:cubicBezTo>
                <a:cubicBezTo>
                  <a:pt x="0" y="324784"/>
                  <a:pt x="19105" y="343889"/>
                  <a:pt x="42031" y="343889"/>
                </a:cubicBezTo>
                <a:lnTo>
                  <a:pt x="416487" y="343889"/>
                </a:lnTo>
                <a:cubicBezTo>
                  <a:pt x="439413" y="343889"/>
                  <a:pt x="458518" y="324784"/>
                  <a:pt x="458518" y="301858"/>
                </a:cubicBezTo>
                <a:cubicBezTo>
                  <a:pt x="458518" y="294216"/>
                  <a:pt x="450876" y="286574"/>
                  <a:pt x="443234" y="286574"/>
                </a:cubicBezTo>
                <a:close/>
                <a:moveTo>
                  <a:pt x="38210" y="19105"/>
                </a:moveTo>
                <a:lnTo>
                  <a:pt x="420308" y="19105"/>
                </a:lnTo>
                <a:lnTo>
                  <a:pt x="420308" y="286574"/>
                </a:lnTo>
                <a:lnTo>
                  <a:pt x="38210" y="286574"/>
                </a:lnTo>
                <a:lnTo>
                  <a:pt x="38210" y="19105"/>
                </a:lnTo>
                <a:lnTo>
                  <a:pt x="38210" y="19105"/>
                </a:lnTo>
                <a:moveTo>
                  <a:pt x="416487" y="324784"/>
                </a:moveTo>
                <a:lnTo>
                  <a:pt x="42031" y="324784"/>
                </a:lnTo>
                <a:cubicBezTo>
                  <a:pt x="30568" y="324784"/>
                  <a:pt x="21015" y="317142"/>
                  <a:pt x="19105" y="305679"/>
                </a:cubicBezTo>
                <a:lnTo>
                  <a:pt x="439413" y="305679"/>
                </a:lnTo>
                <a:cubicBezTo>
                  <a:pt x="437503" y="317142"/>
                  <a:pt x="427950" y="324784"/>
                  <a:pt x="416487" y="324784"/>
                </a:cubicBezTo>
                <a:close/>
                <a:moveTo>
                  <a:pt x="76420" y="267469"/>
                </a:moveTo>
                <a:lnTo>
                  <a:pt x="382098" y="267469"/>
                </a:lnTo>
                <a:cubicBezTo>
                  <a:pt x="393561" y="267469"/>
                  <a:pt x="401203" y="259827"/>
                  <a:pt x="401203" y="248364"/>
                </a:cubicBezTo>
                <a:lnTo>
                  <a:pt x="401203" y="57315"/>
                </a:lnTo>
                <a:cubicBezTo>
                  <a:pt x="401203" y="45852"/>
                  <a:pt x="393561" y="38210"/>
                  <a:pt x="382098" y="38210"/>
                </a:cubicBezTo>
                <a:lnTo>
                  <a:pt x="76420" y="38210"/>
                </a:lnTo>
                <a:cubicBezTo>
                  <a:pt x="64957" y="38210"/>
                  <a:pt x="57315" y="45852"/>
                  <a:pt x="57315" y="57315"/>
                </a:cubicBezTo>
                <a:lnTo>
                  <a:pt x="57315" y="248364"/>
                </a:lnTo>
                <a:cubicBezTo>
                  <a:pt x="57315" y="259827"/>
                  <a:pt x="64957" y="267469"/>
                  <a:pt x="76420" y="267469"/>
                </a:cubicBezTo>
                <a:close/>
                <a:moveTo>
                  <a:pt x="76420" y="57315"/>
                </a:moveTo>
                <a:lnTo>
                  <a:pt x="382098" y="57315"/>
                </a:lnTo>
                <a:lnTo>
                  <a:pt x="382098" y="248364"/>
                </a:lnTo>
                <a:lnTo>
                  <a:pt x="382098" y="248364"/>
                </a:lnTo>
                <a:lnTo>
                  <a:pt x="382098" y="248364"/>
                </a:lnTo>
                <a:lnTo>
                  <a:pt x="76420" y="248364"/>
                </a:lnTo>
                <a:lnTo>
                  <a:pt x="76420" y="57315"/>
                </a:lnTo>
                <a:close/>
                <a:moveTo>
                  <a:pt x="133734" y="114630"/>
                </a:moveTo>
                <a:lnTo>
                  <a:pt x="322873" y="114630"/>
                </a:lnTo>
                <a:lnTo>
                  <a:pt x="322873" y="133734"/>
                </a:lnTo>
                <a:lnTo>
                  <a:pt x="133734" y="133734"/>
                </a:lnTo>
                <a:lnTo>
                  <a:pt x="133734" y="114630"/>
                </a:lnTo>
                <a:close/>
                <a:moveTo>
                  <a:pt x="133734" y="171944"/>
                </a:moveTo>
                <a:lnTo>
                  <a:pt x="267469" y="171944"/>
                </a:lnTo>
                <a:lnTo>
                  <a:pt x="267469" y="191049"/>
                </a:lnTo>
                <a:lnTo>
                  <a:pt x="133734" y="191049"/>
                </a:lnTo>
                <a:lnTo>
                  <a:pt x="133734" y="17194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8" descr="Telemedicine laptop icon.">
            <a:extLst>
              <a:ext uri="{FF2B5EF4-FFF2-40B4-BE49-F238E27FC236}">
                <a16:creationId xmlns:a16="http://schemas.microsoft.com/office/drawing/2014/main" id="{82F6420C-388B-4005-9B73-83C1B42EFF1E}"/>
              </a:ext>
            </a:extLst>
          </p:cNvPr>
          <p:cNvSpPr>
            <a:spLocks noChangeAspect="1"/>
          </p:cNvSpPr>
          <p:nvPr/>
        </p:nvSpPr>
        <p:spPr>
          <a:xfrm>
            <a:off x="5861198" y="2348592"/>
            <a:ext cx="458518" cy="343888"/>
          </a:xfrm>
          <a:custGeom>
            <a:avLst/>
            <a:gdLst>
              <a:gd name="connsiteX0" fmla="*/ 443234 w 458518"/>
              <a:gd name="connsiteY0" fmla="*/ 286574 h 343888"/>
              <a:gd name="connsiteX1" fmla="*/ 439413 w 458518"/>
              <a:gd name="connsiteY1" fmla="*/ 286574 h 343888"/>
              <a:gd name="connsiteX2" fmla="*/ 439413 w 458518"/>
              <a:gd name="connsiteY2" fmla="*/ 19105 h 343888"/>
              <a:gd name="connsiteX3" fmla="*/ 420308 w 458518"/>
              <a:gd name="connsiteY3" fmla="*/ 0 h 343888"/>
              <a:gd name="connsiteX4" fmla="*/ 38210 w 458518"/>
              <a:gd name="connsiteY4" fmla="*/ 0 h 343888"/>
              <a:gd name="connsiteX5" fmla="*/ 19105 w 458518"/>
              <a:gd name="connsiteY5" fmla="*/ 19105 h 343888"/>
              <a:gd name="connsiteX6" fmla="*/ 19105 w 458518"/>
              <a:gd name="connsiteY6" fmla="*/ 286574 h 343888"/>
              <a:gd name="connsiteX7" fmla="*/ 13373 w 458518"/>
              <a:gd name="connsiteY7" fmla="*/ 286574 h 343888"/>
              <a:gd name="connsiteX8" fmla="*/ 0 w 458518"/>
              <a:gd name="connsiteY8" fmla="*/ 301858 h 343888"/>
              <a:gd name="connsiteX9" fmla="*/ 0 w 458518"/>
              <a:gd name="connsiteY9" fmla="*/ 301858 h 343888"/>
              <a:gd name="connsiteX10" fmla="*/ 42031 w 458518"/>
              <a:gd name="connsiteY10" fmla="*/ 343889 h 343888"/>
              <a:gd name="connsiteX11" fmla="*/ 416487 w 458518"/>
              <a:gd name="connsiteY11" fmla="*/ 343889 h 343888"/>
              <a:gd name="connsiteX12" fmla="*/ 458518 w 458518"/>
              <a:gd name="connsiteY12" fmla="*/ 301858 h 343888"/>
              <a:gd name="connsiteX13" fmla="*/ 443234 w 458518"/>
              <a:gd name="connsiteY13" fmla="*/ 286574 h 343888"/>
              <a:gd name="connsiteX14" fmla="*/ 38210 w 458518"/>
              <a:gd name="connsiteY14" fmla="*/ 19105 h 343888"/>
              <a:gd name="connsiteX15" fmla="*/ 420308 w 458518"/>
              <a:gd name="connsiteY15" fmla="*/ 19105 h 343888"/>
              <a:gd name="connsiteX16" fmla="*/ 420308 w 458518"/>
              <a:gd name="connsiteY16" fmla="*/ 286574 h 343888"/>
              <a:gd name="connsiteX17" fmla="*/ 38210 w 458518"/>
              <a:gd name="connsiteY17" fmla="*/ 286574 h 343888"/>
              <a:gd name="connsiteX18" fmla="*/ 38210 w 458518"/>
              <a:gd name="connsiteY18" fmla="*/ 19105 h 343888"/>
              <a:gd name="connsiteX19" fmla="*/ 38210 w 458518"/>
              <a:gd name="connsiteY19" fmla="*/ 19105 h 343888"/>
              <a:gd name="connsiteX20" fmla="*/ 416487 w 458518"/>
              <a:gd name="connsiteY20" fmla="*/ 324784 h 343888"/>
              <a:gd name="connsiteX21" fmla="*/ 42031 w 458518"/>
              <a:gd name="connsiteY21" fmla="*/ 324784 h 343888"/>
              <a:gd name="connsiteX22" fmla="*/ 19105 w 458518"/>
              <a:gd name="connsiteY22" fmla="*/ 305679 h 343888"/>
              <a:gd name="connsiteX23" fmla="*/ 439413 w 458518"/>
              <a:gd name="connsiteY23" fmla="*/ 305679 h 343888"/>
              <a:gd name="connsiteX24" fmla="*/ 416487 w 458518"/>
              <a:gd name="connsiteY24" fmla="*/ 324784 h 343888"/>
              <a:gd name="connsiteX25" fmla="*/ 76420 w 458518"/>
              <a:gd name="connsiteY25" fmla="*/ 267469 h 343888"/>
              <a:gd name="connsiteX26" fmla="*/ 382098 w 458518"/>
              <a:gd name="connsiteY26" fmla="*/ 267469 h 343888"/>
              <a:gd name="connsiteX27" fmla="*/ 401203 w 458518"/>
              <a:gd name="connsiteY27" fmla="*/ 248364 h 343888"/>
              <a:gd name="connsiteX28" fmla="*/ 401203 w 458518"/>
              <a:gd name="connsiteY28" fmla="*/ 57315 h 343888"/>
              <a:gd name="connsiteX29" fmla="*/ 382098 w 458518"/>
              <a:gd name="connsiteY29" fmla="*/ 38210 h 343888"/>
              <a:gd name="connsiteX30" fmla="*/ 76420 w 458518"/>
              <a:gd name="connsiteY30" fmla="*/ 38210 h 343888"/>
              <a:gd name="connsiteX31" fmla="*/ 57315 w 458518"/>
              <a:gd name="connsiteY31" fmla="*/ 57315 h 343888"/>
              <a:gd name="connsiteX32" fmla="*/ 57315 w 458518"/>
              <a:gd name="connsiteY32" fmla="*/ 248364 h 343888"/>
              <a:gd name="connsiteX33" fmla="*/ 76420 w 458518"/>
              <a:gd name="connsiteY33" fmla="*/ 267469 h 343888"/>
              <a:gd name="connsiteX34" fmla="*/ 296126 w 458518"/>
              <a:gd name="connsiteY34" fmla="*/ 248364 h 343888"/>
              <a:gd name="connsiteX35" fmla="*/ 277021 w 458518"/>
              <a:gd name="connsiteY35" fmla="*/ 248364 h 343888"/>
              <a:gd name="connsiteX36" fmla="*/ 277021 w 458518"/>
              <a:gd name="connsiteY36" fmla="*/ 229259 h 343888"/>
              <a:gd name="connsiteX37" fmla="*/ 257916 w 458518"/>
              <a:gd name="connsiteY37" fmla="*/ 229259 h 343888"/>
              <a:gd name="connsiteX38" fmla="*/ 257916 w 458518"/>
              <a:gd name="connsiteY38" fmla="*/ 248364 h 343888"/>
              <a:gd name="connsiteX39" fmla="*/ 200602 w 458518"/>
              <a:gd name="connsiteY39" fmla="*/ 248364 h 343888"/>
              <a:gd name="connsiteX40" fmla="*/ 200602 w 458518"/>
              <a:gd name="connsiteY40" fmla="*/ 229259 h 343888"/>
              <a:gd name="connsiteX41" fmla="*/ 181497 w 458518"/>
              <a:gd name="connsiteY41" fmla="*/ 229259 h 343888"/>
              <a:gd name="connsiteX42" fmla="*/ 181497 w 458518"/>
              <a:gd name="connsiteY42" fmla="*/ 248364 h 343888"/>
              <a:gd name="connsiteX43" fmla="*/ 162392 w 458518"/>
              <a:gd name="connsiteY43" fmla="*/ 248364 h 343888"/>
              <a:gd name="connsiteX44" fmla="*/ 162392 w 458518"/>
              <a:gd name="connsiteY44" fmla="*/ 238811 h 343888"/>
              <a:gd name="connsiteX45" fmla="*/ 210154 w 458518"/>
              <a:gd name="connsiteY45" fmla="*/ 191049 h 343888"/>
              <a:gd name="connsiteX46" fmla="*/ 248364 w 458518"/>
              <a:gd name="connsiteY46" fmla="*/ 191049 h 343888"/>
              <a:gd name="connsiteX47" fmla="*/ 296126 w 458518"/>
              <a:gd name="connsiteY47" fmla="*/ 238811 h 343888"/>
              <a:gd name="connsiteX48" fmla="*/ 296126 w 458518"/>
              <a:gd name="connsiteY48" fmla="*/ 248364 h 343888"/>
              <a:gd name="connsiteX49" fmla="*/ 382098 w 458518"/>
              <a:gd name="connsiteY49" fmla="*/ 248364 h 343888"/>
              <a:gd name="connsiteX50" fmla="*/ 315231 w 458518"/>
              <a:gd name="connsiteY50" fmla="*/ 248364 h 343888"/>
              <a:gd name="connsiteX51" fmla="*/ 315231 w 458518"/>
              <a:gd name="connsiteY51" fmla="*/ 238811 h 343888"/>
              <a:gd name="connsiteX52" fmla="*/ 248364 w 458518"/>
              <a:gd name="connsiteY52" fmla="*/ 171944 h 343888"/>
              <a:gd name="connsiteX53" fmla="*/ 210154 w 458518"/>
              <a:gd name="connsiteY53" fmla="*/ 171944 h 343888"/>
              <a:gd name="connsiteX54" fmla="*/ 143287 w 458518"/>
              <a:gd name="connsiteY54" fmla="*/ 238811 h 343888"/>
              <a:gd name="connsiteX55" fmla="*/ 143287 w 458518"/>
              <a:gd name="connsiteY55" fmla="*/ 248364 h 343888"/>
              <a:gd name="connsiteX56" fmla="*/ 76420 w 458518"/>
              <a:gd name="connsiteY56" fmla="*/ 248364 h 343888"/>
              <a:gd name="connsiteX57" fmla="*/ 76420 w 458518"/>
              <a:gd name="connsiteY57" fmla="*/ 57315 h 343888"/>
              <a:gd name="connsiteX58" fmla="*/ 382098 w 458518"/>
              <a:gd name="connsiteY58" fmla="*/ 57315 h 343888"/>
              <a:gd name="connsiteX59" fmla="*/ 382098 w 458518"/>
              <a:gd name="connsiteY59" fmla="*/ 248364 h 343888"/>
              <a:gd name="connsiteX60" fmla="*/ 382098 w 458518"/>
              <a:gd name="connsiteY60" fmla="*/ 248364 h 343888"/>
              <a:gd name="connsiteX61" fmla="*/ 229259 w 458518"/>
              <a:gd name="connsiteY61" fmla="*/ 170034 h 343888"/>
              <a:gd name="connsiteX62" fmla="*/ 275111 w 458518"/>
              <a:gd name="connsiteY62" fmla="*/ 122271 h 343888"/>
              <a:gd name="connsiteX63" fmla="*/ 227349 w 458518"/>
              <a:gd name="connsiteY63" fmla="*/ 76420 h 343888"/>
              <a:gd name="connsiteX64" fmla="*/ 181497 w 458518"/>
              <a:gd name="connsiteY64" fmla="*/ 122271 h 343888"/>
              <a:gd name="connsiteX65" fmla="*/ 229259 w 458518"/>
              <a:gd name="connsiteY65" fmla="*/ 170034 h 343888"/>
              <a:gd name="connsiteX66" fmla="*/ 229259 w 458518"/>
              <a:gd name="connsiteY66" fmla="*/ 170034 h 343888"/>
              <a:gd name="connsiteX67" fmla="*/ 229259 w 458518"/>
              <a:gd name="connsiteY67" fmla="*/ 95525 h 343888"/>
              <a:gd name="connsiteX68" fmla="*/ 256006 w 458518"/>
              <a:gd name="connsiteY68" fmla="*/ 122271 h 343888"/>
              <a:gd name="connsiteX69" fmla="*/ 229259 w 458518"/>
              <a:gd name="connsiteY69" fmla="*/ 149018 h 343888"/>
              <a:gd name="connsiteX70" fmla="*/ 202512 w 458518"/>
              <a:gd name="connsiteY70" fmla="*/ 122271 h 343888"/>
              <a:gd name="connsiteX71" fmla="*/ 229259 w 458518"/>
              <a:gd name="connsiteY71" fmla="*/ 95525 h 343888"/>
              <a:gd name="connsiteX72" fmla="*/ 229259 w 458518"/>
              <a:gd name="connsiteY72" fmla="*/ 95525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8518" h="343888">
                <a:moveTo>
                  <a:pt x="443234" y="286574"/>
                </a:moveTo>
                <a:lnTo>
                  <a:pt x="439413" y="286574"/>
                </a:lnTo>
                <a:lnTo>
                  <a:pt x="439413" y="19105"/>
                </a:lnTo>
                <a:cubicBezTo>
                  <a:pt x="439413" y="7642"/>
                  <a:pt x="431771" y="0"/>
                  <a:pt x="420308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286574"/>
                </a:lnTo>
                <a:lnTo>
                  <a:pt x="13373" y="286574"/>
                </a:lnTo>
                <a:cubicBezTo>
                  <a:pt x="5731" y="286574"/>
                  <a:pt x="0" y="294216"/>
                  <a:pt x="0" y="301858"/>
                </a:cubicBezTo>
                <a:cubicBezTo>
                  <a:pt x="0" y="301858"/>
                  <a:pt x="0" y="301858"/>
                  <a:pt x="0" y="301858"/>
                </a:cubicBezTo>
                <a:cubicBezTo>
                  <a:pt x="0" y="324784"/>
                  <a:pt x="19105" y="343889"/>
                  <a:pt x="42031" y="343889"/>
                </a:cubicBezTo>
                <a:lnTo>
                  <a:pt x="416487" y="343889"/>
                </a:lnTo>
                <a:cubicBezTo>
                  <a:pt x="439413" y="343889"/>
                  <a:pt x="458518" y="324784"/>
                  <a:pt x="458518" y="301858"/>
                </a:cubicBezTo>
                <a:cubicBezTo>
                  <a:pt x="458518" y="294216"/>
                  <a:pt x="450876" y="286574"/>
                  <a:pt x="443234" y="286574"/>
                </a:cubicBezTo>
                <a:close/>
                <a:moveTo>
                  <a:pt x="38210" y="19105"/>
                </a:moveTo>
                <a:lnTo>
                  <a:pt x="420308" y="19105"/>
                </a:lnTo>
                <a:lnTo>
                  <a:pt x="420308" y="286574"/>
                </a:lnTo>
                <a:lnTo>
                  <a:pt x="38210" y="286574"/>
                </a:lnTo>
                <a:lnTo>
                  <a:pt x="38210" y="19105"/>
                </a:lnTo>
                <a:lnTo>
                  <a:pt x="38210" y="19105"/>
                </a:lnTo>
                <a:moveTo>
                  <a:pt x="416487" y="324784"/>
                </a:moveTo>
                <a:lnTo>
                  <a:pt x="42031" y="324784"/>
                </a:lnTo>
                <a:cubicBezTo>
                  <a:pt x="30568" y="324784"/>
                  <a:pt x="21015" y="317142"/>
                  <a:pt x="19105" y="305679"/>
                </a:cubicBezTo>
                <a:lnTo>
                  <a:pt x="439413" y="305679"/>
                </a:lnTo>
                <a:cubicBezTo>
                  <a:pt x="437503" y="317142"/>
                  <a:pt x="427950" y="324784"/>
                  <a:pt x="416487" y="324784"/>
                </a:cubicBezTo>
                <a:close/>
                <a:moveTo>
                  <a:pt x="76420" y="267469"/>
                </a:moveTo>
                <a:lnTo>
                  <a:pt x="382098" y="267469"/>
                </a:lnTo>
                <a:cubicBezTo>
                  <a:pt x="393561" y="267469"/>
                  <a:pt x="401203" y="259827"/>
                  <a:pt x="401203" y="248364"/>
                </a:cubicBezTo>
                <a:lnTo>
                  <a:pt x="401203" y="57315"/>
                </a:lnTo>
                <a:cubicBezTo>
                  <a:pt x="401203" y="45852"/>
                  <a:pt x="393561" y="38210"/>
                  <a:pt x="382098" y="38210"/>
                </a:cubicBezTo>
                <a:lnTo>
                  <a:pt x="76420" y="38210"/>
                </a:lnTo>
                <a:cubicBezTo>
                  <a:pt x="64957" y="38210"/>
                  <a:pt x="57315" y="45852"/>
                  <a:pt x="57315" y="57315"/>
                </a:cubicBezTo>
                <a:lnTo>
                  <a:pt x="57315" y="248364"/>
                </a:lnTo>
                <a:cubicBezTo>
                  <a:pt x="57315" y="259827"/>
                  <a:pt x="64957" y="267469"/>
                  <a:pt x="76420" y="267469"/>
                </a:cubicBezTo>
                <a:close/>
                <a:moveTo>
                  <a:pt x="296126" y="248364"/>
                </a:moveTo>
                <a:lnTo>
                  <a:pt x="277021" y="248364"/>
                </a:lnTo>
                <a:lnTo>
                  <a:pt x="277021" y="229259"/>
                </a:lnTo>
                <a:lnTo>
                  <a:pt x="257916" y="229259"/>
                </a:lnTo>
                <a:lnTo>
                  <a:pt x="257916" y="248364"/>
                </a:lnTo>
                <a:lnTo>
                  <a:pt x="200602" y="248364"/>
                </a:lnTo>
                <a:lnTo>
                  <a:pt x="200602" y="229259"/>
                </a:lnTo>
                <a:lnTo>
                  <a:pt x="181497" y="229259"/>
                </a:lnTo>
                <a:lnTo>
                  <a:pt x="181497" y="248364"/>
                </a:lnTo>
                <a:lnTo>
                  <a:pt x="162392" y="248364"/>
                </a:lnTo>
                <a:lnTo>
                  <a:pt x="162392" y="238811"/>
                </a:lnTo>
                <a:cubicBezTo>
                  <a:pt x="162392" y="212065"/>
                  <a:pt x="183407" y="191049"/>
                  <a:pt x="210154" y="191049"/>
                </a:cubicBezTo>
                <a:lnTo>
                  <a:pt x="248364" y="191049"/>
                </a:lnTo>
                <a:cubicBezTo>
                  <a:pt x="275111" y="191049"/>
                  <a:pt x="296126" y="212065"/>
                  <a:pt x="296126" y="238811"/>
                </a:cubicBezTo>
                <a:lnTo>
                  <a:pt x="296126" y="248364"/>
                </a:lnTo>
                <a:close/>
                <a:moveTo>
                  <a:pt x="382098" y="248364"/>
                </a:moveTo>
                <a:lnTo>
                  <a:pt x="315231" y="248364"/>
                </a:lnTo>
                <a:lnTo>
                  <a:pt x="315231" y="238811"/>
                </a:lnTo>
                <a:cubicBezTo>
                  <a:pt x="315231" y="202512"/>
                  <a:pt x="284663" y="171944"/>
                  <a:pt x="248364" y="171944"/>
                </a:cubicBezTo>
                <a:lnTo>
                  <a:pt x="210154" y="171944"/>
                </a:lnTo>
                <a:cubicBezTo>
                  <a:pt x="173855" y="171944"/>
                  <a:pt x="143287" y="202512"/>
                  <a:pt x="143287" y="238811"/>
                </a:cubicBezTo>
                <a:lnTo>
                  <a:pt x="143287" y="248364"/>
                </a:lnTo>
                <a:lnTo>
                  <a:pt x="76420" y="248364"/>
                </a:lnTo>
                <a:lnTo>
                  <a:pt x="76420" y="57315"/>
                </a:lnTo>
                <a:lnTo>
                  <a:pt x="382098" y="57315"/>
                </a:lnTo>
                <a:lnTo>
                  <a:pt x="382098" y="248364"/>
                </a:lnTo>
                <a:lnTo>
                  <a:pt x="382098" y="248364"/>
                </a:lnTo>
                <a:moveTo>
                  <a:pt x="229259" y="170034"/>
                </a:moveTo>
                <a:cubicBezTo>
                  <a:pt x="254095" y="170034"/>
                  <a:pt x="275111" y="149018"/>
                  <a:pt x="275111" y="122271"/>
                </a:cubicBezTo>
                <a:cubicBezTo>
                  <a:pt x="275111" y="97435"/>
                  <a:pt x="254095" y="76420"/>
                  <a:pt x="227349" y="76420"/>
                </a:cubicBezTo>
                <a:cubicBezTo>
                  <a:pt x="202512" y="76420"/>
                  <a:pt x="181497" y="97435"/>
                  <a:pt x="181497" y="122271"/>
                </a:cubicBezTo>
                <a:cubicBezTo>
                  <a:pt x="181497" y="149018"/>
                  <a:pt x="202512" y="170034"/>
                  <a:pt x="229259" y="170034"/>
                </a:cubicBezTo>
                <a:cubicBezTo>
                  <a:pt x="229259" y="170034"/>
                  <a:pt x="229259" y="170034"/>
                  <a:pt x="229259" y="170034"/>
                </a:cubicBezTo>
                <a:close/>
                <a:moveTo>
                  <a:pt x="229259" y="95525"/>
                </a:moveTo>
                <a:cubicBezTo>
                  <a:pt x="244543" y="95525"/>
                  <a:pt x="256006" y="108898"/>
                  <a:pt x="256006" y="122271"/>
                </a:cubicBezTo>
                <a:cubicBezTo>
                  <a:pt x="256006" y="137555"/>
                  <a:pt x="242632" y="149018"/>
                  <a:pt x="229259" y="149018"/>
                </a:cubicBezTo>
                <a:cubicBezTo>
                  <a:pt x="213975" y="149018"/>
                  <a:pt x="202512" y="137555"/>
                  <a:pt x="202512" y="122271"/>
                </a:cubicBezTo>
                <a:cubicBezTo>
                  <a:pt x="202512" y="106988"/>
                  <a:pt x="213975" y="95525"/>
                  <a:pt x="229259" y="95525"/>
                </a:cubicBezTo>
                <a:cubicBezTo>
                  <a:pt x="229259" y="95525"/>
                  <a:pt x="229259" y="95525"/>
                  <a:pt x="229259" y="9552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Graphic 72" descr="Telemedicine laptop 2 icon.">
            <a:extLst>
              <a:ext uri="{FF2B5EF4-FFF2-40B4-BE49-F238E27FC236}">
                <a16:creationId xmlns:a16="http://schemas.microsoft.com/office/drawing/2014/main" id="{D34CC84E-E7A1-4162-8476-D6941A6C8ED9}"/>
              </a:ext>
            </a:extLst>
          </p:cNvPr>
          <p:cNvSpPr/>
          <p:nvPr/>
        </p:nvSpPr>
        <p:spPr>
          <a:xfrm>
            <a:off x="7086296" y="2348592"/>
            <a:ext cx="460759" cy="361119"/>
          </a:xfrm>
          <a:custGeom>
            <a:avLst/>
            <a:gdLst>
              <a:gd name="connsiteX0" fmla="*/ 445400 w 460759"/>
              <a:gd name="connsiteY0" fmla="*/ 303525 h 361119"/>
              <a:gd name="connsiteX1" fmla="*/ 441561 w 460759"/>
              <a:gd name="connsiteY1" fmla="*/ 303525 h 361119"/>
              <a:gd name="connsiteX2" fmla="*/ 441561 w 460759"/>
              <a:gd name="connsiteY2" fmla="*/ 34749 h 361119"/>
              <a:gd name="connsiteX3" fmla="*/ 422362 w 460759"/>
              <a:gd name="connsiteY3" fmla="*/ 15551 h 361119"/>
              <a:gd name="connsiteX4" fmla="*/ 275496 w 460759"/>
              <a:gd name="connsiteY4" fmla="*/ 15551 h 361119"/>
              <a:gd name="connsiteX5" fmla="*/ 230380 w 460759"/>
              <a:gd name="connsiteY5" fmla="*/ 0 h 361119"/>
              <a:gd name="connsiteX6" fmla="*/ 185456 w 460759"/>
              <a:gd name="connsiteY6" fmla="*/ 15551 h 361119"/>
              <a:gd name="connsiteX7" fmla="*/ 38397 w 460759"/>
              <a:gd name="connsiteY7" fmla="*/ 15551 h 361119"/>
              <a:gd name="connsiteX8" fmla="*/ 19198 w 460759"/>
              <a:gd name="connsiteY8" fmla="*/ 34749 h 361119"/>
              <a:gd name="connsiteX9" fmla="*/ 19198 w 460759"/>
              <a:gd name="connsiteY9" fmla="*/ 303525 h 361119"/>
              <a:gd name="connsiteX10" fmla="*/ 14015 w 460759"/>
              <a:gd name="connsiteY10" fmla="*/ 303525 h 361119"/>
              <a:gd name="connsiteX11" fmla="*/ 0 w 460759"/>
              <a:gd name="connsiteY11" fmla="*/ 318884 h 361119"/>
              <a:gd name="connsiteX12" fmla="*/ 42236 w 460759"/>
              <a:gd name="connsiteY12" fmla="*/ 361120 h 361119"/>
              <a:gd name="connsiteX13" fmla="*/ 418523 w 460759"/>
              <a:gd name="connsiteY13" fmla="*/ 361120 h 361119"/>
              <a:gd name="connsiteX14" fmla="*/ 460759 w 460759"/>
              <a:gd name="connsiteY14" fmla="*/ 318884 h 361119"/>
              <a:gd name="connsiteX15" fmla="*/ 445400 w 460759"/>
              <a:gd name="connsiteY15" fmla="*/ 303525 h 361119"/>
              <a:gd name="connsiteX16" fmla="*/ 259753 w 460759"/>
              <a:gd name="connsiteY16" fmla="*/ 27838 h 361119"/>
              <a:gd name="connsiteX17" fmla="*/ 268584 w 460759"/>
              <a:gd name="connsiteY17" fmla="*/ 34749 h 361119"/>
              <a:gd name="connsiteX18" fmla="*/ 282023 w 460759"/>
              <a:gd name="connsiteY18" fmla="*/ 53947 h 361119"/>
              <a:gd name="connsiteX19" fmla="*/ 285863 w 460759"/>
              <a:gd name="connsiteY19" fmla="*/ 66618 h 361119"/>
              <a:gd name="connsiteX20" fmla="*/ 266856 w 460759"/>
              <a:gd name="connsiteY20" fmla="*/ 53947 h 361119"/>
              <a:gd name="connsiteX21" fmla="*/ 259945 w 460759"/>
              <a:gd name="connsiteY21" fmla="*/ 34749 h 361119"/>
              <a:gd name="connsiteX22" fmla="*/ 259561 w 460759"/>
              <a:gd name="connsiteY22" fmla="*/ 32637 h 361119"/>
              <a:gd name="connsiteX23" fmla="*/ 259561 w 460759"/>
              <a:gd name="connsiteY23" fmla="*/ 27838 h 361119"/>
              <a:gd name="connsiteX24" fmla="*/ 192367 w 460759"/>
              <a:gd name="connsiteY24" fmla="*/ 34749 h 361119"/>
              <a:gd name="connsiteX25" fmla="*/ 230380 w 460759"/>
              <a:gd name="connsiteY25" fmla="*/ 19198 h 361119"/>
              <a:gd name="connsiteX26" fmla="*/ 240171 w 460759"/>
              <a:gd name="connsiteY26" fmla="*/ 20158 h 361119"/>
              <a:gd name="connsiteX27" fmla="*/ 233643 w 460759"/>
              <a:gd name="connsiteY27" fmla="*/ 34557 h 361119"/>
              <a:gd name="connsiteX28" fmla="*/ 206766 w 460759"/>
              <a:gd name="connsiteY28" fmla="*/ 48380 h 361119"/>
              <a:gd name="connsiteX29" fmla="*/ 190447 w 460759"/>
              <a:gd name="connsiteY29" fmla="*/ 48380 h 361119"/>
              <a:gd name="connsiteX30" fmla="*/ 180464 w 460759"/>
              <a:gd name="connsiteY30" fmla="*/ 49916 h 361119"/>
              <a:gd name="connsiteX31" fmla="*/ 192175 w 460759"/>
              <a:gd name="connsiteY31" fmla="*/ 34557 h 361119"/>
              <a:gd name="connsiteX32" fmla="*/ 178928 w 460759"/>
              <a:gd name="connsiteY32" fmla="*/ 73145 h 361119"/>
              <a:gd name="connsiteX33" fmla="*/ 190447 w 460759"/>
              <a:gd name="connsiteY33" fmla="*/ 67770 h 361119"/>
              <a:gd name="connsiteX34" fmla="*/ 206766 w 460759"/>
              <a:gd name="connsiteY34" fmla="*/ 67770 h 361119"/>
              <a:gd name="connsiteX35" fmla="*/ 241898 w 460759"/>
              <a:gd name="connsiteY35" fmla="*/ 53947 h 361119"/>
              <a:gd name="connsiteX36" fmla="*/ 244010 w 460759"/>
              <a:gd name="connsiteY36" fmla="*/ 52219 h 361119"/>
              <a:gd name="connsiteX37" fmla="*/ 244970 w 460759"/>
              <a:gd name="connsiteY37" fmla="*/ 53947 h 361119"/>
              <a:gd name="connsiteX38" fmla="*/ 258793 w 460759"/>
              <a:gd name="connsiteY38" fmla="*/ 73145 h 361119"/>
              <a:gd name="connsiteX39" fmla="*/ 285863 w 460759"/>
              <a:gd name="connsiteY39" fmla="*/ 86008 h 361119"/>
              <a:gd name="connsiteX40" fmla="*/ 230188 w 460759"/>
              <a:gd name="connsiteY40" fmla="*/ 135156 h 361119"/>
              <a:gd name="connsiteX41" fmla="*/ 174129 w 460759"/>
              <a:gd name="connsiteY41" fmla="*/ 82169 h 361119"/>
              <a:gd name="connsiteX42" fmla="*/ 178736 w 460759"/>
              <a:gd name="connsiteY42" fmla="*/ 73337 h 361119"/>
              <a:gd name="connsiteX43" fmla="*/ 173553 w 460759"/>
              <a:gd name="connsiteY43" fmla="*/ 127861 h 361119"/>
              <a:gd name="connsiteX44" fmla="*/ 230380 w 460759"/>
              <a:gd name="connsiteY44" fmla="*/ 154354 h 361119"/>
              <a:gd name="connsiteX45" fmla="*/ 287206 w 460759"/>
              <a:gd name="connsiteY45" fmla="*/ 127669 h 361119"/>
              <a:gd name="connsiteX46" fmla="*/ 287206 w 460759"/>
              <a:gd name="connsiteY46" fmla="*/ 162226 h 361119"/>
              <a:gd name="connsiteX47" fmla="*/ 265320 w 460759"/>
              <a:gd name="connsiteY47" fmla="*/ 160114 h 361119"/>
              <a:gd name="connsiteX48" fmla="*/ 195439 w 460759"/>
              <a:gd name="connsiteY48" fmla="*/ 160114 h 361119"/>
              <a:gd name="connsiteX49" fmla="*/ 173553 w 460759"/>
              <a:gd name="connsiteY49" fmla="*/ 162226 h 361119"/>
              <a:gd name="connsiteX50" fmla="*/ 173553 w 460759"/>
              <a:gd name="connsiteY50" fmla="*/ 127861 h 361119"/>
              <a:gd name="connsiteX51" fmla="*/ 378590 w 460759"/>
              <a:gd name="connsiteY51" fmla="*/ 265128 h 361119"/>
              <a:gd name="connsiteX52" fmla="*/ 306597 w 460759"/>
              <a:gd name="connsiteY52" fmla="*/ 167793 h 361119"/>
              <a:gd name="connsiteX53" fmla="*/ 306597 w 460759"/>
              <a:gd name="connsiteY53" fmla="*/ 85240 h 361119"/>
              <a:gd name="connsiteX54" fmla="*/ 306213 w 460759"/>
              <a:gd name="connsiteY54" fmla="*/ 85240 h 361119"/>
              <a:gd name="connsiteX55" fmla="*/ 306213 w 460759"/>
              <a:gd name="connsiteY55" fmla="*/ 73145 h 361119"/>
              <a:gd name="connsiteX56" fmla="*/ 383774 w 460759"/>
              <a:gd name="connsiteY56" fmla="*/ 73145 h 361119"/>
              <a:gd name="connsiteX57" fmla="*/ 383774 w 460759"/>
              <a:gd name="connsiteY57" fmla="*/ 265128 h 361119"/>
              <a:gd name="connsiteX58" fmla="*/ 378590 w 460759"/>
              <a:gd name="connsiteY58" fmla="*/ 265128 h 361119"/>
              <a:gd name="connsiteX59" fmla="*/ 359200 w 460759"/>
              <a:gd name="connsiteY59" fmla="*/ 265128 h 361119"/>
              <a:gd name="connsiteX60" fmla="*/ 326179 w 460759"/>
              <a:gd name="connsiteY60" fmla="*/ 265128 h 361119"/>
              <a:gd name="connsiteX61" fmla="*/ 326179 w 460759"/>
              <a:gd name="connsiteY61" fmla="*/ 239595 h 361119"/>
              <a:gd name="connsiteX62" fmla="*/ 306981 w 460759"/>
              <a:gd name="connsiteY62" fmla="*/ 239595 h 361119"/>
              <a:gd name="connsiteX63" fmla="*/ 306981 w 460759"/>
              <a:gd name="connsiteY63" fmla="*/ 265128 h 361119"/>
              <a:gd name="connsiteX64" fmla="*/ 153586 w 460759"/>
              <a:gd name="connsiteY64" fmla="*/ 265128 h 361119"/>
              <a:gd name="connsiteX65" fmla="*/ 153586 w 460759"/>
              <a:gd name="connsiteY65" fmla="*/ 239595 h 361119"/>
              <a:gd name="connsiteX66" fmla="*/ 134388 w 460759"/>
              <a:gd name="connsiteY66" fmla="*/ 239595 h 361119"/>
              <a:gd name="connsiteX67" fmla="*/ 134388 w 460759"/>
              <a:gd name="connsiteY67" fmla="*/ 265128 h 361119"/>
              <a:gd name="connsiteX68" fmla="*/ 101367 w 460759"/>
              <a:gd name="connsiteY68" fmla="*/ 265128 h 361119"/>
              <a:gd name="connsiteX69" fmla="*/ 188527 w 460759"/>
              <a:gd name="connsiteY69" fmla="*/ 179888 h 361119"/>
              <a:gd name="connsiteX70" fmla="*/ 188527 w 460759"/>
              <a:gd name="connsiteY70" fmla="*/ 213101 h 361119"/>
              <a:gd name="connsiteX71" fmla="*/ 184688 w 460759"/>
              <a:gd name="connsiteY71" fmla="*/ 222508 h 361119"/>
              <a:gd name="connsiteX72" fmla="*/ 198126 w 460759"/>
              <a:gd name="connsiteY72" fmla="*/ 236139 h 361119"/>
              <a:gd name="connsiteX73" fmla="*/ 211565 w 460759"/>
              <a:gd name="connsiteY73" fmla="*/ 222508 h 361119"/>
              <a:gd name="connsiteX74" fmla="*/ 207726 w 460759"/>
              <a:gd name="connsiteY74" fmla="*/ 213101 h 361119"/>
              <a:gd name="connsiteX75" fmla="*/ 207726 w 460759"/>
              <a:gd name="connsiteY75" fmla="*/ 179120 h 361119"/>
              <a:gd name="connsiteX76" fmla="*/ 253801 w 460759"/>
              <a:gd name="connsiteY76" fmla="*/ 179120 h 361119"/>
              <a:gd name="connsiteX77" fmla="*/ 253801 w 460759"/>
              <a:gd name="connsiteY77" fmla="*/ 186031 h 361119"/>
              <a:gd name="connsiteX78" fmla="*/ 229804 w 460759"/>
              <a:gd name="connsiteY78" fmla="*/ 218093 h 361119"/>
              <a:gd name="connsiteX79" fmla="*/ 229804 w 460759"/>
              <a:gd name="connsiteY79" fmla="*/ 244010 h 361119"/>
              <a:gd name="connsiteX80" fmla="*/ 241323 w 460759"/>
              <a:gd name="connsiteY80" fmla="*/ 255529 h 361119"/>
              <a:gd name="connsiteX81" fmla="*/ 255337 w 460759"/>
              <a:gd name="connsiteY81" fmla="*/ 255529 h 361119"/>
              <a:gd name="connsiteX82" fmla="*/ 255337 w 460759"/>
              <a:gd name="connsiteY82" fmla="*/ 236523 h 361119"/>
              <a:gd name="connsiteX83" fmla="*/ 249002 w 460759"/>
              <a:gd name="connsiteY83" fmla="*/ 236523 h 361119"/>
              <a:gd name="connsiteX84" fmla="*/ 249002 w 460759"/>
              <a:gd name="connsiteY84" fmla="*/ 218093 h 361119"/>
              <a:gd name="connsiteX85" fmla="*/ 263401 w 460759"/>
              <a:gd name="connsiteY85" fmla="*/ 203502 h 361119"/>
              <a:gd name="connsiteX86" fmla="*/ 277799 w 460759"/>
              <a:gd name="connsiteY86" fmla="*/ 218093 h 361119"/>
              <a:gd name="connsiteX87" fmla="*/ 277799 w 460759"/>
              <a:gd name="connsiteY87" fmla="*/ 236523 h 361119"/>
              <a:gd name="connsiteX88" fmla="*/ 271464 w 460759"/>
              <a:gd name="connsiteY88" fmla="*/ 236523 h 361119"/>
              <a:gd name="connsiteX89" fmla="*/ 271464 w 460759"/>
              <a:gd name="connsiteY89" fmla="*/ 255721 h 361119"/>
              <a:gd name="connsiteX90" fmla="*/ 285287 w 460759"/>
              <a:gd name="connsiteY90" fmla="*/ 255721 h 361119"/>
              <a:gd name="connsiteX91" fmla="*/ 296998 w 460759"/>
              <a:gd name="connsiteY91" fmla="*/ 244010 h 361119"/>
              <a:gd name="connsiteX92" fmla="*/ 296998 w 460759"/>
              <a:gd name="connsiteY92" fmla="*/ 218093 h 361119"/>
              <a:gd name="connsiteX93" fmla="*/ 273000 w 460759"/>
              <a:gd name="connsiteY93" fmla="*/ 186031 h 361119"/>
              <a:gd name="connsiteX94" fmla="*/ 273000 w 460759"/>
              <a:gd name="connsiteY94" fmla="*/ 179888 h 361119"/>
              <a:gd name="connsiteX95" fmla="*/ 359200 w 460759"/>
              <a:gd name="connsiteY95" fmla="*/ 265128 h 361119"/>
              <a:gd name="connsiteX96" fmla="*/ 76601 w 460759"/>
              <a:gd name="connsiteY96" fmla="*/ 265128 h 361119"/>
              <a:gd name="connsiteX97" fmla="*/ 76601 w 460759"/>
              <a:gd name="connsiteY97" fmla="*/ 73145 h 361119"/>
              <a:gd name="connsiteX98" fmla="*/ 154162 w 460759"/>
              <a:gd name="connsiteY98" fmla="*/ 73145 h 361119"/>
              <a:gd name="connsiteX99" fmla="*/ 154162 w 460759"/>
              <a:gd name="connsiteY99" fmla="*/ 74297 h 361119"/>
              <a:gd name="connsiteX100" fmla="*/ 154162 w 460759"/>
              <a:gd name="connsiteY100" fmla="*/ 74297 h 361119"/>
              <a:gd name="connsiteX101" fmla="*/ 154162 w 460759"/>
              <a:gd name="connsiteY101" fmla="*/ 167793 h 361119"/>
              <a:gd name="connsiteX102" fmla="*/ 81785 w 460759"/>
              <a:gd name="connsiteY102" fmla="*/ 265320 h 361119"/>
              <a:gd name="connsiteX103" fmla="*/ 76601 w 460759"/>
              <a:gd name="connsiteY103" fmla="*/ 265320 h 361119"/>
              <a:gd name="connsiteX104" fmla="*/ 167601 w 460759"/>
              <a:gd name="connsiteY104" fmla="*/ 34749 h 361119"/>
              <a:gd name="connsiteX105" fmla="*/ 158770 w 460759"/>
              <a:gd name="connsiteY105" fmla="*/ 53947 h 361119"/>
              <a:gd name="connsiteX106" fmla="*/ 76793 w 460759"/>
              <a:gd name="connsiteY106" fmla="*/ 53947 h 361119"/>
              <a:gd name="connsiteX107" fmla="*/ 57595 w 460759"/>
              <a:gd name="connsiteY107" fmla="*/ 73145 h 361119"/>
              <a:gd name="connsiteX108" fmla="*/ 57595 w 460759"/>
              <a:gd name="connsiteY108" fmla="*/ 265128 h 361119"/>
              <a:gd name="connsiteX109" fmla="*/ 76793 w 460759"/>
              <a:gd name="connsiteY109" fmla="*/ 284327 h 361119"/>
              <a:gd name="connsiteX110" fmla="*/ 383966 w 460759"/>
              <a:gd name="connsiteY110" fmla="*/ 284327 h 361119"/>
              <a:gd name="connsiteX111" fmla="*/ 403164 w 460759"/>
              <a:gd name="connsiteY111" fmla="*/ 265128 h 361119"/>
              <a:gd name="connsiteX112" fmla="*/ 403164 w 460759"/>
              <a:gd name="connsiteY112" fmla="*/ 73145 h 361119"/>
              <a:gd name="connsiteX113" fmla="*/ 383966 w 460759"/>
              <a:gd name="connsiteY113" fmla="*/ 53947 h 361119"/>
              <a:gd name="connsiteX114" fmla="*/ 302373 w 460759"/>
              <a:gd name="connsiteY114" fmla="*/ 53947 h 361119"/>
              <a:gd name="connsiteX115" fmla="*/ 293734 w 460759"/>
              <a:gd name="connsiteY115" fmla="*/ 34749 h 361119"/>
              <a:gd name="connsiteX116" fmla="*/ 422554 w 460759"/>
              <a:gd name="connsiteY116" fmla="*/ 34749 h 361119"/>
              <a:gd name="connsiteX117" fmla="*/ 422554 w 460759"/>
              <a:gd name="connsiteY117" fmla="*/ 303525 h 361119"/>
              <a:gd name="connsiteX118" fmla="*/ 38397 w 460759"/>
              <a:gd name="connsiteY118" fmla="*/ 303525 h 361119"/>
              <a:gd name="connsiteX119" fmla="*/ 38397 w 460759"/>
              <a:gd name="connsiteY119" fmla="*/ 34749 h 361119"/>
              <a:gd name="connsiteX120" fmla="*/ 167601 w 460759"/>
              <a:gd name="connsiteY120" fmla="*/ 34749 h 361119"/>
              <a:gd name="connsiteX121" fmla="*/ 418523 w 460759"/>
              <a:gd name="connsiteY121" fmla="*/ 341922 h 361119"/>
              <a:gd name="connsiteX122" fmla="*/ 42236 w 460759"/>
              <a:gd name="connsiteY122" fmla="*/ 341922 h 361119"/>
              <a:gd name="connsiteX123" fmla="*/ 19582 w 460759"/>
              <a:gd name="connsiteY123" fmla="*/ 322723 h 361119"/>
              <a:gd name="connsiteX124" fmla="*/ 441177 w 460759"/>
              <a:gd name="connsiteY124" fmla="*/ 322723 h 361119"/>
              <a:gd name="connsiteX125" fmla="*/ 418523 w 460759"/>
              <a:gd name="connsiteY125" fmla="*/ 341922 h 36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460759" h="361119">
                <a:moveTo>
                  <a:pt x="445400" y="303525"/>
                </a:moveTo>
                <a:lnTo>
                  <a:pt x="441561" y="303525"/>
                </a:lnTo>
                <a:lnTo>
                  <a:pt x="441561" y="34749"/>
                </a:lnTo>
                <a:cubicBezTo>
                  <a:pt x="441561" y="24190"/>
                  <a:pt x="432921" y="15551"/>
                  <a:pt x="422362" y="15551"/>
                </a:cubicBezTo>
                <a:lnTo>
                  <a:pt x="275496" y="15551"/>
                </a:lnTo>
                <a:cubicBezTo>
                  <a:pt x="262825" y="5951"/>
                  <a:pt x="247274" y="0"/>
                  <a:pt x="230380" y="0"/>
                </a:cubicBezTo>
                <a:cubicBezTo>
                  <a:pt x="213485" y="0"/>
                  <a:pt x="198126" y="5951"/>
                  <a:pt x="185456" y="15551"/>
                </a:cubicBezTo>
                <a:lnTo>
                  <a:pt x="38397" y="15551"/>
                </a:lnTo>
                <a:cubicBezTo>
                  <a:pt x="27838" y="15551"/>
                  <a:pt x="19198" y="24190"/>
                  <a:pt x="19198" y="34749"/>
                </a:cubicBezTo>
                <a:lnTo>
                  <a:pt x="19198" y="303525"/>
                </a:lnTo>
                <a:lnTo>
                  <a:pt x="14015" y="303525"/>
                </a:lnTo>
                <a:cubicBezTo>
                  <a:pt x="6335" y="303525"/>
                  <a:pt x="0" y="309860"/>
                  <a:pt x="0" y="318884"/>
                </a:cubicBezTo>
                <a:cubicBezTo>
                  <a:pt x="0" y="342114"/>
                  <a:pt x="19006" y="361120"/>
                  <a:pt x="42236" y="361120"/>
                </a:cubicBezTo>
                <a:lnTo>
                  <a:pt x="418523" y="361120"/>
                </a:lnTo>
                <a:cubicBezTo>
                  <a:pt x="441753" y="361120"/>
                  <a:pt x="460759" y="342114"/>
                  <a:pt x="460759" y="318884"/>
                </a:cubicBezTo>
                <a:cubicBezTo>
                  <a:pt x="460759" y="310436"/>
                  <a:pt x="453848" y="303525"/>
                  <a:pt x="445400" y="303525"/>
                </a:cubicBezTo>
                <a:close/>
                <a:moveTo>
                  <a:pt x="259753" y="27838"/>
                </a:moveTo>
                <a:cubicBezTo>
                  <a:pt x="262825" y="29757"/>
                  <a:pt x="265896" y="32061"/>
                  <a:pt x="268584" y="34749"/>
                </a:cubicBezTo>
                <a:cubicBezTo>
                  <a:pt x="274344" y="40124"/>
                  <a:pt x="278951" y="46652"/>
                  <a:pt x="282023" y="53947"/>
                </a:cubicBezTo>
                <a:cubicBezTo>
                  <a:pt x="283751" y="57979"/>
                  <a:pt x="285095" y="62202"/>
                  <a:pt x="285863" y="66618"/>
                </a:cubicBezTo>
                <a:cubicBezTo>
                  <a:pt x="278183" y="64698"/>
                  <a:pt x="271656" y="60091"/>
                  <a:pt x="266856" y="53947"/>
                </a:cubicBezTo>
                <a:cubicBezTo>
                  <a:pt x="262825" y="48572"/>
                  <a:pt x="260521" y="41852"/>
                  <a:pt x="259945" y="34749"/>
                </a:cubicBezTo>
                <a:cubicBezTo>
                  <a:pt x="259945" y="33981"/>
                  <a:pt x="259561" y="33405"/>
                  <a:pt x="259561" y="32637"/>
                </a:cubicBezTo>
                <a:lnTo>
                  <a:pt x="259561" y="27838"/>
                </a:lnTo>
                <a:close/>
                <a:moveTo>
                  <a:pt x="192367" y="34749"/>
                </a:moveTo>
                <a:cubicBezTo>
                  <a:pt x="202350" y="25150"/>
                  <a:pt x="215597" y="19198"/>
                  <a:pt x="230380" y="19198"/>
                </a:cubicBezTo>
                <a:cubicBezTo>
                  <a:pt x="233643" y="19198"/>
                  <a:pt x="236907" y="19582"/>
                  <a:pt x="240171" y="20158"/>
                </a:cubicBezTo>
                <a:cubicBezTo>
                  <a:pt x="239211" y="25534"/>
                  <a:pt x="236907" y="30525"/>
                  <a:pt x="233643" y="34557"/>
                </a:cubicBezTo>
                <a:cubicBezTo>
                  <a:pt x="227500" y="42812"/>
                  <a:pt x="217709" y="48380"/>
                  <a:pt x="206766" y="48380"/>
                </a:cubicBezTo>
                <a:lnTo>
                  <a:pt x="190447" y="48380"/>
                </a:lnTo>
                <a:cubicBezTo>
                  <a:pt x="186991" y="48380"/>
                  <a:pt x="183728" y="48956"/>
                  <a:pt x="180464" y="49916"/>
                </a:cubicBezTo>
                <a:cubicBezTo>
                  <a:pt x="183536" y="44156"/>
                  <a:pt x="187567" y="38973"/>
                  <a:pt x="192175" y="34557"/>
                </a:cubicBezTo>
                <a:close/>
                <a:moveTo>
                  <a:pt x="178928" y="73145"/>
                </a:moveTo>
                <a:cubicBezTo>
                  <a:pt x="181808" y="69882"/>
                  <a:pt x="185839" y="67770"/>
                  <a:pt x="190447" y="67770"/>
                </a:cubicBezTo>
                <a:lnTo>
                  <a:pt x="206766" y="67770"/>
                </a:lnTo>
                <a:cubicBezTo>
                  <a:pt x="220396" y="67770"/>
                  <a:pt x="232491" y="62394"/>
                  <a:pt x="241898" y="53947"/>
                </a:cubicBezTo>
                <a:cubicBezTo>
                  <a:pt x="242666" y="53371"/>
                  <a:pt x="243434" y="52795"/>
                  <a:pt x="244010" y="52219"/>
                </a:cubicBezTo>
                <a:cubicBezTo>
                  <a:pt x="244202" y="52795"/>
                  <a:pt x="244778" y="53371"/>
                  <a:pt x="244970" y="53947"/>
                </a:cubicBezTo>
                <a:cubicBezTo>
                  <a:pt x="248234" y="61435"/>
                  <a:pt x="252842" y="67962"/>
                  <a:pt x="258793" y="73145"/>
                </a:cubicBezTo>
                <a:cubicBezTo>
                  <a:pt x="266280" y="79865"/>
                  <a:pt x="275496" y="84472"/>
                  <a:pt x="285863" y="86008"/>
                </a:cubicBezTo>
                <a:cubicBezTo>
                  <a:pt x="281639" y="113654"/>
                  <a:pt x="258409" y="135156"/>
                  <a:pt x="230188" y="135156"/>
                </a:cubicBezTo>
                <a:cubicBezTo>
                  <a:pt x="201966" y="135156"/>
                  <a:pt x="176432" y="111734"/>
                  <a:pt x="174129" y="82169"/>
                </a:cubicBezTo>
                <a:cubicBezTo>
                  <a:pt x="174704" y="78713"/>
                  <a:pt x="176432" y="75641"/>
                  <a:pt x="178736" y="73337"/>
                </a:cubicBezTo>
                <a:close/>
                <a:moveTo>
                  <a:pt x="173553" y="127861"/>
                </a:moveTo>
                <a:cubicBezTo>
                  <a:pt x="187375" y="143987"/>
                  <a:pt x="207534" y="154354"/>
                  <a:pt x="230380" y="154354"/>
                </a:cubicBezTo>
                <a:cubicBezTo>
                  <a:pt x="253225" y="154354"/>
                  <a:pt x="273384" y="143795"/>
                  <a:pt x="287206" y="127669"/>
                </a:cubicBezTo>
                <a:lnTo>
                  <a:pt x="287206" y="162226"/>
                </a:lnTo>
                <a:cubicBezTo>
                  <a:pt x="280103" y="160882"/>
                  <a:pt x="272808" y="160114"/>
                  <a:pt x="265320" y="160114"/>
                </a:cubicBezTo>
                <a:lnTo>
                  <a:pt x="195439" y="160114"/>
                </a:lnTo>
                <a:cubicBezTo>
                  <a:pt x="187951" y="160114"/>
                  <a:pt x="180656" y="160882"/>
                  <a:pt x="173553" y="162226"/>
                </a:cubicBezTo>
                <a:lnTo>
                  <a:pt x="173553" y="127861"/>
                </a:lnTo>
                <a:close/>
                <a:moveTo>
                  <a:pt x="378590" y="265128"/>
                </a:moveTo>
                <a:cubicBezTo>
                  <a:pt x="375135" y="220780"/>
                  <a:pt x="346337" y="183344"/>
                  <a:pt x="306597" y="167793"/>
                </a:cubicBezTo>
                <a:lnTo>
                  <a:pt x="306597" y="85240"/>
                </a:lnTo>
                <a:lnTo>
                  <a:pt x="306213" y="85240"/>
                </a:lnTo>
                <a:lnTo>
                  <a:pt x="306213" y="73145"/>
                </a:lnTo>
                <a:lnTo>
                  <a:pt x="383774" y="73145"/>
                </a:lnTo>
                <a:lnTo>
                  <a:pt x="383774" y="265128"/>
                </a:lnTo>
                <a:lnTo>
                  <a:pt x="378590" y="265128"/>
                </a:lnTo>
                <a:close/>
                <a:moveTo>
                  <a:pt x="359200" y="265128"/>
                </a:moveTo>
                <a:lnTo>
                  <a:pt x="326179" y="265128"/>
                </a:lnTo>
                <a:lnTo>
                  <a:pt x="326179" y="239595"/>
                </a:lnTo>
                <a:lnTo>
                  <a:pt x="306981" y="239595"/>
                </a:lnTo>
                <a:lnTo>
                  <a:pt x="306981" y="265128"/>
                </a:lnTo>
                <a:lnTo>
                  <a:pt x="153586" y="265128"/>
                </a:lnTo>
                <a:lnTo>
                  <a:pt x="153586" y="239595"/>
                </a:lnTo>
                <a:lnTo>
                  <a:pt x="134388" y="239595"/>
                </a:lnTo>
                <a:lnTo>
                  <a:pt x="134388" y="265128"/>
                </a:lnTo>
                <a:lnTo>
                  <a:pt x="101367" y="265128"/>
                </a:lnTo>
                <a:cubicBezTo>
                  <a:pt x="105783" y="219436"/>
                  <a:pt x="142451" y="183152"/>
                  <a:pt x="188527" y="179888"/>
                </a:cubicBezTo>
                <a:lnTo>
                  <a:pt x="188527" y="213101"/>
                </a:lnTo>
                <a:cubicBezTo>
                  <a:pt x="186223" y="215597"/>
                  <a:pt x="184688" y="218861"/>
                  <a:pt x="184688" y="222508"/>
                </a:cubicBezTo>
                <a:cubicBezTo>
                  <a:pt x="184688" y="229996"/>
                  <a:pt x="190639" y="236139"/>
                  <a:pt x="198126" y="236139"/>
                </a:cubicBezTo>
                <a:cubicBezTo>
                  <a:pt x="205614" y="236139"/>
                  <a:pt x="211565" y="229996"/>
                  <a:pt x="211565" y="222508"/>
                </a:cubicBezTo>
                <a:cubicBezTo>
                  <a:pt x="211565" y="218861"/>
                  <a:pt x="210029" y="215597"/>
                  <a:pt x="207726" y="213101"/>
                </a:cubicBezTo>
                <a:lnTo>
                  <a:pt x="207726" y="179120"/>
                </a:lnTo>
                <a:lnTo>
                  <a:pt x="253801" y="179120"/>
                </a:lnTo>
                <a:lnTo>
                  <a:pt x="253801" y="186031"/>
                </a:lnTo>
                <a:cubicBezTo>
                  <a:pt x="239979" y="190255"/>
                  <a:pt x="229804" y="202926"/>
                  <a:pt x="229804" y="218093"/>
                </a:cubicBezTo>
                <a:lnTo>
                  <a:pt x="229804" y="244010"/>
                </a:lnTo>
                <a:cubicBezTo>
                  <a:pt x="229804" y="250346"/>
                  <a:pt x="235179" y="255529"/>
                  <a:pt x="241323" y="255529"/>
                </a:cubicBezTo>
                <a:lnTo>
                  <a:pt x="255337" y="255529"/>
                </a:lnTo>
                <a:lnTo>
                  <a:pt x="255337" y="236523"/>
                </a:lnTo>
                <a:lnTo>
                  <a:pt x="249002" y="236523"/>
                </a:lnTo>
                <a:lnTo>
                  <a:pt x="249002" y="218093"/>
                </a:lnTo>
                <a:cubicBezTo>
                  <a:pt x="249002" y="210029"/>
                  <a:pt x="255529" y="203502"/>
                  <a:pt x="263401" y="203502"/>
                </a:cubicBezTo>
                <a:cubicBezTo>
                  <a:pt x="271272" y="203502"/>
                  <a:pt x="277799" y="210029"/>
                  <a:pt x="277799" y="218093"/>
                </a:cubicBezTo>
                <a:lnTo>
                  <a:pt x="277799" y="236523"/>
                </a:lnTo>
                <a:lnTo>
                  <a:pt x="271464" y="236523"/>
                </a:lnTo>
                <a:lnTo>
                  <a:pt x="271464" y="255721"/>
                </a:lnTo>
                <a:lnTo>
                  <a:pt x="285287" y="255721"/>
                </a:lnTo>
                <a:cubicBezTo>
                  <a:pt x="291430" y="255721"/>
                  <a:pt x="296998" y="250154"/>
                  <a:pt x="296998" y="244010"/>
                </a:cubicBezTo>
                <a:lnTo>
                  <a:pt x="296998" y="218093"/>
                </a:lnTo>
                <a:cubicBezTo>
                  <a:pt x="296998" y="202926"/>
                  <a:pt x="286822" y="190063"/>
                  <a:pt x="273000" y="186031"/>
                </a:cubicBezTo>
                <a:lnTo>
                  <a:pt x="273000" y="179888"/>
                </a:lnTo>
                <a:cubicBezTo>
                  <a:pt x="318692" y="183728"/>
                  <a:pt x="354976" y="219628"/>
                  <a:pt x="359200" y="265128"/>
                </a:cubicBezTo>
                <a:close/>
                <a:moveTo>
                  <a:pt x="76601" y="265128"/>
                </a:moveTo>
                <a:lnTo>
                  <a:pt x="76601" y="73145"/>
                </a:lnTo>
                <a:lnTo>
                  <a:pt x="154162" y="73145"/>
                </a:lnTo>
                <a:lnTo>
                  <a:pt x="154162" y="74297"/>
                </a:lnTo>
                <a:lnTo>
                  <a:pt x="154162" y="74297"/>
                </a:lnTo>
                <a:lnTo>
                  <a:pt x="154162" y="167793"/>
                </a:lnTo>
                <a:cubicBezTo>
                  <a:pt x="114230" y="183344"/>
                  <a:pt x="85432" y="220780"/>
                  <a:pt x="81785" y="265320"/>
                </a:cubicBezTo>
                <a:lnTo>
                  <a:pt x="76601" y="265320"/>
                </a:lnTo>
                <a:close/>
                <a:moveTo>
                  <a:pt x="167601" y="34749"/>
                </a:moveTo>
                <a:cubicBezTo>
                  <a:pt x="163761" y="40700"/>
                  <a:pt x="160882" y="47036"/>
                  <a:pt x="158770" y="53947"/>
                </a:cubicBezTo>
                <a:lnTo>
                  <a:pt x="76793" y="53947"/>
                </a:lnTo>
                <a:cubicBezTo>
                  <a:pt x="66234" y="53947"/>
                  <a:pt x="57595" y="62586"/>
                  <a:pt x="57595" y="73145"/>
                </a:cubicBezTo>
                <a:lnTo>
                  <a:pt x="57595" y="265128"/>
                </a:lnTo>
                <a:cubicBezTo>
                  <a:pt x="57595" y="275687"/>
                  <a:pt x="66234" y="284327"/>
                  <a:pt x="76793" y="284327"/>
                </a:cubicBezTo>
                <a:lnTo>
                  <a:pt x="383966" y="284327"/>
                </a:lnTo>
                <a:cubicBezTo>
                  <a:pt x="394525" y="284327"/>
                  <a:pt x="403164" y="275687"/>
                  <a:pt x="403164" y="265128"/>
                </a:cubicBezTo>
                <a:lnTo>
                  <a:pt x="403164" y="73145"/>
                </a:lnTo>
                <a:cubicBezTo>
                  <a:pt x="403164" y="62586"/>
                  <a:pt x="394525" y="53947"/>
                  <a:pt x="383966" y="53947"/>
                </a:cubicBezTo>
                <a:lnTo>
                  <a:pt x="302373" y="53947"/>
                </a:lnTo>
                <a:cubicBezTo>
                  <a:pt x="299685" y="47612"/>
                  <a:pt x="296998" y="41084"/>
                  <a:pt x="293734" y="34749"/>
                </a:cubicBezTo>
                <a:lnTo>
                  <a:pt x="422554" y="34749"/>
                </a:lnTo>
                <a:lnTo>
                  <a:pt x="422554" y="303525"/>
                </a:lnTo>
                <a:lnTo>
                  <a:pt x="38397" y="303525"/>
                </a:lnTo>
                <a:lnTo>
                  <a:pt x="38397" y="34749"/>
                </a:lnTo>
                <a:lnTo>
                  <a:pt x="167601" y="34749"/>
                </a:lnTo>
                <a:close/>
                <a:moveTo>
                  <a:pt x="418523" y="341922"/>
                </a:moveTo>
                <a:lnTo>
                  <a:pt x="42236" y="341922"/>
                </a:lnTo>
                <a:cubicBezTo>
                  <a:pt x="31101" y="341922"/>
                  <a:pt x="21886" y="334050"/>
                  <a:pt x="19582" y="322723"/>
                </a:cubicBezTo>
                <a:lnTo>
                  <a:pt x="441177" y="322723"/>
                </a:lnTo>
                <a:cubicBezTo>
                  <a:pt x="439257" y="333666"/>
                  <a:pt x="429850" y="341922"/>
                  <a:pt x="418523" y="34192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4" name="Graphic 14" descr="Laptop line portal login icon.">
            <a:extLst>
              <a:ext uri="{FF2B5EF4-FFF2-40B4-BE49-F238E27FC236}">
                <a16:creationId xmlns:a16="http://schemas.microsoft.com/office/drawing/2014/main" id="{1A3931DE-5A94-4CCC-8FF5-758A803F34F3}"/>
              </a:ext>
            </a:extLst>
          </p:cNvPr>
          <p:cNvSpPr/>
          <p:nvPr/>
        </p:nvSpPr>
        <p:spPr>
          <a:xfrm>
            <a:off x="8313378" y="2348592"/>
            <a:ext cx="459801" cy="344850"/>
          </a:xfrm>
          <a:custGeom>
            <a:avLst/>
            <a:gdLst>
              <a:gd name="connsiteX0" fmla="*/ 444474 w 459801"/>
              <a:gd name="connsiteY0" fmla="*/ 287376 h 344850"/>
              <a:gd name="connsiteX1" fmla="*/ 440643 w 459801"/>
              <a:gd name="connsiteY1" fmla="*/ 287376 h 344850"/>
              <a:gd name="connsiteX2" fmla="*/ 440643 w 459801"/>
              <a:gd name="connsiteY2" fmla="*/ 19158 h 344850"/>
              <a:gd name="connsiteX3" fmla="*/ 421484 w 459801"/>
              <a:gd name="connsiteY3" fmla="*/ 0 h 344850"/>
              <a:gd name="connsiteX4" fmla="*/ 38317 w 459801"/>
              <a:gd name="connsiteY4" fmla="*/ 0 h 344850"/>
              <a:gd name="connsiteX5" fmla="*/ 19158 w 459801"/>
              <a:gd name="connsiteY5" fmla="*/ 19158 h 344850"/>
              <a:gd name="connsiteX6" fmla="*/ 19158 w 459801"/>
              <a:gd name="connsiteY6" fmla="*/ 287376 h 344850"/>
              <a:gd name="connsiteX7" fmla="*/ 13411 w 459801"/>
              <a:gd name="connsiteY7" fmla="*/ 287376 h 344850"/>
              <a:gd name="connsiteX8" fmla="*/ 0 w 459801"/>
              <a:gd name="connsiteY8" fmla="*/ 302702 h 344850"/>
              <a:gd name="connsiteX9" fmla="*/ 0 w 459801"/>
              <a:gd name="connsiteY9" fmla="*/ 302702 h 344850"/>
              <a:gd name="connsiteX10" fmla="*/ 42148 w 459801"/>
              <a:gd name="connsiteY10" fmla="*/ 344851 h 344850"/>
              <a:gd name="connsiteX11" fmla="*/ 417653 w 459801"/>
              <a:gd name="connsiteY11" fmla="*/ 344851 h 344850"/>
              <a:gd name="connsiteX12" fmla="*/ 459801 w 459801"/>
              <a:gd name="connsiteY12" fmla="*/ 302702 h 344850"/>
              <a:gd name="connsiteX13" fmla="*/ 444474 w 459801"/>
              <a:gd name="connsiteY13" fmla="*/ 287376 h 344850"/>
              <a:gd name="connsiteX14" fmla="*/ 38317 w 459801"/>
              <a:gd name="connsiteY14" fmla="*/ 19158 h 344850"/>
              <a:gd name="connsiteX15" fmla="*/ 421484 w 459801"/>
              <a:gd name="connsiteY15" fmla="*/ 19158 h 344850"/>
              <a:gd name="connsiteX16" fmla="*/ 421484 w 459801"/>
              <a:gd name="connsiteY16" fmla="*/ 287376 h 344850"/>
              <a:gd name="connsiteX17" fmla="*/ 38317 w 459801"/>
              <a:gd name="connsiteY17" fmla="*/ 287376 h 344850"/>
              <a:gd name="connsiteX18" fmla="*/ 38317 w 459801"/>
              <a:gd name="connsiteY18" fmla="*/ 19158 h 344850"/>
              <a:gd name="connsiteX19" fmla="*/ 38317 w 459801"/>
              <a:gd name="connsiteY19" fmla="*/ 19158 h 344850"/>
              <a:gd name="connsiteX20" fmla="*/ 417653 w 459801"/>
              <a:gd name="connsiteY20" fmla="*/ 325692 h 344850"/>
              <a:gd name="connsiteX21" fmla="*/ 42148 w 459801"/>
              <a:gd name="connsiteY21" fmla="*/ 325692 h 344850"/>
              <a:gd name="connsiteX22" fmla="*/ 19158 w 459801"/>
              <a:gd name="connsiteY22" fmla="*/ 306534 h 344850"/>
              <a:gd name="connsiteX23" fmla="*/ 440643 w 459801"/>
              <a:gd name="connsiteY23" fmla="*/ 306534 h 344850"/>
              <a:gd name="connsiteX24" fmla="*/ 417653 w 459801"/>
              <a:gd name="connsiteY24" fmla="*/ 325692 h 344850"/>
              <a:gd name="connsiteX25" fmla="*/ 76634 w 459801"/>
              <a:gd name="connsiteY25" fmla="*/ 268217 h 344850"/>
              <a:gd name="connsiteX26" fmla="*/ 383168 w 459801"/>
              <a:gd name="connsiteY26" fmla="*/ 268217 h 344850"/>
              <a:gd name="connsiteX27" fmla="*/ 402326 w 459801"/>
              <a:gd name="connsiteY27" fmla="*/ 249059 h 344850"/>
              <a:gd name="connsiteX28" fmla="*/ 402326 w 459801"/>
              <a:gd name="connsiteY28" fmla="*/ 57475 h 344850"/>
              <a:gd name="connsiteX29" fmla="*/ 383168 w 459801"/>
              <a:gd name="connsiteY29" fmla="*/ 38317 h 344850"/>
              <a:gd name="connsiteX30" fmla="*/ 76634 w 459801"/>
              <a:gd name="connsiteY30" fmla="*/ 38317 h 344850"/>
              <a:gd name="connsiteX31" fmla="*/ 57475 w 459801"/>
              <a:gd name="connsiteY31" fmla="*/ 57475 h 344850"/>
              <a:gd name="connsiteX32" fmla="*/ 57475 w 459801"/>
              <a:gd name="connsiteY32" fmla="*/ 249059 h 344850"/>
              <a:gd name="connsiteX33" fmla="*/ 76634 w 459801"/>
              <a:gd name="connsiteY33" fmla="*/ 268217 h 344850"/>
              <a:gd name="connsiteX34" fmla="*/ 383168 w 459801"/>
              <a:gd name="connsiteY34" fmla="*/ 249059 h 344850"/>
              <a:gd name="connsiteX35" fmla="*/ 76634 w 459801"/>
              <a:gd name="connsiteY35" fmla="*/ 249059 h 344850"/>
              <a:gd name="connsiteX36" fmla="*/ 76634 w 459801"/>
              <a:gd name="connsiteY36" fmla="*/ 57475 h 344850"/>
              <a:gd name="connsiteX37" fmla="*/ 383168 w 459801"/>
              <a:gd name="connsiteY37" fmla="*/ 57475 h 344850"/>
              <a:gd name="connsiteX38" fmla="*/ 383168 w 459801"/>
              <a:gd name="connsiteY38" fmla="*/ 249059 h 344850"/>
              <a:gd name="connsiteX39" fmla="*/ 383168 w 459801"/>
              <a:gd name="connsiteY39" fmla="*/ 249059 h 344850"/>
              <a:gd name="connsiteX40" fmla="*/ 252891 w 459801"/>
              <a:gd name="connsiteY40" fmla="*/ 143688 h 344850"/>
              <a:gd name="connsiteX41" fmla="*/ 220321 w 459801"/>
              <a:gd name="connsiteY41" fmla="*/ 111119 h 344850"/>
              <a:gd name="connsiteX42" fmla="*/ 206910 w 459801"/>
              <a:gd name="connsiteY42" fmla="*/ 124529 h 344850"/>
              <a:gd name="connsiteX43" fmla="*/ 226069 w 459801"/>
              <a:gd name="connsiteY43" fmla="*/ 143688 h 344850"/>
              <a:gd name="connsiteX44" fmla="*/ 143688 w 459801"/>
              <a:gd name="connsiteY44" fmla="*/ 143688 h 344850"/>
              <a:gd name="connsiteX45" fmla="*/ 143688 w 459801"/>
              <a:gd name="connsiteY45" fmla="*/ 162846 h 344850"/>
              <a:gd name="connsiteX46" fmla="*/ 227985 w 459801"/>
              <a:gd name="connsiteY46" fmla="*/ 162846 h 344850"/>
              <a:gd name="connsiteX47" fmla="*/ 208826 w 459801"/>
              <a:gd name="connsiteY47" fmla="*/ 182005 h 344850"/>
              <a:gd name="connsiteX48" fmla="*/ 222237 w 459801"/>
              <a:gd name="connsiteY48" fmla="*/ 195415 h 344850"/>
              <a:gd name="connsiteX49" fmla="*/ 254806 w 459801"/>
              <a:gd name="connsiteY49" fmla="*/ 162846 h 344850"/>
              <a:gd name="connsiteX50" fmla="*/ 252891 w 459801"/>
              <a:gd name="connsiteY50" fmla="*/ 143688 h 344850"/>
              <a:gd name="connsiteX51" fmla="*/ 293123 w 459801"/>
              <a:gd name="connsiteY51" fmla="*/ 76634 h 344850"/>
              <a:gd name="connsiteX52" fmla="*/ 229901 w 459801"/>
              <a:gd name="connsiteY52" fmla="*/ 76634 h 344850"/>
              <a:gd name="connsiteX53" fmla="*/ 229901 w 459801"/>
              <a:gd name="connsiteY53" fmla="*/ 95792 h 344850"/>
              <a:gd name="connsiteX54" fmla="*/ 287376 w 459801"/>
              <a:gd name="connsiteY54" fmla="*/ 95792 h 344850"/>
              <a:gd name="connsiteX55" fmla="*/ 287376 w 459801"/>
              <a:gd name="connsiteY55" fmla="*/ 210742 h 344850"/>
              <a:gd name="connsiteX56" fmla="*/ 229901 w 459801"/>
              <a:gd name="connsiteY56" fmla="*/ 210742 h 344850"/>
              <a:gd name="connsiteX57" fmla="*/ 229901 w 459801"/>
              <a:gd name="connsiteY57" fmla="*/ 229901 h 344850"/>
              <a:gd name="connsiteX58" fmla="*/ 293123 w 459801"/>
              <a:gd name="connsiteY58" fmla="*/ 229901 h 344850"/>
              <a:gd name="connsiteX59" fmla="*/ 306534 w 459801"/>
              <a:gd name="connsiteY59" fmla="*/ 216490 h 344850"/>
              <a:gd name="connsiteX60" fmla="*/ 306534 w 459801"/>
              <a:gd name="connsiteY60" fmla="*/ 216490 h 344850"/>
              <a:gd name="connsiteX61" fmla="*/ 306534 w 459801"/>
              <a:gd name="connsiteY61" fmla="*/ 90044 h 344850"/>
              <a:gd name="connsiteX62" fmla="*/ 293123 w 459801"/>
              <a:gd name="connsiteY62" fmla="*/ 76634 h 344850"/>
              <a:gd name="connsiteX63" fmla="*/ 293123 w 459801"/>
              <a:gd name="connsiteY63" fmla="*/ 76634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9801" h="344850">
                <a:moveTo>
                  <a:pt x="444474" y="287376"/>
                </a:moveTo>
                <a:lnTo>
                  <a:pt x="440643" y="287376"/>
                </a:lnTo>
                <a:lnTo>
                  <a:pt x="440643" y="19158"/>
                </a:lnTo>
                <a:cubicBezTo>
                  <a:pt x="440643" y="7663"/>
                  <a:pt x="432979" y="0"/>
                  <a:pt x="421484" y="0"/>
                </a:cubicBezTo>
                <a:lnTo>
                  <a:pt x="38317" y="0"/>
                </a:lnTo>
                <a:cubicBezTo>
                  <a:pt x="26822" y="0"/>
                  <a:pt x="19158" y="7663"/>
                  <a:pt x="19158" y="19158"/>
                </a:cubicBezTo>
                <a:lnTo>
                  <a:pt x="19158" y="287376"/>
                </a:lnTo>
                <a:lnTo>
                  <a:pt x="13411" y="287376"/>
                </a:lnTo>
                <a:cubicBezTo>
                  <a:pt x="5748" y="287376"/>
                  <a:pt x="0" y="295039"/>
                  <a:pt x="0" y="302702"/>
                </a:cubicBezTo>
                <a:cubicBezTo>
                  <a:pt x="0" y="302702"/>
                  <a:pt x="0" y="302702"/>
                  <a:pt x="0" y="302702"/>
                </a:cubicBezTo>
                <a:cubicBezTo>
                  <a:pt x="0" y="325692"/>
                  <a:pt x="19158" y="344851"/>
                  <a:pt x="42148" y="344851"/>
                </a:cubicBezTo>
                <a:lnTo>
                  <a:pt x="417653" y="344851"/>
                </a:lnTo>
                <a:cubicBezTo>
                  <a:pt x="440643" y="344851"/>
                  <a:pt x="459801" y="325692"/>
                  <a:pt x="459801" y="302702"/>
                </a:cubicBezTo>
                <a:cubicBezTo>
                  <a:pt x="459801" y="295039"/>
                  <a:pt x="452138" y="287376"/>
                  <a:pt x="444474" y="287376"/>
                </a:cubicBezTo>
                <a:close/>
                <a:moveTo>
                  <a:pt x="38317" y="19158"/>
                </a:moveTo>
                <a:lnTo>
                  <a:pt x="421484" y="19158"/>
                </a:lnTo>
                <a:lnTo>
                  <a:pt x="421484" y="287376"/>
                </a:lnTo>
                <a:lnTo>
                  <a:pt x="38317" y="287376"/>
                </a:lnTo>
                <a:lnTo>
                  <a:pt x="38317" y="19158"/>
                </a:lnTo>
                <a:lnTo>
                  <a:pt x="38317" y="19158"/>
                </a:lnTo>
                <a:moveTo>
                  <a:pt x="417653" y="325692"/>
                </a:moveTo>
                <a:lnTo>
                  <a:pt x="42148" y="325692"/>
                </a:lnTo>
                <a:cubicBezTo>
                  <a:pt x="30653" y="325692"/>
                  <a:pt x="21074" y="318029"/>
                  <a:pt x="19158" y="306534"/>
                </a:cubicBezTo>
                <a:lnTo>
                  <a:pt x="440643" y="306534"/>
                </a:lnTo>
                <a:cubicBezTo>
                  <a:pt x="438727" y="318029"/>
                  <a:pt x="429148" y="325692"/>
                  <a:pt x="417653" y="325692"/>
                </a:cubicBezTo>
                <a:close/>
                <a:moveTo>
                  <a:pt x="76634" y="268217"/>
                </a:moveTo>
                <a:lnTo>
                  <a:pt x="383168" y="268217"/>
                </a:lnTo>
                <a:cubicBezTo>
                  <a:pt x="394663" y="268217"/>
                  <a:pt x="402326" y="260554"/>
                  <a:pt x="402326" y="249059"/>
                </a:cubicBezTo>
                <a:lnTo>
                  <a:pt x="402326" y="57475"/>
                </a:lnTo>
                <a:cubicBezTo>
                  <a:pt x="402326" y="45980"/>
                  <a:pt x="394663" y="38317"/>
                  <a:pt x="383168" y="38317"/>
                </a:cubicBezTo>
                <a:lnTo>
                  <a:pt x="76634" y="38317"/>
                </a:lnTo>
                <a:cubicBezTo>
                  <a:pt x="65138" y="38317"/>
                  <a:pt x="57475" y="45980"/>
                  <a:pt x="57475" y="57475"/>
                </a:cubicBezTo>
                <a:lnTo>
                  <a:pt x="57475" y="249059"/>
                </a:lnTo>
                <a:cubicBezTo>
                  <a:pt x="57475" y="260554"/>
                  <a:pt x="65138" y="268217"/>
                  <a:pt x="76634" y="268217"/>
                </a:cubicBezTo>
                <a:close/>
                <a:moveTo>
                  <a:pt x="383168" y="249059"/>
                </a:moveTo>
                <a:lnTo>
                  <a:pt x="76634" y="249059"/>
                </a:lnTo>
                <a:lnTo>
                  <a:pt x="76634" y="57475"/>
                </a:lnTo>
                <a:lnTo>
                  <a:pt x="383168" y="57475"/>
                </a:lnTo>
                <a:lnTo>
                  <a:pt x="383168" y="249059"/>
                </a:lnTo>
                <a:lnTo>
                  <a:pt x="383168" y="249059"/>
                </a:lnTo>
                <a:moveTo>
                  <a:pt x="252891" y="143688"/>
                </a:moveTo>
                <a:lnTo>
                  <a:pt x="220321" y="111119"/>
                </a:lnTo>
                <a:lnTo>
                  <a:pt x="206910" y="124529"/>
                </a:lnTo>
                <a:lnTo>
                  <a:pt x="226069" y="143688"/>
                </a:lnTo>
                <a:lnTo>
                  <a:pt x="143688" y="143688"/>
                </a:lnTo>
                <a:lnTo>
                  <a:pt x="143688" y="162846"/>
                </a:lnTo>
                <a:lnTo>
                  <a:pt x="227985" y="162846"/>
                </a:lnTo>
                <a:lnTo>
                  <a:pt x="208826" y="182005"/>
                </a:lnTo>
                <a:lnTo>
                  <a:pt x="222237" y="195415"/>
                </a:lnTo>
                <a:lnTo>
                  <a:pt x="254806" y="162846"/>
                </a:lnTo>
                <a:cubicBezTo>
                  <a:pt x="258638" y="157099"/>
                  <a:pt x="258638" y="147519"/>
                  <a:pt x="252891" y="143688"/>
                </a:cubicBezTo>
                <a:close/>
                <a:moveTo>
                  <a:pt x="293123" y="76634"/>
                </a:moveTo>
                <a:lnTo>
                  <a:pt x="229901" y="76634"/>
                </a:lnTo>
                <a:lnTo>
                  <a:pt x="229901" y="95792"/>
                </a:lnTo>
                <a:lnTo>
                  <a:pt x="287376" y="95792"/>
                </a:lnTo>
                <a:lnTo>
                  <a:pt x="287376" y="210742"/>
                </a:lnTo>
                <a:lnTo>
                  <a:pt x="229901" y="210742"/>
                </a:lnTo>
                <a:lnTo>
                  <a:pt x="229901" y="229901"/>
                </a:lnTo>
                <a:lnTo>
                  <a:pt x="293123" y="229901"/>
                </a:lnTo>
                <a:cubicBezTo>
                  <a:pt x="300786" y="229901"/>
                  <a:pt x="306534" y="224153"/>
                  <a:pt x="306534" y="216490"/>
                </a:cubicBezTo>
                <a:lnTo>
                  <a:pt x="306534" y="216490"/>
                </a:lnTo>
                <a:lnTo>
                  <a:pt x="306534" y="90044"/>
                </a:lnTo>
                <a:cubicBezTo>
                  <a:pt x="306534" y="82381"/>
                  <a:pt x="300786" y="76634"/>
                  <a:pt x="293123" y="76634"/>
                </a:cubicBezTo>
                <a:lnTo>
                  <a:pt x="293123" y="7663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5" name="Graphic 16" descr="Laptop line power icon.">
            <a:extLst>
              <a:ext uri="{FF2B5EF4-FFF2-40B4-BE49-F238E27FC236}">
                <a16:creationId xmlns:a16="http://schemas.microsoft.com/office/drawing/2014/main" id="{4B92B406-6847-4E42-AF5C-0BF66F2A7878}"/>
              </a:ext>
            </a:extLst>
          </p:cNvPr>
          <p:cNvSpPr/>
          <p:nvPr/>
        </p:nvSpPr>
        <p:spPr>
          <a:xfrm>
            <a:off x="9545521" y="2348592"/>
            <a:ext cx="459801" cy="344850"/>
          </a:xfrm>
          <a:custGeom>
            <a:avLst/>
            <a:gdLst>
              <a:gd name="connsiteX0" fmla="*/ 444474 w 459801"/>
              <a:gd name="connsiteY0" fmla="*/ 287376 h 344850"/>
              <a:gd name="connsiteX1" fmla="*/ 440643 w 459801"/>
              <a:gd name="connsiteY1" fmla="*/ 287376 h 344850"/>
              <a:gd name="connsiteX2" fmla="*/ 440643 w 459801"/>
              <a:gd name="connsiteY2" fmla="*/ 19158 h 344850"/>
              <a:gd name="connsiteX3" fmla="*/ 421484 w 459801"/>
              <a:gd name="connsiteY3" fmla="*/ 0 h 344850"/>
              <a:gd name="connsiteX4" fmla="*/ 38317 w 459801"/>
              <a:gd name="connsiteY4" fmla="*/ 0 h 344850"/>
              <a:gd name="connsiteX5" fmla="*/ 19158 w 459801"/>
              <a:gd name="connsiteY5" fmla="*/ 19158 h 344850"/>
              <a:gd name="connsiteX6" fmla="*/ 19158 w 459801"/>
              <a:gd name="connsiteY6" fmla="*/ 287376 h 344850"/>
              <a:gd name="connsiteX7" fmla="*/ 13411 w 459801"/>
              <a:gd name="connsiteY7" fmla="*/ 287376 h 344850"/>
              <a:gd name="connsiteX8" fmla="*/ 0 w 459801"/>
              <a:gd name="connsiteY8" fmla="*/ 302702 h 344850"/>
              <a:gd name="connsiteX9" fmla="*/ 0 w 459801"/>
              <a:gd name="connsiteY9" fmla="*/ 302702 h 344850"/>
              <a:gd name="connsiteX10" fmla="*/ 42148 w 459801"/>
              <a:gd name="connsiteY10" fmla="*/ 344851 h 344850"/>
              <a:gd name="connsiteX11" fmla="*/ 417653 w 459801"/>
              <a:gd name="connsiteY11" fmla="*/ 344851 h 344850"/>
              <a:gd name="connsiteX12" fmla="*/ 459801 w 459801"/>
              <a:gd name="connsiteY12" fmla="*/ 302702 h 344850"/>
              <a:gd name="connsiteX13" fmla="*/ 444474 w 459801"/>
              <a:gd name="connsiteY13" fmla="*/ 287376 h 344850"/>
              <a:gd name="connsiteX14" fmla="*/ 38317 w 459801"/>
              <a:gd name="connsiteY14" fmla="*/ 19158 h 344850"/>
              <a:gd name="connsiteX15" fmla="*/ 421484 w 459801"/>
              <a:gd name="connsiteY15" fmla="*/ 19158 h 344850"/>
              <a:gd name="connsiteX16" fmla="*/ 421484 w 459801"/>
              <a:gd name="connsiteY16" fmla="*/ 287376 h 344850"/>
              <a:gd name="connsiteX17" fmla="*/ 38317 w 459801"/>
              <a:gd name="connsiteY17" fmla="*/ 287376 h 344850"/>
              <a:gd name="connsiteX18" fmla="*/ 38317 w 459801"/>
              <a:gd name="connsiteY18" fmla="*/ 19158 h 344850"/>
              <a:gd name="connsiteX19" fmla="*/ 38317 w 459801"/>
              <a:gd name="connsiteY19" fmla="*/ 19158 h 344850"/>
              <a:gd name="connsiteX20" fmla="*/ 417653 w 459801"/>
              <a:gd name="connsiteY20" fmla="*/ 325692 h 344850"/>
              <a:gd name="connsiteX21" fmla="*/ 42148 w 459801"/>
              <a:gd name="connsiteY21" fmla="*/ 325692 h 344850"/>
              <a:gd name="connsiteX22" fmla="*/ 19158 w 459801"/>
              <a:gd name="connsiteY22" fmla="*/ 306534 h 344850"/>
              <a:gd name="connsiteX23" fmla="*/ 440643 w 459801"/>
              <a:gd name="connsiteY23" fmla="*/ 306534 h 344850"/>
              <a:gd name="connsiteX24" fmla="*/ 417653 w 459801"/>
              <a:gd name="connsiteY24" fmla="*/ 325692 h 344850"/>
              <a:gd name="connsiteX25" fmla="*/ 76634 w 459801"/>
              <a:gd name="connsiteY25" fmla="*/ 268217 h 344850"/>
              <a:gd name="connsiteX26" fmla="*/ 383168 w 459801"/>
              <a:gd name="connsiteY26" fmla="*/ 268217 h 344850"/>
              <a:gd name="connsiteX27" fmla="*/ 402326 w 459801"/>
              <a:gd name="connsiteY27" fmla="*/ 249059 h 344850"/>
              <a:gd name="connsiteX28" fmla="*/ 402326 w 459801"/>
              <a:gd name="connsiteY28" fmla="*/ 57475 h 344850"/>
              <a:gd name="connsiteX29" fmla="*/ 383168 w 459801"/>
              <a:gd name="connsiteY29" fmla="*/ 38317 h 344850"/>
              <a:gd name="connsiteX30" fmla="*/ 76634 w 459801"/>
              <a:gd name="connsiteY30" fmla="*/ 38317 h 344850"/>
              <a:gd name="connsiteX31" fmla="*/ 57475 w 459801"/>
              <a:gd name="connsiteY31" fmla="*/ 57475 h 344850"/>
              <a:gd name="connsiteX32" fmla="*/ 57475 w 459801"/>
              <a:gd name="connsiteY32" fmla="*/ 249059 h 344850"/>
              <a:gd name="connsiteX33" fmla="*/ 76634 w 459801"/>
              <a:gd name="connsiteY33" fmla="*/ 268217 h 344850"/>
              <a:gd name="connsiteX34" fmla="*/ 383168 w 459801"/>
              <a:gd name="connsiteY34" fmla="*/ 249059 h 344850"/>
              <a:gd name="connsiteX35" fmla="*/ 76634 w 459801"/>
              <a:gd name="connsiteY35" fmla="*/ 249059 h 344850"/>
              <a:gd name="connsiteX36" fmla="*/ 76634 w 459801"/>
              <a:gd name="connsiteY36" fmla="*/ 57475 h 344850"/>
              <a:gd name="connsiteX37" fmla="*/ 383168 w 459801"/>
              <a:gd name="connsiteY37" fmla="*/ 57475 h 344850"/>
              <a:gd name="connsiteX38" fmla="*/ 383168 w 459801"/>
              <a:gd name="connsiteY38" fmla="*/ 249059 h 344850"/>
              <a:gd name="connsiteX39" fmla="*/ 383168 w 459801"/>
              <a:gd name="connsiteY39" fmla="*/ 249059 h 344850"/>
              <a:gd name="connsiteX40" fmla="*/ 270133 w 459801"/>
              <a:gd name="connsiteY40" fmla="*/ 99624 h 344850"/>
              <a:gd name="connsiteX41" fmla="*/ 258638 w 459801"/>
              <a:gd name="connsiteY41" fmla="*/ 114950 h 344850"/>
              <a:gd name="connsiteX42" fmla="*/ 273965 w 459801"/>
              <a:gd name="connsiteY42" fmla="*/ 187752 h 344850"/>
              <a:gd name="connsiteX43" fmla="*/ 201163 w 459801"/>
              <a:gd name="connsiteY43" fmla="*/ 203079 h 344850"/>
              <a:gd name="connsiteX44" fmla="*/ 185836 w 459801"/>
              <a:gd name="connsiteY44" fmla="*/ 130277 h 344850"/>
              <a:gd name="connsiteX45" fmla="*/ 201163 w 459801"/>
              <a:gd name="connsiteY45" fmla="*/ 114950 h 344850"/>
              <a:gd name="connsiteX46" fmla="*/ 189668 w 459801"/>
              <a:gd name="connsiteY46" fmla="*/ 99624 h 344850"/>
              <a:gd name="connsiteX47" fmla="*/ 170510 w 459801"/>
              <a:gd name="connsiteY47" fmla="*/ 199247 h 344850"/>
              <a:gd name="connsiteX48" fmla="*/ 270133 w 459801"/>
              <a:gd name="connsiteY48" fmla="*/ 218405 h 344850"/>
              <a:gd name="connsiteX49" fmla="*/ 289291 w 459801"/>
              <a:gd name="connsiteY49" fmla="*/ 118782 h 344850"/>
              <a:gd name="connsiteX50" fmla="*/ 270133 w 459801"/>
              <a:gd name="connsiteY50" fmla="*/ 99624 h 344850"/>
              <a:gd name="connsiteX51" fmla="*/ 220321 w 459801"/>
              <a:gd name="connsiteY51" fmla="*/ 76634 h 344850"/>
              <a:gd name="connsiteX52" fmla="*/ 239480 w 459801"/>
              <a:gd name="connsiteY52" fmla="*/ 76634 h 344850"/>
              <a:gd name="connsiteX53" fmla="*/ 239480 w 459801"/>
              <a:gd name="connsiteY53" fmla="*/ 143688 h 344850"/>
              <a:gd name="connsiteX54" fmla="*/ 220321 w 459801"/>
              <a:gd name="connsiteY54" fmla="*/ 143688 h 344850"/>
              <a:gd name="connsiteX55" fmla="*/ 220321 w 459801"/>
              <a:gd name="connsiteY55" fmla="*/ 76634 h 34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59801" h="344850">
                <a:moveTo>
                  <a:pt x="444474" y="287376"/>
                </a:moveTo>
                <a:lnTo>
                  <a:pt x="440643" y="287376"/>
                </a:lnTo>
                <a:lnTo>
                  <a:pt x="440643" y="19158"/>
                </a:lnTo>
                <a:cubicBezTo>
                  <a:pt x="440643" y="7663"/>
                  <a:pt x="432979" y="0"/>
                  <a:pt x="421484" y="0"/>
                </a:cubicBezTo>
                <a:lnTo>
                  <a:pt x="38317" y="0"/>
                </a:lnTo>
                <a:cubicBezTo>
                  <a:pt x="26822" y="0"/>
                  <a:pt x="19158" y="7663"/>
                  <a:pt x="19158" y="19158"/>
                </a:cubicBezTo>
                <a:lnTo>
                  <a:pt x="19158" y="287376"/>
                </a:lnTo>
                <a:lnTo>
                  <a:pt x="13411" y="287376"/>
                </a:lnTo>
                <a:cubicBezTo>
                  <a:pt x="5748" y="287376"/>
                  <a:pt x="0" y="295039"/>
                  <a:pt x="0" y="302702"/>
                </a:cubicBezTo>
                <a:cubicBezTo>
                  <a:pt x="0" y="302702"/>
                  <a:pt x="0" y="302702"/>
                  <a:pt x="0" y="302702"/>
                </a:cubicBezTo>
                <a:cubicBezTo>
                  <a:pt x="0" y="325692"/>
                  <a:pt x="19158" y="344851"/>
                  <a:pt x="42148" y="344851"/>
                </a:cubicBezTo>
                <a:lnTo>
                  <a:pt x="417653" y="344851"/>
                </a:lnTo>
                <a:cubicBezTo>
                  <a:pt x="440643" y="344851"/>
                  <a:pt x="459801" y="325692"/>
                  <a:pt x="459801" y="302702"/>
                </a:cubicBezTo>
                <a:cubicBezTo>
                  <a:pt x="459801" y="295039"/>
                  <a:pt x="452138" y="287376"/>
                  <a:pt x="444474" y="287376"/>
                </a:cubicBezTo>
                <a:close/>
                <a:moveTo>
                  <a:pt x="38317" y="19158"/>
                </a:moveTo>
                <a:lnTo>
                  <a:pt x="421484" y="19158"/>
                </a:lnTo>
                <a:lnTo>
                  <a:pt x="421484" y="287376"/>
                </a:lnTo>
                <a:lnTo>
                  <a:pt x="38317" y="287376"/>
                </a:lnTo>
                <a:lnTo>
                  <a:pt x="38317" y="19158"/>
                </a:lnTo>
                <a:lnTo>
                  <a:pt x="38317" y="19158"/>
                </a:lnTo>
                <a:moveTo>
                  <a:pt x="417653" y="325692"/>
                </a:moveTo>
                <a:lnTo>
                  <a:pt x="42148" y="325692"/>
                </a:lnTo>
                <a:cubicBezTo>
                  <a:pt x="30653" y="325692"/>
                  <a:pt x="21074" y="318029"/>
                  <a:pt x="19158" y="306534"/>
                </a:cubicBezTo>
                <a:lnTo>
                  <a:pt x="440643" y="306534"/>
                </a:lnTo>
                <a:cubicBezTo>
                  <a:pt x="438727" y="318029"/>
                  <a:pt x="429148" y="325692"/>
                  <a:pt x="417653" y="325692"/>
                </a:cubicBezTo>
                <a:close/>
                <a:moveTo>
                  <a:pt x="76634" y="268217"/>
                </a:moveTo>
                <a:lnTo>
                  <a:pt x="383168" y="268217"/>
                </a:lnTo>
                <a:cubicBezTo>
                  <a:pt x="394663" y="268217"/>
                  <a:pt x="402326" y="260554"/>
                  <a:pt x="402326" y="249059"/>
                </a:cubicBezTo>
                <a:lnTo>
                  <a:pt x="402326" y="57475"/>
                </a:lnTo>
                <a:cubicBezTo>
                  <a:pt x="402326" y="45980"/>
                  <a:pt x="394663" y="38317"/>
                  <a:pt x="383168" y="38317"/>
                </a:cubicBezTo>
                <a:lnTo>
                  <a:pt x="76634" y="38317"/>
                </a:lnTo>
                <a:cubicBezTo>
                  <a:pt x="65138" y="38317"/>
                  <a:pt x="57475" y="45980"/>
                  <a:pt x="57475" y="57475"/>
                </a:cubicBezTo>
                <a:lnTo>
                  <a:pt x="57475" y="249059"/>
                </a:lnTo>
                <a:cubicBezTo>
                  <a:pt x="57475" y="260554"/>
                  <a:pt x="65138" y="268217"/>
                  <a:pt x="76634" y="268217"/>
                </a:cubicBezTo>
                <a:close/>
                <a:moveTo>
                  <a:pt x="383168" y="249059"/>
                </a:moveTo>
                <a:lnTo>
                  <a:pt x="76634" y="249059"/>
                </a:lnTo>
                <a:lnTo>
                  <a:pt x="76634" y="57475"/>
                </a:lnTo>
                <a:lnTo>
                  <a:pt x="383168" y="57475"/>
                </a:lnTo>
                <a:lnTo>
                  <a:pt x="383168" y="249059"/>
                </a:lnTo>
                <a:lnTo>
                  <a:pt x="383168" y="249059"/>
                </a:lnTo>
                <a:moveTo>
                  <a:pt x="270133" y="99624"/>
                </a:moveTo>
                <a:lnTo>
                  <a:pt x="258638" y="114950"/>
                </a:lnTo>
                <a:cubicBezTo>
                  <a:pt x="283544" y="130277"/>
                  <a:pt x="289291" y="162846"/>
                  <a:pt x="273965" y="187752"/>
                </a:cubicBezTo>
                <a:cubicBezTo>
                  <a:pt x="258638" y="212658"/>
                  <a:pt x="226069" y="218405"/>
                  <a:pt x="201163" y="203079"/>
                </a:cubicBezTo>
                <a:cubicBezTo>
                  <a:pt x="176257" y="185836"/>
                  <a:pt x="170510" y="153267"/>
                  <a:pt x="185836" y="130277"/>
                </a:cubicBezTo>
                <a:cubicBezTo>
                  <a:pt x="189668" y="124529"/>
                  <a:pt x="195415" y="118782"/>
                  <a:pt x="201163" y="114950"/>
                </a:cubicBezTo>
                <a:lnTo>
                  <a:pt x="189668" y="99624"/>
                </a:lnTo>
                <a:cubicBezTo>
                  <a:pt x="157099" y="122614"/>
                  <a:pt x="149435" y="166678"/>
                  <a:pt x="170510" y="199247"/>
                </a:cubicBezTo>
                <a:cubicBezTo>
                  <a:pt x="191584" y="231816"/>
                  <a:pt x="237564" y="239480"/>
                  <a:pt x="270133" y="218405"/>
                </a:cubicBezTo>
                <a:cubicBezTo>
                  <a:pt x="302702" y="197331"/>
                  <a:pt x="310366" y="151351"/>
                  <a:pt x="289291" y="118782"/>
                </a:cubicBezTo>
                <a:cubicBezTo>
                  <a:pt x="283544" y="111119"/>
                  <a:pt x="277796" y="105371"/>
                  <a:pt x="270133" y="99624"/>
                </a:cubicBezTo>
                <a:close/>
                <a:moveTo>
                  <a:pt x="220321" y="76634"/>
                </a:moveTo>
                <a:lnTo>
                  <a:pt x="239480" y="76634"/>
                </a:lnTo>
                <a:lnTo>
                  <a:pt x="239480" y="143688"/>
                </a:lnTo>
                <a:lnTo>
                  <a:pt x="220321" y="143688"/>
                </a:lnTo>
                <a:lnTo>
                  <a:pt x="220321" y="7663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139" descr="Monitor TV icon.">
            <a:extLst>
              <a:ext uri="{FF2B5EF4-FFF2-40B4-BE49-F238E27FC236}">
                <a16:creationId xmlns:a16="http://schemas.microsoft.com/office/drawing/2014/main" id="{FCE63A94-32E1-461D-9854-C9877B306439}"/>
              </a:ext>
            </a:extLst>
          </p:cNvPr>
          <p:cNvSpPr>
            <a:spLocks noChangeAspect="1"/>
          </p:cNvSpPr>
          <p:nvPr/>
        </p:nvSpPr>
        <p:spPr>
          <a:xfrm>
            <a:off x="10767550" y="2348592"/>
            <a:ext cx="458518" cy="401203"/>
          </a:xfrm>
          <a:custGeom>
            <a:avLst/>
            <a:gdLst>
              <a:gd name="connsiteX0" fmla="*/ 458518 w 458518"/>
              <a:gd name="connsiteY0" fmla="*/ 19105 h 401203"/>
              <a:gd name="connsiteX1" fmla="*/ 439413 w 458518"/>
              <a:gd name="connsiteY1" fmla="*/ 0 h 401203"/>
              <a:gd name="connsiteX2" fmla="*/ 19105 w 458518"/>
              <a:gd name="connsiteY2" fmla="*/ 0 h 401203"/>
              <a:gd name="connsiteX3" fmla="*/ 19105 w 458518"/>
              <a:gd name="connsiteY3" fmla="*/ 0 h 401203"/>
              <a:gd name="connsiteX4" fmla="*/ 0 w 458518"/>
              <a:gd name="connsiteY4" fmla="*/ 19105 h 401203"/>
              <a:gd name="connsiteX5" fmla="*/ 0 w 458518"/>
              <a:gd name="connsiteY5" fmla="*/ 305679 h 401203"/>
              <a:gd name="connsiteX6" fmla="*/ 19105 w 458518"/>
              <a:gd name="connsiteY6" fmla="*/ 324784 h 401203"/>
              <a:gd name="connsiteX7" fmla="*/ 183407 w 458518"/>
              <a:gd name="connsiteY7" fmla="*/ 324784 h 401203"/>
              <a:gd name="connsiteX8" fmla="*/ 183407 w 458518"/>
              <a:gd name="connsiteY8" fmla="*/ 343889 h 401203"/>
              <a:gd name="connsiteX9" fmla="*/ 124182 w 458518"/>
              <a:gd name="connsiteY9" fmla="*/ 343889 h 401203"/>
              <a:gd name="connsiteX10" fmla="*/ 105077 w 458518"/>
              <a:gd name="connsiteY10" fmla="*/ 362993 h 401203"/>
              <a:gd name="connsiteX11" fmla="*/ 105077 w 458518"/>
              <a:gd name="connsiteY11" fmla="*/ 382098 h 401203"/>
              <a:gd name="connsiteX12" fmla="*/ 124182 w 458518"/>
              <a:gd name="connsiteY12" fmla="*/ 401203 h 401203"/>
              <a:gd name="connsiteX13" fmla="*/ 334336 w 458518"/>
              <a:gd name="connsiteY13" fmla="*/ 401203 h 401203"/>
              <a:gd name="connsiteX14" fmla="*/ 353441 w 458518"/>
              <a:gd name="connsiteY14" fmla="*/ 382098 h 401203"/>
              <a:gd name="connsiteX15" fmla="*/ 353441 w 458518"/>
              <a:gd name="connsiteY15" fmla="*/ 362993 h 401203"/>
              <a:gd name="connsiteX16" fmla="*/ 334336 w 458518"/>
              <a:gd name="connsiteY16" fmla="*/ 343889 h 401203"/>
              <a:gd name="connsiteX17" fmla="*/ 277021 w 458518"/>
              <a:gd name="connsiteY17" fmla="*/ 343889 h 401203"/>
              <a:gd name="connsiteX18" fmla="*/ 277021 w 458518"/>
              <a:gd name="connsiteY18" fmla="*/ 324784 h 401203"/>
              <a:gd name="connsiteX19" fmla="*/ 439413 w 458518"/>
              <a:gd name="connsiteY19" fmla="*/ 324784 h 401203"/>
              <a:gd name="connsiteX20" fmla="*/ 458518 w 458518"/>
              <a:gd name="connsiteY20" fmla="*/ 305679 h 401203"/>
              <a:gd name="connsiteX21" fmla="*/ 458518 w 458518"/>
              <a:gd name="connsiteY21" fmla="*/ 19105 h 401203"/>
              <a:gd name="connsiteX22" fmla="*/ 334336 w 458518"/>
              <a:gd name="connsiteY22" fmla="*/ 382098 h 401203"/>
              <a:gd name="connsiteX23" fmla="*/ 124182 w 458518"/>
              <a:gd name="connsiteY23" fmla="*/ 382098 h 401203"/>
              <a:gd name="connsiteX24" fmla="*/ 124182 w 458518"/>
              <a:gd name="connsiteY24" fmla="*/ 362993 h 401203"/>
              <a:gd name="connsiteX25" fmla="*/ 334336 w 458518"/>
              <a:gd name="connsiteY25" fmla="*/ 362993 h 401203"/>
              <a:gd name="connsiteX26" fmla="*/ 334336 w 458518"/>
              <a:gd name="connsiteY26" fmla="*/ 382098 h 401203"/>
              <a:gd name="connsiteX27" fmla="*/ 334336 w 458518"/>
              <a:gd name="connsiteY27" fmla="*/ 382098 h 401203"/>
              <a:gd name="connsiteX28" fmla="*/ 259827 w 458518"/>
              <a:gd name="connsiteY28" fmla="*/ 343889 h 401203"/>
              <a:gd name="connsiteX29" fmla="*/ 202512 w 458518"/>
              <a:gd name="connsiteY29" fmla="*/ 343889 h 401203"/>
              <a:gd name="connsiteX30" fmla="*/ 202512 w 458518"/>
              <a:gd name="connsiteY30" fmla="*/ 324784 h 401203"/>
              <a:gd name="connsiteX31" fmla="*/ 259827 w 458518"/>
              <a:gd name="connsiteY31" fmla="*/ 324784 h 401203"/>
              <a:gd name="connsiteX32" fmla="*/ 259827 w 458518"/>
              <a:gd name="connsiteY32" fmla="*/ 343889 h 401203"/>
              <a:gd name="connsiteX33" fmla="*/ 19105 w 458518"/>
              <a:gd name="connsiteY33" fmla="*/ 305679 h 401203"/>
              <a:gd name="connsiteX34" fmla="*/ 19105 w 458518"/>
              <a:gd name="connsiteY34" fmla="*/ 19105 h 401203"/>
              <a:gd name="connsiteX35" fmla="*/ 19105 w 458518"/>
              <a:gd name="connsiteY35" fmla="*/ 19105 h 401203"/>
              <a:gd name="connsiteX36" fmla="*/ 439413 w 458518"/>
              <a:gd name="connsiteY36" fmla="*/ 19105 h 401203"/>
              <a:gd name="connsiteX37" fmla="*/ 439413 w 458518"/>
              <a:gd name="connsiteY37" fmla="*/ 305679 h 401203"/>
              <a:gd name="connsiteX38" fmla="*/ 19105 w 458518"/>
              <a:gd name="connsiteY38" fmla="*/ 305679 h 401203"/>
              <a:gd name="connsiteX39" fmla="*/ 401203 w 458518"/>
              <a:gd name="connsiteY39" fmla="*/ 38210 h 401203"/>
              <a:gd name="connsiteX40" fmla="*/ 57315 w 458518"/>
              <a:gd name="connsiteY40" fmla="*/ 38210 h 401203"/>
              <a:gd name="connsiteX41" fmla="*/ 38210 w 458518"/>
              <a:gd name="connsiteY41" fmla="*/ 57315 h 401203"/>
              <a:gd name="connsiteX42" fmla="*/ 38210 w 458518"/>
              <a:gd name="connsiteY42" fmla="*/ 267469 h 401203"/>
              <a:gd name="connsiteX43" fmla="*/ 57315 w 458518"/>
              <a:gd name="connsiteY43" fmla="*/ 286574 h 401203"/>
              <a:gd name="connsiteX44" fmla="*/ 401203 w 458518"/>
              <a:gd name="connsiteY44" fmla="*/ 286574 h 401203"/>
              <a:gd name="connsiteX45" fmla="*/ 420308 w 458518"/>
              <a:gd name="connsiteY45" fmla="*/ 267469 h 401203"/>
              <a:gd name="connsiteX46" fmla="*/ 420308 w 458518"/>
              <a:gd name="connsiteY46" fmla="*/ 57315 h 401203"/>
              <a:gd name="connsiteX47" fmla="*/ 401203 w 458518"/>
              <a:gd name="connsiteY47" fmla="*/ 38210 h 401203"/>
              <a:gd name="connsiteX48" fmla="*/ 401203 w 458518"/>
              <a:gd name="connsiteY48" fmla="*/ 267469 h 401203"/>
              <a:gd name="connsiteX49" fmla="*/ 57315 w 458518"/>
              <a:gd name="connsiteY49" fmla="*/ 267469 h 401203"/>
              <a:gd name="connsiteX50" fmla="*/ 57315 w 458518"/>
              <a:gd name="connsiteY50" fmla="*/ 57315 h 401203"/>
              <a:gd name="connsiteX51" fmla="*/ 401203 w 458518"/>
              <a:gd name="connsiteY51" fmla="*/ 57315 h 401203"/>
              <a:gd name="connsiteX52" fmla="*/ 401203 w 458518"/>
              <a:gd name="connsiteY52" fmla="*/ 267469 h 40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8518" h="401203">
                <a:moveTo>
                  <a:pt x="458518" y="19105"/>
                </a:moveTo>
                <a:cubicBezTo>
                  <a:pt x="458518" y="7642"/>
                  <a:pt x="450876" y="0"/>
                  <a:pt x="439413" y="0"/>
                </a:cubicBezTo>
                <a:lnTo>
                  <a:pt x="19105" y="0"/>
                </a:ln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05679"/>
                </a:lnTo>
                <a:cubicBezTo>
                  <a:pt x="0" y="317142"/>
                  <a:pt x="7642" y="324784"/>
                  <a:pt x="19105" y="324784"/>
                </a:cubicBezTo>
                <a:lnTo>
                  <a:pt x="183407" y="324784"/>
                </a:lnTo>
                <a:lnTo>
                  <a:pt x="183407" y="343889"/>
                </a:lnTo>
                <a:lnTo>
                  <a:pt x="124182" y="343889"/>
                </a:lnTo>
                <a:cubicBezTo>
                  <a:pt x="112719" y="343889"/>
                  <a:pt x="105077" y="351530"/>
                  <a:pt x="105077" y="362993"/>
                </a:cubicBezTo>
                <a:lnTo>
                  <a:pt x="105077" y="382098"/>
                </a:lnTo>
                <a:cubicBezTo>
                  <a:pt x="105077" y="393561"/>
                  <a:pt x="112719" y="401203"/>
                  <a:pt x="124182" y="401203"/>
                </a:cubicBezTo>
                <a:lnTo>
                  <a:pt x="334336" y="401203"/>
                </a:lnTo>
                <a:cubicBezTo>
                  <a:pt x="345799" y="401203"/>
                  <a:pt x="353441" y="393561"/>
                  <a:pt x="353441" y="382098"/>
                </a:cubicBezTo>
                <a:lnTo>
                  <a:pt x="353441" y="362993"/>
                </a:lnTo>
                <a:cubicBezTo>
                  <a:pt x="353441" y="351530"/>
                  <a:pt x="345799" y="343889"/>
                  <a:pt x="334336" y="343889"/>
                </a:cubicBezTo>
                <a:lnTo>
                  <a:pt x="277021" y="343889"/>
                </a:lnTo>
                <a:lnTo>
                  <a:pt x="277021" y="324784"/>
                </a:lnTo>
                <a:lnTo>
                  <a:pt x="439413" y="324784"/>
                </a:lnTo>
                <a:cubicBezTo>
                  <a:pt x="450876" y="324784"/>
                  <a:pt x="458518" y="317142"/>
                  <a:pt x="458518" y="305679"/>
                </a:cubicBezTo>
                <a:lnTo>
                  <a:pt x="458518" y="19105"/>
                </a:lnTo>
                <a:close/>
                <a:moveTo>
                  <a:pt x="334336" y="382098"/>
                </a:moveTo>
                <a:lnTo>
                  <a:pt x="124182" y="382098"/>
                </a:lnTo>
                <a:lnTo>
                  <a:pt x="124182" y="362993"/>
                </a:lnTo>
                <a:lnTo>
                  <a:pt x="334336" y="362993"/>
                </a:lnTo>
                <a:lnTo>
                  <a:pt x="334336" y="382098"/>
                </a:lnTo>
                <a:lnTo>
                  <a:pt x="334336" y="382098"/>
                </a:lnTo>
                <a:moveTo>
                  <a:pt x="259827" y="343889"/>
                </a:moveTo>
                <a:lnTo>
                  <a:pt x="202512" y="343889"/>
                </a:lnTo>
                <a:lnTo>
                  <a:pt x="202512" y="324784"/>
                </a:lnTo>
                <a:lnTo>
                  <a:pt x="259827" y="324784"/>
                </a:lnTo>
                <a:lnTo>
                  <a:pt x="259827" y="343889"/>
                </a:lnTo>
                <a:close/>
                <a:moveTo>
                  <a:pt x="19105" y="305679"/>
                </a:moveTo>
                <a:lnTo>
                  <a:pt x="19105" y="19105"/>
                </a:lnTo>
                <a:lnTo>
                  <a:pt x="19105" y="19105"/>
                </a:lnTo>
                <a:lnTo>
                  <a:pt x="439413" y="19105"/>
                </a:lnTo>
                <a:lnTo>
                  <a:pt x="439413" y="305679"/>
                </a:lnTo>
                <a:lnTo>
                  <a:pt x="19105" y="305679"/>
                </a:lnTo>
                <a:close/>
                <a:moveTo>
                  <a:pt x="401203" y="38210"/>
                </a:moveTo>
                <a:lnTo>
                  <a:pt x="57315" y="38210"/>
                </a:lnTo>
                <a:cubicBezTo>
                  <a:pt x="45852" y="38210"/>
                  <a:pt x="38210" y="45852"/>
                  <a:pt x="38210" y="57315"/>
                </a:cubicBezTo>
                <a:lnTo>
                  <a:pt x="38210" y="267469"/>
                </a:lnTo>
                <a:cubicBezTo>
                  <a:pt x="38210" y="278932"/>
                  <a:pt x="45852" y="286574"/>
                  <a:pt x="57315" y="286574"/>
                </a:cubicBezTo>
                <a:lnTo>
                  <a:pt x="401203" y="286574"/>
                </a:lnTo>
                <a:cubicBezTo>
                  <a:pt x="412666" y="286574"/>
                  <a:pt x="420308" y="278932"/>
                  <a:pt x="420308" y="267469"/>
                </a:cubicBezTo>
                <a:lnTo>
                  <a:pt x="420308" y="57315"/>
                </a:lnTo>
                <a:cubicBezTo>
                  <a:pt x="420308" y="45852"/>
                  <a:pt x="412666" y="38210"/>
                  <a:pt x="401203" y="38210"/>
                </a:cubicBezTo>
                <a:close/>
                <a:moveTo>
                  <a:pt x="401203" y="267469"/>
                </a:moveTo>
                <a:lnTo>
                  <a:pt x="57315" y="267469"/>
                </a:lnTo>
                <a:lnTo>
                  <a:pt x="57315" y="57315"/>
                </a:lnTo>
                <a:lnTo>
                  <a:pt x="401203" y="57315"/>
                </a:lnTo>
                <a:lnTo>
                  <a:pt x="401203" y="26746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65" descr="Web window icon.">
            <a:extLst>
              <a:ext uri="{FF2B5EF4-FFF2-40B4-BE49-F238E27FC236}">
                <a16:creationId xmlns:a16="http://schemas.microsoft.com/office/drawing/2014/main" id="{A18B0D16-C0D3-4C6E-A0EC-FE7829CCBEEB}"/>
              </a:ext>
            </a:extLst>
          </p:cNvPr>
          <p:cNvSpPr>
            <a:spLocks noChangeAspect="1"/>
          </p:cNvSpPr>
          <p:nvPr/>
        </p:nvSpPr>
        <p:spPr>
          <a:xfrm>
            <a:off x="951395" y="3388197"/>
            <a:ext cx="458518" cy="343888"/>
          </a:xfrm>
          <a:custGeom>
            <a:avLst/>
            <a:gdLst>
              <a:gd name="connsiteX0" fmla="*/ 439413 w 458518"/>
              <a:gd name="connsiteY0" fmla="*/ 0 h 343888"/>
              <a:gd name="connsiteX1" fmla="*/ 19105 w 458518"/>
              <a:gd name="connsiteY1" fmla="*/ 0 h 343888"/>
              <a:gd name="connsiteX2" fmla="*/ 0 w 458518"/>
              <a:gd name="connsiteY2" fmla="*/ 19105 h 343888"/>
              <a:gd name="connsiteX3" fmla="*/ 0 w 458518"/>
              <a:gd name="connsiteY3" fmla="*/ 324784 h 343888"/>
              <a:gd name="connsiteX4" fmla="*/ 19105 w 458518"/>
              <a:gd name="connsiteY4" fmla="*/ 343889 h 343888"/>
              <a:gd name="connsiteX5" fmla="*/ 439413 w 458518"/>
              <a:gd name="connsiteY5" fmla="*/ 343889 h 343888"/>
              <a:gd name="connsiteX6" fmla="*/ 458518 w 458518"/>
              <a:gd name="connsiteY6" fmla="*/ 324784 h 343888"/>
              <a:gd name="connsiteX7" fmla="*/ 458518 w 458518"/>
              <a:gd name="connsiteY7" fmla="*/ 19105 h 343888"/>
              <a:gd name="connsiteX8" fmla="*/ 439413 w 458518"/>
              <a:gd name="connsiteY8" fmla="*/ 0 h 343888"/>
              <a:gd name="connsiteX9" fmla="*/ 439413 w 458518"/>
              <a:gd name="connsiteY9" fmla="*/ 324784 h 343888"/>
              <a:gd name="connsiteX10" fmla="*/ 19105 w 458518"/>
              <a:gd name="connsiteY10" fmla="*/ 324784 h 343888"/>
              <a:gd name="connsiteX11" fmla="*/ 19105 w 458518"/>
              <a:gd name="connsiteY11" fmla="*/ 95525 h 343888"/>
              <a:gd name="connsiteX12" fmla="*/ 439413 w 458518"/>
              <a:gd name="connsiteY12" fmla="*/ 95525 h 343888"/>
              <a:gd name="connsiteX13" fmla="*/ 439413 w 458518"/>
              <a:gd name="connsiteY13" fmla="*/ 324784 h 343888"/>
              <a:gd name="connsiteX14" fmla="*/ 19105 w 458518"/>
              <a:gd name="connsiteY14" fmla="*/ 76420 h 343888"/>
              <a:gd name="connsiteX15" fmla="*/ 19105 w 458518"/>
              <a:gd name="connsiteY15" fmla="*/ 19105 h 343888"/>
              <a:gd name="connsiteX16" fmla="*/ 439413 w 458518"/>
              <a:gd name="connsiteY16" fmla="*/ 19105 h 343888"/>
              <a:gd name="connsiteX17" fmla="*/ 439413 w 458518"/>
              <a:gd name="connsiteY17" fmla="*/ 76420 h 343888"/>
              <a:gd name="connsiteX18" fmla="*/ 19105 w 458518"/>
              <a:gd name="connsiteY18" fmla="*/ 76420 h 343888"/>
              <a:gd name="connsiteX19" fmla="*/ 57315 w 458518"/>
              <a:gd name="connsiteY19" fmla="*/ 152839 h 343888"/>
              <a:gd name="connsiteX20" fmla="*/ 246453 w 458518"/>
              <a:gd name="connsiteY20" fmla="*/ 152839 h 343888"/>
              <a:gd name="connsiteX21" fmla="*/ 246453 w 458518"/>
              <a:gd name="connsiteY21" fmla="*/ 171944 h 343888"/>
              <a:gd name="connsiteX22" fmla="*/ 57315 w 458518"/>
              <a:gd name="connsiteY22" fmla="*/ 171944 h 343888"/>
              <a:gd name="connsiteX23" fmla="*/ 57315 w 458518"/>
              <a:gd name="connsiteY23" fmla="*/ 152839 h 343888"/>
              <a:gd name="connsiteX24" fmla="*/ 57315 w 458518"/>
              <a:gd name="connsiteY24" fmla="*/ 210154 h 343888"/>
              <a:gd name="connsiteX25" fmla="*/ 191049 w 458518"/>
              <a:gd name="connsiteY25" fmla="*/ 210154 h 343888"/>
              <a:gd name="connsiteX26" fmla="*/ 191049 w 458518"/>
              <a:gd name="connsiteY26" fmla="*/ 229259 h 343888"/>
              <a:gd name="connsiteX27" fmla="*/ 57315 w 458518"/>
              <a:gd name="connsiteY27" fmla="*/ 229259 h 343888"/>
              <a:gd name="connsiteX28" fmla="*/ 57315 w 458518"/>
              <a:gd name="connsiteY28" fmla="*/ 210154 h 343888"/>
              <a:gd name="connsiteX29" fmla="*/ 57315 w 458518"/>
              <a:gd name="connsiteY29" fmla="*/ 38210 h 343888"/>
              <a:gd name="connsiteX30" fmla="*/ 76420 w 458518"/>
              <a:gd name="connsiteY30" fmla="*/ 38210 h 343888"/>
              <a:gd name="connsiteX31" fmla="*/ 76420 w 458518"/>
              <a:gd name="connsiteY31" fmla="*/ 57315 h 343888"/>
              <a:gd name="connsiteX32" fmla="*/ 57315 w 458518"/>
              <a:gd name="connsiteY32" fmla="*/ 57315 h 343888"/>
              <a:gd name="connsiteX33" fmla="*/ 57315 w 458518"/>
              <a:gd name="connsiteY33" fmla="*/ 38210 h 343888"/>
              <a:gd name="connsiteX34" fmla="*/ 95525 w 458518"/>
              <a:gd name="connsiteY34" fmla="*/ 38210 h 343888"/>
              <a:gd name="connsiteX35" fmla="*/ 114630 w 458518"/>
              <a:gd name="connsiteY35" fmla="*/ 38210 h 343888"/>
              <a:gd name="connsiteX36" fmla="*/ 114630 w 458518"/>
              <a:gd name="connsiteY36" fmla="*/ 57315 h 343888"/>
              <a:gd name="connsiteX37" fmla="*/ 95525 w 458518"/>
              <a:gd name="connsiteY37" fmla="*/ 57315 h 343888"/>
              <a:gd name="connsiteX38" fmla="*/ 95525 w 458518"/>
              <a:gd name="connsiteY38" fmla="*/ 38210 h 343888"/>
              <a:gd name="connsiteX39" fmla="*/ 133734 w 458518"/>
              <a:gd name="connsiteY39" fmla="*/ 38210 h 343888"/>
              <a:gd name="connsiteX40" fmla="*/ 152839 w 458518"/>
              <a:gd name="connsiteY40" fmla="*/ 38210 h 343888"/>
              <a:gd name="connsiteX41" fmla="*/ 152839 w 458518"/>
              <a:gd name="connsiteY41" fmla="*/ 57315 h 343888"/>
              <a:gd name="connsiteX42" fmla="*/ 133734 w 458518"/>
              <a:gd name="connsiteY42" fmla="*/ 57315 h 343888"/>
              <a:gd name="connsiteX43" fmla="*/ 133734 w 458518"/>
              <a:gd name="connsiteY43" fmla="*/ 38210 h 343888"/>
              <a:gd name="connsiteX44" fmla="*/ 191049 w 458518"/>
              <a:gd name="connsiteY44" fmla="*/ 38210 h 343888"/>
              <a:gd name="connsiteX45" fmla="*/ 401203 w 458518"/>
              <a:gd name="connsiteY45" fmla="*/ 38210 h 343888"/>
              <a:gd name="connsiteX46" fmla="*/ 401203 w 458518"/>
              <a:gd name="connsiteY46" fmla="*/ 57315 h 343888"/>
              <a:gd name="connsiteX47" fmla="*/ 191049 w 458518"/>
              <a:gd name="connsiteY47" fmla="*/ 57315 h 343888"/>
              <a:gd name="connsiteX48" fmla="*/ 191049 w 458518"/>
              <a:gd name="connsiteY48" fmla="*/ 38210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58518" h="343888"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324784"/>
                </a:moveTo>
                <a:lnTo>
                  <a:pt x="19105" y="324784"/>
                </a:lnTo>
                <a:lnTo>
                  <a:pt x="19105" y="95525"/>
                </a:lnTo>
                <a:lnTo>
                  <a:pt x="439413" y="95525"/>
                </a:lnTo>
                <a:lnTo>
                  <a:pt x="439413" y="324784"/>
                </a:lnTo>
                <a:close/>
                <a:moveTo>
                  <a:pt x="19105" y="76420"/>
                </a:moveTo>
                <a:lnTo>
                  <a:pt x="19105" y="19105"/>
                </a:lnTo>
                <a:lnTo>
                  <a:pt x="439413" y="19105"/>
                </a:lnTo>
                <a:lnTo>
                  <a:pt x="439413" y="76420"/>
                </a:lnTo>
                <a:lnTo>
                  <a:pt x="19105" y="76420"/>
                </a:lnTo>
                <a:close/>
                <a:moveTo>
                  <a:pt x="57315" y="152839"/>
                </a:moveTo>
                <a:lnTo>
                  <a:pt x="246453" y="152839"/>
                </a:lnTo>
                <a:lnTo>
                  <a:pt x="246453" y="171944"/>
                </a:lnTo>
                <a:lnTo>
                  <a:pt x="57315" y="171944"/>
                </a:lnTo>
                <a:lnTo>
                  <a:pt x="57315" y="152839"/>
                </a:lnTo>
                <a:close/>
                <a:moveTo>
                  <a:pt x="57315" y="210154"/>
                </a:moveTo>
                <a:lnTo>
                  <a:pt x="191049" y="210154"/>
                </a:lnTo>
                <a:lnTo>
                  <a:pt x="191049" y="229259"/>
                </a:lnTo>
                <a:lnTo>
                  <a:pt x="57315" y="229259"/>
                </a:lnTo>
                <a:lnTo>
                  <a:pt x="57315" y="210154"/>
                </a:lnTo>
                <a:close/>
                <a:moveTo>
                  <a:pt x="57315" y="38210"/>
                </a:moveTo>
                <a:lnTo>
                  <a:pt x="76420" y="38210"/>
                </a:lnTo>
                <a:lnTo>
                  <a:pt x="76420" y="57315"/>
                </a:lnTo>
                <a:lnTo>
                  <a:pt x="57315" y="57315"/>
                </a:lnTo>
                <a:lnTo>
                  <a:pt x="57315" y="38210"/>
                </a:lnTo>
                <a:close/>
                <a:moveTo>
                  <a:pt x="95525" y="38210"/>
                </a:moveTo>
                <a:lnTo>
                  <a:pt x="114630" y="38210"/>
                </a:lnTo>
                <a:lnTo>
                  <a:pt x="114630" y="57315"/>
                </a:lnTo>
                <a:lnTo>
                  <a:pt x="95525" y="57315"/>
                </a:lnTo>
                <a:lnTo>
                  <a:pt x="95525" y="38210"/>
                </a:lnTo>
                <a:close/>
                <a:moveTo>
                  <a:pt x="133734" y="38210"/>
                </a:moveTo>
                <a:lnTo>
                  <a:pt x="152839" y="38210"/>
                </a:lnTo>
                <a:lnTo>
                  <a:pt x="152839" y="57315"/>
                </a:lnTo>
                <a:lnTo>
                  <a:pt x="133734" y="57315"/>
                </a:lnTo>
                <a:lnTo>
                  <a:pt x="133734" y="38210"/>
                </a:lnTo>
                <a:close/>
                <a:moveTo>
                  <a:pt x="191049" y="38210"/>
                </a:moveTo>
                <a:lnTo>
                  <a:pt x="401203" y="38210"/>
                </a:lnTo>
                <a:lnTo>
                  <a:pt x="401203" y="57315"/>
                </a:lnTo>
                <a:lnTo>
                  <a:pt x="191049" y="57315"/>
                </a:lnTo>
                <a:lnTo>
                  <a:pt x="191049" y="3821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164" descr="Video icon.">
            <a:extLst>
              <a:ext uri="{FF2B5EF4-FFF2-40B4-BE49-F238E27FC236}">
                <a16:creationId xmlns:a16="http://schemas.microsoft.com/office/drawing/2014/main" id="{1C61EC2C-9ED1-4F4C-8C19-6D3C500B13B7}"/>
              </a:ext>
            </a:extLst>
          </p:cNvPr>
          <p:cNvSpPr>
            <a:spLocks noChangeAspect="1"/>
          </p:cNvSpPr>
          <p:nvPr/>
        </p:nvSpPr>
        <p:spPr>
          <a:xfrm>
            <a:off x="2180859" y="3388197"/>
            <a:ext cx="458518" cy="343888"/>
          </a:xfrm>
          <a:custGeom>
            <a:avLst/>
            <a:gdLst>
              <a:gd name="connsiteX0" fmla="*/ 19105 w 458518"/>
              <a:gd name="connsiteY0" fmla="*/ 343889 h 343888"/>
              <a:gd name="connsiteX1" fmla="*/ 439413 w 458518"/>
              <a:gd name="connsiteY1" fmla="*/ 343889 h 343888"/>
              <a:gd name="connsiteX2" fmla="*/ 458518 w 458518"/>
              <a:gd name="connsiteY2" fmla="*/ 324784 h 343888"/>
              <a:gd name="connsiteX3" fmla="*/ 458518 w 458518"/>
              <a:gd name="connsiteY3" fmla="*/ 19105 h 343888"/>
              <a:gd name="connsiteX4" fmla="*/ 439413 w 458518"/>
              <a:gd name="connsiteY4" fmla="*/ 0 h 343888"/>
              <a:gd name="connsiteX5" fmla="*/ 19105 w 458518"/>
              <a:gd name="connsiteY5" fmla="*/ 0 h 343888"/>
              <a:gd name="connsiteX6" fmla="*/ 0 w 458518"/>
              <a:gd name="connsiteY6" fmla="*/ 19105 h 343888"/>
              <a:gd name="connsiteX7" fmla="*/ 0 w 458518"/>
              <a:gd name="connsiteY7" fmla="*/ 324784 h 343888"/>
              <a:gd name="connsiteX8" fmla="*/ 19105 w 458518"/>
              <a:gd name="connsiteY8" fmla="*/ 343889 h 343888"/>
              <a:gd name="connsiteX9" fmla="*/ 19105 w 458518"/>
              <a:gd name="connsiteY9" fmla="*/ 19105 h 343888"/>
              <a:gd name="connsiteX10" fmla="*/ 439413 w 458518"/>
              <a:gd name="connsiteY10" fmla="*/ 19105 h 343888"/>
              <a:gd name="connsiteX11" fmla="*/ 439413 w 458518"/>
              <a:gd name="connsiteY11" fmla="*/ 324784 h 343888"/>
              <a:gd name="connsiteX12" fmla="*/ 439413 w 458518"/>
              <a:gd name="connsiteY12" fmla="*/ 324784 h 343888"/>
              <a:gd name="connsiteX13" fmla="*/ 439413 w 458518"/>
              <a:gd name="connsiteY13" fmla="*/ 324784 h 343888"/>
              <a:gd name="connsiteX14" fmla="*/ 19105 w 458518"/>
              <a:gd name="connsiteY14" fmla="*/ 324784 h 343888"/>
              <a:gd name="connsiteX15" fmla="*/ 19105 w 458518"/>
              <a:gd name="connsiteY15" fmla="*/ 19105 h 343888"/>
              <a:gd name="connsiteX16" fmla="*/ 303768 w 458518"/>
              <a:gd name="connsiteY16" fmla="*/ 158571 h 343888"/>
              <a:gd name="connsiteX17" fmla="*/ 200602 w 458518"/>
              <a:gd name="connsiteY17" fmla="*/ 99346 h 343888"/>
              <a:gd name="connsiteX18" fmla="*/ 181497 w 458518"/>
              <a:gd name="connsiteY18" fmla="*/ 99346 h 343888"/>
              <a:gd name="connsiteX19" fmla="*/ 171944 w 458518"/>
              <a:gd name="connsiteY19" fmla="*/ 114630 h 343888"/>
              <a:gd name="connsiteX20" fmla="*/ 171944 w 458518"/>
              <a:gd name="connsiteY20" fmla="*/ 233080 h 343888"/>
              <a:gd name="connsiteX21" fmla="*/ 191049 w 458518"/>
              <a:gd name="connsiteY21" fmla="*/ 252185 h 343888"/>
              <a:gd name="connsiteX22" fmla="*/ 200602 w 458518"/>
              <a:gd name="connsiteY22" fmla="*/ 250274 h 343888"/>
              <a:gd name="connsiteX23" fmla="*/ 303768 w 458518"/>
              <a:gd name="connsiteY23" fmla="*/ 191049 h 343888"/>
              <a:gd name="connsiteX24" fmla="*/ 313321 w 458518"/>
              <a:gd name="connsiteY24" fmla="*/ 173855 h 343888"/>
              <a:gd name="connsiteX25" fmla="*/ 303768 w 458518"/>
              <a:gd name="connsiteY25" fmla="*/ 158571 h 343888"/>
              <a:gd name="connsiteX26" fmla="*/ 191049 w 458518"/>
              <a:gd name="connsiteY26" fmla="*/ 234990 h 343888"/>
              <a:gd name="connsiteX27" fmla="*/ 191049 w 458518"/>
              <a:gd name="connsiteY27" fmla="*/ 116540 h 343888"/>
              <a:gd name="connsiteX28" fmla="*/ 294216 w 458518"/>
              <a:gd name="connsiteY28" fmla="*/ 175765 h 343888"/>
              <a:gd name="connsiteX29" fmla="*/ 191049 w 458518"/>
              <a:gd name="connsiteY29" fmla="*/ 234990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58518" h="343888">
                <a:moveTo>
                  <a:pt x="19105" y="343889"/>
                </a:move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close/>
                <a:moveTo>
                  <a:pt x="19105" y="19105"/>
                </a:moveTo>
                <a:lnTo>
                  <a:pt x="439413" y="19105"/>
                </a:lnTo>
                <a:lnTo>
                  <a:pt x="439413" y="324784"/>
                </a:lnTo>
                <a:lnTo>
                  <a:pt x="439413" y="324784"/>
                </a:lnTo>
                <a:lnTo>
                  <a:pt x="439413" y="324784"/>
                </a:lnTo>
                <a:lnTo>
                  <a:pt x="19105" y="324784"/>
                </a:lnTo>
                <a:lnTo>
                  <a:pt x="19105" y="19105"/>
                </a:lnTo>
                <a:close/>
                <a:moveTo>
                  <a:pt x="303768" y="158571"/>
                </a:moveTo>
                <a:lnTo>
                  <a:pt x="200602" y="99346"/>
                </a:lnTo>
                <a:cubicBezTo>
                  <a:pt x="194870" y="95525"/>
                  <a:pt x="187228" y="95525"/>
                  <a:pt x="181497" y="99346"/>
                </a:cubicBezTo>
                <a:cubicBezTo>
                  <a:pt x="175765" y="103167"/>
                  <a:pt x="171944" y="108898"/>
                  <a:pt x="171944" y="114630"/>
                </a:cubicBezTo>
                <a:lnTo>
                  <a:pt x="171944" y="233080"/>
                </a:lnTo>
                <a:cubicBezTo>
                  <a:pt x="171944" y="244543"/>
                  <a:pt x="179586" y="252185"/>
                  <a:pt x="191049" y="252185"/>
                </a:cubicBezTo>
                <a:cubicBezTo>
                  <a:pt x="194870" y="252185"/>
                  <a:pt x="198691" y="252185"/>
                  <a:pt x="200602" y="250274"/>
                </a:cubicBezTo>
                <a:lnTo>
                  <a:pt x="303768" y="191049"/>
                </a:lnTo>
                <a:cubicBezTo>
                  <a:pt x="309500" y="187228"/>
                  <a:pt x="313321" y="181497"/>
                  <a:pt x="313321" y="173855"/>
                </a:cubicBezTo>
                <a:cubicBezTo>
                  <a:pt x="313321" y="168123"/>
                  <a:pt x="309500" y="162392"/>
                  <a:pt x="303768" y="158571"/>
                </a:cubicBezTo>
                <a:close/>
                <a:moveTo>
                  <a:pt x="191049" y="234990"/>
                </a:moveTo>
                <a:lnTo>
                  <a:pt x="191049" y="116540"/>
                </a:lnTo>
                <a:lnTo>
                  <a:pt x="294216" y="175765"/>
                </a:lnTo>
                <a:lnTo>
                  <a:pt x="191049" y="23499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40" descr="Mouse icon.">
            <a:extLst>
              <a:ext uri="{FF2B5EF4-FFF2-40B4-BE49-F238E27FC236}">
                <a16:creationId xmlns:a16="http://schemas.microsoft.com/office/drawing/2014/main" id="{6D6D20BD-172D-48BF-8C58-C52E99C74707}"/>
              </a:ext>
            </a:extLst>
          </p:cNvPr>
          <p:cNvSpPr>
            <a:spLocks noChangeAspect="1"/>
          </p:cNvSpPr>
          <p:nvPr/>
        </p:nvSpPr>
        <p:spPr>
          <a:xfrm>
            <a:off x="3422888" y="3273567"/>
            <a:ext cx="420308" cy="458518"/>
          </a:xfrm>
          <a:custGeom>
            <a:avLst/>
            <a:gdLst>
              <a:gd name="connsiteX0" fmla="*/ 401203 w 420308"/>
              <a:gd name="connsiteY0" fmla="*/ 0 h 458518"/>
              <a:gd name="connsiteX1" fmla="*/ 382098 w 420308"/>
              <a:gd name="connsiteY1" fmla="*/ 0 h 458518"/>
              <a:gd name="connsiteX2" fmla="*/ 362993 w 420308"/>
              <a:gd name="connsiteY2" fmla="*/ 19105 h 458518"/>
              <a:gd name="connsiteX3" fmla="*/ 362993 w 420308"/>
              <a:gd name="connsiteY3" fmla="*/ 47762 h 458518"/>
              <a:gd name="connsiteX4" fmla="*/ 382098 w 420308"/>
              <a:gd name="connsiteY4" fmla="*/ 74509 h 458518"/>
              <a:gd name="connsiteX5" fmla="*/ 382098 w 420308"/>
              <a:gd name="connsiteY5" fmla="*/ 401203 h 458518"/>
              <a:gd name="connsiteX6" fmla="*/ 343889 w 420308"/>
              <a:gd name="connsiteY6" fmla="*/ 439413 h 458518"/>
              <a:gd name="connsiteX7" fmla="*/ 343889 w 420308"/>
              <a:gd name="connsiteY7" fmla="*/ 439413 h 458518"/>
              <a:gd name="connsiteX8" fmla="*/ 305679 w 420308"/>
              <a:gd name="connsiteY8" fmla="*/ 401203 h 458518"/>
              <a:gd name="connsiteX9" fmla="*/ 305679 w 420308"/>
              <a:gd name="connsiteY9" fmla="*/ 95525 h 458518"/>
              <a:gd name="connsiteX10" fmla="*/ 206333 w 420308"/>
              <a:gd name="connsiteY10" fmla="*/ 3821 h 458518"/>
              <a:gd name="connsiteX11" fmla="*/ 116540 w 420308"/>
              <a:gd name="connsiteY11" fmla="*/ 85972 h 458518"/>
              <a:gd name="connsiteX12" fmla="*/ 112719 w 420308"/>
              <a:gd name="connsiteY12" fmla="*/ 85972 h 458518"/>
              <a:gd name="connsiteX13" fmla="*/ 0 w 420308"/>
              <a:gd name="connsiteY13" fmla="*/ 198691 h 458518"/>
              <a:gd name="connsiteX14" fmla="*/ 0 w 420308"/>
              <a:gd name="connsiteY14" fmla="*/ 343889 h 458518"/>
              <a:gd name="connsiteX15" fmla="*/ 112719 w 420308"/>
              <a:gd name="connsiteY15" fmla="*/ 458518 h 458518"/>
              <a:gd name="connsiteX16" fmla="*/ 133734 w 420308"/>
              <a:gd name="connsiteY16" fmla="*/ 458518 h 458518"/>
              <a:gd name="connsiteX17" fmla="*/ 248364 w 420308"/>
              <a:gd name="connsiteY17" fmla="*/ 345799 h 458518"/>
              <a:gd name="connsiteX18" fmla="*/ 248364 w 420308"/>
              <a:gd name="connsiteY18" fmla="*/ 200602 h 458518"/>
              <a:gd name="connsiteX19" fmla="*/ 135645 w 420308"/>
              <a:gd name="connsiteY19" fmla="*/ 87883 h 458518"/>
              <a:gd name="connsiteX20" fmla="*/ 223528 w 420308"/>
              <a:gd name="connsiteY20" fmla="*/ 24836 h 458518"/>
              <a:gd name="connsiteX21" fmla="*/ 286574 w 420308"/>
              <a:gd name="connsiteY21" fmla="*/ 95525 h 458518"/>
              <a:gd name="connsiteX22" fmla="*/ 286574 w 420308"/>
              <a:gd name="connsiteY22" fmla="*/ 401203 h 458518"/>
              <a:gd name="connsiteX23" fmla="*/ 343889 w 420308"/>
              <a:gd name="connsiteY23" fmla="*/ 458518 h 458518"/>
              <a:gd name="connsiteX24" fmla="*/ 343889 w 420308"/>
              <a:gd name="connsiteY24" fmla="*/ 458518 h 458518"/>
              <a:gd name="connsiteX25" fmla="*/ 401203 w 420308"/>
              <a:gd name="connsiteY25" fmla="*/ 401203 h 458518"/>
              <a:gd name="connsiteX26" fmla="*/ 401203 w 420308"/>
              <a:gd name="connsiteY26" fmla="*/ 74509 h 458518"/>
              <a:gd name="connsiteX27" fmla="*/ 420308 w 420308"/>
              <a:gd name="connsiteY27" fmla="*/ 47762 h 458518"/>
              <a:gd name="connsiteX28" fmla="*/ 420308 w 420308"/>
              <a:gd name="connsiteY28" fmla="*/ 19105 h 458518"/>
              <a:gd name="connsiteX29" fmla="*/ 401203 w 420308"/>
              <a:gd name="connsiteY29" fmla="*/ 0 h 458518"/>
              <a:gd name="connsiteX30" fmla="*/ 112719 w 420308"/>
              <a:gd name="connsiteY30" fmla="*/ 105077 h 458518"/>
              <a:gd name="connsiteX31" fmla="*/ 112719 w 420308"/>
              <a:gd name="connsiteY31" fmla="*/ 105077 h 458518"/>
              <a:gd name="connsiteX32" fmla="*/ 114630 w 420308"/>
              <a:gd name="connsiteY32" fmla="*/ 191049 h 458518"/>
              <a:gd name="connsiteX33" fmla="*/ 19105 w 420308"/>
              <a:gd name="connsiteY33" fmla="*/ 191049 h 458518"/>
              <a:gd name="connsiteX34" fmla="*/ 112719 w 420308"/>
              <a:gd name="connsiteY34" fmla="*/ 105077 h 458518"/>
              <a:gd name="connsiteX35" fmla="*/ 133734 w 420308"/>
              <a:gd name="connsiteY35" fmla="*/ 439413 h 458518"/>
              <a:gd name="connsiteX36" fmla="*/ 112719 w 420308"/>
              <a:gd name="connsiteY36" fmla="*/ 439413 h 458518"/>
              <a:gd name="connsiteX37" fmla="*/ 19105 w 420308"/>
              <a:gd name="connsiteY37" fmla="*/ 345799 h 458518"/>
              <a:gd name="connsiteX38" fmla="*/ 19105 w 420308"/>
              <a:gd name="connsiteY38" fmla="*/ 210154 h 458518"/>
              <a:gd name="connsiteX39" fmla="*/ 229259 w 420308"/>
              <a:gd name="connsiteY39" fmla="*/ 210154 h 458518"/>
              <a:gd name="connsiteX40" fmla="*/ 229259 w 420308"/>
              <a:gd name="connsiteY40" fmla="*/ 345799 h 458518"/>
              <a:gd name="connsiteX41" fmla="*/ 133734 w 420308"/>
              <a:gd name="connsiteY41" fmla="*/ 439413 h 458518"/>
              <a:gd name="connsiteX42" fmla="*/ 133734 w 420308"/>
              <a:gd name="connsiteY42" fmla="*/ 439413 h 458518"/>
              <a:gd name="connsiteX43" fmla="*/ 227349 w 420308"/>
              <a:gd name="connsiteY43" fmla="*/ 191049 h 458518"/>
              <a:gd name="connsiteX44" fmla="*/ 133734 w 420308"/>
              <a:gd name="connsiteY44" fmla="*/ 191049 h 458518"/>
              <a:gd name="connsiteX45" fmla="*/ 133734 w 420308"/>
              <a:gd name="connsiteY45" fmla="*/ 105077 h 458518"/>
              <a:gd name="connsiteX46" fmla="*/ 133734 w 420308"/>
              <a:gd name="connsiteY46" fmla="*/ 105077 h 458518"/>
              <a:gd name="connsiteX47" fmla="*/ 227349 w 420308"/>
              <a:gd name="connsiteY47" fmla="*/ 191049 h 458518"/>
              <a:gd name="connsiteX48" fmla="*/ 227349 w 420308"/>
              <a:gd name="connsiteY48" fmla="*/ 191049 h 458518"/>
              <a:gd name="connsiteX49" fmla="*/ 401203 w 420308"/>
              <a:gd name="connsiteY49" fmla="*/ 47762 h 458518"/>
              <a:gd name="connsiteX50" fmla="*/ 391651 w 420308"/>
              <a:gd name="connsiteY50" fmla="*/ 57315 h 458518"/>
              <a:gd name="connsiteX51" fmla="*/ 382098 w 420308"/>
              <a:gd name="connsiteY51" fmla="*/ 47762 h 458518"/>
              <a:gd name="connsiteX52" fmla="*/ 382098 w 420308"/>
              <a:gd name="connsiteY52" fmla="*/ 19105 h 458518"/>
              <a:gd name="connsiteX53" fmla="*/ 401203 w 420308"/>
              <a:gd name="connsiteY53" fmla="*/ 19105 h 458518"/>
              <a:gd name="connsiteX54" fmla="*/ 401203 w 420308"/>
              <a:gd name="connsiteY54" fmla="*/ 47762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20308" h="458518">
                <a:moveTo>
                  <a:pt x="401203" y="0"/>
                </a:moveTo>
                <a:lnTo>
                  <a:pt x="382098" y="0"/>
                </a:lnTo>
                <a:cubicBezTo>
                  <a:pt x="370635" y="0"/>
                  <a:pt x="362993" y="7642"/>
                  <a:pt x="362993" y="19105"/>
                </a:cubicBezTo>
                <a:lnTo>
                  <a:pt x="362993" y="47762"/>
                </a:lnTo>
                <a:cubicBezTo>
                  <a:pt x="362993" y="59225"/>
                  <a:pt x="370635" y="70688"/>
                  <a:pt x="382098" y="74509"/>
                </a:cubicBezTo>
                <a:lnTo>
                  <a:pt x="382098" y="401203"/>
                </a:lnTo>
                <a:cubicBezTo>
                  <a:pt x="382098" y="422219"/>
                  <a:pt x="364904" y="439413"/>
                  <a:pt x="343889" y="439413"/>
                </a:cubicBezTo>
                <a:lnTo>
                  <a:pt x="343889" y="439413"/>
                </a:lnTo>
                <a:cubicBezTo>
                  <a:pt x="322873" y="439413"/>
                  <a:pt x="305679" y="422219"/>
                  <a:pt x="305679" y="401203"/>
                </a:cubicBezTo>
                <a:lnTo>
                  <a:pt x="305679" y="95525"/>
                </a:lnTo>
                <a:cubicBezTo>
                  <a:pt x="303768" y="42031"/>
                  <a:pt x="259827" y="1910"/>
                  <a:pt x="206333" y="3821"/>
                </a:cubicBezTo>
                <a:cubicBezTo>
                  <a:pt x="160481" y="5731"/>
                  <a:pt x="122271" y="40120"/>
                  <a:pt x="116540" y="85972"/>
                </a:cubicBezTo>
                <a:lnTo>
                  <a:pt x="112719" y="85972"/>
                </a:lnTo>
                <a:cubicBezTo>
                  <a:pt x="51583" y="85972"/>
                  <a:pt x="0" y="137555"/>
                  <a:pt x="0" y="198691"/>
                </a:cubicBezTo>
                <a:lnTo>
                  <a:pt x="0" y="343889"/>
                </a:lnTo>
                <a:cubicBezTo>
                  <a:pt x="0" y="406935"/>
                  <a:pt x="51583" y="458518"/>
                  <a:pt x="112719" y="458518"/>
                </a:cubicBezTo>
                <a:lnTo>
                  <a:pt x="133734" y="458518"/>
                </a:lnTo>
                <a:cubicBezTo>
                  <a:pt x="196781" y="458518"/>
                  <a:pt x="248364" y="408845"/>
                  <a:pt x="248364" y="345799"/>
                </a:cubicBezTo>
                <a:lnTo>
                  <a:pt x="248364" y="200602"/>
                </a:lnTo>
                <a:cubicBezTo>
                  <a:pt x="248364" y="137555"/>
                  <a:pt x="196781" y="87883"/>
                  <a:pt x="135645" y="87883"/>
                </a:cubicBezTo>
                <a:cubicBezTo>
                  <a:pt x="141376" y="45852"/>
                  <a:pt x="181497" y="17194"/>
                  <a:pt x="223528" y="24836"/>
                </a:cubicBezTo>
                <a:cubicBezTo>
                  <a:pt x="257916" y="28657"/>
                  <a:pt x="284663" y="59225"/>
                  <a:pt x="286574" y="95525"/>
                </a:cubicBezTo>
                <a:lnTo>
                  <a:pt x="286574" y="401203"/>
                </a:lnTo>
                <a:cubicBezTo>
                  <a:pt x="286574" y="433682"/>
                  <a:pt x="311410" y="458518"/>
                  <a:pt x="343889" y="458518"/>
                </a:cubicBezTo>
                <a:lnTo>
                  <a:pt x="343889" y="458518"/>
                </a:lnTo>
                <a:cubicBezTo>
                  <a:pt x="376367" y="458518"/>
                  <a:pt x="401203" y="433682"/>
                  <a:pt x="401203" y="401203"/>
                </a:cubicBezTo>
                <a:lnTo>
                  <a:pt x="401203" y="74509"/>
                </a:lnTo>
                <a:cubicBezTo>
                  <a:pt x="412666" y="70688"/>
                  <a:pt x="420308" y="59225"/>
                  <a:pt x="420308" y="47762"/>
                </a:cubicBez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  <a:moveTo>
                  <a:pt x="112719" y="105077"/>
                </a:moveTo>
                <a:lnTo>
                  <a:pt x="112719" y="105077"/>
                </a:lnTo>
                <a:lnTo>
                  <a:pt x="114630" y="191049"/>
                </a:lnTo>
                <a:lnTo>
                  <a:pt x="19105" y="191049"/>
                </a:lnTo>
                <a:cubicBezTo>
                  <a:pt x="24836" y="143287"/>
                  <a:pt x="64957" y="105077"/>
                  <a:pt x="112719" y="105077"/>
                </a:cubicBezTo>
                <a:close/>
                <a:moveTo>
                  <a:pt x="133734" y="439413"/>
                </a:moveTo>
                <a:lnTo>
                  <a:pt x="112719" y="439413"/>
                </a:lnTo>
                <a:cubicBezTo>
                  <a:pt x="61136" y="439413"/>
                  <a:pt x="19105" y="397382"/>
                  <a:pt x="19105" y="345799"/>
                </a:cubicBezTo>
                <a:lnTo>
                  <a:pt x="19105" y="210154"/>
                </a:lnTo>
                <a:lnTo>
                  <a:pt x="229259" y="210154"/>
                </a:lnTo>
                <a:lnTo>
                  <a:pt x="229259" y="345799"/>
                </a:lnTo>
                <a:cubicBezTo>
                  <a:pt x="229259" y="397382"/>
                  <a:pt x="187228" y="439413"/>
                  <a:pt x="133734" y="439413"/>
                </a:cubicBezTo>
                <a:lnTo>
                  <a:pt x="133734" y="439413"/>
                </a:lnTo>
                <a:close/>
                <a:moveTo>
                  <a:pt x="227349" y="191049"/>
                </a:moveTo>
                <a:lnTo>
                  <a:pt x="133734" y="191049"/>
                </a:lnTo>
                <a:lnTo>
                  <a:pt x="133734" y="105077"/>
                </a:lnTo>
                <a:lnTo>
                  <a:pt x="133734" y="105077"/>
                </a:lnTo>
                <a:cubicBezTo>
                  <a:pt x="183407" y="105077"/>
                  <a:pt x="223528" y="143287"/>
                  <a:pt x="227349" y="191049"/>
                </a:cubicBezTo>
                <a:lnTo>
                  <a:pt x="227349" y="191049"/>
                </a:lnTo>
                <a:close/>
                <a:moveTo>
                  <a:pt x="401203" y="47762"/>
                </a:moveTo>
                <a:cubicBezTo>
                  <a:pt x="401203" y="53494"/>
                  <a:pt x="397382" y="57315"/>
                  <a:pt x="391651" y="57315"/>
                </a:cubicBezTo>
                <a:cubicBezTo>
                  <a:pt x="385919" y="57315"/>
                  <a:pt x="382098" y="53494"/>
                  <a:pt x="382098" y="47762"/>
                </a:cubicBezTo>
                <a:lnTo>
                  <a:pt x="382098" y="19105"/>
                </a:lnTo>
                <a:lnTo>
                  <a:pt x="401203" y="19105"/>
                </a:lnTo>
                <a:lnTo>
                  <a:pt x="401203" y="4776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3" descr="USB drive icon.">
            <a:extLst>
              <a:ext uri="{FF2B5EF4-FFF2-40B4-BE49-F238E27FC236}">
                <a16:creationId xmlns:a16="http://schemas.microsoft.com/office/drawing/2014/main" id="{9761E3B4-1E3E-4C53-B205-1A9672220801}"/>
              </a:ext>
            </a:extLst>
          </p:cNvPr>
          <p:cNvSpPr>
            <a:spLocks noChangeAspect="1"/>
          </p:cNvSpPr>
          <p:nvPr/>
        </p:nvSpPr>
        <p:spPr>
          <a:xfrm>
            <a:off x="4743661" y="3273567"/>
            <a:ext cx="229259" cy="458518"/>
          </a:xfrm>
          <a:custGeom>
            <a:avLst/>
            <a:gdLst>
              <a:gd name="connsiteX0" fmla="*/ 210154 w 229259"/>
              <a:gd name="connsiteY0" fmla="*/ 114630 h 458518"/>
              <a:gd name="connsiteX1" fmla="*/ 210154 w 229259"/>
              <a:gd name="connsiteY1" fmla="*/ 19105 h 458518"/>
              <a:gd name="connsiteX2" fmla="*/ 191049 w 229259"/>
              <a:gd name="connsiteY2" fmla="*/ 0 h 458518"/>
              <a:gd name="connsiteX3" fmla="*/ 38210 w 229259"/>
              <a:gd name="connsiteY3" fmla="*/ 0 h 458518"/>
              <a:gd name="connsiteX4" fmla="*/ 19105 w 229259"/>
              <a:gd name="connsiteY4" fmla="*/ 19105 h 458518"/>
              <a:gd name="connsiteX5" fmla="*/ 19105 w 229259"/>
              <a:gd name="connsiteY5" fmla="*/ 114630 h 458518"/>
              <a:gd name="connsiteX6" fmla="*/ 0 w 229259"/>
              <a:gd name="connsiteY6" fmla="*/ 133734 h 458518"/>
              <a:gd name="connsiteX7" fmla="*/ 0 w 229259"/>
              <a:gd name="connsiteY7" fmla="*/ 343889 h 458518"/>
              <a:gd name="connsiteX8" fmla="*/ 114630 w 229259"/>
              <a:gd name="connsiteY8" fmla="*/ 458518 h 458518"/>
              <a:gd name="connsiteX9" fmla="*/ 229259 w 229259"/>
              <a:gd name="connsiteY9" fmla="*/ 343889 h 458518"/>
              <a:gd name="connsiteX10" fmla="*/ 229259 w 229259"/>
              <a:gd name="connsiteY10" fmla="*/ 133734 h 458518"/>
              <a:gd name="connsiteX11" fmla="*/ 210154 w 229259"/>
              <a:gd name="connsiteY11" fmla="*/ 114630 h 458518"/>
              <a:gd name="connsiteX12" fmla="*/ 38210 w 229259"/>
              <a:gd name="connsiteY12" fmla="*/ 19105 h 458518"/>
              <a:gd name="connsiteX13" fmla="*/ 191049 w 229259"/>
              <a:gd name="connsiteY13" fmla="*/ 19105 h 458518"/>
              <a:gd name="connsiteX14" fmla="*/ 191049 w 229259"/>
              <a:gd name="connsiteY14" fmla="*/ 114630 h 458518"/>
              <a:gd name="connsiteX15" fmla="*/ 38210 w 229259"/>
              <a:gd name="connsiteY15" fmla="*/ 114630 h 458518"/>
              <a:gd name="connsiteX16" fmla="*/ 38210 w 229259"/>
              <a:gd name="connsiteY16" fmla="*/ 19105 h 458518"/>
              <a:gd name="connsiteX17" fmla="*/ 210154 w 229259"/>
              <a:gd name="connsiteY17" fmla="*/ 343889 h 458518"/>
              <a:gd name="connsiteX18" fmla="*/ 114630 w 229259"/>
              <a:gd name="connsiteY18" fmla="*/ 439413 h 458518"/>
              <a:gd name="connsiteX19" fmla="*/ 19105 w 229259"/>
              <a:gd name="connsiteY19" fmla="*/ 343889 h 458518"/>
              <a:gd name="connsiteX20" fmla="*/ 19105 w 229259"/>
              <a:gd name="connsiteY20" fmla="*/ 133734 h 458518"/>
              <a:gd name="connsiteX21" fmla="*/ 210154 w 229259"/>
              <a:gd name="connsiteY21" fmla="*/ 133734 h 458518"/>
              <a:gd name="connsiteX22" fmla="*/ 210154 w 229259"/>
              <a:gd name="connsiteY22" fmla="*/ 343889 h 458518"/>
              <a:gd name="connsiteX23" fmla="*/ 66867 w 229259"/>
              <a:gd name="connsiteY23" fmla="*/ 38210 h 458518"/>
              <a:gd name="connsiteX24" fmla="*/ 95525 w 229259"/>
              <a:gd name="connsiteY24" fmla="*/ 38210 h 458518"/>
              <a:gd name="connsiteX25" fmla="*/ 95525 w 229259"/>
              <a:gd name="connsiteY25" fmla="*/ 66867 h 458518"/>
              <a:gd name="connsiteX26" fmla="*/ 66867 w 229259"/>
              <a:gd name="connsiteY26" fmla="*/ 66867 h 458518"/>
              <a:gd name="connsiteX27" fmla="*/ 66867 w 229259"/>
              <a:gd name="connsiteY27" fmla="*/ 38210 h 458518"/>
              <a:gd name="connsiteX28" fmla="*/ 133734 w 229259"/>
              <a:gd name="connsiteY28" fmla="*/ 38210 h 458518"/>
              <a:gd name="connsiteX29" fmla="*/ 162392 w 229259"/>
              <a:gd name="connsiteY29" fmla="*/ 38210 h 458518"/>
              <a:gd name="connsiteX30" fmla="*/ 162392 w 229259"/>
              <a:gd name="connsiteY30" fmla="*/ 66867 h 458518"/>
              <a:gd name="connsiteX31" fmla="*/ 133734 w 229259"/>
              <a:gd name="connsiteY31" fmla="*/ 66867 h 458518"/>
              <a:gd name="connsiteX32" fmla="*/ 133734 w 229259"/>
              <a:gd name="connsiteY32" fmla="*/ 38210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29259" h="458518">
                <a:moveTo>
                  <a:pt x="210154" y="114630"/>
                </a:moveTo>
                <a:lnTo>
                  <a:pt x="210154" y="19105"/>
                </a:lnTo>
                <a:cubicBezTo>
                  <a:pt x="210154" y="7642"/>
                  <a:pt x="202512" y="0"/>
                  <a:pt x="191049" y="0"/>
                </a:cubicBezTo>
                <a:lnTo>
                  <a:pt x="38210" y="0"/>
                </a:lnTo>
                <a:cubicBezTo>
                  <a:pt x="26747" y="0"/>
                  <a:pt x="19105" y="7642"/>
                  <a:pt x="19105" y="19105"/>
                </a:cubicBezTo>
                <a:lnTo>
                  <a:pt x="19105" y="114630"/>
                </a:lnTo>
                <a:cubicBezTo>
                  <a:pt x="7642" y="114630"/>
                  <a:pt x="0" y="122271"/>
                  <a:pt x="0" y="133734"/>
                </a:cubicBezTo>
                <a:lnTo>
                  <a:pt x="0" y="343889"/>
                </a:lnTo>
                <a:cubicBezTo>
                  <a:pt x="0" y="406935"/>
                  <a:pt x="51583" y="458518"/>
                  <a:pt x="114630" y="458518"/>
                </a:cubicBezTo>
                <a:cubicBezTo>
                  <a:pt x="177676" y="458518"/>
                  <a:pt x="229259" y="406935"/>
                  <a:pt x="229259" y="343889"/>
                </a:cubicBezTo>
                <a:lnTo>
                  <a:pt x="229259" y="133734"/>
                </a:lnTo>
                <a:cubicBezTo>
                  <a:pt x="229259" y="122271"/>
                  <a:pt x="221617" y="114630"/>
                  <a:pt x="210154" y="114630"/>
                </a:cubicBezTo>
                <a:close/>
                <a:moveTo>
                  <a:pt x="38210" y="19105"/>
                </a:moveTo>
                <a:lnTo>
                  <a:pt x="191049" y="19105"/>
                </a:lnTo>
                <a:lnTo>
                  <a:pt x="191049" y="114630"/>
                </a:lnTo>
                <a:lnTo>
                  <a:pt x="38210" y="114630"/>
                </a:lnTo>
                <a:lnTo>
                  <a:pt x="38210" y="19105"/>
                </a:lnTo>
                <a:close/>
                <a:moveTo>
                  <a:pt x="210154" y="343889"/>
                </a:moveTo>
                <a:cubicBezTo>
                  <a:pt x="210154" y="397382"/>
                  <a:pt x="168123" y="439413"/>
                  <a:pt x="114630" y="439413"/>
                </a:cubicBezTo>
                <a:cubicBezTo>
                  <a:pt x="61136" y="439413"/>
                  <a:pt x="19105" y="397382"/>
                  <a:pt x="19105" y="343889"/>
                </a:cubicBezTo>
                <a:lnTo>
                  <a:pt x="19105" y="133734"/>
                </a:lnTo>
                <a:lnTo>
                  <a:pt x="210154" y="133734"/>
                </a:lnTo>
                <a:lnTo>
                  <a:pt x="210154" y="343889"/>
                </a:lnTo>
                <a:close/>
                <a:moveTo>
                  <a:pt x="66867" y="38210"/>
                </a:moveTo>
                <a:lnTo>
                  <a:pt x="95525" y="38210"/>
                </a:lnTo>
                <a:lnTo>
                  <a:pt x="95525" y="66867"/>
                </a:lnTo>
                <a:lnTo>
                  <a:pt x="66867" y="66867"/>
                </a:lnTo>
                <a:lnTo>
                  <a:pt x="66867" y="38210"/>
                </a:lnTo>
                <a:close/>
                <a:moveTo>
                  <a:pt x="133734" y="38210"/>
                </a:moveTo>
                <a:lnTo>
                  <a:pt x="162392" y="38210"/>
                </a:lnTo>
                <a:lnTo>
                  <a:pt x="162392" y="66867"/>
                </a:lnTo>
                <a:lnTo>
                  <a:pt x="133734" y="66867"/>
                </a:lnTo>
                <a:lnTo>
                  <a:pt x="133734" y="3821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08" descr="Electric cord icon.">
            <a:extLst>
              <a:ext uri="{FF2B5EF4-FFF2-40B4-BE49-F238E27FC236}">
                <a16:creationId xmlns:a16="http://schemas.microsoft.com/office/drawing/2014/main" id="{DAEF5C0E-2A66-411D-98D9-2658270F7DB5}"/>
              </a:ext>
            </a:extLst>
          </p:cNvPr>
          <p:cNvSpPr>
            <a:spLocks noChangeAspect="1"/>
          </p:cNvSpPr>
          <p:nvPr/>
        </p:nvSpPr>
        <p:spPr>
          <a:xfrm>
            <a:off x="5880303" y="3292672"/>
            <a:ext cx="420308" cy="439413"/>
          </a:xfrm>
          <a:custGeom>
            <a:avLst/>
            <a:gdLst>
              <a:gd name="connsiteX0" fmla="*/ 171944 w 420308"/>
              <a:gd name="connsiteY0" fmla="*/ 0 h 439413"/>
              <a:gd name="connsiteX1" fmla="*/ 191049 w 420308"/>
              <a:gd name="connsiteY1" fmla="*/ 0 h 439413"/>
              <a:gd name="connsiteX2" fmla="*/ 191049 w 420308"/>
              <a:gd name="connsiteY2" fmla="*/ 76420 h 439413"/>
              <a:gd name="connsiteX3" fmla="*/ 171944 w 420308"/>
              <a:gd name="connsiteY3" fmla="*/ 76420 h 439413"/>
              <a:gd name="connsiteX4" fmla="*/ 171944 w 420308"/>
              <a:gd name="connsiteY4" fmla="*/ 0 h 439413"/>
              <a:gd name="connsiteX5" fmla="*/ 76420 w 420308"/>
              <a:gd name="connsiteY5" fmla="*/ 0 h 439413"/>
              <a:gd name="connsiteX6" fmla="*/ 95525 w 420308"/>
              <a:gd name="connsiteY6" fmla="*/ 0 h 439413"/>
              <a:gd name="connsiteX7" fmla="*/ 95525 w 420308"/>
              <a:gd name="connsiteY7" fmla="*/ 76420 h 439413"/>
              <a:gd name="connsiteX8" fmla="*/ 76420 w 420308"/>
              <a:gd name="connsiteY8" fmla="*/ 76420 h 439413"/>
              <a:gd name="connsiteX9" fmla="*/ 76420 w 420308"/>
              <a:gd name="connsiteY9" fmla="*/ 0 h 439413"/>
              <a:gd name="connsiteX10" fmla="*/ 401203 w 420308"/>
              <a:gd name="connsiteY10" fmla="*/ 0 h 439413"/>
              <a:gd name="connsiteX11" fmla="*/ 401203 w 420308"/>
              <a:gd name="connsiteY11" fmla="*/ 315231 h 439413"/>
              <a:gd name="connsiteX12" fmla="*/ 296126 w 420308"/>
              <a:gd name="connsiteY12" fmla="*/ 420308 h 439413"/>
              <a:gd name="connsiteX13" fmla="*/ 210154 w 420308"/>
              <a:gd name="connsiteY13" fmla="*/ 420308 h 439413"/>
              <a:gd name="connsiteX14" fmla="*/ 143287 w 420308"/>
              <a:gd name="connsiteY14" fmla="*/ 353441 h 439413"/>
              <a:gd name="connsiteX15" fmla="*/ 143287 w 420308"/>
              <a:gd name="connsiteY15" fmla="*/ 334336 h 439413"/>
              <a:gd name="connsiteX16" fmla="*/ 267469 w 420308"/>
              <a:gd name="connsiteY16" fmla="*/ 210154 h 439413"/>
              <a:gd name="connsiteX17" fmla="*/ 267469 w 420308"/>
              <a:gd name="connsiteY17" fmla="*/ 114630 h 439413"/>
              <a:gd name="connsiteX18" fmla="*/ 248364 w 420308"/>
              <a:gd name="connsiteY18" fmla="*/ 95525 h 439413"/>
              <a:gd name="connsiteX19" fmla="*/ 19105 w 420308"/>
              <a:gd name="connsiteY19" fmla="*/ 95525 h 439413"/>
              <a:gd name="connsiteX20" fmla="*/ 0 w 420308"/>
              <a:gd name="connsiteY20" fmla="*/ 114630 h 439413"/>
              <a:gd name="connsiteX21" fmla="*/ 0 w 420308"/>
              <a:gd name="connsiteY21" fmla="*/ 210154 h 439413"/>
              <a:gd name="connsiteX22" fmla="*/ 124182 w 420308"/>
              <a:gd name="connsiteY22" fmla="*/ 334336 h 439413"/>
              <a:gd name="connsiteX23" fmla="*/ 124182 w 420308"/>
              <a:gd name="connsiteY23" fmla="*/ 353441 h 439413"/>
              <a:gd name="connsiteX24" fmla="*/ 210154 w 420308"/>
              <a:gd name="connsiteY24" fmla="*/ 439413 h 439413"/>
              <a:gd name="connsiteX25" fmla="*/ 296126 w 420308"/>
              <a:gd name="connsiteY25" fmla="*/ 439413 h 439413"/>
              <a:gd name="connsiteX26" fmla="*/ 420308 w 420308"/>
              <a:gd name="connsiteY26" fmla="*/ 315231 h 439413"/>
              <a:gd name="connsiteX27" fmla="*/ 420308 w 420308"/>
              <a:gd name="connsiteY27" fmla="*/ 0 h 439413"/>
              <a:gd name="connsiteX28" fmla="*/ 401203 w 420308"/>
              <a:gd name="connsiteY28" fmla="*/ 0 h 439413"/>
              <a:gd name="connsiteX29" fmla="*/ 19105 w 420308"/>
              <a:gd name="connsiteY29" fmla="*/ 210154 h 439413"/>
              <a:gd name="connsiteX30" fmla="*/ 19105 w 420308"/>
              <a:gd name="connsiteY30" fmla="*/ 114630 h 439413"/>
              <a:gd name="connsiteX31" fmla="*/ 248364 w 420308"/>
              <a:gd name="connsiteY31" fmla="*/ 114630 h 439413"/>
              <a:gd name="connsiteX32" fmla="*/ 248364 w 420308"/>
              <a:gd name="connsiteY32" fmla="*/ 210154 h 439413"/>
              <a:gd name="connsiteX33" fmla="*/ 143287 w 420308"/>
              <a:gd name="connsiteY33" fmla="*/ 315231 h 439413"/>
              <a:gd name="connsiteX34" fmla="*/ 124182 w 420308"/>
              <a:gd name="connsiteY34" fmla="*/ 315231 h 439413"/>
              <a:gd name="connsiteX35" fmla="*/ 19105 w 420308"/>
              <a:gd name="connsiteY35" fmla="*/ 210154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20308" h="439413">
                <a:moveTo>
                  <a:pt x="171944" y="0"/>
                </a:moveTo>
                <a:lnTo>
                  <a:pt x="191049" y="0"/>
                </a:lnTo>
                <a:lnTo>
                  <a:pt x="191049" y="76420"/>
                </a:lnTo>
                <a:lnTo>
                  <a:pt x="171944" y="76420"/>
                </a:lnTo>
                <a:lnTo>
                  <a:pt x="171944" y="0"/>
                </a:lnTo>
                <a:close/>
                <a:moveTo>
                  <a:pt x="76420" y="0"/>
                </a:moveTo>
                <a:lnTo>
                  <a:pt x="95525" y="0"/>
                </a:lnTo>
                <a:lnTo>
                  <a:pt x="95525" y="76420"/>
                </a:lnTo>
                <a:lnTo>
                  <a:pt x="76420" y="76420"/>
                </a:lnTo>
                <a:lnTo>
                  <a:pt x="76420" y="0"/>
                </a:lnTo>
                <a:close/>
                <a:moveTo>
                  <a:pt x="401203" y="0"/>
                </a:moveTo>
                <a:lnTo>
                  <a:pt x="401203" y="315231"/>
                </a:lnTo>
                <a:cubicBezTo>
                  <a:pt x="401203" y="372546"/>
                  <a:pt x="355351" y="420308"/>
                  <a:pt x="296126" y="420308"/>
                </a:cubicBezTo>
                <a:lnTo>
                  <a:pt x="210154" y="420308"/>
                </a:lnTo>
                <a:cubicBezTo>
                  <a:pt x="173855" y="420308"/>
                  <a:pt x="143287" y="389740"/>
                  <a:pt x="143287" y="353441"/>
                </a:cubicBezTo>
                <a:lnTo>
                  <a:pt x="143287" y="334336"/>
                </a:lnTo>
                <a:cubicBezTo>
                  <a:pt x="212065" y="334336"/>
                  <a:pt x="267469" y="278932"/>
                  <a:pt x="267469" y="210154"/>
                </a:cubicBezTo>
                <a:lnTo>
                  <a:pt x="267469" y="114630"/>
                </a:lnTo>
                <a:cubicBezTo>
                  <a:pt x="267469" y="103167"/>
                  <a:pt x="259827" y="95525"/>
                  <a:pt x="248364" y="95525"/>
                </a:cubicBezTo>
                <a:lnTo>
                  <a:pt x="19105" y="95525"/>
                </a:lnTo>
                <a:cubicBezTo>
                  <a:pt x="7642" y="95525"/>
                  <a:pt x="0" y="103167"/>
                  <a:pt x="0" y="114630"/>
                </a:cubicBezTo>
                <a:lnTo>
                  <a:pt x="0" y="210154"/>
                </a:lnTo>
                <a:cubicBezTo>
                  <a:pt x="0" y="278932"/>
                  <a:pt x="55404" y="334336"/>
                  <a:pt x="124182" y="334336"/>
                </a:cubicBezTo>
                <a:lnTo>
                  <a:pt x="124182" y="353441"/>
                </a:lnTo>
                <a:cubicBezTo>
                  <a:pt x="124182" y="401203"/>
                  <a:pt x="162392" y="439413"/>
                  <a:pt x="210154" y="439413"/>
                </a:cubicBezTo>
                <a:lnTo>
                  <a:pt x="296126" y="439413"/>
                </a:lnTo>
                <a:cubicBezTo>
                  <a:pt x="364904" y="439413"/>
                  <a:pt x="420308" y="384009"/>
                  <a:pt x="420308" y="315231"/>
                </a:cubicBezTo>
                <a:lnTo>
                  <a:pt x="420308" y="0"/>
                </a:lnTo>
                <a:lnTo>
                  <a:pt x="401203" y="0"/>
                </a:lnTo>
                <a:close/>
                <a:moveTo>
                  <a:pt x="19105" y="210154"/>
                </a:moveTo>
                <a:lnTo>
                  <a:pt x="19105" y="114630"/>
                </a:lnTo>
                <a:lnTo>
                  <a:pt x="248364" y="114630"/>
                </a:lnTo>
                <a:lnTo>
                  <a:pt x="248364" y="210154"/>
                </a:lnTo>
                <a:cubicBezTo>
                  <a:pt x="248364" y="267469"/>
                  <a:pt x="200602" y="315231"/>
                  <a:pt x="143287" y="315231"/>
                </a:cubicBezTo>
                <a:lnTo>
                  <a:pt x="124182" y="315231"/>
                </a:lnTo>
                <a:cubicBezTo>
                  <a:pt x="66867" y="315231"/>
                  <a:pt x="19105" y="267469"/>
                  <a:pt x="19105" y="21015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03" descr="CD icon.">
            <a:extLst>
              <a:ext uri="{FF2B5EF4-FFF2-40B4-BE49-F238E27FC236}">
                <a16:creationId xmlns:a16="http://schemas.microsoft.com/office/drawing/2014/main" id="{AD99E72C-4D12-4971-81E6-43A9DE259EE9}"/>
              </a:ext>
            </a:extLst>
          </p:cNvPr>
          <p:cNvSpPr>
            <a:spLocks noChangeAspect="1"/>
          </p:cNvSpPr>
          <p:nvPr/>
        </p:nvSpPr>
        <p:spPr>
          <a:xfrm>
            <a:off x="7087416" y="3273567"/>
            <a:ext cx="458518" cy="458518"/>
          </a:xfrm>
          <a:custGeom>
            <a:avLst/>
            <a:gdLst>
              <a:gd name="connsiteX0" fmla="*/ 229259 w 458518"/>
              <a:gd name="connsiteY0" fmla="*/ 0 h 458518"/>
              <a:gd name="connsiteX1" fmla="*/ 0 w 458518"/>
              <a:gd name="connsiteY1" fmla="*/ 229259 h 458518"/>
              <a:gd name="connsiteX2" fmla="*/ 229259 w 458518"/>
              <a:gd name="connsiteY2" fmla="*/ 458518 h 458518"/>
              <a:gd name="connsiteX3" fmla="*/ 458518 w 458518"/>
              <a:gd name="connsiteY3" fmla="*/ 229259 h 458518"/>
              <a:gd name="connsiteX4" fmla="*/ 229259 w 458518"/>
              <a:gd name="connsiteY4" fmla="*/ 0 h 458518"/>
              <a:gd name="connsiteX5" fmla="*/ 229259 w 458518"/>
              <a:gd name="connsiteY5" fmla="*/ 439413 h 458518"/>
              <a:gd name="connsiteX6" fmla="*/ 19105 w 458518"/>
              <a:gd name="connsiteY6" fmla="*/ 229259 h 458518"/>
              <a:gd name="connsiteX7" fmla="*/ 229259 w 458518"/>
              <a:gd name="connsiteY7" fmla="*/ 19105 h 458518"/>
              <a:gd name="connsiteX8" fmla="*/ 439413 w 458518"/>
              <a:gd name="connsiteY8" fmla="*/ 229259 h 458518"/>
              <a:gd name="connsiteX9" fmla="*/ 229259 w 458518"/>
              <a:gd name="connsiteY9" fmla="*/ 439413 h 458518"/>
              <a:gd name="connsiteX10" fmla="*/ 229259 w 458518"/>
              <a:gd name="connsiteY10" fmla="*/ 133734 h 458518"/>
              <a:gd name="connsiteX11" fmla="*/ 133734 w 458518"/>
              <a:gd name="connsiteY11" fmla="*/ 229259 h 458518"/>
              <a:gd name="connsiteX12" fmla="*/ 229259 w 458518"/>
              <a:gd name="connsiteY12" fmla="*/ 324784 h 458518"/>
              <a:gd name="connsiteX13" fmla="*/ 324784 w 458518"/>
              <a:gd name="connsiteY13" fmla="*/ 229259 h 458518"/>
              <a:gd name="connsiteX14" fmla="*/ 229259 w 458518"/>
              <a:gd name="connsiteY14" fmla="*/ 133734 h 458518"/>
              <a:gd name="connsiteX15" fmla="*/ 229259 w 458518"/>
              <a:gd name="connsiteY15" fmla="*/ 305679 h 458518"/>
              <a:gd name="connsiteX16" fmla="*/ 152839 w 458518"/>
              <a:gd name="connsiteY16" fmla="*/ 229259 h 458518"/>
              <a:gd name="connsiteX17" fmla="*/ 229259 w 458518"/>
              <a:gd name="connsiteY17" fmla="*/ 152839 h 458518"/>
              <a:gd name="connsiteX18" fmla="*/ 305679 w 458518"/>
              <a:gd name="connsiteY18" fmla="*/ 229259 h 458518"/>
              <a:gd name="connsiteX19" fmla="*/ 229259 w 458518"/>
              <a:gd name="connsiteY19" fmla="*/ 305679 h 458518"/>
              <a:gd name="connsiteX20" fmla="*/ 229259 w 458518"/>
              <a:gd name="connsiteY20" fmla="*/ 194870 h 458518"/>
              <a:gd name="connsiteX21" fmla="*/ 194870 w 458518"/>
              <a:gd name="connsiteY21" fmla="*/ 229259 h 458518"/>
              <a:gd name="connsiteX22" fmla="*/ 229259 w 458518"/>
              <a:gd name="connsiteY22" fmla="*/ 263648 h 458518"/>
              <a:gd name="connsiteX23" fmla="*/ 263648 w 458518"/>
              <a:gd name="connsiteY23" fmla="*/ 229259 h 458518"/>
              <a:gd name="connsiteX24" fmla="*/ 263648 w 458518"/>
              <a:gd name="connsiteY24" fmla="*/ 229259 h 458518"/>
              <a:gd name="connsiteX25" fmla="*/ 229259 w 458518"/>
              <a:gd name="connsiteY25" fmla="*/ 194870 h 458518"/>
              <a:gd name="connsiteX26" fmla="*/ 229259 w 458518"/>
              <a:gd name="connsiteY26" fmla="*/ 244543 h 458518"/>
              <a:gd name="connsiteX27" fmla="*/ 213975 w 458518"/>
              <a:gd name="connsiteY27" fmla="*/ 229259 h 458518"/>
              <a:gd name="connsiteX28" fmla="*/ 229259 w 458518"/>
              <a:gd name="connsiteY28" fmla="*/ 213975 h 458518"/>
              <a:gd name="connsiteX29" fmla="*/ 244543 w 458518"/>
              <a:gd name="connsiteY29" fmla="*/ 229259 h 458518"/>
              <a:gd name="connsiteX30" fmla="*/ 244543 w 458518"/>
              <a:gd name="connsiteY30" fmla="*/ 229259 h 458518"/>
              <a:gd name="connsiteX31" fmla="*/ 229259 w 458518"/>
              <a:gd name="connsiteY31" fmla="*/ 24454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58518" h="458518"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cubicBezTo>
                  <a:pt x="0" y="355351"/>
                  <a:pt x="103167" y="458518"/>
                  <a:pt x="229259" y="458518"/>
                </a:cubicBezTo>
                <a:cubicBezTo>
                  <a:pt x="355351" y="458518"/>
                  <a:pt x="458518" y="355351"/>
                  <a:pt x="458518" y="229259"/>
                </a:cubicBezTo>
                <a:cubicBezTo>
                  <a:pt x="458518" y="103167"/>
                  <a:pt x="355351" y="0"/>
                  <a:pt x="229259" y="0"/>
                </a:cubicBezTo>
                <a:close/>
                <a:moveTo>
                  <a:pt x="229259" y="439413"/>
                </a:moveTo>
                <a:cubicBezTo>
                  <a:pt x="112719" y="439413"/>
                  <a:pt x="19105" y="34579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345799"/>
                  <a:pt x="345799" y="439413"/>
                  <a:pt x="229259" y="439413"/>
                </a:cubicBezTo>
                <a:close/>
                <a:moveTo>
                  <a:pt x="229259" y="133734"/>
                </a:moveTo>
                <a:cubicBezTo>
                  <a:pt x="175765" y="133734"/>
                  <a:pt x="133734" y="175765"/>
                  <a:pt x="133734" y="229259"/>
                </a:cubicBezTo>
                <a:cubicBezTo>
                  <a:pt x="133734" y="282753"/>
                  <a:pt x="175765" y="324784"/>
                  <a:pt x="229259" y="324784"/>
                </a:cubicBezTo>
                <a:cubicBezTo>
                  <a:pt x="282753" y="324784"/>
                  <a:pt x="324784" y="282753"/>
                  <a:pt x="324784" y="229259"/>
                </a:cubicBezTo>
                <a:cubicBezTo>
                  <a:pt x="324784" y="175765"/>
                  <a:pt x="282753" y="133734"/>
                  <a:pt x="229259" y="133734"/>
                </a:cubicBezTo>
                <a:close/>
                <a:moveTo>
                  <a:pt x="229259" y="305679"/>
                </a:moveTo>
                <a:cubicBezTo>
                  <a:pt x="187228" y="305679"/>
                  <a:pt x="152839" y="271290"/>
                  <a:pt x="152839" y="229259"/>
                </a:cubicBezTo>
                <a:cubicBezTo>
                  <a:pt x="152839" y="187228"/>
                  <a:pt x="187228" y="152839"/>
                  <a:pt x="229259" y="152839"/>
                </a:cubicBezTo>
                <a:cubicBezTo>
                  <a:pt x="271290" y="152839"/>
                  <a:pt x="305679" y="187228"/>
                  <a:pt x="305679" y="229259"/>
                </a:cubicBezTo>
                <a:cubicBezTo>
                  <a:pt x="305679" y="271290"/>
                  <a:pt x="271290" y="305679"/>
                  <a:pt x="229259" y="305679"/>
                </a:cubicBezTo>
                <a:close/>
                <a:moveTo>
                  <a:pt x="229259" y="194870"/>
                </a:moveTo>
                <a:cubicBezTo>
                  <a:pt x="210154" y="194870"/>
                  <a:pt x="194870" y="210154"/>
                  <a:pt x="194870" y="229259"/>
                </a:cubicBezTo>
                <a:cubicBezTo>
                  <a:pt x="194870" y="248364"/>
                  <a:pt x="210154" y="263648"/>
                  <a:pt x="229259" y="263648"/>
                </a:cubicBezTo>
                <a:cubicBezTo>
                  <a:pt x="248364" y="263648"/>
                  <a:pt x="263648" y="248364"/>
                  <a:pt x="263648" y="229259"/>
                </a:cubicBezTo>
                <a:lnTo>
                  <a:pt x="263648" y="229259"/>
                </a:lnTo>
                <a:cubicBezTo>
                  <a:pt x="263648" y="210154"/>
                  <a:pt x="248364" y="194870"/>
                  <a:pt x="229259" y="194870"/>
                </a:cubicBezTo>
                <a:close/>
                <a:moveTo>
                  <a:pt x="229259" y="244543"/>
                </a:moveTo>
                <a:cubicBezTo>
                  <a:pt x="221617" y="244543"/>
                  <a:pt x="213975" y="238811"/>
                  <a:pt x="213975" y="229259"/>
                </a:cubicBezTo>
                <a:cubicBezTo>
                  <a:pt x="213975" y="221617"/>
                  <a:pt x="219707" y="213975"/>
                  <a:pt x="229259" y="213975"/>
                </a:cubicBezTo>
                <a:cubicBezTo>
                  <a:pt x="236901" y="213975"/>
                  <a:pt x="244543" y="219707"/>
                  <a:pt x="244543" y="229259"/>
                </a:cubicBezTo>
                <a:lnTo>
                  <a:pt x="244543" y="229259"/>
                </a:lnTo>
                <a:cubicBezTo>
                  <a:pt x="244543" y="236901"/>
                  <a:pt x="236901" y="244543"/>
                  <a:pt x="229259" y="24454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29" descr="Microchip icon.">
            <a:extLst>
              <a:ext uri="{FF2B5EF4-FFF2-40B4-BE49-F238E27FC236}">
                <a16:creationId xmlns:a16="http://schemas.microsoft.com/office/drawing/2014/main" id="{1CF0CE86-1C08-4FB2-AF89-FF7956E4C868}"/>
              </a:ext>
            </a:extLst>
          </p:cNvPr>
          <p:cNvSpPr>
            <a:spLocks noChangeAspect="1"/>
          </p:cNvSpPr>
          <p:nvPr/>
        </p:nvSpPr>
        <p:spPr>
          <a:xfrm>
            <a:off x="8333124" y="3311777"/>
            <a:ext cx="420308" cy="420308"/>
          </a:xfrm>
          <a:custGeom>
            <a:avLst/>
            <a:gdLst>
              <a:gd name="connsiteX0" fmla="*/ 305679 w 420308"/>
              <a:gd name="connsiteY0" fmla="*/ 95525 h 420308"/>
              <a:gd name="connsiteX1" fmla="*/ 114630 w 420308"/>
              <a:gd name="connsiteY1" fmla="*/ 95525 h 420308"/>
              <a:gd name="connsiteX2" fmla="*/ 95525 w 420308"/>
              <a:gd name="connsiteY2" fmla="*/ 114630 h 420308"/>
              <a:gd name="connsiteX3" fmla="*/ 95525 w 420308"/>
              <a:gd name="connsiteY3" fmla="*/ 305679 h 420308"/>
              <a:gd name="connsiteX4" fmla="*/ 114630 w 420308"/>
              <a:gd name="connsiteY4" fmla="*/ 324784 h 420308"/>
              <a:gd name="connsiteX5" fmla="*/ 305679 w 420308"/>
              <a:gd name="connsiteY5" fmla="*/ 324784 h 420308"/>
              <a:gd name="connsiteX6" fmla="*/ 324784 w 420308"/>
              <a:gd name="connsiteY6" fmla="*/ 305679 h 420308"/>
              <a:gd name="connsiteX7" fmla="*/ 324784 w 420308"/>
              <a:gd name="connsiteY7" fmla="*/ 114630 h 420308"/>
              <a:gd name="connsiteX8" fmla="*/ 305679 w 420308"/>
              <a:gd name="connsiteY8" fmla="*/ 95525 h 420308"/>
              <a:gd name="connsiteX9" fmla="*/ 305679 w 420308"/>
              <a:gd name="connsiteY9" fmla="*/ 315231 h 420308"/>
              <a:gd name="connsiteX10" fmla="*/ 305679 w 420308"/>
              <a:gd name="connsiteY10" fmla="*/ 305679 h 420308"/>
              <a:gd name="connsiteX11" fmla="*/ 114630 w 420308"/>
              <a:gd name="connsiteY11" fmla="*/ 305679 h 420308"/>
              <a:gd name="connsiteX12" fmla="*/ 114630 w 420308"/>
              <a:gd name="connsiteY12" fmla="*/ 114630 h 420308"/>
              <a:gd name="connsiteX13" fmla="*/ 305679 w 420308"/>
              <a:gd name="connsiteY13" fmla="*/ 114630 h 420308"/>
              <a:gd name="connsiteX14" fmla="*/ 305679 w 420308"/>
              <a:gd name="connsiteY14" fmla="*/ 305679 h 420308"/>
              <a:gd name="connsiteX15" fmla="*/ 305679 w 420308"/>
              <a:gd name="connsiteY15" fmla="*/ 305679 h 420308"/>
              <a:gd name="connsiteX16" fmla="*/ 305679 w 420308"/>
              <a:gd name="connsiteY16" fmla="*/ 315231 h 420308"/>
              <a:gd name="connsiteX17" fmla="*/ 420308 w 420308"/>
              <a:gd name="connsiteY17" fmla="*/ 133734 h 420308"/>
              <a:gd name="connsiteX18" fmla="*/ 420308 w 420308"/>
              <a:gd name="connsiteY18" fmla="*/ 114630 h 420308"/>
              <a:gd name="connsiteX19" fmla="*/ 382098 w 420308"/>
              <a:gd name="connsiteY19" fmla="*/ 114630 h 420308"/>
              <a:gd name="connsiteX20" fmla="*/ 382098 w 420308"/>
              <a:gd name="connsiteY20" fmla="*/ 57315 h 420308"/>
              <a:gd name="connsiteX21" fmla="*/ 362993 w 420308"/>
              <a:gd name="connsiteY21" fmla="*/ 38210 h 420308"/>
              <a:gd name="connsiteX22" fmla="*/ 305679 w 420308"/>
              <a:gd name="connsiteY22" fmla="*/ 38210 h 420308"/>
              <a:gd name="connsiteX23" fmla="*/ 305679 w 420308"/>
              <a:gd name="connsiteY23" fmla="*/ 0 h 420308"/>
              <a:gd name="connsiteX24" fmla="*/ 286574 w 420308"/>
              <a:gd name="connsiteY24" fmla="*/ 0 h 420308"/>
              <a:gd name="connsiteX25" fmla="*/ 286574 w 420308"/>
              <a:gd name="connsiteY25" fmla="*/ 38210 h 420308"/>
              <a:gd name="connsiteX26" fmla="*/ 219707 w 420308"/>
              <a:gd name="connsiteY26" fmla="*/ 38210 h 420308"/>
              <a:gd name="connsiteX27" fmla="*/ 219707 w 420308"/>
              <a:gd name="connsiteY27" fmla="*/ 0 h 420308"/>
              <a:gd name="connsiteX28" fmla="*/ 200602 w 420308"/>
              <a:gd name="connsiteY28" fmla="*/ 0 h 420308"/>
              <a:gd name="connsiteX29" fmla="*/ 200602 w 420308"/>
              <a:gd name="connsiteY29" fmla="*/ 38210 h 420308"/>
              <a:gd name="connsiteX30" fmla="*/ 133734 w 420308"/>
              <a:gd name="connsiteY30" fmla="*/ 38210 h 420308"/>
              <a:gd name="connsiteX31" fmla="*/ 133734 w 420308"/>
              <a:gd name="connsiteY31" fmla="*/ 0 h 420308"/>
              <a:gd name="connsiteX32" fmla="*/ 114630 w 420308"/>
              <a:gd name="connsiteY32" fmla="*/ 0 h 420308"/>
              <a:gd name="connsiteX33" fmla="*/ 114630 w 420308"/>
              <a:gd name="connsiteY33" fmla="*/ 38210 h 420308"/>
              <a:gd name="connsiteX34" fmla="*/ 57315 w 420308"/>
              <a:gd name="connsiteY34" fmla="*/ 38210 h 420308"/>
              <a:gd name="connsiteX35" fmla="*/ 38210 w 420308"/>
              <a:gd name="connsiteY35" fmla="*/ 57315 h 420308"/>
              <a:gd name="connsiteX36" fmla="*/ 38210 w 420308"/>
              <a:gd name="connsiteY36" fmla="*/ 114630 h 420308"/>
              <a:gd name="connsiteX37" fmla="*/ 0 w 420308"/>
              <a:gd name="connsiteY37" fmla="*/ 114630 h 420308"/>
              <a:gd name="connsiteX38" fmla="*/ 0 w 420308"/>
              <a:gd name="connsiteY38" fmla="*/ 133734 h 420308"/>
              <a:gd name="connsiteX39" fmla="*/ 38210 w 420308"/>
              <a:gd name="connsiteY39" fmla="*/ 133734 h 420308"/>
              <a:gd name="connsiteX40" fmla="*/ 38210 w 420308"/>
              <a:gd name="connsiteY40" fmla="*/ 200602 h 420308"/>
              <a:gd name="connsiteX41" fmla="*/ 0 w 420308"/>
              <a:gd name="connsiteY41" fmla="*/ 200602 h 420308"/>
              <a:gd name="connsiteX42" fmla="*/ 0 w 420308"/>
              <a:gd name="connsiteY42" fmla="*/ 219707 h 420308"/>
              <a:gd name="connsiteX43" fmla="*/ 38210 w 420308"/>
              <a:gd name="connsiteY43" fmla="*/ 219707 h 420308"/>
              <a:gd name="connsiteX44" fmla="*/ 38210 w 420308"/>
              <a:gd name="connsiteY44" fmla="*/ 286574 h 420308"/>
              <a:gd name="connsiteX45" fmla="*/ 0 w 420308"/>
              <a:gd name="connsiteY45" fmla="*/ 286574 h 420308"/>
              <a:gd name="connsiteX46" fmla="*/ 0 w 420308"/>
              <a:gd name="connsiteY46" fmla="*/ 305679 h 420308"/>
              <a:gd name="connsiteX47" fmla="*/ 38210 w 420308"/>
              <a:gd name="connsiteY47" fmla="*/ 305679 h 420308"/>
              <a:gd name="connsiteX48" fmla="*/ 38210 w 420308"/>
              <a:gd name="connsiteY48" fmla="*/ 362993 h 420308"/>
              <a:gd name="connsiteX49" fmla="*/ 57315 w 420308"/>
              <a:gd name="connsiteY49" fmla="*/ 382098 h 420308"/>
              <a:gd name="connsiteX50" fmla="*/ 114630 w 420308"/>
              <a:gd name="connsiteY50" fmla="*/ 382098 h 420308"/>
              <a:gd name="connsiteX51" fmla="*/ 114630 w 420308"/>
              <a:gd name="connsiteY51" fmla="*/ 420308 h 420308"/>
              <a:gd name="connsiteX52" fmla="*/ 133734 w 420308"/>
              <a:gd name="connsiteY52" fmla="*/ 420308 h 420308"/>
              <a:gd name="connsiteX53" fmla="*/ 133734 w 420308"/>
              <a:gd name="connsiteY53" fmla="*/ 382098 h 420308"/>
              <a:gd name="connsiteX54" fmla="*/ 200602 w 420308"/>
              <a:gd name="connsiteY54" fmla="*/ 382098 h 420308"/>
              <a:gd name="connsiteX55" fmla="*/ 200602 w 420308"/>
              <a:gd name="connsiteY55" fmla="*/ 420308 h 420308"/>
              <a:gd name="connsiteX56" fmla="*/ 219707 w 420308"/>
              <a:gd name="connsiteY56" fmla="*/ 420308 h 420308"/>
              <a:gd name="connsiteX57" fmla="*/ 219707 w 420308"/>
              <a:gd name="connsiteY57" fmla="*/ 382098 h 420308"/>
              <a:gd name="connsiteX58" fmla="*/ 286574 w 420308"/>
              <a:gd name="connsiteY58" fmla="*/ 382098 h 420308"/>
              <a:gd name="connsiteX59" fmla="*/ 286574 w 420308"/>
              <a:gd name="connsiteY59" fmla="*/ 420308 h 420308"/>
              <a:gd name="connsiteX60" fmla="*/ 305679 w 420308"/>
              <a:gd name="connsiteY60" fmla="*/ 420308 h 420308"/>
              <a:gd name="connsiteX61" fmla="*/ 305679 w 420308"/>
              <a:gd name="connsiteY61" fmla="*/ 382098 h 420308"/>
              <a:gd name="connsiteX62" fmla="*/ 362993 w 420308"/>
              <a:gd name="connsiteY62" fmla="*/ 382098 h 420308"/>
              <a:gd name="connsiteX63" fmla="*/ 382098 w 420308"/>
              <a:gd name="connsiteY63" fmla="*/ 362993 h 420308"/>
              <a:gd name="connsiteX64" fmla="*/ 382098 w 420308"/>
              <a:gd name="connsiteY64" fmla="*/ 305679 h 420308"/>
              <a:gd name="connsiteX65" fmla="*/ 420308 w 420308"/>
              <a:gd name="connsiteY65" fmla="*/ 305679 h 420308"/>
              <a:gd name="connsiteX66" fmla="*/ 420308 w 420308"/>
              <a:gd name="connsiteY66" fmla="*/ 286574 h 420308"/>
              <a:gd name="connsiteX67" fmla="*/ 382098 w 420308"/>
              <a:gd name="connsiteY67" fmla="*/ 286574 h 420308"/>
              <a:gd name="connsiteX68" fmla="*/ 382098 w 420308"/>
              <a:gd name="connsiteY68" fmla="*/ 219707 h 420308"/>
              <a:gd name="connsiteX69" fmla="*/ 420308 w 420308"/>
              <a:gd name="connsiteY69" fmla="*/ 219707 h 420308"/>
              <a:gd name="connsiteX70" fmla="*/ 420308 w 420308"/>
              <a:gd name="connsiteY70" fmla="*/ 200602 h 420308"/>
              <a:gd name="connsiteX71" fmla="*/ 382098 w 420308"/>
              <a:gd name="connsiteY71" fmla="*/ 200602 h 420308"/>
              <a:gd name="connsiteX72" fmla="*/ 382098 w 420308"/>
              <a:gd name="connsiteY72" fmla="*/ 133734 h 420308"/>
              <a:gd name="connsiteX73" fmla="*/ 420308 w 420308"/>
              <a:gd name="connsiteY73" fmla="*/ 133734 h 420308"/>
              <a:gd name="connsiteX74" fmla="*/ 362993 w 420308"/>
              <a:gd name="connsiteY74" fmla="*/ 372546 h 420308"/>
              <a:gd name="connsiteX75" fmla="*/ 362993 w 420308"/>
              <a:gd name="connsiteY75" fmla="*/ 362993 h 420308"/>
              <a:gd name="connsiteX76" fmla="*/ 57315 w 420308"/>
              <a:gd name="connsiteY76" fmla="*/ 362993 h 420308"/>
              <a:gd name="connsiteX77" fmla="*/ 57315 w 420308"/>
              <a:gd name="connsiteY77" fmla="*/ 57315 h 420308"/>
              <a:gd name="connsiteX78" fmla="*/ 362993 w 420308"/>
              <a:gd name="connsiteY78" fmla="*/ 57315 h 420308"/>
              <a:gd name="connsiteX79" fmla="*/ 362993 w 420308"/>
              <a:gd name="connsiteY79" fmla="*/ 362993 h 420308"/>
              <a:gd name="connsiteX80" fmla="*/ 362993 w 420308"/>
              <a:gd name="connsiteY80" fmla="*/ 362993 h 420308"/>
              <a:gd name="connsiteX81" fmla="*/ 362993 w 420308"/>
              <a:gd name="connsiteY81" fmla="*/ 372546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20308" h="420308">
                <a:moveTo>
                  <a:pt x="305679" y="95525"/>
                </a:moveTo>
                <a:lnTo>
                  <a:pt x="114630" y="95525"/>
                </a:lnTo>
                <a:cubicBezTo>
                  <a:pt x="103167" y="95525"/>
                  <a:pt x="95525" y="103167"/>
                  <a:pt x="95525" y="114630"/>
                </a:cubicBezTo>
                <a:lnTo>
                  <a:pt x="95525" y="305679"/>
                </a:lnTo>
                <a:cubicBezTo>
                  <a:pt x="95525" y="317142"/>
                  <a:pt x="103167" y="324784"/>
                  <a:pt x="114630" y="324784"/>
                </a:cubicBezTo>
                <a:lnTo>
                  <a:pt x="305679" y="324784"/>
                </a:lnTo>
                <a:cubicBezTo>
                  <a:pt x="317142" y="324784"/>
                  <a:pt x="324784" y="317142"/>
                  <a:pt x="324784" y="305679"/>
                </a:cubicBezTo>
                <a:lnTo>
                  <a:pt x="324784" y="114630"/>
                </a:lnTo>
                <a:cubicBezTo>
                  <a:pt x="324784" y="103167"/>
                  <a:pt x="317142" y="95525"/>
                  <a:pt x="305679" y="95525"/>
                </a:cubicBezTo>
                <a:close/>
                <a:moveTo>
                  <a:pt x="305679" y="315231"/>
                </a:moveTo>
                <a:lnTo>
                  <a:pt x="305679" y="305679"/>
                </a:lnTo>
                <a:lnTo>
                  <a:pt x="114630" y="305679"/>
                </a:lnTo>
                <a:lnTo>
                  <a:pt x="114630" y="114630"/>
                </a:lnTo>
                <a:lnTo>
                  <a:pt x="305679" y="114630"/>
                </a:lnTo>
                <a:lnTo>
                  <a:pt x="305679" y="305679"/>
                </a:lnTo>
                <a:lnTo>
                  <a:pt x="305679" y="305679"/>
                </a:lnTo>
                <a:lnTo>
                  <a:pt x="305679" y="315231"/>
                </a:lnTo>
                <a:close/>
                <a:moveTo>
                  <a:pt x="420308" y="133734"/>
                </a:moveTo>
                <a:lnTo>
                  <a:pt x="420308" y="114630"/>
                </a:lnTo>
                <a:lnTo>
                  <a:pt x="382098" y="114630"/>
                </a:lnTo>
                <a:lnTo>
                  <a:pt x="382098" y="57315"/>
                </a:lnTo>
                <a:cubicBezTo>
                  <a:pt x="382098" y="45852"/>
                  <a:pt x="374456" y="38210"/>
                  <a:pt x="362993" y="38210"/>
                </a:cubicBezTo>
                <a:lnTo>
                  <a:pt x="305679" y="38210"/>
                </a:lnTo>
                <a:lnTo>
                  <a:pt x="305679" y="0"/>
                </a:lnTo>
                <a:lnTo>
                  <a:pt x="286574" y="0"/>
                </a:lnTo>
                <a:lnTo>
                  <a:pt x="286574" y="38210"/>
                </a:lnTo>
                <a:lnTo>
                  <a:pt x="219707" y="38210"/>
                </a:lnTo>
                <a:lnTo>
                  <a:pt x="219707" y="0"/>
                </a:lnTo>
                <a:lnTo>
                  <a:pt x="200602" y="0"/>
                </a:lnTo>
                <a:lnTo>
                  <a:pt x="200602" y="38210"/>
                </a:lnTo>
                <a:lnTo>
                  <a:pt x="133734" y="38210"/>
                </a:lnTo>
                <a:lnTo>
                  <a:pt x="133734" y="0"/>
                </a:lnTo>
                <a:lnTo>
                  <a:pt x="114630" y="0"/>
                </a:lnTo>
                <a:lnTo>
                  <a:pt x="114630" y="38210"/>
                </a:lnTo>
                <a:lnTo>
                  <a:pt x="57315" y="38210"/>
                </a:lnTo>
                <a:cubicBezTo>
                  <a:pt x="45852" y="38210"/>
                  <a:pt x="38210" y="45852"/>
                  <a:pt x="38210" y="57315"/>
                </a:cubicBezTo>
                <a:lnTo>
                  <a:pt x="38210" y="114630"/>
                </a:lnTo>
                <a:lnTo>
                  <a:pt x="0" y="114630"/>
                </a:lnTo>
                <a:lnTo>
                  <a:pt x="0" y="133734"/>
                </a:lnTo>
                <a:lnTo>
                  <a:pt x="38210" y="133734"/>
                </a:lnTo>
                <a:lnTo>
                  <a:pt x="38210" y="200602"/>
                </a:lnTo>
                <a:lnTo>
                  <a:pt x="0" y="200602"/>
                </a:lnTo>
                <a:lnTo>
                  <a:pt x="0" y="219707"/>
                </a:lnTo>
                <a:lnTo>
                  <a:pt x="38210" y="219707"/>
                </a:lnTo>
                <a:lnTo>
                  <a:pt x="38210" y="286574"/>
                </a:lnTo>
                <a:lnTo>
                  <a:pt x="0" y="286574"/>
                </a:lnTo>
                <a:lnTo>
                  <a:pt x="0" y="305679"/>
                </a:lnTo>
                <a:lnTo>
                  <a:pt x="38210" y="305679"/>
                </a:lnTo>
                <a:lnTo>
                  <a:pt x="38210" y="362993"/>
                </a:lnTo>
                <a:cubicBezTo>
                  <a:pt x="38210" y="374456"/>
                  <a:pt x="45852" y="382098"/>
                  <a:pt x="57315" y="382098"/>
                </a:cubicBezTo>
                <a:lnTo>
                  <a:pt x="114630" y="382098"/>
                </a:lnTo>
                <a:lnTo>
                  <a:pt x="114630" y="420308"/>
                </a:lnTo>
                <a:lnTo>
                  <a:pt x="133734" y="420308"/>
                </a:lnTo>
                <a:lnTo>
                  <a:pt x="133734" y="382098"/>
                </a:lnTo>
                <a:lnTo>
                  <a:pt x="200602" y="382098"/>
                </a:lnTo>
                <a:lnTo>
                  <a:pt x="200602" y="420308"/>
                </a:lnTo>
                <a:lnTo>
                  <a:pt x="219707" y="420308"/>
                </a:lnTo>
                <a:lnTo>
                  <a:pt x="219707" y="382098"/>
                </a:lnTo>
                <a:lnTo>
                  <a:pt x="286574" y="382098"/>
                </a:lnTo>
                <a:lnTo>
                  <a:pt x="286574" y="420308"/>
                </a:lnTo>
                <a:lnTo>
                  <a:pt x="305679" y="420308"/>
                </a:lnTo>
                <a:lnTo>
                  <a:pt x="305679" y="382098"/>
                </a:lnTo>
                <a:lnTo>
                  <a:pt x="362993" y="382098"/>
                </a:lnTo>
                <a:cubicBezTo>
                  <a:pt x="374456" y="382098"/>
                  <a:pt x="382098" y="374456"/>
                  <a:pt x="382098" y="362993"/>
                </a:cubicBezTo>
                <a:lnTo>
                  <a:pt x="382098" y="305679"/>
                </a:lnTo>
                <a:lnTo>
                  <a:pt x="420308" y="305679"/>
                </a:lnTo>
                <a:lnTo>
                  <a:pt x="420308" y="286574"/>
                </a:lnTo>
                <a:lnTo>
                  <a:pt x="382098" y="286574"/>
                </a:lnTo>
                <a:lnTo>
                  <a:pt x="382098" y="219707"/>
                </a:lnTo>
                <a:lnTo>
                  <a:pt x="420308" y="219707"/>
                </a:lnTo>
                <a:lnTo>
                  <a:pt x="420308" y="200602"/>
                </a:lnTo>
                <a:lnTo>
                  <a:pt x="382098" y="200602"/>
                </a:lnTo>
                <a:lnTo>
                  <a:pt x="382098" y="133734"/>
                </a:lnTo>
                <a:lnTo>
                  <a:pt x="420308" y="133734"/>
                </a:lnTo>
                <a:close/>
                <a:moveTo>
                  <a:pt x="362993" y="372546"/>
                </a:moveTo>
                <a:lnTo>
                  <a:pt x="362993" y="362993"/>
                </a:lnTo>
                <a:lnTo>
                  <a:pt x="57315" y="362993"/>
                </a:lnTo>
                <a:lnTo>
                  <a:pt x="57315" y="57315"/>
                </a:lnTo>
                <a:lnTo>
                  <a:pt x="362993" y="57315"/>
                </a:lnTo>
                <a:lnTo>
                  <a:pt x="362993" y="362993"/>
                </a:lnTo>
                <a:lnTo>
                  <a:pt x="362993" y="362993"/>
                </a:lnTo>
                <a:lnTo>
                  <a:pt x="362993" y="37254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7" descr="Speaker icon.">
            <a:extLst>
              <a:ext uri="{FF2B5EF4-FFF2-40B4-BE49-F238E27FC236}">
                <a16:creationId xmlns:a16="http://schemas.microsoft.com/office/drawing/2014/main" id="{BF5DC725-D3F8-42C0-85F7-C6566B142EB6}"/>
              </a:ext>
            </a:extLst>
          </p:cNvPr>
          <p:cNvSpPr>
            <a:spLocks noChangeAspect="1"/>
          </p:cNvSpPr>
          <p:nvPr/>
        </p:nvSpPr>
        <p:spPr>
          <a:xfrm>
            <a:off x="9555715" y="3311605"/>
            <a:ext cx="439413" cy="420480"/>
          </a:xfrm>
          <a:custGeom>
            <a:avLst/>
            <a:gdLst>
              <a:gd name="connsiteX0" fmla="*/ 357262 w 439413"/>
              <a:gd name="connsiteY0" fmla="*/ 294388 h 420480"/>
              <a:gd name="connsiteX1" fmla="*/ 347710 w 439413"/>
              <a:gd name="connsiteY1" fmla="*/ 298209 h 420480"/>
              <a:gd name="connsiteX2" fmla="*/ 355351 w 439413"/>
              <a:gd name="connsiteY2" fmla="*/ 315403 h 420480"/>
              <a:gd name="connsiteX3" fmla="*/ 362993 w 439413"/>
              <a:gd name="connsiteY3" fmla="*/ 311582 h 420480"/>
              <a:gd name="connsiteX4" fmla="*/ 439413 w 439413"/>
              <a:gd name="connsiteY4" fmla="*/ 210326 h 420480"/>
              <a:gd name="connsiteX5" fmla="*/ 362993 w 439413"/>
              <a:gd name="connsiteY5" fmla="*/ 109070 h 420480"/>
              <a:gd name="connsiteX6" fmla="*/ 353441 w 439413"/>
              <a:gd name="connsiteY6" fmla="*/ 105249 h 420480"/>
              <a:gd name="connsiteX7" fmla="*/ 345799 w 439413"/>
              <a:gd name="connsiteY7" fmla="*/ 122444 h 420480"/>
              <a:gd name="connsiteX8" fmla="*/ 355351 w 439413"/>
              <a:gd name="connsiteY8" fmla="*/ 126265 h 420480"/>
              <a:gd name="connsiteX9" fmla="*/ 420308 w 439413"/>
              <a:gd name="connsiteY9" fmla="*/ 210326 h 420480"/>
              <a:gd name="connsiteX10" fmla="*/ 357262 w 439413"/>
              <a:gd name="connsiteY10" fmla="*/ 294388 h 420480"/>
              <a:gd name="connsiteX11" fmla="*/ 294216 w 439413"/>
              <a:gd name="connsiteY11" fmla="*/ 3993 h 420480"/>
              <a:gd name="connsiteX12" fmla="*/ 120361 w 439413"/>
              <a:gd name="connsiteY12" fmla="*/ 114802 h 420480"/>
              <a:gd name="connsiteX13" fmla="*/ 19105 w 439413"/>
              <a:gd name="connsiteY13" fmla="*/ 114802 h 420480"/>
              <a:gd name="connsiteX14" fmla="*/ 0 w 439413"/>
              <a:gd name="connsiteY14" fmla="*/ 133907 h 420480"/>
              <a:gd name="connsiteX15" fmla="*/ 0 w 439413"/>
              <a:gd name="connsiteY15" fmla="*/ 286746 h 420480"/>
              <a:gd name="connsiteX16" fmla="*/ 19105 w 439413"/>
              <a:gd name="connsiteY16" fmla="*/ 305851 h 420480"/>
              <a:gd name="connsiteX17" fmla="*/ 120361 w 439413"/>
              <a:gd name="connsiteY17" fmla="*/ 305851 h 420480"/>
              <a:gd name="connsiteX18" fmla="*/ 298037 w 439413"/>
              <a:gd name="connsiteY18" fmla="*/ 418570 h 420480"/>
              <a:gd name="connsiteX19" fmla="*/ 307589 w 439413"/>
              <a:gd name="connsiteY19" fmla="*/ 420480 h 420480"/>
              <a:gd name="connsiteX20" fmla="*/ 317142 w 439413"/>
              <a:gd name="connsiteY20" fmla="*/ 418570 h 420480"/>
              <a:gd name="connsiteX21" fmla="*/ 324784 w 439413"/>
              <a:gd name="connsiteY21" fmla="*/ 401376 h 420480"/>
              <a:gd name="connsiteX22" fmla="*/ 324784 w 439413"/>
              <a:gd name="connsiteY22" fmla="*/ 19277 h 420480"/>
              <a:gd name="connsiteX23" fmla="*/ 315231 w 439413"/>
              <a:gd name="connsiteY23" fmla="*/ 2083 h 420480"/>
              <a:gd name="connsiteX24" fmla="*/ 294216 w 439413"/>
              <a:gd name="connsiteY24" fmla="*/ 3993 h 420480"/>
              <a:gd name="connsiteX25" fmla="*/ 114630 w 439413"/>
              <a:gd name="connsiteY25" fmla="*/ 286746 h 420480"/>
              <a:gd name="connsiteX26" fmla="*/ 19105 w 439413"/>
              <a:gd name="connsiteY26" fmla="*/ 286746 h 420480"/>
              <a:gd name="connsiteX27" fmla="*/ 19105 w 439413"/>
              <a:gd name="connsiteY27" fmla="*/ 133907 h 420480"/>
              <a:gd name="connsiteX28" fmla="*/ 114630 w 439413"/>
              <a:gd name="connsiteY28" fmla="*/ 133907 h 420480"/>
              <a:gd name="connsiteX29" fmla="*/ 114630 w 439413"/>
              <a:gd name="connsiteY29" fmla="*/ 286746 h 420480"/>
              <a:gd name="connsiteX30" fmla="*/ 305679 w 439413"/>
              <a:gd name="connsiteY30" fmla="*/ 399465 h 420480"/>
              <a:gd name="connsiteX31" fmla="*/ 133734 w 439413"/>
              <a:gd name="connsiteY31" fmla="*/ 290567 h 420480"/>
              <a:gd name="connsiteX32" fmla="*/ 133734 w 439413"/>
              <a:gd name="connsiteY32" fmla="*/ 128175 h 420480"/>
              <a:gd name="connsiteX33" fmla="*/ 303768 w 439413"/>
              <a:gd name="connsiteY33" fmla="*/ 19277 h 420480"/>
              <a:gd name="connsiteX34" fmla="*/ 305679 w 439413"/>
              <a:gd name="connsiteY34" fmla="*/ 19277 h 420480"/>
              <a:gd name="connsiteX35" fmla="*/ 305679 w 439413"/>
              <a:gd name="connsiteY35" fmla="*/ 399465 h 4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39413" h="420480">
                <a:moveTo>
                  <a:pt x="357262" y="294388"/>
                </a:moveTo>
                <a:lnTo>
                  <a:pt x="347710" y="298209"/>
                </a:lnTo>
                <a:lnTo>
                  <a:pt x="355351" y="315403"/>
                </a:lnTo>
                <a:lnTo>
                  <a:pt x="362993" y="311582"/>
                </a:lnTo>
                <a:cubicBezTo>
                  <a:pt x="406935" y="296298"/>
                  <a:pt x="437503" y="256178"/>
                  <a:pt x="439413" y="210326"/>
                </a:cubicBezTo>
                <a:cubicBezTo>
                  <a:pt x="437503" y="164475"/>
                  <a:pt x="406935" y="124354"/>
                  <a:pt x="362993" y="109070"/>
                </a:cubicBezTo>
                <a:lnTo>
                  <a:pt x="353441" y="105249"/>
                </a:lnTo>
                <a:lnTo>
                  <a:pt x="345799" y="122444"/>
                </a:lnTo>
                <a:lnTo>
                  <a:pt x="355351" y="126265"/>
                </a:lnTo>
                <a:cubicBezTo>
                  <a:pt x="393561" y="137728"/>
                  <a:pt x="418398" y="172117"/>
                  <a:pt x="420308" y="210326"/>
                </a:cubicBezTo>
                <a:cubicBezTo>
                  <a:pt x="418398" y="248536"/>
                  <a:pt x="393561" y="282925"/>
                  <a:pt x="357262" y="294388"/>
                </a:cubicBezTo>
                <a:close/>
                <a:moveTo>
                  <a:pt x="294216" y="3993"/>
                </a:moveTo>
                <a:lnTo>
                  <a:pt x="120361" y="114802"/>
                </a:lnTo>
                <a:lnTo>
                  <a:pt x="19105" y="114802"/>
                </a:lnTo>
                <a:cubicBezTo>
                  <a:pt x="7642" y="114802"/>
                  <a:pt x="0" y="122444"/>
                  <a:pt x="0" y="133907"/>
                </a:cubicBezTo>
                <a:lnTo>
                  <a:pt x="0" y="286746"/>
                </a:lnTo>
                <a:cubicBezTo>
                  <a:pt x="0" y="298209"/>
                  <a:pt x="7642" y="305851"/>
                  <a:pt x="19105" y="305851"/>
                </a:cubicBezTo>
                <a:lnTo>
                  <a:pt x="120361" y="305851"/>
                </a:lnTo>
                <a:lnTo>
                  <a:pt x="298037" y="418570"/>
                </a:lnTo>
                <a:cubicBezTo>
                  <a:pt x="299947" y="420480"/>
                  <a:pt x="303768" y="420480"/>
                  <a:pt x="307589" y="420480"/>
                </a:cubicBezTo>
                <a:cubicBezTo>
                  <a:pt x="311410" y="420480"/>
                  <a:pt x="313321" y="420480"/>
                  <a:pt x="317142" y="418570"/>
                </a:cubicBezTo>
                <a:cubicBezTo>
                  <a:pt x="322873" y="414749"/>
                  <a:pt x="324784" y="409017"/>
                  <a:pt x="324784" y="401376"/>
                </a:cubicBezTo>
                <a:lnTo>
                  <a:pt x="324784" y="19277"/>
                </a:lnTo>
                <a:cubicBezTo>
                  <a:pt x="324784" y="11635"/>
                  <a:pt x="320963" y="5904"/>
                  <a:pt x="315231" y="2083"/>
                </a:cubicBezTo>
                <a:cubicBezTo>
                  <a:pt x="307589" y="-1738"/>
                  <a:pt x="299947" y="172"/>
                  <a:pt x="294216" y="3993"/>
                </a:cubicBezTo>
                <a:close/>
                <a:moveTo>
                  <a:pt x="114630" y="286746"/>
                </a:moveTo>
                <a:lnTo>
                  <a:pt x="19105" y="286746"/>
                </a:lnTo>
                <a:lnTo>
                  <a:pt x="19105" y="133907"/>
                </a:lnTo>
                <a:lnTo>
                  <a:pt x="114630" y="133907"/>
                </a:lnTo>
                <a:lnTo>
                  <a:pt x="114630" y="286746"/>
                </a:lnTo>
                <a:close/>
                <a:moveTo>
                  <a:pt x="305679" y="399465"/>
                </a:moveTo>
                <a:lnTo>
                  <a:pt x="133734" y="290567"/>
                </a:lnTo>
                <a:lnTo>
                  <a:pt x="133734" y="128175"/>
                </a:lnTo>
                <a:lnTo>
                  <a:pt x="303768" y="19277"/>
                </a:lnTo>
                <a:lnTo>
                  <a:pt x="305679" y="19277"/>
                </a:lnTo>
                <a:lnTo>
                  <a:pt x="305679" y="39946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9" descr="Microphone wireless icon.">
            <a:extLst>
              <a:ext uri="{FF2B5EF4-FFF2-40B4-BE49-F238E27FC236}">
                <a16:creationId xmlns:a16="http://schemas.microsoft.com/office/drawing/2014/main" id="{A666793D-793E-49E9-861F-27241FB11F40}"/>
              </a:ext>
            </a:extLst>
          </p:cNvPr>
          <p:cNvSpPr>
            <a:spLocks noChangeAspect="1"/>
          </p:cNvSpPr>
          <p:nvPr/>
        </p:nvSpPr>
        <p:spPr>
          <a:xfrm>
            <a:off x="10872628" y="3273568"/>
            <a:ext cx="248363" cy="458517"/>
          </a:xfrm>
          <a:custGeom>
            <a:avLst/>
            <a:gdLst>
              <a:gd name="connsiteX0" fmla="*/ 122343 w 227209"/>
              <a:gd name="connsiteY0" fmla="*/ 314597 h 419463"/>
              <a:gd name="connsiteX1" fmla="*/ 227209 w 227209"/>
              <a:gd name="connsiteY1" fmla="*/ 200993 h 419463"/>
              <a:gd name="connsiteX2" fmla="*/ 209732 w 227209"/>
              <a:gd name="connsiteY2" fmla="*/ 200993 h 419463"/>
              <a:gd name="connsiteX3" fmla="*/ 113605 w 227209"/>
              <a:gd name="connsiteY3" fmla="*/ 297120 h 419463"/>
              <a:gd name="connsiteX4" fmla="*/ 17478 w 227209"/>
              <a:gd name="connsiteY4" fmla="*/ 200993 h 419463"/>
              <a:gd name="connsiteX5" fmla="*/ 0 w 227209"/>
              <a:gd name="connsiteY5" fmla="*/ 200993 h 419463"/>
              <a:gd name="connsiteX6" fmla="*/ 104866 w 227209"/>
              <a:gd name="connsiteY6" fmla="*/ 314597 h 419463"/>
              <a:gd name="connsiteX7" fmla="*/ 104866 w 227209"/>
              <a:gd name="connsiteY7" fmla="*/ 401985 h 419463"/>
              <a:gd name="connsiteX8" fmla="*/ 26216 w 227209"/>
              <a:gd name="connsiteY8" fmla="*/ 401985 h 419463"/>
              <a:gd name="connsiteX9" fmla="*/ 26216 w 227209"/>
              <a:gd name="connsiteY9" fmla="*/ 419463 h 419463"/>
              <a:gd name="connsiteX10" fmla="*/ 200993 w 227209"/>
              <a:gd name="connsiteY10" fmla="*/ 419463 h 419463"/>
              <a:gd name="connsiteX11" fmla="*/ 200993 w 227209"/>
              <a:gd name="connsiteY11" fmla="*/ 401985 h 419463"/>
              <a:gd name="connsiteX12" fmla="*/ 122343 w 227209"/>
              <a:gd name="connsiteY12" fmla="*/ 401985 h 419463"/>
              <a:gd name="connsiteX13" fmla="*/ 122343 w 227209"/>
              <a:gd name="connsiteY13" fmla="*/ 314597 h 419463"/>
              <a:gd name="connsiteX14" fmla="*/ 43694 w 227209"/>
              <a:gd name="connsiteY14" fmla="*/ 209732 h 419463"/>
              <a:gd name="connsiteX15" fmla="*/ 113605 w 227209"/>
              <a:gd name="connsiteY15" fmla="*/ 279642 h 419463"/>
              <a:gd name="connsiteX16" fmla="*/ 183515 w 227209"/>
              <a:gd name="connsiteY16" fmla="*/ 209732 h 419463"/>
              <a:gd name="connsiteX17" fmla="*/ 183515 w 227209"/>
              <a:gd name="connsiteY17" fmla="*/ 148560 h 419463"/>
              <a:gd name="connsiteX18" fmla="*/ 200993 w 227209"/>
              <a:gd name="connsiteY18" fmla="*/ 148560 h 419463"/>
              <a:gd name="connsiteX19" fmla="*/ 200993 w 227209"/>
              <a:gd name="connsiteY19" fmla="*/ 131082 h 419463"/>
              <a:gd name="connsiteX20" fmla="*/ 183515 w 227209"/>
              <a:gd name="connsiteY20" fmla="*/ 131082 h 419463"/>
              <a:gd name="connsiteX21" fmla="*/ 183515 w 227209"/>
              <a:gd name="connsiteY21" fmla="*/ 69911 h 419463"/>
              <a:gd name="connsiteX22" fmla="*/ 113605 w 227209"/>
              <a:gd name="connsiteY22" fmla="*/ 0 h 419463"/>
              <a:gd name="connsiteX23" fmla="*/ 43694 w 227209"/>
              <a:gd name="connsiteY23" fmla="*/ 69911 h 419463"/>
              <a:gd name="connsiteX24" fmla="*/ 43694 w 227209"/>
              <a:gd name="connsiteY24" fmla="*/ 131082 h 419463"/>
              <a:gd name="connsiteX25" fmla="*/ 26216 w 227209"/>
              <a:gd name="connsiteY25" fmla="*/ 131082 h 419463"/>
              <a:gd name="connsiteX26" fmla="*/ 26216 w 227209"/>
              <a:gd name="connsiteY26" fmla="*/ 148560 h 419463"/>
              <a:gd name="connsiteX27" fmla="*/ 43694 w 227209"/>
              <a:gd name="connsiteY27" fmla="*/ 148560 h 419463"/>
              <a:gd name="connsiteX28" fmla="*/ 43694 w 227209"/>
              <a:gd name="connsiteY28" fmla="*/ 209732 h 419463"/>
              <a:gd name="connsiteX29" fmla="*/ 166037 w 227209"/>
              <a:gd name="connsiteY29" fmla="*/ 209732 h 419463"/>
              <a:gd name="connsiteX30" fmla="*/ 113605 w 227209"/>
              <a:gd name="connsiteY30" fmla="*/ 262164 h 419463"/>
              <a:gd name="connsiteX31" fmla="*/ 61172 w 227209"/>
              <a:gd name="connsiteY31" fmla="*/ 209732 h 419463"/>
              <a:gd name="connsiteX32" fmla="*/ 61172 w 227209"/>
              <a:gd name="connsiteY32" fmla="*/ 148560 h 419463"/>
              <a:gd name="connsiteX33" fmla="*/ 166037 w 227209"/>
              <a:gd name="connsiteY33" fmla="*/ 148560 h 419463"/>
              <a:gd name="connsiteX34" fmla="*/ 166037 w 227209"/>
              <a:gd name="connsiteY34" fmla="*/ 209732 h 419463"/>
              <a:gd name="connsiteX35" fmla="*/ 61172 w 227209"/>
              <a:gd name="connsiteY35" fmla="*/ 69911 h 419463"/>
              <a:gd name="connsiteX36" fmla="*/ 113605 w 227209"/>
              <a:gd name="connsiteY36" fmla="*/ 17478 h 419463"/>
              <a:gd name="connsiteX37" fmla="*/ 166037 w 227209"/>
              <a:gd name="connsiteY37" fmla="*/ 69911 h 419463"/>
              <a:gd name="connsiteX38" fmla="*/ 166037 w 227209"/>
              <a:gd name="connsiteY38" fmla="*/ 131082 h 419463"/>
              <a:gd name="connsiteX39" fmla="*/ 61172 w 227209"/>
              <a:gd name="connsiteY39" fmla="*/ 131082 h 419463"/>
              <a:gd name="connsiteX40" fmla="*/ 61172 w 227209"/>
              <a:gd name="connsiteY40" fmla="*/ 69911 h 41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27209" h="419463">
                <a:moveTo>
                  <a:pt x="122343" y="314597"/>
                </a:moveTo>
                <a:cubicBezTo>
                  <a:pt x="181767" y="309354"/>
                  <a:pt x="227209" y="260417"/>
                  <a:pt x="227209" y="200993"/>
                </a:cubicBezTo>
                <a:lnTo>
                  <a:pt x="209732" y="200993"/>
                </a:lnTo>
                <a:cubicBezTo>
                  <a:pt x="209732" y="253426"/>
                  <a:pt x="166037" y="297120"/>
                  <a:pt x="113605" y="297120"/>
                </a:cubicBezTo>
                <a:cubicBezTo>
                  <a:pt x="61172" y="297120"/>
                  <a:pt x="17478" y="253426"/>
                  <a:pt x="17478" y="200993"/>
                </a:cubicBezTo>
                <a:lnTo>
                  <a:pt x="0" y="200993"/>
                </a:lnTo>
                <a:cubicBezTo>
                  <a:pt x="0" y="260417"/>
                  <a:pt x="45442" y="309354"/>
                  <a:pt x="104866" y="314597"/>
                </a:cubicBezTo>
                <a:lnTo>
                  <a:pt x="104866" y="401985"/>
                </a:lnTo>
                <a:lnTo>
                  <a:pt x="26216" y="401985"/>
                </a:lnTo>
                <a:lnTo>
                  <a:pt x="26216" y="419463"/>
                </a:lnTo>
                <a:lnTo>
                  <a:pt x="200993" y="419463"/>
                </a:lnTo>
                <a:lnTo>
                  <a:pt x="200993" y="401985"/>
                </a:lnTo>
                <a:lnTo>
                  <a:pt x="122343" y="401985"/>
                </a:lnTo>
                <a:lnTo>
                  <a:pt x="122343" y="314597"/>
                </a:lnTo>
                <a:close/>
                <a:moveTo>
                  <a:pt x="43694" y="209732"/>
                </a:moveTo>
                <a:cubicBezTo>
                  <a:pt x="43694" y="248182"/>
                  <a:pt x="75154" y="279642"/>
                  <a:pt x="113605" y="279642"/>
                </a:cubicBezTo>
                <a:cubicBezTo>
                  <a:pt x="152055" y="279642"/>
                  <a:pt x="183515" y="248182"/>
                  <a:pt x="183515" y="209732"/>
                </a:cubicBezTo>
                <a:lnTo>
                  <a:pt x="183515" y="148560"/>
                </a:lnTo>
                <a:lnTo>
                  <a:pt x="200993" y="148560"/>
                </a:lnTo>
                <a:lnTo>
                  <a:pt x="200993" y="131082"/>
                </a:lnTo>
                <a:lnTo>
                  <a:pt x="183515" y="131082"/>
                </a:lnTo>
                <a:lnTo>
                  <a:pt x="183515" y="69911"/>
                </a:lnTo>
                <a:cubicBezTo>
                  <a:pt x="183515" y="31460"/>
                  <a:pt x="152055" y="0"/>
                  <a:pt x="113605" y="0"/>
                </a:cubicBezTo>
                <a:cubicBezTo>
                  <a:pt x="75154" y="0"/>
                  <a:pt x="43694" y="31460"/>
                  <a:pt x="43694" y="69911"/>
                </a:cubicBezTo>
                <a:lnTo>
                  <a:pt x="43694" y="131082"/>
                </a:lnTo>
                <a:lnTo>
                  <a:pt x="26216" y="131082"/>
                </a:lnTo>
                <a:lnTo>
                  <a:pt x="26216" y="148560"/>
                </a:lnTo>
                <a:lnTo>
                  <a:pt x="43694" y="148560"/>
                </a:lnTo>
                <a:lnTo>
                  <a:pt x="43694" y="209732"/>
                </a:lnTo>
                <a:close/>
                <a:moveTo>
                  <a:pt x="166037" y="209732"/>
                </a:moveTo>
                <a:cubicBezTo>
                  <a:pt x="166037" y="239443"/>
                  <a:pt x="143317" y="262164"/>
                  <a:pt x="113605" y="262164"/>
                </a:cubicBezTo>
                <a:cubicBezTo>
                  <a:pt x="83893" y="262164"/>
                  <a:pt x="61172" y="239443"/>
                  <a:pt x="61172" y="209732"/>
                </a:cubicBezTo>
                <a:lnTo>
                  <a:pt x="61172" y="148560"/>
                </a:lnTo>
                <a:lnTo>
                  <a:pt x="166037" y="148560"/>
                </a:lnTo>
                <a:lnTo>
                  <a:pt x="166037" y="209732"/>
                </a:lnTo>
                <a:close/>
                <a:moveTo>
                  <a:pt x="61172" y="69911"/>
                </a:moveTo>
                <a:cubicBezTo>
                  <a:pt x="61172" y="40199"/>
                  <a:pt x="83893" y="17478"/>
                  <a:pt x="113605" y="17478"/>
                </a:cubicBezTo>
                <a:cubicBezTo>
                  <a:pt x="143317" y="17478"/>
                  <a:pt x="166037" y="40199"/>
                  <a:pt x="166037" y="69911"/>
                </a:cubicBezTo>
                <a:lnTo>
                  <a:pt x="166037" y="131082"/>
                </a:lnTo>
                <a:lnTo>
                  <a:pt x="61172" y="131082"/>
                </a:lnTo>
                <a:lnTo>
                  <a:pt x="61172" y="69911"/>
                </a:lnTo>
                <a:close/>
              </a:path>
            </a:pathLst>
          </a:custGeom>
          <a:solidFill>
            <a:srgbClr val="0B315E"/>
          </a:solidFill>
          <a:ln w="174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5" descr="Press release icon.">
            <a:extLst>
              <a:ext uri="{FF2B5EF4-FFF2-40B4-BE49-F238E27FC236}">
                <a16:creationId xmlns:a16="http://schemas.microsoft.com/office/drawing/2014/main" id="{54B58F77-0740-41B6-BE4F-C5468D834D38}"/>
              </a:ext>
            </a:extLst>
          </p:cNvPr>
          <p:cNvSpPr>
            <a:spLocks noChangeAspect="1"/>
          </p:cNvSpPr>
          <p:nvPr/>
        </p:nvSpPr>
        <p:spPr>
          <a:xfrm>
            <a:off x="1008710" y="4201776"/>
            <a:ext cx="343888" cy="454697"/>
          </a:xfrm>
          <a:custGeom>
            <a:avLst/>
            <a:gdLst>
              <a:gd name="connsiteX0" fmla="*/ 19105 w 343888"/>
              <a:gd name="connsiteY0" fmla="*/ 120361 h 454697"/>
              <a:gd name="connsiteX1" fmla="*/ 63046 w 343888"/>
              <a:gd name="connsiteY1" fmla="*/ 11463 h 454697"/>
              <a:gd name="connsiteX2" fmla="*/ 49673 w 343888"/>
              <a:gd name="connsiteY2" fmla="*/ 0 h 454697"/>
              <a:gd name="connsiteX3" fmla="*/ 0 w 343888"/>
              <a:gd name="connsiteY3" fmla="*/ 120361 h 454697"/>
              <a:gd name="connsiteX4" fmla="*/ 49673 w 343888"/>
              <a:gd name="connsiteY4" fmla="*/ 242632 h 454697"/>
              <a:gd name="connsiteX5" fmla="*/ 63046 w 343888"/>
              <a:gd name="connsiteY5" fmla="*/ 229259 h 454697"/>
              <a:gd name="connsiteX6" fmla="*/ 19105 w 343888"/>
              <a:gd name="connsiteY6" fmla="*/ 120361 h 454697"/>
              <a:gd name="connsiteX7" fmla="*/ 294216 w 343888"/>
              <a:gd name="connsiteY7" fmla="*/ 0 h 454697"/>
              <a:gd name="connsiteX8" fmla="*/ 280842 w 343888"/>
              <a:gd name="connsiteY8" fmla="*/ 13373 h 454697"/>
              <a:gd name="connsiteX9" fmla="*/ 280842 w 343888"/>
              <a:gd name="connsiteY9" fmla="*/ 229259 h 454697"/>
              <a:gd name="connsiteX10" fmla="*/ 294216 w 343888"/>
              <a:gd name="connsiteY10" fmla="*/ 242632 h 454697"/>
              <a:gd name="connsiteX11" fmla="*/ 343889 w 343888"/>
              <a:gd name="connsiteY11" fmla="*/ 120361 h 454697"/>
              <a:gd name="connsiteX12" fmla="*/ 294216 w 343888"/>
              <a:gd name="connsiteY12" fmla="*/ 0 h 454697"/>
              <a:gd name="connsiteX13" fmla="*/ 91704 w 343888"/>
              <a:gd name="connsiteY13" fmla="*/ 200602 h 454697"/>
              <a:gd name="connsiteX14" fmla="*/ 105077 w 343888"/>
              <a:gd name="connsiteY14" fmla="*/ 187228 h 454697"/>
              <a:gd name="connsiteX15" fmla="*/ 105077 w 343888"/>
              <a:gd name="connsiteY15" fmla="*/ 55404 h 454697"/>
              <a:gd name="connsiteX16" fmla="*/ 106988 w 343888"/>
              <a:gd name="connsiteY16" fmla="*/ 53494 h 454697"/>
              <a:gd name="connsiteX17" fmla="*/ 91704 w 343888"/>
              <a:gd name="connsiteY17" fmla="*/ 40120 h 454697"/>
              <a:gd name="connsiteX18" fmla="*/ 91704 w 343888"/>
              <a:gd name="connsiteY18" fmla="*/ 200602 h 454697"/>
              <a:gd name="connsiteX19" fmla="*/ 91704 w 343888"/>
              <a:gd name="connsiteY19" fmla="*/ 200602 h 454697"/>
              <a:gd name="connsiteX20" fmla="*/ 238811 w 343888"/>
              <a:gd name="connsiteY20" fmla="*/ 187228 h 454697"/>
              <a:gd name="connsiteX21" fmla="*/ 252185 w 343888"/>
              <a:gd name="connsiteY21" fmla="*/ 200602 h 454697"/>
              <a:gd name="connsiteX22" fmla="*/ 252185 w 343888"/>
              <a:gd name="connsiteY22" fmla="*/ 40120 h 454697"/>
              <a:gd name="connsiteX23" fmla="*/ 238811 w 343888"/>
              <a:gd name="connsiteY23" fmla="*/ 53494 h 454697"/>
              <a:gd name="connsiteX24" fmla="*/ 238811 w 343888"/>
              <a:gd name="connsiteY24" fmla="*/ 187228 h 454697"/>
              <a:gd name="connsiteX25" fmla="*/ 238811 w 343888"/>
              <a:gd name="connsiteY25" fmla="*/ 187228 h 454697"/>
              <a:gd name="connsiteX26" fmla="*/ 212065 w 343888"/>
              <a:gd name="connsiteY26" fmla="*/ 112719 h 454697"/>
              <a:gd name="connsiteX27" fmla="*/ 171944 w 343888"/>
              <a:gd name="connsiteY27" fmla="*/ 72599 h 454697"/>
              <a:gd name="connsiteX28" fmla="*/ 131824 w 343888"/>
              <a:gd name="connsiteY28" fmla="*/ 112719 h 454697"/>
              <a:gd name="connsiteX29" fmla="*/ 143287 w 343888"/>
              <a:gd name="connsiteY29" fmla="*/ 141376 h 454697"/>
              <a:gd name="connsiteX30" fmla="*/ 55404 w 343888"/>
              <a:gd name="connsiteY30" fmla="*/ 454697 h 454697"/>
              <a:gd name="connsiteX31" fmla="*/ 76420 w 343888"/>
              <a:gd name="connsiteY31" fmla="*/ 454697 h 454697"/>
              <a:gd name="connsiteX32" fmla="*/ 80241 w 343888"/>
              <a:gd name="connsiteY32" fmla="*/ 439413 h 454697"/>
              <a:gd name="connsiteX33" fmla="*/ 171944 w 343888"/>
              <a:gd name="connsiteY33" fmla="*/ 380188 h 454697"/>
              <a:gd name="connsiteX34" fmla="*/ 263648 w 343888"/>
              <a:gd name="connsiteY34" fmla="*/ 439413 h 454697"/>
              <a:gd name="connsiteX35" fmla="*/ 267469 w 343888"/>
              <a:gd name="connsiteY35" fmla="*/ 454697 h 454697"/>
              <a:gd name="connsiteX36" fmla="*/ 286574 w 343888"/>
              <a:gd name="connsiteY36" fmla="*/ 454697 h 454697"/>
              <a:gd name="connsiteX37" fmla="*/ 198691 w 343888"/>
              <a:gd name="connsiteY37" fmla="*/ 139466 h 454697"/>
              <a:gd name="connsiteX38" fmla="*/ 212065 w 343888"/>
              <a:gd name="connsiteY38" fmla="*/ 112719 h 454697"/>
              <a:gd name="connsiteX39" fmla="*/ 171944 w 343888"/>
              <a:gd name="connsiteY39" fmla="*/ 91704 h 454697"/>
              <a:gd name="connsiteX40" fmla="*/ 192960 w 343888"/>
              <a:gd name="connsiteY40" fmla="*/ 112719 h 454697"/>
              <a:gd name="connsiteX41" fmla="*/ 171944 w 343888"/>
              <a:gd name="connsiteY41" fmla="*/ 131824 h 454697"/>
              <a:gd name="connsiteX42" fmla="*/ 150929 w 343888"/>
              <a:gd name="connsiteY42" fmla="*/ 110809 h 454697"/>
              <a:gd name="connsiteX43" fmla="*/ 150929 w 343888"/>
              <a:gd name="connsiteY43" fmla="*/ 110809 h 454697"/>
              <a:gd name="connsiteX44" fmla="*/ 171944 w 343888"/>
              <a:gd name="connsiteY44" fmla="*/ 91704 h 454697"/>
              <a:gd name="connsiteX45" fmla="*/ 87883 w 343888"/>
              <a:gd name="connsiteY45" fmla="*/ 412666 h 454697"/>
              <a:gd name="connsiteX46" fmla="*/ 106988 w 343888"/>
              <a:gd name="connsiteY46" fmla="*/ 340068 h 454697"/>
              <a:gd name="connsiteX47" fmla="*/ 152839 w 343888"/>
              <a:gd name="connsiteY47" fmla="*/ 370635 h 454697"/>
              <a:gd name="connsiteX48" fmla="*/ 87883 w 343888"/>
              <a:gd name="connsiteY48" fmla="*/ 412666 h 454697"/>
              <a:gd name="connsiteX49" fmla="*/ 256006 w 343888"/>
              <a:gd name="connsiteY49" fmla="*/ 412666 h 454697"/>
              <a:gd name="connsiteX50" fmla="*/ 189139 w 343888"/>
              <a:gd name="connsiteY50" fmla="*/ 370635 h 454697"/>
              <a:gd name="connsiteX51" fmla="*/ 234990 w 343888"/>
              <a:gd name="connsiteY51" fmla="*/ 340068 h 454697"/>
              <a:gd name="connsiteX52" fmla="*/ 256006 w 343888"/>
              <a:gd name="connsiteY52" fmla="*/ 412666 h 454697"/>
              <a:gd name="connsiteX53" fmla="*/ 231170 w 343888"/>
              <a:gd name="connsiteY53" fmla="*/ 320963 h 454697"/>
              <a:gd name="connsiteX54" fmla="*/ 171944 w 343888"/>
              <a:gd name="connsiteY54" fmla="*/ 359172 h 454697"/>
              <a:gd name="connsiteX55" fmla="*/ 112719 w 343888"/>
              <a:gd name="connsiteY55" fmla="*/ 320963 h 454697"/>
              <a:gd name="connsiteX56" fmla="*/ 128003 w 343888"/>
              <a:gd name="connsiteY56" fmla="*/ 263648 h 454697"/>
              <a:gd name="connsiteX57" fmla="*/ 213975 w 343888"/>
              <a:gd name="connsiteY57" fmla="*/ 263648 h 454697"/>
              <a:gd name="connsiteX58" fmla="*/ 231170 w 343888"/>
              <a:gd name="connsiteY58" fmla="*/ 320963 h 454697"/>
              <a:gd name="connsiteX59" fmla="*/ 208244 w 343888"/>
              <a:gd name="connsiteY59" fmla="*/ 244543 h 454697"/>
              <a:gd name="connsiteX60" fmla="*/ 133734 w 343888"/>
              <a:gd name="connsiteY60" fmla="*/ 244543 h 454697"/>
              <a:gd name="connsiteX61" fmla="*/ 160481 w 343888"/>
              <a:gd name="connsiteY61" fmla="*/ 150929 h 454697"/>
              <a:gd name="connsiteX62" fmla="*/ 181497 w 343888"/>
              <a:gd name="connsiteY62" fmla="*/ 150929 h 454697"/>
              <a:gd name="connsiteX63" fmla="*/ 208244 w 343888"/>
              <a:gd name="connsiteY63" fmla="*/ 244543 h 45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43888" h="454697">
                <a:moveTo>
                  <a:pt x="19105" y="120361"/>
                </a:moveTo>
                <a:cubicBezTo>
                  <a:pt x="19105" y="80241"/>
                  <a:pt x="34389" y="40120"/>
                  <a:pt x="63046" y="11463"/>
                </a:cubicBezTo>
                <a:lnTo>
                  <a:pt x="49673" y="0"/>
                </a:lnTo>
                <a:cubicBezTo>
                  <a:pt x="17194" y="30568"/>
                  <a:pt x="0" y="74509"/>
                  <a:pt x="0" y="120361"/>
                </a:cubicBezTo>
                <a:cubicBezTo>
                  <a:pt x="0" y="166213"/>
                  <a:pt x="17194" y="210154"/>
                  <a:pt x="49673" y="242632"/>
                </a:cubicBezTo>
                <a:lnTo>
                  <a:pt x="63046" y="229259"/>
                </a:lnTo>
                <a:cubicBezTo>
                  <a:pt x="34389" y="198691"/>
                  <a:pt x="19105" y="160481"/>
                  <a:pt x="19105" y="120361"/>
                </a:cubicBezTo>
                <a:close/>
                <a:moveTo>
                  <a:pt x="294216" y="0"/>
                </a:moveTo>
                <a:lnTo>
                  <a:pt x="280842" y="13373"/>
                </a:lnTo>
                <a:cubicBezTo>
                  <a:pt x="340068" y="72599"/>
                  <a:pt x="340068" y="170034"/>
                  <a:pt x="280842" y="229259"/>
                </a:cubicBezTo>
                <a:lnTo>
                  <a:pt x="294216" y="242632"/>
                </a:lnTo>
                <a:cubicBezTo>
                  <a:pt x="326694" y="210154"/>
                  <a:pt x="343889" y="166213"/>
                  <a:pt x="343889" y="120361"/>
                </a:cubicBezTo>
                <a:cubicBezTo>
                  <a:pt x="343889" y="74509"/>
                  <a:pt x="326694" y="30568"/>
                  <a:pt x="294216" y="0"/>
                </a:cubicBezTo>
                <a:close/>
                <a:moveTo>
                  <a:pt x="91704" y="200602"/>
                </a:moveTo>
                <a:lnTo>
                  <a:pt x="105077" y="187228"/>
                </a:lnTo>
                <a:cubicBezTo>
                  <a:pt x="68778" y="150929"/>
                  <a:pt x="66867" y="91704"/>
                  <a:pt x="105077" y="55404"/>
                </a:cubicBezTo>
                <a:cubicBezTo>
                  <a:pt x="105077" y="55404"/>
                  <a:pt x="105077" y="55404"/>
                  <a:pt x="106988" y="53494"/>
                </a:cubicBezTo>
                <a:lnTo>
                  <a:pt x="91704" y="40120"/>
                </a:lnTo>
                <a:cubicBezTo>
                  <a:pt x="47762" y="84062"/>
                  <a:pt x="47762" y="154750"/>
                  <a:pt x="91704" y="200602"/>
                </a:cubicBezTo>
                <a:lnTo>
                  <a:pt x="91704" y="200602"/>
                </a:lnTo>
                <a:close/>
                <a:moveTo>
                  <a:pt x="238811" y="187228"/>
                </a:moveTo>
                <a:lnTo>
                  <a:pt x="252185" y="200602"/>
                </a:lnTo>
                <a:cubicBezTo>
                  <a:pt x="296126" y="156660"/>
                  <a:pt x="296126" y="85972"/>
                  <a:pt x="252185" y="40120"/>
                </a:cubicBezTo>
                <a:lnTo>
                  <a:pt x="238811" y="53494"/>
                </a:lnTo>
                <a:cubicBezTo>
                  <a:pt x="275111" y="89793"/>
                  <a:pt x="275111" y="149018"/>
                  <a:pt x="238811" y="187228"/>
                </a:cubicBezTo>
                <a:lnTo>
                  <a:pt x="238811" y="187228"/>
                </a:lnTo>
                <a:close/>
                <a:moveTo>
                  <a:pt x="212065" y="112719"/>
                </a:moveTo>
                <a:cubicBezTo>
                  <a:pt x="212065" y="89793"/>
                  <a:pt x="194870" y="72599"/>
                  <a:pt x="171944" y="72599"/>
                </a:cubicBezTo>
                <a:cubicBezTo>
                  <a:pt x="149018" y="72599"/>
                  <a:pt x="131824" y="89793"/>
                  <a:pt x="131824" y="112719"/>
                </a:cubicBezTo>
                <a:cubicBezTo>
                  <a:pt x="131824" y="124182"/>
                  <a:pt x="135645" y="133734"/>
                  <a:pt x="143287" y="141376"/>
                </a:cubicBezTo>
                <a:lnTo>
                  <a:pt x="55404" y="454697"/>
                </a:lnTo>
                <a:lnTo>
                  <a:pt x="76420" y="454697"/>
                </a:lnTo>
                <a:lnTo>
                  <a:pt x="80241" y="439413"/>
                </a:lnTo>
                <a:lnTo>
                  <a:pt x="171944" y="380188"/>
                </a:lnTo>
                <a:lnTo>
                  <a:pt x="263648" y="439413"/>
                </a:lnTo>
                <a:lnTo>
                  <a:pt x="267469" y="454697"/>
                </a:lnTo>
                <a:lnTo>
                  <a:pt x="286574" y="454697"/>
                </a:lnTo>
                <a:lnTo>
                  <a:pt x="198691" y="139466"/>
                </a:lnTo>
                <a:cubicBezTo>
                  <a:pt x="206333" y="133734"/>
                  <a:pt x="212065" y="122271"/>
                  <a:pt x="212065" y="112719"/>
                </a:cubicBezTo>
                <a:close/>
                <a:moveTo>
                  <a:pt x="171944" y="91704"/>
                </a:moveTo>
                <a:cubicBezTo>
                  <a:pt x="183407" y="91704"/>
                  <a:pt x="192960" y="101256"/>
                  <a:pt x="192960" y="112719"/>
                </a:cubicBezTo>
                <a:cubicBezTo>
                  <a:pt x="192960" y="124182"/>
                  <a:pt x="183407" y="131824"/>
                  <a:pt x="171944" y="131824"/>
                </a:cubicBezTo>
                <a:cubicBezTo>
                  <a:pt x="160481" y="131824"/>
                  <a:pt x="150929" y="122271"/>
                  <a:pt x="150929" y="110809"/>
                </a:cubicBezTo>
                <a:lnTo>
                  <a:pt x="150929" y="110809"/>
                </a:lnTo>
                <a:cubicBezTo>
                  <a:pt x="150929" y="101256"/>
                  <a:pt x="160481" y="91704"/>
                  <a:pt x="171944" y="91704"/>
                </a:cubicBezTo>
                <a:close/>
                <a:moveTo>
                  <a:pt x="87883" y="412666"/>
                </a:moveTo>
                <a:lnTo>
                  <a:pt x="106988" y="340068"/>
                </a:lnTo>
                <a:lnTo>
                  <a:pt x="152839" y="370635"/>
                </a:lnTo>
                <a:lnTo>
                  <a:pt x="87883" y="412666"/>
                </a:lnTo>
                <a:close/>
                <a:moveTo>
                  <a:pt x="256006" y="412666"/>
                </a:moveTo>
                <a:lnTo>
                  <a:pt x="189139" y="370635"/>
                </a:lnTo>
                <a:lnTo>
                  <a:pt x="234990" y="340068"/>
                </a:lnTo>
                <a:lnTo>
                  <a:pt x="256006" y="412666"/>
                </a:lnTo>
                <a:close/>
                <a:moveTo>
                  <a:pt x="231170" y="320963"/>
                </a:moveTo>
                <a:lnTo>
                  <a:pt x="171944" y="359172"/>
                </a:lnTo>
                <a:lnTo>
                  <a:pt x="112719" y="320963"/>
                </a:lnTo>
                <a:lnTo>
                  <a:pt x="128003" y="263648"/>
                </a:lnTo>
                <a:lnTo>
                  <a:pt x="213975" y="263648"/>
                </a:lnTo>
                <a:lnTo>
                  <a:pt x="231170" y="320963"/>
                </a:lnTo>
                <a:close/>
                <a:moveTo>
                  <a:pt x="208244" y="244543"/>
                </a:moveTo>
                <a:lnTo>
                  <a:pt x="133734" y="244543"/>
                </a:lnTo>
                <a:lnTo>
                  <a:pt x="160481" y="150929"/>
                </a:lnTo>
                <a:cubicBezTo>
                  <a:pt x="168123" y="152839"/>
                  <a:pt x="173855" y="152839"/>
                  <a:pt x="181497" y="150929"/>
                </a:cubicBezTo>
                <a:lnTo>
                  <a:pt x="208244" y="24454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66" descr="Wi-fi icon.">
            <a:extLst>
              <a:ext uri="{FF2B5EF4-FFF2-40B4-BE49-F238E27FC236}">
                <a16:creationId xmlns:a16="http://schemas.microsoft.com/office/drawing/2014/main" id="{046B2899-968A-41EC-89F5-49A99A4153F4}"/>
              </a:ext>
            </a:extLst>
          </p:cNvPr>
          <p:cNvSpPr>
            <a:spLocks noChangeAspect="1"/>
          </p:cNvSpPr>
          <p:nvPr/>
        </p:nvSpPr>
        <p:spPr>
          <a:xfrm>
            <a:off x="2194233" y="4312585"/>
            <a:ext cx="431771" cy="343888"/>
          </a:xfrm>
          <a:custGeom>
            <a:avLst/>
            <a:gdLst>
              <a:gd name="connsiteX0" fmla="*/ 215886 w 431771"/>
              <a:gd name="connsiteY0" fmla="*/ 0 h 343888"/>
              <a:gd name="connsiteX1" fmla="*/ 0 w 431771"/>
              <a:gd name="connsiteY1" fmla="*/ 68778 h 343888"/>
              <a:gd name="connsiteX2" fmla="*/ 11463 w 431771"/>
              <a:gd name="connsiteY2" fmla="*/ 84062 h 343888"/>
              <a:gd name="connsiteX3" fmla="*/ 215886 w 431771"/>
              <a:gd name="connsiteY3" fmla="*/ 19105 h 343888"/>
              <a:gd name="connsiteX4" fmla="*/ 420308 w 431771"/>
              <a:gd name="connsiteY4" fmla="*/ 84062 h 343888"/>
              <a:gd name="connsiteX5" fmla="*/ 431771 w 431771"/>
              <a:gd name="connsiteY5" fmla="*/ 68778 h 343888"/>
              <a:gd name="connsiteX6" fmla="*/ 215886 w 431771"/>
              <a:gd name="connsiteY6" fmla="*/ 0 h 343888"/>
              <a:gd name="connsiteX7" fmla="*/ 89793 w 431771"/>
              <a:gd name="connsiteY7" fmla="*/ 219707 h 343888"/>
              <a:gd name="connsiteX8" fmla="*/ 101256 w 431771"/>
              <a:gd name="connsiteY8" fmla="*/ 234990 h 343888"/>
              <a:gd name="connsiteX9" fmla="*/ 330515 w 431771"/>
              <a:gd name="connsiteY9" fmla="*/ 234990 h 343888"/>
              <a:gd name="connsiteX10" fmla="*/ 343889 w 431771"/>
              <a:gd name="connsiteY10" fmla="*/ 219707 h 343888"/>
              <a:gd name="connsiteX11" fmla="*/ 89793 w 431771"/>
              <a:gd name="connsiteY11" fmla="*/ 219707 h 343888"/>
              <a:gd name="connsiteX12" fmla="*/ 89793 w 431771"/>
              <a:gd name="connsiteY12" fmla="*/ 219707 h 343888"/>
              <a:gd name="connsiteX13" fmla="*/ 43941 w 431771"/>
              <a:gd name="connsiteY13" fmla="*/ 143287 h 343888"/>
              <a:gd name="connsiteX14" fmla="*/ 55404 w 431771"/>
              <a:gd name="connsiteY14" fmla="*/ 158571 h 343888"/>
              <a:gd name="connsiteX15" fmla="*/ 215886 w 431771"/>
              <a:gd name="connsiteY15" fmla="*/ 105077 h 343888"/>
              <a:gd name="connsiteX16" fmla="*/ 376367 w 431771"/>
              <a:gd name="connsiteY16" fmla="*/ 158571 h 343888"/>
              <a:gd name="connsiteX17" fmla="*/ 387830 w 431771"/>
              <a:gd name="connsiteY17" fmla="*/ 143287 h 343888"/>
              <a:gd name="connsiteX18" fmla="*/ 215886 w 431771"/>
              <a:gd name="connsiteY18" fmla="*/ 85972 h 343888"/>
              <a:gd name="connsiteX19" fmla="*/ 43941 w 431771"/>
              <a:gd name="connsiteY19" fmla="*/ 143287 h 343888"/>
              <a:gd name="connsiteX20" fmla="*/ 215886 w 431771"/>
              <a:gd name="connsiteY20" fmla="*/ 248364 h 343888"/>
              <a:gd name="connsiteX21" fmla="*/ 168123 w 431771"/>
              <a:gd name="connsiteY21" fmla="*/ 296126 h 343888"/>
              <a:gd name="connsiteX22" fmla="*/ 215886 w 431771"/>
              <a:gd name="connsiteY22" fmla="*/ 343889 h 343888"/>
              <a:gd name="connsiteX23" fmla="*/ 263648 w 431771"/>
              <a:gd name="connsiteY23" fmla="*/ 296126 h 343888"/>
              <a:gd name="connsiteX24" fmla="*/ 215886 w 431771"/>
              <a:gd name="connsiteY24" fmla="*/ 248364 h 343888"/>
              <a:gd name="connsiteX25" fmla="*/ 215886 w 431771"/>
              <a:gd name="connsiteY25" fmla="*/ 324784 h 343888"/>
              <a:gd name="connsiteX26" fmla="*/ 187228 w 431771"/>
              <a:gd name="connsiteY26" fmla="*/ 296126 h 343888"/>
              <a:gd name="connsiteX27" fmla="*/ 215886 w 431771"/>
              <a:gd name="connsiteY27" fmla="*/ 267469 h 343888"/>
              <a:gd name="connsiteX28" fmla="*/ 244543 w 431771"/>
              <a:gd name="connsiteY28" fmla="*/ 296126 h 343888"/>
              <a:gd name="connsiteX29" fmla="*/ 215886 w 431771"/>
              <a:gd name="connsiteY29" fmla="*/ 32478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31771" h="343888">
                <a:moveTo>
                  <a:pt x="215886" y="0"/>
                </a:moveTo>
                <a:cubicBezTo>
                  <a:pt x="139466" y="0"/>
                  <a:pt x="63046" y="22926"/>
                  <a:pt x="0" y="68778"/>
                </a:cubicBezTo>
                <a:lnTo>
                  <a:pt x="11463" y="84062"/>
                </a:lnTo>
                <a:cubicBezTo>
                  <a:pt x="70688" y="42031"/>
                  <a:pt x="143287" y="19105"/>
                  <a:pt x="215886" y="19105"/>
                </a:cubicBezTo>
                <a:cubicBezTo>
                  <a:pt x="288484" y="19105"/>
                  <a:pt x="361083" y="42031"/>
                  <a:pt x="420308" y="84062"/>
                </a:cubicBezTo>
                <a:lnTo>
                  <a:pt x="431771" y="68778"/>
                </a:lnTo>
                <a:cubicBezTo>
                  <a:pt x="368725" y="22926"/>
                  <a:pt x="292305" y="0"/>
                  <a:pt x="215886" y="0"/>
                </a:cubicBezTo>
                <a:close/>
                <a:moveTo>
                  <a:pt x="89793" y="219707"/>
                </a:moveTo>
                <a:lnTo>
                  <a:pt x="101256" y="234990"/>
                </a:lnTo>
                <a:cubicBezTo>
                  <a:pt x="166213" y="177676"/>
                  <a:pt x="265558" y="177676"/>
                  <a:pt x="330515" y="234990"/>
                </a:cubicBezTo>
                <a:lnTo>
                  <a:pt x="343889" y="219707"/>
                </a:lnTo>
                <a:cubicBezTo>
                  <a:pt x="271290" y="156660"/>
                  <a:pt x="162392" y="156660"/>
                  <a:pt x="89793" y="219707"/>
                </a:cubicBezTo>
                <a:lnTo>
                  <a:pt x="89793" y="219707"/>
                </a:lnTo>
                <a:close/>
                <a:moveTo>
                  <a:pt x="43941" y="143287"/>
                </a:moveTo>
                <a:lnTo>
                  <a:pt x="55404" y="158571"/>
                </a:lnTo>
                <a:cubicBezTo>
                  <a:pt x="101256" y="124182"/>
                  <a:pt x="158571" y="105077"/>
                  <a:pt x="215886" y="105077"/>
                </a:cubicBezTo>
                <a:cubicBezTo>
                  <a:pt x="273200" y="105077"/>
                  <a:pt x="330515" y="124182"/>
                  <a:pt x="376367" y="158571"/>
                </a:cubicBezTo>
                <a:lnTo>
                  <a:pt x="387830" y="143287"/>
                </a:lnTo>
                <a:cubicBezTo>
                  <a:pt x="338157" y="105077"/>
                  <a:pt x="277021" y="85972"/>
                  <a:pt x="215886" y="85972"/>
                </a:cubicBezTo>
                <a:cubicBezTo>
                  <a:pt x="152839" y="85972"/>
                  <a:pt x="93614" y="106988"/>
                  <a:pt x="43941" y="143287"/>
                </a:cubicBezTo>
                <a:close/>
                <a:moveTo>
                  <a:pt x="215886" y="248364"/>
                </a:moveTo>
                <a:cubicBezTo>
                  <a:pt x="189139" y="248364"/>
                  <a:pt x="168123" y="269379"/>
                  <a:pt x="168123" y="296126"/>
                </a:cubicBezTo>
                <a:cubicBezTo>
                  <a:pt x="168123" y="322873"/>
                  <a:pt x="189139" y="343889"/>
                  <a:pt x="215886" y="343889"/>
                </a:cubicBezTo>
                <a:cubicBezTo>
                  <a:pt x="242632" y="343889"/>
                  <a:pt x="263648" y="322873"/>
                  <a:pt x="263648" y="296126"/>
                </a:cubicBezTo>
                <a:cubicBezTo>
                  <a:pt x="263648" y="269379"/>
                  <a:pt x="242632" y="248364"/>
                  <a:pt x="215886" y="248364"/>
                </a:cubicBezTo>
                <a:close/>
                <a:moveTo>
                  <a:pt x="215886" y="324784"/>
                </a:moveTo>
                <a:cubicBezTo>
                  <a:pt x="200602" y="324784"/>
                  <a:pt x="187228" y="311410"/>
                  <a:pt x="187228" y="296126"/>
                </a:cubicBezTo>
                <a:cubicBezTo>
                  <a:pt x="187228" y="280842"/>
                  <a:pt x="200602" y="267469"/>
                  <a:pt x="215886" y="267469"/>
                </a:cubicBezTo>
                <a:cubicBezTo>
                  <a:pt x="231170" y="267469"/>
                  <a:pt x="244543" y="280842"/>
                  <a:pt x="244543" y="296126"/>
                </a:cubicBezTo>
                <a:cubicBezTo>
                  <a:pt x="244543" y="311410"/>
                  <a:pt x="231170" y="324784"/>
                  <a:pt x="215886" y="32478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6" descr="Scan Rx prescription icon.">
            <a:extLst>
              <a:ext uri="{FF2B5EF4-FFF2-40B4-BE49-F238E27FC236}">
                <a16:creationId xmlns:a16="http://schemas.microsoft.com/office/drawing/2014/main" id="{A113F879-8B7F-46B3-9C1F-4B560233FDE8}"/>
              </a:ext>
            </a:extLst>
          </p:cNvPr>
          <p:cNvSpPr>
            <a:spLocks noChangeAspect="1"/>
          </p:cNvSpPr>
          <p:nvPr/>
        </p:nvSpPr>
        <p:spPr>
          <a:xfrm>
            <a:off x="3441993" y="4220921"/>
            <a:ext cx="382098" cy="458518"/>
          </a:xfrm>
          <a:custGeom>
            <a:avLst/>
            <a:gdLst>
              <a:gd name="connsiteX0" fmla="*/ 175765 w 382098"/>
              <a:gd name="connsiteY0" fmla="*/ 124182 h 458518"/>
              <a:gd name="connsiteX1" fmla="*/ 150929 w 382098"/>
              <a:gd name="connsiteY1" fmla="*/ 124182 h 458518"/>
              <a:gd name="connsiteX2" fmla="*/ 133734 w 382098"/>
              <a:gd name="connsiteY2" fmla="*/ 147108 h 458518"/>
              <a:gd name="connsiteX3" fmla="*/ 105077 w 382098"/>
              <a:gd name="connsiteY3" fmla="*/ 112719 h 458518"/>
              <a:gd name="connsiteX4" fmla="*/ 124182 w 382098"/>
              <a:gd name="connsiteY4" fmla="*/ 85972 h 458518"/>
              <a:gd name="connsiteX5" fmla="*/ 124182 w 382098"/>
              <a:gd name="connsiteY5" fmla="*/ 66867 h 458518"/>
              <a:gd name="connsiteX6" fmla="*/ 116540 w 382098"/>
              <a:gd name="connsiteY6" fmla="*/ 45852 h 458518"/>
              <a:gd name="connsiteX7" fmla="*/ 95525 w 382098"/>
              <a:gd name="connsiteY7" fmla="*/ 38210 h 458518"/>
              <a:gd name="connsiteX8" fmla="*/ 49673 w 382098"/>
              <a:gd name="connsiteY8" fmla="*/ 38210 h 458518"/>
              <a:gd name="connsiteX9" fmla="*/ 38210 w 382098"/>
              <a:gd name="connsiteY9" fmla="*/ 38210 h 458518"/>
              <a:gd name="connsiteX10" fmla="*/ 38210 w 382098"/>
              <a:gd name="connsiteY10" fmla="*/ 114630 h 458518"/>
              <a:gd name="connsiteX11" fmla="*/ 38210 w 382098"/>
              <a:gd name="connsiteY11" fmla="*/ 114630 h 458518"/>
              <a:gd name="connsiteX12" fmla="*/ 38210 w 382098"/>
              <a:gd name="connsiteY12" fmla="*/ 162392 h 458518"/>
              <a:gd name="connsiteX13" fmla="*/ 57315 w 382098"/>
              <a:gd name="connsiteY13" fmla="*/ 162392 h 458518"/>
              <a:gd name="connsiteX14" fmla="*/ 57315 w 382098"/>
              <a:gd name="connsiteY14" fmla="*/ 114630 h 458518"/>
              <a:gd name="connsiteX15" fmla="*/ 82151 w 382098"/>
              <a:gd name="connsiteY15" fmla="*/ 114630 h 458518"/>
              <a:gd name="connsiteX16" fmla="*/ 122271 w 382098"/>
              <a:gd name="connsiteY16" fmla="*/ 162392 h 458518"/>
              <a:gd name="connsiteX17" fmla="*/ 91704 w 382098"/>
              <a:gd name="connsiteY17" fmla="*/ 200602 h 458518"/>
              <a:gd name="connsiteX18" fmla="*/ 114630 w 382098"/>
              <a:gd name="connsiteY18" fmla="*/ 200602 h 458518"/>
              <a:gd name="connsiteX19" fmla="*/ 133734 w 382098"/>
              <a:gd name="connsiteY19" fmla="*/ 177676 h 458518"/>
              <a:gd name="connsiteX20" fmla="*/ 152839 w 382098"/>
              <a:gd name="connsiteY20" fmla="*/ 200602 h 458518"/>
              <a:gd name="connsiteX21" fmla="*/ 177676 w 382098"/>
              <a:gd name="connsiteY21" fmla="*/ 200602 h 458518"/>
              <a:gd name="connsiteX22" fmla="*/ 147108 w 382098"/>
              <a:gd name="connsiteY22" fmla="*/ 162392 h 458518"/>
              <a:gd name="connsiteX23" fmla="*/ 175765 w 382098"/>
              <a:gd name="connsiteY23" fmla="*/ 124182 h 458518"/>
              <a:gd name="connsiteX24" fmla="*/ 57315 w 382098"/>
              <a:gd name="connsiteY24" fmla="*/ 93614 h 458518"/>
              <a:gd name="connsiteX25" fmla="*/ 57315 w 382098"/>
              <a:gd name="connsiteY25" fmla="*/ 57315 h 458518"/>
              <a:gd name="connsiteX26" fmla="*/ 95525 w 382098"/>
              <a:gd name="connsiteY26" fmla="*/ 57315 h 458518"/>
              <a:gd name="connsiteX27" fmla="*/ 103167 w 382098"/>
              <a:gd name="connsiteY27" fmla="*/ 61136 h 458518"/>
              <a:gd name="connsiteX28" fmla="*/ 105077 w 382098"/>
              <a:gd name="connsiteY28" fmla="*/ 66867 h 458518"/>
              <a:gd name="connsiteX29" fmla="*/ 105077 w 382098"/>
              <a:gd name="connsiteY29" fmla="*/ 85972 h 458518"/>
              <a:gd name="connsiteX30" fmla="*/ 95525 w 382098"/>
              <a:gd name="connsiteY30" fmla="*/ 95525 h 458518"/>
              <a:gd name="connsiteX31" fmla="*/ 57315 w 382098"/>
              <a:gd name="connsiteY31" fmla="*/ 93614 h 458518"/>
              <a:gd name="connsiteX32" fmla="*/ 57315 w 382098"/>
              <a:gd name="connsiteY32" fmla="*/ 93614 h 458518"/>
              <a:gd name="connsiteX33" fmla="*/ 362993 w 382098"/>
              <a:gd name="connsiteY33" fmla="*/ 114630 h 458518"/>
              <a:gd name="connsiteX34" fmla="*/ 324784 w 382098"/>
              <a:gd name="connsiteY34" fmla="*/ 114630 h 458518"/>
              <a:gd name="connsiteX35" fmla="*/ 324784 w 382098"/>
              <a:gd name="connsiteY35" fmla="*/ 21015 h 458518"/>
              <a:gd name="connsiteX36" fmla="*/ 303768 w 382098"/>
              <a:gd name="connsiteY36" fmla="*/ 0 h 458518"/>
              <a:gd name="connsiteX37" fmla="*/ 19105 w 382098"/>
              <a:gd name="connsiteY37" fmla="*/ 0 h 458518"/>
              <a:gd name="connsiteX38" fmla="*/ 0 w 382098"/>
              <a:gd name="connsiteY38" fmla="*/ 19105 h 458518"/>
              <a:gd name="connsiteX39" fmla="*/ 0 w 382098"/>
              <a:gd name="connsiteY39" fmla="*/ 420308 h 458518"/>
              <a:gd name="connsiteX40" fmla="*/ 19105 w 382098"/>
              <a:gd name="connsiteY40" fmla="*/ 439413 h 458518"/>
              <a:gd name="connsiteX41" fmla="*/ 229259 w 382098"/>
              <a:gd name="connsiteY41" fmla="*/ 439413 h 458518"/>
              <a:gd name="connsiteX42" fmla="*/ 229259 w 382098"/>
              <a:gd name="connsiteY42" fmla="*/ 439413 h 458518"/>
              <a:gd name="connsiteX43" fmla="*/ 248364 w 382098"/>
              <a:gd name="connsiteY43" fmla="*/ 458518 h 458518"/>
              <a:gd name="connsiteX44" fmla="*/ 324784 w 382098"/>
              <a:gd name="connsiteY44" fmla="*/ 458518 h 458518"/>
              <a:gd name="connsiteX45" fmla="*/ 343889 w 382098"/>
              <a:gd name="connsiteY45" fmla="*/ 439413 h 458518"/>
              <a:gd name="connsiteX46" fmla="*/ 334336 w 382098"/>
              <a:gd name="connsiteY46" fmla="*/ 252185 h 458518"/>
              <a:gd name="connsiteX47" fmla="*/ 378277 w 382098"/>
              <a:gd name="connsiteY47" fmla="*/ 200602 h 458518"/>
              <a:gd name="connsiteX48" fmla="*/ 382098 w 382098"/>
              <a:gd name="connsiteY48" fmla="*/ 191049 h 458518"/>
              <a:gd name="connsiteX49" fmla="*/ 382098 w 382098"/>
              <a:gd name="connsiteY49" fmla="*/ 133734 h 458518"/>
              <a:gd name="connsiteX50" fmla="*/ 362993 w 382098"/>
              <a:gd name="connsiteY50" fmla="*/ 114630 h 458518"/>
              <a:gd name="connsiteX51" fmla="*/ 229259 w 382098"/>
              <a:gd name="connsiteY51" fmla="*/ 420308 h 458518"/>
              <a:gd name="connsiteX52" fmla="*/ 19105 w 382098"/>
              <a:gd name="connsiteY52" fmla="*/ 420308 h 458518"/>
              <a:gd name="connsiteX53" fmla="*/ 19105 w 382098"/>
              <a:gd name="connsiteY53" fmla="*/ 19105 h 458518"/>
              <a:gd name="connsiteX54" fmla="*/ 303768 w 382098"/>
              <a:gd name="connsiteY54" fmla="*/ 19105 h 458518"/>
              <a:gd name="connsiteX55" fmla="*/ 305679 w 382098"/>
              <a:gd name="connsiteY55" fmla="*/ 22926 h 458518"/>
              <a:gd name="connsiteX56" fmla="*/ 305679 w 382098"/>
              <a:gd name="connsiteY56" fmla="*/ 114630 h 458518"/>
              <a:gd name="connsiteX57" fmla="*/ 210154 w 382098"/>
              <a:gd name="connsiteY57" fmla="*/ 114630 h 458518"/>
              <a:gd name="connsiteX58" fmla="*/ 191049 w 382098"/>
              <a:gd name="connsiteY58" fmla="*/ 133734 h 458518"/>
              <a:gd name="connsiteX59" fmla="*/ 191049 w 382098"/>
              <a:gd name="connsiteY59" fmla="*/ 187228 h 458518"/>
              <a:gd name="connsiteX60" fmla="*/ 192960 w 382098"/>
              <a:gd name="connsiteY60" fmla="*/ 196781 h 458518"/>
              <a:gd name="connsiteX61" fmla="*/ 238811 w 382098"/>
              <a:gd name="connsiteY61" fmla="*/ 250274 h 458518"/>
              <a:gd name="connsiteX62" fmla="*/ 229259 w 382098"/>
              <a:gd name="connsiteY62" fmla="*/ 420308 h 458518"/>
              <a:gd name="connsiteX63" fmla="*/ 229259 w 382098"/>
              <a:gd name="connsiteY63" fmla="*/ 420308 h 458518"/>
              <a:gd name="connsiteX64" fmla="*/ 362993 w 382098"/>
              <a:gd name="connsiteY64" fmla="*/ 187228 h 458518"/>
              <a:gd name="connsiteX65" fmla="*/ 320963 w 382098"/>
              <a:gd name="connsiteY65" fmla="*/ 240722 h 458518"/>
              <a:gd name="connsiteX66" fmla="*/ 317142 w 382098"/>
              <a:gd name="connsiteY66" fmla="*/ 254095 h 458518"/>
              <a:gd name="connsiteX67" fmla="*/ 324784 w 382098"/>
              <a:gd name="connsiteY67" fmla="*/ 439413 h 458518"/>
              <a:gd name="connsiteX68" fmla="*/ 248364 w 382098"/>
              <a:gd name="connsiteY68" fmla="*/ 439413 h 458518"/>
              <a:gd name="connsiteX69" fmla="*/ 257916 w 382098"/>
              <a:gd name="connsiteY69" fmla="*/ 252185 h 458518"/>
              <a:gd name="connsiteX70" fmla="*/ 254095 w 382098"/>
              <a:gd name="connsiteY70" fmla="*/ 238811 h 458518"/>
              <a:gd name="connsiteX71" fmla="*/ 212065 w 382098"/>
              <a:gd name="connsiteY71" fmla="*/ 189139 h 458518"/>
              <a:gd name="connsiteX72" fmla="*/ 210154 w 382098"/>
              <a:gd name="connsiteY72" fmla="*/ 133734 h 458518"/>
              <a:gd name="connsiteX73" fmla="*/ 362993 w 382098"/>
              <a:gd name="connsiteY73" fmla="*/ 133734 h 458518"/>
              <a:gd name="connsiteX74" fmla="*/ 362993 w 382098"/>
              <a:gd name="connsiteY74" fmla="*/ 187228 h 458518"/>
              <a:gd name="connsiteX75" fmla="*/ 267469 w 382098"/>
              <a:gd name="connsiteY75" fmla="*/ 152839 h 458518"/>
              <a:gd name="connsiteX76" fmla="*/ 305679 w 382098"/>
              <a:gd name="connsiteY76" fmla="*/ 152839 h 458518"/>
              <a:gd name="connsiteX77" fmla="*/ 305679 w 382098"/>
              <a:gd name="connsiteY77" fmla="*/ 171944 h 458518"/>
              <a:gd name="connsiteX78" fmla="*/ 267469 w 382098"/>
              <a:gd name="connsiteY78" fmla="*/ 171944 h 458518"/>
              <a:gd name="connsiteX79" fmla="*/ 267469 w 382098"/>
              <a:gd name="connsiteY79" fmla="*/ 152839 h 458518"/>
              <a:gd name="connsiteX80" fmla="*/ 191049 w 382098"/>
              <a:gd name="connsiteY80" fmla="*/ 38210 h 458518"/>
              <a:gd name="connsiteX81" fmla="*/ 210154 w 382098"/>
              <a:gd name="connsiteY81" fmla="*/ 38210 h 458518"/>
              <a:gd name="connsiteX82" fmla="*/ 210154 w 382098"/>
              <a:gd name="connsiteY82" fmla="*/ 95525 h 458518"/>
              <a:gd name="connsiteX83" fmla="*/ 191049 w 382098"/>
              <a:gd name="connsiteY83" fmla="*/ 95525 h 458518"/>
              <a:gd name="connsiteX84" fmla="*/ 191049 w 382098"/>
              <a:gd name="connsiteY84" fmla="*/ 38210 h 458518"/>
              <a:gd name="connsiteX85" fmla="*/ 229259 w 382098"/>
              <a:gd name="connsiteY85" fmla="*/ 38210 h 458518"/>
              <a:gd name="connsiteX86" fmla="*/ 248364 w 382098"/>
              <a:gd name="connsiteY86" fmla="*/ 38210 h 458518"/>
              <a:gd name="connsiteX87" fmla="*/ 248364 w 382098"/>
              <a:gd name="connsiteY87" fmla="*/ 95525 h 458518"/>
              <a:gd name="connsiteX88" fmla="*/ 229259 w 382098"/>
              <a:gd name="connsiteY88" fmla="*/ 95525 h 458518"/>
              <a:gd name="connsiteX89" fmla="*/ 229259 w 382098"/>
              <a:gd name="connsiteY89" fmla="*/ 38210 h 458518"/>
              <a:gd name="connsiteX90" fmla="*/ 267469 w 382098"/>
              <a:gd name="connsiteY90" fmla="*/ 38210 h 458518"/>
              <a:gd name="connsiteX91" fmla="*/ 286574 w 382098"/>
              <a:gd name="connsiteY91" fmla="*/ 38210 h 458518"/>
              <a:gd name="connsiteX92" fmla="*/ 286574 w 382098"/>
              <a:gd name="connsiteY92" fmla="*/ 95525 h 458518"/>
              <a:gd name="connsiteX93" fmla="*/ 267469 w 382098"/>
              <a:gd name="connsiteY93" fmla="*/ 95525 h 458518"/>
              <a:gd name="connsiteX94" fmla="*/ 267469 w 382098"/>
              <a:gd name="connsiteY94" fmla="*/ 38210 h 458518"/>
              <a:gd name="connsiteX95" fmla="*/ 38210 w 382098"/>
              <a:gd name="connsiteY95" fmla="*/ 267469 h 458518"/>
              <a:gd name="connsiteX96" fmla="*/ 171944 w 382098"/>
              <a:gd name="connsiteY96" fmla="*/ 267469 h 458518"/>
              <a:gd name="connsiteX97" fmla="*/ 171944 w 382098"/>
              <a:gd name="connsiteY97" fmla="*/ 286574 h 458518"/>
              <a:gd name="connsiteX98" fmla="*/ 38210 w 382098"/>
              <a:gd name="connsiteY98" fmla="*/ 286574 h 458518"/>
              <a:gd name="connsiteX99" fmla="*/ 38210 w 382098"/>
              <a:gd name="connsiteY99" fmla="*/ 267469 h 458518"/>
              <a:gd name="connsiteX100" fmla="*/ 38210 w 382098"/>
              <a:gd name="connsiteY100" fmla="*/ 324784 h 458518"/>
              <a:gd name="connsiteX101" fmla="*/ 133734 w 382098"/>
              <a:gd name="connsiteY101" fmla="*/ 324784 h 458518"/>
              <a:gd name="connsiteX102" fmla="*/ 133734 w 382098"/>
              <a:gd name="connsiteY102" fmla="*/ 343889 h 458518"/>
              <a:gd name="connsiteX103" fmla="*/ 38210 w 382098"/>
              <a:gd name="connsiteY103" fmla="*/ 343889 h 458518"/>
              <a:gd name="connsiteX104" fmla="*/ 38210 w 382098"/>
              <a:gd name="connsiteY104" fmla="*/ 32478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382098" h="458518">
                <a:moveTo>
                  <a:pt x="175765" y="124182"/>
                </a:moveTo>
                <a:lnTo>
                  <a:pt x="150929" y="124182"/>
                </a:lnTo>
                <a:lnTo>
                  <a:pt x="133734" y="147108"/>
                </a:lnTo>
                <a:lnTo>
                  <a:pt x="105077" y="112719"/>
                </a:lnTo>
                <a:cubicBezTo>
                  <a:pt x="116540" y="108898"/>
                  <a:pt x="124182" y="97435"/>
                  <a:pt x="124182" y="85972"/>
                </a:cubicBezTo>
                <a:lnTo>
                  <a:pt x="124182" y="66867"/>
                </a:lnTo>
                <a:cubicBezTo>
                  <a:pt x="124182" y="59225"/>
                  <a:pt x="120361" y="51583"/>
                  <a:pt x="116540" y="45852"/>
                </a:cubicBezTo>
                <a:cubicBezTo>
                  <a:pt x="110809" y="42031"/>
                  <a:pt x="103167" y="38210"/>
                  <a:pt x="95525" y="38210"/>
                </a:cubicBezTo>
                <a:lnTo>
                  <a:pt x="49673" y="38210"/>
                </a:lnTo>
                <a:lnTo>
                  <a:pt x="38210" y="38210"/>
                </a:lnTo>
                <a:lnTo>
                  <a:pt x="38210" y="114630"/>
                </a:lnTo>
                <a:lnTo>
                  <a:pt x="38210" y="114630"/>
                </a:lnTo>
                <a:lnTo>
                  <a:pt x="38210" y="162392"/>
                </a:lnTo>
                <a:lnTo>
                  <a:pt x="57315" y="162392"/>
                </a:lnTo>
                <a:lnTo>
                  <a:pt x="57315" y="114630"/>
                </a:lnTo>
                <a:lnTo>
                  <a:pt x="82151" y="114630"/>
                </a:lnTo>
                <a:lnTo>
                  <a:pt x="122271" y="162392"/>
                </a:lnTo>
                <a:lnTo>
                  <a:pt x="91704" y="200602"/>
                </a:lnTo>
                <a:lnTo>
                  <a:pt x="114630" y="200602"/>
                </a:lnTo>
                <a:lnTo>
                  <a:pt x="133734" y="177676"/>
                </a:lnTo>
                <a:lnTo>
                  <a:pt x="152839" y="200602"/>
                </a:lnTo>
                <a:lnTo>
                  <a:pt x="177676" y="200602"/>
                </a:lnTo>
                <a:lnTo>
                  <a:pt x="147108" y="162392"/>
                </a:lnTo>
                <a:lnTo>
                  <a:pt x="175765" y="124182"/>
                </a:lnTo>
                <a:close/>
                <a:moveTo>
                  <a:pt x="57315" y="93614"/>
                </a:moveTo>
                <a:lnTo>
                  <a:pt x="57315" y="57315"/>
                </a:lnTo>
                <a:lnTo>
                  <a:pt x="95525" y="57315"/>
                </a:lnTo>
                <a:cubicBezTo>
                  <a:pt x="97435" y="57315"/>
                  <a:pt x="101256" y="59225"/>
                  <a:pt x="103167" y="61136"/>
                </a:cubicBezTo>
                <a:cubicBezTo>
                  <a:pt x="105077" y="63046"/>
                  <a:pt x="106988" y="64957"/>
                  <a:pt x="105077" y="66867"/>
                </a:cubicBezTo>
                <a:lnTo>
                  <a:pt x="105077" y="85972"/>
                </a:lnTo>
                <a:cubicBezTo>
                  <a:pt x="105077" y="91704"/>
                  <a:pt x="101256" y="95525"/>
                  <a:pt x="95525" y="95525"/>
                </a:cubicBezTo>
                <a:lnTo>
                  <a:pt x="57315" y="93614"/>
                </a:lnTo>
                <a:lnTo>
                  <a:pt x="57315" y="93614"/>
                </a:lnTo>
                <a:close/>
                <a:moveTo>
                  <a:pt x="362993" y="114630"/>
                </a:moveTo>
                <a:lnTo>
                  <a:pt x="324784" y="114630"/>
                </a:lnTo>
                <a:lnTo>
                  <a:pt x="324784" y="21015"/>
                </a:lnTo>
                <a:cubicBezTo>
                  <a:pt x="324784" y="9552"/>
                  <a:pt x="315231" y="0"/>
                  <a:pt x="303768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20308"/>
                </a:lnTo>
                <a:cubicBezTo>
                  <a:pt x="0" y="431771"/>
                  <a:pt x="7642" y="439413"/>
                  <a:pt x="19105" y="439413"/>
                </a:cubicBezTo>
                <a:lnTo>
                  <a:pt x="229259" y="439413"/>
                </a:lnTo>
                <a:lnTo>
                  <a:pt x="229259" y="439413"/>
                </a:lnTo>
                <a:cubicBezTo>
                  <a:pt x="229259" y="450876"/>
                  <a:pt x="236901" y="458518"/>
                  <a:pt x="248364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34336" y="252185"/>
                </a:lnTo>
                <a:lnTo>
                  <a:pt x="378277" y="200602"/>
                </a:lnTo>
                <a:lnTo>
                  <a:pt x="382098" y="191049"/>
                </a:lnTo>
                <a:lnTo>
                  <a:pt x="382098" y="133734"/>
                </a:lnTo>
                <a:cubicBezTo>
                  <a:pt x="382098" y="122271"/>
                  <a:pt x="374456" y="114630"/>
                  <a:pt x="362993" y="114630"/>
                </a:cubicBezTo>
                <a:close/>
                <a:moveTo>
                  <a:pt x="229259" y="420308"/>
                </a:moveTo>
                <a:lnTo>
                  <a:pt x="19105" y="420308"/>
                </a:lnTo>
                <a:lnTo>
                  <a:pt x="19105" y="19105"/>
                </a:lnTo>
                <a:lnTo>
                  <a:pt x="303768" y="19105"/>
                </a:lnTo>
                <a:cubicBezTo>
                  <a:pt x="303768" y="19105"/>
                  <a:pt x="305679" y="21015"/>
                  <a:pt x="305679" y="22926"/>
                </a:cubicBezTo>
                <a:lnTo>
                  <a:pt x="305679" y="114630"/>
                </a:lnTo>
                <a:lnTo>
                  <a:pt x="210154" y="114630"/>
                </a:lnTo>
                <a:cubicBezTo>
                  <a:pt x="198691" y="114630"/>
                  <a:pt x="191049" y="122271"/>
                  <a:pt x="191049" y="133734"/>
                </a:cubicBezTo>
                <a:lnTo>
                  <a:pt x="191049" y="187228"/>
                </a:lnTo>
                <a:lnTo>
                  <a:pt x="192960" y="196781"/>
                </a:lnTo>
                <a:lnTo>
                  <a:pt x="238811" y="250274"/>
                </a:lnTo>
                <a:lnTo>
                  <a:pt x="229259" y="420308"/>
                </a:lnTo>
                <a:lnTo>
                  <a:pt x="229259" y="420308"/>
                </a:lnTo>
                <a:close/>
                <a:moveTo>
                  <a:pt x="362993" y="187228"/>
                </a:moveTo>
                <a:lnTo>
                  <a:pt x="320963" y="240722"/>
                </a:lnTo>
                <a:cubicBezTo>
                  <a:pt x="317142" y="244543"/>
                  <a:pt x="317142" y="248364"/>
                  <a:pt x="317142" y="254095"/>
                </a:cubicBezTo>
                <a:lnTo>
                  <a:pt x="324784" y="439413"/>
                </a:lnTo>
                <a:lnTo>
                  <a:pt x="248364" y="439413"/>
                </a:lnTo>
                <a:lnTo>
                  <a:pt x="257916" y="252185"/>
                </a:lnTo>
                <a:cubicBezTo>
                  <a:pt x="257916" y="246453"/>
                  <a:pt x="256006" y="242632"/>
                  <a:pt x="254095" y="238811"/>
                </a:cubicBezTo>
                <a:lnTo>
                  <a:pt x="212065" y="189139"/>
                </a:lnTo>
                <a:lnTo>
                  <a:pt x="210154" y="133734"/>
                </a:lnTo>
                <a:lnTo>
                  <a:pt x="362993" y="133734"/>
                </a:lnTo>
                <a:lnTo>
                  <a:pt x="362993" y="187228"/>
                </a:lnTo>
                <a:close/>
                <a:moveTo>
                  <a:pt x="267469" y="152839"/>
                </a:moveTo>
                <a:lnTo>
                  <a:pt x="305679" y="152839"/>
                </a:lnTo>
                <a:lnTo>
                  <a:pt x="305679" y="171944"/>
                </a:lnTo>
                <a:lnTo>
                  <a:pt x="267469" y="171944"/>
                </a:lnTo>
                <a:lnTo>
                  <a:pt x="267469" y="152839"/>
                </a:lnTo>
                <a:close/>
                <a:moveTo>
                  <a:pt x="191049" y="38210"/>
                </a:moveTo>
                <a:lnTo>
                  <a:pt x="210154" y="38210"/>
                </a:lnTo>
                <a:lnTo>
                  <a:pt x="210154" y="95525"/>
                </a:lnTo>
                <a:lnTo>
                  <a:pt x="191049" y="95525"/>
                </a:lnTo>
                <a:lnTo>
                  <a:pt x="191049" y="38210"/>
                </a:lnTo>
                <a:close/>
                <a:moveTo>
                  <a:pt x="229259" y="38210"/>
                </a:moveTo>
                <a:lnTo>
                  <a:pt x="248364" y="38210"/>
                </a:lnTo>
                <a:lnTo>
                  <a:pt x="248364" y="95525"/>
                </a:lnTo>
                <a:lnTo>
                  <a:pt x="229259" y="95525"/>
                </a:lnTo>
                <a:lnTo>
                  <a:pt x="229259" y="38210"/>
                </a:lnTo>
                <a:close/>
                <a:moveTo>
                  <a:pt x="267469" y="38210"/>
                </a:moveTo>
                <a:lnTo>
                  <a:pt x="286574" y="38210"/>
                </a:lnTo>
                <a:lnTo>
                  <a:pt x="286574" y="95525"/>
                </a:lnTo>
                <a:lnTo>
                  <a:pt x="267469" y="95525"/>
                </a:lnTo>
                <a:lnTo>
                  <a:pt x="267469" y="38210"/>
                </a:lnTo>
                <a:close/>
                <a:moveTo>
                  <a:pt x="38210" y="267469"/>
                </a:moveTo>
                <a:lnTo>
                  <a:pt x="171944" y="267469"/>
                </a:lnTo>
                <a:lnTo>
                  <a:pt x="171944" y="286574"/>
                </a:lnTo>
                <a:lnTo>
                  <a:pt x="38210" y="286574"/>
                </a:lnTo>
                <a:lnTo>
                  <a:pt x="38210" y="267469"/>
                </a:lnTo>
                <a:close/>
                <a:moveTo>
                  <a:pt x="38210" y="324784"/>
                </a:moveTo>
                <a:lnTo>
                  <a:pt x="133734" y="324784"/>
                </a:lnTo>
                <a:lnTo>
                  <a:pt x="133734" y="343889"/>
                </a:lnTo>
                <a:lnTo>
                  <a:pt x="38210" y="343889"/>
                </a:lnTo>
                <a:lnTo>
                  <a:pt x="38210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51" descr="Send to card icon.">
            <a:extLst>
              <a:ext uri="{FF2B5EF4-FFF2-40B4-BE49-F238E27FC236}">
                <a16:creationId xmlns:a16="http://schemas.microsoft.com/office/drawing/2014/main" id="{48612BFB-9CD5-42BA-8891-09E836CC1608}"/>
              </a:ext>
            </a:extLst>
          </p:cNvPr>
          <p:cNvSpPr>
            <a:spLocks noChangeAspect="1"/>
          </p:cNvSpPr>
          <p:nvPr/>
        </p:nvSpPr>
        <p:spPr>
          <a:xfrm>
            <a:off x="4648136" y="4240026"/>
            <a:ext cx="420308" cy="420308"/>
          </a:xfrm>
          <a:custGeom>
            <a:avLst/>
            <a:gdLst>
              <a:gd name="connsiteX0" fmla="*/ 414577 w 420308"/>
              <a:gd name="connsiteY0" fmla="*/ 206333 h 420308"/>
              <a:gd name="connsiteX1" fmla="*/ 401203 w 420308"/>
              <a:gd name="connsiteY1" fmla="*/ 200602 h 420308"/>
              <a:gd name="connsiteX2" fmla="*/ 286574 w 420308"/>
              <a:gd name="connsiteY2" fmla="*/ 200602 h 420308"/>
              <a:gd name="connsiteX3" fmla="*/ 286574 w 420308"/>
              <a:gd name="connsiteY3" fmla="*/ 219707 h 420308"/>
              <a:gd name="connsiteX4" fmla="*/ 401203 w 420308"/>
              <a:gd name="connsiteY4" fmla="*/ 219707 h 420308"/>
              <a:gd name="connsiteX5" fmla="*/ 401203 w 420308"/>
              <a:gd name="connsiteY5" fmla="*/ 401203 h 420308"/>
              <a:gd name="connsiteX6" fmla="*/ 19105 w 420308"/>
              <a:gd name="connsiteY6" fmla="*/ 401203 h 420308"/>
              <a:gd name="connsiteX7" fmla="*/ 19105 w 420308"/>
              <a:gd name="connsiteY7" fmla="*/ 219707 h 420308"/>
              <a:gd name="connsiteX8" fmla="*/ 133734 w 420308"/>
              <a:gd name="connsiteY8" fmla="*/ 219707 h 420308"/>
              <a:gd name="connsiteX9" fmla="*/ 133734 w 420308"/>
              <a:gd name="connsiteY9" fmla="*/ 200602 h 420308"/>
              <a:gd name="connsiteX10" fmla="*/ 19105 w 420308"/>
              <a:gd name="connsiteY10" fmla="*/ 200602 h 420308"/>
              <a:gd name="connsiteX11" fmla="*/ 0 w 420308"/>
              <a:gd name="connsiteY11" fmla="*/ 219707 h 420308"/>
              <a:gd name="connsiteX12" fmla="*/ 0 w 420308"/>
              <a:gd name="connsiteY12" fmla="*/ 401203 h 420308"/>
              <a:gd name="connsiteX13" fmla="*/ 5731 w 420308"/>
              <a:gd name="connsiteY13" fmla="*/ 414577 h 420308"/>
              <a:gd name="connsiteX14" fmla="*/ 19105 w 420308"/>
              <a:gd name="connsiteY14" fmla="*/ 420308 h 420308"/>
              <a:gd name="connsiteX15" fmla="*/ 401203 w 420308"/>
              <a:gd name="connsiteY15" fmla="*/ 420308 h 420308"/>
              <a:gd name="connsiteX16" fmla="*/ 420308 w 420308"/>
              <a:gd name="connsiteY16" fmla="*/ 401203 h 420308"/>
              <a:gd name="connsiteX17" fmla="*/ 420308 w 420308"/>
              <a:gd name="connsiteY17" fmla="*/ 219707 h 420308"/>
              <a:gd name="connsiteX18" fmla="*/ 414577 w 420308"/>
              <a:gd name="connsiteY18" fmla="*/ 206333 h 420308"/>
              <a:gd name="connsiteX19" fmla="*/ 210154 w 420308"/>
              <a:gd name="connsiteY19" fmla="*/ 212065 h 420308"/>
              <a:gd name="connsiteX20" fmla="*/ 221617 w 420308"/>
              <a:gd name="connsiteY20" fmla="*/ 208244 h 420308"/>
              <a:gd name="connsiteX21" fmla="*/ 286574 w 420308"/>
              <a:gd name="connsiteY21" fmla="*/ 139466 h 420308"/>
              <a:gd name="connsiteX22" fmla="*/ 273200 w 420308"/>
              <a:gd name="connsiteY22" fmla="*/ 126092 h 420308"/>
              <a:gd name="connsiteX23" fmla="*/ 219707 w 420308"/>
              <a:gd name="connsiteY23" fmla="*/ 179586 h 420308"/>
              <a:gd name="connsiteX24" fmla="*/ 219707 w 420308"/>
              <a:gd name="connsiteY24" fmla="*/ 0 h 420308"/>
              <a:gd name="connsiteX25" fmla="*/ 200602 w 420308"/>
              <a:gd name="connsiteY25" fmla="*/ 0 h 420308"/>
              <a:gd name="connsiteX26" fmla="*/ 200602 w 420308"/>
              <a:gd name="connsiteY26" fmla="*/ 181497 h 420308"/>
              <a:gd name="connsiteX27" fmla="*/ 149018 w 420308"/>
              <a:gd name="connsiteY27" fmla="*/ 126092 h 420308"/>
              <a:gd name="connsiteX28" fmla="*/ 133734 w 420308"/>
              <a:gd name="connsiteY28" fmla="*/ 139466 h 420308"/>
              <a:gd name="connsiteX29" fmla="*/ 198691 w 420308"/>
              <a:gd name="connsiteY29" fmla="*/ 206333 h 420308"/>
              <a:gd name="connsiteX30" fmla="*/ 210154 w 420308"/>
              <a:gd name="connsiteY30" fmla="*/ 212065 h 420308"/>
              <a:gd name="connsiteX31" fmla="*/ 38210 w 420308"/>
              <a:gd name="connsiteY31" fmla="*/ 238811 h 420308"/>
              <a:gd name="connsiteX32" fmla="*/ 57315 w 420308"/>
              <a:gd name="connsiteY32" fmla="*/ 238811 h 420308"/>
              <a:gd name="connsiteX33" fmla="*/ 57315 w 420308"/>
              <a:gd name="connsiteY33" fmla="*/ 382098 h 420308"/>
              <a:gd name="connsiteX34" fmla="*/ 38210 w 420308"/>
              <a:gd name="connsiteY34" fmla="*/ 382098 h 420308"/>
              <a:gd name="connsiteX35" fmla="*/ 38210 w 420308"/>
              <a:gd name="connsiteY35" fmla="*/ 238811 h 420308"/>
              <a:gd name="connsiteX36" fmla="*/ 76420 w 420308"/>
              <a:gd name="connsiteY36" fmla="*/ 238811 h 420308"/>
              <a:gd name="connsiteX37" fmla="*/ 95525 w 420308"/>
              <a:gd name="connsiteY37" fmla="*/ 238811 h 420308"/>
              <a:gd name="connsiteX38" fmla="*/ 95525 w 420308"/>
              <a:gd name="connsiteY38" fmla="*/ 362993 h 420308"/>
              <a:gd name="connsiteX39" fmla="*/ 76420 w 420308"/>
              <a:gd name="connsiteY39" fmla="*/ 362993 h 420308"/>
              <a:gd name="connsiteX40" fmla="*/ 76420 w 420308"/>
              <a:gd name="connsiteY40" fmla="*/ 238811 h 420308"/>
              <a:gd name="connsiteX41" fmla="*/ 133734 w 420308"/>
              <a:gd name="connsiteY41" fmla="*/ 238811 h 420308"/>
              <a:gd name="connsiteX42" fmla="*/ 152839 w 420308"/>
              <a:gd name="connsiteY42" fmla="*/ 238811 h 420308"/>
              <a:gd name="connsiteX43" fmla="*/ 152839 w 420308"/>
              <a:gd name="connsiteY43" fmla="*/ 362993 h 420308"/>
              <a:gd name="connsiteX44" fmla="*/ 133734 w 420308"/>
              <a:gd name="connsiteY44" fmla="*/ 362993 h 420308"/>
              <a:gd name="connsiteX45" fmla="*/ 133734 w 420308"/>
              <a:gd name="connsiteY45" fmla="*/ 238811 h 420308"/>
              <a:gd name="connsiteX46" fmla="*/ 171944 w 420308"/>
              <a:gd name="connsiteY46" fmla="*/ 238811 h 420308"/>
              <a:gd name="connsiteX47" fmla="*/ 191049 w 420308"/>
              <a:gd name="connsiteY47" fmla="*/ 238811 h 420308"/>
              <a:gd name="connsiteX48" fmla="*/ 191049 w 420308"/>
              <a:gd name="connsiteY48" fmla="*/ 362993 h 420308"/>
              <a:gd name="connsiteX49" fmla="*/ 171944 w 420308"/>
              <a:gd name="connsiteY49" fmla="*/ 362993 h 420308"/>
              <a:gd name="connsiteX50" fmla="*/ 171944 w 420308"/>
              <a:gd name="connsiteY50" fmla="*/ 238811 h 420308"/>
              <a:gd name="connsiteX51" fmla="*/ 362993 w 420308"/>
              <a:gd name="connsiteY51" fmla="*/ 238811 h 420308"/>
              <a:gd name="connsiteX52" fmla="*/ 382098 w 420308"/>
              <a:gd name="connsiteY52" fmla="*/ 238811 h 420308"/>
              <a:gd name="connsiteX53" fmla="*/ 382098 w 420308"/>
              <a:gd name="connsiteY53" fmla="*/ 382098 h 420308"/>
              <a:gd name="connsiteX54" fmla="*/ 362993 w 420308"/>
              <a:gd name="connsiteY54" fmla="*/ 382098 h 420308"/>
              <a:gd name="connsiteX55" fmla="*/ 362993 w 420308"/>
              <a:gd name="connsiteY55" fmla="*/ 238811 h 420308"/>
              <a:gd name="connsiteX56" fmla="*/ 324784 w 420308"/>
              <a:gd name="connsiteY56" fmla="*/ 238811 h 420308"/>
              <a:gd name="connsiteX57" fmla="*/ 343889 w 420308"/>
              <a:gd name="connsiteY57" fmla="*/ 238811 h 420308"/>
              <a:gd name="connsiteX58" fmla="*/ 343889 w 420308"/>
              <a:gd name="connsiteY58" fmla="*/ 362993 h 420308"/>
              <a:gd name="connsiteX59" fmla="*/ 324784 w 420308"/>
              <a:gd name="connsiteY59" fmla="*/ 362993 h 420308"/>
              <a:gd name="connsiteX60" fmla="*/ 324784 w 420308"/>
              <a:gd name="connsiteY60" fmla="*/ 238811 h 420308"/>
              <a:gd name="connsiteX61" fmla="*/ 267469 w 420308"/>
              <a:gd name="connsiteY61" fmla="*/ 238811 h 420308"/>
              <a:gd name="connsiteX62" fmla="*/ 286574 w 420308"/>
              <a:gd name="connsiteY62" fmla="*/ 238811 h 420308"/>
              <a:gd name="connsiteX63" fmla="*/ 286574 w 420308"/>
              <a:gd name="connsiteY63" fmla="*/ 362993 h 420308"/>
              <a:gd name="connsiteX64" fmla="*/ 267469 w 420308"/>
              <a:gd name="connsiteY64" fmla="*/ 362993 h 420308"/>
              <a:gd name="connsiteX65" fmla="*/ 267469 w 420308"/>
              <a:gd name="connsiteY65" fmla="*/ 238811 h 420308"/>
              <a:gd name="connsiteX66" fmla="*/ 229259 w 420308"/>
              <a:gd name="connsiteY66" fmla="*/ 238811 h 420308"/>
              <a:gd name="connsiteX67" fmla="*/ 248364 w 420308"/>
              <a:gd name="connsiteY67" fmla="*/ 238811 h 420308"/>
              <a:gd name="connsiteX68" fmla="*/ 248364 w 420308"/>
              <a:gd name="connsiteY68" fmla="*/ 362993 h 420308"/>
              <a:gd name="connsiteX69" fmla="*/ 229259 w 420308"/>
              <a:gd name="connsiteY69" fmla="*/ 362993 h 420308"/>
              <a:gd name="connsiteX70" fmla="*/ 229259 w 420308"/>
              <a:gd name="connsiteY70" fmla="*/ 238811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20308" h="420308">
                <a:moveTo>
                  <a:pt x="414577" y="206333"/>
                </a:moveTo>
                <a:cubicBezTo>
                  <a:pt x="410756" y="202512"/>
                  <a:pt x="406935" y="200602"/>
                  <a:pt x="401203" y="200602"/>
                </a:cubicBezTo>
                <a:lnTo>
                  <a:pt x="286574" y="200602"/>
                </a:lnTo>
                <a:lnTo>
                  <a:pt x="286574" y="219707"/>
                </a:lnTo>
                <a:lnTo>
                  <a:pt x="401203" y="219707"/>
                </a:lnTo>
                <a:lnTo>
                  <a:pt x="401203" y="401203"/>
                </a:lnTo>
                <a:lnTo>
                  <a:pt x="19105" y="401203"/>
                </a:lnTo>
                <a:lnTo>
                  <a:pt x="19105" y="219707"/>
                </a:lnTo>
                <a:lnTo>
                  <a:pt x="133734" y="219707"/>
                </a:lnTo>
                <a:lnTo>
                  <a:pt x="133734" y="200602"/>
                </a:lnTo>
                <a:lnTo>
                  <a:pt x="19105" y="200602"/>
                </a:lnTo>
                <a:cubicBezTo>
                  <a:pt x="7642" y="200602"/>
                  <a:pt x="0" y="208244"/>
                  <a:pt x="0" y="219707"/>
                </a:cubicBezTo>
                <a:lnTo>
                  <a:pt x="0" y="401203"/>
                </a:lnTo>
                <a:cubicBezTo>
                  <a:pt x="0" y="406935"/>
                  <a:pt x="1910" y="410756"/>
                  <a:pt x="5731" y="414577"/>
                </a:cubicBezTo>
                <a:cubicBezTo>
                  <a:pt x="9552" y="418398"/>
                  <a:pt x="13373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219707"/>
                </a:lnTo>
                <a:cubicBezTo>
                  <a:pt x="420308" y="213975"/>
                  <a:pt x="418398" y="210154"/>
                  <a:pt x="414577" y="206333"/>
                </a:cubicBezTo>
                <a:close/>
                <a:moveTo>
                  <a:pt x="210154" y="212065"/>
                </a:moveTo>
                <a:cubicBezTo>
                  <a:pt x="213975" y="212065"/>
                  <a:pt x="217796" y="210154"/>
                  <a:pt x="221617" y="208244"/>
                </a:cubicBezTo>
                <a:lnTo>
                  <a:pt x="286574" y="139466"/>
                </a:lnTo>
                <a:lnTo>
                  <a:pt x="273200" y="126092"/>
                </a:lnTo>
                <a:lnTo>
                  <a:pt x="219707" y="179586"/>
                </a:lnTo>
                <a:lnTo>
                  <a:pt x="219707" y="0"/>
                </a:lnTo>
                <a:lnTo>
                  <a:pt x="200602" y="0"/>
                </a:lnTo>
                <a:lnTo>
                  <a:pt x="200602" y="181497"/>
                </a:lnTo>
                <a:lnTo>
                  <a:pt x="149018" y="126092"/>
                </a:lnTo>
                <a:lnTo>
                  <a:pt x="133734" y="139466"/>
                </a:lnTo>
                <a:lnTo>
                  <a:pt x="198691" y="206333"/>
                </a:lnTo>
                <a:cubicBezTo>
                  <a:pt x="202512" y="210154"/>
                  <a:pt x="206333" y="212065"/>
                  <a:pt x="210154" y="212065"/>
                </a:cubicBezTo>
                <a:close/>
                <a:moveTo>
                  <a:pt x="38210" y="238811"/>
                </a:moveTo>
                <a:lnTo>
                  <a:pt x="57315" y="238811"/>
                </a:lnTo>
                <a:lnTo>
                  <a:pt x="57315" y="382098"/>
                </a:lnTo>
                <a:lnTo>
                  <a:pt x="38210" y="382098"/>
                </a:lnTo>
                <a:lnTo>
                  <a:pt x="38210" y="238811"/>
                </a:lnTo>
                <a:close/>
                <a:moveTo>
                  <a:pt x="76420" y="238811"/>
                </a:moveTo>
                <a:lnTo>
                  <a:pt x="95525" y="238811"/>
                </a:lnTo>
                <a:lnTo>
                  <a:pt x="95525" y="362993"/>
                </a:lnTo>
                <a:lnTo>
                  <a:pt x="76420" y="362993"/>
                </a:lnTo>
                <a:lnTo>
                  <a:pt x="76420" y="238811"/>
                </a:lnTo>
                <a:close/>
                <a:moveTo>
                  <a:pt x="133734" y="238811"/>
                </a:moveTo>
                <a:lnTo>
                  <a:pt x="152839" y="238811"/>
                </a:lnTo>
                <a:lnTo>
                  <a:pt x="152839" y="362993"/>
                </a:lnTo>
                <a:lnTo>
                  <a:pt x="133734" y="362993"/>
                </a:lnTo>
                <a:lnTo>
                  <a:pt x="133734" y="238811"/>
                </a:lnTo>
                <a:close/>
                <a:moveTo>
                  <a:pt x="171944" y="238811"/>
                </a:moveTo>
                <a:lnTo>
                  <a:pt x="191049" y="238811"/>
                </a:lnTo>
                <a:lnTo>
                  <a:pt x="191049" y="362993"/>
                </a:lnTo>
                <a:lnTo>
                  <a:pt x="171944" y="362993"/>
                </a:lnTo>
                <a:lnTo>
                  <a:pt x="171944" y="238811"/>
                </a:lnTo>
                <a:close/>
                <a:moveTo>
                  <a:pt x="362993" y="238811"/>
                </a:moveTo>
                <a:lnTo>
                  <a:pt x="382098" y="238811"/>
                </a:lnTo>
                <a:lnTo>
                  <a:pt x="382098" y="382098"/>
                </a:lnTo>
                <a:lnTo>
                  <a:pt x="362993" y="382098"/>
                </a:lnTo>
                <a:lnTo>
                  <a:pt x="362993" y="238811"/>
                </a:lnTo>
                <a:close/>
                <a:moveTo>
                  <a:pt x="324784" y="238811"/>
                </a:moveTo>
                <a:lnTo>
                  <a:pt x="343889" y="238811"/>
                </a:lnTo>
                <a:lnTo>
                  <a:pt x="343889" y="362993"/>
                </a:lnTo>
                <a:lnTo>
                  <a:pt x="324784" y="362993"/>
                </a:lnTo>
                <a:lnTo>
                  <a:pt x="324784" y="238811"/>
                </a:lnTo>
                <a:close/>
                <a:moveTo>
                  <a:pt x="267469" y="238811"/>
                </a:moveTo>
                <a:lnTo>
                  <a:pt x="286574" y="238811"/>
                </a:lnTo>
                <a:lnTo>
                  <a:pt x="286574" y="362993"/>
                </a:lnTo>
                <a:lnTo>
                  <a:pt x="267469" y="362993"/>
                </a:lnTo>
                <a:lnTo>
                  <a:pt x="267469" y="238811"/>
                </a:lnTo>
                <a:close/>
                <a:moveTo>
                  <a:pt x="229259" y="238811"/>
                </a:moveTo>
                <a:lnTo>
                  <a:pt x="248364" y="238811"/>
                </a:lnTo>
                <a:lnTo>
                  <a:pt x="248364" y="362993"/>
                </a:lnTo>
                <a:lnTo>
                  <a:pt x="229259" y="362993"/>
                </a:lnTo>
                <a:lnTo>
                  <a:pt x="229259" y="23881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62" descr="Text messaging icon.">
            <a:extLst>
              <a:ext uri="{FF2B5EF4-FFF2-40B4-BE49-F238E27FC236}">
                <a16:creationId xmlns:a16="http://schemas.microsoft.com/office/drawing/2014/main" id="{B77DA9BC-850E-424B-A153-1F98E3B20624}"/>
              </a:ext>
            </a:extLst>
          </p:cNvPr>
          <p:cNvSpPr>
            <a:spLocks noChangeAspect="1"/>
          </p:cNvSpPr>
          <p:nvPr/>
        </p:nvSpPr>
        <p:spPr>
          <a:xfrm>
            <a:off x="5880303" y="4243888"/>
            <a:ext cx="420308" cy="412585"/>
          </a:xfrm>
          <a:custGeom>
            <a:avLst/>
            <a:gdLst>
              <a:gd name="connsiteX0" fmla="*/ 401203 w 420308"/>
              <a:gd name="connsiteY0" fmla="*/ 0 h 422218"/>
              <a:gd name="connsiteX1" fmla="*/ 152839 w 420308"/>
              <a:gd name="connsiteY1" fmla="*/ 0 h 422218"/>
              <a:gd name="connsiteX2" fmla="*/ 133734 w 420308"/>
              <a:gd name="connsiteY2" fmla="*/ 19105 h 422218"/>
              <a:gd name="connsiteX3" fmla="*/ 133734 w 420308"/>
              <a:gd name="connsiteY3" fmla="*/ 152839 h 422218"/>
              <a:gd name="connsiteX4" fmla="*/ 19105 w 420308"/>
              <a:gd name="connsiteY4" fmla="*/ 152839 h 422218"/>
              <a:gd name="connsiteX5" fmla="*/ 0 w 420308"/>
              <a:gd name="connsiteY5" fmla="*/ 171944 h 422218"/>
              <a:gd name="connsiteX6" fmla="*/ 0 w 420308"/>
              <a:gd name="connsiteY6" fmla="*/ 343889 h 422218"/>
              <a:gd name="connsiteX7" fmla="*/ 19105 w 420308"/>
              <a:gd name="connsiteY7" fmla="*/ 362993 h 422218"/>
              <a:gd name="connsiteX8" fmla="*/ 76420 w 420308"/>
              <a:gd name="connsiteY8" fmla="*/ 362993 h 422218"/>
              <a:gd name="connsiteX9" fmla="*/ 76420 w 420308"/>
              <a:gd name="connsiteY9" fmla="*/ 403114 h 422218"/>
              <a:gd name="connsiteX10" fmla="*/ 87883 w 420308"/>
              <a:gd name="connsiteY10" fmla="*/ 420308 h 422218"/>
              <a:gd name="connsiteX11" fmla="*/ 95525 w 420308"/>
              <a:gd name="connsiteY11" fmla="*/ 422219 h 422218"/>
              <a:gd name="connsiteX12" fmla="*/ 108898 w 420308"/>
              <a:gd name="connsiteY12" fmla="*/ 416487 h 422218"/>
              <a:gd name="connsiteX13" fmla="*/ 156660 w 420308"/>
              <a:gd name="connsiteY13" fmla="*/ 362993 h 422218"/>
              <a:gd name="connsiteX14" fmla="*/ 267469 w 420308"/>
              <a:gd name="connsiteY14" fmla="*/ 362993 h 422218"/>
              <a:gd name="connsiteX15" fmla="*/ 286574 w 420308"/>
              <a:gd name="connsiteY15" fmla="*/ 343889 h 422218"/>
              <a:gd name="connsiteX16" fmla="*/ 286574 w 420308"/>
              <a:gd name="connsiteY16" fmla="*/ 236901 h 422218"/>
              <a:gd name="connsiteX17" fmla="*/ 311410 w 420308"/>
              <a:gd name="connsiteY17" fmla="*/ 263648 h 422218"/>
              <a:gd name="connsiteX18" fmla="*/ 324784 w 420308"/>
              <a:gd name="connsiteY18" fmla="*/ 269379 h 422218"/>
              <a:gd name="connsiteX19" fmla="*/ 332426 w 420308"/>
              <a:gd name="connsiteY19" fmla="*/ 267469 h 422218"/>
              <a:gd name="connsiteX20" fmla="*/ 343889 w 420308"/>
              <a:gd name="connsiteY20" fmla="*/ 250274 h 422218"/>
              <a:gd name="connsiteX21" fmla="*/ 343889 w 420308"/>
              <a:gd name="connsiteY21" fmla="*/ 210154 h 422218"/>
              <a:gd name="connsiteX22" fmla="*/ 401203 w 420308"/>
              <a:gd name="connsiteY22" fmla="*/ 210154 h 422218"/>
              <a:gd name="connsiteX23" fmla="*/ 420308 w 420308"/>
              <a:gd name="connsiteY23" fmla="*/ 191049 h 422218"/>
              <a:gd name="connsiteX24" fmla="*/ 420308 w 420308"/>
              <a:gd name="connsiteY24" fmla="*/ 19105 h 422218"/>
              <a:gd name="connsiteX25" fmla="*/ 401203 w 420308"/>
              <a:gd name="connsiteY25" fmla="*/ 0 h 422218"/>
              <a:gd name="connsiteX26" fmla="*/ 267469 w 420308"/>
              <a:gd name="connsiteY26" fmla="*/ 343889 h 422218"/>
              <a:gd name="connsiteX27" fmla="*/ 156660 w 420308"/>
              <a:gd name="connsiteY27" fmla="*/ 343889 h 422218"/>
              <a:gd name="connsiteX28" fmla="*/ 143287 w 420308"/>
              <a:gd name="connsiteY28" fmla="*/ 349620 h 422218"/>
              <a:gd name="connsiteX29" fmla="*/ 95525 w 420308"/>
              <a:gd name="connsiteY29" fmla="*/ 403114 h 422218"/>
              <a:gd name="connsiteX30" fmla="*/ 95525 w 420308"/>
              <a:gd name="connsiteY30" fmla="*/ 362993 h 422218"/>
              <a:gd name="connsiteX31" fmla="*/ 76420 w 420308"/>
              <a:gd name="connsiteY31" fmla="*/ 343889 h 422218"/>
              <a:gd name="connsiteX32" fmla="*/ 19105 w 420308"/>
              <a:gd name="connsiteY32" fmla="*/ 343889 h 422218"/>
              <a:gd name="connsiteX33" fmla="*/ 19105 w 420308"/>
              <a:gd name="connsiteY33" fmla="*/ 171944 h 422218"/>
              <a:gd name="connsiteX34" fmla="*/ 267469 w 420308"/>
              <a:gd name="connsiteY34" fmla="*/ 171944 h 422218"/>
              <a:gd name="connsiteX35" fmla="*/ 267469 w 420308"/>
              <a:gd name="connsiteY35" fmla="*/ 343889 h 422218"/>
              <a:gd name="connsiteX36" fmla="*/ 401203 w 420308"/>
              <a:gd name="connsiteY36" fmla="*/ 191049 h 422218"/>
              <a:gd name="connsiteX37" fmla="*/ 343889 w 420308"/>
              <a:gd name="connsiteY37" fmla="*/ 191049 h 422218"/>
              <a:gd name="connsiteX38" fmla="*/ 324784 w 420308"/>
              <a:gd name="connsiteY38" fmla="*/ 210154 h 422218"/>
              <a:gd name="connsiteX39" fmla="*/ 324784 w 420308"/>
              <a:gd name="connsiteY39" fmla="*/ 250274 h 422218"/>
              <a:gd name="connsiteX40" fmla="*/ 286574 w 420308"/>
              <a:gd name="connsiteY40" fmla="*/ 208244 h 422218"/>
              <a:gd name="connsiteX41" fmla="*/ 286574 w 420308"/>
              <a:gd name="connsiteY41" fmla="*/ 171944 h 422218"/>
              <a:gd name="connsiteX42" fmla="*/ 267469 w 420308"/>
              <a:gd name="connsiteY42" fmla="*/ 152839 h 422218"/>
              <a:gd name="connsiteX43" fmla="*/ 152839 w 420308"/>
              <a:gd name="connsiteY43" fmla="*/ 152839 h 422218"/>
              <a:gd name="connsiteX44" fmla="*/ 152839 w 420308"/>
              <a:gd name="connsiteY44" fmla="*/ 19105 h 422218"/>
              <a:gd name="connsiteX45" fmla="*/ 401203 w 420308"/>
              <a:gd name="connsiteY45" fmla="*/ 19105 h 422218"/>
              <a:gd name="connsiteX46" fmla="*/ 401203 w 420308"/>
              <a:gd name="connsiteY46" fmla="*/ 191049 h 422218"/>
              <a:gd name="connsiteX47" fmla="*/ 267469 w 420308"/>
              <a:gd name="connsiteY47" fmla="*/ 85972 h 422218"/>
              <a:gd name="connsiteX48" fmla="*/ 286574 w 420308"/>
              <a:gd name="connsiteY48" fmla="*/ 85972 h 422218"/>
              <a:gd name="connsiteX49" fmla="*/ 286574 w 420308"/>
              <a:gd name="connsiteY49" fmla="*/ 105077 h 422218"/>
              <a:gd name="connsiteX50" fmla="*/ 267469 w 420308"/>
              <a:gd name="connsiteY50" fmla="*/ 105077 h 422218"/>
              <a:gd name="connsiteX51" fmla="*/ 267469 w 420308"/>
              <a:gd name="connsiteY51" fmla="*/ 85972 h 422218"/>
              <a:gd name="connsiteX52" fmla="*/ 324784 w 420308"/>
              <a:gd name="connsiteY52" fmla="*/ 85972 h 422218"/>
              <a:gd name="connsiteX53" fmla="*/ 343889 w 420308"/>
              <a:gd name="connsiteY53" fmla="*/ 85972 h 422218"/>
              <a:gd name="connsiteX54" fmla="*/ 343889 w 420308"/>
              <a:gd name="connsiteY54" fmla="*/ 105077 h 422218"/>
              <a:gd name="connsiteX55" fmla="*/ 324784 w 420308"/>
              <a:gd name="connsiteY55" fmla="*/ 105077 h 422218"/>
              <a:gd name="connsiteX56" fmla="*/ 324784 w 420308"/>
              <a:gd name="connsiteY56" fmla="*/ 85972 h 422218"/>
              <a:gd name="connsiteX57" fmla="*/ 210154 w 420308"/>
              <a:gd name="connsiteY57" fmla="*/ 85972 h 422218"/>
              <a:gd name="connsiteX58" fmla="*/ 229259 w 420308"/>
              <a:gd name="connsiteY58" fmla="*/ 85972 h 422218"/>
              <a:gd name="connsiteX59" fmla="*/ 229259 w 420308"/>
              <a:gd name="connsiteY59" fmla="*/ 105077 h 422218"/>
              <a:gd name="connsiteX60" fmla="*/ 210154 w 420308"/>
              <a:gd name="connsiteY60" fmla="*/ 105077 h 422218"/>
              <a:gd name="connsiteX61" fmla="*/ 210154 w 420308"/>
              <a:gd name="connsiteY61" fmla="*/ 85972 h 422218"/>
              <a:gd name="connsiteX62" fmla="*/ 57315 w 420308"/>
              <a:gd name="connsiteY62" fmla="*/ 210154 h 422218"/>
              <a:gd name="connsiteX63" fmla="*/ 229259 w 420308"/>
              <a:gd name="connsiteY63" fmla="*/ 210154 h 422218"/>
              <a:gd name="connsiteX64" fmla="*/ 229259 w 420308"/>
              <a:gd name="connsiteY64" fmla="*/ 229259 h 422218"/>
              <a:gd name="connsiteX65" fmla="*/ 57315 w 420308"/>
              <a:gd name="connsiteY65" fmla="*/ 229259 h 422218"/>
              <a:gd name="connsiteX66" fmla="*/ 57315 w 420308"/>
              <a:gd name="connsiteY66" fmla="*/ 210154 h 422218"/>
              <a:gd name="connsiteX67" fmla="*/ 57315 w 420308"/>
              <a:gd name="connsiteY67" fmla="*/ 267469 h 422218"/>
              <a:gd name="connsiteX68" fmla="*/ 171944 w 420308"/>
              <a:gd name="connsiteY68" fmla="*/ 267469 h 422218"/>
              <a:gd name="connsiteX69" fmla="*/ 171944 w 420308"/>
              <a:gd name="connsiteY69" fmla="*/ 286574 h 422218"/>
              <a:gd name="connsiteX70" fmla="*/ 57315 w 420308"/>
              <a:gd name="connsiteY70" fmla="*/ 286574 h 422218"/>
              <a:gd name="connsiteX71" fmla="*/ 57315 w 420308"/>
              <a:gd name="connsiteY71" fmla="*/ 267469 h 4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20308" h="422218">
                <a:moveTo>
                  <a:pt x="401203" y="0"/>
                </a:moveTo>
                <a:lnTo>
                  <a:pt x="152839" y="0"/>
                </a:lnTo>
                <a:cubicBezTo>
                  <a:pt x="141376" y="0"/>
                  <a:pt x="133734" y="7642"/>
                  <a:pt x="133734" y="19105"/>
                </a:cubicBezTo>
                <a:lnTo>
                  <a:pt x="133734" y="152839"/>
                </a:lnTo>
                <a:lnTo>
                  <a:pt x="19105" y="152839"/>
                </a:lnTo>
                <a:cubicBezTo>
                  <a:pt x="7642" y="152839"/>
                  <a:pt x="0" y="160481"/>
                  <a:pt x="0" y="171944"/>
                </a:cubicBezTo>
                <a:lnTo>
                  <a:pt x="0" y="343889"/>
                </a:lnTo>
                <a:cubicBezTo>
                  <a:pt x="0" y="355351"/>
                  <a:pt x="7642" y="362993"/>
                  <a:pt x="19105" y="362993"/>
                </a:cubicBezTo>
                <a:lnTo>
                  <a:pt x="76420" y="362993"/>
                </a:lnTo>
                <a:lnTo>
                  <a:pt x="76420" y="403114"/>
                </a:lnTo>
                <a:cubicBezTo>
                  <a:pt x="76420" y="410756"/>
                  <a:pt x="82151" y="418398"/>
                  <a:pt x="87883" y="420308"/>
                </a:cubicBezTo>
                <a:cubicBezTo>
                  <a:pt x="89793" y="420308"/>
                  <a:pt x="91704" y="422219"/>
                  <a:pt x="95525" y="422219"/>
                </a:cubicBezTo>
                <a:cubicBezTo>
                  <a:pt x="101256" y="422219"/>
                  <a:pt x="105077" y="420308"/>
                  <a:pt x="108898" y="416487"/>
                </a:cubicBezTo>
                <a:lnTo>
                  <a:pt x="156660" y="362993"/>
                </a:lnTo>
                <a:lnTo>
                  <a:pt x="267469" y="362993"/>
                </a:lnTo>
                <a:cubicBezTo>
                  <a:pt x="278932" y="362993"/>
                  <a:pt x="286574" y="355351"/>
                  <a:pt x="286574" y="343889"/>
                </a:cubicBezTo>
                <a:lnTo>
                  <a:pt x="286574" y="236901"/>
                </a:lnTo>
                <a:lnTo>
                  <a:pt x="311410" y="263648"/>
                </a:lnTo>
                <a:cubicBezTo>
                  <a:pt x="315231" y="267469"/>
                  <a:pt x="320963" y="269379"/>
                  <a:pt x="324784" y="269379"/>
                </a:cubicBezTo>
                <a:cubicBezTo>
                  <a:pt x="326694" y="269379"/>
                  <a:pt x="330515" y="269379"/>
                  <a:pt x="332426" y="267469"/>
                </a:cubicBezTo>
                <a:cubicBezTo>
                  <a:pt x="340068" y="265558"/>
                  <a:pt x="343889" y="257916"/>
                  <a:pt x="343889" y="250274"/>
                </a:cubicBezTo>
                <a:lnTo>
                  <a:pt x="343889" y="210154"/>
                </a:lnTo>
                <a:lnTo>
                  <a:pt x="401203" y="210154"/>
                </a:lnTo>
                <a:cubicBezTo>
                  <a:pt x="412666" y="210154"/>
                  <a:pt x="420308" y="202512"/>
                  <a:pt x="420308" y="191049"/>
                </a:cubicBez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  <a:moveTo>
                  <a:pt x="267469" y="343889"/>
                </a:moveTo>
                <a:lnTo>
                  <a:pt x="156660" y="343889"/>
                </a:lnTo>
                <a:cubicBezTo>
                  <a:pt x="150929" y="343889"/>
                  <a:pt x="145197" y="345799"/>
                  <a:pt x="143287" y="349620"/>
                </a:cubicBezTo>
                <a:lnTo>
                  <a:pt x="95525" y="403114"/>
                </a:lnTo>
                <a:lnTo>
                  <a:pt x="95525" y="362993"/>
                </a:lnTo>
                <a:cubicBezTo>
                  <a:pt x="95525" y="351530"/>
                  <a:pt x="87883" y="343889"/>
                  <a:pt x="76420" y="343889"/>
                </a:cubicBezTo>
                <a:lnTo>
                  <a:pt x="19105" y="343889"/>
                </a:lnTo>
                <a:lnTo>
                  <a:pt x="19105" y="171944"/>
                </a:lnTo>
                <a:lnTo>
                  <a:pt x="267469" y="171944"/>
                </a:lnTo>
                <a:lnTo>
                  <a:pt x="267469" y="343889"/>
                </a:lnTo>
                <a:close/>
                <a:moveTo>
                  <a:pt x="401203" y="191049"/>
                </a:moveTo>
                <a:lnTo>
                  <a:pt x="343889" y="191049"/>
                </a:lnTo>
                <a:cubicBezTo>
                  <a:pt x="332426" y="191049"/>
                  <a:pt x="324784" y="198691"/>
                  <a:pt x="324784" y="210154"/>
                </a:cubicBezTo>
                <a:lnTo>
                  <a:pt x="324784" y="250274"/>
                </a:lnTo>
                <a:lnTo>
                  <a:pt x="286574" y="208244"/>
                </a:lnTo>
                <a:lnTo>
                  <a:pt x="286574" y="171944"/>
                </a:lnTo>
                <a:cubicBezTo>
                  <a:pt x="286574" y="160481"/>
                  <a:pt x="278932" y="152839"/>
                  <a:pt x="267469" y="152839"/>
                </a:cubicBezTo>
                <a:lnTo>
                  <a:pt x="152839" y="152839"/>
                </a:lnTo>
                <a:lnTo>
                  <a:pt x="152839" y="19105"/>
                </a:lnTo>
                <a:lnTo>
                  <a:pt x="401203" y="19105"/>
                </a:lnTo>
                <a:lnTo>
                  <a:pt x="401203" y="191049"/>
                </a:lnTo>
                <a:close/>
                <a:moveTo>
                  <a:pt x="267469" y="85972"/>
                </a:moveTo>
                <a:lnTo>
                  <a:pt x="286574" y="85972"/>
                </a:lnTo>
                <a:lnTo>
                  <a:pt x="286574" y="105077"/>
                </a:lnTo>
                <a:lnTo>
                  <a:pt x="267469" y="105077"/>
                </a:lnTo>
                <a:lnTo>
                  <a:pt x="267469" y="85972"/>
                </a:lnTo>
                <a:close/>
                <a:moveTo>
                  <a:pt x="324784" y="85972"/>
                </a:moveTo>
                <a:lnTo>
                  <a:pt x="343889" y="85972"/>
                </a:lnTo>
                <a:lnTo>
                  <a:pt x="343889" y="105077"/>
                </a:lnTo>
                <a:lnTo>
                  <a:pt x="324784" y="105077"/>
                </a:lnTo>
                <a:lnTo>
                  <a:pt x="324784" y="85972"/>
                </a:lnTo>
                <a:close/>
                <a:moveTo>
                  <a:pt x="210154" y="85972"/>
                </a:moveTo>
                <a:lnTo>
                  <a:pt x="229259" y="85972"/>
                </a:lnTo>
                <a:lnTo>
                  <a:pt x="229259" y="105077"/>
                </a:lnTo>
                <a:lnTo>
                  <a:pt x="210154" y="105077"/>
                </a:lnTo>
                <a:lnTo>
                  <a:pt x="210154" y="85972"/>
                </a:lnTo>
                <a:close/>
                <a:moveTo>
                  <a:pt x="57315" y="210154"/>
                </a:moveTo>
                <a:lnTo>
                  <a:pt x="229259" y="210154"/>
                </a:lnTo>
                <a:lnTo>
                  <a:pt x="229259" y="229259"/>
                </a:lnTo>
                <a:lnTo>
                  <a:pt x="57315" y="229259"/>
                </a:lnTo>
                <a:lnTo>
                  <a:pt x="57315" y="210154"/>
                </a:lnTo>
                <a:close/>
                <a:moveTo>
                  <a:pt x="57315" y="267469"/>
                </a:moveTo>
                <a:lnTo>
                  <a:pt x="171944" y="267469"/>
                </a:lnTo>
                <a:lnTo>
                  <a:pt x="171944" y="286574"/>
                </a:lnTo>
                <a:lnTo>
                  <a:pt x="57315" y="286574"/>
                </a:lnTo>
                <a:lnTo>
                  <a:pt x="57315" y="26746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Freeform: Shape 25" descr="No phones icon.">
            <a:extLst>
              <a:ext uri="{FF2B5EF4-FFF2-40B4-BE49-F238E27FC236}">
                <a16:creationId xmlns:a16="http://schemas.microsoft.com/office/drawing/2014/main" id="{0521318A-7677-4881-86A8-BAD2ED4130E9}"/>
              </a:ext>
            </a:extLst>
          </p:cNvPr>
          <p:cNvSpPr/>
          <p:nvPr/>
        </p:nvSpPr>
        <p:spPr>
          <a:xfrm>
            <a:off x="7089193" y="4222698"/>
            <a:ext cx="454964" cy="454964"/>
          </a:xfrm>
          <a:custGeom>
            <a:avLst/>
            <a:gdLst>
              <a:gd name="connsiteX0" fmla="*/ 225586 w 454964"/>
              <a:gd name="connsiteY0" fmla="*/ 322266 h 454964"/>
              <a:gd name="connsiteX1" fmla="*/ 221794 w 454964"/>
              <a:gd name="connsiteY1" fmla="*/ 326057 h 454964"/>
              <a:gd name="connsiteX2" fmla="*/ 231273 w 454964"/>
              <a:gd name="connsiteY2" fmla="*/ 326057 h 454964"/>
              <a:gd name="connsiteX3" fmla="*/ 225586 w 454964"/>
              <a:gd name="connsiteY3" fmla="*/ 322266 h 454964"/>
              <a:gd name="connsiteX4" fmla="*/ 227481 w 454964"/>
              <a:gd name="connsiteY4" fmla="*/ 303309 h 454964"/>
              <a:gd name="connsiteX5" fmla="*/ 250229 w 454964"/>
              <a:gd name="connsiteY5" fmla="*/ 326057 h 454964"/>
              <a:gd name="connsiteX6" fmla="*/ 227481 w 454964"/>
              <a:gd name="connsiteY6" fmla="*/ 348805 h 454964"/>
              <a:gd name="connsiteX7" fmla="*/ 204733 w 454964"/>
              <a:gd name="connsiteY7" fmla="*/ 326057 h 454964"/>
              <a:gd name="connsiteX8" fmla="*/ 227481 w 454964"/>
              <a:gd name="connsiteY8" fmla="*/ 303309 h 454964"/>
              <a:gd name="connsiteX9" fmla="*/ 180089 w 454964"/>
              <a:gd name="connsiteY9" fmla="*/ 104262 h 454964"/>
              <a:gd name="connsiteX10" fmla="*/ 236960 w 454964"/>
              <a:gd name="connsiteY10" fmla="*/ 104262 h 454964"/>
              <a:gd name="connsiteX11" fmla="*/ 236960 w 454964"/>
              <a:gd name="connsiteY11" fmla="*/ 123219 h 454964"/>
              <a:gd name="connsiteX12" fmla="*/ 180089 w 454964"/>
              <a:gd name="connsiteY12" fmla="*/ 123219 h 454964"/>
              <a:gd name="connsiteX13" fmla="*/ 255688 w 454964"/>
              <a:gd name="connsiteY13" fmla="*/ 103950 h 454964"/>
              <a:gd name="connsiteX14" fmla="*/ 274644 w 454964"/>
              <a:gd name="connsiteY14" fmla="*/ 104046 h 454964"/>
              <a:gd name="connsiteX15" fmla="*/ 274548 w 454964"/>
              <a:gd name="connsiteY15" fmla="*/ 123003 h 454964"/>
              <a:gd name="connsiteX16" fmla="*/ 255591 w 454964"/>
              <a:gd name="connsiteY16" fmla="*/ 122906 h 454964"/>
              <a:gd name="connsiteX17" fmla="*/ 161133 w 454964"/>
              <a:gd name="connsiteY17" fmla="*/ 94784 h 454964"/>
              <a:gd name="connsiteX18" fmla="*/ 161133 w 454964"/>
              <a:gd name="connsiteY18" fmla="*/ 360180 h 454964"/>
              <a:gd name="connsiteX19" fmla="*/ 293831 w 454964"/>
              <a:gd name="connsiteY19" fmla="*/ 360180 h 454964"/>
              <a:gd name="connsiteX20" fmla="*/ 293831 w 454964"/>
              <a:gd name="connsiteY20" fmla="*/ 94784 h 454964"/>
              <a:gd name="connsiteX21" fmla="*/ 161133 w 454964"/>
              <a:gd name="connsiteY21" fmla="*/ 75827 h 454964"/>
              <a:gd name="connsiteX22" fmla="*/ 293831 w 454964"/>
              <a:gd name="connsiteY22" fmla="*/ 75827 h 454964"/>
              <a:gd name="connsiteX23" fmla="*/ 312788 w 454964"/>
              <a:gd name="connsiteY23" fmla="*/ 94784 h 454964"/>
              <a:gd name="connsiteX24" fmla="*/ 312788 w 454964"/>
              <a:gd name="connsiteY24" fmla="*/ 360180 h 454964"/>
              <a:gd name="connsiteX25" fmla="*/ 293831 w 454964"/>
              <a:gd name="connsiteY25" fmla="*/ 379136 h 454964"/>
              <a:gd name="connsiteX26" fmla="*/ 161133 w 454964"/>
              <a:gd name="connsiteY26" fmla="*/ 379136 h 454964"/>
              <a:gd name="connsiteX27" fmla="*/ 142176 w 454964"/>
              <a:gd name="connsiteY27" fmla="*/ 360180 h 454964"/>
              <a:gd name="connsiteX28" fmla="*/ 142176 w 454964"/>
              <a:gd name="connsiteY28" fmla="*/ 94784 h 454964"/>
              <a:gd name="connsiteX29" fmla="*/ 161133 w 454964"/>
              <a:gd name="connsiteY29" fmla="*/ 75827 h 454964"/>
              <a:gd name="connsiteX30" fmla="*/ 227482 w 454964"/>
              <a:gd name="connsiteY30" fmla="*/ 18957 h 454964"/>
              <a:gd name="connsiteX31" fmla="*/ 87201 w 454964"/>
              <a:gd name="connsiteY31" fmla="*/ 73932 h 454964"/>
              <a:gd name="connsiteX32" fmla="*/ 130802 w 454964"/>
              <a:gd name="connsiteY32" fmla="*/ 117532 h 454964"/>
              <a:gd name="connsiteX33" fmla="*/ 117532 w 454964"/>
              <a:gd name="connsiteY33" fmla="*/ 130802 h 454964"/>
              <a:gd name="connsiteX34" fmla="*/ 73932 w 454964"/>
              <a:gd name="connsiteY34" fmla="*/ 87201 h 454964"/>
              <a:gd name="connsiteX35" fmla="*/ 18957 w 454964"/>
              <a:gd name="connsiteY35" fmla="*/ 227482 h 454964"/>
              <a:gd name="connsiteX36" fmla="*/ 227482 w 454964"/>
              <a:gd name="connsiteY36" fmla="*/ 436007 h 454964"/>
              <a:gd name="connsiteX37" fmla="*/ 367763 w 454964"/>
              <a:gd name="connsiteY37" fmla="*/ 381032 h 454964"/>
              <a:gd name="connsiteX38" fmla="*/ 324162 w 454964"/>
              <a:gd name="connsiteY38" fmla="*/ 337432 h 454964"/>
              <a:gd name="connsiteX39" fmla="*/ 337432 w 454964"/>
              <a:gd name="connsiteY39" fmla="*/ 324162 h 454964"/>
              <a:gd name="connsiteX40" fmla="*/ 381032 w 454964"/>
              <a:gd name="connsiteY40" fmla="*/ 367763 h 454964"/>
              <a:gd name="connsiteX41" fmla="*/ 436007 w 454964"/>
              <a:gd name="connsiteY41" fmla="*/ 227482 h 454964"/>
              <a:gd name="connsiteX42" fmla="*/ 227482 w 454964"/>
              <a:gd name="connsiteY42" fmla="*/ 18957 h 454964"/>
              <a:gd name="connsiteX43" fmla="*/ 227482 w 454964"/>
              <a:gd name="connsiteY43" fmla="*/ 0 h 454964"/>
              <a:gd name="connsiteX44" fmla="*/ 454964 w 454964"/>
              <a:gd name="connsiteY44" fmla="*/ 227482 h 454964"/>
              <a:gd name="connsiteX45" fmla="*/ 227482 w 454964"/>
              <a:gd name="connsiteY45" fmla="*/ 454964 h 454964"/>
              <a:gd name="connsiteX46" fmla="*/ 0 w 454964"/>
              <a:gd name="connsiteY46" fmla="*/ 227482 h 454964"/>
              <a:gd name="connsiteX47" fmla="*/ 227482 w 454964"/>
              <a:gd name="connsiteY47" fmla="*/ 0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54964" h="454964">
                <a:moveTo>
                  <a:pt x="225586" y="322266"/>
                </a:moveTo>
                <a:cubicBezTo>
                  <a:pt x="223690" y="322266"/>
                  <a:pt x="221794" y="324162"/>
                  <a:pt x="221794" y="326057"/>
                </a:cubicBezTo>
                <a:cubicBezTo>
                  <a:pt x="221794" y="331744"/>
                  <a:pt x="231273" y="331744"/>
                  <a:pt x="231273" y="326057"/>
                </a:cubicBezTo>
                <a:cubicBezTo>
                  <a:pt x="231273" y="324162"/>
                  <a:pt x="227481" y="322266"/>
                  <a:pt x="225586" y="322266"/>
                </a:cubicBezTo>
                <a:close/>
                <a:moveTo>
                  <a:pt x="227481" y="303309"/>
                </a:moveTo>
                <a:cubicBezTo>
                  <a:pt x="238855" y="303309"/>
                  <a:pt x="250229" y="312787"/>
                  <a:pt x="250229" y="326057"/>
                </a:cubicBezTo>
                <a:cubicBezTo>
                  <a:pt x="250229" y="337431"/>
                  <a:pt x="240751" y="348805"/>
                  <a:pt x="227481" y="348805"/>
                </a:cubicBezTo>
                <a:cubicBezTo>
                  <a:pt x="216107" y="348805"/>
                  <a:pt x="204733" y="339327"/>
                  <a:pt x="204733" y="326057"/>
                </a:cubicBezTo>
                <a:cubicBezTo>
                  <a:pt x="204733" y="312787"/>
                  <a:pt x="216107" y="303309"/>
                  <a:pt x="227481" y="303309"/>
                </a:cubicBezTo>
                <a:close/>
                <a:moveTo>
                  <a:pt x="180089" y="104262"/>
                </a:moveTo>
                <a:lnTo>
                  <a:pt x="236960" y="104262"/>
                </a:lnTo>
                <a:lnTo>
                  <a:pt x="236960" y="123219"/>
                </a:lnTo>
                <a:lnTo>
                  <a:pt x="180089" y="123219"/>
                </a:lnTo>
                <a:close/>
                <a:moveTo>
                  <a:pt x="255688" y="103950"/>
                </a:moveTo>
                <a:lnTo>
                  <a:pt x="274644" y="104046"/>
                </a:lnTo>
                <a:lnTo>
                  <a:pt x="274548" y="123003"/>
                </a:lnTo>
                <a:lnTo>
                  <a:pt x="255591" y="122906"/>
                </a:lnTo>
                <a:close/>
                <a:moveTo>
                  <a:pt x="161133" y="94784"/>
                </a:moveTo>
                <a:lnTo>
                  <a:pt x="161133" y="360180"/>
                </a:lnTo>
                <a:lnTo>
                  <a:pt x="293831" y="360180"/>
                </a:lnTo>
                <a:lnTo>
                  <a:pt x="293831" y="94784"/>
                </a:lnTo>
                <a:close/>
                <a:moveTo>
                  <a:pt x="161133" y="75827"/>
                </a:moveTo>
                <a:lnTo>
                  <a:pt x="293831" y="75827"/>
                </a:lnTo>
                <a:cubicBezTo>
                  <a:pt x="305205" y="75827"/>
                  <a:pt x="312788" y="83410"/>
                  <a:pt x="312788" y="94784"/>
                </a:cubicBezTo>
                <a:lnTo>
                  <a:pt x="312788" y="360180"/>
                </a:lnTo>
                <a:cubicBezTo>
                  <a:pt x="312788" y="371554"/>
                  <a:pt x="305205" y="379136"/>
                  <a:pt x="293831" y="379136"/>
                </a:cubicBezTo>
                <a:lnTo>
                  <a:pt x="161133" y="379136"/>
                </a:lnTo>
                <a:cubicBezTo>
                  <a:pt x="149759" y="379136"/>
                  <a:pt x="142176" y="371554"/>
                  <a:pt x="142176" y="360180"/>
                </a:cubicBezTo>
                <a:lnTo>
                  <a:pt x="142176" y="94784"/>
                </a:lnTo>
                <a:cubicBezTo>
                  <a:pt x="142176" y="83410"/>
                  <a:pt x="149759" y="75827"/>
                  <a:pt x="161133" y="75827"/>
                </a:cubicBezTo>
                <a:close/>
                <a:moveTo>
                  <a:pt x="227482" y="18957"/>
                </a:moveTo>
                <a:cubicBezTo>
                  <a:pt x="172507" y="18957"/>
                  <a:pt x="125115" y="39809"/>
                  <a:pt x="87201" y="73932"/>
                </a:cubicBezTo>
                <a:lnTo>
                  <a:pt x="130802" y="117532"/>
                </a:lnTo>
                <a:lnTo>
                  <a:pt x="117532" y="130802"/>
                </a:lnTo>
                <a:lnTo>
                  <a:pt x="73932" y="87201"/>
                </a:lnTo>
                <a:cubicBezTo>
                  <a:pt x="39809" y="123219"/>
                  <a:pt x="18957" y="172507"/>
                  <a:pt x="18957" y="227482"/>
                </a:cubicBezTo>
                <a:cubicBezTo>
                  <a:pt x="18957" y="343119"/>
                  <a:pt x="111845" y="436007"/>
                  <a:pt x="227482" y="436007"/>
                </a:cubicBezTo>
                <a:cubicBezTo>
                  <a:pt x="282457" y="436007"/>
                  <a:pt x="329849" y="415155"/>
                  <a:pt x="367763" y="381032"/>
                </a:cubicBezTo>
                <a:lnTo>
                  <a:pt x="324162" y="337432"/>
                </a:lnTo>
                <a:lnTo>
                  <a:pt x="337432" y="324162"/>
                </a:lnTo>
                <a:lnTo>
                  <a:pt x="381032" y="367763"/>
                </a:lnTo>
                <a:cubicBezTo>
                  <a:pt x="415155" y="331745"/>
                  <a:pt x="436007" y="282457"/>
                  <a:pt x="436007" y="227482"/>
                </a:cubicBezTo>
                <a:cubicBezTo>
                  <a:pt x="436007" y="111845"/>
                  <a:pt x="343119" y="18957"/>
                  <a:pt x="227482" y="18957"/>
                </a:cubicBezTo>
                <a:close/>
                <a:moveTo>
                  <a:pt x="227482" y="0"/>
                </a:moveTo>
                <a:cubicBezTo>
                  <a:pt x="352597" y="0"/>
                  <a:pt x="454964" y="102367"/>
                  <a:pt x="454964" y="227482"/>
                </a:cubicBezTo>
                <a:cubicBezTo>
                  <a:pt x="454964" y="352597"/>
                  <a:pt x="352597" y="454964"/>
                  <a:pt x="227482" y="454964"/>
                </a:cubicBezTo>
                <a:cubicBezTo>
                  <a:pt x="102367" y="454964"/>
                  <a:pt x="0" y="352597"/>
                  <a:pt x="0" y="227482"/>
                </a:cubicBezTo>
                <a:cubicBezTo>
                  <a:pt x="0" y="102367"/>
                  <a:pt x="102367" y="0"/>
                  <a:pt x="227482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7" name="Freeform: Shape 26" descr="No audio icon.">
            <a:extLst>
              <a:ext uri="{FF2B5EF4-FFF2-40B4-BE49-F238E27FC236}">
                <a16:creationId xmlns:a16="http://schemas.microsoft.com/office/drawing/2014/main" id="{74149B3F-7782-419A-B3F9-7CA70492C7DE}"/>
              </a:ext>
            </a:extLst>
          </p:cNvPr>
          <p:cNvSpPr/>
          <p:nvPr/>
        </p:nvSpPr>
        <p:spPr>
          <a:xfrm>
            <a:off x="8315796" y="4222698"/>
            <a:ext cx="454964" cy="454964"/>
          </a:xfrm>
          <a:custGeom>
            <a:avLst/>
            <a:gdLst>
              <a:gd name="connsiteX0" fmla="*/ 132697 w 454964"/>
              <a:gd name="connsiteY0" fmla="*/ 218003 h 454964"/>
              <a:gd name="connsiteX1" fmla="*/ 151654 w 454964"/>
              <a:gd name="connsiteY1" fmla="*/ 218003 h 454964"/>
              <a:gd name="connsiteX2" fmla="*/ 227481 w 454964"/>
              <a:gd name="connsiteY2" fmla="*/ 293830 h 454964"/>
              <a:gd name="connsiteX3" fmla="*/ 303309 w 454964"/>
              <a:gd name="connsiteY3" fmla="*/ 218003 h 454964"/>
              <a:gd name="connsiteX4" fmla="*/ 322265 w 454964"/>
              <a:gd name="connsiteY4" fmla="*/ 218003 h 454964"/>
              <a:gd name="connsiteX5" fmla="*/ 236960 w 454964"/>
              <a:gd name="connsiteY5" fmla="*/ 310891 h 454964"/>
              <a:gd name="connsiteX6" fmla="*/ 236960 w 454964"/>
              <a:gd name="connsiteY6" fmla="*/ 377240 h 454964"/>
              <a:gd name="connsiteX7" fmla="*/ 284352 w 454964"/>
              <a:gd name="connsiteY7" fmla="*/ 377240 h 454964"/>
              <a:gd name="connsiteX8" fmla="*/ 284352 w 454964"/>
              <a:gd name="connsiteY8" fmla="*/ 396197 h 454964"/>
              <a:gd name="connsiteX9" fmla="*/ 170611 w 454964"/>
              <a:gd name="connsiteY9" fmla="*/ 396197 h 454964"/>
              <a:gd name="connsiteX10" fmla="*/ 170611 w 454964"/>
              <a:gd name="connsiteY10" fmla="*/ 377240 h 454964"/>
              <a:gd name="connsiteX11" fmla="*/ 218003 w 454964"/>
              <a:gd name="connsiteY11" fmla="*/ 377240 h 454964"/>
              <a:gd name="connsiteX12" fmla="*/ 218003 w 454964"/>
              <a:gd name="connsiteY12" fmla="*/ 310891 h 454964"/>
              <a:gd name="connsiteX13" fmla="*/ 132697 w 454964"/>
              <a:gd name="connsiteY13" fmla="*/ 218003 h 454964"/>
              <a:gd name="connsiteX14" fmla="*/ 189568 w 454964"/>
              <a:gd name="connsiteY14" fmla="*/ 180089 h 454964"/>
              <a:gd name="connsiteX15" fmla="*/ 189568 w 454964"/>
              <a:gd name="connsiteY15" fmla="*/ 218003 h 454964"/>
              <a:gd name="connsiteX16" fmla="*/ 227481 w 454964"/>
              <a:gd name="connsiteY16" fmla="*/ 255917 h 454964"/>
              <a:gd name="connsiteX17" fmla="*/ 265395 w 454964"/>
              <a:gd name="connsiteY17" fmla="*/ 218003 h 454964"/>
              <a:gd name="connsiteX18" fmla="*/ 265395 w 454964"/>
              <a:gd name="connsiteY18" fmla="*/ 180089 h 454964"/>
              <a:gd name="connsiteX19" fmla="*/ 227481 w 454964"/>
              <a:gd name="connsiteY19" fmla="*/ 75827 h 454964"/>
              <a:gd name="connsiteX20" fmla="*/ 189568 w 454964"/>
              <a:gd name="connsiteY20" fmla="*/ 113741 h 454964"/>
              <a:gd name="connsiteX21" fmla="*/ 189568 w 454964"/>
              <a:gd name="connsiteY21" fmla="*/ 161133 h 454964"/>
              <a:gd name="connsiteX22" fmla="*/ 265395 w 454964"/>
              <a:gd name="connsiteY22" fmla="*/ 161133 h 454964"/>
              <a:gd name="connsiteX23" fmla="*/ 265395 w 454964"/>
              <a:gd name="connsiteY23" fmla="*/ 113741 h 454964"/>
              <a:gd name="connsiteX24" fmla="*/ 227481 w 454964"/>
              <a:gd name="connsiteY24" fmla="*/ 75827 h 454964"/>
              <a:gd name="connsiteX25" fmla="*/ 227481 w 454964"/>
              <a:gd name="connsiteY25" fmla="*/ 56870 h 454964"/>
              <a:gd name="connsiteX26" fmla="*/ 284352 w 454964"/>
              <a:gd name="connsiteY26" fmla="*/ 113741 h 454964"/>
              <a:gd name="connsiteX27" fmla="*/ 284352 w 454964"/>
              <a:gd name="connsiteY27" fmla="*/ 161133 h 454964"/>
              <a:gd name="connsiteX28" fmla="*/ 303309 w 454964"/>
              <a:gd name="connsiteY28" fmla="*/ 161133 h 454964"/>
              <a:gd name="connsiteX29" fmla="*/ 303309 w 454964"/>
              <a:gd name="connsiteY29" fmla="*/ 180089 h 454964"/>
              <a:gd name="connsiteX30" fmla="*/ 284352 w 454964"/>
              <a:gd name="connsiteY30" fmla="*/ 180089 h 454964"/>
              <a:gd name="connsiteX31" fmla="*/ 284352 w 454964"/>
              <a:gd name="connsiteY31" fmla="*/ 218003 h 454964"/>
              <a:gd name="connsiteX32" fmla="*/ 227481 w 454964"/>
              <a:gd name="connsiteY32" fmla="*/ 274874 h 454964"/>
              <a:gd name="connsiteX33" fmla="*/ 170611 w 454964"/>
              <a:gd name="connsiteY33" fmla="*/ 218003 h 454964"/>
              <a:gd name="connsiteX34" fmla="*/ 170611 w 454964"/>
              <a:gd name="connsiteY34" fmla="*/ 180089 h 454964"/>
              <a:gd name="connsiteX35" fmla="*/ 151654 w 454964"/>
              <a:gd name="connsiteY35" fmla="*/ 180089 h 454964"/>
              <a:gd name="connsiteX36" fmla="*/ 151654 w 454964"/>
              <a:gd name="connsiteY36" fmla="*/ 161133 h 454964"/>
              <a:gd name="connsiteX37" fmla="*/ 170611 w 454964"/>
              <a:gd name="connsiteY37" fmla="*/ 161133 h 454964"/>
              <a:gd name="connsiteX38" fmla="*/ 170611 w 454964"/>
              <a:gd name="connsiteY38" fmla="*/ 113741 h 454964"/>
              <a:gd name="connsiteX39" fmla="*/ 227481 w 454964"/>
              <a:gd name="connsiteY39" fmla="*/ 56870 h 454964"/>
              <a:gd name="connsiteX40" fmla="*/ 227482 w 454964"/>
              <a:gd name="connsiteY40" fmla="*/ 18957 h 454964"/>
              <a:gd name="connsiteX41" fmla="*/ 87201 w 454964"/>
              <a:gd name="connsiteY41" fmla="*/ 73932 h 454964"/>
              <a:gd name="connsiteX42" fmla="*/ 149759 w 454964"/>
              <a:gd name="connsiteY42" fmla="*/ 136489 h 454964"/>
              <a:gd name="connsiteX43" fmla="*/ 136489 w 454964"/>
              <a:gd name="connsiteY43" fmla="*/ 149759 h 454964"/>
              <a:gd name="connsiteX44" fmla="*/ 73932 w 454964"/>
              <a:gd name="connsiteY44" fmla="*/ 87201 h 454964"/>
              <a:gd name="connsiteX45" fmla="*/ 18957 w 454964"/>
              <a:gd name="connsiteY45" fmla="*/ 227482 h 454964"/>
              <a:gd name="connsiteX46" fmla="*/ 227482 w 454964"/>
              <a:gd name="connsiteY46" fmla="*/ 436007 h 454964"/>
              <a:gd name="connsiteX47" fmla="*/ 367763 w 454964"/>
              <a:gd name="connsiteY47" fmla="*/ 381032 h 454964"/>
              <a:gd name="connsiteX48" fmla="*/ 295727 w 454964"/>
              <a:gd name="connsiteY48" fmla="*/ 308996 h 454964"/>
              <a:gd name="connsiteX49" fmla="*/ 308996 w 454964"/>
              <a:gd name="connsiteY49" fmla="*/ 295727 h 454964"/>
              <a:gd name="connsiteX50" fmla="*/ 381032 w 454964"/>
              <a:gd name="connsiteY50" fmla="*/ 367763 h 454964"/>
              <a:gd name="connsiteX51" fmla="*/ 436007 w 454964"/>
              <a:gd name="connsiteY51" fmla="*/ 227482 h 454964"/>
              <a:gd name="connsiteX52" fmla="*/ 227482 w 454964"/>
              <a:gd name="connsiteY52" fmla="*/ 18957 h 454964"/>
              <a:gd name="connsiteX53" fmla="*/ 227482 w 454964"/>
              <a:gd name="connsiteY53" fmla="*/ 0 h 454964"/>
              <a:gd name="connsiteX54" fmla="*/ 454964 w 454964"/>
              <a:gd name="connsiteY54" fmla="*/ 227482 h 454964"/>
              <a:gd name="connsiteX55" fmla="*/ 227482 w 454964"/>
              <a:gd name="connsiteY55" fmla="*/ 454964 h 454964"/>
              <a:gd name="connsiteX56" fmla="*/ 0 w 454964"/>
              <a:gd name="connsiteY56" fmla="*/ 227482 h 454964"/>
              <a:gd name="connsiteX57" fmla="*/ 227482 w 454964"/>
              <a:gd name="connsiteY57" fmla="*/ 0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54964" h="454964">
                <a:moveTo>
                  <a:pt x="132697" y="218003"/>
                </a:moveTo>
                <a:lnTo>
                  <a:pt x="151654" y="218003"/>
                </a:lnTo>
                <a:cubicBezTo>
                  <a:pt x="151654" y="259708"/>
                  <a:pt x="185776" y="293830"/>
                  <a:pt x="227481" y="293830"/>
                </a:cubicBezTo>
                <a:cubicBezTo>
                  <a:pt x="269186" y="293830"/>
                  <a:pt x="303309" y="259708"/>
                  <a:pt x="303309" y="218003"/>
                </a:cubicBezTo>
                <a:lnTo>
                  <a:pt x="322265" y="218003"/>
                </a:lnTo>
                <a:cubicBezTo>
                  <a:pt x="322265" y="265395"/>
                  <a:pt x="284352" y="305204"/>
                  <a:pt x="236960" y="310891"/>
                </a:cubicBezTo>
                <a:lnTo>
                  <a:pt x="236960" y="377240"/>
                </a:lnTo>
                <a:lnTo>
                  <a:pt x="284352" y="377240"/>
                </a:lnTo>
                <a:lnTo>
                  <a:pt x="284352" y="396197"/>
                </a:lnTo>
                <a:lnTo>
                  <a:pt x="170611" y="396197"/>
                </a:lnTo>
                <a:lnTo>
                  <a:pt x="170611" y="377240"/>
                </a:lnTo>
                <a:lnTo>
                  <a:pt x="218003" y="377240"/>
                </a:lnTo>
                <a:lnTo>
                  <a:pt x="218003" y="310891"/>
                </a:lnTo>
                <a:cubicBezTo>
                  <a:pt x="170611" y="307100"/>
                  <a:pt x="132697" y="267291"/>
                  <a:pt x="132697" y="218003"/>
                </a:cubicBezTo>
                <a:close/>
                <a:moveTo>
                  <a:pt x="189568" y="180089"/>
                </a:moveTo>
                <a:lnTo>
                  <a:pt x="189568" y="218003"/>
                </a:lnTo>
                <a:cubicBezTo>
                  <a:pt x="189568" y="238856"/>
                  <a:pt x="206629" y="255917"/>
                  <a:pt x="227481" y="255917"/>
                </a:cubicBezTo>
                <a:cubicBezTo>
                  <a:pt x="248334" y="255917"/>
                  <a:pt x="265395" y="238856"/>
                  <a:pt x="265395" y="218003"/>
                </a:cubicBezTo>
                <a:lnTo>
                  <a:pt x="265395" y="180089"/>
                </a:lnTo>
                <a:close/>
                <a:moveTo>
                  <a:pt x="227481" y="75827"/>
                </a:moveTo>
                <a:cubicBezTo>
                  <a:pt x="206629" y="75827"/>
                  <a:pt x="189568" y="92888"/>
                  <a:pt x="189568" y="113741"/>
                </a:cubicBezTo>
                <a:lnTo>
                  <a:pt x="189568" y="161133"/>
                </a:lnTo>
                <a:lnTo>
                  <a:pt x="265395" y="161133"/>
                </a:lnTo>
                <a:lnTo>
                  <a:pt x="265395" y="113741"/>
                </a:lnTo>
                <a:cubicBezTo>
                  <a:pt x="265395" y="92888"/>
                  <a:pt x="248334" y="75827"/>
                  <a:pt x="227481" y="75827"/>
                </a:cubicBezTo>
                <a:close/>
                <a:moveTo>
                  <a:pt x="227481" y="56870"/>
                </a:moveTo>
                <a:cubicBezTo>
                  <a:pt x="259708" y="56870"/>
                  <a:pt x="284352" y="81514"/>
                  <a:pt x="284352" y="113741"/>
                </a:cubicBezTo>
                <a:lnTo>
                  <a:pt x="284352" y="161133"/>
                </a:lnTo>
                <a:lnTo>
                  <a:pt x="303309" y="161133"/>
                </a:lnTo>
                <a:lnTo>
                  <a:pt x="303309" y="180089"/>
                </a:lnTo>
                <a:lnTo>
                  <a:pt x="284352" y="180089"/>
                </a:lnTo>
                <a:lnTo>
                  <a:pt x="284352" y="218003"/>
                </a:lnTo>
                <a:cubicBezTo>
                  <a:pt x="284352" y="250230"/>
                  <a:pt x="259708" y="274874"/>
                  <a:pt x="227481" y="274874"/>
                </a:cubicBezTo>
                <a:cubicBezTo>
                  <a:pt x="195255" y="274874"/>
                  <a:pt x="170611" y="250230"/>
                  <a:pt x="170611" y="218003"/>
                </a:cubicBezTo>
                <a:lnTo>
                  <a:pt x="170611" y="180089"/>
                </a:lnTo>
                <a:lnTo>
                  <a:pt x="151654" y="180089"/>
                </a:lnTo>
                <a:lnTo>
                  <a:pt x="151654" y="161133"/>
                </a:lnTo>
                <a:lnTo>
                  <a:pt x="170611" y="161133"/>
                </a:lnTo>
                <a:lnTo>
                  <a:pt x="170611" y="113741"/>
                </a:lnTo>
                <a:cubicBezTo>
                  <a:pt x="170611" y="81514"/>
                  <a:pt x="195255" y="56870"/>
                  <a:pt x="227481" y="56870"/>
                </a:cubicBezTo>
                <a:close/>
                <a:moveTo>
                  <a:pt x="227482" y="18957"/>
                </a:moveTo>
                <a:cubicBezTo>
                  <a:pt x="172507" y="18957"/>
                  <a:pt x="123219" y="39809"/>
                  <a:pt x="87201" y="73932"/>
                </a:cubicBezTo>
                <a:lnTo>
                  <a:pt x="149759" y="136489"/>
                </a:lnTo>
                <a:lnTo>
                  <a:pt x="136489" y="149759"/>
                </a:lnTo>
                <a:lnTo>
                  <a:pt x="73932" y="87201"/>
                </a:lnTo>
                <a:cubicBezTo>
                  <a:pt x="39809" y="123219"/>
                  <a:pt x="18957" y="172507"/>
                  <a:pt x="18957" y="227482"/>
                </a:cubicBezTo>
                <a:cubicBezTo>
                  <a:pt x="18957" y="343119"/>
                  <a:pt x="111845" y="436007"/>
                  <a:pt x="227482" y="436007"/>
                </a:cubicBezTo>
                <a:cubicBezTo>
                  <a:pt x="282457" y="436007"/>
                  <a:pt x="329849" y="415155"/>
                  <a:pt x="367763" y="381032"/>
                </a:cubicBezTo>
                <a:lnTo>
                  <a:pt x="295727" y="308996"/>
                </a:lnTo>
                <a:lnTo>
                  <a:pt x="308996" y="295727"/>
                </a:lnTo>
                <a:lnTo>
                  <a:pt x="381032" y="367763"/>
                </a:lnTo>
                <a:cubicBezTo>
                  <a:pt x="415155" y="331745"/>
                  <a:pt x="436007" y="282457"/>
                  <a:pt x="436007" y="227482"/>
                </a:cubicBezTo>
                <a:cubicBezTo>
                  <a:pt x="436007" y="111845"/>
                  <a:pt x="343119" y="18957"/>
                  <a:pt x="227482" y="18957"/>
                </a:cubicBezTo>
                <a:close/>
                <a:moveTo>
                  <a:pt x="227482" y="0"/>
                </a:moveTo>
                <a:cubicBezTo>
                  <a:pt x="352597" y="0"/>
                  <a:pt x="454964" y="102367"/>
                  <a:pt x="454964" y="227482"/>
                </a:cubicBezTo>
                <a:cubicBezTo>
                  <a:pt x="454964" y="352597"/>
                  <a:pt x="352597" y="454964"/>
                  <a:pt x="227482" y="454964"/>
                </a:cubicBezTo>
                <a:cubicBezTo>
                  <a:pt x="102367" y="454964"/>
                  <a:pt x="0" y="352597"/>
                  <a:pt x="0" y="227482"/>
                </a:cubicBezTo>
                <a:cubicBezTo>
                  <a:pt x="0" y="102367"/>
                  <a:pt x="102367" y="0"/>
                  <a:pt x="227482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: Shape 28" descr="No photography icon.">
            <a:extLst>
              <a:ext uri="{FF2B5EF4-FFF2-40B4-BE49-F238E27FC236}">
                <a16:creationId xmlns:a16="http://schemas.microsoft.com/office/drawing/2014/main" id="{E3C13EDA-984E-4C7F-A7D6-8775ECD82372}"/>
              </a:ext>
            </a:extLst>
          </p:cNvPr>
          <p:cNvSpPr/>
          <p:nvPr/>
        </p:nvSpPr>
        <p:spPr>
          <a:xfrm>
            <a:off x="9547939" y="4222698"/>
            <a:ext cx="454964" cy="454964"/>
          </a:xfrm>
          <a:custGeom>
            <a:avLst/>
            <a:gdLst>
              <a:gd name="connsiteX0" fmla="*/ 261224 w 454964"/>
              <a:gd name="connsiteY0" fmla="*/ 186878 h 454964"/>
              <a:gd name="connsiteX1" fmla="*/ 219519 w 454964"/>
              <a:gd name="connsiteY1" fmla="*/ 228583 h 454964"/>
              <a:gd name="connsiteX2" fmla="*/ 219519 w 454964"/>
              <a:gd name="connsiteY2" fmla="*/ 230479 h 454964"/>
              <a:gd name="connsiteX3" fmla="*/ 263120 w 454964"/>
              <a:gd name="connsiteY3" fmla="*/ 272184 h 454964"/>
              <a:gd name="connsiteX4" fmla="*/ 304825 w 454964"/>
              <a:gd name="connsiteY4" fmla="*/ 228583 h 454964"/>
              <a:gd name="connsiteX5" fmla="*/ 261224 w 454964"/>
              <a:gd name="connsiteY5" fmla="*/ 186878 h 454964"/>
              <a:gd name="connsiteX6" fmla="*/ 156961 w 454964"/>
              <a:gd name="connsiteY6" fmla="*/ 186878 h 454964"/>
              <a:gd name="connsiteX7" fmla="*/ 151274 w 454964"/>
              <a:gd name="connsiteY7" fmla="*/ 192565 h 454964"/>
              <a:gd name="connsiteX8" fmla="*/ 160752 w 454964"/>
              <a:gd name="connsiteY8" fmla="*/ 192565 h 454964"/>
              <a:gd name="connsiteX9" fmla="*/ 156961 w 454964"/>
              <a:gd name="connsiteY9" fmla="*/ 186878 h 454964"/>
              <a:gd name="connsiteX10" fmla="*/ 265015 w 454964"/>
              <a:gd name="connsiteY10" fmla="*/ 167921 h 454964"/>
              <a:gd name="connsiteX11" fmla="*/ 323781 w 454964"/>
              <a:gd name="connsiteY11" fmla="*/ 230479 h 454964"/>
              <a:gd name="connsiteX12" fmla="*/ 261224 w 454964"/>
              <a:gd name="connsiteY12" fmla="*/ 291140 h 454964"/>
              <a:gd name="connsiteX13" fmla="*/ 202458 w 454964"/>
              <a:gd name="connsiteY13" fmla="*/ 230479 h 454964"/>
              <a:gd name="connsiteX14" fmla="*/ 202458 w 454964"/>
              <a:gd name="connsiteY14" fmla="*/ 228583 h 454964"/>
              <a:gd name="connsiteX15" fmla="*/ 265015 w 454964"/>
              <a:gd name="connsiteY15" fmla="*/ 167921 h 454964"/>
              <a:gd name="connsiteX16" fmla="*/ 155065 w 454964"/>
              <a:gd name="connsiteY16" fmla="*/ 167921 h 454964"/>
              <a:gd name="connsiteX17" fmla="*/ 179709 w 454964"/>
              <a:gd name="connsiteY17" fmla="*/ 190669 h 454964"/>
              <a:gd name="connsiteX18" fmla="*/ 156961 w 454964"/>
              <a:gd name="connsiteY18" fmla="*/ 215313 h 454964"/>
              <a:gd name="connsiteX19" fmla="*/ 132317 w 454964"/>
              <a:gd name="connsiteY19" fmla="*/ 192565 h 454964"/>
              <a:gd name="connsiteX20" fmla="*/ 155065 w 454964"/>
              <a:gd name="connsiteY20" fmla="*/ 167921 h 454964"/>
              <a:gd name="connsiteX21" fmla="*/ 113361 w 454964"/>
              <a:gd name="connsiteY21" fmla="*/ 158443 h 454964"/>
              <a:gd name="connsiteX22" fmla="*/ 113361 w 454964"/>
              <a:gd name="connsiteY22" fmla="*/ 300619 h 454964"/>
              <a:gd name="connsiteX23" fmla="*/ 340843 w 454964"/>
              <a:gd name="connsiteY23" fmla="*/ 300619 h 454964"/>
              <a:gd name="connsiteX24" fmla="*/ 340843 w 454964"/>
              <a:gd name="connsiteY24" fmla="*/ 158443 h 454964"/>
              <a:gd name="connsiteX25" fmla="*/ 151275 w 454964"/>
              <a:gd name="connsiteY25" fmla="*/ 130007 h 454964"/>
              <a:gd name="connsiteX26" fmla="*/ 151275 w 454964"/>
              <a:gd name="connsiteY26" fmla="*/ 139486 h 454964"/>
              <a:gd name="connsiteX27" fmla="*/ 170231 w 454964"/>
              <a:gd name="connsiteY27" fmla="*/ 139486 h 454964"/>
              <a:gd name="connsiteX28" fmla="*/ 170231 w 454964"/>
              <a:gd name="connsiteY28" fmla="*/ 130007 h 454964"/>
              <a:gd name="connsiteX29" fmla="*/ 227102 w 454964"/>
              <a:gd name="connsiteY29" fmla="*/ 120529 h 454964"/>
              <a:gd name="connsiteX30" fmla="*/ 219519 w 454964"/>
              <a:gd name="connsiteY30" fmla="*/ 139486 h 454964"/>
              <a:gd name="connsiteX31" fmla="*/ 293451 w 454964"/>
              <a:gd name="connsiteY31" fmla="*/ 139486 h 454964"/>
              <a:gd name="connsiteX32" fmla="*/ 285868 w 454964"/>
              <a:gd name="connsiteY32" fmla="*/ 120529 h 454964"/>
              <a:gd name="connsiteX33" fmla="*/ 223310 w 454964"/>
              <a:gd name="connsiteY33" fmla="*/ 101572 h 454964"/>
              <a:gd name="connsiteX34" fmla="*/ 287764 w 454964"/>
              <a:gd name="connsiteY34" fmla="*/ 101572 h 454964"/>
              <a:gd name="connsiteX35" fmla="*/ 301033 w 454964"/>
              <a:gd name="connsiteY35" fmla="*/ 111050 h 454964"/>
              <a:gd name="connsiteX36" fmla="*/ 312408 w 454964"/>
              <a:gd name="connsiteY36" fmla="*/ 139486 h 454964"/>
              <a:gd name="connsiteX37" fmla="*/ 344634 w 454964"/>
              <a:gd name="connsiteY37" fmla="*/ 139486 h 454964"/>
              <a:gd name="connsiteX38" fmla="*/ 359800 w 454964"/>
              <a:gd name="connsiteY38" fmla="*/ 154651 h 454964"/>
              <a:gd name="connsiteX39" fmla="*/ 359800 w 454964"/>
              <a:gd name="connsiteY39" fmla="*/ 306306 h 454964"/>
              <a:gd name="connsiteX40" fmla="*/ 344634 w 454964"/>
              <a:gd name="connsiteY40" fmla="*/ 321471 h 454964"/>
              <a:gd name="connsiteX41" fmla="*/ 109569 w 454964"/>
              <a:gd name="connsiteY41" fmla="*/ 321471 h 454964"/>
              <a:gd name="connsiteX42" fmla="*/ 94404 w 454964"/>
              <a:gd name="connsiteY42" fmla="*/ 306306 h 454964"/>
              <a:gd name="connsiteX43" fmla="*/ 94404 w 454964"/>
              <a:gd name="connsiteY43" fmla="*/ 154651 h 454964"/>
              <a:gd name="connsiteX44" fmla="*/ 109569 w 454964"/>
              <a:gd name="connsiteY44" fmla="*/ 137590 h 454964"/>
              <a:gd name="connsiteX45" fmla="*/ 132318 w 454964"/>
              <a:gd name="connsiteY45" fmla="*/ 137590 h 454964"/>
              <a:gd name="connsiteX46" fmla="*/ 132318 w 454964"/>
              <a:gd name="connsiteY46" fmla="*/ 124320 h 454964"/>
              <a:gd name="connsiteX47" fmla="*/ 147483 w 454964"/>
              <a:gd name="connsiteY47" fmla="*/ 111050 h 454964"/>
              <a:gd name="connsiteX48" fmla="*/ 175918 w 454964"/>
              <a:gd name="connsiteY48" fmla="*/ 111050 h 454964"/>
              <a:gd name="connsiteX49" fmla="*/ 189188 w 454964"/>
              <a:gd name="connsiteY49" fmla="*/ 126216 h 454964"/>
              <a:gd name="connsiteX50" fmla="*/ 189188 w 454964"/>
              <a:gd name="connsiteY50" fmla="*/ 139486 h 454964"/>
              <a:gd name="connsiteX51" fmla="*/ 198667 w 454964"/>
              <a:gd name="connsiteY51" fmla="*/ 139486 h 454964"/>
              <a:gd name="connsiteX52" fmla="*/ 210041 w 454964"/>
              <a:gd name="connsiteY52" fmla="*/ 111050 h 454964"/>
              <a:gd name="connsiteX53" fmla="*/ 223310 w 454964"/>
              <a:gd name="connsiteY53" fmla="*/ 101572 h 454964"/>
              <a:gd name="connsiteX54" fmla="*/ 227482 w 454964"/>
              <a:gd name="connsiteY54" fmla="*/ 18957 h 454964"/>
              <a:gd name="connsiteX55" fmla="*/ 87201 w 454964"/>
              <a:gd name="connsiteY55" fmla="*/ 73932 h 454964"/>
              <a:gd name="connsiteX56" fmla="*/ 130802 w 454964"/>
              <a:gd name="connsiteY56" fmla="*/ 117532 h 454964"/>
              <a:gd name="connsiteX57" fmla="*/ 117532 w 454964"/>
              <a:gd name="connsiteY57" fmla="*/ 130802 h 454964"/>
              <a:gd name="connsiteX58" fmla="*/ 73932 w 454964"/>
              <a:gd name="connsiteY58" fmla="*/ 87201 h 454964"/>
              <a:gd name="connsiteX59" fmla="*/ 18957 w 454964"/>
              <a:gd name="connsiteY59" fmla="*/ 227482 h 454964"/>
              <a:gd name="connsiteX60" fmla="*/ 227482 w 454964"/>
              <a:gd name="connsiteY60" fmla="*/ 436007 h 454964"/>
              <a:gd name="connsiteX61" fmla="*/ 367763 w 454964"/>
              <a:gd name="connsiteY61" fmla="*/ 381032 h 454964"/>
              <a:gd name="connsiteX62" fmla="*/ 324162 w 454964"/>
              <a:gd name="connsiteY62" fmla="*/ 337432 h 454964"/>
              <a:gd name="connsiteX63" fmla="*/ 337432 w 454964"/>
              <a:gd name="connsiteY63" fmla="*/ 324162 h 454964"/>
              <a:gd name="connsiteX64" fmla="*/ 381032 w 454964"/>
              <a:gd name="connsiteY64" fmla="*/ 367763 h 454964"/>
              <a:gd name="connsiteX65" fmla="*/ 436007 w 454964"/>
              <a:gd name="connsiteY65" fmla="*/ 227482 h 454964"/>
              <a:gd name="connsiteX66" fmla="*/ 227482 w 454964"/>
              <a:gd name="connsiteY66" fmla="*/ 18957 h 454964"/>
              <a:gd name="connsiteX67" fmla="*/ 227482 w 454964"/>
              <a:gd name="connsiteY67" fmla="*/ 0 h 454964"/>
              <a:gd name="connsiteX68" fmla="*/ 454964 w 454964"/>
              <a:gd name="connsiteY68" fmla="*/ 227482 h 454964"/>
              <a:gd name="connsiteX69" fmla="*/ 227482 w 454964"/>
              <a:gd name="connsiteY69" fmla="*/ 454964 h 454964"/>
              <a:gd name="connsiteX70" fmla="*/ 0 w 454964"/>
              <a:gd name="connsiteY70" fmla="*/ 227482 h 454964"/>
              <a:gd name="connsiteX71" fmla="*/ 227482 w 454964"/>
              <a:gd name="connsiteY71" fmla="*/ 0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54964" h="454964">
                <a:moveTo>
                  <a:pt x="261224" y="186878"/>
                </a:moveTo>
                <a:cubicBezTo>
                  <a:pt x="238476" y="186878"/>
                  <a:pt x="219519" y="205835"/>
                  <a:pt x="219519" y="228583"/>
                </a:cubicBezTo>
                <a:cubicBezTo>
                  <a:pt x="219519" y="230479"/>
                  <a:pt x="219519" y="230479"/>
                  <a:pt x="219519" y="230479"/>
                </a:cubicBezTo>
                <a:cubicBezTo>
                  <a:pt x="219519" y="255122"/>
                  <a:pt x="240371" y="272184"/>
                  <a:pt x="263120" y="272184"/>
                </a:cubicBezTo>
                <a:cubicBezTo>
                  <a:pt x="287763" y="272184"/>
                  <a:pt x="304825" y="253227"/>
                  <a:pt x="304825" y="228583"/>
                </a:cubicBezTo>
                <a:cubicBezTo>
                  <a:pt x="304825" y="203939"/>
                  <a:pt x="283972" y="186878"/>
                  <a:pt x="261224" y="186878"/>
                </a:cubicBezTo>
                <a:close/>
                <a:moveTo>
                  <a:pt x="156961" y="186878"/>
                </a:moveTo>
                <a:cubicBezTo>
                  <a:pt x="153170" y="186878"/>
                  <a:pt x="151274" y="188774"/>
                  <a:pt x="151274" y="192565"/>
                </a:cubicBezTo>
                <a:cubicBezTo>
                  <a:pt x="151274" y="200148"/>
                  <a:pt x="160752" y="198252"/>
                  <a:pt x="160752" y="192565"/>
                </a:cubicBezTo>
                <a:cubicBezTo>
                  <a:pt x="160752" y="188774"/>
                  <a:pt x="158857" y="186878"/>
                  <a:pt x="156961" y="186878"/>
                </a:cubicBezTo>
                <a:close/>
                <a:moveTo>
                  <a:pt x="265015" y="167921"/>
                </a:moveTo>
                <a:cubicBezTo>
                  <a:pt x="299138" y="167921"/>
                  <a:pt x="323781" y="196356"/>
                  <a:pt x="323781" y="230479"/>
                </a:cubicBezTo>
                <a:cubicBezTo>
                  <a:pt x="323781" y="264601"/>
                  <a:pt x="295346" y="291140"/>
                  <a:pt x="261224" y="291140"/>
                </a:cubicBezTo>
                <a:cubicBezTo>
                  <a:pt x="228997" y="291140"/>
                  <a:pt x="200562" y="262705"/>
                  <a:pt x="202458" y="230479"/>
                </a:cubicBezTo>
                <a:cubicBezTo>
                  <a:pt x="202458" y="228583"/>
                  <a:pt x="202458" y="228583"/>
                  <a:pt x="202458" y="228583"/>
                </a:cubicBezTo>
                <a:cubicBezTo>
                  <a:pt x="202458" y="194461"/>
                  <a:pt x="230893" y="167921"/>
                  <a:pt x="265015" y="167921"/>
                </a:cubicBezTo>
                <a:close/>
                <a:moveTo>
                  <a:pt x="155065" y="167921"/>
                </a:moveTo>
                <a:cubicBezTo>
                  <a:pt x="168335" y="167921"/>
                  <a:pt x="179709" y="179295"/>
                  <a:pt x="179709" y="190669"/>
                </a:cubicBezTo>
                <a:cubicBezTo>
                  <a:pt x="179709" y="203939"/>
                  <a:pt x="170231" y="215313"/>
                  <a:pt x="156961" y="215313"/>
                </a:cubicBezTo>
                <a:cubicBezTo>
                  <a:pt x="143691" y="215313"/>
                  <a:pt x="132317" y="205835"/>
                  <a:pt x="132317" y="192565"/>
                </a:cubicBezTo>
                <a:cubicBezTo>
                  <a:pt x="132317" y="179295"/>
                  <a:pt x="141795" y="167921"/>
                  <a:pt x="155065" y="167921"/>
                </a:cubicBezTo>
                <a:close/>
                <a:moveTo>
                  <a:pt x="113361" y="158443"/>
                </a:moveTo>
                <a:lnTo>
                  <a:pt x="113361" y="300619"/>
                </a:lnTo>
                <a:lnTo>
                  <a:pt x="340843" y="300619"/>
                </a:lnTo>
                <a:lnTo>
                  <a:pt x="340843" y="158443"/>
                </a:lnTo>
                <a:close/>
                <a:moveTo>
                  <a:pt x="151275" y="130007"/>
                </a:moveTo>
                <a:lnTo>
                  <a:pt x="151275" y="139486"/>
                </a:lnTo>
                <a:lnTo>
                  <a:pt x="170231" y="139486"/>
                </a:lnTo>
                <a:lnTo>
                  <a:pt x="170231" y="130007"/>
                </a:lnTo>
                <a:close/>
                <a:moveTo>
                  <a:pt x="227102" y="120529"/>
                </a:moveTo>
                <a:lnTo>
                  <a:pt x="219519" y="139486"/>
                </a:lnTo>
                <a:lnTo>
                  <a:pt x="293451" y="139486"/>
                </a:lnTo>
                <a:lnTo>
                  <a:pt x="285868" y="120529"/>
                </a:lnTo>
                <a:close/>
                <a:moveTo>
                  <a:pt x="223310" y="101572"/>
                </a:moveTo>
                <a:lnTo>
                  <a:pt x="287764" y="101572"/>
                </a:lnTo>
                <a:cubicBezTo>
                  <a:pt x="293451" y="101572"/>
                  <a:pt x="299138" y="105363"/>
                  <a:pt x="301033" y="111050"/>
                </a:cubicBezTo>
                <a:lnTo>
                  <a:pt x="312408" y="139486"/>
                </a:lnTo>
                <a:lnTo>
                  <a:pt x="344634" y="139486"/>
                </a:lnTo>
                <a:cubicBezTo>
                  <a:pt x="354113" y="139486"/>
                  <a:pt x="359800" y="145173"/>
                  <a:pt x="359800" y="154651"/>
                </a:cubicBezTo>
                <a:lnTo>
                  <a:pt x="359800" y="306306"/>
                </a:lnTo>
                <a:cubicBezTo>
                  <a:pt x="359800" y="315784"/>
                  <a:pt x="352217" y="321471"/>
                  <a:pt x="344634" y="321471"/>
                </a:cubicBezTo>
                <a:lnTo>
                  <a:pt x="109569" y="321471"/>
                </a:lnTo>
                <a:cubicBezTo>
                  <a:pt x="100091" y="321471"/>
                  <a:pt x="94404" y="313889"/>
                  <a:pt x="94404" y="306306"/>
                </a:cubicBezTo>
                <a:lnTo>
                  <a:pt x="94404" y="154651"/>
                </a:lnTo>
                <a:cubicBezTo>
                  <a:pt x="94404" y="145173"/>
                  <a:pt x="100091" y="139486"/>
                  <a:pt x="109569" y="137590"/>
                </a:cubicBezTo>
                <a:lnTo>
                  <a:pt x="132318" y="137590"/>
                </a:lnTo>
                <a:lnTo>
                  <a:pt x="132318" y="124320"/>
                </a:lnTo>
                <a:cubicBezTo>
                  <a:pt x="132318" y="116737"/>
                  <a:pt x="139900" y="111050"/>
                  <a:pt x="147483" y="111050"/>
                </a:cubicBezTo>
                <a:lnTo>
                  <a:pt x="175918" y="111050"/>
                </a:lnTo>
                <a:cubicBezTo>
                  <a:pt x="183501" y="111050"/>
                  <a:pt x="189188" y="116737"/>
                  <a:pt x="189188" y="126216"/>
                </a:cubicBezTo>
                <a:lnTo>
                  <a:pt x="189188" y="139486"/>
                </a:lnTo>
                <a:lnTo>
                  <a:pt x="198667" y="139486"/>
                </a:lnTo>
                <a:lnTo>
                  <a:pt x="210041" y="111050"/>
                </a:lnTo>
                <a:cubicBezTo>
                  <a:pt x="211936" y="105363"/>
                  <a:pt x="217623" y="101572"/>
                  <a:pt x="223310" y="101572"/>
                </a:cubicBezTo>
                <a:close/>
                <a:moveTo>
                  <a:pt x="227482" y="18957"/>
                </a:moveTo>
                <a:cubicBezTo>
                  <a:pt x="172507" y="18957"/>
                  <a:pt x="125115" y="39809"/>
                  <a:pt x="87201" y="73932"/>
                </a:cubicBezTo>
                <a:lnTo>
                  <a:pt x="130802" y="117532"/>
                </a:lnTo>
                <a:lnTo>
                  <a:pt x="117532" y="130802"/>
                </a:lnTo>
                <a:lnTo>
                  <a:pt x="73932" y="87201"/>
                </a:lnTo>
                <a:cubicBezTo>
                  <a:pt x="39809" y="123219"/>
                  <a:pt x="18957" y="172507"/>
                  <a:pt x="18957" y="227482"/>
                </a:cubicBezTo>
                <a:cubicBezTo>
                  <a:pt x="18957" y="343119"/>
                  <a:pt x="111845" y="436007"/>
                  <a:pt x="227482" y="436007"/>
                </a:cubicBezTo>
                <a:cubicBezTo>
                  <a:pt x="282457" y="436007"/>
                  <a:pt x="329849" y="415155"/>
                  <a:pt x="367763" y="381032"/>
                </a:cubicBezTo>
                <a:lnTo>
                  <a:pt x="324162" y="337432"/>
                </a:lnTo>
                <a:lnTo>
                  <a:pt x="337432" y="324162"/>
                </a:lnTo>
                <a:lnTo>
                  <a:pt x="381032" y="367763"/>
                </a:lnTo>
                <a:cubicBezTo>
                  <a:pt x="415155" y="331745"/>
                  <a:pt x="436007" y="282457"/>
                  <a:pt x="436007" y="227482"/>
                </a:cubicBezTo>
                <a:cubicBezTo>
                  <a:pt x="436007" y="111845"/>
                  <a:pt x="343119" y="18957"/>
                  <a:pt x="227482" y="18957"/>
                </a:cubicBezTo>
                <a:close/>
                <a:moveTo>
                  <a:pt x="227482" y="0"/>
                </a:moveTo>
                <a:cubicBezTo>
                  <a:pt x="352597" y="0"/>
                  <a:pt x="454964" y="102367"/>
                  <a:pt x="454964" y="227482"/>
                </a:cubicBezTo>
                <a:cubicBezTo>
                  <a:pt x="454964" y="352597"/>
                  <a:pt x="352597" y="454964"/>
                  <a:pt x="227482" y="454964"/>
                </a:cubicBezTo>
                <a:cubicBezTo>
                  <a:pt x="102367" y="454964"/>
                  <a:pt x="0" y="352597"/>
                  <a:pt x="0" y="227482"/>
                </a:cubicBezTo>
                <a:cubicBezTo>
                  <a:pt x="0" y="102367"/>
                  <a:pt x="102367" y="0"/>
                  <a:pt x="227482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8" name="Graphic 36" descr="No video recording icon.">
            <a:extLst>
              <a:ext uri="{FF2B5EF4-FFF2-40B4-BE49-F238E27FC236}">
                <a16:creationId xmlns:a16="http://schemas.microsoft.com/office/drawing/2014/main" id="{E743F603-BEF7-44FE-8B73-CF57529B0964}"/>
              </a:ext>
            </a:extLst>
          </p:cNvPr>
          <p:cNvSpPr/>
          <p:nvPr/>
        </p:nvSpPr>
        <p:spPr>
          <a:xfrm>
            <a:off x="10769327" y="4222698"/>
            <a:ext cx="454964" cy="454964"/>
          </a:xfrm>
          <a:custGeom>
            <a:avLst/>
            <a:gdLst>
              <a:gd name="connsiteX0" fmla="*/ 236960 w 454964"/>
              <a:gd name="connsiteY0" fmla="*/ 454964 h 454964"/>
              <a:gd name="connsiteX1" fmla="*/ 236960 w 454964"/>
              <a:gd name="connsiteY1" fmla="*/ 454964 h 454964"/>
              <a:gd name="connsiteX2" fmla="*/ 227482 w 454964"/>
              <a:gd name="connsiteY2" fmla="*/ 454964 h 454964"/>
              <a:gd name="connsiteX3" fmla="*/ 236960 w 454964"/>
              <a:gd name="connsiteY3" fmla="*/ 454964 h 454964"/>
              <a:gd name="connsiteX4" fmla="*/ 218004 w 454964"/>
              <a:gd name="connsiteY4" fmla="*/ 454964 h 454964"/>
              <a:gd name="connsiteX5" fmla="*/ 227482 w 454964"/>
              <a:gd name="connsiteY5" fmla="*/ 454964 h 454964"/>
              <a:gd name="connsiteX6" fmla="*/ 218004 w 454964"/>
              <a:gd name="connsiteY6" fmla="*/ 454964 h 454964"/>
              <a:gd name="connsiteX7" fmla="*/ 218004 w 454964"/>
              <a:gd name="connsiteY7" fmla="*/ 454964 h 454964"/>
              <a:gd name="connsiteX8" fmla="*/ 0 w 454964"/>
              <a:gd name="connsiteY8" fmla="*/ 218004 h 454964"/>
              <a:gd name="connsiteX9" fmla="*/ 0 w 454964"/>
              <a:gd name="connsiteY9" fmla="*/ 227482 h 454964"/>
              <a:gd name="connsiteX10" fmla="*/ 0 w 454964"/>
              <a:gd name="connsiteY10" fmla="*/ 218004 h 454964"/>
              <a:gd name="connsiteX11" fmla="*/ 0 w 454964"/>
              <a:gd name="connsiteY11" fmla="*/ 218004 h 454964"/>
              <a:gd name="connsiteX12" fmla="*/ 0 w 454964"/>
              <a:gd name="connsiteY12" fmla="*/ 236960 h 454964"/>
              <a:gd name="connsiteX13" fmla="*/ 0 w 454964"/>
              <a:gd name="connsiteY13" fmla="*/ 236960 h 454964"/>
              <a:gd name="connsiteX14" fmla="*/ 0 w 454964"/>
              <a:gd name="connsiteY14" fmla="*/ 227482 h 454964"/>
              <a:gd name="connsiteX15" fmla="*/ 0 w 454964"/>
              <a:gd name="connsiteY15" fmla="*/ 236960 h 454964"/>
              <a:gd name="connsiteX16" fmla="*/ 454964 w 454964"/>
              <a:gd name="connsiteY16" fmla="*/ 218004 h 454964"/>
              <a:gd name="connsiteX17" fmla="*/ 454964 w 454964"/>
              <a:gd name="connsiteY17" fmla="*/ 227482 h 454964"/>
              <a:gd name="connsiteX18" fmla="*/ 454964 w 454964"/>
              <a:gd name="connsiteY18" fmla="*/ 236960 h 454964"/>
              <a:gd name="connsiteX19" fmla="*/ 236960 w 454964"/>
              <a:gd name="connsiteY19" fmla="*/ 454964 h 454964"/>
              <a:gd name="connsiteX20" fmla="*/ 227482 w 454964"/>
              <a:gd name="connsiteY20" fmla="*/ 454964 h 454964"/>
              <a:gd name="connsiteX21" fmla="*/ 218004 w 454964"/>
              <a:gd name="connsiteY21" fmla="*/ 454964 h 454964"/>
              <a:gd name="connsiteX22" fmla="*/ 0 w 454964"/>
              <a:gd name="connsiteY22" fmla="*/ 236960 h 454964"/>
              <a:gd name="connsiteX23" fmla="*/ 0 w 454964"/>
              <a:gd name="connsiteY23" fmla="*/ 227482 h 454964"/>
              <a:gd name="connsiteX24" fmla="*/ 0 w 454964"/>
              <a:gd name="connsiteY24" fmla="*/ 218004 h 454964"/>
              <a:gd name="connsiteX25" fmla="*/ 218004 w 454964"/>
              <a:gd name="connsiteY25" fmla="*/ 0 h 454964"/>
              <a:gd name="connsiteX26" fmla="*/ 227482 w 454964"/>
              <a:gd name="connsiteY26" fmla="*/ 0 h 454964"/>
              <a:gd name="connsiteX27" fmla="*/ 236960 w 454964"/>
              <a:gd name="connsiteY27" fmla="*/ 0 h 454964"/>
              <a:gd name="connsiteX28" fmla="*/ 454964 w 454964"/>
              <a:gd name="connsiteY28" fmla="*/ 218004 h 454964"/>
              <a:gd name="connsiteX29" fmla="*/ 436007 w 454964"/>
              <a:gd name="connsiteY29" fmla="*/ 236960 h 454964"/>
              <a:gd name="connsiteX30" fmla="*/ 436007 w 454964"/>
              <a:gd name="connsiteY30" fmla="*/ 227482 h 454964"/>
              <a:gd name="connsiteX31" fmla="*/ 436007 w 454964"/>
              <a:gd name="connsiteY31" fmla="*/ 218004 h 454964"/>
              <a:gd name="connsiteX32" fmla="*/ 236960 w 454964"/>
              <a:gd name="connsiteY32" fmla="*/ 18957 h 454964"/>
              <a:gd name="connsiteX33" fmla="*/ 227482 w 454964"/>
              <a:gd name="connsiteY33" fmla="*/ 18957 h 454964"/>
              <a:gd name="connsiteX34" fmla="*/ 218004 w 454964"/>
              <a:gd name="connsiteY34" fmla="*/ 18957 h 454964"/>
              <a:gd name="connsiteX35" fmla="*/ 77723 w 454964"/>
              <a:gd name="connsiteY35" fmla="*/ 83410 h 454964"/>
              <a:gd name="connsiteX36" fmla="*/ 121324 w 454964"/>
              <a:gd name="connsiteY36" fmla="*/ 127011 h 454964"/>
              <a:gd name="connsiteX37" fmla="*/ 106158 w 454964"/>
              <a:gd name="connsiteY37" fmla="*/ 140281 h 454964"/>
              <a:gd name="connsiteX38" fmla="*/ 64453 w 454964"/>
              <a:gd name="connsiteY38" fmla="*/ 96680 h 454964"/>
              <a:gd name="connsiteX39" fmla="*/ 18957 w 454964"/>
              <a:gd name="connsiteY39" fmla="*/ 218004 h 454964"/>
              <a:gd name="connsiteX40" fmla="*/ 18957 w 454964"/>
              <a:gd name="connsiteY40" fmla="*/ 227482 h 454964"/>
              <a:gd name="connsiteX41" fmla="*/ 18957 w 454964"/>
              <a:gd name="connsiteY41" fmla="*/ 236960 h 454964"/>
              <a:gd name="connsiteX42" fmla="*/ 218004 w 454964"/>
              <a:gd name="connsiteY42" fmla="*/ 436007 h 454964"/>
              <a:gd name="connsiteX43" fmla="*/ 227482 w 454964"/>
              <a:gd name="connsiteY43" fmla="*/ 436007 h 454964"/>
              <a:gd name="connsiteX44" fmla="*/ 236960 w 454964"/>
              <a:gd name="connsiteY44" fmla="*/ 436007 h 454964"/>
              <a:gd name="connsiteX45" fmla="*/ 358284 w 454964"/>
              <a:gd name="connsiteY45" fmla="*/ 390511 h 454964"/>
              <a:gd name="connsiteX46" fmla="*/ 307101 w 454964"/>
              <a:gd name="connsiteY46" fmla="*/ 339327 h 454964"/>
              <a:gd name="connsiteX47" fmla="*/ 320370 w 454964"/>
              <a:gd name="connsiteY47" fmla="*/ 326058 h 454964"/>
              <a:gd name="connsiteX48" fmla="*/ 373450 w 454964"/>
              <a:gd name="connsiteY48" fmla="*/ 379137 h 454964"/>
              <a:gd name="connsiteX49" fmla="*/ 436007 w 454964"/>
              <a:gd name="connsiteY49" fmla="*/ 236960 h 454964"/>
              <a:gd name="connsiteX50" fmla="*/ 436007 w 454964"/>
              <a:gd name="connsiteY50" fmla="*/ 236960 h 454964"/>
              <a:gd name="connsiteX51" fmla="*/ 218004 w 454964"/>
              <a:gd name="connsiteY51" fmla="*/ 140281 h 454964"/>
              <a:gd name="connsiteX52" fmla="*/ 208525 w 454964"/>
              <a:gd name="connsiteY52" fmla="*/ 115637 h 454964"/>
              <a:gd name="connsiteX53" fmla="*/ 218004 w 454964"/>
              <a:gd name="connsiteY53" fmla="*/ 90993 h 454964"/>
              <a:gd name="connsiteX54" fmla="*/ 236960 w 454964"/>
              <a:gd name="connsiteY54" fmla="*/ 79619 h 454964"/>
              <a:gd name="connsiteX55" fmla="*/ 246439 w 454964"/>
              <a:gd name="connsiteY55" fmla="*/ 77723 h 454964"/>
              <a:gd name="connsiteX56" fmla="*/ 284353 w 454964"/>
              <a:gd name="connsiteY56" fmla="*/ 115637 h 454964"/>
              <a:gd name="connsiteX57" fmla="*/ 246439 w 454964"/>
              <a:gd name="connsiteY57" fmla="*/ 153550 h 454964"/>
              <a:gd name="connsiteX58" fmla="*/ 236960 w 454964"/>
              <a:gd name="connsiteY58" fmla="*/ 151655 h 454964"/>
              <a:gd name="connsiteX59" fmla="*/ 218004 w 454964"/>
              <a:gd name="connsiteY59" fmla="*/ 140281 h 454964"/>
              <a:gd name="connsiteX60" fmla="*/ 227482 w 454964"/>
              <a:gd name="connsiteY60" fmla="*/ 115637 h 454964"/>
              <a:gd name="connsiteX61" fmla="*/ 236960 w 454964"/>
              <a:gd name="connsiteY61" fmla="*/ 130802 h 454964"/>
              <a:gd name="connsiteX62" fmla="*/ 246439 w 454964"/>
              <a:gd name="connsiteY62" fmla="*/ 134594 h 454964"/>
              <a:gd name="connsiteX63" fmla="*/ 265396 w 454964"/>
              <a:gd name="connsiteY63" fmla="*/ 115637 h 454964"/>
              <a:gd name="connsiteX64" fmla="*/ 246439 w 454964"/>
              <a:gd name="connsiteY64" fmla="*/ 96680 h 454964"/>
              <a:gd name="connsiteX65" fmla="*/ 236960 w 454964"/>
              <a:gd name="connsiteY65" fmla="*/ 100471 h 454964"/>
              <a:gd name="connsiteX66" fmla="*/ 227482 w 454964"/>
              <a:gd name="connsiteY66" fmla="*/ 115637 h 454964"/>
              <a:gd name="connsiteX67" fmla="*/ 303309 w 454964"/>
              <a:gd name="connsiteY67" fmla="*/ 218004 h 454964"/>
              <a:gd name="connsiteX68" fmla="*/ 303309 w 454964"/>
              <a:gd name="connsiteY68" fmla="*/ 312788 h 454964"/>
              <a:gd name="connsiteX69" fmla="*/ 284353 w 454964"/>
              <a:gd name="connsiteY69" fmla="*/ 331745 h 454964"/>
              <a:gd name="connsiteX70" fmla="*/ 113741 w 454964"/>
              <a:gd name="connsiteY70" fmla="*/ 331745 h 454964"/>
              <a:gd name="connsiteX71" fmla="*/ 94784 w 454964"/>
              <a:gd name="connsiteY71" fmla="*/ 312788 h 454964"/>
              <a:gd name="connsiteX72" fmla="*/ 94784 w 454964"/>
              <a:gd name="connsiteY72" fmla="*/ 180090 h 454964"/>
              <a:gd name="connsiteX73" fmla="*/ 113741 w 454964"/>
              <a:gd name="connsiteY73" fmla="*/ 161133 h 454964"/>
              <a:gd name="connsiteX74" fmla="*/ 284353 w 454964"/>
              <a:gd name="connsiteY74" fmla="*/ 161133 h 454964"/>
              <a:gd name="connsiteX75" fmla="*/ 303309 w 454964"/>
              <a:gd name="connsiteY75" fmla="*/ 180090 h 454964"/>
              <a:gd name="connsiteX76" fmla="*/ 303309 w 454964"/>
              <a:gd name="connsiteY76" fmla="*/ 218004 h 454964"/>
              <a:gd name="connsiteX77" fmla="*/ 284353 w 454964"/>
              <a:gd name="connsiteY77" fmla="*/ 236960 h 454964"/>
              <a:gd name="connsiteX78" fmla="*/ 284353 w 454964"/>
              <a:gd name="connsiteY78" fmla="*/ 180090 h 454964"/>
              <a:gd name="connsiteX79" fmla="*/ 113741 w 454964"/>
              <a:gd name="connsiteY79" fmla="*/ 180090 h 454964"/>
              <a:gd name="connsiteX80" fmla="*/ 113741 w 454964"/>
              <a:gd name="connsiteY80" fmla="*/ 312788 h 454964"/>
              <a:gd name="connsiteX81" fmla="*/ 284353 w 454964"/>
              <a:gd name="connsiteY81" fmla="*/ 312788 h 454964"/>
              <a:gd name="connsiteX82" fmla="*/ 284353 w 454964"/>
              <a:gd name="connsiteY82" fmla="*/ 236960 h 454964"/>
              <a:gd name="connsiteX83" fmla="*/ 183881 w 454964"/>
              <a:gd name="connsiteY83" fmla="*/ 206629 h 454964"/>
              <a:gd name="connsiteX84" fmla="*/ 206629 w 454964"/>
              <a:gd name="connsiteY84" fmla="*/ 218004 h 454964"/>
              <a:gd name="connsiteX85" fmla="*/ 229378 w 454964"/>
              <a:gd name="connsiteY85" fmla="*/ 229378 h 454964"/>
              <a:gd name="connsiteX86" fmla="*/ 236960 w 454964"/>
              <a:gd name="connsiteY86" fmla="*/ 236960 h 454964"/>
              <a:gd name="connsiteX87" fmla="*/ 238856 w 454964"/>
              <a:gd name="connsiteY87" fmla="*/ 246439 h 454964"/>
              <a:gd name="connsiteX88" fmla="*/ 235065 w 454964"/>
              <a:gd name="connsiteY88" fmla="*/ 257813 h 454964"/>
              <a:gd name="connsiteX89" fmla="*/ 227482 w 454964"/>
              <a:gd name="connsiteY89" fmla="*/ 263500 h 454964"/>
              <a:gd name="connsiteX90" fmla="*/ 216108 w 454964"/>
              <a:gd name="connsiteY90" fmla="*/ 269187 h 454964"/>
              <a:gd name="connsiteX91" fmla="*/ 181986 w 454964"/>
              <a:gd name="connsiteY91" fmla="*/ 286248 h 454964"/>
              <a:gd name="connsiteX92" fmla="*/ 174403 w 454964"/>
              <a:gd name="connsiteY92" fmla="*/ 288144 h 454964"/>
              <a:gd name="connsiteX93" fmla="*/ 164924 w 454964"/>
              <a:gd name="connsiteY93" fmla="*/ 286248 h 454964"/>
              <a:gd name="connsiteX94" fmla="*/ 155446 w 454964"/>
              <a:gd name="connsiteY94" fmla="*/ 269187 h 454964"/>
              <a:gd name="connsiteX95" fmla="*/ 155446 w 454964"/>
              <a:gd name="connsiteY95" fmla="*/ 221795 h 454964"/>
              <a:gd name="connsiteX96" fmla="*/ 155446 w 454964"/>
              <a:gd name="connsiteY96" fmla="*/ 216108 h 454964"/>
              <a:gd name="connsiteX97" fmla="*/ 163029 w 454964"/>
              <a:gd name="connsiteY97" fmla="*/ 204734 h 454964"/>
              <a:gd name="connsiteX98" fmla="*/ 183881 w 454964"/>
              <a:gd name="connsiteY98" fmla="*/ 206629 h 454964"/>
              <a:gd name="connsiteX99" fmla="*/ 221795 w 454964"/>
              <a:gd name="connsiteY99" fmla="*/ 246439 h 454964"/>
              <a:gd name="connsiteX100" fmla="*/ 218004 w 454964"/>
              <a:gd name="connsiteY100" fmla="*/ 244543 h 454964"/>
              <a:gd name="connsiteX101" fmla="*/ 202838 w 454964"/>
              <a:gd name="connsiteY101" fmla="*/ 236960 h 454964"/>
              <a:gd name="connsiteX102" fmla="*/ 176299 w 454964"/>
              <a:gd name="connsiteY102" fmla="*/ 223691 h 454964"/>
              <a:gd name="connsiteX103" fmla="*/ 176299 w 454964"/>
              <a:gd name="connsiteY103" fmla="*/ 271083 h 454964"/>
              <a:gd name="connsiteX104" fmla="*/ 219899 w 454964"/>
              <a:gd name="connsiteY104" fmla="*/ 250230 h 454964"/>
              <a:gd name="connsiteX105" fmla="*/ 221795 w 454964"/>
              <a:gd name="connsiteY105" fmla="*/ 246439 h 454964"/>
              <a:gd name="connsiteX106" fmla="*/ 221795 w 454964"/>
              <a:gd name="connsiteY106" fmla="*/ 246439 h 454964"/>
              <a:gd name="connsiteX107" fmla="*/ 398094 w 454964"/>
              <a:gd name="connsiteY107" fmla="*/ 178194 h 454964"/>
              <a:gd name="connsiteX108" fmla="*/ 398094 w 454964"/>
              <a:gd name="connsiteY108" fmla="*/ 314683 h 454964"/>
              <a:gd name="connsiteX109" fmla="*/ 388615 w 454964"/>
              <a:gd name="connsiteY109" fmla="*/ 331745 h 454964"/>
              <a:gd name="connsiteX110" fmla="*/ 379137 w 454964"/>
              <a:gd name="connsiteY110" fmla="*/ 333640 h 454964"/>
              <a:gd name="connsiteX111" fmla="*/ 369658 w 454964"/>
              <a:gd name="connsiteY111" fmla="*/ 331745 h 454964"/>
              <a:gd name="connsiteX112" fmla="*/ 312788 w 454964"/>
              <a:gd name="connsiteY112" fmla="*/ 299518 h 454964"/>
              <a:gd name="connsiteX113" fmla="*/ 312788 w 454964"/>
              <a:gd name="connsiteY113" fmla="*/ 193360 h 454964"/>
              <a:gd name="connsiteX114" fmla="*/ 367763 w 454964"/>
              <a:gd name="connsiteY114" fmla="*/ 161133 h 454964"/>
              <a:gd name="connsiteX115" fmla="*/ 386719 w 454964"/>
              <a:gd name="connsiteY115" fmla="*/ 161133 h 454964"/>
              <a:gd name="connsiteX116" fmla="*/ 398094 w 454964"/>
              <a:gd name="connsiteY116" fmla="*/ 178194 h 454964"/>
              <a:gd name="connsiteX117" fmla="*/ 398094 w 454964"/>
              <a:gd name="connsiteY117" fmla="*/ 178194 h 454964"/>
              <a:gd name="connsiteX118" fmla="*/ 379137 w 454964"/>
              <a:gd name="connsiteY118" fmla="*/ 236960 h 454964"/>
              <a:gd name="connsiteX119" fmla="*/ 379137 w 454964"/>
              <a:gd name="connsiteY119" fmla="*/ 178194 h 454964"/>
              <a:gd name="connsiteX120" fmla="*/ 377241 w 454964"/>
              <a:gd name="connsiteY120" fmla="*/ 178194 h 454964"/>
              <a:gd name="connsiteX121" fmla="*/ 331745 w 454964"/>
              <a:gd name="connsiteY121" fmla="*/ 204734 h 454964"/>
              <a:gd name="connsiteX122" fmla="*/ 331745 w 454964"/>
              <a:gd name="connsiteY122" fmla="*/ 288144 h 454964"/>
              <a:gd name="connsiteX123" fmla="*/ 379137 w 454964"/>
              <a:gd name="connsiteY123" fmla="*/ 314683 h 454964"/>
              <a:gd name="connsiteX124" fmla="*/ 379137 w 454964"/>
              <a:gd name="connsiteY124" fmla="*/ 236960 h 454964"/>
              <a:gd name="connsiteX125" fmla="*/ 132698 w 454964"/>
              <a:gd name="connsiteY125" fmla="*/ 140281 h 454964"/>
              <a:gd name="connsiteX126" fmla="*/ 123219 w 454964"/>
              <a:gd name="connsiteY126" fmla="*/ 115637 h 454964"/>
              <a:gd name="connsiteX127" fmla="*/ 132698 w 454964"/>
              <a:gd name="connsiteY127" fmla="*/ 90993 h 454964"/>
              <a:gd name="connsiteX128" fmla="*/ 151655 w 454964"/>
              <a:gd name="connsiteY128" fmla="*/ 79619 h 454964"/>
              <a:gd name="connsiteX129" fmla="*/ 161133 w 454964"/>
              <a:gd name="connsiteY129" fmla="*/ 77723 h 454964"/>
              <a:gd name="connsiteX130" fmla="*/ 199047 w 454964"/>
              <a:gd name="connsiteY130" fmla="*/ 115637 h 454964"/>
              <a:gd name="connsiteX131" fmla="*/ 161133 w 454964"/>
              <a:gd name="connsiteY131" fmla="*/ 153550 h 454964"/>
              <a:gd name="connsiteX132" fmla="*/ 151655 w 454964"/>
              <a:gd name="connsiteY132" fmla="*/ 151655 h 454964"/>
              <a:gd name="connsiteX133" fmla="*/ 132698 w 454964"/>
              <a:gd name="connsiteY133" fmla="*/ 140281 h 454964"/>
              <a:gd name="connsiteX134" fmla="*/ 142176 w 454964"/>
              <a:gd name="connsiteY134" fmla="*/ 115637 h 454964"/>
              <a:gd name="connsiteX135" fmla="*/ 151655 w 454964"/>
              <a:gd name="connsiteY135" fmla="*/ 130802 h 454964"/>
              <a:gd name="connsiteX136" fmla="*/ 161133 w 454964"/>
              <a:gd name="connsiteY136" fmla="*/ 134594 h 454964"/>
              <a:gd name="connsiteX137" fmla="*/ 180090 w 454964"/>
              <a:gd name="connsiteY137" fmla="*/ 115637 h 454964"/>
              <a:gd name="connsiteX138" fmla="*/ 161133 w 454964"/>
              <a:gd name="connsiteY138" fmla="*/ 96680 h 454964"/>
              <a:gd name="connsiteX139" fmla="*/ 151655 w 454964"/>
              <a:gd name="connsiteY139" fmla="*/ 98576 h 454964"/>
              <a:gd name="connsiteX140" fmla="*/ 142176 w 454964"/>
              <a:gd name="connsiteY140" fmla="*/ 115637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54964" h="454964">
                <a:moveTo>
                  <a:pt x="236960" y="454964"/>
                </a:moveTo>
                <a:lnTo>
                  <a:pt x="236960" y="454964"/>
                </a:lnTo>
                <a:cubicBezTo>
                  <a:pt x="233169" y="454964"/>
                  <a:pt x="231273" y="454964"/>
                  <a:pt x="227482" y="454964"/>
                </a:cubicBezTo>
                <a:lnTo>
                  <a:pt x="236960" y="454964"/>
                </a:lnTo>
                <a:close/>
                <a:moveTo>
                  <a:pt x="218004" y="454964"/>
                </a:moveTo>
                <a:lnTo>
                  <a:pt x="227482" y="454964"/>
                </a:lnTo>
                <a:cubicBezTo>
                  <a:pt x="223691" y="454964"/>
                  <a:pt x="221795" y="454964"/>
                  <a:pt x="218004" y="454964"/>
                </a:cubicBezTo>
                <a:lnTo>
                  <a:pt x="218004" y="454964"/>
                </a:lnTo>
                <a:close/>
                <a:moveTo>
                  <a:pt x="0" y="218004"/>
                </a:moveTo>
                <a:lnTo>
                  <a:pt x="0" y="227482"/>
                </a:lnTo>
                <a:cubicBezTo>
                  <a:pt x="0" y="223691"/>
                  <a:pt x="0" y="221795"/>
                  <a:pt x="0" y="218004"/>
                </a:cubicBezTo>
                <a:lnTo>
                  <a:pt x="0" y="218004"/>
                </a:lnTo>
                <a:close/>
                <a:moveTo>
                  <a:pt x="0" y="236960"/>
                </a:moveTo>
                <a:lnTo>
                  <a:pt x="0" y="236960"/>
                </a:lnTo>
                <a:cubicBezTo>
                  <a:pt x="0" y="233169"/>
                  <a:pt x="0" y="231273"/>
                  <a:pt x="0" y="227482"/>
                </a:cubicBezTo>
                <a:lnTo>
                  <a:pt x="0" y="236960"/>
                </a:lnTo>
                <a:close/>
                <a:moveTo>
                  <a:pt x="454964" y="218004"/>
                </a:moveTo>
                <a:cubicBezTo>
                  <a:pt x="454964" y="221795"/>
                  <a:pt x="454964" y="223691"/>
                  <a:pt x="454964" y="227482"/>
                </a:cubicBezTo>
                <a:cubicBezTo>
                  <a:pt x="454964" y="231273"/>
                  <a:pt x="454964" y="233169"/>
                  <a:pt x="454964" y="236960"/>
                </a:cubicBezTo>
                <a:cubicBezTo>
                  <a:pt x="449277" y="354493"/>
                  <a:pt x="354493" y="449277"/>
                  <a:pt x="236960" y="454964"/>
                </a:cubicBezTo>
                <a:cubicBezTo>
                  <a:pt x="233169" y="454964"/>
                  <a:pt x="231273" y="454964"/>
                  <a:pt x="227482" y="454964"/>
                </a:cubicBezTo>
                <a:cubicBezTo>
                  <a:pt x="223691" y="454964"/>
                  <a:pt x="221795" y="454964"/>
                  <a:pt x="218004" y="454964"/>
                </a:cubicBezTo>
                <a:cubicBezTo>
                  <a:pt x="100471" y="449277"/>
                  <a:pt x="5687" y="354493"/>
                  <a:pt x="0" y="236960"/>
                </a:cubicBezTo>
                <a:cubicBezTo>
                  <a:pt x="0" y="233169"/>
                  <a:pt x="0" y="231273"/>
                  <a:pt x="0" y="227482"/>
                </a:cubicBezTo>
                <a:cubicBezTo>
                  <a:pt x="0" y="223691"/>
                  <a:pt x="0" y="221795"/>
                  <a:pt x="0" y="218004"/>
                </a:cubicBezTo>
                <a:cubicBezTo>
                  <a:pt x="5687" y="100471"/>
                  <a:pt x="100471" y="5687"/>
                  <a:pt x="218004" y="0"/>
                </a:cubicBezTo>
                <a:cubicBezTo>
                  <a:pt x="221795" y="0"/>
                  <a:pt x="223691" y="0"/>
                  <a:pt x="227482" y="0"/>
                </a:cubicBezTo>
                <a:cubicBezTo>
                  <a:pt x="231273" y="0"/>
                  <a:pt x="233169" y="0"/>
                  <a:pt x="236960" y="0"/>
                </a:cubicBezTo>
                <a:cubicBezTo>
                  <a:pt x="354493" y="5687"/>
                  <a:pt x="449277" y="100471"/>
                  <a:pt x="454964" y="218004"/>
                </a:cubicBezTo>
                <a:close/>
                <a:moveTo>
                  <a:pt x="436007" y="236960"/>
                </a:moveTo>
                <a:cubicBezTo>
                  <a:pt x="436007" y="233169"/>
                  <a:pt x="436007" y="231273"/>
                  <a:pt x="436007" y="227482"/>
                </a:cubicBezTo>
                <a:cubicBezTo>
                  <a:pt x="436007" y="223691"/>
                  <a:pt x="436007" y="221795"/>
                  <a:pt x="436007" y="218004"/>
                </a:cubicBezTo>
                <a:cubicBezTo>
                  <a:pt x="430320" y="109950"/>
                  <a:pt x="345014" y="24644"/>
                  <a:pt x="236960" y="18957"/>
                </a:cubicBezTo>
                <a:cubicBezTo>
                  <a:pt x="233169" y="18957"/>
                  <a:pt x="231273" y="18957"/>
                  <a:pt x="227482" y="18957"/>
                </a:cubicBezTo>
                <a:cubicBezTo>
                  <a:pt x="223691" y="18957"/>
                  <a:pt x="221795" y="18957"/>
                  <a:pt x="218004" y="18957"/>
                </a:cubicBezTo>
                <a:cubicBezTo>
                  <a:pt x="163029" y="22748"/>
                  <a:pt x="113741" y="45496"/>
                  <a:pt x="77723" y="83410"/>
                </a:cubicBezTo>
                <a:lnTo>
                  <a:pt x="121324" y="127011"/>
                </a:lnTo>
                <a:lnTo>
                  <a:pt x="106158" y="140281"/>
                </a:lnTo>
                <a:lnTo>
                  <a:pt x="64453" y="96680"/>
                </a:lnTo>
                <a:cubicBezTo>
                  <a:pt x="37914" y="130802"/>
                  <a:pt x="20853" y="172507"/>
                  <a:pt x="18957" y="218004"/>
                </a:cubicBezTo>
                <a:cubicBezTo>
                  <a:pt x="18957" y="221795"/>
                  <a:pt x="18957" y="223691"/>
                  <a:pt x="18957" y="227482"/>
                </a:cubicBezTo>
                <a:cubicBezTo>
                  <a:pt x="18957" y="231273"/>
                  <a:pt x="18957" y="233169"/>
                  <a:pt x="18957" y="236960"/>
                </a:cubicBezTo>
                <a:cubicBezTo>
                  <a:pt x="24644" y="345014"/>
                  <a:pt x="109950" y="430320"/>
                  <a:pt x="218004" y="436007"/>
                </a:cubicBezTo>
                <a:cubicBezTo>
                  <a:pt x="221795" y="436007"/>
                  <a:pt x="223691" y="436007"/>
                  <a:pt x="227482" y="436007"/>
                </a:cubicBezTo>
                <a:cubicBezTo>
                  <a:pt x="231273" y="436007"/>
                  <a:pt x="233169" y="436007"/>
                  <a:pt x="236960" y="436007"/>
                </a:cubicBezTo>
                <a:cubicBezTo>
                  <a:pt x="282457" y="434111"/>
                  <a:pt x="324162" y="417050"/>
                  <a:pt x="358284" y="390511"/>
                </a:cubicBezTo>
                <a:lnTo>
                  <a:pt x="307101" y="339327"/>
                </a:lnTo>
                <a:lnTo>
                  <a:pt x="320370" y="326058"/>
                </a:lnTo>
                <a:lnTo>
                  <a:pt x="373450" y="379137"/>
                </a:lnTo>
                <a:cubicBezTo>
                  <a:pt x="409468" y="341223"/>
                  <a:pt x="432216" y="291935"/>
                  <a:pt x="436007" y="236960"/>
                </a:cubicBezTo>
                <a:lnTo>
                  <a:pt x="436007" y="236960"/>
                </a:lnTo>
                <a:close/>
                <a:moveTo>
                  <a:pt x="218004" y="140281"/>
                </a:moveTo>
                <a:cubicBezTo>
                  <a:pt x="212317" y="132698"/>
                  <a:pt x="208525" y="125115"/>
                  <a:pt x="208525" y="115637"/>
                </a:cubicBezTo>
                <a:cubicBezTo>
                  <a:pt x="208525" y="106158"/>
                  <a:pt x="212317" y="96680"/>
                  <a:pt x="218004" y="90993"/>
                </a:cubicBezTo>
                <a:cubicBezTo>
                  <a:pt x="223691" y="85306"/>
                  <a:pt x="229378" y="81514"/>
                  <a:pt x="236960" y="79619"/>
                </a:cubicBezTo>
                <a:cubicBezTo>
                  <a:pt x="240752" y="79619"/>
                  <a:pt x="242647" y="77723"/>
                  <a:pt x="246439" y="77723"/>
                </a:cubicBezTo>
                <a:cubicBezTo>
                  <a:pt x="267291" y="77723"/>
                  <a:pt x="284353" y="94784"/>
                  <a:pt x="284353" y="115637"/>
                </a:cubicBezTo>
                <a:cubicBezTo>
                  <a:pt x="284353" y="136489"/>
                  <a:pt x="267291" y="153550"/>
                  <a:pt x="246439" y="153550"/>
                </a:cubicBezTo>
                <a:cubicBezTo>
                  <a:pt x="242647" y="153550"/>
                  <a:pt x="240752" y="153550"/>
                  <a:pt x="236960" y="151655"/>
                </a:cubicBezTo>
                <a:cubicBezTo>
                  <a:pt x="229378" y="149759"/>
                  <a:pt x="223691" y="145968"/>
                  <a:pt x="218004" y="140281"/>
                </a:cubicBezTo>
                <a:close/>
                <a:moveTo>
                  <a:pt x="227482" y="115637"/>
                </a:moveTo>
                <a:cubicBezTo>
                  <a:pt x="227482" y="123219"/>
                  <a:pt x="231273" y="128906"/>
                  <a:pt x="236960" y="130802"/>
                </a:cubicBezTo>
                <a:cubicBezTo>
                  <a:pt x="238856" y="132698"/>
                  <a:pt x="242647" y="134594"/>
                  <a:pt x="246439" y="134594"/>
                </a:cubicBezTo>
                <a:cubicBezTo>
                  <a:pt x="257813" y="134594"/>
                  <a:pt x="265396" y="127011"/>
                  <a:pt x="265396" y="115637"/>
                </a:cubicBezTo>
                <a:cubicBezTo>
                  <a:pt x="265396" y="104263"/>
                  <a:pt x="257813" y="96680"/>
                  <a:pt x="246439" y="96680"/>
                </a:cubicBezTo>
                <a:cubicBezTo>
                  <a:pt x="242647" y="96680"/>
                  <a:pt x="238856" y="98576"/>
                  <a:pt x="236960" y="100471"/>
                </a:cubicBezTo>
                <a:cubicBezTo>
                  <a:pt x="231273" y="102367"/>
                  <a:pt x="227482" y="108054"/>
                  <a:pt x="227482" y="115637"/>
                </a:cubicBezTo>
                <a:close/>
                <a:moveTo>
                  <a:pt x="303309" y="218004"/>
                </a:moveTo>
                <a:lnTo>
                  <a:pt x="303309" y="312788"/>
                </a:lnTo>
                <a:cubicBezTo>
                  <a:pt x="303309" y="322266"/>
                  <a:pt x="295727" y="331745"/>
                  <a:pt x="284353" y="331745"/>
                </a:cubicBezTo>
                <a:lnTo>
                  <a:pt x="113741" y="331745"/>
                </a:lnTo>
                <a:cubicBezTo>
                  <a:pt x="102367" y="331745"/>
                  <a:pt x="94784" y="322266"/>
                  <a:pt x="94784" y="312788"/>
                </a:cubicBezTo>
                <a:lnTo>
                  <a:pt x="94784" y="180090"/>
                </a:lnTo>
                <a:cubicBezTo>
                  <a:pt x="94784" y="168716"/>
                  <a:pt x="102367" y="161133"/>
                  <a:pt x="113741" y="161133"/>
                </a:cubicBezTo>
                <a:lnTo>
                  <a:pt x="284353" y="161133"/>
                </a:lnTo>
                <a:cubicBezTo>
                  <a:pt x="295727" y="161133"/>
                  <a:pt x="303309" y="168716"/>
                  <a:pt x="303309" y="180090"/>
                </a:cubicBezTo>
                <a:lnTo>
                  <a:pt x="303309" y="218004"/>
                </a:lnTo>
                <a:close/>
                <a:moveTo>
                  <a:pt x="284353" y="236960"/>
                </a:moveTo>
                <a:lnTo>
                  <a:pt x="284353" y="180090"/>
                </a:lnTo>
                <a:lnTo>
                  <a:pt x="113741" y="180090"/>
                </a:lnTo>
                <a:lnTo>
                  <a:pt x="113741" y="312788"/>
                </a:lnTo>
                <a:lnTo>
                  <a:pt x="284353" y="312788"/>
                </a:lnTo>
                <a:lnTo>
                  <a:pt x="284353" y="236960"/>
                </a:lnTo>
                <a:close/>
                <a:moveTo>
                  <a:pt x="183881" y="206629"/>
                </a:moveTo>
                <a:lnTo>
                  <a:pt x="206629" y="218004"/>
                </a:lnTo>
                <a:lnTo>
                  <a:pt x="229378" y="229378"/>
                </a:lnTo>
                <a:cubicBezTo>
                  <a:pt x="233169" y="231273"/>
                  <a:pt x="235065" y="233169"/>
                  <a:pt x="236960" y="236960"/>
                </a:cubicBezTo>
                <a:cubicBezTo>
                  <a:pt x="238856" y="238856"/>
                  <a:pt x="238856" y="242647"/>
                  <a:pt x="238856" y="246439"/>
                </a:cubicBezTo>
                <a:cubicBezTo>
                  <a:pt x="238856" y="250230"/>
                  <a:pt x="236960" y="254022"/>
                  <a:pt x="235065" y="257813"/>
                </a:cubicBezTo>
                <a:cubicBezTo>
                  <a:pt x="233169" y="259709"/>
                  <a:pt x="231273" y="261604"/>
                  <a:pt x="227482" y="263500"/>
                </a:cubicBezTo>
                <a:lnTo>
                  <a:pt x="216108" y="269187"/>
                </a:lnTo>
                <a:lnTo>
                  <a:pt x="181986" y="286248"/>
                </a:lnTo>
                <a:cubicBezTo>
                  <a:pt x="180090" y="288144"/>
                  <a:pt x="176299" y="288144"/>
                  <a:pt x="174403" y="288144"/>
                </a:cubicBezTo>
                <a:cubicBezTo>
                  <a:pt x="170612" y="288144"/>
                  <a:pt x="166820" y="286248"/>
                  <a:pt x="164924" y="286248"/>
                </a:cubicBezTo>
                <a:cubicBezTo>
                  <a:pt x="159237" y="282457"/>
                  <a:pt x="155446" y="276770"/>
                  <a:pt x="155446" y="269187"/>
                </a:cubicBezTo>
                <a:lnTo>
                  <a:pt x="155446" y="221795"/>
                </a:lnTo>
                <a:cubicBezTo>
                  <a:pt x="155446" y="219899"/>
                  <a:pt x="155446" y="218004"/>
                  <a:pt x="155446" y="216108"/>
                </a:cubicBezTo>
                <a:cubicBezTo>
                  <a:pt x="157342" y="210421"/>
                  <a:pt x="159237" y="206629"/>
                  <a:pt x="163029" y="204734"/>
                </a:cubicBezTo>
                <a:cubicBezTo>
                  <a:pt x="170612" y="202838"/>
                  <a:pt x="176299" y="202838"/>
                  <a:pt x="183881" y="206629"/>
                </a:cubicBezTo>
                <a:close/>
                <a:moveTo>
                  <a:pt x="221795" y="246439"/>
                </a:moveTo>
                <a:lnTo>
                  <a:pt x="218004" y="244543"/>
                </a:lnTo>
                <a:lnTo>
                  <a:pt x="202838" y="236960"/>
                </a:lnTo>
                <a:lnTo>
                  <a:pt x="176299" y="223691"/>
                </a:lnTo>
                <a:lnTo>
                  <a:pt x="176299" y="271083"/>
                </a:lnTo>
                <a:lnTo>
                  <a:pt x="219899" y="250230"/>
                </a:lnTo>
                <a:lnTo>
                  <a:pt x="221795" y="246439"/>
                </a:lnTo>
                <a:lnTo>
                  <a:pt x="221795" y="246439"/>
                </a:lnTo>
                <a:close/>
                <a:moveTo>
                  <a:pt x="398094" y="178194"/>
                </a:moveTo>
                <a:lnTo>
                  <a:pt x="398094" y="314683"/>
                </a:lnTo>
                <a:cubicBezTo>
                  <a:pt x="398094" y="322266"/>
                  <a:pt x="394302" y="327953"/>
                  <a:pt x="388615" y="331745"/>
                </a:cubicBezTo>
                <a:cubicBezTo>
                  <a:pt x="384824" y="333640"/>
                  <a:pt x="382928" y="333640"/>
                  <a:pt x="379137" y="333640"/>
                </a:cubicBezTo>
                <a:cubicBezTo>
                  <a:pt x="375345" y="333640"/>
                  <a:pt x="373450" y="333640"/>
                  <a:pt x="369658" y="331745"/>
                </a:cubicBezTo>
                <a:lnTo>
                  <a:pt x="312788" y="299518"/>
                </a:lnTo>
                <a:lnTo>
                  <a:pt x="312788" y="193360"/>
                </a:lnTo>
                <a:lnTo>
                  <a:pt x="367763" y="161133"/>
                </a:lnTo>
                <a:cubicBezTo>
                  <a:pt x="373450" y="157342"/>
                  <a:pt x="381032" y="157342"/>
                  <a:pt x="386719" y="161133"/>
                </a:cubicBezTo>
                <a:cubicBezTo>
                  <a:pt x="394302" y="164924"/>
                  <a:pt x="398094" y="172507"/>
                  <a:pt x="398094" y="178194"/>
                </a:cubicBezTo>
                <a:lnTo>
                  <a:pt x="398094" y="178194"/>
                </a:lnTo>
                <a:close/>
                <a:moveTo>
                  <a:pt x="379137" y="236960"/>
                </a:moveTo>
                <a:lnTo>
                  <a:pt x="379137" y="178194"/>
                </a:lnTo>
                <a:lnTo>
                  <a:pt x="377241" y="178194"/>
                </a:lnTo>
                <a:lnTo>
                  <a:pt x="331745" y="204734"/>
                </a:lnTo>
                <a:lnTo>
                  <a:pt x="331745" y="288144"/>
                </a:lnTo>
                <a:lnTo>
                  <a:pt x="379137" y="314683"/>
                </a:lnTo>
                <a:cubicBezTo>
                  <a:pt x="379137" y="316579"/>
                  <a:pt x="379137" y="236960"/>
                  <a:pt x="379137" y="236960"/>
                </a:cubicBezTo>
                <a:close/>
                <a:moveTo>
                  <a:pt x="132698" y="140281"/>
                </a:moveTo>
                <a:cubicBezTo>
                  <a:pt x="127011" y="132698"/>
                  <a:pt x="123219" y="125115"/>
                  <a:pt x="123219" y="115637"/>
                </a:cubicBezTo>
                <a:cubicBezTo>
                  <a:pt x="123219" y="106158"/>
                  <a:pt x="127011" y="96680"/>
                  <a:pt x="132698" y="90993"/>
                </a:cubicBezTo>
                <a:cubicBezTo>
                  <a:pt x="138385" y="85306"/>
                  <a:pt x="144072" y="81514"/>
                  <a:pt x="151655" y="79619"/>
                </a:cubicBezTo>
                <a:cubicBezTo>
                  <a:pt x="155446" y="79619"/>
                  <a:pt x="157342" y="77723"/>
                  <a:pt x="161133" y="77723"/>
                </a:cubicBezTo>
                <a:cubicBezTo>
                  <a:pt x="181986" y="77723"/>
                  <a:pt x="199047" y="94784"/>
                  <a:pt x="199047" y="115637"/>
                </a:cubicBezTo>
                <a:cubicBezTo>
                  <a:pt x="199047" y="136489"/>
                  <a:pt x="181986" y="153550"/>
                  <a:pt x="161133" y="153550"/>
                </a:cubicBezTo>
                <a:cubicBezTo>
                  <a:pt x="157342" y="153550"/>
                  <a:pt x="153550" y="151655"/>
                  <a:pt x="151655" y="151655"/>
                </a:cubicBezTo>
                <a:cubicBezTo>
                  <a:pt x="144072" y="149759"/>
                  <a:pt x="136489" y="145968"/>
                  <a:pt x="132698" y="140281"/>
                </a:cubicBezTo>
                <a:close/>
                <a:moveTo>
                  <a:pt x="142176" y="115637"/>
                </a:moveTo>
                <a:cubicBezTo>
                  <a:pt x="142176" y="123219"/>
                  <a:pt x="145968" y="128906"/>
                  <a:pt x="151655" y="130802"/>
                </a:cubicBezTo>
                <a:cubicBezTo>
                  <a:pt x="153550" y="132698"/>
                  <a:pt x="157342" y="134594"/>
                  <a:pt x="161133" y="134594"/>
                </a:cubicBezTo>
                <a:cubicBezTo>
                  <a:pt x="172507" y="134594"/>
                  <a:pt x="180090" y="127011"/>
                  <a:pt x="180090" y="115637"/>
                </a:cubicBezTo>
                <a:cubicBezTo>
                  <a:pt x="180090" y="104263"/>
                  <a:pt x="172507" y="96680"/>
                  <a:pt x="161133" y="96680"/>
                </a:cubicBezTo>
                <a:cubicBezTo>
                  <a:pt x="157342" y="96680"/>
                  <a:pt x="153550" y="96680"/>
                  <a:pt x="151655" y="98576"/>
                </a:cubicBezTo>
                <a:cubicBezTo>
                  <a:pt x="145968" y="102367"/>
                  <a:pt x="142176" y="108054"/>
                  <a:pt x="142176" y="115637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8" name="Graphic 6" descr="Capabilities icon.">
            <a:extLst>
              <a:ext uri="{FF2B5EF4-FFF2-40B4-BE49-F238E27FC236}">
                <a16:creationId xmlns:a16="http://schemas.microsoft.com/office/drawing/2014/main" id="{DD4FED05-2045-4B24-9DAE-E1802EB6425A}"/>
              </a:ext>
            </a:extLst>
          </p:cNvPr>
          <p:cNvSpPr/>
          <p:nvPr/>
        </p:nvSpPr>
        <p:spPr>
          <a:xfrm>
            <a:off x="952054" y="5154834"/>
            <a:ext cx="457200" cy="457200"/>
          </a:xfrm>
          <a:custGeom>
            <a:avLst/>
            <a:gdLst>
              <a:gd name="connsiteX0" fmla="*/ 444474 w 461716"/>
              <a:gd name="connsiteY0" fmla="*/ 189668 h 461716"/>
              <a:gd name="connsiteX1" fmla="*/ 392747 w 461716"/>
              <a:gd name="connsiteY1" fmla="*/ 176257 h 461716"/>
              <a:gd name="connsiteX2" fmla="*/ 381252 w 461716"/>
              <a:gd name="connsiteY2" fmla="*/ 149435 h 461716"/>
              <a:gd name="connsiteX3" fmla="*/ 408073 w 461716"/>
              <a:gd name="connsiteY3" fmla="*/ 103455 h 461716"/>
              <a:gd name="connsiteX4" fmla="*/ 406158 w 461716"/>
              <a:gd name="connsiteY4" fmla="*/ 80465 h 461716"/>
              <a:gd name="connsiteX5" fmla="*/ 375504 w 461716"/>
              <a:gd name="connsiteY5" fmla="*/ 49812 h 461716"/>
              <a:gd name="connsiteX6" fmla="*/ 352514 w 461716"/>
              <a:gd name="connsiteY6" fmla="*/ 45980 h 461716"/>
              <a:gd name="connsiteX7" fmla="*/ 308450 w 461716"/>
              <a:gd name="connsiteY7" fmla="*/ 76634 h 461716"/>
              <a:gd name="connsiteX8" fmla="*/ 281628 w 461716"/>
              <a:gd name="connsiteY8" fmla="*/ 65138 h 461716"/>
              <a:gd name="connsiteX9" fmla="*/ 268217 w 461716"/>
              <a:gd name="connsiteY9" fmla="*/ 13411 h 461716"/>
              <a:gd name="connsiteX10" fmla="*/ 250975 w 461716"/>
              <a:gd name="connsiteY10" fmla="*/ 0 h 461716"/>
              <a:gd name="connsiteX11" fmla="*/ 208826 w 461716"/>
              <a:gd name="connsiteY11" fmla="*/ 0 h 461716"/>
              <a:gd name="connsiteX12" fmla="*/ 189668 w 461716"/>
              <a:gd name="connsiteY12" fmla="*/ 15327 h 461716"/>
              <a:gd name="connsiteX13" fmla="*/ 176257 w 461716"/>
              <a:gd name="connsiteY13" fmla="*/ 65138 h 461716"/>
              <a:gd name="connsiteX14" fmla="*/ 151351 w 461716"/>
              <a:gd name="connsiteY14" fmla="*/ 76634 h 461716"/>
              <a:gd name="connsiteX15" fmla="*/ 105371 w 461716"/>
              <a:gd name="connsiteY15" fmla="*/ 49812 h 461716"/>
              <a:gd name="connsiteX16" fmla="*/ 82381 w 461716"/>
              <a:gd name="connsiteY16" fmla="*/ 51728 h 461716"/>
              <a:gd name="connsiteX17" fmla="*/ 51728 w 461716"/>
              <a:gd name="connsiteY17" fmla="*/ 82381 h 461716"/>
              <a:gd name="connsiteX18" fmla="*/ 49812 w 461716"/>
              <a:gd name="connsiteY18" fmla="*/ 105371 h 461716"/>
              <a:gd name="connsiteX19" fmla="*/ 76634 w 461716"/>
              <a:gd name="connsiteY19" fmla="*/ 151351 h 461716"/>
              <a:gd name="connsiteX20" fmla="*/ 65138 w 461716"/>
              <a:gd name="connsiteY20" fmla="*/ 176257 h 461716"/>
              <a:gd name="connsiteX21" fmla="*/ 15327 w 461716"/>
              <a:gd name="connsiteY21" fmla="*/ 189668 h 461716"/>
              <a:gd name="connsiteX22" fmla="*/ 0 w 461716"/>
              <a:gd name="connsiteY22" fmla="*/ 208826 h 461716"/>
              <a:gd name="connsiteX23" fmla="*/ 0 w 461716"/>
              <a:gd name="connsiteY23" fmla="*/ 250975 h 461716"/>
              <a:gd name="connsiteX24" fmla="*/ 15327 w 461716"/>
              <a:gd name="connsiteY24" fmla="*/ 270133 h 461716"/>
              <a:gd name="connsiteX25" fmla="*/ 67054 w 461716"/>
              <a:gd name="connsiteY25" fmla="*/ 283544 h 461716"/>
              <a:gd name="connsiteX26" fmla="*/ 78549 w 461716"/>
              <a:gd name="connsiteY26" fmla="*/ 308450 h 461716"/>
              <a:gd name="connsiteX27" fmla="*/ 51728 w 461716"/>
              <a:gd name="connsiteY27" fmla="*/ 354430 h 461716"/>
              <a:gd name="connsiteX28" fmla="*/ 55559 w 461716"/>
              <a:gd name="connsiteY28" fmla="*/ 377420 h 461716"/>
              <a:gd name="connsiteX29" fmla="*/ 86213 w 461716"/>
              <a:gd name="connsiteY29" fmla="*/ 408073 h 461716"/>
              <a:gd name="connsiteX30" fmla="*/ 109203 w 461716"/>
              <a:gd name="connsiteY30" fmla="*/ 409989 h 461716"/>
              <a:gd name="connsiteX31" fmla="*/ 151351 w 461716"/>
              <a:gd name="connsiteY31" fmla="*/ 383168 h 461716"/>
              <a:gd name="connsiteX32" fmla="*/ 178173 w 461716"/>
              <a:gd name="connsiteY32" fmla="*/ 394663 h 461716"/>
              <a:gd name="connsiteX33" fmla="*/ 191584 w 461716"/>
              <a:gd name="connsiteY33" fmla="*/ 446390 h 461716"/>
              <a:gd name="connsiteX34" fmla="*/ 210742 w 461716"/>
              <a:gd name="connsiteY34" fmla="*/ 461717 h 461716"/>
              <a:gd name="connsiteX35" fmla="*/ 252891 w 461716"/>
              <a:gd name="connsiteY35" fmla="*/ 461717 h 461716"/>
              <a:gd name="connsiteX36" fmla="*/ 272049 w 461716"/>
              <a:gd name="connsiteY36" fmla="*/ 446390 h 461716"/>
              <a:gd name="connsiteX37" fmla="*/ 285460 w 461716"/>
              <a:gd name="connsiteY37" fmla="*/ 394663 h 461716"/>
              <a:gd name="connsiteX38" fmla="*/ 310366 w 461716"/>
              <a:gd name="connsiteY38" fmla="*/ 383168 h 461716"/>
              <a:gd name="connsiteX39" fmla="*/ 356346 w 461716"/>
              <a:gd name="connsiteY39" fmla="*/ 409989 h 461716"/>
              <a:gd name="connsiteX40" fmla="*/ 379336 w 461716"/>
              <a:gd name="connsiteY40" fmla="*/ 408073 h 461716"/>
              <a:gd name="connsiteX41" fmla="*/ 409989 w 461716"/>
              <a:gd name="connsiteY41" fmla="*/ 377420 h 461716"/>
              <a:gd name="connsiteX42" fmla="*/ 411905 w 461716"/>
              <a:gd name="connsiteY42" fmla="*/ 354430 h 461716"/>
              <a:gd name="connsiteX43" fmla="*/ 383168 w 461716"/>
              <a:gd name="connsiteY43" fmla="*/ 308450 h 461716"/>
              <a:gd name="connsiteX44" fmla="*/ 394663 w 461716"/>
              <a:gd name="connsiteY44" fmla="*/ 281628 h 461716"/>
              <a:gd name="connsiteX45" fmla="*/ 446390 w 461716"/>
              <a:gd name="connsiteY45" fmla="*/ 268217 h 461716"/>
              <a:gd name="connsiteX46" fmla="*/ 461717 w 461716"/>
              <a:gd name="connsiteY46" fmla="*/ 249059 h 461716"/>
              <a:gd name="connsiteX47" fmla="*/ 461717 w 461716"/>
              <a:gd name="connsiteY47" fmla="*/ 206910 h 461716"/>
              <a:gd name="connsiteX48" fmla="*/ 444474 w 461716"/>
              <a:gd name="connsiteY48" fmla="*/ 189668 h 461716"/>
              <a:gd name="connsiteX49" fmla="*/ 388915 w 461716"/>
              <a:gd name="connsiteY49" fmla="*/ 264386 h 461716"/>
              <a:gd name="connsiteX50" fmla="*/ 375504 w 461716"/>
              <a:gd name="connsiteY50" fmla="*/ 277796 h 461716"/>
              <a:gd name="connsiteX51" fmla="*/ 365925 w 461716"/>
              <a:gd name="connsiteY51" fmla="*/ 300786 h 461716"/>
              <a:gd name="connsiteX52" fmla="*/ 365925 w 461716"/>
              <a:gd name="connsiteY52" fmla="*/ 319945 h 461716"/>
              <a:gd name="connsiteX53" fmla="*/ 394663 w 461716"/>
              <a:gd name="connsiteY53" fmla="*/ 365925 h 461716"/>
              <a:gd name="connsiteX54" fmla="*/ 364009 w 461716"/>
              <a:gd name="connsiteY54" fmla="*/ 394663 h 461716"/>
              <a:gd name="connsiteX55" fmla="*/ 318029 w 461716"/>
              <a:gd name="connsiteY55" fmla="*/ 367841 h 461716"/>
              <a:gd name="connsiteX56" fmla="*/ 298871 w 461716"/>
              <a:gd name="connsiteY56" fmla="*/ 367841 h 461716"/>
              <a:gd name="connsiteX57" fmla="*/ 275881 w 461716"/>
              <a:gd name="connsiteY57" fmla="*/ 377420 h 461716"/>
              <a:gd name="connsiteX58" fmla="*/ 262470 w 461716"/>
              <a:gd name="connsiteY58" fmla="*/ 390831 h 461716"/>
              <a:gd name="connsiteX59" fmla="*/ 250975 w 461716"/>
              <a:gd name="connsiteY59" fmla="*/ 440643 h 461716"/>
              <a:gd name="connsiteX60" fmla="*/ 208826 w 461716"/>
              <a:gd name="connsiteY60" fmla="*/ 440643 h 461716"/>
              <a:gd name="connsiteX61" fmla="*/ 195415 w 461716"/>
              <a:gd name="connsiteY61" fmla="*/ 388915 h 461716"/>
              <a:gd name="connsiteX62" fmla="*/ 182005 w 461716"/>
              <a:gd name="connsiteY62" fmla="*/ 375504 h 461716"/>
              <a:gd name="connsiteX63" fmla="*/ 159015 w 461716"/>
              <a:gd name="connsiteY63" fmla="*/ 365925 h 461716"/>
              <a:gd name="connsiteX64" fmla="*/ 151351 w 461716"/>
              <a:gd name="connsiteY64" fmla="*/ 364009 h 461716"/>
              <a:gd name="connsiteX65" fmla="*/ 141772 w 461716"/>
              <a:gd name="connsiteY65" fmla="*/ 365925 h 461716"/>
              <a:gd name="connsiteX66" fmla="*/ 95792 w 461716"/>
              <a:gd name="connsiteY66" fmla="*/ 394663 h 461716"/>
              <a:gd name="connsiteX67" fmla="*/ 65138 w 461716"/>
              <a:gd name="connsiteY67" fmla="*/ 364009 h 461716"/>
              <a:gd name="connsiteX68" fmla="*/ 91960 w 461716"/>
              <a:gd name="connsiteY68" fmla="*/ 318029 h 461716"/>
              <a:gd name="connsiteX69" fmla="*/ 91960 w 461716"/>
              <a:gd name="connsiteY69" fmla="*/ 298871 h 461716"/>
              <a:gd name="connsiteX70" fmla="*/ 82381 w 461716"/>
              <a:gd name="connsiteY70" fmla="*/ 275881 h 461716"/>
              <a:gd name="connsiteX71" fmla="*/ 68970 w 461716"/>
              <a:gd name="connsiteY71" fmla="*/ 262470 h 461716"/>
              <a:gd name="connsiteX72" fmla="*/ 19158 w 461716"/>
              <a:gd name="connsiteY72" fmla="*/ 250975 h 461716"/>
              <a:gd name="connsiteX73" fmla="*/ 19158 w 461716"/>
              <a:gd name="connsiteY73" fmla="*/ 208826 h 461716"/>
              <a:gd name="connsiteX74" fmla="*/ 70886 w 461716"/>
              <a:gd name="connsiteY74" fmla="*/ 195415 h 461716"/>
              <a:gd name="connsiteX75" fmla="*/ 84297 w 461716"/>
              <a:gd name="connsiteY75" fmla="*/ 183920 h 461716"/>
              <a:gd name="connsiteX76" fmla="*/ 93876 w 461716"/>
              <a:gd name="connsiteY76" fmla="*/ 160930 h 461716"/>
              <a:gd name="connsiteX77" fmla="*/ 93876 w 461716"/>
              <a:gd name="connsiteY77" fmla="*/ 141772 h 461716"/>
              <a:gd name="connsiteX78" fmla="*/ 65138 w 461716"/>
              <a:gd name="connsiteY78" fmla="*/ 95792 h 461716"/>
              <a:gd name="connsiteX79" fmla="*/ 95792 w 461716"/>
              <a:gd name="connsiteY79" fmla="*/ 65138 h 461716"/>
              <a:gd name="connsiteX80" fmla="*/ 141772 w 461716"/>
              <a:gd name="connsiteY80" fmla="*/ 91960 h 461716"/>
              <a:gd name="connsiteX81" fmla="*/ 160930 w 461716"/>
              <a:gd name="connsiteY81" fmla="*/ 91960 h 461716"/>
              <a:gd name="connsiteX82" fmla="*/ 183920 w 461716"/>
              <a:gd name="connsiteY82" fmla="*/ 82381 h 461716"/>
              <a:gd name="connsiteX83" fmla="*/ 197331 w 461716"/>
              <a:gd name="connsiteY83" fmla="*/ 68970 h 461716"/>
              <a:gd name="connsiteX84" fmla="*/ 208826 w 461716"/>
              <a:gd name="connsiteY84" fmla="*/ 19158 h 461716"/>
              <a:gd name="connsiteX85" fmla="*/ 250975 w 461716"/>
              <a:gd name="connsiteY85" fmla="*/ 19158 h 461716"/>
              <a:gd name="connsiteX86" fmla="*/ 264386 w 461716"/>
              <a:gd name="connsiteY86" fmla="*/ 70886 h 461716"/>
              <a:gd name="connsiteX87" fmla="*/ 277796 w 461716"/>
              <a:gd name="connsiteY87" fmla="*/ 84297 h 461716"/>
              <a:gd name="connsiteX88" fmla="*/ 300786 w 461716"/>
              <a:gd name="connsiteY88" fmla="*/ 93876 h 461716"/>
              <a:gd name="connsiteX89" fmla="*/ 319945 w 461716"/>
              <a:gd name="connsiteY89" fmla="*/ 93876 h 461716"/>
              <a:gd name="connsiteX90" fmla="*/ 364009 w 461716"/>
              <a:gd name="connsiteY90" fmla="*/ 65138 h 461716"/>
              <a:gd name="connsiteX91" fmla="*/ 394663 w 461716"/>
              <a:gd name="connsiteY91" fmla="*/ 95792 h 461716"/>
              <a:gd name="connsiteX92" fmla="*/ 367841 w 461716"/>
              <a:gd name="connsiteY92" fmla="*/ 141772 h 461716"/>
              <a:gd name="connsiteX93" fmla="*/ 367841 w 461716"/>
              <a:gd name="connsiteY93" fmla="*/ 160930 h 461716"/>
              <a:gd name="connsiteX94" fmla="*/ 377420 w 461716"/>
              <a:gd name="connsiteY94" fmla="*/ 183920 h 461716"/>
              <a:gd name="connsiteX95" fmla="*/ 390831 w 461716"/>
              <a:gd name="connsiteY95" fmla="*/ 197331 h 461716"/>
              <a:gd name="connsiteX96" fmla="*/ 442558 w 461716"/>
              <a:gd name="connsiteY96" fmla="*/ 210742 h 461716"/>
              <a:gd name="connsiteX97" fmla="*/ 442558 w 461716"/>
              <a:gd name="connsiteY97" fmla="*/ 252891 h 461716"/>
              <a:gd name="connsiteX98" fmla="*/ 388915 w 461716"/>
              <a:gd name="connsiteY98" fmla="*/ 264386 h 461716"/>
              <a:gd name="connsiteX99" fmla="*/ 231816 w 461716"/>
              <a:gd name="connsiteY99" fmla="*/ 220321 h 461716"/>
              <a:gd name="connsiteX100" fmla="*/ 289291 w 461716"/>
              <a:gd name="connsiteY100" fmla="*/ 160930 h 461716"/>
              <a:gd name="connsiteX101" fmla="*/ 229901 w 461716"/>
              <a:gd name="connsiteY101" fmla="*/ 103455 h 461716"/>
              <a:gd name="connsiteX102" fmla="*/ 172425 w 461716"/>
              <a:gd name="connsiteY102" fmla="*/ 162846 h 461716"/>
              <a:gd name="connsiteX103" fmla="*/ 231816 w 461716"/>
              <a:gd name="connsiteY103" fmla="*/ 220321 h 461716"/>
              <a:gd name="connsiteX104" fmla="*/ 231816 w 461716"/>
              <a:gd name="connsiteY104" fmla="*/ 220321 h 461716"/>
              <a:gd name="connsiteX105" fmla="*/ 231816 w 461716"/>
              <a:gd name="connsiteY105" fmla="*/ 120698 h 461716"/>
              <a:gd name="connsiteX106" fmla="*/ 270133 w 461716"/>
              <a:gd name="connsiteY106" fmla="*/ 160930 h 461716"/>
              <a:gd name="connsiteX107" fmla="*/ 229901 w 461716"/>
              <a:gd name="connsiteY107" fmla="*/ 199247 h 461716"/>
              <a:gd name="connsiteX108" fmla="*/ 191584 w 461716"/>
              <a:gd name="connsiteY108" fmla="*/ 159015 h 461716"/>
              <a:gd name="connsiteX109" fmla="*/ 231816 w 461716"/>
              <a:gd name="connsiteY109" fmla="*/ 120698 h 461716"/>
              <a:gd name="connsiteX110" fmla="*/ 231816 w 461716"/>
              <a:gd name="connsiteY110" fmla="*/ 120698 h 461716"/>
              <a:gd name="connsiteX111" fmla="*/ 249059 w 461716"/>
              <a:gd name="connsiteY111" fmla="*/ 229901 h 461716"/>
              <a:gd name="connsiteX112" fmla="*/ 210742 w 461716"/>
              <a:gd name="connsiteY112" fmla="*/ 229901 h 461716"/>
              <a:gd name="connsiteX113" fmla="*/ 114950 w 461716"/>
              <a:gd name="connsiteY113" fmla="*/ 325692 h 461716"/>
              <a:gd name="connsiteX114" fmla="*/ 134109 w 461716"/>
              <a:gd name="connsiteY114" fmla="*/ 344851 h 461716"/>
              <a:gd name="connsiteX115" fmla="*/ 325692 w 461716"/>
              <a:gd name="connsiteY115" fmla="*/ 344851 h 461716"/>
              <a:gd name="connsiteX116" fmla="*/ 344851 w 461716"/>
              <a:gd name="connsiteY116" fmla="*/ 325692 h 461716"/>
              <a:gd name="connsiteX117" fmla="*/ 249059 w 461716"/>
              <a:gd name="connsiteY117" fmla="*/ 229901 h 461716"/>
              <a:gd name="connsiteX118" fmla="*/ 325692 w 461716"/>
              <a:gd name="connsiteY118" fmla="*/ 325692 h 461716"/>
              <a:gd name="connsiteX119" fmla="*/ 296955 w 461716"/>
              <a:gd name="connsiteY119" fmla="*/ 325692 h 461716"/>
              <a:gd name="connsiteX120" fmla="*/ 296955 w 461716"/>
              <a:gd name="connsiteY120" fmla="*/ 296955 h 461716"/>
              <a:gd name="connsiteX121" fmla="*/ 277796 w 461716"/>
              <a:gd name="connsiteY121" fmla="*/ 296955 h 461716"/>
              <a:gd name="connsiteX122" fmla="*/ 277796 w 461716"/>
              <a:gd name="connsiteY122" fmla="*/ 325692 h 461716"/>
              <a:gd name="connsiteX123" fmla="*/ 182005 w 461716"/>
              <a:gd name="connsiteY123" fmla="*/ 325692 h 461716"/>
              <a:gd name="connsiteX124" fmla="*/ 182005 w 461716"/>
              <a:gd name="connsiteY124" fmla="*/ 296955 h 461716"/>
              <a:gd name="connsiteX125" fmla="*/ 162846 w 461716"/>
              <a:gd name="connsiteY125" fmla="*/ 296955 h 461716"/>
              <a:gd name="connsiteX126" fmla="*/ 162846 w 461716"/>
              <a:gd name="connsiteY126" fmla="*/ 325692 h 461716"/>
              <a:gd name="connsiteX127" fmla="*/ 134109 w 461716"/>
              <a:gd name="connsiteY127" fmla="*/ 325692 h 461716"/>
              <a:gd name="connsiteX128" fmla="*/ 210742 w 461716"/>
              <a:gd name="connsiteY128" fmla="*/ 249059 h 461716"/>
              <a:gd name="connsiteX129" fmla="*/ 249059 w 461716"/>
              <a:gd name="connsiteY129" fmla="*/ 249059 h 461716"/>
              <a:gd name="connsiteX130" fmla="*/ 325692 w 461716"/>
              <a:gd name="connsiteY130" fmla="*/ 325692 h 46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461716" h="461716">
                <a:moveTo>
                  <a:pt x="444474" y="189668"/>
                </a:moveTo>
                <a:lnTo>
                  <a:pt x="392747" y="176257"/>
                </a:lnTo>
                <a:cubicBezTo>
                  <a:pt x="390831" y="166678"/>
                  <a:pt x="386999" y="159015"/>
                  <a:pt x="381252" y="149435"/>
                </a:cubicBezTo>
                <a:lnTo>
                  <a:pt x="408073" y="103455"/>
                </a:lnTo>
                <a:cubicBezTo>
                  <a:pt x="411905" y="95792"/>
                  <a:pt x="411905" y="86213"/>
                  <a:pt x="406158" y="80465"/>
                </a:cubicBezTo>
                <a:lnTo>
                  <a:pt x="375504" y="49812"/>
                </a:lnTo>
                <a:cubicBezTo>
                  <a:pt x="369757" y="44064"/>
                  <a:pt x="360177" y="42148"/>
                  <a:pt x="352514" y="45980"/>
                </a:cubicBezTo>
                <a:lnTo>
                  <a:pt x="308450" y="76634"/>
                </a:lnTo>
                <a:cubicBezTo>
                  <a:pt x="300786" y="72802"/>
                  <a:pt x="291207" y="68970"/>
                  <a:pt x="281628" y="65138"/>
                </a:cubicBezTo>
                <a:lnTo>
                  <a:pt x="268217" y="13411"/>
                </a:lnTo>
                <a:cubicBezTo>
                  <a:pt x="268217" y="5748"/>
                  <a:pt x="258638" y="0"/>
                  <a:pt x="250975" y="0"/>
                </a:cubicBezTo>
                <a:lnTo>
                  <a:pt x="208826" y="0"/>
                </a:lnTo>
                <a:cubicBezTo>
                  <a:pt x="199247" y="0"/>
                  <a:pt x="191584" y="5748"/>
                  <a:pt x="189668" y="15327"/>
                </a:cubicBezTo>
                <a:lnTo>
                  <a:pt x="176257" y="65138"/>
                </a:lnTo>
                <a:cubicBezTo>
                  <a:pt x="168594" y="68970"/>
                  <a:pt x="159015" y="72802"/>
                  <a:pt x="151351" y="76634"/>
                </a:cubicBezTo>
                <a:lnTo>
                  <a:pt x="105371" y="49812"/>
                </a:lnTo>
                <a:cubicBezTo>
                  <a:pt x="97708" y="44064"/>
                  <a:pt x="88129" y="45980"/>
                  <a:pt x="82381" y="51728"/>
                </a:cubicBezTo>
                <a:lnTo>
                  <a:pt x="51728" y="82381"/>
                </a:lnTo>
                <a:cubicBezTo>
                  <a:pt x="45980" y="88129"/>
                  <a:pt x="44064" y="97708"/>
                  <a:pt x="49812" y="105371"/>
                </a:cubicBezTo>
                <a:lnTo>
                  <a:pt x="76634" y="151351"/>
                </a:lnTo>
                <a:cubicBezTo>
                  <a:pt x="72802" y="159015"/>
                  <a:pt x="68970" y="168594"/>
                  <a:pt x="65138" y="176257"/>
                </a:cubicBezTo>
                <a:lnTo>
                  <a:pt x="15327" y="189668"/>
                </a:lnTo>
                <a:cubicBezTo>
                  <a:pt x="5748" y="191584"/>
                  <a:pt x="0" y="201163"/>
                  <a:pt x="0" y="208826"/>
                </a:cubicBezTo>
                <a:lnTo>
                  <a:pt x="0" y="250975"/>
                </a:lnTo>
                <a:cubicBezTo>
                  <a:pt x="0" y="260554"/>
                  <a:pt x="5748" y="268217"/>
                  <a:pt x="15327" y="270133"/>
                </a:cubicBezTo>
                <a:lnTo>
                  <a:pt x="67054" y="283544"/>
                </a:lnTo>
                <a:cubicBezTo>
                  <a:pt x="70886" y="291207"/>
                  <a:pt x="72802" y="300786"/>
                  <a:pt x="78549" y="308450"/>
                </a:cubicBezTo>
                <a:lnTo>
                  <a:pt x="51728" y="354430"/>
                </a:lnTo>
                <a:cubicBezTo>
                  <a:pt x="47896" y="362093"/>
                  <a:pt x="47896" y="371672"/>
                  <a:pt x="55559" y="377420"/>
                </a:cubicBezTo>
                <a:lnTo>
                  <a:pt x="86213" y="408073"/>
                </a:lnTo>
                <a:cubicBezTo>
                  <a:pt x="91960" y="413821"/>
                  <a:pt x="101539" y="415737"/>
                  <a:pt x="109203" y="409989"/>
                </a:cubicBezTo>
                <a:lnTo>
                  <a:pt x="151351" y="383168"/>
                </a:lnTo>
                <a:cubicBezTo>
                  <a:pt x="159015" y="386999"/>
                  <a:pt x="168594" y="390831"/>
                  <a:pt x="178173" y="394663"/>
                </a:cubicBezTo>
                <a:lnTo>
                  <a:pt x="191584" y="446390"/>
                </a:lnTo>
                <a:cubicBezTo>
                  <a:pt x="193500" y="455969"/>
                  <a:pt x="201163" y="461717"/>
                  <a:pt x="210742" y="461717"/>
                </a:cubicBezTo>
                <a:lnTo>
                  <a:pt x="252891" y="461717"/>
                </a:lnTo>
                <a:cubicBezTo>
                  <a:pt x="262470" y="461717"/>
                  <a:pt x="270133" y="455969"/>
                  <a:pt x="272049" y="446390"/>
                </a:cubicBezTo>
                <a:lnTo>
                  <a:pt x="285460" y="394663"/>
                </a:lnTo>
                <a:cubicBezTo>
                  <a:pt x="293123" y="390831"/>
                  <a:pt x="302702" y="388915"/>
                  <a:pt x="310366" y="383168"/>
                </a:cubicBezTo>
                <a:lnTo>
                  <a:pt x="356346" y="409989"/>
                </a:lnTo>
                <a:cubicBezTo>
                  <a:pt x="364009" y="413821"/>
                  <a:pt x="373588" y="413821"/>
                  <a:pt x="379336" y="408073"/>
                </a:cubicBezTo>
                <a:lnTo>
                  <a:pt x="409989" y="377420"/>
                </a:lnTo>
                <a:cubicBezTo>
                  <a:pt x="415737" y="371672"/>
                  <a:pt x="417653" y="362093"/>
                  <a:pt x="411905" y="354430"/>
                </a:cubicBezTo>
                <a:lnTo>
                  <a:pt x="383168" y="308450"/>
                </a:lnTo>
                <a:cubicBezTo>
                  <a:pt x="386999" y="300786"/>
                  <a:pt x="390831" y="291207"/>
                  <a:pt x="394663" y="281628"/>
                </a:cubicBezTo>
                <a:lnTo>
                  <a:pt x="446390" y="268217"/>
                </a:lnTo>
                <a:cubicBezTo>
                  <a:pt x="455969" y="266301"/>
                  <a:pt x="461717" y="258638"/>
                  <a:pt x="461717" y="249059"/>
                </a:cubicBezTo>
                <a:lnTo>
                  <a:pt x="461717" y="206910"/>
                </a:lnTo>
                <a:cubicBezTo>
                  <a:pt x="459801" y="199247"/>
                  <a:pt x="454054" y="191584"/>
                  <a:pt x="444474" y="189668"/>
                </a:cubicBezTo>
                <a:close/>
                <a:moveTo>
                  <a:pt x="388915" y="264386"/>
                </a:moveTo>
                <a:cubicBezTo>
                  <a:pt x="383168" y="266301"/>
                  <a:pt x="377420" y="270133"/>
                  <a:pt x="375504" y="277796"/>
                </a:cubicBezTo>
                <a:cubicBezTo>
                  <a:pt x="373588" y="285460"/>
                  <a:pt x="369757" y="293123"/>
                  <a:pt x="365925" y="300786"/>
                </a:cubicBezTo>
                <a:cubicBezTo>
                  <a:pt x="362093" y="306534"/>
                  <a:pt x="362093" y="314197"/>
                  <a:pt x="365925" y="319945"/>
                </a:cubicBezTo>
                <a:lnTo>
                  <a:pt x="394663" y="365925"/>
                </a:lnTo>
                <a:lnTo>
                  <a:pt x="364009" y="394663"/>
                </a:lnTo>
                <a:lnTo>
                  <a:pt x="318029" y="367841"/>
                </a:lnTo>
                <a:cubicBezTo>
                  <a:pt x="312282" y="364009"/>
                  <a:pt x="304618" y="364009"/>
                  <a:pt x="298871" y="367841"/>
                </a:cubicBezTo>
                <a:cubicBezTo>
                  <a:pt x="291207" y="371672"/>
                  <a:pt x="283544" y="375504"/>
                  <a:pt x="275881" y="377420"/>
                </a:cubicBezTo>
                <a:cubicBezTo>
                  <a:pt x="270133" y="379336"/>
                  <a:pt x="264386" y="385083"/>
                  <a:pt x="262470" y="390831"/>
                </a:cubicBezTo>
                <a:lnTo>
                  <a:pt x="250975" y="440643"/>
                </a:lnTo>
                <a:lnTo>
                  <a:pt x="208826" y="440643"/>
                </a:lnTo>
                <a:lnTo>
                  <a:pt x="195415" y="388915"/>
                </a:lnTo>
                <a:cubicBezTo>
                  <a:pt x="193500" y="383168"/>
                  <a:pt x="189668" y="377420"/>
                  <a:pt x="182005" y="375504"/>
                </a:cubicBezTo>
                <a:cubicBezTo>
                  <a:pt x="174341" y="373588"/>
                  <a:pt x="166678" y="369757"/>
                  <a:pt x="159015" y="365925"/>
                </a:cubicBezTo>
                <a:cubicBezTo>
                  <a:pt x="157099" y="364009"/>
                  <a:pt x="153267" y="364009"/>
                  <a:pt x="151351" y="364009"/>
                </a:cubicBezTo>
                <a:cubicBezTo>
                  <a:pt x="147519" y="364009"/>
                  <a:pt x="145604" y="365925"/>
                  <a:pt x="141772" y="365925"/>
                </a:cubicBezTo>
                <a:lnTo>
                  <a:pt x="95792" y="394663"/>
                </a:lnTo>
                <a:lnTo>
                  <a:pt x="65138" y="364009"/>
                </a:lnTo>
                <a:lnTo>
                  <a:pt x="91960" y="318029"/>
                </a:lnTo>
                <a:cubicBezTo>
                  <a:pt x="95792" y="312282"/>
                  <a:pt x="95792" y="304618"/>
                  <a:pt x="91960" y="298871"/>
                </a:cubicBezTo>
                <a:cubicBezTo>
                  <a:pt x="88129" y="291207"/>
                  <a:pt x="84297" y="283544"/>
                  <a:pt x="82381" y="275881"/>
                </a:cubicBezTo>
                <a:cubicBezTo>
                  <a:pt x="80465" y="270133"/>
                  <a:pt x="74718" y="264386"/>
                  <a:pt x="68970" y="262470"/>
                </a:cubicBezTo>
                <a:lnTo>
                  <a:pt x="19158" y="250975"/>
                </a:lnTo>
                <a:lnTo>
                  <a:pt x="19158" y="208826"/>
                </a:lnTo>
                <a:lnTo>
                  <a:pt x="70886" y="195415"/>
                </a:lnTo>
                <a:cubicBezTo>
                  <a:pt x="76634" y="193500"/>
                  <a:pt x="82381" y="189668"/>
                  <a:pt x="84297" y="183920"/>
                </a:cubicBezTo>
                <a:cubicBezTo>
                  <a:pt x="86213" y="176257"/>
                  <a:pt x="90044" y="168594"/>
                  <a:pt x="93876" y="160930"/>
                </a:cubicBezTo>
                <a:cubicBezTo>
                  <a:pt x="97708" y="155183"/>
                  <a:pt x="97708" y="147519"/>
                  <a:pt x="93876" y="141772"/>
                </a:cubicBezTo>
                <a:lnTo>
                  <a:pt x="65138" y="95792"/>
                </a:lnTo>
                <a:lnTo>
                  <a:pt x="95792" y="65138"/>
                </a:lnTo>
                <a:lnTo>
                  <a:pt x="141772" y="91960"/>
                </a:lnTo>
                <a:cubicBezTo>
                  <a:pt x="147519" y="95792"/>
                  <a:pt x="155183" y="95792"/>
                  <a:pt x="160930" y="91960"/>
                </a:cubicBezTo>
                <a:cubicBezTo>
                  <a:pt x="168594" y="88129"/>
                  <a:pt x="176257" y="84297"/>
                  <a:pt x="183920" y="82381"/>
                </a:cubicBezTo>
                <a:cubicBezTo>
                  <a:pt x="189668" y="80465"/>
                  <a:pt x="195415" y="74718"/>
                  <a:pt x="197331" y="68970"/>
                </a:cubicBezTo>
                <a:lnTo>
                  <a:pt x="208826" y="19158"/>
                </a:lnTo>
                <a:lnTo>
                  <a:pt x="250975" y="19158"/>
                </a:lnTo>
                <a:lnTo>
                  <a:pt x="264386" y="70886"/>
                </a:lnTo>
                <a:cubicBezTo>
                  <a:pt x="266301" y="76634"/>
                  <a:pt x="270133" y="82381"/>
                  <a:pt x="277796" y="84297"/>
                </a:cubicBezTo>
                <a:cubicBezTo>
                  <a:pt x="285460" y="86213"/>
                  <a:pt x="293123" y="90044"/>
                  <a:pt x="300786" y="93876"/>
                </a:cubicBezTo>
                <a:cubicBezTo>
                  <a:pt x="306534" y="97708"/>
                  <a:pt x="314197" y="97708"/>
                  <a:pt x="319945" y="93876"/>
                </a:cubicBezTo>
                <a:lnTo>
                  <a:pt x="364009" y="65138"/>
                </a:lnTo>
                <a:lnTo>
                  <a:pt x="394663" y="95792"/>
                </a:lnTo>
                <a:lnTo>
                  <a:pt x="367841" y="141772"/>
                </a:lnTo>
                <a:cubicBezTo>
                  <a:pt x="364009" y="147519"/>
                  <a:pt x="364009" y="155183"/>
                  <a:pt x="367841" y="160930"/>
                </a:cubicBezTo>
                <a:cubicBezTo>
                  <a:pt x="371672" y="168594"/>
                  <a:pt x="375504" y="176257"/>
                  <a:pt x="377420" y="183920"/>
                </a:cubicBezTo>
                <a:cubicBezTo>
                  <a:pt x="379336" y="189668"/>
                  <a:pt x="385083" y="195415"/>
                  <a:pt x="390831" y="197331"/>
                </a:cubicBezTo>
                <a:lnTo>
                  <a:pt x="442558" y="210742"/>
                </a:lnTo>
                <a:lnTo>
                  <a:pt x="442558" y="252891"/>
                </a:lnTo>
                <a:lnTo>
                  <a:pt x="388915" y="264386"/>
                </a:lnTo>
                <a:close/>
                <a:moveTo>
                  <a:pt x="231816" y="220321"/>
                </a:moveTo>
                <a:cubicBezTo>
                  <a:pt x="264386" y="220321"/>
                  <a:pt x="291207" y="193500"/>
                  <a:pt x="289291" y="160930"/>
                </a:cubicBezTo>
                <a:cubicBezTo>
                  <a:pt x="289291" y="128361"/>
                  <a:pt x="262470" y="101539"/>
                  <a:pt x="229901" y="103455"/>
                </a:cubicBezTo>
                <a:cubicBezTo>
                  <a:pt x="197331" y="103455"/>
                  <a:pt x="172425" y="130277"/>
                  <a:pt x="172425" y="162846"/>
                </a:cubicBezTo>
                <a:cubicBezTo>
                  <a:pt x="172425" y="193500"/>
                  <a:pt x="199247" y="220321"/>
                  <a:pt x="231816" y="220321"/>
                </a:cubicBezTo>
                <a:cubicBezTo>
                  <a:pt x="231816" y="220321"/>
                  <a:pt x="231816" y="220321"/>
                  <a:pt x="231816" y="220321"/>
                </a:cubicBezTo>
                <a:close/>
                <a:moveTo>
                  <a:pt x="231816" y="120698"/>
                </a:moveTo>
                <a:cubicBezTo>
                  <a:pt x="254806" y="120698"/>
                  <a:pt x="272049" y="139856"/>
                  <a:pt x="270133" y="160930"/>
                </a:cubicBezTo>
                <a:cubicBezTo>
                  <a:pt x="268217" y="182005"/>
                  <a:pt x="250975" y="201163"/>
                  <a:pt x="229901" y="199247"/>
                </a:cubicBezTo>
                <a:cubicBezTo>
                  <a:pt x="208826" y="199247"/>
                  <a:pt x="191584" y="180089"/>
                  <a:pt x="191584" y="159015"/>
                </a:cubicBezTo>
                <a:cubicBezTo>
                  <a:pt x="191584" y="139856"/>
                  <a:pt x="210742" y="120698"/>
                  <a:pt x="231816" y="120698"/>
                </a:cubicBezTo>
                <a:cubicBezTo>
                  <a:pt x="231816" y="120698"/>
                  <a:pt x="231816" y="120698"/>
                  <a:pt x="231816" y="120698"/>
                </a:cubicBezTo>
                <a:close/>
                <a:moveTo>
                  <a:pt x="249059" y="229901"/>
                </a:moveTo>
                <a:lnTo>
                  <a:pt x="210742" y="229901"/>
                </a:lnTo>
                <a:cubicBezTo>
                  <a:pt x="157099" y="229901"/>
                  <a:pt x="114950" y="272049"/>
                  <a:pt x="114950" y="325692"/>
                </a:cubicBezTo>
                <a:cubicBezTo>
                  <a:pt x="114950" y="337187"/>
                  <a:pt x="122614" y="344851"/>
                  <a:pt x="134109" y="344851"/>
                </a:cubicBezTo>
                <a:lnTo>
                  <a:pt x="325692" y="344851"/>
                </a:lnTo>
                <a:cubicBezTo>
                  <a:pt x="337187" y="344851"/>
                  <a:pt x="344851" y="337187"/>
                  <a:pt x="344851" y="325692"/>
                </a:cubicBezTo>
                <a:cubicBezTo>
                  <a:pt x="344851" y="272049"/>
                  <a:pt x="302702" y="229901"/>
                  <a:pt x="249059" y="229901"/>
                </a:cubicBezTo>
                <a:close/>
                <a:moveTo>
                  <a:pt x="325692" y="325692"/>
                </a:moveTo>
                <a:lnTo>
                  <a:pt x="296955" y="325692"/>
                </a:lnTo>
                <a:lnTo>
                  <a:pt x="296955" y="296955"/>
                </a:lnTo>
                <a:lnTo>
                  <a:pt x="277796" y="296955"/>
                </a:lnTo>
                <a:lnTo>
                  <a:pt x="277796" y="325692"/>
                </a:lnTo>
                <a:lnTo>
                  <a:pt x="182005" y="325692"/>
                </a:lnTo>
                <a:lnTo>
                  <a:pt x="182005" y="296955"/>
                </a:lnTo>
                <a:lnTo>
                  <a:pt x="162846" y="296955"/>
                </a:lnTo>
                <a:lnTo>
                  <a:pt x="162846" y="325692"/>
                </a:lnTo>
                <a:lnTo>
                  <a:pt x="134109" y="325692"/>
                </a:lnTo>
                <a:cubicBezTo>
                  <a:pt x="134109" y="283544"/>
                  <a:pt x="168594" y="249059"/>
                  <a:pt x="210742" y="249059"/>
                </a:cubicBezTo>
                <a:lnTo>
                  <a:pt x="249059" y="249059"/>
                </a:lnTo>
                <a:cubicBezTo>
                  <a:pt x="291207" y="249059"/>
                  <a:pt x="325692" y="283544"/>
                  <a:pt x="325692" y="32569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8" name="Freeform: Shape 67" descr="Process innovation hand gear icon.">
            <a:extLst>
              <a:ext uri="{FF2B5EF4-FFF2-40B4-BE49-F238E27FC236}">
                <a16:creationId xmlns:a16="http://schemas.microsoft.com/office/drawing/2014/main" id="{60B0E2C1-56EF-4B38-BD41-5946943656D8}"/>
              </a:ext>
            </a:extLst>
          </p:cNvPr>
          <p:cNvSpPr/>
          <p:nvPr/>
        </p:nvSpPr>
        <p:spPr>
          <a:xfrm>
            <a:off x="2169789" y="5127786"/>
            <a:ext cx="442558" cy="417652"/>
          </a:xfrm>
          <a:custGeom>
            <a:avLst/>
            <a:gdLst>
              <a:gd name="connsiteX0" fmla="*/ 212658 w 442558"/>
              <a:gd name="connsiteY0" fmla="*/ 149435 h 417652"/>
              <a:gd name="connsiteX1" fmla="*/ 256722 w 442558"/>
              <a:gd name="connsiteY1" fmla="*/ 105371 h 417652"/>
              <a:gd name="connsiteX2" fmla="*/ 212658 w 442558"/>
              <a:gd name="connsiteY2" fmla="*/ 61307 h 417652"/>
              <a:gd name="connsiteX3" fmla="*/ 168594 w 442558"/>
              <a:gd name="connsiteY3" fmla="*/ 105371 h 417652"/>
              <a:gd name="connsiteX4" fmla="*/ 212658 w 442558"/>
              <a:gd name="connsiteY4" fmla="*/ 149435 h 417652"/>
              <a:gd name="connsiteX5" fmla="*/ 212658 w 442558"/>
              <a:gd name="connsiteY5" fmla="*/ 149435 h 417652"/>
              <a:gd name="connsiteX6" fmla="*/ 212658 w 442558"/>
              <a:gd name="connsiteY6" fmla="*/ 82381 h 417652"/>
              <a:gd name="connsiteX7" fmla="*/ 237564 w 442558"/>
              <a:gd name="connsiteY7" fmla="*/ 107287 h 417652"/>
              <a:gd name="connsiteX8" fmla="*/ 212658 w 442558"/>
              <a:gd name="connsiteY8" fmla="*/ 130277 h 417652"/>
              <a:gd name="connsiteX9" fmla="*/ 187752 w 442558"/>
              <a:gd name="connsiteY9" fmla="*/ 105371 h 417652"/>
              <a:gd name="connsiteX10" fmla="*/ 187752 w 442558"/>
              <a:gd name="connsiteY10" fmla="*/ 105371 h 417652"/>
              <a:gd name="connsiteX11" fmla="*/ 212658 w 442558"/>
              <a:gd name="connsiteY11" fmla="*/ 82381 h 417652"/>
              <a:gd name="connsiteX12" fmla="*/ 116866 w 442558"/>
              <a:gd name="connsiteY12" fmla="*/ 130277 h 417652"/>
              <a:gd name="connsiteX13" fmla="*/ 136024 w 442558"/>
              <a:gd name="connsiteY13" fmla="*/ 134109 h 417652"/>
              <a:gd name="connsiteX14" fmla="*/ 137940 w 442558"/>
              <a:gd name="connsiteY14" fmla="*/ 141772 h 417652"/>
              <a:gd name="connsiteX15" fmla="*/ 128361 w 442558"/>
              <a:gd name="connsiteY15" fmla="*/ 159015 h 417652"/>
              <a:gd name="connsiteX16" fmla="*/ 130277 w 442558"/>
              <a:gd name="connsiteY16" fmla="*/ 176257 h 417652"/>
              <a:gd name="connsiteX17" fmla="*/ 143688 w 442558"/>
              <a:gd name="connsiteY17" fmla="*/ 189668 h 417652"/>
              <a:gd name="connsiteX18" fmla="*/ 160930 w 442558"/>
              <a:gd name="connsiteY18" fmla="*/ 191584 h 417652"/>
              <a:gd name="connsiteX19" fmla="*/ 178173 w 442558"/>
              <a:gd name="connsiteY19" fmla="*/ 182005 h 417652"/>
              <a:gd name="connsiteX20" fmla="*/ 185836 w 442558"/>
              <a:gd name="connsiteY20" fmla="*/ 183920 h 417652"/>
              <a:gd name="connsiteX21" fmla="*/ 191584 w 442558"/>
              <a:gd name="connsiteY21" fmla="*/ 203079 h 417652"/>
              <a:gd name="connsiteX22" fmla="*/ 204995 w 442558"/>
              <a:gd name="connsiteY22" fmla="*/ 212658 h 417652"/>
              <a:gd name="connsiteX23" fmla="*/ 224153 w 442558"/>
              <a:gd name="connsiteY23" fmla="*/ 212658 h 417652"/>
              <a:gd name="connsiteX24" fmla="*/ 237564 w 442558"/>
              <a:gd name="connsiteY24" fmla="*/ 203079 h 417652"/>
              <a:gd name="connsiteX25" fmla="*/ 241396 w 442558"/>
              <a:gd name="connsiteY25" fmla="*/ 183920 h 417652"/>
              <a:gd name="connsiteX26" fmla="*/ 249059 w 442558"/>
              <a:gd name="connsiteY26" fmla="*/ 182005 h 417652"/>
              <a:gd name="connsiteX27" fmla="*/ 266301 w 442558"/>
              <a:gd name="connsiteY27" fmla="*/ 191584 h 417652"/>
              <a:gd name="connsiteX28" fmla="*/ 283544 w 442558"/>
              <a:gd name="connsiteY28" fmla="*/ 189668 h 417652"/>
              <a:gd name="connsiteX29" fmla="*/ 296955 w 442558"/>
              <a:gd name="connsiteY29" fmla="*/ 176257 h 417652"/>
              <a:gd name="connsiteX30" fmla="*/ 298871 w 442558"/>
              <a:gd name="connsiteY30" fmla="*/ 159015 h 417652"/>
              <a:gd name="connsiteX31" fmla="*/ 287376 w 442558"/>
              <a:gd name="connsiteY31" fmla="*/ 141772 h 417652"/>
              <a:gd name="connsiteX32" fmla="*/ 289291 w 442558"/>
              <a:gd name="connsiteY32" fmla="*/ 136024 h 417652"/>
              <a:gd name="connsiteX33" fmla="*/ 308450 w 442558"/>
              <a:gd name="connsiteY33" fmla="*/ 130277 h 417652"/>
              <a:gd name="connsiteX34" fmla="*/ 318029 w 442558"/>
              <a:gd name="connsiteY34" fmla="*/ 116866 h 417652"/>
              <a:gd name="connsiteX35" fmla="*/ 318029 w 442558"/>
              <a:gd name="connsiteY35" fmla="*/ 97708 h 417652"/>
              <a:gd name="connsiteX36" fmla="*/ 308450 w 442558"/>
              <a:gd name="connsiteY36" fmla="*/ 84297 h 417652"/>
              <a:gd name="connsiteX37" fmla="*/ 289291 w 442558"/>
              <a:gd name="connsiteY37" fmla="*/ 78549 h 417652"/>
              <a:gd name="connsiteX38" fmla="*/ 287376 w 442558"/>
              <a:gd name="connsiteY38" fmla="*/ 72802 h 417652"/>
              <a:gd name="connsiteX39" fmla="*/ 296955 w 442558"/>
              <a:gd name="connsiteY39" fmla="*/ 55559 h 417652"/>
              <a:gd name="connsiteX40" fmla="*/ 295039 w 442558"/>
              <a:gd name="connsiteY40" fmla="*/ 38317 h 417652"/>
              <a:gd name="connsiteX41" fmla="*/ 281628 w 442558"/>
              <a:gd name="connsiteY41" fmla="*/ 24906 h 417652"/>
              <a:gd name="connsiteX42" fmla="*/ 264386 w 442558"/>
              <a:gd name="connsiteY42" fmla="*/ 22990 h 417652"/>
              <a:gd name="connsiteX43" fmla="*/ 247143 w 442558"/>
              <a:gd name="connsiteY43" fmla="*/ 32569 h 417652"/>
              <a:gd name="connsiteX44" fmla="*/ 239480 w 442558"/>
              <a:gd name="connsiteY44" fmla="*/ 30653 h 417652"/>
              <a:gd name="connsiteX45" fmla="*/ 233732 w 442558"/>
              <a:gd name="connsiteY45" fmla="*/ 11495 h 417652"/>
              <a:gd name="connsiteX46" fmla="*/ 222237 w 442558"/>
              <a:gd name="connsiteY46" fmla="*/ 0 h 417652"/>
              <a:gd name="connsiteX47" fmla="*/ 203079 w 442558"/>
              <a:gd name="connsiteY47" fmla="*/ 0 h 417652"/>
              <a:gd name="connsiteX48" fmla="*/ 189668 w 442558"/>
              <a:gd name="connsiteY48" fmla="*/ 9579 h 417652"/>
              <a:gd name="connsiteX49" fmla="*/ 185836 w 442558"/>
              <a:gd name="connsiteY49" fmla="*/ 28738 h 417652"/>
              <a:gd name="connsiteX50" fmla="*/ 178173 w 442558"/>
              <a:gd name="connsiteY50" fmla="*/ 30653 h 417652"/>
              <a:gd name="connsiteX51" fmla="*/ 160930 w 442558"/>
              <a:gd name="connsiteY51" fmla="*/ 22990 h 417652"/>
              <a:gd name="connsiteX52" fmla="*/ 143688 w 442558"/>
              <a:gd name="connsiteY52" fmla="*/ 24906 h 417652"/>
              <a:gd name="connsiteX53" fmla="*/ 130277 w 442558"/>
              <a:gd name="connsiteY53" fmla="*/ 38317 h 417652"/>
              <a:gd name="connsiteX54" fmla="*/ 128361 w 442558"/>
              <a:gd name="connsiteY54" fmla="*/ 55559 h 417652"/>
              <a:gd name="connsiteX55" fmla="*/ 139856 w 442558"/>
              <a:gd name="connsiteY55" fmla="*/ 72802 h 417652"/>
              <a:gd name="connsiteX56" fmla="*/ 136024 w 442558"/>
              <a:gd name="connsiteY56" fmla="*/ 78549 h 417652"/>
              <a:gd name="connsiteX57" fmla="*/ 116866 w 442558"/>
              <a:gd name="connsiteY57" fmla="*/ 84297 h 417652"/>
              <a:gd name="connsiteX58" fmla="*/ 107287 w 442558"/>
              <a:gd name="connsiteY58" fmla="*/ 97708 h 417652"/>
              <a:gd name="connsiteX59" fmla="*/ 107287 w 442558"/>
              <a:gd name="connsiteY59" fmla="*/ 116866 h 417652"/>
              <a:gd name="connsiteX60" fmla="*/ 116866 w 442558"/>
              <a:gd name="connsiteY60" fmla="*/ 130277 h 417652"/>
              <a:gd name="connsiteX61" fmla="*/ 126445 w 442558"/>
              <a:gd name="connsiteY61" fmla="*/ 101539 h 417652"/>
              <a:gd name="connsiteX62" fmla="*/ 145604 w 442558"/>
              <a:gd name="connsiteY62" fmla="*/ 97708 h 417652"/>
              <a:gd name="connsiteX63" fmla="*/ 155183 w 442558"/>
              <a:gd name="connsiteY63" fmla="*/ 88129 h 417652"/>
              <a:gd name="connsiteX64" fmla="*/ 159015 w 442558"/>
              <a:gd name="connsiteY64" fmla="*/ 78549 h 417652"/>
              <a:gd name="connsiteX65" fmla="*/ 159015 w 442558"/>
              <a:gd name="connsiteY65" fmla="*/ 65138 h 417652"/>
              <a:gd name="connsiteX66" fmla="*/ 149435 w 442558"/>
              <a:gd name="connsiteY66" fmla="*/ 49812 h 417652"/>
              <a:gd name="connsiteX67" fmla="*/ 155183 w 442558"/>
              <a:gd name="connsiteY67" fmla="*/ 42148 h 417652"/>
              <a:gd name="connsiteX68" fmla="*/ 172425 w 442558"/>
              <a:gd name="connsiteY68" fmla="*/ 51728 h 417652"/>
              <a:gd name="connsiteX69" fmla="*/ 185836 w 442558"/>
              <a:gd name="connsiteY69" fmla="*/ 51728 h 417652"/>
              <a:gd name="connsiteX70" fmla="*/ 195415 w 442558"/>
              <a:gd name="connsiteY70" fmla="*/ 47896 h 417652"/>
              <a:gd name="connsiteX71" fmla="*/ 204995 w 442558"/>
              <a:gd name="connsiteY71" fmla="*/ 38317 h 417652"/>
              <a:gd name="connsiteX72" fmla="*/ 208826 w 442558"/>
              <a:gd name="connsiteY72" fmla="*/ 19158 h 417652"/>
              <a:gd name="connsiteX73" fmla="*/ 218405 w 442558"/>
              <a:gd name="connsiteY73" fmla="*/ 19158 h 417652"/>
              <a:gd name="connsiteX74" fmla="*/ 222237 w 442558"/>
              <a:gd name="connsiteY74" fmla="*/ 38317 h 417652"/>
              <a:gd name="connsiteX75" fmla="*/ 231816 w 442558"/>
              <a:gd name="connsiteY75" fmla="*/ 47896 h 417652"/>
              <a:gd name="connsiteX76" fmla="*/ 241396 w 442558"/>
              <a:gd name="connsiteY76" fmla="*/ 51728 h 417652"/>
              <a:gd name="connsiteX77" fmla="*/ 254806 w 442558"/>
              <a:gd name="connsiteY77" fmla="*/ 51728 h 417652"/>
              <a:gd name="connsiteX78" fmla="*/ 270133 w 442558"/>
              <a:gd name="connsiteY78" fmla="*/ 42148 h 417652"/>
              <a:gd name="connsiteX79" fmla="*/ 277796 w 442558"/>
              <a:gd name="connsiteY79" fmla="*/ 49812 h 417652"/>
              <a:gd name="connsiteX80" fmla="*/ 268217 w 442558"/>
              <a:gd name="connsiteY80" fmla="*/ 67054 h 417652"/>
              <a:gd name="connsiteX81" fmla="*/ 268217 w 442558"/>
              <a:gd name="connsiteY81" fmla="*/ 80465 h 417652"/>
              <a:gd name="connsiteX82" fmla="*/ 272049 w 442558"/>
              <a:gd name="connsiteY82" fmla="*/ 90044 h 417652"/>
              <a:gd name="connsiteX83" fmla="*/ 281628 w 442558"/>
              <a:gd name="connsiteY83" fmla="*/ 99624 h 417652"/>
              <a:gd name="connsiteX84" fmla="*/ 300787 w 442558"/>
              <a:gd name="connsiteY84" fmla="*/ 103455 h 417652"/>
              <a:gd name="connsiteX85" fmla="*/ 300787 w 442558"/>
              <a:gd name="connsiteY85" fmla="*/ 113034 h 417652"/>
              <a:gd name="connsiteX86" fmla="*/ 281628 w 442558"/>
              <a:gd name="connsiteY86" fmla="*/ 116866 h 417652"/>
              <a:gd name="connsiteX87" fmla="*/ 272049 w 442558"/>
              <a:gd name="connsiteY87" fmla="*/ 126445 h 417652"/>
              <a:gd name="connsiteX88" fmla="*/ 268217 w 442558"/>
              <a:gd name="connsiteY88" fmla="*/ 134109 h 417652"/>
              <a:gd name="connsiteX89" fmla="*/ 268217 w 442558"/>
              <a:gd name="connsiteY89" fmla="*/ 147519 h 417652"/>
              <a:gd name="connsiteX90" fmla="*/ 277796 w 442558"/>
              <a:gd name="connsiteY90" fmla="*/ 164762 h 417652"/>
              <a:gd name="connsiteX91" fmla="*/ 270133 w 442558"/>
              <a:gd name="connsiteY91" fmla="*/ 172425 h 417652"/>
              <a:gd name="connsiteX92" fmla="*/ 252891 w 442558"/>
              <a:gd name="connsiteY92" fmla="*/ 162846 h 417652"/>
              <a:gd name="connsiteX93" fmla="*/ 239480 w 442558"/>
              <a:gd name="connsiteY93" fmla="*/ 162846 h 417652"/>
              <a:gd name="connsiteX94" fmla="*/ 229901 w 442558"/>
              <a:gd name="connsiteY94" fmla="*/ 166678 h 417652"/>
              <a:gd name="connsiteX95" fmla="*/ 220321 w 442558"/>
              <a:gd name="connsiteY95" fmla="*/ 176257 h 417652"/>
              <a:gd name="connsiteX96" fmla="*/ 216490 w 442558"/>
              <a:gd name="connsiteY96" fmla="*/ 195415 h 417652"/>
              <a:gd name="connsiteX97" fmla="*/ 206910 w 442558"/>
              <a:gd name="connsiteY97" fmla="*/ 195415 h 417652"/>
              <a:gd name="connsiteX98" fmla="*/ 203079 w 442558"/>
              <a:gd name="connsiteY98" fmla="*/ 176257 h 417652"/>
              <a:gd name="connsiteX99" fmla="*/ 193500 w 442558"/>
              <a:gd name="connsiteY99" fmla="*/ 166678 h 417652"/>
              <a:gd name="connsiteX100" fmla="*/ 183920 w 442558"/>
              <a:gd name="connsiteY100" fmla="*/ 162846 h 417652"/>
              <a:gd name="connsiteX101" fmla="*/ 170510 w 442558"/>
              <a:gd name="connsiteY101" fmla="*/ 162846 h 417652"/>
              <a:gd name="connsiteX102" fmla="*/ 155183 w 442558"/>
              <a:gd name="connsiteY102" fmla="*/ 172425 h 417652"/>
              <a:gd name="connsiteX103" fmla="*/ 147520 w 442558"/>
              <a:gd name="connsiteY103" fmla="*/ 164762 h 417652"/>
              <a:gd name="connsiteX104" fmla="*/ 157099 w 442558"/>
              <a:gd name="connsiteY104" fmla="*/ 147519 h 417652"/>
              <a:gd name="connsiteX105" fmla="*/ 157099 w 442558"/>
              <a:gd name="connsiteY105" fmla="*/ 134109 h 417652"/>
              <a:gd name="connsiteX106" fmla="*/ 153267 w 442558"/>
              <a:gd name="connsiteY106" fmla="*/ 126445 h 417652"/>
              <a:gd name="connsiteX107" fmla="*/ 143688 w 442558"/>
              <a:gd name="connsiteY107" fmla="*/ 116866 h 417652"/>
              <a:gd name="connsiteX108" fmla="*/ 124529 w 442558"/>
              <a:gd name="connsiteY108" fmla="*/ 113034 h 417652"/>
              <a:gd name="connsiteX109" fmla="*/ 126445 w 442558"/>
              <a:gd name="connsiteY109" fmla="*/ 101539 h 417652"/>
              <a:gd name="connsiteX110" fmla="*/ 195415 w 442558"/>
              <a:gd name="connsiteY110" fmla="*/ 268217 h 417652"/>
              <a:gd name="connsiteX111" fmla="*/ 256722 w 442558"/>
              <a:gd name="connsiteY111" fmla="*/ 268217 h 417652"/>
              <a:gd name="connsiteX112" fmla="*/ 268217 w 442558"/>
              <a:gd name="connsiteY112" fmla="*/ 264386 h 417652"/>
              <a:gd name="connsiteX113" fmla="*/ 287376 w 442558"/>
              <a:gd name="connsiteY113" fmla="*/ 250975 h 417652"/>
              <a:gd name="connsiteX114" fmla="*/ 364009 w 442558"/>
              <a:gd name="connsiteY114" fmla="*/ 227985 h 417652"/>
              <a:gd name="connsiteX115" fmla="*/ 417653 w 442558"/>
              <a:gd name="connsiteY115" fmla="*/ 243311 h 417652"/>
              <a:gd name="connsiteX116" fmla="*/ 429148 w 442558"/>
              <a:gd name="connsiteY116" fmla="*/ 247143 h 417652"/>
              <a:gd name="connsiteX117" fmla="*/ 442558 w 442558"/>
              <a:gd name="connsiteY117" fmla="*/ 247143 h 417652"/>
              <a:gd name="connsiteX118" fmla="*/ 442558 w 442558"/>
              <a:gd name="connsiteY118" fmla="*/ 227985 h 417652"/>
              <a:gd name="connsiteX119" fmla="*/ 423400 w 442558"/>
              <a:gd name="connsiteY119" fmla="*/ 227985 h 417652"/>
              <a:gd name="connsiteX120" fmla="*/ 362093 w 442558"/>
              <a:gd name="connsiteY120" fmla="*/ 208826 h 417652"/>
              <a:gd name="connsiteX121" fmla="*/ 277796 w 442558"/>
              <a:gd name="connsiteY121" fmla="*/ 235648 h 417652"/>
              <a:gd name="connsiteX122" fmla="*/ 258638 w 442558"/>
              <a:gd name="connsiteY122" fmla="*/ 249059 h 417652"/>
              <a:gd name="connsiteX123" fmla="*/ 197331 w 442558"/>
              <a:gd name="connsiteY123" fmla="*/ 249059 h 417652"/>
              <a:gd name="connsiteX124" fmla="*/ 159015 w 442558"/>
              <a:gd name="connsiteY124" fmla="*/ 277796 h 417652"/>
              <a:gd name="connsiteX125" fmla="*/ 155183 w 442558"/>
              <a:gd name="connsiteY125" fmla="*/ 287376 h 417652"/>
              <a:gd name="connsiteX126" fmla="*/ 59391 w 442558"/>
              <a:gd name="connsiteY126" fmla="*/ 233732 h 417652"/>
              <a:gd name="connsiteX127" fmla="*/ 5748 w 442558"/>
              <a:gd name="connsiteY127" fmla="*/ 245227 h 417652"/>
              <a:gd name="connsiteX128" fmla="*/ 5748 w 442558"/>
              <a:gd name="connsiteY128" fmla="*/ 245227 h 417652"/>
              <a:gd name="connsiteX129" fmla="*/ 0 w 442558"/>
              <a:gd name="connsiteY129" fmla="*/ 264386 h 417652"/>
              <a:gd name="connsiteX130" fmla="*/ 19158 w 442558"/>
              <a:gd name="connsiteY130" fmla="*/ 296955 h 417652"/>
              <a:gd name="connsiteX131" fmla="*/ 149435 w 442558"/>
              <a:gd name="connsiteY131" fmla="*/ 379336 h 417652"/>
              <a:gd name="connsiteX132" fmla="*/ 212658 w 442558"/>
              <a:gd name="connsiteY132" fmla="*/ 415737 h 417652"/>
              <a:gd name="connsiteX133" fmla="*/ 222237 w 442558"/>
              <a:gd name="connsiteY133" fmla="*/ 417653 h 417652"/>
              <a:gd name="connsiteX134" fmla="*/ 226069 w 442558"/>
              <a:gd name="connsiteY134" fmla="*/ 417653 h 417652"/>
              <a:gd name="connsiteX135" fmla="*/ 423400 w 442558"/>
              <a:gd name="connsiteY135" fmla="*/ 383168 h 417652"/>
              <a:gd name="connsiteX136" fmla="*/ 442558 w 442558"/>
              <a:gd name="connsiteY136" fmla="*/ 383168 h 417652"/>
              <a:gd name="connsiteX137" fmla="*/ 442558 w 442558"/>
              <a:gd name="connsiteY137" fmla="*/ 364009 h 417652"/>
              <a:gd name="connsiteX138" fmla="*/ 423400 w 442558"/>
              <a:gd name="connsiteY138" fmla="*/ 364009 h 417652"/>
              <a:gd name="connsiteX139" fmla="*/ 224153 w 442558"/>
              <a:gd name="connsiteY139" fmla="*/ 400410 h 417652"/>
              <a:gd name="connsiteX140" fmla="*/ 160930 w 442558"/>
              <a:gd name="connsiteY140" fmla="*/ 364009 h 417652"/>
              <a:gd name="connsiteX141" fmla="*/ 30653 w 442558"/>
              <a:gd name="connsiteY141" fmla="*/ 283544 h 417652"/>
              <a:gd name="connsiteX142" fmla="*/ 21074 w 442558"/>
              <a:gd name="connsiteY142" fmla="*/ 266301 h 417652"/>
              <a:gd name="connsiteX143" fmla="*/ 24906 w 442558"/>
              <a:gd name="connsiteY143" fmla="*/ 256722 h 417652"/>
              <a:gd name="connsiteX144" fmla="*/ 36401 w 442558"/>
              <a:gd name="connsiteY144" fmla="*/ 249059 h 417652"/>
              <a:gd name="connsiteX145" fmla="*/ 51728 w 442558"/>
              <a:gd name="connsiteY145" fmla="*/ 250975 h 417652"/>
              <a:gd name="connsiteX146" fmla="*/ 166678 w 442558"/>
              <a:gd name="connsiteY146" fmla="*/ 316113 h 417652"/>
              <a:gd name="connsiteX147" fmla="*/ 178173 w 442558"/>
              <a:gd name="connsiteY147" fmla="*/ 321861 h 417652"/>
              <a:gd name="connsiteX148" fmla="*/ 195415 w 442558"/>
              <a:gd name="connsiteY148" fmla="*/ 325692 h 417652"/>
              <a:gd name="connsiteX149" fmla="*/ 318029 w 442558"/>
              <a:gd name="connsiteY149" fmla="*/ 325692 h 417652"/>
              <a:gd name="connsiteX150" fmla="*/ 318029 w 442558"/>
              <a:gd name="connsiteY150" fmla="*/ 306534 h 417652"/>
              <a:gd name="connsiteX151" fmla="*/ 195415 w 442558"/>
              <a:gd name="connsiteY151" fmla="*/ 306534 h 417652"/>
              <a:gd name="connsiteX152" fmla="*/ 178173 w 442558"/>
              <a:gd name="connsiteY152" fmla="*/ 296955 h 417652"/>
              <a:gd name="connsiteX153" fmla="*/ 176257 w 442558"/>
              <a:gd name="connsiteY153" fmla="*/ 281628 h 417652"/>
              <a:gd name="connsiteX154" fmla="*/ 195415 w 442558"/>
              <a:gd name="connsiteY154" fmla="*/ 268217 h 417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442558" h="417652">
                <a:moveTo>
                  <a:pt x="212658" y="149435"/>
                </a:moveTo>
                <a:cubicBezTo>
                  <a:pt x="235648" y="149435"/>
                  <a:pt x="256722" y="130277"/>
                  <a:pt x="256722" y="105371"/>
                </a:cubicBezTo>
                <a:cubicBezTo>
                  <a:pt x="256722" y="82381"/>
                  <a:pt x="237564" y="61307"/>
                  <a:pt x="212658" y="61307"/>
                </a:cubicBezTo>
                <a:cubicBezTo>
                  <a:pt x="187752" y="61307"/>
                  <a:pt x="168594" y="80465"/>
                  <a:pt x="168594" y="105371"/>
                </a:cubicBezTo>
                <a:cubicBezTo>
                  <a:pt x="168594" y="130277"/>
                  <a:pt x="189668" y="149435"/>
                  <a:pt x="212658" y="149435"/>
                </a:cubicBezTo>
                <a:lnTo>
                  <a:pt x="212658" y="149435"/>
                </a:lnTo>
                <a:close/>
                <a:moveTo>
                  <a:pt x="212658" y="82381"/>
                </a:moveTo>
                <a:cubicBezTo>
                  <a:pt x="226069" y="82381"/>
                  <a:pt x="237564" y="93876"/>
                  <a:pt x="237564" y="107287"/>
                </a:cubicBezTo>
                <a:cubicBezTo>
                  <a:pt x="237564" y="120698"/>
                  <a:pt x="226069" y="130277"/>
                  <a:pt x="212658" y="130277"/>
                </a:cubicBezTo>
                <a:cubicBezTo>
                  <a:pt x="199247" y="130277"/>
                  <a:pt x="187752" y="118782"/>
                  <a:pt x="187752" y="105371"/>
                </a:cubicBezTo>
                <a:cubicBezTo>
                  <a:pt x="187752" y="105371"/>
                  <a:pt x="187752" y="105371"/>
                  <a:pt x="187752" y="105371"/>
                </a:cubicBezTo>
                <a:cubicBezTo>
                  <a:pt x="187752" y="93876"/>
                  <a:pt x="199247" y="82381"/>
                  <a:pt x="212658" y="82381"/>
                </a:cubicBezTo>
                <a:close/>
                <a:moveTo>
                  <a:pt x="116866" y="130277"/>
                </a:moveTo>
                <a:lnTo>
                  <a:pt x="136024" y="134109"/>
                </a:lnTo>
                <a:cubicBezTo>
                  <a:pt x="137940" y="136024"/>
                  <a:pt x="137940" y="137940"/>
                  <a:pt x="137940" y="141772"/>
                </a:cubicBezTo>
                <a:lnTo>
                  <a:pt x="128361" y="159015"/>
                </a:lnTo>
                <a:cubicBezTo>
                  <a:pt x="124529" y="164762"/>
                  <a:pt x="126445" y="170510"/>
                  <a:pt x="130277" y="176257"/>
                </a:cubicBezTo>
                <a:lnTo>
                  <a:pt x="143688" y="189668"/>
                </a:lnTo>
                <a:cubicBezTo>
                  <a:pt x="147520" y="193500"/>
                  <a:pt x="155183" y="195415"/>
                  <a:pt x="160930" y="191584"/>
                </a:cubicBezTo>
                <a:lnTo>
                  <a:pt x="178173" y="182005"/>
                </a:lnTo>
                <a:lnTo>
                  <a:pt x="185836" y="183920"/>
                </a:lnTo>
                <a:lnTo>
                  <a:pt x="191584" y="203079"/>
                </a:lnTo>
                <a:cubicBezTo>
                  <a:pt x="193500" y="208826"/>
                  <a:pt x="199247" y="212658"/>
                  <a:pt x="204995" y="212658"/>
                </a:cubicBezTo>
                <a:lnTo>
                  <a:pt x="224153" y="212658"/>
                </a:lnTo>
                <a:cubicBezTo>
                  <a:pt x="229901" y="212658"/>
                  <a:pt x="235648" y="208826"/>
                  <a:pt x="237564" y="203079"/>
                </a:cubicBezTo>
                <a:lnTo>
                  <a:pt x="241396" y="183920"/>
                </a:lnTo>
                <a:lnTo>
                  <a:pt x="249059" y="182005"/>
                </a:lnTo>
                <a:lnTo>
                  <a:pt x="266301" y="191584"/>
                </a:lnTo>
                <a:cubicBezTo>
                  <a:pt x="272049" y="195415"/>
                  <a:pt x="277796" y="193500"/>
                  <a:pt x="283544" y="189668"/>
                </a:cubicBezTo>
                <a:lnTo>
                  <a:pt x="296955" y="176257"/>
                </a:lnTo>
                <a:cubicBezTo>
                  <a:pt x="300787" y="172425"/>
                  <a:pt x="302702" y="164762"/>
                  <a:pt x="298871" y="159015"/>
                </a:cubicBezTo>
                <a:lnTo>
                  <a:pt x="287376" y="141772"/>
                </a:lnTo>
                <a:cubicBezTo>
                  <a:pt x="287376" y="139856"/>
                  <a:pt x="289291" y="137940"/>
                  <a:pt x="289291" y="136024"/>
                </a:cubicBezTo>
                <a:lnTo>
                  <a:pt x="308450" y="130277"/>
                </a:lnTo>
                <a:cubicBezTo>
                  <a:pt x="314197" y="128361"/>
                  <a:pt x="318029" y="122614"/>
                  <a:pt x="318029" y="116866"/>
                </a:cubicBezTo>
                <a:lnTo>
                  <a:pt x="318029" y="97708"/>
                </a:lnTo>
                <a:cubicBezTo>
                  <a:pt x="318029" y="91960"/>
                  <a:pt x="314197" y="86213"/>
                  <a:pt x="308450" y="84297"/>
                </a:cubicBezTo>
                <a:lnTo>
                  <a:pt x="289291" y="78549"/>
                </a:lnTo>
                <a:cubicBezTo>
                  <a:pt x="289291" y="76634"/>
                  <a:pt x="287376" y="74718"/>
                  <a:pt x="287376" y="72802"/>
                </a:cubicBezTo>
                <a:lnTo>
                  <a:pt x="296955" y="55559"/>
                </a:lnTo>
                <a:cubicBezTo>
                  <a:pt x="300787" y="49812"/>
                  <a:pt x="298871" y="42148"/>
                  <a:pt x="295039" y="38317"/>
                </a:cubicBezTo>
                <a:lnTo>
                  <a:pt x="281628" y="24906"/>
                </a:lnTo>
                <a:cubicBezTo>
                  <a:pt x="275881" y="21074"/>
                  <a:pt x="270133" y="19158"/>
                  <a:pt x="264386" y="22990"/>
                </a:cubicBezTo>
                <a:lnTo>
                  <a:pt x="247143" y="32569"/>
                </a:lnTo>
                <a:lnTo>
                  <a:pt x="239480" y="30653"/>
                </a:lnTo>
                <a:lnTo>
                  <a:pt x="233732" y="11495"/>
                </a:lnTo>
                <a:cubicBezTo>
                  <a:pt x="233732" y="5748"/>
                  <a:pt x="227985" y="0"/>
                  <a:pt x="222237" y="0"/>
                </a:cubicBezTo>
                <a:lnTo>
                  <a:pt x="203079" y="0"/>
                </a:lnTo>
                <a:cubicBezTo>
                  <a:pt x="197331" y="0"/>
                  <a:pt x="191584" y="3832"/>
                  <a:pt x="189668" y="9579"/>
                </a:cubicBezTo>
                <a:lnTo>
                  <a:pt x="185836" y="28738"/>
                </a:lnTo>
                <a:lnTo>
                  <a:pt x="178173" y="30653"/>
                </a:lnTo>
                <a:lnTo>
                  <a:pt x="160930" y="22990"/>
                </a:lnTo>
                <a:cubicBezTo>
                  <a:pt x="155183" y="19158"/>
                  <a:pt x="149435" y="21074"/>
                  <a:pt x="143688" y="24906"/>
                </a:cubicBezTo>
                <a:lnTo>
                  <a:pt x="130277" y="38317"/>
                </a:lnTo>
                <a:cubicBezTo>
                  <a:pt x="126445" y="42148"/>
                  <a:pt x="126445" y="49812"/>
                  <a:pt x="128361" y="55559"/>
                </a:cubicBezTo>
                <a:lnTo>
                  <a:pt x="139856" y="72802"/>
                </a:lnTo>
                <a:cubicBezTo>
                  <a:pt x="137940" y="74718"/>
                  <a:pt x="137940" y="76634"/>
                  <a:pt x="136024" y="78549"/>
                </a:cubicBezTo>
                <a:lnTo>
                  <a:pt x="116866" y="84297"/>
                </a:lnTo>
                <a:cubicBezTo>
                  <a:pt x="111119" y="86213"/>
                  <a:pt x="107287" y="91960"/>
                  <a:pt x="107287" y="97708"/>
                </a:cubicBezTo>
                <a:lnTo>
                  <a:pt x="107287" y="116866"/>
                </a:lnTo>
                <a:cubicBezTo>
                  <a:pt x="107287" y="122614"/>
                  <a:pt x="111119" y="128361"/>
                  <a:pt x="116866" y="130277"/>
                </a:cubicBezTo>
                <a:close/>
                <a:moveTo>
                  <a:pt x="126445" y="101539"/>
                </a:moveTo>
                <a:lnTo>
                  <a:pt x="145604" y="97708"/>
                </a:lnTo>
                <a:cubicBezTo>
                  <a:pt x="149435" y="95792"/>
                  <a:pt x="153267" y="91960"/>
                  <a:pt x="155183" y="88129"/>
                </a:cubicBezTo>
                <a:cubicBezTo>
                  <a:pt x="155183" y="84297"/>
                  <a:pt x="157099" y="82381"/>
                  <a:pt x="159015" y="78549"/>
                </a:cubicBezTo>
                <a:cubicBezTo>
                  <a:pt x="160930" y="74718"/>
                  <a:pt x="160930" y="68970"/>
                  <a:pt x="159015" y="65138"/>
                </a:cubicBezTo>
                <a:lnTo>
                  <a:pt x="149435" y="49812"/>
                </a:lnTo>
                <a:lnTo>
                  <a:pt x="155183" y="42148"/>
                </a:lnTo>
                <a:lnTo>
                  <a:pt x="172425" y="51728"/>
                </a:lnTo>
                <a:cubicBezTo>
                  <a:pt x="176257" y="53643"/>
                  <a:pt x="182005" y="53643"/>
                  <a:pt x="185836" y="51728"/>
                </a:cubicBezTo>
                <a:cubicBezTo>
                  <a:pt x="187752" y="49812"/>
                  <a:pt x="191584" y="49812"/>
                  <a:pt x="195415" y="47896"/>
                </a:cubicBezTo>
                <a:cubicBezTo>
                  <a:pt x="199247" y="45980"/>
                  <a:pt x="203079" y="42148"/>
                  <a:pt x="204995" y="38317"/>
                </a:cubicBezTo>
                <a:lnTo>
                  <a:pt x="208826" y="19158"/>
                </a:lnTo>
                <a:lnTo>
                  <a:pt x="218405" y="19158"/>
                </a:lnTo>
                <a:lnTo>
                  <a:pt x="222237" y="38317"/>
                </a:lnTo>
                <a:cubicBezTo>
                  <a:pt x="224153" y="42148"/>
                  <a:pt x="227985" y="45980"/>
                  <a:pt x="231816" y="47896"/>
                </a:cubicBezTo>
                <a:cubicBezTo>
                  <a:pt x="235648" y="49812"/>
                  <a:pt x="237564" y="49812"/>
                  <a:pt x="241396" y="51728"/>
                </a:cubicBezTo>
                <a:cubicBezTo>
                  <a:pt x="245227" y="53643"/>
                  <a:pt x="250975" y="53643"/>
                  <a:pt x="254806" y="51728"/>
                </a:cubicBezTo>
                <a:lnTo>
                  <a:pt x="270133" y="42148"/>
                </a:lnTo>
                <a:lnTo>
                  <a:pt x="277796" y="49812"/>
                </a:lnTo>
                <a:lnTo>
                  <a:pt x="268217" y="67054"/>
                </a:lnTo>
                <a:cubicBezTo>
                  <a:pt x="266301" y="70886"/>
                  <a:pt x="266301" y="76634"/>
                  <a:pt x="268217" y="80465"/>
                </a:cubicBezTo>
                <a:cubicBezTo>
                  <a:pt x="270133" y="84297"/>
                  <a:pt x="270133" y="86213"/>
                  <a:pt x="272049" y="90044"/>
                </a:cubicBezTo>
                <a:cubicBezTo>
                  <a:pt x="273965" y="93876"/>
                  <a:pt x="277796" y="97708"/>
                  <a:pt x="281628" y="99624"/>
                </a:cubicBezTo>
                <a:lnTo>
                  <a:pt x="300787" y="103455"/>
                </a:lnTo>
                <a:lnTo>
                  <a:pt x="300787" y="113034"/>
                </a:lnTo>
                <a:lnTo>
                  <a:pt x="281628" y="116866"/>
                </a:lnTo>
                <a:cubicBezTo>
                  <a:pt x="277796" y="118782"/>
                  <a:pt x="273965" y="120698"/>
                  <a:pt x="272049" y="126445"/>
                </a:cubicBezTo>
                <a:cubicBezTo>
                  <a:pt x="270133" y="128361"/>
                  <a:pt x="268217" y="132193"/>
                  <a:pt x="268217" y="134109"/>
                </a:cubicBezTo>
                <a:cubicBezTo>
                  <a:pt x="266301" y="137940"/>
                  <a:pt x="266301" y="143688"/>
                  <a:pt x="268217" y="147519"/>
                </a:cubicBezTo>
                <a:lnTo>
                  <a:pt x="277796" y="164762"/>
                </a:lnTo>
                <a:lnTo>
                  <a:pt x="270133" y="172425"/>
                </a:lnTo>
                <a:lnTo>
                  <a:pt x="252891" y="162846"/>
                </a:lnTo>
                <a:cubicBezTo>
                  <a:pt x="249059" y="160930"/>
                  <a:pt x="243311" y="160930"/>
                  <a:pt x="239480" y="162846"/>
                </a:cubicBezTo>
                <a:cubicBezTo>
                  <a:pt x="235648" y="164762"/>
                  <a:pt x="233732" y="164762"/>
                  <a:pt x="229901" y="166678"/>
                </a:cubicBezTo>
                <a:cubicBezTo>
                  <a:pt x="226069" y="168594"/>
                  <a:pt x="222237" y="172425"/>
                  <a:pt x="220321" y="176257"/>
                </a:cubicBezTo>
                <a:lnTo>
                  <a:pt x="216490" y="195415"/>
                </a:lnTo>
                <a:lnTo>
                  <a:pt x="206910" y="195415"/>
                </a:lnTo>
                <a:lnTo>
                  <a:pt x="203079" y="176257"/>
                </a:lnTo>
                <a:cubicBezTo>
                  <a:pt x="201163" y="172425"/>
                  <a:pt x="197331" y="168594"/>
                  <a:pt x="193500" y="166678"/>
                </a:cubicBezTo>
                <a:cubicBezTo>
                  <a:pt x="189668" y="164762"/>
                  <a:pt x="187752" y="164762"/>
                  <a:pt x="183920" y="162846"/>
                </a:cubicBezTo>
                <a:cubicBezTo>
                  <a:pt x="180089" y="160930"/>
                  <a:pt x="174341" y="160930"/>
                  <a:pt x="170510" y="162846"/>
                </a:cubicBezTo>
                <a:lnTo>
                  <a:pt x="155183" y="172425"/>
                </a:lnTo>
                <a:lnTo>
                  <a:pt x="147520" y="164762"/>
                </a:lnTo>
                <a:lnTo>
                  <a:pt x="157099" y="147519"/>
                </a:lnTo>
                <a:cubicBezTo>
                  <a:pt x="159015" y="143688"/>
                  <a:pt x="159015" y="137940"/>
                  <a:pt x="157099" y="134109"/>
                </a:cubicBezTo>
                <a:cubicBezTo>
                  <a:pt x="155183" y="132193"/>
                  <a:pt x="155183" y="128361"/>
                  <a:pt x="153267" y="126445"/>
                </a:cubicBezTo>
                <a:cubicBezTo>
                  <a:pt x="151351" y="120698"/>
                  <a:pt x="147520" y="116866"/>
                  <a:pt x="143688" y="116866"/>
                </a:cubicBezTo>
                <a:lnTo>
                  <a:pt x="124529" y="113034"/>
                </a:lnTo>
                <a:lnTo>
                  <a:pt x="126445" y="101539"/>
                </a:lnTo>
                <a:close/>
                <a:moveTo>
                  <a:pt x="195415" y="268217"/>
                </a:moveTo>
                <a:lnTo>
                  <a:pt x="256722" y="268217"/>
                </a:lnTo>
                <a:cubicBezTo>
                  <a:pt x="260554" y="268217"/>
                  <a:pt x="264386" y="266301"/>
                  <a:pt x="268217" y="264386"/>
                </a:cubicBezTo>
                <a:lnTo>
                  <a:pt x="287376" y="250975"/>
                </a:lnTo>
                <a:cubicBezTo>
                  <a:pt x="310366" y="235648"/>
                  <a:pt x="337187" y="227985"/>
                  <a:pt x="364009" y="227985"/>
                </a:cubicBezTo>
                <a:cubicBezTo>
                  <a:pt x="383168" y="227985"/>
                  <a:pt x="400410" y="233732"/>
                  <a:pt x="417653" y="243311"/>
                </a:cubicBezTo>
                <a:cubicBezTo>
                  <a:pt x="421484" y="245227"/>
                  <a:pt x="425316" y="247143"/>
                  <a:pt x="429148" y="247143"/>
                </a:cubicBezTo>
                <a:lnTo>
                  <a:pt x="442558" y="247143"/>
                </a:lnTo>
                <a:lnTo>
                  <a:pt x="442558" y="227985"/>
                </a:lnTo>
                <a:lnTo>
                  <a:pt x="423400" y="227985"/>
                </a:lnTo>
                <a:cubicBezTo>
                  <a:pt x="406158" y="214574"/>
                  <a:pt x="383168" y="208826"/>
                  <a:pt x="362093" y="208826"/>
                </a:cubicBezTo>
                <a:cubicBezTo>
                  <a:pt x="331440" y="208826"/>
                  <a:pt x="302702" y="218405"/>
                  <a:pt x="277796" y="235648"/>
                </a:cubicBezTo>
                <a:lnTo>
                  <a:pt x="258638" y="249059"/>
                </a:lnTo>
                <a:lnTo>
                  <a:pt x="197331" y="249059"/>
                </a:lnTo>
                <a:cubicBezTo>
                  <a:pt x="180089" y="249059"/>
                  <a:pt x="162846" y="260554"/>
                  <a:pt x="159015" y="277796"/>
                </a:cubicBezTo>
                <a:cubicBezTo>
                  <a:pt x="157099" y="281628"/>
                  <a:pt x="155183" y="283544"/>
                  <a:pt x="155183" y="287376"/>
                </a:cubicBezTo>
                <a:lnTo>
                  <a:pt x="59391" y="233732"/>
                </a:lnTo>
                <a:cubicBezTo>
                  <a:pt x="42148" y="222237"/>
                  <a:pt x="17243" y="227985"/>
                  <a:pt x="5748" y="245227"/>
                </a:cubicBezTo>
                <a:cubicBezTo>
                  <a:pt x="5748" y="245227"/>
                  <a:pt x="5748" y="245227"/>
                  <a:pt x="5748" y="245227"/>
                </a:cubicBezTo>
                <a:cubicBezTo>
                  <a:pt x="1916" y="250975"/>
                  <a:pt x="0" y="256722"/>
                  <a:pt x="0" y="264386"/>
                </a:cubicBezTo>
                <a:cubicBezTo>
                  <a:pt x="0" y="277796"/>
                  <a:pt x="7663" y="291207"/>
                  <a:pt x="19158" y="296955"/>
                </a:cubicBezTo>
                <a:lnTo>
                  <a:pt x="149435" y="379336"/>
                </a:lnTo>
                <a:lnTo>
                  <a:pt x="212658" y="415737"/>
                </a:lnTo>
                <a:cubicBezTo>
                  <a:pt x="216490" y="417653"/>
                  <a:pt x="218405" y="417653"/>
                  <a:pt x="222237" y="417653"/>
                </a:cubicBezTo>
                <a:lnTo>
                  <a:pt x="226069" y="417653"/>
                </a:lnTo>
                <a:lnTo>
                  <a:pt x="423400" y="383168"/>
                </a:lnTo>
                <a:lnTo>
                  <a:pt x="442558" y="383168"/>
                </a:lnTo>
                <a:lnTo>
                  <a:pt x="442558" y="364009"/>
                </a:lnTo>
                <a:cubicBezTo>
                  <a:pt x="442558" y="364009"/>
                  <a:pt x="438727" y="364009"/>
                  <a:pt x="423400" y="364009"/>
                </a:cubicBezTo>
                <a:lnTo>
                  <a:pt x="224153" y="400410"/>
                </a:lnTo>
                <a:lnTo>
                  <a:pt x="160930" y="364009"/>
                </a:lnTo>
                <a:lnTo>
                  <a:pt x="30653" y="283544"/>
                </a:lnTo>
                <a:cubicBezTo>
                  <a:pt x="24906" y="279712"/>
                  <a:pt x="21074" y="273965"/>
                  <a:pt x="21074" y="266301"/>
                </a:cubicBezTo>
                <a:cubicBezTo>
                  <a:pt x="21074" y="262470"/>
                  <a:pt x="22990" y="258638"/>
                  <a:pt x="24906" y="256722"/>
                </a:cubicBezTo>
                <a:cubicBezTo>
                  <a:pt x="26822" y="252891"/>
                  <a:pt x="32569" y="249059"/>
                  <a:pt x="36401" y="249059"/>
                </a:cubicBezTo>
                <a:cubicBezTo>
                  <a:pt x="42148" y="247143"/>
                  <a:pt x="47896" y="249059"/>
                  <a:pt x="51728" y="250975"/>
                </a:cubicBezTo>
                <a:lnTo>
                  <a:pt x="166678" y="316113"/>
                </a:lnTo>
                <a:lnTo>
                  <a:pt x="178173" y="321861"/>
                </a:lnTo>
                <a:cubicBezTo>
                  <a:pt x="183920" y="323777"/>
                  <a:pt x="189668" y="325692"/>
                  <a:pt x="195415" y="325692"/>
                </a:cubicBezTo>
                <a:lnTo>
                  <a:pt x="318029" y="325692"/>
                </a:lnTo>
                <a:lnTo>
                  <a:pt x="318029" y="306534"/>
                </a:lnTo>
                <a:lnTo>
                  <a:pt x="195415" y="306534"/>
                </a:lnTo>
                <a:cubicBezTo>
                  <a:pt x="187752" y="306534"/>
                  <a:pt x="182005" y="302702"/>
                  <a:pt x="178173" y="296955"/>
                </a:cubicBezTo>
                <a:cubicBezTo>
                  <a:pt x="174341" y="291207"/>
                  <a:pt x="174341" y="287376"/>
                  <a:pt x="176257" y="281628"/>
                </a:cubicBezTo>
                <a:cubicBezTo>
                  <a:pt x="178173" y="273965"/>
                  <a:pt x="185836" y="268217"/>
                  <a:pt x="195415" y="268217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3" name="Graphic 96" descr="Process innovation lightbulb icon.">
            <a:extLst>
              <a:ext uri="{FF2B5EF4-FFF2-40B4-BE49-F238E27FC236}">
                <a16:creationId xmlns:a16="http://schemas.microsoft.com/office/drawing/2014/main" id="{EC046A27-EE2B-4863-8854-EB53F176163C}"/>
              </a:ext>
            </a:extLst>
          </p:cNvPr>
          <p:cNvSpPr/>
          <p:nvPr/>
        </p:nvSpPr>
        <p:spPr>
          <a:xfrm>
            <a:off x="3461606" y="5087693"/>
            <a:ext cx="342873" cy="459739"/>
          </a:xfrm>
          <a:custGeom>
            <a:avLst/>
            <a:gdLst>
              <a:gd name="connsiteX0" fmla="*/ 287194 w 342873"/>
              <a:gd name="connsiteY0" fmla="*/ 43842 h 459739"/>
              <a:gd name="connsiteX1" fmla="*/ 43882 w 342873"/>
              <a:gd name="connsiteY1" fmla="*/ 57253 h 459739"/>
              <a:gd name="connsiteX2" fmla="*/ 1734 w 342873"/>
              <a:gd name="connsiteY2" fmla="*/ 147297 h 459739"/>
              <a:gd name="connsiteX3" fmla="*/ 80283 w 342873"/>
              <a:gd name="connsiteY3" fmla="*/ 317806 h 459739"/>
              <a:gd name="connsiteX4" fmla="*/ 93694 w 342873"/>
              <a:gd name="connsiteY4" fmla="*/ 340797 h 459739"/>
              <a:gd name="connsiteX5" fmla="*/ 93694 w 342873"/>
              <a:gd name="connsiteY5" fmla="*/ 402103 h 459739"/>
              <a:gd name="connsiteX6" fmla="*/ 112852 w 342873"/>
              <a:gd name="connsiteY6" fmla="*/ 421262 h 459739"/>
              <a:gd name="connsiteX7" fmla="*/ 112852 w 342873"/>
              <a:gd name="connsiteY7" fmla="*/ 421262 h 459739"/>
              <a:gd name="connsiteX8" fmla="*/ 170328 w 342873"/>
              <a:gd name="connsiteY8" fmla="*/ 459578 h 459739"/>
              <a:gd name="connsiteX9" fmla="*/ 227803 w 342873"/>
              <a:gd name="connsiteY9" fmla="*/ 421262 h 459739"/>
              <a:gd name="connsiteX10" fmla="*/ 227803 w 342873"/>
              <a:gd name="connsiteY10" fmla="*/ 421262 h 459739"/>
              <a:gd name="connsiteX11" fmla="*/ 246961 w 342873"/>
              <a:gd name="connsiteY11" fmla="*/ 402103 h 459739"/>
              <a:gd name="connsiteX12" fmla="*/ 246961 w 342873"/>
              <a:gd name="connsiteY12" fmla="*/ 342712 h 459739"/>
              <a:gd name="connsiteX13" fmla="*/ 260372 w 342873"/>
              <a:gd name="connsiteY13" fmla="*/ 317806 h 459739"/>
              <a:gd name="connsiteX14" fmla="*/ 342753 w 342873"/>
              <a:gd name="connsiteY14" fmla="*/ 172203 h 459739"/>
              <a:gd name="connsiteX15" fmla="*/ 287194 w 342873"/>
              <a:gd name="connsiteY15" fmla="*/ 43842 h 459739"/>
              <a:gd name="connsiteX16" fmla="*/ 112852 w 342873"/>
              <a:gd name="connsiteY16" fmla="*/ 344628 h 459739"/>
              <a:gd name="connsiteX17" fmla="*/ 227803 w 342873"/>
              <a:gd name="connsiteY17" fmla="*/ 344628 h 459739"/>
              <a:gd name="connsiteX18" fmla="*/ 227803 w 342873"/>
              <a:gd name="connsiteY18" fmla="*/ 363787 h 459739"/>
              <a:gd name="connsiteX19" fmla="*/ 112852 w 342873"/>
              <a:gd name="connsiteY19" fmla="*/ 363787 h 459739"/>
              <a:gd name="connsiteX20" fmla="*/ 112852 w 342873"/>
              <a:gd name="connsiteY20" fmla="*/ 344628 h 459739"/>
              <a:gd name="connsiteX21" fmla="*/ 170328 w 342873"/>
              <a:gd name="connsiteY21" fmla="*/ 440420 h 459739"/>
              <a:gd name="connsiteX22" fmla="*/ 133927 w 342873"/>
              <a:gd name="connsiteY22" fmla="*/ 421262 h 459739"/>
              <a:gd name="connsiteX23" fmla="*/ 206729 w 342873"/>
              <a:gd name="connsiteY23" fmla="*/ 421262 h 459739"/>
              <a:gd name="connsiteX24" fmla="*/ 170328 w 342873"/>
              <a:gd name="connsiteY24" fmla="*/ 440420 h 459739"/>
              <a:gd name="connsiteX25" fmla="*/ 112852 w 342873"/>
              <a:gd name="connsiteY25" fmla="*/ 402103 h 459739"/>
              <a:gd name="connsiteX26" fmla="*/ 112852 w 342873"/>
              <a:gd name="connsiteY26" fmla="*/ 382945 h 459739"/>
              <a:gd name="connsiteX27" fmla="*/ 227803 w 342873"/>
              <a:gd name="connsiteY27" fmla="*/ 382945 h 459739"/>
              <a:gd name="connsiteX28" fmla="*/ 227803 w 342873"/>
              <a:gd name="connsiteY28" fmla="*/ 402103 h 459739"/>
              <a:gd name="connsiteX29" fmla="*/ 112852 w 342873"/>
              <a:gd name="connsiteY29" fmla="*/ 402103 h 459739"/>
              <a:gd name="connsiteX30" fmla="*/ 250793 w 342873"/>
              <a:gd name="connsiteY30" fmla="*/ 302480 h 459739"/>
              <a:gd name="connsiteX31" fmla="*/ 231634 w 342873"/>
              <a:gd name="connsiteY31" fmla="*/ 325470 h 459739"/>
              <a:gd name="connsiteX32" fmla="*/ 109021 w 342873"/>
              <a:gd name="connsiteY32" fmla="*/ 325470 h 459739"/>
              <a:gd name="connsiteX33" fmla="*/ 89862 w 342873"/>
              <a:gd name="connsiteY33" fmla="*/ 300564 h 459739"/>
              <a:gd name="connsiteX34" fmla="*/ 20892 w 342873"/>
              <a:gd name="connsiteY34" fmla="*/ 149213 h 459739"/>
              <a:gd name="connsiteX35" fmla="*/ 155001 w 342873"/>
              <a:gd name="connsiteY35" fmla="*/ 18936 h 459739"/>
              <a:gd name="connsiteX36" fmla="*/ 174159 w 342873"/>
              <a:gd name="connsiteY36" fmla="*/ 18936 h 459739"/>
              <a:gd name="connsiteX37" fmla="*/ 327426 w 342873"/>
              <a:gd name="connsiteY37" fmla="*/ 172203 h 459739"/>
              <a:gd name="connsiteX38" fmla="*/ 250793 w 342873"/>
              <a:gd name="connsiteY38" fmla="*/ 302480 h 459739"/>
              <a:gd name="connsiteX39" fmla="*/ 170328 w 342873"/>
              <a:gd name="connsiteY39" fmla="*/ 124307 h 459739"/>
              <a:gd name="connsiteX40" fmla="*/ 122432 w 342873"/>
              <a:gd name="connsiteY40" fmla="*/ 172203 h 459739"/>
              <a:gd name="connsiteX41" fmla="*/ 170328 w 342873"/>
              <a:gd name="connsiteY41" fmla="*/ 220099 h 459739"/>
              <a:gd name="connsiteX42" fmla="*/ 218224 w 342873"/>
              <a:gd name="connsiteY42" fmla="*/ 172203 h 459739"/>
              <a:gd name="connsiteX43" fmla="*/ 170328 w 342873"/>
              <a:gd name="connsiteY43" fmla="*/ 124307 h 459739"/>
              <a:gd name="connsiteX44" fmla="*/ 170328 w 342873"/>
              <a:gd name="connsiteY44" fmla="*/ 200940 h 459739"/>
              <a:gd name="connsiteX45" fmla="*/ 141590 w 342873"/>
              <a:gd name="connsiteY45" fmla="*/ 172203 h 459739"/>
              <a:gd name="connsiteX46" fmla="*/ 170328 w 342873"/>
              <a:gd name="connsiteY46" fmla="*/ 143465 h 459739"/>
              <a:gd name="connsiteX47" fmla="*/ 199065 w 342873"/>
              <a:gd name="connsiteY47" fmla="*/ 172203 h 459739"/>
              <a:gd name="connsiteX48" fmla="*/ 170328 w 342873"/>
              <a:gd name="connsiteY48" fmla="*/ 200940 h 459739"/>
              <a:gd name="connsiteX49" fmla="*/ 275699 w 342873"/>
              <a:gd name="connsiteY49" fmla="*/ 149213 h 459739"/>
              <a:gd name="connsiteX50" fmla="*/ 254624 w 342873"/>
              <a:gd name="connsiteY50" fmla="*/ 143465 h 459739"/>
              <a:gd name="connsiteX51" fmla="*/ 250793 w 342873"/>
              <a:gd name="connsiteY51" fmla="*/ 133886 h 459739"/>
              <a:gd name="connsiteX52" fmla="*/ 262288 w 342873"/>
              <a:gd name="connsiteY52" fmla="*/ 114728 h 459739"/>
              <a:gd name="connsiteX53" fmla="*/ 260372 w 342873"/>
              <a:gd name="connsiteY53" fmla="*/ 97485 h 459739"/>
              <a:gd name="connsiteX54" fmla="*/ 245045 w 342873"/>
              <a:gd name="connsiteY54" fmla="*/ 82158 h 459739"/>
              <a:gd name="connsiteX55" fmla="*/ 227803 w 342873"/>
              <a:gd name="connsiteY55" fmla="*/ 80243 h 459739"/>
              <a:gd name="connsiteX56" fmla="*/ 208644 w 342873"/>
              <a:gd name="connsiteY56" fmla="*/ 91738 h 459739"/>
              <a:gd name="connsiteX57" fmla="*/ 200981 w 342873"/>
              <a:gd name="connsiteY57" fmla="*/ 87906 h 459739"/>
              <a:gd name="connsiteX58" fmla="*/ 195233 w 342873"/>
              <a:gd name="connsiteY58" fmla="*/ 66832 h 459739"/>
              <a:gd name="connsiteX59" fmla="*/ 179907 w 342873"/>
              <a:gd name="connsiteY59" fmla="*/ 57253 h 459739"/>
              <a:gd name="connsiteX60" fmla="*/ 158833 w 342873"/>
              <a:gd name="connsiteY60" fmla="*/ 57253 h 459739"/>
              <a:gd name="connsiteX61" fmla="*/ 145422 w 342873"/>
              <a:gd name="connsiteY61" fmla="*/ 68748 h 459739"/>
              <a:gd name="connsiteX62" fmla="*/ 139674 w 342873"/>
              <a:gd name="connsiteY62" fmla="*/ 89822 h 459739"/>
              <a:gd name="connsiteX63" fmla="*/ 132011 w 342873"/>
              <a:gd name="connsiteY63" fmla="*/ 93653 h 459739"/>
              <a:gd name="connsiteX64" fmla="*/ 112852 w 342873"/>
              <a:gd name="connsiteY64" fmla="*/ 82158 h 459739"/>
              <a:gd name="connsiteX65" fmla="*/ 95610 w 342873"/>
              <a:gd name="connsiteY65" fmla="*/ 84074 h 459739"/>
              <a:gd name="connsiteX66" fmla="*/ 82199 w 342873"/>
              <a:gd name="connsiteY66" fmla="*/ 97485 h 459739"/>
              <a:gd name="connsiteX67" fmla="*/ 80283 w 342873"/>
              <a:gd name="connsiteY67" fmla="*/ 114728 h 459739"/>
              <a:gd name="connsiteX68" fmla="*/ 91778 w 342873"/>
              <a:gd name="connsiteY68" fmla="*/ 133886 h 459739"/>
              <a:gd name="connsiteX69" fmla="*/ 87947 w 342873"/>
              <a:gd name="connsiteY69" fmla="*/ 141549 h 459739"/>
              <a:gd name="connsiteX70" fmla="*/ 64957 w 342873"/>
              <a:gd name="connsiteY70" fmla="*/ 147297 h 459739"/>
              <a:gd name="connsiteX71" fmla="*/ 55377 w 342873"/>
              <a:gd name="connsiteY71" fmla="*/ 162624 h 459739"/>
              <a:gd name="connsiteX72" fmla="*/ 55377 w 342873"/>
              <a:gd name="connsiteY72" fmla="*/ 183698 h 459739"/>
              <a:gd name="connsiteX73" fmla="*/ 66872 w 342873"/>
              <a:gd name="connsiteY73" fmla="*/ 197109 h 459739"/>
              <a:gd name="connsiteX74" fmla="*/ 87947 w 342873"/>
              <a:gd name="connsiteY74" fmla="*/ 202856 h 459739"/>
              <a:gd name="connsiteX75" fmla="*/ 91778 w 342873"/>
              <a:gd name="connsiteY75" fmla="*/ 210520 h 459739"/>
              <a:gd name="connsiteX76" fmla="*/ 80283 w 342873"/>
              <a:gd name="connsiteY76" fmla="*/ 229678 h 459739"/>
              <a:gd name="connsiteX77" fmla="*/ 82199 w 342873"/>
              <a:gd name="connsiteY77" fmla="*/ 246920 h 459739"/>
              <a:gd name="connsiteX78" fmla="*/ 95610 w 342873"/>
              <a:gd name="connsiteY78" fmla="*/ 262247 h 459739"/>
              <a:gd name="connsiteX79" fmla="*/ 112852 w 342873"/>
              <a:gd name="connsiteY79" fmla="*/ 264163 h 459739"/>
              <a:gd name="connsiteX80" fmla="*/ 132011 w 342873"/>
              <a:gd name="connsiteY80" fmla="*/ 252668 h 459739"/>
              <a:gd name="connsiteX81" fmla="*/ 139674 w 342873"/>
              <a:gd name="connsiteY81" fmla="*/ 256500 h 459739"/>
              <a:gd name="connsiteX82" fmla="*/ 145422 w 342873"/>
              <a:gd name="connsiteY82" fmla="*/ 277574 h 459739"/>
              <a:gd name="connsiteX83" fmla="*/ 158833 w 342873"/>
              <a:gd name="connsiteY83" fmla="*/ 289069 h 459739"/>
              <a:gd name="connsiteX84" fmla="*/ 179907 w 342873"/>
              <a:gd name="connsiteY84" fmla="*/ 289069 h 459739"/>
              <a:gd name="connsiteX85" fmla="*/ 193318 w 342873"/>
              <a:gd name="connsiteY85" fmla="*/ 277574 h 459739"/>
              <a:gd name="connsiteX86" fmla="*/ 199065 w 342873"/>
              <a:gd name="connsiteY86" fmla="*/ 256500 h 459739"/>
              <a:gd name="connsiteX87" fmla="*/ 206729 w 342873"/>
              <a:gd name="connsiteY87" fmla="*/ 252668 h 459739"/>
              <a:gd name="connsiteX88" fmla="*/ 225887 w 342873"/>
              <a:gd name="connsiteY88" fmla="*/ 264163 h 459739"/>
              <a:gd name="connsiteX89" fmla="*/ 243129 w 342873"/>
              <a:gd name="connsiteY89" fmla="*/ 262247 h 459739"/>
              <a:gd name="connsiteX90" fmla="*/ 258456 w 342873"/>
              <a:gd name="connsiteY90" fmla="*/ 246920 h 459739"/>
              <a:gd name="connsiteX91" fmla="*/ 260372 w 342873"/>
              <a:gd name="connsiteY91" fmla="*/ 229678 h 459739"/>
              <a:gd name="connsiteX92" fmla="*/ 248877 w 342873"/>
              <a:gd name="connsiteY92" fmla="*/ 210520 h 459739"/>
              <a:gd name="connsiteX93" fmla="*/ 252709 w 342873"/>
              <a:gd name="connsiteY93" fmla="*/ 202856 h 459739"/>
              <a:gd name="connsiteX94" fmla="*/ 273783 w 342873"/>
              <a:gd name="connsiteY94" fmla="*/ 197109 h 459739"/>
              <a:gd name="connsiteX95" fmla="*/ 283362 w 342873"/>
              <a:gd name="connsiteY95" fmla="*/ 183698 h 459739"/>
              <a:gd name="connsiteX96" fmla="*/ 283362 w 342873"/>
              <a:gd name="connsiteY96" fmla="*/ 162624 h 459739"/>
              <a:gd name="connsiteX97" fmla="*/ 275699 w 342873"/>
              <a:gd name="connsiteY97" fmla="*/ 149213 h 459739"/>
              <a:gd name="connsiteX98" fmla="*/ 266119 w 342873"/>
              <a:gd name="connsiteY98" fmla="*/ 177950 h 459739"/>
              <a:gd name="connsiteX99" fmla="*/ 245045 w 342873"/>
              <a:gd name="connsiteY99" fmla="*/ 183698 h 459739"/>
              <a:gd name="connsiteX100" fmla="*/ 235466 w 342873"/>
              <a:gd name="connsiteY100" fmla="*/ 193277 h 459739"/>
              <a:gd name="connsiteX101" fmla="*/ 231634 w 342873"/>
              <a:gd name="connsiteY101" fmla="*/ 202856 h 459739"/>
              <a:gd name="connsiteX102" fmla="*/ 231634 w 342873"/>
              <a:gd name="connsiteY102" fmla="*/ 216267 h 459739"/>
              <a:gd name="connsiteX103" fmla="*/ 243129 w 342873"/>
              <a:gd name="connsiteY103" fmla="*/ 235425 h 459739"/>
              <a:gd name="connsiteX104" fmla="*/ 233550 w 342873"/>
              <a:gd name="connsiteY104" fmla="*/ 245005 h 459739"/>
              <a:gd name="connsiteX105" fmla="*/ 214392 w 342873"/>
              <a:gd name="connsiteY105" fmla="*/ 233510 h 459739"/>
              <a:gd name="connsiteX106" fmla="*/ 200981 w 342873"/>
              <a:gd name="connsiteY106" fmla="*/ 233510 h 459739"/>
              <a:gd name="connsiteX107" fmla="*/ 189486 w 342873"/>
              <a:gd name="connsiteY107" fmla="*/ 237341 h 459739"/>
              <a:gd name="connsiteX108" fmla="*/ 179907 w 342873"/>
              <a:gd name="connsiteY108" fmla="*/ 246920 h 459739"/>
              <a:gd name="connsiteX109" fmla="*/ 176075 w 342873"/>
              <a:gd name="connsiteY109" fmla="*/ 266079 h 459739"/>
              <a:gd name="connsiteX110" fmla="*/ 162664 w 342873"/>
              <a:gd name="connsiteY110" fmla="*/ 266079 h 459739"/>
              <a:gd name="connsiteX111" fmla="*/ 156917 w 342873"/>
              <a:gd name="connsiteY111" fmla="*/ 245005 h 459739"/>
              <a:gd name="connsiteX112" fmla="*/ 147338 w 342873"/>
              <a:gd name="connsiteY112" fmla="*/ 235425 h 459739"/>
              <a:gd name="connsiteX113" fmla="*/ 137758 w 342873"/>
              <a:gd name="connsiteY113" fmla="*/ 231594 h 459739"/>
              <a:gd name="connsiteX114" fmla="*/ 124348 w 342873"/>
              <a:gd name="connsiteY114" fmla="*/ 231594 h 459739"/>
              <a:gd name="connsiteX115" fmla="*/ 105189 w 342873"/>
              <a:gd name="connsiteY115" fmla="*/ 243089 h 459739"/>
              <a:gd name="connsiteX116" fmla="*/ 95610 w 342873"/>
              <a:gd name="connsiteY116" fmla="*/ 233510 h 459739"/>
              <a:gd name="connsiteX117" fmla="*/ 107105 w 342873"/>
              <a:gd name="connsiteY117" fmla="*/ 214351 h 459739"/>
              <a:gd name="connsiteX118" fmla="*/ 107105 w 342873"/>
              <a:gd name="connsiteY118" fmla="*/ 200940 h 459739"/>
              <a:gd name="connsiteX119" fmla="*/ 103273 w 342873"/>
              <a:gd name="connsiteY119" fmla="*/ 191361 h 459739"/>
              <a:gd name="connsiteX120" fmla="*/ 93694 w 342873"/>
              <a:gd name="connsiteY120" fmla="*/ 181782 h 459739"/>
              <a:gd name="connsiteX121" fmla="*/ 74536 w 342873"/>
              <a:gd name="connsiteY121" fmla="*/ 177950 h 459739"/>
              <a:gd name="connsiteX122" fmla="*/ 74536 w 342873"/>
              <a:gd name="connsiteY122" fmla="*/ 166455 h 459739"/>
              <a:gd name="connsiteX123" fmla="*/ 95610 w 342873"/>
              <a:gd name="connsiteY123" fmla="*/ 160708 h 459739"/>
              <a:gd name="connsiteX124" fmla="*/ 105189 w 342873"/>
              <a:gd name="connsiteY124" fmla="*/ 151129 h 459739"/>
              <a:gd name="connsiteX125" fmla="*/ 109021 w 342873"/>
              <a:gd name="connsiteY125" fmla="*/ 141549 h 459739"/>
              <a:gd name="connsiteX126" fmla="*/ 109021 w 342873"/>
              <a:gd name="connsiteY126" fmla="*/ 128139 h 459739"/>
              <a:gd name="connsiteX127" fmla="*/ 97526 w 342873"/>
              <a:gd name="connsiteY127" fmla="*/ 108980 h 459739"/>
              <a:gd name="connsiteX128" fmla="*/ 107105 w 342873"/>
              <a:gd name="connsiteY128" fmla="*/ 99401 h 459739"/>
              <a:gd name="connsiteX129" fmla="*/ 126263 w 342873"/>
              <a:gd name="connsiteY129" fmla="*/ 110896 h 459739"/>
              <a:gd name="connsiteX130" fmla="*/ 139674 w 342873"/>
              <a:gd name="connsiteY130" fmla="*/ 110896 h 459739"/>
              <a:gd name="connsiteX131" fmla="*/ 151169 w 342873"/>
              <a:gd name="connsiteY131" fmla="*/ 107064 h 459739"/>
              <a:gd name="connsiteX132" fmla="*/ 160748 w 342873"/>
              <a:gd name="connsiteY132" fmla="*/ 97485 h 459739"/>
              <a:gd name="connsiteX133" fmla="*/ 164580 w 342873"/>
              <a:gd name="connsiteY133" fmla="*/ 78327 h 459739"/>
              <a:gd name="connsiteX134" fmla="*/ 177991 w 342873"/>
              <a:gd name="connsiteY134" fmla="*/ 78327 h 459739"/>
              <a:gd name="connsiteX135" fmla="*/ 183738 w 342873"/>
              <a:gd name="connsiteY135" fmla="*/ 99401 h 459739"/>
              <a:gd name="connsiteX136" fmla="*/ 193318 w 342873"/>
              <a:gd name="connsiteY136" fmla="*/ 108980 h 459739"/>
              <a:gd name="connsiteX137" fmla="*/ 202897 w 342873"/>
              <a:gd name="connsiteY137" fmla="*/ 112812 h 459739"/>
              <a:gd name="connsiteX138" fmla="*/ 216308 w 342873"/>
              <a:gd name="connsiteY138" fmla="*/ 112812 h 459739"/>
              <a:gd name="connsiteX139" fmla="*/ 235466 w 342873"/>
              <a:gd name="connsiteY139" fmla="*/ 101317 h 459739"/>
              <a:gd name="connsiteX140" fmla="*/ 245045 w 342873"/>
              <a:gd name="connsiteY140" fmla="*/ 110896 h 459739"/>
              <a:gd name="connsiteX141" fmla="*/ 233550 w 342873"/>
              <a:gd name="connsiteY141" fmla="*/ 130054 h 459739"/>
              <a:gd name="connsiteX142" fmla="*/ 233550 w 342873"/>
              <a:gd name="connsiteY142" fmla="*/ 143465 h 459739"/>
              <a:gd name="connsiteX143" fmla="*/ 237382 w 342873"/>
              <a:gd name="connsiteY143" fmla="*/ 153044 h 459739"/>
              <a:gd name="connsiteX144" fmla="*/ 246961 w 342873"/>
              <a:gd name="connsiteY144" fmla="*/ 162624 h 459739"/>
              <a:gd name="connsiteX145" fmla="*/ 266119 w 342873"/>
              <a:gd name="connsiteY145" fmla="*/ 166455 h 459739"/>
              <a:gd name="connsiteX146" fmla="*/ 266119 w 342873"/>
              <a:gd name="connsiteY146" fmla="*/ 177950 h 459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342873" h="459739">
                <a:moveTo>
                  <a:pt x="287194" y="43842"/>
                </a:moveTo>
                <a:cubicBezTo>
                  <a:pt x="216308" y="-19381"/>
                  <a:pt x="107105" y="-13633"/>
                  <a:pt x="43882" y="57253"/>
                </a:cubicBezTo>
                <a:cubicBezTo>
                  <a:pt x="20892" y="82158"/>
                  <a:pt x="7481" y="114728"/>
                  <a:pt x="1734" y="147297"/>
                </a:cubicBezTo>
                <a:cubicBezTo>
                  <a:pt x="-7845" y="214351"/>
                  <a:pt x="22808" y="281406"/>
                  <a:pt x="80283" y="317806"/>
                </a:cubicBezTo>
                <a:cubicBezTo>
                  <a:pt x="87947" y="321638"/>
                  <a:pt x="93694" y="331217"/>
                  <a:pt x="93694" y="340797"/>
                </a:cubicBezTo>
                <a:lnTo>
                  <a:pt x="93694" y="402103"/>
                </a:lnTo>
                <a:cubicBezTo>
                  <a:pt x="93694" y="413598"/>
                  <a:pt x="101357" y="421262"/>
                  <a:pt x="112852" y="421262"/>
                </a:cubicBezTo>
                <a:lnTo>
                  <a:pt x="112852" y="421262"/>
                </a:lnTo>
                <a:cubicBezTo>
                  <a:pt x="120516" y="446168"/>
                  <a:pt x="143506" y="461494"/>
                  <a:pt x="170328" y="459578"/>
                </a:cubicBezTo>
                <a:cubicBezTo>
                  <a:pt x="197149" y="461494"/>
                  <a:pt x="220139" y="446168"/>
                  <a:pt x="227803" y="421262"/>
                </a:cubicBezTo>
                <a:lnTo>
                  <a:pt x="227803" y="421262"/>
                </a:lnTo>
                <a:cubicBezTo>
                  <a:pt x="239298" y="421262"/>
                  <a:pt x="246961" y="413598"/>
                  <a:pt x="246961" y="402103"/>
                </a:cubicBezTo>
                <a:lnTo>
                  <a:pt x="246961" y="342712"/>
                </a:lnTo>
                <a:cubicBezTo>
                  <a:pt x="246961" y="333133"/>
                  <a:pt x="252709" y="323554"/>
                  <a:pt x="260372" y="317806"/>
                </a:cubicBezTo>
                <a:cubicBezTo>
                  <a:pt x="312100" y="287153"/>
                  <a:pt x="342753" y="231594"/>
                  <a:pt x="342753" y="172203"/>
                </a:cubicBezTo>
                <a:cubicBezTo>
                  <a:pt x="344669" y="122391"/>
                  <a:pt x="323595" y="76411"/>
                  <a:pt x="287194" y="43842"/>
                </a:cubicBezTo>
                <a:close/>
                <a:moveTo>
                  <a:pt x="112852" y="344628"/>
                </a:moveTo>
                <a:lnTo>
                  <a:pt x="227803" y="344628"/>
                </a:lnTo>
                <a:lnTo>
                  <a:pt x="227803" y="363787"/>
                </a:lnTo>
                <a:lnTo>
                  <a:pt x="112852" y="363787"/>
                </a:lnTo>
                <a:lnTo>
                  <a:pt x="112852" y="344628"/>
                </a:lnTo>
                <a:close/>
                <a:moveTo>
                  <a:pt x="170328" y="440420"/>
                </a:moveTo>
                <a:cubicBezTo>
                  <a:pt x="155001" y="442336"/>
                  <a:pt x="141590" y="434673"/>
                  <a:pt x="133927" y="421262"/>
                </a:cubicBezTo>
                <a:lnTo>
                  <a:pt x="206729" y="421262"/>
                </a:lnTo>
                <a:cubicBezTo>
                  <a:pt x="199065" y="434673"/>
                  <a:pt x="185654" y="442336"/>
                  <a:pt x="170328" y="440420"/>
                </a:cubicBezTo>
                <a:close/>
                <a:moveTo>
                  <a:pt x="112852" y="402103"/>
                </a:moveTo>
                <a:lnTo>
                  <a:pt x="112852" y="382945"/>
                </a:lnTo>
                <a:lnTo>
                  <a:pt x="227803" y="382945"/>
                </a:lnTo>
                <a:lnTo>
                  <a:pt x="227803" y="402103"/>
                </a:lnTo>
                <a:lnTo>
                  <a:pt x="112852" y="402103"/>
                </a:lnTo>
                <a:close/>
                <a:moveTo>
                  <a:pt x="250793" y="302480"/>
                </a:moveTo>
                <a:cubicBezTo>
                  <a:pt x="243129" y="308227"/>
                  <a:pt x="235466" y="315891"/>
                  <a:pt x="231634" y="325470"/>
                </a:cubicBezTo>
                <a:lnTo>
                  <a:pt x="109021" y="325470"/>
                </a:lnTo>
                <a:cubicBezTo>
                  <a:pt x="105189" y="315891"/>
                  <a:pt x="99442" y="306311"/>
                  <a:pt x="89862" y="300564"/>
                </a:cubicBezTo>
                <a:cubicBezTo>
                  <a:pt x="38135" y="267995"/>
                  <a:pt x="11313" y="208604"/>
                  <a:pt x="20892" y="149213"/>
                </a:cubicBezTo>
                <a:cubicBezTo>
                  <a:pt x="30471" y="80243"/>
                  <a:pt x="86031" y="26599"/>
                  <a:pt x="155001" y="18936"/>
                </a:cubicBezTo>
                <a:cubicBezTo>
                  <a:pt x="160748" y="18936"/>
                  <a:pt x="166496" y="18936"/>
                  <a:pt x="174159" y="18936"/>
                </a:cubicBezTo>
                <a:cubicBezTo>
                  <a:pt x="258456" y="18936"/>
                  <a:pt x="327426" y="87906"/>
                  <a:pt x="327426" y="172203"/>
                </a:cubicBezTo>
                <a:cubicBezTo>
                  <a:pt x="325510" y="225846"/>
                  <a:pt x="296773" y="275658"/>
                  <a:pt x="250793" y="302480"/>
                </a:cubicBezTo>
                <a:close/>
                <a:moveTo>
                  <a:pt x="170328" y="124307"/>
                </a:moveTo>
                <a:cubicBezTo>
                  <a:pt x="143506" y="124307"/>
                  <a:pt x="122432" y="145381"/>
                  <a:pt x="122432" y="172203"/>
                </a:cubicBezTo>
                <a:cubicBezTo>
                  <a:pt x="122432" y="199025"/>
                  <a:pt x="143506" y="220099"/>
                  <a:pt x="170328" y="220099"/>
                </a:cubicBezTo>
                <a:cubicBezTo>
                  <a:pt x="197149" y="220099"/>
                  <a:pt x="218224" y="199025"/>
                  <a:pt x="218224" y="172203"/>
                </a:cubicBezTo>
                <a:cubicBezTo>
                  <a:pt x="218224" y="145381"/>
                  <a:pt x="197149" y="124307"/>
                  <a:pt x="170328" y="124307"/>
                </a:cubicBezTo>
                <a:close/>
                <a:moveTo>
                  <a:pt x="170328" y="200940"/>
                </a:moveTo>
                <a:cubicBezTo>
                  <a:pt x="155001" y="200940"/>
                  <a:pt x="141590" y="187530"/>
                  <a:pt x="141590" y="172203"/>
                </a:cubicBezTo>
                <a:cubicBezTo>
                  <a:pt x="141590" y="156876"/>
                  <a:pt x="155001" y="143465"/>
                  <a:pt x="170328" y="143465"/>
                </a:cubicBezTo>
                <a:cubicBezTo>
                  <a:pt x="185654" y="143465"/>
                  <a:pt x="199065" y="156876"/>
                  <a:pt x="199065" y="172203"/>
                </a:cubicBezTo>
                <a:cubicBezTo>
                  <a:pt x="199065" y="187530"/>
                  <a:pt x="185654" y="200940"/>
                  <a:pt x="170328" y="200940"/>
                </a:cubicBezTo>
                <a:close/>
                <a:moveTo>
                  <a:pt x="275699" y="149213"/>
                </a:moveTo>
                <a:lnTo>
                  <a:pt x="254624" y="143465"/>
                </a:lnTo>
                <a:cubicBezTo>
                  <a:pt x="254624" y="139634"/>
                  <a:pt x="252709" y="137718"/>
                  <a:pt x="250793" y="133886"/>
                </a:cubicBezTo>
                <a:lnTo>
                  <a:pt x="262288" y="114728"/>
                </a:lnTo>
                <a:cubicBezTo>
                  <a:pt x="266119" y="108980"/>
                  <a:pt x="264204" y="101317"/>
                  <a:pt x="260372" y="97485"/>
                </a:cubicBezTo>
                <a:lnTo>
                  <a:pt x="245045" y="82158"/>
                </a:lnTo>
                <a:cubicBezTo>
                  <a:pt x="241214" y="78327"/>
                  <a:pt x="233550" y="78327"/>
                  <a:pt x="227803" y="80243"/>
                </a:cubicBezTo>
                <a:lnTo>
                  <a:pt x="208644" y="91738"/>
                </a:lnTo>
                <a:cubicBezTo>
                  <a:pt x="206729" y="89822"/>
                  <a:pt x="202897" y="89822"/>
                  <a:pt x="200981" y="87906"/>
                </a:cubicBezTo>
                <a:lnTo>
                  <a:pt x="195233" y="66832"/>
                </a:lnTo>
                <a:cubicBezTo>
                  <a:pt x="193318" y="61084"/>
                  <a:pt x="187570" y="57253"/>
                  <a:pt x="179907" y="57253"/>
                </a:cubicBezTo>
                <a:lnTo>
                  <a:pt x="158833" y="57253"/>
                </a:lnTo>
                <a:cubicBezTo>
                  <a:pt x="153085" y="57253"/>
                  <a:pt x="147338" y="61084"/>
                  <a:pt x="145422" y="68748"/>
                </a:cubicBezTo>
                <a:lnTo>
                  <a:pt x="139674" y="89822"/>
                </a:lnTo>
                <a:cubicBezTo>
                  <a:pt x="137758" y="91738"/>
                  <a:pt x="133927" y="91738"/>
                  <a:pt x="132011" y="93653"/>
                </a:cubicBezTo>
                <a:lnTo>
                  <a:pt x="112852" y="82158"/>
                </a:lnTo>
                <a:cubicBezTo>
                  <a:pt x="107105" y="78327"/>
                  <a:pt x="99442" y="78327"/>
                  <a:pt x="95610" y="84074"/>
                </a:cubicBezTo>
                <a:lnTo>
                  <a:pt x="82199" y="97485"/>
                </a:lnTo>
                <a:cubicBezTo>
                  <a:pt x="76452" y="103233"/>
                  <a:pt x="76452" y="108980"/>
                  <a:pt x="80283" y="114728"/>
                </a:cubicBezTo>
                <a:lnTo>
                  <a:pt x="91778" y="133886"/>
                </a:lnTo>
                <a:cubicBezTo>
                  <a:pt x="89862" y="135802"/>
                  <a:pt x="87947" y="139634"/>
                  <a:pt x="87947" y="141549"/>
                </a:cubicBezTo>
                <a:lnTo>
                  <a:pt x="64957" y="147297"/>
                </a:lnTo>
                <a:cubicBezTo>
                  <a:pt x="59209" y="149213"/>
                  <a:pt x="55377" y="154960"/>
                  <a:pt x="55377" y="162624"/>
                </a:cubicBezTo>
                <a:lnTo>
                  <a:pt x="55377" y="183698"/>
                </a:lnTo>
                <a:cubicBezTo>
                  <a:pt x="55377" y="189445"/>
                  <a:pt x="59209" y="195193"/>
                  <a:pt x="66872" y="197109"/>
                </a:cubicBezTo>
                <a:lnTo>
                  <a:pt x="87947" y="202856"/>
                </a:lnTo>
                <a:cubicBezTo>
                  <a:pt x="87947" y="204772"/>
                  <a:pt x="89862" y="208604"/>
                  <a:pt x="91778" y="210520"/>
                </a:cubicBezTo>
                <a:lnTo>
                  <a:pt x="80283" y="229678"/>
                </a:lnTo>
                <a:cubicBezTo>
                  <a:pt x="76452" y="235425"/>
                  <a:pt x="78367" y="243089"/>
                  <a:pt x="82199" y="246920"/>
                </a:cubicBezTo>
                <a:lnTo>
                  <a:pt x="95610" y="262247"/>
                </a:lnTo>
                <a:cubicBezTo>
                  <a:pt x="99442" y="266079"/>
                  <a:pt x="107105" y="267995"/>
                  <a:pt x="112852" y="264163"/>
                </a:cubicBezTo>
                <a:lnTo>
                  <a:pt x="132011" y="252668"/>
                </a:lnTo>
                <a:lnTo>
                  <a:pt x="139674" y="256500"/>
                </a:lnTo>
                <a:lnTo>
                  <a:pt x="145422" y="277574"/>
                </a:lnTo>
                <a:cubicBezTo>
                  <a:pt x="147338" y="283321"/>
                  <a:pt x="153085" y="289069"/>
                  <a:pt x="158833" y="289069"/>
                </a:cubicBezTo>
                <a:lnTo>
                  <a:pt x="179907" y="289069"/>
                </a:lnTo>
                <a:cubicBezTo>
                  <a:pt x="185654" y="289069"/>
                  <a:pt x="191402" y="285237"/>
                  <a:pt x="193318" y="277574"/>
                </a:cubicBezTo>
                <a:lnTo>
                  <a:pt x="199065" y="256500"/>
                </a:lnTo>
                <a:lnTo>
                  <a:pt x="206729" y="252668"/>
                </a:lnTo>
                <a:lnTo>
                  <a:pt x="225887" y="264163"/>
                </a:lnTo>
                <a:cubicBezTo>
                  <a:pt x="231634" y="267995"/>
                  <a:pt x="239298" y="266079"/>
                  <a:pt x="243129" y="262247"/>
                </a:cubicBezTo>
                <a:lnTo>
                  <a:pt x="258456" y="246920"/>
                </a:lnTo>
                <a:cubicBezTo>
                  <a:pt x="262288" y="243089"/>
                  <a:pt x="264204" y="235425"/>
                  <a:pt x="260372" y="229678"/>
                </a:cubicBezTo>
                <a:lnTo>
                  <a:pt x="248877" y="210520"/>
                </a:lnTo>
                <a:cubicBezTo>
                  <a:pt x="250793" y="208604"/>
                  <a:pt x="250793" y="204772"/>
                  <a:pt x="252709" y="202856"/>
                </a:cubicBezTo>
                <a:lnTo>
                  <a:pt x="273783" y="197109"/>
                </a:lnTo>
                <a:cubicBezTo>
                  <a:pt x="279530" y="195193"/>
                  <a:pt x="283362" y="189445"/>
                  <a:pt x="283362" y="183698"/>
                </a:cubicBezTo>
                <a:lnTo>
                  <a:pt x="283362" y="162624"/>
                </a:lnTo>
                <a:cubicBezTo>
                  <a:pt x="285278" y="154960"/>
                  <a:pt x="281446" y="149213"/>
                  <a:pt x="275699" y="149213"/>
                </a:cubicBezTo>
                <a:close/>
                <a:moveTo>
                  <a:pt x="266119" y="177950"/>
                </a:moveTo>
                <a:lnTo>
                  <a:pt x="245045" y="183698"/>
                </a:lnTo>
                <a:cubicBezTo>
                  <a:pt x="239298" y="185614"/>
                  <a:pt x="235466" y="187530"/>
                  <a:pt x="235466" y="193277"/>
                </a:cubicBezTo>
                <a:cubicBezTo>
                  <a:pt x="233550" y="197109"/>
                  <a:pt x="233550" y="200940"/>
                  <a:pt x="231634" y="202856"/>
                </a:cubicBezTo>
                <a:cubicBezTo>
                  <a:pt x="229719" y="206688"/>
                  <a:pt x="229719" y="212435"/>
                  <a:pt x="231634" y="216267"/>
                </a:cubicBezTo>
                <a:lnTo>
                  <a:pt x="243129" y="235425"/>
                </a:lnTo>
                <a:lnTo>
                  <a:pt x="233550" y="245005"/>
                </a:lnTo>
                <a:lnTo>
                  <a:pt x="214392" y="233510"/>
                </a:lnTo>
                <a:cubicBezTo>
                  <a:pt x="210560" y="231594"/>
                  <a:pt x="204813" y="231594"/>
                  <a:pt x="200981" y="233510"/>
                </a:cubicBezTo>
                <a:cubicBezTo>
                  <a:pt x="197149" y="235425"/>
                  <a:pt x="193318" y="237341"/>
                  <a:pt x="189486" y="237341"/>
                </a:cubicBezTo>
                <a:cubicBezTo>
                  <a:pt x="185654" y="239257"/>
                  <a:pt x="181823" y="243089"/>
                  <a:pt x="179907" y="246920"/>
                </a:cubicBezTo>
                <a:lnTo>
                  <a:pt x="176075" y="266079"/>
                </a:lnTo>
                <a:lnTo>
                  <a:pt x="162664" y="266079"/>
                </a:lnTo>
                <a:lnTo>
                  <a:pt x="156917" y="245005"/>
                </a:lnTo>
                <a:cubicBezTo>
                  <a:pt x="155001" y="241173"/>
                  <a:pt x="153085" y="237341"/>
                  <a:pt x="147338" y="235425"/>
                </a:cubicBezTo>
                <a:cubicBezTo>
                  <a:pt x="143506" y="233510"/>
                  <a:pt x="139674" y="233510"/>
                  <a:pt x="137758" y="231594"/>
                </a:cubicBezTo>
                <a:cubicBezTo>
                  <a:pt x="133927" y="229678"/>
                  <a:pt x="128179" y="229678"/>
                  <a:pt x="124348" y="231594"/>
                </a:cubicBezTo>
                <a:lnTo>
                  <a:pt x="105189" y="243089"/>
                </a:lnTo>
                <a:lnTo>
                  <a:pt x="95610" y="233510"/>
                </a:lnTo>
                <a:lnTo>
                  <a:pt x="107105" y="214351"/>
                </a:lnTo>
                <a:cubicBezTo>
                  <a:pt x="109021" y="210520"/>
                  <a:pt x="109021" y="204772"/>
                  <a:pt x="107105" y="200940"/>
                </a:cubicBezTo>
                <a:cubicBezTo>
                  <a:pt x="105189" y="197109"/>
                  <a:pt x="103273" y="193277"/>
                  <a:pt x="103273" y="191361"/>
                </a:cubicBezTo>
                <a:cubicBezTo>
                  <a:pt x="103273" y="187530"/>
                  <a:pt x="99442" y="183698"/>
                  <a:pt x="93694" y="181782"/>
                </a:cubicBezTo>
                <a:lnTo>
                  <a:pt x="74536" y="177950"/>
                </a:lnTo>
                <a:lnTo>
                  <a:pt x="74536" y="166455"/>
                </a:lnTo>
                <a:lnTo>
                  <a:pt x="95610" y="160708"/>
                </a:lnTo>
                <a:cubicBezTo>
                  <a:pt x="101357" y="158792"/>
                  <a:pt x="105189" y="156876"/>
                  <a:pt x="105189" y="151129"/>
                </a:cubicBezTo>
                <a:cubicBezTo>
                  <a:pt x="107105" y="147297"/>
                  <a:pt x="107105" y="143465"/>
                  <a:pt x="109021" y="141549"/>
                </a:cubicBezTo>
                <a:cubicBezTo>
                  <a:pt x="110937" y="137718"/>
                  <a:pt x="110937" y="131970"/>
                  <a:pt x="109021" y="128139"/>
                </a:cubicBezTo>
                <a:lnTo>
                  <a:pt x="97526" y="108980"/>
                </a:lnTo>
                <a:lnTo>
                  <a:pt x="107105" y="99401"/>
                </a:lnTo>
                <a:lnTo>
                  <a:pt x="126263" y="110896"/>
                </a:lnTo>
                <a:cubicBezTo>
                  <a:pt x="130095" y="112812"/>
                  <a:pt x="135843" y="112812"/>
                  <a:pt x="139674" y="110896"/>
                </a:cubicBezTo>
                <a:cubicBezTo>
                  <a:pt x="143506" y="108980"/>
                  <a:pt x="147338" y="107064"/>
                  <a:pt x="151169" y="107064"/>
                </a:cubicBezTo>
                <a:cubicBezTo>
                  <a:pt x="155001" y="105149"/>
                  <a:pt x="158833" y="101317"/>
                  <a:pt x="160748" y="97485"/>
                </a:cubicBezTo>
                <a:lnTo>
                  <a:pt x="164580" y="78327"/>
                </a:lnTo>
                <a:lnTo>
                  <a:pt x="177991" y="78327"/>
                </a:lnTo>
                <a:lnTo>
                  <a:pt x="183738" y="99401"/>
                </a:lnTo>
                <a:cubicBezTo>
                  <a:pt x="185654" y="103233"/>
                  <a:pt x="187570" y="107064"/>
                  <a:pt x="193318" y="108980"/>
                </a:cubicBezTo>
                <a:cubicBezTo>
                  <a:pt x="197149" y="110896"/>
                  <a:pt x="200981" y="110896"/>
                  <a:pt x="202897" y="112812"/>
                </a:cubicBezTo>
                <a:cubicBezTo>
                  <a:pt x="206729" y="114728"/>
                  <a:pt x="212476" y="114728"/>
                  <a:pt x="216308" y="112812"/>
                </a:cubicBezTo>
                <a:lnTo>
                  <a:pt x="235466" y="101317"/>
                </a:lnTo>
                <a:lnTo>
                  <a:pt x="245045" y="110896"/>
                </a:lnTo>
                <a:lnTo>
                  <a:pt x="233550" y="130054"/>
                </a:lnTo>
                <a:cubicBezTo>
                  <a:pt x="231634" y="133886"/>
                  <a:pt x="231634" y="139634"/>
                  <a:pt x="233550" y="143465"/>
                </a:cubicBezTo>
                <a:cubicBezTo>
                  <a:pt x="235466" y="147297"/>
                  <a:pt x="237382" y="151129"/>
                  <a:pt x="237382" y="153044"/>
                </a:cubicBezTo>
                <a:cubicBezTo>
                  <a:pt x="239298" y="156876"/>
                  <a:pt x="243129" y="160708"/>
                  <a:pt x="246961" y="162624"/>
                </a:cubicBezTo>
                <a:lnTo>
                  <a:pt x="266119" y="166455"/>
                </a:lnTo>
                <a:lnTo>
                  <a:pt x="266119" y="17795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5" name="Graphic 47" descr="Head gears turning icon.">
            <a:extLst>
              <a:ext uri="{FF2B5EF4-FFF2-40B4-BE49-F238E27FC236}">
                <a16:creationId xmlns:a16="http://schemas.microsoft.com/office/drawing/2014/main" id="{8EC6068D-BC64-4988-ADD2-D47C5B2F03CB}"/>
              </a:ext>
            </a:extLst>
          </p:cNvPr>
          <p:cNvSpPr/>
          <p:nvPr/>
        </p:nvSpPr>
        <p:spPr>
          <a:xfrm>
            <a:off x="4686338" y="5098201"/>
            <a:ext cx="343904" cy="438467"/>
          </a:xfrm>
          <a:custGeom>
            <a:avLst/>
            <a:gdLst>
              <a:gd name="connsiteX0" fmla="*/ 185357 w 343904"/>
              <a:gd name="connsiteY0" fmla="*/ 108943 h 438467"/>
              <a:gd name="connsiteX1" fmla="*/ 137461 w 343904"/>
              <a:gd name="connsiteY1" fmla="*/ 156839 h 438467"/>
              <a:gd name="connsiteX2" fmla="*/ 185357 w 343904"/>
              <a:gd name="connsiteY2" fmla="*/ 204735 h 438467"/>
              <a:gd name="connsiteX3" fmla="*/ 233253 w 343904"/>
              <a:gd name="connsiteY3" fmla="*/ 156839 h 438467"/>
              <a:gd name="connsiteX4" fmla="*/ 233253 w 343904"/>
              <a:gd name="connsiteY4" fmla="*/ 156839 h 438467"/>
              <a:gd name="connsiteX5" fmla="*/ 185357 w 343904"/>
              <a:gd name="connsiteY5" fmla="*/ 108943 h 438467"/>
              <a:gd name="connsiteX6" fmla="*/ 185357 w 343904"/>
              <a:gd name="connsiteY6" fmla="*/ 185577 h 438467"/>
              <a:gd name="connsiteX7" fmla="*/ 156620 w 343904"/>
              <a:gd name="connsiteY7" fmla="*/ 156839 h 438467"/>
              <a:gd name="connsiteX8" fmla="*/ 185357 w 343904"/>
              <a:gd name="connsiteY8" fmla="*/ 128102 h 438467"/>
              <a:gd name="connsiteX9" fmla="*/ 214095 w 343904"/>
              <a:gd name="connsiteY9" fmla="*/ 156839 h 438467"/>
              <a:gd name="connsiteX10" fmla="*/ 185357 w 343904"/>
              <a:gd name="connsiteY10" fmla="*/ 185577 h 438467"/>
              <a:gd name="connsiteX11" fmla="*/ 267738 w 343904"/>
              <a:gd name="connsiteY11" fmla="*/ 118523 h 438467"/>
              <a:gd name="connsiteX12" fmla="*/ 279233 w 343904"/>
              <a:gd name="connsiteY12" fmla="*/ 97448 h 438467"/>
              <a:gd name="connsiteX13" fmla="*/ 277317 w 343904"/>
              <a:gd name="connsiteY13" fmla="*/ 80206 h 438467"/>
              <a:gd name="connsiteX14" fmla="*/ 261991 w 343904"/>
              <a:gd name="connsiteY14" fmla="*/ 64879 h 438467"/>
              <a:gd name="connsiteX15" fmla="*/ 244748 w 343904"/>
              <a:gd name="connsiteY15" fmla="*/ 62963 h 438467"/>
              <a:gd name="connsiteX16" fmla="*/ 223674 w 343904"/>
              <a:gd name="connsiteY16" fmla="*/ 74458 h 438467"/>
              <a:gd name="connsiteX17" fmla="*/ 214095 w 343904"/>
              <a:gd name="connsiteY17" fmla="*/ 70627 h 438467"/>
              <a:gd name="connsiteX18" fmla="*/ 210263 w 343904"/>
              <a:gd name="connsiteY18" fmla="*/ 47637 h 438467"/>
              <a:gd name="connsiteX19" fmla="*/ 196852 w 343904"/>
              <a:gd name="connsiteY19" fmla="*/ 38057 h 438467"/>
              <a:gd name="connsiteX20" fmla="*/ 175778 w 343904"/>
              <a:gd name="connsiteY20" fmla="*/ 38057 h 438467"/>
              <a:gd name="connsiteX21" fmla="*/ 162367 w 343904"/>
              <a:gd name="connsiteY21" fmla="*/ 49552 h 438467"/>
              <a:gd name="connsiteX22" fmla="*/ 156620 w 343904"/>
              <a:gd name="connsiteY22" fmla="*/ 72543 h 438467"/>
              <a:gd name="connsiteX23" fmla="*/ 147041 w 343904"/>
              <a:gd name="connsiteY23" fmla="*/ 76374 h 438467"/>
              <a:gd name="connsiteX24" fmla="*/ 125966 w 343904"/>
              <a:gd name="connsiteY24" fmla="*/ 62963 h 438467"/>
              <a:gd name="connsiteX25" fmla="*/ 108724 w 343904"/>
              <a:gd name="connsiteY25" fmla="*/ 64879 h 438467"/>
              <a:gd name="connsiteX26" fmla="*/ 93397 w 343904"/>
              <a:gd name="connsiteY26" fmla="*/ 80206 h 438467"/>
              <a:gd name="connsiteX27" fmla="*/ 91481 w 343904"/>
              <a:gd name="connsiteY27" fmla="*/ 97448 h 438467"/>
              <a:gd name="connsiteX28" fmla="*/ 102976 w 343904"/>
              <a:gd name="connsiteY28" fmla="*/ 118523 h 438467"/>
              <a:gd name="connsiteX29" fmla="*/ 101060 w 343904"/>
              <a:gd name="connsiteY29" fmla="*/ 126186 h 438467"/>
              <a:gd name="connsiteX30" fmla="*/ 78070 w 343904"/>
              <a:gd name="connsiteY30" fmla="*/ 133849 h 438467"/>
              <a:gd name="connsiteX31" fmla="*/ 66575 w 343904"/>
              <a:gd name="connsiteY31" fmla="*/ 147260 h 438467"/>
              <a:gd name="connsiteX32" fmla="*/ 66575 w 343904"/>
              <a:gd name="connsiteY32" fmla="*/ 168334 h 438467"/>
              <a:gd name="connsiteX33" fmla="*/ 78070 w 343904"/>
              <a:gd name="connsiteY33" fmla="*/ 181745 h 438467"/>
              <a:gd name="connsiteX34" fmla="*/ 101060 w 343904"/>
              <a:gd name="connsiteY34" fmla="*/ 187493 h 438467"/>
              <a:gd name="connsiteX35" fmla="*/ 104892 w 343904"/>
              <a:gd name="connsiteY35" fmla="*/ 197072 h 438467"/>
              <a:gd name="connsiteX36" fmla="*/ 93397 w 343904"/>
              <a:gd name="connsiteY36" fmla="*/ 218146 h 438467"/>
              <a:gd name="connsiteX37" fmla="*/ 95313 w 343904"/>
              <a:gd name="connsiteY37" fmla="*/ 235389 h 438467"/>
              <a:gd name="connsiteX38" fmla="*/ 108724 w 343904"/>
              <a:gd name="connsiteY38" fmla="*/ 248800 h 438467"/>
              <a:gd name="connsiteX39" fmla="*/ 125966 w 343904"/>
              <a:gd name="connsiteY39" fmla="*/ 250715 h 438467"/>
              <a:gd name="connsiteX40" fmla="*/ 147041 w 343904"/>
              <a:gd name="connsiteY40" fmla="*/ 239220 h 438467"/>
              <a:gd name="connsiteX41" fmla="*/ 156620 w 343904"/>
              <a:gd name="connsiteY41" fmla="*/ 243052 h 438467"/>
              <a:gd name="connsiteX42" fmla="*/ 162367 w 343904"/>
              <a:gd name="connsiteY42" fmla="*/ 266042 h 438467"/>
              <a:gd name="connsiteX43" fmla="*/ 175778 w 343904"/>
              <a:gd name="connsiteY43" fmla="*/ 277537 h 438467"/>
              <a:gd name="connsiteX44" fmla="*/ 196852 w 343904"/>
              <a:gd name="connsiteY44" fmla="*/ 277537 h 438467"/>
              <a:gd name="connsiteX45" fmla="*/ 210263 w 343904"/>
              <a:gd name="connsiteY45" fmla="*/ 266042 h 438467"/>
              <a:gd name="connsiteX46" fmla="*/ 216011 w 343904"/>
              <a:gd name="connsiteY46" fmla="*/ 243052 h 438467"/>
              <a:gd name="connsiteX47" fmla="*/ 225590 w 343904"/>
              <a:gd name="connsiteY47" fmla="*/ 239220 h 438467"/>
              <a:gd name="connsiteX48" fmla="*/ 246664 w 343904"/>
              <a:gd name="connsiteY48" fmla="*/ 250715 h 438467"/>
              <a:gd name="connsiteX49" fmla="*/ 263907 w 343904"/>
              <a:gd name="connsiteY49" fmla="*/ 248800 h 438467"/>
              <a:gd name="connsiteX50" fmla="*/ 279233 w 343904"/>
              <a:gd name="connsiteY50" fmla="*/ 233473 h 438467"/>
              <a:gd name="connsiteX51" fmla="*/ 281149 w 343904"/>
              <a:gd name="connsiteY51" fmla="*/ 216230 h 438467"/>
              <a:gd name="connsiteX52" fmla="*/ 267738 w 343904"/>
              <a:gd name="connsiteY52" fmla="*/ 197072 h 438467"/>
              <a:gd name="connsiteX53" fmla="*/ 271570 w 343904"/>
              <a:gd name="connsiteY53" fmla="*/ 187493 h 438467"/>
              <a:gd name="connsiteX54" fmla="*/ 294560 w 343904"/>
              <a:gd name="connsiteY54" fmla="*/ 181745 h 438467"/>
              <a:gd name="connsiteX55" fmla="*/ 306055 w 343904"/>
              <a:gd name="connsiteY55" fmla="*/ 168334 h 438467"/>
              <a:gd name="connsiteX56" fmla="*/ 306055 w 343904"/>
              <a:gd name="connsiteY56" fmla="*/ 147260 h 438467"/>
              <a:gd name="connsiteX57" fmla="*/ 294560 w 343904"/>
              <a:gd name="connsiteY57" fmla="*/ 133849 h 438467"/>
              <a:gd name="connsiteX58" fmla="*/ 271570 w 343904"/>
              <a:gd name="connsiteY58" fmla="*/ 128102 h 438467"/>
              <a:gd name="connsiteX59" fmla="*/ 267738 w 343904"/>
              <a:gd name="connsiteY59" fmla="*/ 118523 h 438467"/>
              <a:gd name="connsiteX60" fmla="*/ 286897 w 343904"/>
              <a:gd name="connsiteY60" fmla="*/ 164503 h 438467"/>
              <a:gd name="connsiteX61" fmla="*/ 265822 w 343904"/>
              <a:gd name="connsiteY61" fmla="*/ 170250 h 438467"/>
              <a:gd name="connsiteX62" fmla="*/ 256243 w 343904"/>
              <a:gd name="connsiteY62" fmla="*/ 179829 h 438467"/>
              <a:gd name="connsiteX63" fmla="*/ 252412 w 343904"/>
              <a:gd name="connsiteY63" fmla="*/ 191324 h 438467"/>
              <a:gd name="connsiteX64" fmla="*/ 252412 w 343904"/>
              <a:gd name="connsiteY64" fmla="*/ 204735 h 438467"/>
              <a:gd name="connsiteX65" fmla="*/ 263907 w 343904"/>
              <a:gd name="connsiteY65" fmla="*/ 223894 h 438467"/>
              <a:gd name="connsiteX66" fmla="*/ 254327 w 343904"/>
              <a:gd name="connsiteY66" fmla="*/ 233473 h 438467"/>
              <a:gd name="connsiteX67" fmla="*/ 235169 w 343904"/>
              <a:gd name="connsiteY67" fmla="*/ 221978 h 438467"/>
              <a:gd name="connsiteX68" fmla="*/ 221758 w 343904"/>
              <a:gd name="connsiteY68" fmla="*/ 221978 h 438467"/>
              <a:gd name="connsiteX69" fmla="*/ 210263 w 343904"/>
              <a:gd name="connsiteY69" fmla="*/ 225810 h 438467"/>
              <a:gd name="connsiteX70" fmla="*/ 200684 w 343904"/>
              <a:gd name="connsiteY70" fmla="*/ 235389 h 438467"/>
              <a:gd name="connsiteX71" fmla="*/ 194936 w 343904"/>
              <a:gd name="connsiteY71" fmla="*/ 256463 h 438467"/>
              <a:gd name="connsiteX72" fmla="*/ 181526 w 343904"/>
              <a:gd name="connsiteY72" fmla="*/ 256463 h 438467"/>
              <a:gd name="connsiteX73" fmla="*/ 175778 w 343904"/>
              <a:gd name="connsiteY73" fmla="*/ 233473 h 438467"/>
              <a:gd name="connsiteX74" fmla="*/ 166199 w 343904"/>
              <a:gd name="connsiteY74" fmla="*/ 223894 h 438467"/>
              <a:gd name="connsiteX75" fmla="*/ 154704 w 343904"/>
              <a:gd name="connsiteY75" fmla="*/ 220062 h 438467"/>
              <a:gd name="connsiteX76" fmla="*/ 141293 w 343904"/>
              <a:gd name="connsiteY76" fmla="*/ 220062 h 438467"/>
              <a:gd name="connsiteX77" fmla="*/ 122135 w 343904"/>
              <a:gd name="connsiteY77" fmla="*/ 231557 h 438467"/>
              <a:gd name="connsiteX78" fmla="*/ 112555 w 343904"/>
              <a:gd name="connsiteY78" fmla="*/ 221978 h 438467"/>
              <a:gd name="connsiteX79" fmla="*/ 124050 w 343904"/>
              <a:gd name="connsiteY79" fmla="*/ 202819 h 438467"/>
              <a:gd name="connsiteX80" fmla="*/ 124050 w 343904"/>
              <a:gd name="connsiteY80" fmla="*/ 189409 h 438467"/>
              <a:gd name="connsiteX81" fmla="*/ 120219 w 343904"/>
              <a:gd name="connsiteY81" fmla="*/ 177914 h 438467"/>
              <a:gd name="connsiteX82" fmla="*/ 110640 w 343904"/>
              <a:gd name="connsiteY82" fmla="*/ 168334 h 438467"/>
              <a:gd name="connsiteX83" fmla="*/ 85734 w 343904"/>
              <a:gd name="connsiteY83" fmla="*/ 164503 h 438467"/>
              <a:gd name="connsiteX84" fmla="*/ 85734 w 343904"/>
              <a:gd name="connsiteY84" fmla="*/ 151092 h 438467"/>
              <a:gd name="connsiteX85" fmla="*/ 108724 w 343904"/>
              <a:gd name="connsiteY85" fmla="*/ 145344 h 438467"/>
              <a:gd name="connsiteX86" fmla="*/ 118303 w 343904"/>
              <a:gd name="connsiteY86" fmla="*/ 135765 h 438467"/>
              <a:gd name="connsiteX87" fmla="*/ 122135 w 343904"/>
              <a:gd name="connsiteY87" fmla="*/ 124270 h 438467"/>
              <a:gd name="connsiteX88" fmla="*/ 122135 w 343904"/>
              <a:gd name="connsiteY88" fmla="*/ 110859 h 438467"/>
              <a:gd name="connsiteX89" fmla="*/ 110640 w 343904"/>
              <a:gd name="connsiteY89" fmla="*/ 91701 h 438467"/>
              <a:gd name="connsiteX90" fmla="*/ 120219 w 343904"/>
              <a:gd name="connsiteY90" fmla="*/ 82122 h 438467"/>
              <a:gd name="connsiteX91" fmla="*/ 139377 w 343904"/>
              <a:gd name="connsiteY91" fmla="*/ 93617 h 438467"/>
              <a:gd name="connsiteX92" fmla="*/ 152788 w 343904"/>
              <a:gd name="connsiteY92" fmla="*/ 93617 h 438467"/>
              <a:gd name="connsiteX93" fmla="*/ 164283 w 343904"/>
              <a:gd name="connsiteY93" fmla="*/ 89785 h 438467"/>
              <a:gd name="connsiteX94" fmla="*/ 173862 w 343904"/>
              <a:gd name="connsiteY94" fmla="*/ 80206 h 438467"/>
              <a:gd name="connsiteX95" fmla="*/ 179610 w 343904"/>
              <a:gd name="connsiteY95" fmla="*/ 57216 h 438467"/>
              <a:gd name="connsiteX96" fmla="*/ 193021 w 343904"/>
              <a:gd name="connsiteY96" fmla="*/ 57216 h 438467"/>
              <a:gd name="connsiteX97" fmla="*/ 198768 w 343904"/>
              <a:gd name="connsiteY97" fmla="*/ 80206 h 438467"/>
              <a:gd name="connsiteX98" fmla="*/ 208347 w 343904"/>
              <a:gd name="connsiteY98" fmla="*/ 89785 h 438467"/>
              <a:gd name="connsiteX99" fmla="*/ 219842 w 343904"/>
              <a:gd name="connsiteY99" fmla="*/ 93617 h 438467"/>
              <a:gd name="connsiteX100" fmla="*/ 233253 w 343904"/>
              <a:gd name="connsiteY100" fmla="*/ 93617 h 438467"/>
              <a:gd name="connsiteX101" fmla="*/ 252412 w 343904"/>
              <a:gd name="connsiteY101" fmla="*/ 82122 h 438467"/>
              <a:gd name="connsiteX102" fmla="*/ 261991 w 343904"/>
              <a:gd name="connsiteY102" fmla="*/ 91701 h 438467"/>
              <a:gd name="connsiteX103" fmla="*/ 250496 w 343904"/>
              <a:gd name="connsiteY103" fmla="*/ 110859 h 438467"/>
              <a:gd name="connsiteX104" fmla="*/ 250496 w 343904"/>
              <a:gd name="connsiteY104" fmla="*/ 124270 h 438467"/>
              <a:gd name="connsiteX105" fmla="*/ 254327 w 343904"/>
              <a:gd name="connsiteY105" fmla="*/ 135765 h 438467"/>
              <a:gd name="connsiteX106" fmla="*/ 263907 w 343904"/>
              <a:gd name="connsiteY106" fmla="*/ 145344 h 438467"/>
              <a:gd name="connsiteX107" fmla="*/ 286897 w 343904"/>
              <a:gd name="connsiteY107" fmla="*/ 151092 h 438467"/>
              <a:gd name="connsiteX108" fmla="*/ 286897 w 343904"/>
              <a:gd name="connsiteY108" fmla="*/ 164503 h 438467"/>
              <a:gd name="connsiteX109" fmla="*/ 307971 w 343904"/>
              <a:gd name="connsiteY109" fmla="*/ 53384 h 438467"/>
              <a:gd name="connsiteX110" fmla="*/ 204516 w 343904"/>
              <a:gd name="connsiteY110" fmla="*/ 1657 h 438467"/>
              <a:gd name="connsiteX111" fmla="*/ 89565 w 343904"/>
              <a:gd name="connsiteY111" fmla="*/ 24647 h 438467"/>
              <a:gd name="connsiteX112" fmla="*/ 58912 w 343904"/>
              <a:gd name="connsiteY112" fmla="*/ 51468 h 438467"/>
              <a:gd name="connsiteX113" fmla="*/ 39754 w 343904"/>
              <a:gd name="connsiteY113" fmla="*/ 87869 h 438467"/>
              <a:gd name="connsiteX114" fmla="*/ 32090 w 343904"/>
              <a:gd name="connsiteY114" fmla="*/ 160671 h 438467"/>
              <a:gd name="connsiteX115" fmla="*/ 1437 w 343904"/>
              <a:gd name="connsiteY115" fmla="*/ 231557 h 438467"/>
              <a:gd name="connsiteX116" fmla="*/ 1437 w 343904"/>
              <a:gd name="connsiteY116" fmla="*/ 248800 h 438467"/>
              <a:gd name="connsiteX117" fmla="*/ 16764 w 343904"/>
              <a:gd name="connsiteY117" fmla="*/ 256463 h 438467"/>
              <a:gd name="connsiteX118" fmla="*/ 30174 w 343904"/>
              <a:gd name="connsiteY118" fmla="*/ 256463 h 438467"/>
              <a:gd name="connsiteX119" fmla="*/ 30174 w 343904"/>
              <a:gd name="connsiteY119" fmla="*/ 331181 h 438467"/>
              <a:gd name="connsiteX120" fmla="*/ 60828 w 343904"/>
              <a:gd name="connsiteY120" fmla="*/ 361834 h 438467"/>
              <a:gd name="connsiteX121" fmla="*/ 60828 w 343904"/>
              <a:gd name="connsiteY121" fmla="*/ 361834 h 438467"/>
              <a:gd name="connsiteX122" fmla="*/ 141293 w 343904"/>
              <a:gd name="connsiteY122" fmla="*/ 361834 h 438467"/>
              <a:gd name="connsiteX123" fmla="*/ 141293 w 343904"/>
              <a:gd name="connsiteY123" fmla="*/ 419309 h 438467"/>
              <a:gd name="connsiteX124" fmla="*/ 147041 w 343904"/>
              <a:gd name="connsiteY124" fmla="*/ 432720 h 438467"/>
              <a:gd name="connsiteX125" fmla="*/ 160451 w 343904"/>
              <a:gd name="connsiteY125" fmla="*/ 438467 h 438467"/>
              <a:gd name="connsiteX126" fmla="*/ 267738 w 343904"/>
              <a:gd name="connsiteY126" fmla="*/ 438467 h 438467"/>
              <a:gd name="connsiteX127" fmla="*/ 286897 w 343904"/>
              <a:gd name="connsiteY127" fmla="*/ 419309 h 438467"/>
              <a:gd name="connsiteX128" fmla="*/ 286897 w 343904"/>
              <a:gd name="connsiteY128" fmla="*/ 315854 h 438467"/>
              <a:gd name="connsiteX129" fmla="*/ 332877 w 343904"/>
              <a:gd name="connsiteY129" fmla="*/ 223894 h 438467"/>
              <a:gd name="connsiteX130" fmla="*/ 307971 w 343904"/>
              <a:gd name="connsiteY130" fmla="*/ 53384 h 438467"/>
              <a:gd name="connsiteX131" fmla="*/ 315634 w 343904"/>
              <a:gd name="connsiteY131" fmla="*/ 220062 h 438467"/>
              <a:gd name="connsiteX132" fmla="*/ 269654 w 343904"/>
              <a:gd name="connsiteY132" fmla="*/ 308191 h 438467"/>
              <a:gd name="connsiteX133" fmla="*/ 267738 w 343904"/>
              <a:gd name="connsiteY133" fmla="*/ 317770 h 438467"/>
              <a:gd name="connsiteX134" fmla="*/ 267738 w 343904"/>
              <a:gd name="connsiteY134" fmla="*/ 421225 h 438467"/>
              <a:gd name="connsiteX135" fmla="*/ 162367 w 343904"/>
              <a:gd name="connsiteY135" fmla="*/ 421225 h 438467"/>
              <a:gd name="connsiteX136" fmla="*/ 162367 w 343904"/>
              <a:gd name="connsiteY136" fmla="*/ 363750 h 438467"/>
              <a:gd name="connsiteX137" fmla="*/ 143209 w 343904"/>
              <a:gd name="connsiteY137" fmla="*/ 344591 h 438467"/>
              <a:gd name="connsiteX138" fmla="*/ 62744 w 343904"/>
              <a:gd name="connsiteY138" fmla="*/ 344591 h 438467"/>
              <a:gd name="connsiteX139" fmla="*/ 51249 w 343904"/>
              <a:gd name="connsiteY139" fmla="*/ 333096 h 438467"/>
              <a:gd name="connsiteX140" fmla="*/ 51249 w 343904"/>
              <a:gd name="connsiteY140" fmla="*/ 333096 h 438467"/>
              <a:gd name="connsiteX141" fmla="*/ 51249 w 343904"/>
              <a:gd name="connsiteY141" fmla="*/ 256463 h 438467"/>
              <a:gd name="connsiteX142" fmla="*/ 34006 w 343904"/>
              <a:gd name="connsiteY142" fmla="*/ 239220 h 438467"/>
              <a:gd name="connsiteX143" fmla="*/ 32090 w 343904"/>
              <a:gd name="connsiteY143" fmla="*/ 239220 h 438467"/>
              <a:gd name="connsiteX144" fmla="*/ 18679 w 343904"/>
              <a:gd name="connsiteY144" fmla="*/ 239220 h 438467"/>
              <a:gd name="connsiteX145" fmla="*/ 51249 w 343904"/>
              <a:gd name="connsiteY145" fmla="*/ 170250 h 438467"/>
              <a:gd name="connsiteX146" fmla="*/ 53164 w 343904"/>
              <a:gd name="connsiteY146" fmla="*/ 160671 h 438467"/>
              <a:gd name="connsiteX147" fmla="*/ 58912 w 343904"/>
              <a:gd name="connsiteY147" fmla="*/ 93617 h 438467"/>
              <a:gd name="connsiteX148" fmla="*/ 74239 w 343904"/>
              <a:gd name="connsiteY148" fmla="*/ 62963 h 438467"/>
              <a:gd name="connsiteX149" fmla="*/ 99145 w 343904"/>
              <a:gd name="connsiteY149" fmla="*/ 39973 h 438467"/>
              <a:gd name="connsiteX150" fmla="*/ 202600 w 343904"/>
              <a:gd name="connsiteY150" fmla="*/ 20815 h 438467"/>
              <a:gd name="connsiteX151" fmla="*/ 292644 w 343904"/>
              <a:gd name="connsiteY151" fmla="*/ 64879 h 438467"/>
              <a:gd name="connsiteX152" fmla="*/ 315634 w 343904"/>
              <a:gd name="connsiteY152" fmla="*/ 220062 h 43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43904" h="438467">
                <a:moveTo>
                  <a:pt x="185357" y="108943"/>
                </a:moveTo>
                <a:cubicBezTo>
                  <a:pt x="158536" y="108943"/>
                  <a:pt x="137461" y="130018"/>
                  <a:pt x="137461" y="156839"/>
                </a:cubicBezTo>
                <a:cubicBezTo>
                  <a:pt x="137461" y="183661"/>
                  <a:pt x="158536" y="204735"/>
                  <a:pt x="185357" y="204735"/>
                </a:cubicBezTo>
                <a:cubicBezTo>
                  <a:pt x="212179" y="204735"/>
                  <a:pt x="233253" y="183661"/>
                  <a:pt x="233253" y="156839"/>
                </a:cubicBezTo>
                <a:lnTo>
                  <a:pt x="233253" y="156839"/>
                </a:lnTo>
                <a:cubicBezTo>
                  <a:pt x="233253" y="131933"/>
                  <a:pt x="212179" y="108943"/>
                  <a:pt x="185357" y="108943"/>
                </a:cubicBezTo>
                <a:close/>
                <a:moveTo>
                  <a:pt x="185357" y="185577"/>
                </a:moveTo>
                <a:cubicBezTo>
                  <a:pt x="170031" y="185577"/>
                  <a:pt x="156620" y="172166"/>
                  <a:pt x="156620" y="156839"/>
                </a:cubicBezTo>
                <a:cubicBezTo>
                  <a:pt x="156620" y="141513"/>
                  <a:pt x="170031" y="128102"/>
                  <a:pt x="185357" y="128102"/>
                </a:cubicBezTo>
                <a:cubicBezTo>
                  <a:pt x="200684" y="128102"/>
                  <a:pt x="214095" y="141513"/>
                  <a:pt x="214095" y="156839"/>
                </a:cubicBezTo>
                <a:cubicBezTo>
                  <a:pt x="214095" y="172166"/>
                  <a:pt x="202600" y="185577"/>
                  <a:pt x="185357" y="185577"/>
                </a:cubicBezTo>
                <a:close/>
                <a:moveTo>
                  <a:pt x="267738" y="118523"/>
                </a:moveTo>
                <a:lnTo>
                  <a:pt x="279233" y="97448"/>
                </a:lnTo>
                <a:cubicBezTo>
                  <a:pt x="283065" y="91701"/>
                  <a:pt x="281149" y="84038"/>
                  <a:pt x="277317" y="80206"/>
                </a:cubicBezTo>
                <a:lnTo>
                  <a:pt x="261991" y="64879"/>
                </a:lnTo>
                <a:cubicBezTo>
                  <a:pt x="258159" y="61047"/>
                  <a:pt x="250496" y="59132"/>
                  <a:pt x="244748" y="62963"/>
                </a:cubicBezTo>
                <a:lnTo>
                  <a:pt x="223674" y="74458"/>
                </a:lnTo>
                <a:lnTo>
                  <a:pt x="214095" y="70627"/>
                </a:lnTo>
                <a:lnTo>
                  <a:pt x="210263" y="47637"/>
                </a:lnTo>
                <a:cubicBezTo>
                  <a:pt x="208347" y="41889"/>
                  <a:pt x="202600" y="38057"/>
                  <a:pt x="196852" y="38057"/>
                </a:cubicBezTo>
                <a:lnTo>
                  <a:pt x="175778" y="38057"/>
                </a:lnTo>
                <a:cubicBezTo>
                  <a:pt x="170031" y="38057"/>
                  <a:pt x="164283" y="41889"/>
                  <a:pt x="162367" y="49552"/>
                </a:cubicBezTo>
                <a:lnTo>
                  <a:pt x="156620" y="72543"/>
                </a:lnTo>
                <a:lnTo>
                  <a:pt x="147041" y="76374"/>
                </a:lnTo>
                <a:lnTo>
                  <a:pt x="125966" y="62963"/>
                </a:lnTo>
                <a:cubicBezTo>
                  <a:pt x="120219" y="59132"/>
                  <a:pt x="112555" y="61047"/>
                  <a:pt x="108724" y="64879"/>
                </a:cubicBezTo>
                <a:lnTo>
                  <a:pt x="93397" y="80206"/>
                </a:lnTo>
                <a:cubicBezTo>
                  <a:pt x="89565" y="84038"/>
                  <a:pt x="87650" y="91701"/>
                  <a:pt x="91481" y="97448"/>
                </a:cubicBezTo>
                <a:lnTo>
                  <a:pt x="102976" y="118523"/>
                </a:lnTo>
                <a:cubicBezTo>
                  <a:pt x="102976" y="120438"/>
                  <a:pt x="101060" y="124270"/>
                  <a:pt x="101060" y="126186"/>
                </a:cubicBezTo>
                <a:lnTo>
                  <a:pt x="78070" y="133849"/>
                </a:lnTo>
                <a:cubicBezTo>
                  <a:pt x="70407" y="135765"/>
                  <a:pt x="66575" y="141513"/>
                  <a:pt x="66575" y="147260"/>
                </a:cubicBezTo>
                <a:lnTo>
                  <a:pt x="66575" y="168334"/>
                </a:lnTo>
                <a:cubicBezTo>
                  <a:pt x="66575" y="174082"/>
                  <a:pt x="70407" y="179829"/>
                  <a:pt x="78070" y="181745"/>
                </a:cubicBezTo>
                <a:lnTo>
                  <a:pt x="101060" y="187493"/>
                </a:lnTo>
                <a:cubicBezTo>
                  <a:pt x="102976" y="191324"/>
                  <a:pt x="102976" y="193240"/>
                  <a:pt x="104892" y="197072"/>
                </a:cubicBezTo>
                <a:lnTo>
                  <a:pt x="93397" y="218146"/>
                </a:lnTo>
                <a:cubicBezTo>
                  <a:pt x="89565" y="223894"/>
                  <a:pt x="91481" y="231557"/>
                  <a:pt x="95313" y="235389"/>
                </a:cubicBezTo>
                <a:lnTo>
                  <a:pt x="108724" y="248800"/>
                </a:lnTo>
                <a:cubicBezTo>
                  <a:pt x="112555" y="252631"/>
                  <a:pt x="120219" y="254547"/>
                  <a:pt x="125966" y="250715"/>
                </a:cubicBezTo>
                <a:lnTo>
                  <a:pt x="147041" y="239220"/>
                </a:lnTo>
                <a:lnTo>
                  <a:pt x="156620" y="243052"/>
                </a:lnTo>
                <a:lnTo>
                  <a:pt x="162367" y="266042"/>
                </a:lnTo>
                <a:cubicBezTo>
                  <a:pt x="164283" y="271790"/>
                  <a:pt x="170031" y="277537"/>
                  <a:pt x="175778" y="277537"/>
                </a:cubicBezTo>
                <a:lnTo>
                  <a:pt x="196852" y="277537"/>
                </a:lnTo>
                <a:cubicBezTo>
                  <a:pt x="202600" y="277537"/>
                  <a:pt x="208347" y="273705"/>
                  <a:pt x="210263" y="266042"/>
                </a:cubicBezTo>
                <a:lnTo>
                  <a:pt x="216011" y="243052"/>
                </a:lnTo>
                <a:cubicBezTo>
                  <a:pt x="219842" y="243052"/>
                  <a:pt x="221758" y="241136"/>
                  <a:pt x="225590" y="239220"/>
                </a:cubicBezTo>
                <a:lnTo>
                  <a:pt x="246664" y="250715"/>
                </a:lnTo>
                <a:cubicBezTo>
                  <a:pt x="252412" y="254547"/>
                  <a:pt x="260075" y="252631"/>
                  <a:pt x="263907" y="248800"/>
                </a:cubicBezTo>
                <a:lnTo>
                  <a:pt x="279233" y="233473"/>
                </a:lnTo>
                <a:cubicBezTo>
                  <a:pt x="283065" y="229641"/>
                  <a:pt x="284981" y="221978"/>
                  <a:pt x="281149" y="216230"/>
                </a:cubicBezTo>
                <a:lnTo>
                  <a:pt x="267738" y="197072"/>
                </a:lnTo>
                <a:cubicBezTo>
                  <a:pt x="269654" y="195156"/>
                  <a:pt x="269654" y="191324"/>
                  <a:pt x="271570" y="187493"/>
                </a:cubicBezTo>
                <a:lnTo>
                  <a:pt x="294560" y="181745"/>
                </a:lnTo>
                <a:cubicBezTo>
                  <a:pt x="300308" y="179829"/>
                  <a:pt x="306055" y="174082"/>
                  <a:pt x="306055" y="168334"/>
                </a:cubicBezTo>
                <a:lnTo>
                  <a:pt x="306055" y="147260"/>
                </a:lnTo>
                <a:cubicBezTo>
                  <a:pt x="306055" y="141513"/>
                  <a:pt x="300308" y="135765"/>
                  <a:pt x="294560" y="133849"/>
                </a:cubicBezTo>
                <a:lnTo>
                  <a:pt x="271570" y="128102"/>
                </a:lnTo>
                <a:cubicBezTo>
                  <a:pt x="269654" y="124270"/>
                  <a:pt x="269654" y="120438"/>
                  <a:pt x="267738" y="118523"/>
                </a:cubicBezTo>
                <a:close/>
                <a:moveTo>
                  <a:pt x="286897" y="164503"/>
                </a:moveTo>
                <a:lnTo>
                  <a:pt x="265822" y="170250"/>
                </a:lnTo>
                <a:cubicBezTo>
                  <a:pt x="260075" y="172166"/>
                  <a:pt x="256243" y="175998"/>
                  <a:pt x="256243" y="179829"/>
                </a:cubicBezTo>
                <a:cubicBezTo>
                  <a:pt x="254327" y="183661"/>
                  <a:pt x="254327" y="187493"/>
                  <a:pt x="252412" y="191324"/>
                </a:cubicBezTo>
                <a:cubicBezTo>
                  <a:pt x="250496" y="195156"/>
                  <a:pt x="250496" y="200904"/>
                  <a:pt x="252412" y="204735"/>
                </a:cubicBezTo>
                <a:lnTo>
                  <a:pt x="263907" y="223894"/>
                </a:lnTo>
                <a:lnTo>
                  <a:pt x="254327" y="233473"/>
                </a:lnTo>
                <a:lnTo>
                  <a:pt x="235169" y="221978"/>
                </a:lnTo>
                <a:cubicBezTo>
                  <a:pt x="231337" y="220062"/>
                  <a:pt x="225590" y="220062"/>
                  <a:pt x="221758" y="221978"/>
                </a:cubicBezTo>
                <a:cubicBezTo>
                  <a:pt x="217927" y="223894"/>
                  <a:pt x="214095" y="225810"/>
                  <a:pt x="210263" y="225810"/>
                </a:cubicBezTo>
                <a:cubicBezTo>
                  <a:pt x="206432" y="227725"/>
                  <a:pt x="202600" y="231557"/>
                  <a:pt x="200684" y="235389"/>
                </a:cubicBezTo>
                <a:lnTo>
                  <a:pt x="194936" y="256463"/>
                </a:lnTo>
                <a:lnTo>
                  <a:pt x="181526" y="256463"/>
                </a:lnTo>
                <a:lnTo>
                  <a:pt x="175778" y="233473"/>
                </a:lnTo>
                <a:cubicBezTo>
                  <a:pt x="173862" y="229641"/>
                  <a:pt x="170031" y="225810"/>
                  <a:pt x="166199" y="223894"/>
                </a:cubicBezTo>
                <a:cubicBezTo>
                  <a:pt x="162367" y="221978"/>
                  <a:pt x="158536" y="221978"/>
                  <a:pt x="154704" y="220062"/>
                </a:cubicBezTo>
                <a:cubicBezTo>
                  <a:pt x="150872" y="218146"/>
                  <a:pt x="145125" y="218146"/>
                  <a:pt x="141293" y="220062"/>
                </a:cubicBezTo>
                <a:lnTo>
                  <a:pt x="122135" y="231557"/>
                </a:lnTo>
                <a:lnTo>
                  <a:pt x="112555" y="221978"/>
                </a:lnTo>
                <a:lnTo>
                  <a:pt x="124050" y="202819"/>
                </a:lnTo>
                <a:cubicBezTo>
                  <a:pt x="125966" y="198988"/>
                  <a:pt x="125966" y="193240"/>
                  <a:pt x="124050" y="189409"/>
                </a:cubicBezTo>
                <a:cubicBezTo>
                  <a:pt x="122135" y="185577"/>
                  <a:pt x="120219" y="181745"/>
                  <a:pt x="120219" y="177914"/>
                </a:cubicBezTo>
                <a:cubicBezTo>
                  <a:pt x="118303" y="174082"/>
                  <a:pt x="114471" y="170250"/>
                  <a:pt x="110640" y="168334"/>
                </a:cubicBezTo>
                <a:lnTo>
                  <a:pt x="85734" y="164503"/>
                </a:lnTo>
                <a:lnTo>
                  <a:pt x="85734" y="151092"/>
                </a:lnTo>
                <a:lnTo>
                  <a:pt x="108724" y="145344"/>
                </a:lnTo>
                <a:cubicBezTo>
                  <a:pt x="114471" y="143429"/>
                  <a:pt x="118303" y="139597"/>
                  <a:pt x="118303" y="135765"/>
                </a:cubicBezTo>
                <a:cubicBezTo>
                  <a:pt x="120219" y="131933"/>
                  <a:pt x="120219" y="128102"/>
                  <a:pt x="122135" y="124270"/>
                </a:cubicBezTo>
                <a:cubicBezTo>
                  <a:pt x="124050" y="120438"/>
                  <a:pt x="124050" y="114691"/>
                  <a:pt x="122135" y="110859"/>
                </a:cubicBezTo>
                <a:lnTo>
                  <a:pt x="110640" y="91701"/>
                </a:lnTo>
                <a:lnTo>
                  <a:pt x="120219" y="82122"/>
                </a:lnTo>
                <a:lnTo>
                  <a:pt x="139377" y="93617"/>
                </a:lnTo>
                <a:cubicBezTo>
                  <a:pt x="143209" y="95533"/>
                  <a:pt x="148956" y="95533"/>
                  <a:pt x="152788" y="93617"/>
                </a:cubicBezTo>
                <a:cubicBezTo>
                  <a:pt x="156620" y="91701"/>
                  <a:pt x="160451" y="89785"/>
                  <a:pt x="164283" y="89785"/>
                </a:cubicBezTo>
                <a:cubicBezTo>
                  <a:pt x="168115" y="87869"/>
                  <a:pt x="171946" y="84038"/>
                  <a:pt x="173862" y="80206"/>
                </a:cubicBezTo>
                <a:lnTo>
                  <a:pt x="179610" y="57216"/>
                </a:lnTo>
                <a:lnTo>
                  <a:pt x="193021" y="57216"/>
                </a:lnTo>
                <a:lnTo>
                  <a:pt x="198768" y="80206"/>
                </a:lnTo>
                <a:cubicBezTo>
                  <a:pt x="200684" y="85953"/>
                  <a:pt x="204516" y="89785"/>
                  <a:pt x="208347" y="89785"/>
                </a:cubicBezTo>
                <a:cubicBezTo>
                  <a:pt x="212179" y="91701"/>
                  <a:pt x="216011" y="91701"/>
                  <a:pt x="219842" y="93617"/>
                </a:cubicBezTo>
                <a:cubicBezTo>
                  <a:pt x="223674" y="95533"/>
                  <a:pt x="229422" y="95533"/>
                  <a:pt x="233253" y="93617"/>
                </a:cubicBezTo>
                <a:lnTo>
                  <a:pt x="252412" y="82122"/>
                </a:lnTo>
                <a:lnTo>
                  <a:pt x="261991" y="91701"/>
                </a:lnTo>
                <a:lnTo>
                  <a:pt x="250496" y="110859"/>
                </a:lnTo>
                <a:cubicBezTo>
                  <a:pt x="248580" y="114691"/>
                  <a:pt x="248580" y="120438"/>
                  <a:pt x="250496" y="124270"/>
                </a:cubicBezTo>
                <a:cubicBezTo>
                  <a:pt x="252412" y="128102"/>
                  <a:pt x="254327" y="131933"/>
                  <a:pt x="254327" y="135765"/>
                </a:cubicBezTo>
                <a:cubicBezTo>
                  <a:pt x="256243" y="139597"/>
                  <a:pt x="260075" y="143429"/>
                  <a:pt x="263907" y="145344"/>
                </a:cubicBezTo>
                <a:lnTo>
                  <a:pt x="286897" y="151092"/>
                </a:lnTo>
                <a:lnTo>
                  <a:pt x="286897" y="164503"/>
                </a:lnTo>
                <a:close/>
                <a:moveTo>
                  <a:pt x="307971" y="53384"/>
                </a:moveTo>
                <a:cubicBezTo>
                  <a:pt x="283065" y="22731"/>
                  <a:pt x="244748" y="3572"/>
                  <a:pt x="204516" y="1657"/>
                </a:cubicBezTo>
                <a:cubicBezTo>
                  <a:pt x="164283" y="-4091"/>
                  <a:pt x="124050" y="5488"/>
                  <a:pt x="89565" y="24647"/>
                </a:cubicBezTo>
                <a:cubicBezTo>
                  <a:pt x="78070" y="30394"/>
                  <a:pt x="66575" y="39973"/>
                  <a:pt x="58912" y="51468"/>
                </a:cubicBezTo>
                <a:cubicBezTo>
                  <a:pt x="49333" y="62963"/>
                  <a:pt x="43585" y="74458"/>
                  <a:pt x="39754" y="87869"/>
                </a:cubicBezTo>
                <a:cubicBezTo>
                  <a:pt x="32090" y="110859"/>
                  <a:pt x="28259" y="135765"/>
                  <a:pt x="32090" y="160671"/>
                </a:cubicBezTo>
                <a:lnTo>
                  <a:pt x="1437" y="231557"/>
                </a:lnTo>
                <a:cubicBezTo>
                  <a:pt x="-479" y="237305"/>
                  <a:pt x="-479" y="244968"/>
                  <a:pt x="1437" y="248800"/>
                </a:cubicBezTo>
                <a:cubicBezTo>
                  <a:pt x="5269" y="254547"/>
                  <a:pt x="11016" y="256463"/>
                  <a:pt x="16764" y="256463"/>
                </a:cubicBezTo>
                <a:lnTo>
                  <a:pt x="30174" y="256463"/>
                </a:lnTo>
                <a:lnTo>
                  <a:pt x="30174" y="331181"/>
                </a:lnTo>
                <a:cubicBezTo>
                  <a:pt x="30174" y="348423"/>
                  <a:pt x="43585" y="361834"/>
                  <a:pt x="60828" y="361834"/>
                </a:cubicBezTo>
                <a:cubicBezTo>
                  <a:pt x="60828" y="361834"/>
                  <a:pt x="60828" y="361834"/>
                  <a:pt x="60828" y="361834"/>
                </a:cubicBezTo>
                <a:lnTo>
                  <a:pt x="141293" y="361834"/>
                </a:lnTo>
                <a:lnTo>
                  <a:pt x="141293" y="419309"/>
                </a:lnTo>
                <a:cubicBezTo>
                  <a:pt x="141293" y="425057"/>
                  <a:pt x="143209" y="428888"/>
                  <a:pt x="147041" y="432720"/>
                </a:cubicBezTo>
                <a:cubicBezTo>
                  <a:pt x="150872" y="436552"/>
                  <a:pt x="154704" y="438467"/>
                  <a:pt x="160451" y="438467"/>
                </a:cubicBezTo>
                <a:lnTo>
                  <a:pt x="267738" y="438467"/>
                </a:lnTo>
                <a:cubicBezTo>
                  <a:pt x="279233" y="438467"/>
                  <a:pt x="286897" y="430804"/>
                  <a:pt x="286897" y="419309"/>
                </a:cubicBezTo>
                <a:lnTo>
                  <a:pt x="286897" y="315854"/>
                </a:lnTo>
                <a:cubicBezTo>
                  <a:pt x="306055" y="287116"/>
                  <a:pt x="321382" y="256463"/>
                  <a:pt x="332877" y="223894"/>
                </a:cubicBezTo>
                <a:cubicBezTo>
                  <a:pt x="353951" y="168334"/>
                  <a:pt x="344372" y="103196"/>
                  <a:pt x="307971" y="53384"/>
                </a:cubicBezTo>
                <a:close/>
                <a:moveTo>
                  <a:pt x="315634" y="220062"/>
                </a:moveTo>
                <a:cubicBezTo>
                  <a:pt x="304139" y="250715"/>
                  <a:pt x="288813" y="279453"/>
                  <a:pt x="269654" y="308191"/>
                </a:cubicBezTo>
                <a:cubicBezTo>
                  <a:pt x="267738" y="310106"/>
                  <a:pt x="267738" y="313938"/>
                  <a:pt x="267738" y="317770"/>
                </a:cubicBezTo>
                <a:lnTo>
                  <a:pt x="267738" y="421225"/>
                </a:lnTo>
                <a:lnTo>
                  <a:pt x="162367" y="421225"/>
                </a:lnTo>
                <a:lnTo>
                  <a:pt x="162367" y="363750"/>
                </a:lnTo>
                <a:cubicBezTo>
                  <a:pt x="162367" y="352255"/>
                  <a:pt x="154704" y="344591"/>
                  <a:pt x="143209" y="344591"/>
                </a:cubicBezTo>
                <a:lnTo>
                  <a:pt x="62744" y="344591"/>
                </a:lnTo>
                <a:cubicBezTo>
                  <a:pt x="56996" y="344591"/>
                  <a:pt x="51249" y="338844"/>
                  <a:pt x="51249" y="333096"/>
                </a:cubicBezTo>
                <a:lnTo>
                  <a:pt x="51249" y="333096"/>
                </a:lnTo>
                <a:lnTo>
                  <a:pt x="51249" y="256463"/>
                </a:lnTo>
                <a:cubicBezTo>
                  <a:pt x="51249" y="246884"/>
                  <a:pt x="43585" y="239220"/>
                  <a:pt x="34006" y="239220"/>
                </a:cubicBezTo>
                <a:cubicBezTo>
                  <a:pt x="34006" y="239220"/>
                  <a:pt x="34006" y="239220"/>
                  <a:pt x="32090" y="239220"/>
                </a:cubicBezTo>
                <a:lnTo>
                  <a:pt x="18679" y="239220"/>
                </a:lnTo>
                <a:lnTo>
                  <a:pt x="51249" y="170250"/>
                </a:lnTo>
                <a:cubicBezTo>
                  <a:pt x="53164" y="166419"/>
                  <a:pt x="53164" y="164503"/>
                  <a:pt x="53164" y="160671"/>
                </a:cubicBezTo>
                <a:cubicBezTo>
                  <a:pt x="49333" y="137681"/>
                  <a:pt x="51249" y="114691"/>
                  <a:pt x="58912" y="93617"/>
                </a:cubicBezTo>
                <a:cubicBezTo>
                  <a:pt x="62744" y="82122"/>
                  <a:pt x="68491" y="72543"/>
                  <a:pt x="74239" y="62963"/>
                </a:cubicBezTo>
                <a:cubicBezTo>
                  <a:pt x="81902" y="53384"/>
                  <a:pt x="89565" y="45721"/>
                  <a:pt x="99145" y="39973"/>
                </a:cubicBezTo>
                <a:cubicBezTo>
                  <a:pt x="131714" y="22731"/>
                  <a:pt x="168115" y="15067"/>
                  <a:pt x="202600" y="20815"/>
                </a:cubicBezTo>
                <a:cubicBezTo>
                  <a:pt x="237085" y="22731"/>
                  <a:pt x="269654" y="38057"/>
                  <a:pt x="292644" y="64879"/>
                </a:cubicBezTo>
                <a:cubicBezTo>
                  <a:pt x="325213" y="110859"/>
                  <a:pt x="334793" y="168334"/>
                  <a:pt x="315634" y="22006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Graphic 59" descr="Artificial intelligence icon.">
            <a:extLst>
              <a:ext uri="{FF2B5EF4-FFF2-40B4-BE49-F238E27FC236}">
                <a16:creationId xmlns:a16="http://schemas.microsoft.com/office/drawing/2014/main" id="{59B5CAF2-474C-41FC-BF7A-0C8C89329122}"/>
              </a:ext>
            </a:extLst>
          </p:cNvPr>
          <p:cNvSpPr/>
          <p:nvPr/>
        </p:nvSpPr>
        <p:spPr>
          <a:xfrm>
            <a:off x="5918505" y="5098201"/>
            <a:ext cx="343904" cy="438467"/>
          </a:xfrm>
          <a:custGeom>
            <a:avLst/>
            <a:gdLst>
              <a:gd name="connsiteX0" fmla="*/ 114471 w 343904"/>
              <a:gd name="connsiteY0" fmla="*/ 110859 h 438467"/>
              <a:gd name="connsiteX1" fmla="*/ 114471 w 343904"/>
              <a:gd name="connsiteY1" fmla="*/ 124270 h 438467"/>
              <a:gd name="connsiteX2" fmla="*/ 133630 w 343904"/>
              <a:gd name="connsiteY2" fmla="*/ 143429 h 438467"/>
              <a:gd name="connsiteX3" fmla="*/ 229422 w 343904"/>
              <a:gd name="connsiteY3" fmla="*/ 143429 h 438467"/>
              <a:gd name="connsiteX4" fmla="*/ 248580 w 343904"/>
              <a:gd name="connsiteY4" fmla="*/ 124270 h 438467"/>
              <a:gd name="connsiteX5" fmla="*/ 248580 w 343904"/>
              <a:gd name="connsiteY5" fmla="*/ 110859 h 438467"/>
              <a:gd name="connsiteX6" fmla="*/ 256243 w 343904"/>
              <a:gd name="connsiteY6" fmla="*/ 84038 h 438467"/>
              <a:gd name="connsiteX7" fmla="*/ 229422 w 343904"/>
              <a:gd name="connsiteY7" fmla="*/ 78290 h 438467"/>
              <a:gd name="connsiteX8" fmla="*/ 221758 w 343904"/>
              <a:gd name="connsiteY8" fmla="*/ 105112 h 438467"/>
              <a:gd name="connsiteX9" fmla="*/ 229422 w 343904"/>
              <a:gd name="connsiteY9" fmla="*/ 112775 h 438467"/>
              <a:gd name="connsiteX10" fmla="*/ 229422 w 343904"/>
              <a:gd name="connsiteY10" fmla="*/ 126186 h 438467"/>
              <a:gd name="connsiteX11" fmla="*/ 191105 w 343904"/>
              <a:gd name="connsiteY11" fmla="*/ 126186 h 438467"/>
              <a:gd name="connsiteX12" fmla="*/ 191105 w 343904"/>
              <a:gd name="connsiteY12" fmla="*/ 72543 h 438467"/>
              <a:gd name="connsiteX13" fmla="*/ 198768 w 343904"/>
              <a:gd name="connsiteY13" fmla="*/ 45721 h 438467"/>
              <a:gd name="connsiteX14" fmla="*/ 171946 w 343904"/>
              <a:gd name="connsiteY14" fmla="*/ 39973 h 438467"/>
              <a:gd name="connsiteX15" fmla="*/ 164283 w 343904"/>
              <a:gd name="connsiteY15" fmla="*/ 66795 h 438467"/>
              <a:gd name="connsiteX16" fmla="*/ 171946 w 343904"/>
              <a:gd name="connsiteY16" fmla="*/ 74458 h 438467"/>
              <a:gd name="connsiteX17" fmla="*/ 171946 w 343904"/>
              <a:gd name="connsiteY17" fmla="*/ 126186 h 438467"/>
              <a:gd name="connsiteX18" fmla="*/ 133630 w 343904"/>
              <a:gd name="connsiteY18" fmla="*/ 126186 h 438467"/>
              <a:gd name="connsiteX19" fmla="*/ 133630 w 343904"/>
              <a:gd name="connsiteY19" fmla="*/ 110859 h 438467"/>
              <a:gd name="connsiteX20" fmla="*/ 141293 w 343904"/>
              <a:gd name="connsiteY20" fmla="*/ 84038 h 438467"/>
              <a:gd name="connsiteX21" fmla="*/ 114471 w 343904"/>
              <a:gd name="connsiteY21" fmla="*/ 78290 h 438467"/>
              <a:gd name="connsiteX22" fmla="*/ 106808 w 343904"/>
              <a:gd name="connsiteY22" fmla="*/ 105112 h 438467"/>
              <a:gd name="connsiteX23" fmla="*/ 114471 w 343904"/>
              <a:gd name="connsiteY23" fmla="*/ 110859 h 438467"/>
              <a:gd name="connsiteX24" fmla="*/ 267738 w 343904"/>
              <a:gd name="connsiteY24" fmla="*/ 153008 h 438467"/>
              <a:gd name="connsiteX25" fmla="*/ 250496 w 343904"/>
              <a:gd name="connsiteY25" fmla="*/ 162587 h 438467"/>
              <a:gd name="connsiteX26" fmla="*/ 112555 w 343904"/>
              <a:gd name="connsiteY26" fmla="*/ 162587 h 438467"/>
              <a:gd name="connsiteX27" fmla="*/ 85734 w 343904"/>
              <a:gd name="connsiteY27" fmla="*/ 154924 h 438467"/>
              <a:gd name="connsiteX28" fmla="*/ 78070 w 343904"/>
              <a:gd name="connsiteY28" fmla="*/ 181745 h 438467"/>
              <a:gd name="connsiteX29" fmla="*/ 104892 w 343904"/>
              <a:gd name="connsiteY29" fmla="*/ 189409 h 438467"/>
              <a:gd name="connsiteX30" fmla="*/ 112555 w 343904"/>
              <a:gd name="connsiteY30" fmla="*/ 181745 h 438467"/>
              <a:gd name="connsiteX31" fmla="*/ 252412 w 343904"/>
              <a:gd name="connsiteY31" fmla="*/ 181745 h 438467"/>
              <a:gd name="connsiteX32" fmla="*/ 279233 w 343904"/>
              <a:gd name="connsiteY32" fmla="*/ 189409 h 438467"/>
              <a:gd name="connsiteX33" fmla="*/ 286897 w 343904"/>
              <a:gd name="connsiteY33" fmla="*/ 162587 h 438467"/>
              <a:gd name="connsiteX34" fmla="*/ 267738 w 343904"/>
              <a:gd name="connsiteY34" fmla="*/ 153008 h 438467"/>
              <a:gd name="connsiteX35" fmla="*/ 248580 w 343904"/>
              <a:gd name="connsiteY35" fmla="*/ 231557 h 438467"/>
              <a:gd name="connsiteX36" fmla="*/ 248580 w 343904"/>
              <a:gd name="connsiteY36" fmla="*/ 220062 h 438467"/>
              <a:gd name="connsiteX37" fmla="*/ 229422 w 343904"/>
              <a:gd name="connsiteY37" fmla="*/ 200904 h 438467"/>
              <a:gd name="connsiteX38" fmla="*/ 133630 w 343904"/>
              <a:gd name="connsiteY38" fmla="*/ 200904 h 438467"/>
              <a:gd name="connsiteX39" fmla="*/ 114471 w 343904"/>
              <a:gd name="connsiteY39" fmla="*/ 220062 h 438467"/>
              <a:gd name="connsiteX40" fmla="*/ 114471 w 343904"/>
              <a:gd name="connsiteY40" fmla="*/ 231557 h 438467"/>
              <a:gd name="connsiteX41" fmla="*/ 106808 w 343904"/>
              <a:gd name="connsiteY41" fmla="*/ 258379 h 438467"/>
              <a:gd name="connsiteX42" fmla="*/ 133630 w 343904"/>
              <a:gd name="connsiteY42" fmla="*/ 266042 h 438467"/>
              <a:gd name="connsiteX43" fmla="*/ 141293 w 343904"/>
              <a:gd name="connsiteY43" fmla="*/ 239220 h 438467"/>
              <a:gd name="connsiteX44" fmla="*/ 133630 w 343904"/>
              <a:gd name="connsiteY44" fmla="*/ 231557 h 438467"/>
              <a:gd name="connsiteX45" fmla="*/ 133630 w 343904"/>
              <a:gd name="connsiteY45" fmla="*/ 220062 h 438467"/>
              <a:gd name="connsiteX46" fmla="*/ 171946 w 343904"/>
              <a:gd name="connsiteY46" fmla="*/ 220062 h 438467"/>
              <a:gd name="connsiteX47" fmla="*/ 171946 w 343904"/>
              <a:gd name="connsiteY47" fmla="*/ 269874 h 438467"/>
              <a:gd name="connsiteX48" fmla="*/ 164283 w 343904"/>
              <a:gd name="connsiteY48" fmla="*/ 296696 h 438467"/>
              <a:gd name="connsiteX49" fmla="*/ 191105 w 343904"/>
              <a:gd name="connsiteY49" fmla="*/ 304359 h 438467"/>
              <a:gd name="connsiteX50" fmla="*/ 198768 w 343904"/>
              <a:gd name="connsiteY50" fmla="*/ 277537 h 438467"/>
              <a:gd name="connsiteX51" fmla="*/ 191105 w 343904"/>
              <a:gd name="connsiteY51" fmla="*/ 269874 h 438467"/>
              <a:gd name="connsiteX52" fmla="*/ 191105 w 343904"/>
              <a:gd name="connsiteY52" fmla="*/ 220062 h 438467"/>
              <a:gd name="connsiteX53" fmla="*/ 229422 w 343904"/>
              <a:gd name="connsiteY53" fmla="*/ 220062 h 438467"/>
              <a:gd name="connsiteX54" fmla="*/ 229422 w 343904"/>
              <a:gd name="connsiteY54" fmla="*/ 231557 h 438467"/>
              <a:gd name="connsiteX55" fmla="*/ 221758 w 343904"/>
              <a:gd name="connsiteY55" fmla="*/ 258379 h 438467"/>
              <a:gd name="connsiteX56" fmla="*/ 248580 w 343904"/>
              <a:gd name="connsiteY56" fmla="*/ 266042 h 438467"/>
              <a:gd name="connsiteX57" fmla="*/ 256243 w 343904"/>
              <a:gd name="connsiteY57" fmla="*/ 239220 h 438467"/>
              <a:gd name="connsiteX58" fmla="*/ 248580 w 343904"/>
              <a:gd name="connsiteY58" fmla="*/ 231557 h 438467"/>
              <a:gd name="connsiteX59" fmla="*/ 307971 w 343904"/>
              <a:gd name="connsiteY59" fmla="*/ 53384 h 438467"/>
              <a:gd name="connsiteX60" fmla="*/ 204516 w 343904"/>
              <a:gd name="connsiteY60" fmla="*/ 1657 h 438467"/>
              <a:gd name="connsiteX61" fmla="*/ 89565 w 343904"/>
              <a:gd name="connsiteY61" fmla="*/ 24647 h 438467"/>
              <a:gd name="connsiteX62" fmla="*/ 58912 w 343904"/>
              <a:gd name="connsiteY62" fmla="*/ 51468 h 438467"/>
              <a:gd name="connsiteX63" fmla="*/ 39754 w 343904"/>
              <a:gd name="connsiteY63" fmla="*/ 87869 h 438467"/>
              <a:gd name="connsiteX64" fmla="*/ 32090 w 343904"/>
              <a:gd name="connsiteY64" fmla="*/ 160671 h 438467"/>
              <a:gd name="connsiteX65" fmla="*/ 1437 w 343904"/>
              <a:gd name="connsiteY65" fmla="*/ 231557 h 438467"/>
              <a:gd name="connsiteX66" fmla="*/ 1437 w 343904"/>
              <a:gd name="connsiteY66" fmla="*/ 248800 h 438467"/>
              <a:gd name="connsiteX67" fmla="*/ 16764 w 343904"/>
              <a:gd name="connsiteY67" fmla="*/ 256463 h 438467"/>
              <a:gd name="connsiteX68" fmla="*/ 30174 w 343904"/>
              <a:gd name="connsiteY68" fmla="*/ 256463 h 438467"/>
              <a:gd name="connsiteX69" fmla="*/ 30174 w 343904"/>
              <a:gd name="connsiteY69" fmla="*/ 331181 h 438467"/>
              <a:gd name="connsiteX70" fmla="*/ 60828 w 343904"/>
              <a:gd name="connsiteY70" fmla="*/ 361834 h 438467"/>
              <a:gd name="connsiteX71" fmla="*/ 60828 w 343904"/>
              <a:gd name="connsiteY71" fmla="*/ 361834 h 438467"/>
              <a:gd name="connsiteX72" fmla="*/ 141293 w 343904"/>
              <a:gd name="connsiteY72" fmla="*/ 361834 h 438467"/>
              <a:gd name="connsiteX73" fmla="*/ 141293 w 343904"/>
              <a:gd name="connsiteY73" fmla="*/ 419309 h 438467"/>
              <a:gd name="connsiteX74" fmla="*/ 147041 w 343904"/>
              <a:gd name="connsiteY74" fmla="*/ 432720 h 438467"/>
              <a:gd name="connsiteX75" fmla="*/ 160451 w 343904"/>
              <a:gd name="connsiteY75" fmla="*/ 438467 h 438467"/>
              <a:gd name="connsiteX76" fmla="*/ 267738 w 343904"/>
              <a:gd name="connsiteY76" fmla="*/ 438467 h 438467"/>
              <a:gd name="connsiteX77" fmla="*/ 286897 w 343904"/>
              <a:gd name="connsiteY77" fmla="*/ 419309 h 438467"/>
              <a:gd name="connsiteX78" fmla="*/ 286897 w 343904"/>
              <a:gd name="connsiteY78" fmla="*/ 315854 h 438467"/>
              <a:gd name="connsiteX79" fmla="*/ 332877 w 343904"/>
              <a:gd name="connsiteY79" fmla="*/ 223894 h 438467"/>
              <a:gd name="connsiteX80" fmla="*/ 307971 w 343904"/>
              <a:gd name="connsiteY80" fmla="*/ 53384 h 438467"/>
              <a:gd name="connsiteX81" fmla="*/ 315634 w 343904"/>
              <a:gd name="connsiteY81" fmla="*/ 220062 h 438467"/>
              <a:gd name="connsiteX82" fmla="*/ 269654 w 343904"/>
              <a:gd name="connsiteY82" fmla="*/ 308191 h 438467"/>
              <a:gd name="connsiteX83" fmla="*/ 267738 w 343904"/>
              <a:gd name="connsiteY83" fmla="*/ 317770 h 438467"/>
              <a:gd name="connsiteX84" fmla="*/ 267738 w 343904"/>
              <a:gd name="connsiteY84" fmla="*/ 421225 h 438467"/>
              <a:gd name="connsiteX85" fmla="*/ 162367 w 343904"/>
              <a:gd name="connsiteY85" fmla="*/ 421225 h 438467"/>
              <a:gd name="connsiteX86" fmla="*/ 162367 w 343904"/>
              <a:gd name="connsiteY86" fmla="*/ 363750 h 438467"/>
              <a:gd name="connsiteX87" fmla="*/ 143209 w 343904"/>
              <a:gd name="connsiteY87" fmla="*/ 344591 h 438467"/>
              <a:gd name="connsiteX88" fmla="*/ 62744 w 343904"/>
              <a:gd name="connsiteY88" fmla="*/ 344591 h 438467"/>
              <a:gd name="connsiteX89" fmla="*/ 51249 w 343904"/>
              <a:gd name="connsiteY89" fmla="*/ 333096 h 438467"/>
              <a:gd name="connsiteX90" fmla="*/ 51249 w 343904"/>
              <a:gd name="connsiteY90" fmla="*/ 333096 h 438467"/>
              <a:gd name="connsiteX91" fmla="*/ 51249 w 343904"/>
              <a:gd name="connsiteY91" fmla="*/ 256463 h 438467"/>
              <a:gd name="connsiteX92" fmla="*/ 34006 w 343904"/>
              <a:gd name="connsiteY92" fmla="*/ 239220 h 438467"/>
              <a:gd name="connsiteX93" fmla="*/ 32090 w 343904"/>
              <a:gd name="connsiteY93" fmla="*/ 239220 h 438467"/>
              <a:gd name="connsiteX94" fmla="*/ 18679 w 343904"/>
              <a:gd name="connsiteY94" fmla="*/ 239220 h 438467"/>
              <a:gd name="connsiteX95" fmla="*/ 51249 w 343904"/>
              <a:gd name="connsiteY95" fmla="*/ 170250 h 438467"/>
              <a:gd name="connsiteX96" fmla="*/ 53164 w 343904"/>
              <a:gd name="connsiteY96" fmla="*/ 160671 h 438467"/>
              <a:gd name="connsiteX97" fmla="*/ 58912 w 343904"/>
              <a:gd name="connsiteY97" fmla="*/ 93617 h 438467"/>
              <a:gd name="connsiteX98" fmla="*/ 74239 w 343904"/>
              <a:gd name="connsiteY98" fmla="*/ 62963 h 438467"/>
              <a:gd name="connsiteX99" fmla="*/ 99145 w 343904"/>
              <a:gd name="connsiteY99" fmla="*/ 39973 h 438467"/>
              <a:gd name="connsiteX100" fmla="*/ 202600 w 343904"/>
              <a:gd name="connsiteY100" fmla="*/ 20815 h 438467"/>
              <a:gd name="connsiteX101" fmla="*/ 292644 w 343904"/>
              <a:gd name="connsiteY101" fmla="*/ 64879 h 438467"/>
              <a:gd name="connsiteX102" fmla="*/ 315634 w 343904"/>
              <a:gd name="connsiteY102" fmla="*/ 220062 h 43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343904" h="438467">
                <a:moveTo>
                  <a:pt x="114471" y="110859"/>
                </a:moveTo>
                <a:lnTo>
                  <a:pt x="114471" y="124270"/>
                </a:lnTo>
                <a:cubicBezTo>
                  <a:pt x="114471" y="135765"/>
                  <a:pt x="122135" y="143429"/>
                  <a:pt x="133630" y="143429"/>
                </a:cubicBezTo>
                <a:lnTo>
                  <a:pt x="229422" y="143429"/>
                </a:lnTo>
                <a:cubicBezTo>
                  <a:pt x="240917" y="143429"/>
                  <a:pt x="248580" y="135765"/>
                  <a:pt x="248580" y="124270"/>
                </a:cubicBezTo>
                <a:lnTo>
                  <a:pt x="248580" y="110859"/>
                </a:lnTo>
                <a:cubicBezTo>
                  <a:pt x="258159" y="105112"/>
                  <a:pt x="260075" y="93617"/>
                  <a:pt x="256243" y="84038"/>
                </a:cubicBezTo>
                <a:cubicBezTo>
                  <a:pt x="252412" y="74458"/>
                  <a:pt x="239001" y="72543"/>
                  <a:pt x="229422" y="78290"/>
                </a:cubicBezTo>
                <a:cubicBezTo>
                  <a:pt x="219842" y="84038"/>
                  <a:pt x="217927" y="95533"/>
                  <a:pt x="221758" y="105112"/>
                </a:cubicBezTo>
                <a:cubicBezTo>
                  <a:pt x="223674" y="108943"/>
                  <a:pt x="225590" y="110859"/>
                  <a:pt x="229422" y="112775"/>
                </a:cubicBezTo>
                <a:lnTo>
                  <a:pt x="229422" y="126186"/>
                </a:lnTo>
                <a:lnTo>
                  <a:pt x="191105" y="126186"/>
                </a:lnTo>
                <a:lnTo>
                  <a:pt x="191105" y="72543"/>
                </a:lnTo>
                <a:cubicBezTo>
                  <a:pt x="200684" y="66795"/>
                  <a:pt x="202600" y="55300"/>
                  <a:pt x="198768" y="45721"/>
                </a:cubicBezTo>
                <a:cubicBezTo>
                  <a:pt x="193021" y="38057"/>
                  <a:pt x="181526" y="34226"/>
                  <a:pt x="171946" y="39973"/>
                </a:cubicBezTo>
                <a:cubicBezTo>
                  <a:pt x="162367" y="45721"/>
                  <a:pt x="160451" y="57216"/>
                  <a:pt x="164283" y="66795"/>
                </a:cubicBezTo>
                <a:cubicBezTo>
                  <a:pt x="166199" y="70627"/>
                  <a:pt x="168115" y="72543"/>
                  <a:pt x="171946" y="74458"/>
                </a:cubicBezTo>
                <a:lnTo>
                  <a:pt x="171946" y="126186"/>
                </a:lnTo>
                <a:lnTo>
                  <a:pt x="133630" y="126186"/>
                </a:lnTo>
                <a:lnTo>
                  <a:pt x="133630" y="110859"/>
                </a:lnTo>
                <a:cubicBezTo>
                  <a:pt x="143209" y="105112"/>
                  <a:pt x="145125" y="93617"/>
                  <a:pt x="141293" y="84038"/>
                </a:cubicBezTo>
                <a:cubicBezTo>
                  <a:pt x="135546" y="76374"/>
                  <a:pt x="124050" y="72543"/>
                  <a:pt x="114471" y="78290"/>
                </a:cubicBezTo>
                <a:cubicBezTo>
                  <a:pt x="104892" y="84038"/>
                  <a:pt x="102976" y="95533"/>
                  <a:pt x="106808" y="105112"/>
                </a:cubicBezTo>
                <a:cubicBezTo>
                  <a:pt x="108724" y="107028"/>
                  <a:pt x="110640" y="110859"/>
                  <a:pt x="114471" y="110859"/>
                </a:cubicBezTo>
                <a:close/>
                <a:moveTo>
                  <a:pt x="267738" y="153008"/>
                </a:moveTo>
                <a:cubicBezTo>
                  <a:pt x="260075" y="153008"/>
                  <a:pt x="254327" y="156839"/>
                  <a:pt x="250496" y="162587"/>
                </a:cubicBezTo>
                <a:lnTo>
                  <a:pt x="112555" y="162587"/>
                </a:lnTo>
                <a:cubicBezTo>
                  <a:pt x="106808" y="153008"/>
                  <a:pt x="95313" y="151092"/>
                  <a:pt x="85734" y="154924"/>
                </a:cubicBezTo>
                <a:cubicBezTo>
                  <a:pt x="76155" y="160671"/>
                  <a:pt x="72323" y="172166"/>
                  <a:pt x="78070" y="181745"/>
                </a:cubicBezTo>
                <a:cubicBezTo>
                  <a:pt x="83818" y="191324"/>
                  <a:pt x="95313" y="193240"/>
                  <a:pt x="104892" y="189409"/>
                </a:cubicBezTo>
                <a:cubicBezTo>
                  <a:pt x="108724" y="187493"/>
                  <a:pt x="110640" y="185577"/>
                  <a:pt x="112555" y="181745"/>
                </a:cubicBezTo>
                <a:lnTo>
                  <a:pt x="252412" y="181745"/>
                </a:lnTo>
                <a:cubicBezTo>
                  <a:pt x="258159" y="191324"/>
                  <a:pt x="269654" y="193240"/>
                  <a:pt x="279233" y="189409"/>
                </a:cubicBezTo>
                <a:cubicBezTo>
                  <a:pt x="288813" y="185577"/>
                  <a:pt x="290728" y="172166"/>
                  <a:pt x="286897" y="162587"/>
                </a:cubicBezTo>
                <a:cubicBezTo>
                  <a:pt x="281149" y="156839"/>
                  <a:pt x="275402" y="153008"/>
                  <a:pt x="267738" y="153008"/>
                </a:cubicBezTo>
                <a:close/>
                <a:moveTo>
                  <a:pt x="248580" y="231557"/>
                </a:moveTo>
                <a:lnTo>
                  <a:pt x="248580" y="220062"/>
                </a:lnTo>
                <a:cubicBezTo>
                  <a:pt x="248580" y="208567"/>
                  <a:pt x="240917" y="200904"/>
                  <a:pt x="229422" y="200904"/>
                </a:cubicBezTo>
                <a:lnTo>
                  <a:pt x="133630" y="200904"/>
                </a:lnTo>
                <a:cubicBezTo>
                  <a:pt x="122135" y="200904"/>
                  <a:pt x="114471" y="208567"/>
                  <a:pt x="114471" y="220062"/>
                </a:cubicBezTo>
                <a:lnTo>
                  <a:pt x="114471" y="231557"/>
                </a:lnTo>
                <a:cubicBezTo>
                  <a:pt x="104892" y="237305"/>
                  <a:pt x="102976" y="248800"/>
                  <a:pt x="106808" y="258379"/>
                </a:cubicBezTo>
                <a:cubicBezTo>
                  <a:pt x="112555" y="267958"/>
                  <a:pt x="124050" y="269874"/>
                  <a:pt x="133630" y="266042"/>
                </a:cubicBezTo>
                <a:cubicBezTo>
                  <a:pt x="143209" y="262210"/>
                  <a:pt x="145125" y="248800"/>
                  <a:pt x="141293" y="239220"/>
                </a:cubicBezTo>
                <a:cubicBezTo>
                  <a:pt x="139377" y="235389"/>
                  <a:pt x="137461" y="233473"/>
                  <a:pt x="133630" y="231557"/>
                </a:cubicBezTo>
                <a:lnTo>
                  <a:pt x="133630" y="220062"/>
                </a:lnTo>
                <a:lnTo>
                  <a:pt x="171946" y="220062"/>
                </a:lnTo>
                <a:lnTo>
                  <a:pt x="171946" y="269874"/>
                </a:lnTo>
                <a:cubicBezTo>
                  <a:pt x="162367" y="275621"/>
                  <a:pt x="160451" y="287116"/>
                  <a:pt x="164283" y="296696"/>
                </a:cubicBezTo>
                <a:cubicBezTo>
                  <a:pt x="170031" y="306275"/>
                  <a:pt x="181526" y="308191"/>
                  <a:pt x="191105" y="304359"/>
                </a:cubicBezTo>
                <a:cubicBezTo>
                  <a:pt x="200684" y="298611"/>
                  <a:pt x="202600" y="287116"/>
                  <a:pt x="198768" y="277537"/>
                </a:cubicBezTo>
                <a:cubicBezTo>
                  <a:pt x="196852" y="273705"/>
                  <a:pt x="194936" y="271790"/>
                  <a:pt x="191105" y="269874"/>
                </a:cubicBezTo>
                <a:lnTo>
                  <a:pt x="191105" y="220062"/>
                </a:lnTo>
                <a:lnTo>
                  <a:pt x="229422" y="220062"/>
                </a:lnTo>
                <a:lnTo>
                  <a:pt x="229422" y="231557"/>
                </a:lnTo>
                <a:cubicBezTo>
                  <a:pt x="219842" y="237305"/>
                  <a:pt x="217927" y="248800"/>
                  <a:pt x="221758" y="258379"/>
                </a:cubicBezTo>
                <a:cubicBezTo>
                  <a:pt x="227506" y="267958"/>
                  <a:pt x="239001" y="269874"/>
                  <a:pt x="248580" y="266042"/>
                </a:cubicBezTo>
                <a:cubicBezTo>
                  <a:pt x="258159" y="262210"/>
                  <a:pt x="260075" y="248800"/>
                  <a:pt x="256243" y="239220"/>
                </a:cubicBezTo>
                <a:cubicBezTo>
                  <a:pt x="254327" y="237305"/>
                  <a:pt x="252412" y="233473"/>
                  <a:pt x="248580" y="231557"/>
                </a:cubicBezTo>
                <a:close/>
                <a:moveTo>
                  <a:pt x="307971" y="53384"/>
                </a:moveTo>
                <a:cubicBezTo>
                  <a:pt x="283065" y="22731"/>
                  <a:pt x="244748" y="3572"/>
                  <a:pt x="204516" y="1657"/>
                </a:cubicBezTo>
                <a:cubicBezTo>
                  <a:pt x="164283" y="-4091"/>
                  <a:pt x="124050" y="5488"/>
                  <a:pt x="89565" y="24647"/>
                </a:cubicBezTo>
                <a:cubicBezTo>
                  <a:pt x="78070" y="30394"/>
                  <a:pt x="66575" y="39973"/>
                  <a:pt x="58912" y="51468"/>
                </a:cubicBezTo>
                <a:cubicBezTo>
                  <a:pt x="49333" y="62963"/>
                  <a:pt x="43585" y="74458"/>
                  <a:pt x="39754" y="87869"/>
                </a:cubicBezTo>
                <a:cubicBezTo>
                  <a:pt x="32090" y="110859"/>
                  <a:pt x="28259" y="135765"/>
                  <a:pt x="32090" y="160671"/>
                </a:cubicBezTo>
                <a:lnTo>
                  <a:pt x="1437" y="231557"/>
                </a:lnTo>
                <a:cubicBezTo>
                  <a:pt x="-479" y="237305"/>
                  <a:pt x="-479" y="244968"/>
                  <a:pt x="1437" y="248800"/>
                </a:cubicBezTo>
                <a:cubicBezTo>
                  <a:pt x="5269" y="254547"/>
                  <a:pt x="11016" y="256463"/>
                  <a:pt x="16764" y="256463"/>
                </a:cubicBezTo>
                <a:lnTo>
                  <a:pt x="30174" y="256463"/>
                </a:lnTo>
                <a:lnTo>
                  <a:pt x="30174" y="331181"/>
                </a:lnTo>
                <a:cubicBezTo>
                  <a:pt x="30174" y="348423"/>
                  <a:pt x="43585" y="361834"/>
                  <a:pt x="60828" y="361834"/>
                </a:cubicBezTo>
                <a:cubicBezTo>
                  <a:pt x="60828" y="361834"/>
                  <a:pt x="60828" y="361834"/>
                  <a:pt x="60828" y="361834"/>
                </a:cubicBezTo>
                <a:lnTo>
                  <a:pt x="141293" y="361834"/>
                </a:lnTo>
                <a:lnTo>
                  <a:pt x="141293" y="419309"/>
                </a:lnTo>
                <a:cubicBezTo>
                  <a:pt x="141293" y="425057"/>
                  <a:pt x="143209" y="428888"/>
                  <a:pt x="147041" y="432720"/>
                </a:cubicBezTo>
                <a:cubicBezTo>
                  <a:pt x="150872" y="436552"/>
                  <a:pt x="154704" y="438467"/>
                  <a:pt x="160451" y="438467"/>
                </a:cubicBezTo>
                <a:lnTo>
                  <a:pt x="267738" y="438467"/>
                </a:lnTo>
                <a:cubicBezTo>
                  <a:pt x="279233" y="438467"/>
                  <a:pt x="286897" y="430804"/>
                  <a:pt x="286897" y="419309"/>
                </a:cubicBezTo>
                <a:lnTo>
                  <a:pt x="286897" y="315854"/>
                </a:lnTo>
                <a:cubicBezTo>
                  <a:pt x="306055" y="287116"/>
                  <a:pt x="321382" y="256463"/>
                  <a:pt x="332877" y="223894"/>
                </a:cubicBezTo>
                <a:cubicBezTo>
                  <a:pt x="353951" y="168334"/>
                  <a:pt x="344372" y="103196"/>
                  <a:pt x="307971" y="53384"/>
                </a:cubicBezTo>
                <a:close/>
                <a:moveTo>
                  <a:pt x="315634" y="220062"/>
                </a:moveTo>
                <a:cubicBezTo>
                  <a:pt x="304139" y="250715"/>
                  <a:pt x="288813" y="279453"/>
                  <a:pt x="269654" y="308191"/>
                </a:cubicBezTo>
                <a:cubicBezTo>
                  <a:pt x="267738" y="312022"/>
                  <a:pt x="267738" y="315854"/>
                  <a:pt x="267738" y="317770"/>
                </a:cubicBezTo>
                <a:lnTo>
                  <a:pt x="267738" y="421225"/>
                </a:lnTo>
                <a:lnTo>
                  <a:pt x="162367" y="421225"/>
                </a:lnTo>
                <a:lnTo>
                  <a:pt x="162367" y="363750"/>
                </a:lnTo>
                <a:cubicBezTo>
                  <a:pt x="162367" y="352255"/>
                  <a:pt x="154704" y="344591"/>
                  <a:pt x="143209" y="344591"/>
                </a:cubicBezTo>
                <a:lnTo>
                  <a:pt x="62744" y="344591"/>
                </a:lnTo>
                <a:cubicBezTo>
                  <a:pt x="56996" y="344591"/>
                  <a:pt x="51249" y="338844"/>
                  <a:pt x="51249" y="333096"/>
                </a:cubicBezTo>
                <a:lnTo>
                  <a:pt x="51249" y="333096"/>
                </a:lnTo>
                <a:lnTo>
                  <a:pt x="51249" y="256463"/>
                </a:lnTo>
                <a:cubicBezTo>
                  <a:pt x="51249" y="246884"/>
                  <a:pt x="43585" y="239220"/>
                  <a:pt x="34006" y="239220"/>
                </a:cubicBezTo>
                <a:cubicBezTo>
                  <a:pt x="34006" y="239220"/>
                  <a:pt x="34006" y="239220"/>
                  <a:pt x="32090" y="239220"/>
                </a:cubicBezTo>
                <a:lnTo>
                  <a:pt x="18679" y="239220"/>
                </a:lnTo>
                <a:lnTo>
                  <a:pt x="51249" y="170250"/>
                </a:lnTo>
                <a:cubicBezTo>
                  <a:pt x="53164" y="166419"/>
                  <a:pt x="53164" y="164503"/>
                  <a:pt x="53164" y="160671"/>
                </a:cubicBezTo>
                <a:cubicBezTo>
                  <a:pt x="49333" y="137681"/>
                  <a:pt x="51249" y="114691"/>
                  <a:pt x="58912" y="93617"/>
                </a:cubicBezTo>
                <a:cubicBezTo>
                  <a:pt x="62744" y="82122"/>
                  <a:pt x="68491" y="72543"/>
                  <a:pt x="74239" y="62963"/>
                </a:cubicBezTo>
                <a:cubicBezTo>
                  <a:pt x="81902" y="53384"/>
                  <a:pt x="89565" y="45721"/>
                  <a:pt x="99145" y="39973"/>
                </a:cubicBezTo>
                <a:cubicBezTo>
                  <a:pt x="131714" y="22731"/>
                  <a:pt x="168115" y="15067"/>
                  <a:pt x="202600" y="20815"/>
                </a:cubicBezTo>
                <a:cubicBezTo>
                  <a:pt x="237085" y="22731"/>
                  <a:pt x="269654" y="38057"/>
                  <a:pt x="292644" y="64879"/>
                </a:cubicBezTo>
                <a:cubicBezTo>
                  <a:pt x="325213" y="110859"/>
                  <a:pt x="334793" y="168334"/>
                  <a:pt x="315634" y="22006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Graphic 61" descr="Artificial intelligence powered icon.">
            <a:extLst>
              <a:ext uri="{FF2B5EF4-FFF2-40B4-BE49-F238E27FC236}">
                <a16:creationId xmlns:a16="http://schemas.microsoft.com/office/drawing/2014/main" id="{A73DBD0B-3BFD-4B3D-B46C-8C4EC84C27D2}"/>
              </a:ext>
            </a:extLst>
          </p:cNvPr>
          <p:cNvSpPr/>
          <p:nvPr/>
        </p:nvSpPr>
        <p:spPr>
          <a:xfrm>
            <a:off x="7144723" y="5098201"/>
            <a:ext cx="343904" cy="438467"/>
          </a:xfrm>
          <a:custGeom>
            <a:avLst/>
            <a:gdLst>
              <a:gd name="connsiteX0" fmla="*/ 277317 w 343904"/>
              <a:gd name="connsiteY0" fmla="*/ 85953 h 438467"/>
              <a:gd name="connsiteX1" fmla="*/ 258159 w 343904"/>
              <a:gd name="connsiteY1" fmla="*/ 66795 h 438467"/>
              <a:gd name="connsiteX2" fmla="*/ 239001 w 343904"/>
              <a:gd name="connsiteY2" fmla="*/ 66795 h 438467"/>
              <a:gd name="connsiteX3" fmla="*/ 239001 w 343904"/>
              <a:gd name="connsiteY3" fmla="*/ 47637 h 438467"/>
              <a:gd name="connsiteX4" fmla="*/ 219842 w 343904"/>
              <a:gd name="connsiteY4" fmla="*/ 47637 h 438467"/>
              <a:gd name="connsiteX5" fmla="*/ 219842 w 343904"/>
              <a:gd name="connsiteY5" fmla="*/ 66795 h 438467"/>
              <a:gd name="connsiteX6" fmla="*/ 200684 w 343904"/>
              <a:gd name="connsiteY6" fmla="*/ 66795 h 438467"/>
              <a:gd name="connsiteX7" fmla="*/ 200684 w 343904"/>
              <a:gd name="connsiteY7" fmla="*/ 47637 h 438467"/>
              <a:gd name="connsiteX8" fmla="*/ 181526 w 343904"/>
              <a:gd name="connsiteY8" fmla="*/ 47637 h 438467"/>
              <a:gd name="connsiteX9" fmla="*/ 181526 w 343904"/>
              <a:gd name="connsiteY9" fmla="*/ 66795 h 438467"/>
              <a:gd name="connsiteX10" fmla="*/ 162367 w 343904"/>
              <a:gd name="connsiteY10" fmla="*/ 66795 h 438467"/>
              <a:gd name="connsiteX11" fmla="*/ 162367 w 343904"/>
              <a:gd name="connsiteY11" fmla="*/ 47637 h 438467"/>
              <a:gd name="connsiteX12" fmla="*/ 143209 w 343904"/>
              <a:gd name="connsiteY12" fmla="*/ 47637 h 438467"/>
              <a:gd name="connsiteX13" fmla="*/ 143209 w 343904"/>
              <a:gd name="connsiteY13" fmla="*/ 66795 h 438467"/>
              <a:gd name="connsiteX14" fmla="*/ 124050 w 343904"/>
              <a:gd name="connsiteY14" fmla="*/ 66795 h 438467"/>
              <a:gd name="connsiteX15" fmla="*/ 104892 w 343904"/>
              <a:gd name="connsiteY15" fmla="*/ 85953 h 438467"/>
              <a:gd name="connsiteX16" fmla="*/ 104892 w 343904"/>
              <a:gd name="connsiteY16" fmla="*/ 105112 h 438467"/>
              <a:gd name="connsiteX17" fmla="*/ 85734 w 343904"/>
              <a:gd name="connsiteY17" fmla="*/ 105112 h 438467"/>
              <a:gd name="connsiteX18" fmla="*/ 85734 w 343904"/>
              <a:gd name="connsiteY18" fmla="*/ 124270 h 438467"/>
              <a:gd name="connsiteX19" fmla="*/ 104892 w 343904"/>
              <a:gd name="connsiteY19" fmla="*/ 124270 h 438467"/>
              <a:gd name="connsiteX20" fmla="*/ 104892 w 343904"/>
              <a:gd name="connsiteY20" fmla="*/ 143429 h 438467"/>
              <a:gd name="connsiteX21" fmla="*/ 85734 w 343904"/>
              <a:gd name="connsiteY21" fmla="*/ 143429 h 438467"/>
              <a:gd name="connsiteX22" fmla="*/ 85734 w 343904"/>
              <a:gd name="connsiteY22" fmla="*/ 162587 h 438467"/>
              <a:gd name="connsiteX23" fmla="*/ 104892 w 343904"/>
              <a:gd name="connsiteY23" fmla="*/ 162587 h 438467"/>
              <a:gd name="connsiteX24" fmla="*/ 104892 w 343904"/>
              <a:gd name="connsiteY24" fmla="*/ 181745 h 438467"/>
              <a:gd name="connsiteX25" fmla="*/ 85734 w 343904"/>
              <a:gd name="connsiteY25" fmla="*/ 181745 h 438467"/>
              <a:gd name="connsiteX26" fmla="*/ 85734 w 343904"/>
              <a:gd name="connsiteY26" fmla="*/ 200904 h 438467"/>
              <a:gd name="connsiteX27" fmla="*/ 104892 w 343904"/>
              <a:gd name="connsiteY27" fmla="*/ 200904 h 438467"/>
              <a:gd name="connsiteX28" fmla="*/ 104892 w 343904"/>
              <a:gd name="connsiteY28" fmla="*/ 220062 h 438467"/>
              <a:gd name="connsiteX29" fmla="*/ 124050 w 343904"/>
              <a:gd name="connsiteY29" fmla="*/ 239220 h 438467"/>
              <a:gd name="connsiteX30" fmla="*/ 143209 w 343904"/>
              <a:gd name="connsiteY30" fmla="*/ 239220 h 438467"/>
              <a:gd name="connsiteX31" fmla="*/ 143209 w 343904"/>
              <a:gd name="connsiteY31" fmla="*/ 258379 h 438467"/>
              <a:gd name="connsiteX32" fmla="*/ 162367 w 343904"/>
              <a:gd name="connsiteY32" fmla="*/ 258379 h 438467"/>
              <a:gd name="connsiteX33" fmla="*/ 162367 w 343904"/>
              <a:gd name="connsiteY33" fmla="*/ 239220 h 438467"/>
              <a:gd name="connsiteX34" fmla="*/ 181526 w 343904"/>
              <a:gd name="connsiteY34" fmla="*/ 239220 h 438467"/>
              <a:gd name="connsiteX35" fmla="*/ 181526 w 343904"/>
              <a:gd name="connsiteY35" fmla="*/ 258379 h 438467"/>
              <a:gd name="connsiteX36" fmla="*/ 200684 w 343904"/>
              <a:gd name="connsiteY36" fmla="*/ 258379 h 438467"/>
              <a:gd name="connsiteX37" fmla="*/ 200684 w 343904"/>
              <a:gd name="connsiteY37" fmla="*/ 239220 h 438467"/>
              <a:gd name="connsiteX38" fmla="*/ 219842 w 343904"/>
              <a:gd name="connsiteY38" fmla="*/ 239220 h 438467"/>
              <a:gd name="connsiteX39" fmla="*/ 219842 w 343904"/>
              <a:gd name="connsiteY39" fmla="*/ 258379 h 438467"/>
              <a:gd name="connsiteX40" fmla="*/ 239001 w 343904"/>
              <a:gd name="connsiteY40" fmla="*/ 258379 h 438467"/>
              <a:gd name="connsiteX41" fmla="*/ 239001 w 343904"/>
              <a:gd name="connsiteY41" fmla="*/ 239220 h 438467"/>
              <a:gd name="connsiteX42" fmla="*/ 258159 w 343904"/>
              <a:gd name="connsiteY42" fmla="*/ 239220 h 438467"/>
              <a:gd name="connsiteX43" fmla="*/ 277317 w 343904"/>
              <a:gd name="connsiteY43" fmla="*/ 220062 h 438467"/>
              <a:gd name="connsiteX44" fmla="*/ 277317 w 343904"/>
              <a:gd name="connsiteY44" fmla="*/ 200904 h 438467"/>
              <a:gd name="connsiteX45" fmla="*/ 296476 w 343904"/>
              <a:gd name="connsiteY45" fmla="*/ 200904 h 438467"/>
              <a:gd name="connsiteX46" fmla="*/ 296476 w 343904"/>
              <a:gd name="connsiteY46" fmla="*/ 181745 h 438467"/>
              <a:gd name="connsiteX47" fmla="*/ 277317 w 343904"/>
              <a:gd name="connsiteY47" fmla="*/ 181745 h 438467"/>
              <a:gd name="connsiteX48" fmla="*/ 277317 w 343904"/>
              <a:gd name="connsiteY48" fmla="*/ 162587 h 438467"/>
              <a:gd name="connsiteX49" fmla="*/ 296476 w 343904"/>
              <a:gd name="connsiteY49" fmla="*/ 162587 h 438467"/>
              <a:gd name="connsiteX50" fmla="*/ 296476 w 343904"/>
              <a:gd name="connsiteY50" fmla="*/ 143429 h 438467"/>
              <a:gd name="connsiteX51" fmla="*/ 277317 w 343904"/>
              <a:gd name="connsiteY51" fmla="*/ 143429 h 438467"/>
              <a:gd name="connsiteX52" fmla="*/ 277317 w 343904"/>
              <a:gd name="connsiteY52" fmla="*/ 124270 h 438467"/>
              <a:gd name="connsiteX53" fmla="*/ 296476 w 343904"/>
              <a:gd name="connsiteY53" fmla="*/ 124270 h 438467"/>
              <a:gd name="connsiteX54" fmla="*/ 296476 w 343904"/>
              <a:gd name="connsiteY54" fmla="*/ 105112 h 438467"/>
              <a:gd name="connsiteX55" fmla="*/ 277317 w 343904"/>
              <a:gd name="connsiteY55" fmla="*/ 105112 h 438467"/>
              <a:gd name="connsiteX56" fmla="*/ 277317 w 343904"/>
              <a:gd name="connsiteY56" fmla="*/ 85953 h 438467"/>
              <a:gd name="connsiteX57" fmla="*/ 258159 w 343904"/>
              <a:gd name="connsiteY57" fmla="*/ 220062 h 438467"/>
              <a:gd name="connsiteX58" fmla="*/ 124050 w 343904"/>
              <a:gd name="connsiteY58" fmla="*/ 220062 h 438467"/>
              <a:gd name="connsiteX59" fmla="*/ 124050 w 343904"/>
              <a:gd name="connsiteY59" fmla="*/ 85953 h 438467"/>
              <a:gd name="connsiteX60" fmla="*/ 258159 w 343904"/>
              <a:gd name="connsiteY60" fmla="*/ 85953 h 438467"/>
              <a:gd name="connsiteX61" fmla="*/ 258159 w 343904"/>
              <a:gd name="connsiteY61" fmla="*/ 220062 h 438467"/>
              <a:gd name="connsiteX62" fmla="*/ 162367 w 343904"/>
              <a:gd name="connsiteY62" fmla="*/ 200904 h 438467"/>
              <a:gd name="connsiteX63" fmla="*/ 219842 w 343904"/>
              <a:gd name="connsiteY63" fmla="*/ 200904 h 438467"/>
              <a:gd name="connsiteX64" fmla="*/ 239001 w 343904"/>
              <a:gd name="connsiteY64" fmla="*/ 181745 h 438467"/>
              <a:gd name="connsiteX65" fmla="*/ 239001 w 343904"/>
              <a:gd name="connsiteY65" fmla="*/ 124270 h 438467"/>
              <a:gd name="connsiteX66" fmla="*/ 219842 w 343904"/>
              <a:gd name="connsiteY66" fmla="*/ 105112 h 438467"/>
              <a:gd name="connsiteX67" fmla="*/ 162367 w 343904"/>
              <a:gd name="connsiteY67" fmla="*/ 105112 h 438467"/>
              <a:gd name="connsiteX68" fmla="*/ 143209 w 343904"/>
              <a:gd name="connsiteY68" fmla="*/ 124270 h 438467"/>
              <a:gd name="connsiteX69" fmla="*/ 143209 w 343904"/>
              <a:gd name="connsiteY69" fmla="*/ 181745 h 438467"/>
              <a:gd name="connsiteX70" fmla="*/ 162367 w 343904"/>
              <a:gd name="connsiteY70" fmla="*/ 200904 h 438467"/>
              <a:gd name="connsiteX71" fmla="*/ 162367 w 343904"/>
              <a:gd name="connsiteY71" fmla="*/ 124270 h 438467"/>
              <a:gd name="connsiteX72" fmla="*/ 219842 w 343904"/>
              <a:gd name="connsiteY72" fmla="*/ 124270 h 438467"/>
              <a:gd name="connsiteX73" fmla="*/ 219842 w 343904"/>
              <a:gd name="connsiteY73" fmla="*/ 181745 h 438467"/>
              <a:gd name="connsiteX74" fmla="*/ 162367 w 343904"/>
              <a:gd name="connsiteY74" fmla="*/ 181745 h 438467"/>
              <a:gd name="connsiteX75" fmla="*/ 162367 w 343904"/>
              <a:gd name="connsiteY75" fmla="*/ 124270 h 438467"/>
              <a:gd name="connsiteX76" fmla="*/ 307971 w 343904"/>
              <a:gd name="connsiteY76" fmla="*/ 53384 h 438467"/>
              <a:gd name="connsiteX77" fmla="*/ 204516 w 343904"/>
              <a:gd name="connsiteY77" fmla="*/ 1657 h 438467"/>
              <a:gd name="connsiteX78" fmla="*/ 89565 w 343904"/>
              <a:gd name="connsiteY78" fmla="*/ 24647 h 438467"/>
              <a:gd name="connsiteX79" fmla="*/ 58912 w 343904"/>
              <a:gd name="connsiteY79" fmla="*/ 51468 h 438467"/>
              <a:gd name="connsiteX80" fmla="*/ 39754 w 343904"/>
              <a:gd name="connsiteY80" fmla="*/ 87869 h 438467"/>
              <a:gd name="connsiteX81" fmla="*/ 32090 w 343904"/>
              <a:gd name="connsiteY81" fmla="*/ 160671 h 438467"/>
              <a:gd name="connsiteX82" fmla="*/ 1437 w 343904"/>
              <a:gd name="connsiteY82" fmla="*/ 231557 h 438467"/>
              <a:gd name="connsiteX83" fmla="*/ 1437 w 343904"/>
              <a:gd name="connsiteY83" fmla="*/ 248800 h 438467"/>
              <a:gd name="connsiteX84" fmla="*/ 16764 w 343904"/>
              <a:gd name="connsiteY84" fmla="*/ 256463 h 438467"/>
              <a:gd name="connsiteX85" fmla="*/ 30174 w 343904"/>
              <a:gd name="connsiteY85" fmla="*/ 256463 h 438467"/>
              <a:gd name="connsiteX86" fmla="*/ 30174 w 343904"/>
              <a:gd name="connsiteY86" fmla="*/ 331181 h 438467"/>
              <a:gd name="connsiteX87" fmla="*/ 60828 w 343904"/>
              <a:gd name="connsiteY87" fmla="*/ 361834 h 438467"/>
              <a:gd name="connsiteX88" fmla="*/ 60828 w 343904"/>
              <a:gd name="connsiteY88" fmla="*/ 361834 h 438467"/>
              <a:gd name="connsiteX89" fmla="*/ 141293 w 343904"/>
              <a:gd name="connsiteY89" fmla="*/ 361834 h 438467"/>
              <a:gd name="connsiteX90" fmla="*/ 141293 w 343904"/>
              <a:gd name="connsiteY90" fmla="*/ 419309 h 438467"/>
              <a:gd name="connsiteX91" fmla="*/ 147041 w 343904"/>
              <a:gd name="connsiteY91" fmla="*/ 432720 h 438467"/>
              <a:gd name="connsiteX92" fmla="*/ 160451 w 343904"/>
              <a:gd name="connsiteY92" fmla="*/ 438467 h 438467"/>
              <a:gd name="connsiteX93" fmla="*/ 267738 w 343904"/>
              <a:gd name="connsiteY93" fmla="*/ 438467 h 438467"/>
              <a:gd name="connsiteX94" fmla="*/ 286897 w 343904"/>
              <a:gd name="connsiteY94" fmla="*/ 419309 h 438467"/>
              <a:gd name="connsiteX95" fmla="*/ 286897 w 343904"/>
              <a:gd name="connsiteY95" fmla="*/ 315854 h 438467"/>
              <a:gd name="connsiteX96" fmla="*/ 332877 w 343904"/>
              <a:gd name="connsiteY96" fmla="*/ 223894 h 438467"/>
              <a:gd name="connsiteX97" fmla="*/ 307971 w 343904"/>
              <a:gd name="connsiteY97" fmla="*/ 53384 h 438467"/>
              <a:gd name="connsiteX98" fmla="*/ 315634 w 343904"/>
              <a:gd name="connsiteY98" fmla="*/ 220062 h 438467"/>
              <a:gd name="connsiteX99" fmla="*/ 269654 w 343904"/>
              <a:gd name="connsiteY99" fmla="*/ 308191 h 438467"/>
              <a:gd name="connsiteX100" fmla="*/ 267738 w 343904"/>
              <a:gd name="connsiteY100" fmla="*/ 317770 h 438467"/>
              <a:gd name="connsiteX101" fmla="*/ 267738 w 343904"/>
              <a:gd name="connsiteY101" fmla="*/ 421225 h 438467"/>
              <a:gd name="connsiteX102" fmla="*/ 162367 w 343904"/>
              <a:gd name="connsiteY102" fmla="*/ 421225 h 438467"/>
              <a:gd name="connsiteX103" fmla="*/ 162367 w 343904"/>
              <a:gd name="connsiteY103" fmla="*/ 363750 h 438467"/>
              <a:gd name="connsiteX104" fmla="*/ 143209 w 343904"/>
              <a:gd name="connsiteY104" fmla="*/ 344591 h 438467"/>
              <a:gd name="connsiteX105" fmla="*/ 62744 w 343904"/>
              <a:gd name="connsiteY105" fmla="*/ 344591 h 438467"/>
              <a:gd name="connsiteX106" fmla="*/ 51249 w 343904"/>
              <a:gd name="connsiteY106" fmla="*/ 333096 h 438467"/>
              <a:gd name="connsiteX107" fmla="*/ 51249 w 343904"/>
              <a:gd name="connsiteY107" fmla="*/ 333096 h 438467"/>
              <a:gd name="connsiteX108" fmla="*/ 51249 w 343904"/>
              <a:gd name="connsiteY108" fmla="*/ 256463 h 438467"/>
              <a:gd name="connsiteX109" fmla="*/ 34006 w 343904"/>
              <a:gd name="connsiteY109" fmla="*/ 239220 h 438467"/>
              <a:gd name="connsiteX110" fmla="*/ 32090 w 343904"/>
              <a:gd name="connsiteY110" fmla="*/ 239220 h 438467"/>
              <a:gd name="connsiteX111" fmla="*/ 18679 w 343904"/>
              <a:gd name="connsiteY111" fmla="*/ 239220 h 438467"/>
              <a:gd name="connsiteX112" fmla="*/ 51249 w 343904"/>
              <a:gd name="connsiteY112" fmla="*/ 170250 h 438467"/>
              <a:gd name="connsiteX113" fmla="*/ 53164 w 343904"/>
              <a:gd name="connsiteY113" fmla="*/ 160671 h 438467"/>
              <a:gd name="connsiteX114" fmla="*/ 58912 w 343904"/>
              <a:gd name="connsiteY114" fmla="*/ 93617 h 438467"/>
              <a:gd name="connsiteX115" fmla="*/ 74239 w 343904"/>
              <a:gd name="connsiteY115" fmla="*/ 62963 h 438467"/>
              <a:gd name="connsiteX116" fmla="*/ 99145 w 343904"/>
              <a:gd name="connsiteY116" fmla="*/ 39973 h 438467"/>
              <a:gd name="connsiteX117" fmla="*/ 202600 w 343904"/>
              <a:gd name="connsiteY117" fmla="*/ 20815 h 438467"/>
              <a:gd name="connsiteX118" fmla="*/ 292644 w 343904"/>
              <a:gd name="connsiteY118" fmla="*/ 64879 h 438467"/>
              <a:gd name="connsiteX119" fmla="*/ 315634 w 343904"/>
              <a:gd name="connsiteY119" fmla="*/ 220062 h 438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43904" h="438467">
                <a:moveTo>
                  <a:pt x="277317" y="85953"/>
                </a:moveTo>
                <a:cubicBezTo>
                  <a:pt x="277317" y="74458"/>
                  <a:pt x="269654" y="66795"/>
                  <a:pt x="258159" y="66795"/>
                </a:cubicBezTo>
                <a:lnTo>
                  <a:pt x="239001" y="66795"/>
                </a:lnTo>
                <a:lnTo>
                  <a:pt x="239001" y="47637"/>
                </a:lnTo>
                <a:lnTo>
                  <a:pt x="219842" y="47637"/>
                </a:lnTo>
                <a:lnTo>
                  <a:pt x="219842" y="66795"/>
                </a:lnTo>
                <a:lnTo>
                  <a:pt x="200684" y="66795"/>
                </a:lnTo>
                <a:lnTo>
                  <a:pt x="200684" y="47637"/>
                </a:lnTo>
                <a:lnTo>
                  <a:pt x="181526" y="47637"/>
                </a:lnTo>
                <a:lnTo>
                  <a:pt x="181526" y="66795"/>
                </a:lnTo>
                <a:lnTo>
                  <a:pt x="162367" y="66795"/>
                </a:lnTo>
                <a:lnTo>
                  <a:pt x="162367" y="47637"/>
                </a:lnTo>
                <a:lnTo>
                  <a:pt x="143209" y="47637"/>
                </a:lnTo>
                <a:lnTo>
                  <a:pt x="143209" y="66795"/>
                </a:lnTo>
                <a:lnTo>
                  <a:pt x="124050" y="66795"/>
                </a:lnTo>
                <a:cubicBezTo>
                  <a:pt x="112555" y="66795"/>
                  <a:pt x="104892" y="74458"/>
                  <a:pt x="104892" y="85953"/>
                </a:cubicBezTo>
                <a:lnTo>
                  <a:pt x="104892" y="105112"/>
                </a:lnTo>
                <a:lnTo>
                  <a:pt x="85734" y="105112"/>
                </a:lnTo>
                <a:lnTo>
                  <a:pt x="85734" y="124270"/>
                </a:lnTo>
                <a:lnTo>
                  <a:pt x="104892" y="124270"/>
                </a:lnTo>
                <a:lnTo>
                  <a:pt x="104892" y="143429"/>
                </a:lnTo>
                <a:lnTo>
                  <a:pt x="85734" y="143429"/>
                </a:lnTo>
                <a:lnTo>
                  <a:pt x="85734" y="162587"/>
                </a:lnTo>
                <a:lnTo>
                  <a:pt x="104892" y="162587"/>
                </a:lnTo>
                <a:lnTo>
                  <a:pt x="104892" y="181745"/>
                </a:lnTo>
                <a:lnTo>
                  <a:pt x="85734" y="181745"/>
                </a:lnTo>
                <a:lnTo>
                  <a:pt x="85734" y="200904"/>
                </a:lnTo>
                <a:lnTo>
                  <a:pt x="104892" y="200904"/>
                </a:lnTo>
                <a:lnTo>
                  <a:pt x="104892" y="220062"/>
                </a:lnTo>
                <a:cubicBezTo>
                  <a:pt x="104892" y="231557"/>
                  <a:pt x="112555" y="239220"/>
                  <a:pt x="124050" y="239220"/>
                </a:cubicBezTo>
                <a:lnTo>
                  <a:pt x="143209" y="239220"/>
                </a:lnTo>
                <a:lnTo>
                  <a:pt x="143209" y="258379"/>
                </a:lnTo>
                <a:lnTo>
                  <a:pt x="162367" y="258379"/>
                </a:lnTo>
                <a:lnTo>
                  <a:pt x="162367" y="239220"/>
                </a:lnTo>
                <a:lnTo>
                  <a:pt x="181526" y="239220"/>
                </a:lnTo>
                <a:lnTo>
                  <a:pt x="181526" y="258379"/>
                </a:lnTo>
                <a:lnTo>
                  <a:pt x="200684" y="258379"/>
                </a:lnTo>
                <a:lnTo>
                  <a:pt x="200684" y="239220"/>
                </a:lnTo>
                <a:lnTo>
                  <a:pt x="219842" y="239220"/>
                </a:lnTo>
                <a:lnTo>
                  <a:pt x="219842" y="258379"/>
                </a:lnTo>
                <a:lnTo>
                  <a:pt x="239001" y="258379"/>
                </a:lnTo>
                <a:lnTo>
                  <a:pt x="239001" y="239220"/>
                </a:lnTo>
                <a:lnTo>
                  <a:pt x="258159" y="239220"/>
                </a:lnTo>
                <a:cubicBezTo>
                  <a:pt x="269654" y="239220"/>
                  <a:pt x="277317" y="231557"/>
                  <a:pt x="277317" y="220062"/>
                </a:cubicBezTo>
                <a:lnTo>
                  <a:pt x="277317" y="200904"/>
                </a:lnTo>
                <a:lnTo>
                  <a:pt x="296476" y="200904"/>
                </a:lnTo>
                <a:lnTo>
                  <a:pt x="296476" y="181745"/>
                </a:lnTo>
                <a:lnTo>
                  <a:pt x="277317" y="181745"/>
                </a:lnTo>
                <a:lnTo>
                  <a:pt x="277317" y="162587"/>
                </a:lnTo>
                <a:lnTo>
                  <a:pt x="296476" y="162587"/>
                </a:lnTo>
                <a:lnTo>
                  <a:pt x="296476" y="143429"/>
                </a:lnTo>
                <a:lnTo>
                  <a:pt x="277317" y="143429"/>
                </a:lnTo>
                <a:lnTo>
                  <a:pt x="277317" y="124270"/>
                </a:lnTo>
                <a:lnTo>
                  <a:pt x="296476" y="124270"/>
                </a:lnTo>
                <a:lnTo>
                  <a:pt x="296476" y="105112"/>
                </a:lnTo>
                <a:lnTo>
                  <a:pt x="277317" y="105112"/>
                </a:lnTo>
                <a:lnTo>
                  <a:pt x="277317" y="85953"/>
                </a:lnTo>
                <a:close/>
                <a:moveTo>
                  <a:pt x="258159" y="220062"/>
                </a:moveTo>
                <a:lnTo>
                  <a:pt x="124050" y="220062"/>
                </a:lnTo>
                <a:lnTo>
                  <a:pt x="124050" y="85953"/>
                </a:lnTo>
                <a:lnTo>
                  <a:pt x="258159" y="85953"/>
                </a:lnTo>
                <a:lnTo>
                  <a:pt x="258159" y="220062"/>
                </a:lnTo>
                <a:close/>
                <a:moveTo>
                  <a:pt x="162367" y="200904"/>
                </a:moveTo>
                <a:lnTo>
                  <a:pt x="219842" y="200904"/>
                </a:lnTo>
                <a:cubicBezTo>
                  <a:pt x="231337" y="200904"/>
                  <a:pt x="239001" y="193240"/>
                  <a:pt x="239001" y="181745"/>
                </a:cubicBezTo>
                <a:lnTo>
                  <a:pt x="239001" y="124270"/>
                </a:lnTo>
                <a:cubicBezTo>
                  <a:pt x="239001" y="112775"/>
                  <a:pt x="231337" y="105112"/>
                  <a:pt x="219842" y="105112"/>
                </a:cubicBezTo>
                <a:lnTo>
                  <a:pt x="162367" y="105112"/>
                </a:lnTo>
                <a:cubicBezTo>
                  <a:pt x="150872" y="105112"/>
                  <a:pt x="143209" y="112775"/>
                  <a:pt x="143209" y="124270"/>
                </a:cubicBezTo>
                <a:lnTo>
                  <a:pt x="143209" y="181745"/>
                </a:lnTo>
                <a:cubicBezTo>
                  <a:pt x="143209" y="193240"/>
                  <a:pt x="150872" y="200904"/>
                  <a:pt x="162367" y="200904"/>
                </a:cubicBezTo>
                <a:close/>
                <a:moveTo>
                  <a:pt x="162367" y="124270"/>
                </a:moveTo>
                <a:lnTo>
                  <a:pt x="219842" y="124270"/>
                </a:lnTo>
                <a:lnTo>
                  <a:pt x="219842" y="181745"/>
                </a:lnTo>
                <a:lnTo>
                  <a:pt x="162367" y="181745"/>
                </a:lnTo>
                <a:lnTo>
                  <a:pt x="162367" y="124270"/>
                </a:lnTo>
                <a:close/>
                <a:moveTo>
                  <a:pt x="307971" y="53384"/>
                </a:moveTo>
                <a:cubicBezTo>
                  <a:pt x="283065" y="22731"/>
                  <a:pt x="244748" y="3572"/>
                  <a:pt x="204516" y="1657"/>
                </a:cubicBezTo>
                <a:cubicBezTo>
                  <a:pt x="164283" y="-4091"/>
                  <a:pt x="124050" y="5488"/>
                  <a:pt x="89565" y="24647"/>
                </a:cubicBezTo>
                <a:cubicBezTo>
                  <a:pt x="78070" y="30394"/>
                  <a:pt x="66575" y="39973"/>
                  <a:pt x="58912" y="51468"/>
                </a:cubicBezTo>
                <a:cubicBezTo>
                  <a:pt x="49333" y="62963"/>
                  <a:pt x="43585" y="74458"/>
                  <a:pt x="39754" y="87869"/>
                </a:cubicBezTo>
                <a:cubicBezTo>
                  <a:pt x="32090" y="110859"/>
                  <a:pt x="28259" y="135765"/>
                  <a:pt x="32090" y="160671"/>
                </a:cubicBezTo>
                <a:lnTo>
                  <a:pt x="1437" y="231557"/>
                </a:lnTo>
                <a:cubicBezTo>
                  <a:pt x="-479" y="237305"/>
                  <a:pt x="-479" y="244968"/>
                  <a:pt x="1437" y="248800"/>
                </a:cubicBezTo>
                <a:cubicBezTo>
                  <a:pt x="5269" y="254547"/>
                  <a:pt x="11016" y="256463"/>
                  <a:pt x="16764" y="256463"/>
                </a:cubicBezTo>
                <a:lnTo>
                  <a:pt x="30174" y="256463"/>
                </a:lnTo>
                <a:lnTo>
                  <a:pt x="30174" y="331181"/>
                </a:lnTo>
                <a:cubicBezTo>
                  <a:pt x="30174" y="348423"/>
                  <a:pt x="43585" y="361834"/>
                  <a:pt x="60828" y="361834"/>
                </a:cubicBezTo>
                <a:cubicBezTo>
                  <a:pt x="60828" y="361834"/>
                  <a:pt x="60828" y="361834"/>
                  <a:pt x="60828" y="361834"/>
                </a:cubicBezTo>
                <a:lnTo>
                  <a:pt x="141293" y="361834"/>
                </a:lnTo>
                <a:lnTo>
                  <a:pt x="141293" y="419309"/>
                </a:lnTo>
                <a:cubicBezTo>
                  <a:pt x="141293" y="425057"/>
                  <a:pt x="143209" y="428888"/>
                  <a:pt x="147041" y="432720"/>
                </a:cubicBezTo>
                <a:cubicBezTo>
                  <a:pt x="150872" y="436552"/>
                  <a:pt x="154704" y="438467"/>
                  <a:pt x="160451" y="438467"/>
                </a:cubicBezTo>
                <a:lnTo>
                  <a:pt x="267738" y="438467"/>
                </a:lnTo>
                <a:cubicBezTo>
                  <a:pt x="279233" y="438467"/>
                  <a:pt x="286897" y="430804"/>
                  <a:pt x="286897" y="419309"/>
                </a:cubicBezTo>
                <a:lnTo>
                  <a:pt x="286897" y="315854"/>
                </a:lnTo>
                <a:cubicBezTo>
                  <a:pt x="306055" y="287116"/>
                  <a:pt x="321382" y="256463"/>
                  <a:pt x="332877" y="223894"/>
                </a:cubicBezTo>
                <a:cubicBezTo>
                  <a:pt x="353951" y="168334"/>
                  <a:pt x="344372" y="103196"/>
                  <a:pt x="307971" y="53384"/>
                </a:cubicBezTo>
                <a:close/>
                <a:moveTo>
                  <a:pt x="315634" y="220062"/>
                </a:moveTo>
                <a:cubicBezTo>
                  <a:pt x="304139" y="250715"/>
                  <a:pt x="288813" y="279453"/>
                  <a:pt x="269654" y="308191"/>
                </a:cubicBezTo>
                <a:cubicBezTo>
                  <a:pt x="267738" y="312022"/>
                  <a:pt x="267738" y="315854"/>
                  <a:pt x="267738" y="317770"/>
                </a:cubicBezTo>
                <a:lnTo>
                  <a:pt x="267738" y="421225"/>
                </a:lnTo>
                <a:lnTo>
                  <a:pt x="162367" y="421225"/>
                </a:lnTo>
                <a:lnTo>
                  <a:pt x="162367" y="363750"/>
                </a:lnTo>
                <a:cubicBezTo>
                  <a:pt x="162367" y="352255"/>
                  <a:pt x="154704" y="344591"/>
                  <a:pt x="143209" y="344591"/>
                </a:cubicBezTo>
                <a:lnTo>
                  <a:pt x="62744" y="344591"/>
                </a:lnTo>
                <a:cubicBezTo>
                  <a:pt x="56996" y="344591"/>
                  <a:pt x="51249" y="338844"/>
                  <a:pt x="51249" y="333096"/>
                </a:cubicBezTo>
                <a:lnTo>
                  <a:pt x="51249" y="333096"/>
                </a:lnTo>
                <a:lnTo>
                  <a:pt x="51249" y="256463"/>
                </a:lnTo>
                <a:cubicBezTo>
                  <a:pt x="51249" y="246884"/>
                  <a:pt x="43585" y="239220"/>
                  <a:pt x="34006" y="239220"/>
                </a:cubicBezTo>
                <a:cubicBezTo>
                  <a:pt x="34006" y="239220"/>
                  <a:pt x="34006" y="239220"/>
                  <a:pt x="32090" y="239220"/>
                </a:cubicBezTo>
                <a:lnTo>
                  <a:pt x="18679" y="239220"/>
                </a:lnTo>
                <a:lnTo>
                  <a:pt x="51249" y="170250"/>
                </a:lnTo>
                <a:cubicBezTo>
                  <a:pt x="53164" y="166419"/>
                  <a:pt x="53164" y="164503"/>
                  <a:pt x="53164" y="160671"/>
                </a:cubicBezTo>
                <a:cubicBezTo>
                  <a:pt x="49333" y="137681"/>
                  <a:pt x="51249" y="114691"/>
                  <a:pt x="58912" y="93617"/>
                </a:cubicBezTo>
                <a:cubicBezTo>
                  <a:pt x="62744" y="82122"/>
                  <a:pt x="68491" y="72543"/>
                  <a:pt x="74239" y="62963"/>
                </a:cubicBezTo>
                <a:cubicBezTo>
                  <a:pt x="81902" y="53384"/>
                  <a:pt x="89565" y="45721"/>
                  <a:pt x="99145" y="39973"/>
                </a:cubicBezTo>
                <a:cubicBezTo>
                  <a:pt x="131714" y="22731"/>
                  <a:pt x="168115" y="15067"/>
                  <a:pt x="202600" y="20815"/>
                </a:cubicBezTo>
                <a:cubicBezTo>
                  <a:pt x="237085" y="22731"/>
                  <a:pt x="269654" y="38057"/>
                  <a:pt x="292644" y="64879"/>
                </a:cubicBezTo>
                <a:cubicBezTo>
                  <a:pt x="325213" y="110859"/>
                  <a:pt x="334793" y="168334"/>
                  <a:pt x="315634" y="220062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2" name="Graphic 94" descr="Data transfer icon.">
            <a:extLst>
              <a:ext uri="{FF2B5EF4-FFF2-40B4-BE49-F238E27FC236}">
                <a16:creationId xmlns:a16="http://schemas.microsoft.com/office/drawing/2014/main" id="{20A00C05-5DD4-4462-AE90-A8E653957035}"/>
              </a:ext>
            </a:extLst>
          </p:cNvPr>
          <p:cNvSpPr/>
          <p:nvPr/>
        </p:nvSpPr>
        <p:spPr>
          <a:xfrm>
            <a:off x="8342116" y="5168753"/>
            <a:ext cx="402325" cy="421484"/>
          </a:xfrm>
          <a:custGeom>
            <a:avLst/>
            <a:gdLst>
              <a:gd name="connsiteX0" fmla="*/ 210742 w 402325"/>
              <a:gd name="connsiteY0" fmla="*/ 210742 h 421484"/>
              <a:gd name="connsiteX1" fmla="*/ 19158 w 402325"/>
              <a:gd name="connsiteY1" fmla="*/ 210742 h 421484"/>
              <a:gd name="connsiteX2" fmla="*/ 0 w 402325"/>
              <a:gd name="connsiteY2" fmla="*/ 229901 h 421484"/>
              <a:gd name="connsiteX3" fmla="*/ 0 w 402325"/>
              <a:gd name="connsiteY3" fmla="*/ 364009 h 421484"/>
              <a:gd name="connsiteX4" fmla="*/ 19158 w 402325"/>
              <a:gd name="connsiteY4" fmla="*/ 383168 h 421484"/>
              <a:gd name="connsiteX5" fmla="*/ 105371 w 402325"/>
              <a:gd name="connsiteY5" fmla="*/ 383168 h 421484"/>
              <a:gd name="connsiteX6" fmla="*/ 105371 w 402325"/>
              <a:gd name="connsiteY6" fmla="*/ 402326 h 421484"/>
              <a:gd name="connsiteX7" fmla="*/ 57475 w 402325"/>
              <a:gd name="connsiteY7" fmla="*/ 402326 h 421484"/>
              <a:gd name="connsiteX8" fmla="*/ 57475 w 402325"/>
              <a:gd name="connsiteY8" fmla="*/ 421484 h 421484"/>
              <a:gd name="connsiteX9" fmla="*/ 172425 w 402325"/>
              <a:gd name="connsiteY9" fmla="*/ 421484 h 421484"/>
              <a:gd name="connsiteX10" fmla="*/ 172425 w 402325"/>
              <a:gd name="connsiteY10" fmla="*/ 402326 h 421484"/>
              <a:gd name="connsiteX11" fmla="*/ 124529 w 402325"/>
              <a:gd name="connsiteY11" fmla="*/ 402326 h 421484"/>
              <a:gd name="connsiteX12" fmla="*/ 124529 w 402325"/>
              <a:gd name="connsiteY12" fmla="*/ 383168 h 421484"/>
              <a:gd name="connsiteX13" fmla="*/ 210742 w 402325"/>
              <a:gd name="connsiteY13" fmla="*/ 383168 h 421484"/>
              <a:gd name="connsiteX14" fmla="*/ 229901 w 402325"/>
              <a:gd name="connsiteY14" fmla="*/ 364009 h 421484"/>
              <a:gd name="connsiteX15" fmla="*/ 229901 w 402325"/>
              <a:gd name="connsiteY15" fmla="*/ 229901 h 421484"/>
              <a:gd name="connsiteX16" fmla="*/ 210742 w 402325"/>
              <a:gd name="connsiteY16" fmla="*/ 210742 h 421484"/>
              <a:gd name="connsiteX17" fmla="*/ 19158 w 402325"/>
              <a:gd name="connsiteY17" fmla="*/ 229901 h 421484"/>
              <a:gd name="connsiteX18" fmla="*/ 19158 w 402325"/>
              <a:gd name="connsiteY18" fmla="*/ 229901 h 421484"/>
              <a:gd name="connsiteX19" fmla="*/ 19158 w 402325"/>
              <a:gd name="connsiteY19" fmla="*/ 229901 h 421484"/>
              <a:gd name="connsiteX20" fmla="*/ 19158 w 402325"/>
              <a:gd name="connsiteY20" fmla="*/ 364009 h 421484"/>
              <a:gd name="connsiteX21" fmla="*/ 19158 w 402325"/>
              <a:gd name="connsiteY21" fmla="*/ 229901 h 421484"/>
              <a:gd name="connsiteX22" fmla="*/ 210742 w 402325"/>
              <a:gd name="connsiteY22" fmla="*/ 229901 h 421484"/>
              <a:gd name="connsiteX23" fmla="*/ 210742 w 402325"/>
              <a:gd name="connsiteY23" fmla="*/ 364009 h 421484"/>
              <a:gd name="connsiteX24" fmla="*/ 19158 w 402325"/>
              <a:gd name="connsiteY24" fmla="*/ 364009 h 421484"/>
              <a:gd name="connsiteX25" fmla="*/ 386999 w 402325"/>
              <a:gd name="connsiteY25" fmla="*/ 124529 h 421484"/>
              <a:gd name="connsiteX26" fmla="*/ 383168 w 402325"/>
              <a:gd name="connsiteY26" fmla="*/ 124529 h 421484"/>
              <a:gd name="connsiteX27" fmla="*/ 383168 w 402325"/>
              <a:gd name="connsiteY27" fmla="*/ 19158 h 421484"/>
              <a:gd name="connsiteX28" fmla="*/ 364009 w 402325"/>
              <a:gd name="connsiteY28" fmla="*/ 0 h 421484"/>
              <a:gd name="connsiteX29" fmla="*/ 191584 w 402325"/>
              <a:gd name="connsiteY29" fmla="*/ 0 h 421484"/>
              <a:gd name="connsiteX30" fmla="*/ 172425 w 402325"/>
              <a:gd name="connsiteY30" fmla="*/ 19158 h 421484"/>
              <a:gd name="connsiteX31" fmla="*/ 172425 w 402325"/>
              <a:gd name="connsiteY31" fmla="*/ 124529 h 421484"/>
              <a:gd name="connsiteX32" fmla="*/ 168594 w 402325"/>
              <a:gd name="connsiteY32" fmla="*/ 124529 h 421484"/>
              <a:gd name="connsiteX33" fmla="*/ 153267 w 402325"/>
              <a:gd name="connsiteY33" fmla="*/ 139856 h 421484"/>
              <a:gd name="connsiteX34" fmla="*/ 153267 w 402325"/>
              <a:gd name="connsiteY34" fmla="*/ 147519 h 421484"/>
              <a:gd name="connsiteX35" fmla="*/ 180089 w 402325"/>
              <a:gd name="connsiteY35" fmla="*/ 174341 h 421484"/>
              <a:gd name="connsiteX36" fmla="*/ 377420 w 402325"/>
              <a:gd name="connsiteY36" fmla="*/ 174341 h 421484"/>
              <a:gd name="connsiteX37" fmla="*/ 402326 w 402325"/>
              <a:gd name="connsiteY37" fmla="*/ 147519 h 421484"/>
              <a:gd name="connsiteX38" fmla="*/ 402326 w 402325"/>
              <a:gd name="connsiteY38" fmla="*/ 137940 h 421484"/>
              <a:gd name="connsiteX39" fmla="*/ 386999 w 402325"/>
              <a:gd name="connsiteY39" fmla="*/ 124529 h 421484"/>
              <a:gd name="connsiteX40" fmla="*/ 191584 w 402325"/>
              <a:gd name="connsiteY40" fmla="*/ 19158 h 421484"/>
              <a:gd name="connsiteX41" fmla="*/ 364009 w 402325"/>
              <a:gd name="connsiteY41" fmla="*/ 19158 h 421484"/>
              <a:gd name="connsiteX42" fmla="*/ 364009 w 402325"/>
              <a:gd name="connsiteY42" fmla="*/ 124529 h 421484"/>
              <a:gd name="connsiteX43" fmla="*/ 191584 w 402325"/>
              <a:gd name="connsiteY43" fmla="*/ 124529 h 421484"/>
              <a:gd name="connsiteX44" fmla="*/ 191584 w 402325"/>
              <a:gd name="connsiteY44" fmla="*/ 19158 h 421484"/>
              <a:gd name="connsiteX45" fmla="*/ 383168 w 402325"/>
              <a:gd name="connsiteY45" fmla="*/ 145604 h 421484"/>
              <a:gd name="connsiteX46" fmla="*/ 375504 w 402325"/>
              <a:gd name="connsiteY46" fmla="*/ 153267 h 421484"/>
              <a:gd name="connsiteX47" fmla="*/ 375504 w 402325"/>
              <a:gd name="connsiteY47" fmla="*/ 153267 h 421484"/>
              <a:gd name="connsiteX48" fmla="*/ 180089 w 402325"/>
              <a:gd name="connsiteY48" fmla="*/ 153267 h 421484"/>
              <a:gd name="connsiteX49" fmla="*/ 172425 w 402325"/>
              <a:gd name="connsiteY49" fmla="*/ 147519 h 421484"/>
              <a:gd name="connsiteX50" fmla="*/ 172425 w 402325"/>
              <a:gd name="connsiteY50" fmla="*/ 147519 h 421484"/>
              <a:gd name="connsiteX51" fmla="*/ 172425 w 402325"/>
              <a:gd name="connsiteY51" fmla="*/ 143688 h 421484"/>
              <a:gd name="connsiteX52" fmla="*/ 383168 w 402325"/>
              <a:gd name="connsiteY52" fmla="*/ 143688 h 421484"/>
              <a:gd name="connsiteX53" fmla="*/ 383168 w 402325"/>
              <a:gd name="connsiteY53" fmla="*/ 145604 h 421484"/>
              <a:gd name="connsiteX54" fmla="*/ 344851 w 402325"/>
              <a:gd name="connsiteY54" fmla="*/ 325692 h 421484"/>
              <a:gd name="connsiteX55" fmla="*/ 281628 w 402325"/>
              <a:gd name="connsiteY55" fmla="*/ 325692 h 421484"/>
              <a:gd name="connsiteX56" fmla="*/ 310366 w 402325"/>
              <a:gd name="connsiteY56" fmla="*/ 300787 h 421484"/>
              <a:gd name="connsiteX57" fmla="*/ 296955 w 402325"/>
              <a:gd name="connsiteY57" fmla="*/ 287376 h 421484"/>
              <a:gd name="connsiteX58" fmla="*/ 252891 w 402325"/>
              <a:gd name="connsiteY58" fmla="*/ 325692 h 421484"/>
              <a:gd name="connsiteX59" fmla="*/ 250975 w 402325"/>
              <a:gd name="connsiteY59" fmla="*/ 342935 h 421484"/>
              <a:gd name="connsiteX60" fmla="*/ 252891 w 402325"/>
              <a:gd name="connsiteY60" fmla="*/ 344851 h 421484"/>
              <a:gd name="connsiteX61" fmla="*/ 296955 w 402325"/>
              <a:gd name="connsiteY61" fmla="*/ 381252 h 421484"/>
              <a:gd name="connsiteX62" fmla="*/ 308450 w 402325"/>
              <a:gd name="connsiteY62" fmla="*/ 365925 h 421484"/>
              <a:gd name="connsiteX63" fmla="*/ 287376 w 402325"/>
              <a:gd name="connsiteY63" fmla="*/ 344851 h 421484"/>
              <a:gd name="connsiteX64" fmla="*/ 344851 w 402325"/>
              <a:gd name="connsiteY64" fmla="*/ 344851 h 421484"/>
              <a:gd name="connsiteX65" fmla="*/ 364009 w 402325"/>
              <a:gd name="connsiteY65" fmla="*/ 325692 h 421484"/>
              <a:gd name="connsiteX66" fmla="*/ 364009 w 402325"/>
              <a:gd name="connsiteY66" fmla="*/ 191584 h 421484"/>
              <a:gd name="connsiteX67" fmla="*/ 344851 w 402325"/>
              <a:gd name="connsiteY67" fmla="*/ 191584 h 421484"/>
              <a:gd name="connsiteX68" fmla="*/ 344851 w 402325"/>
              <a:gd name="connsiteY68" fmla="*/ 325692 h 421484"/>
              <a:gd name="connsiteX69" fmla="*/ 38317 w 402325"/>
              <a:gd name="connsiteY69" fmla="*/ 57475 h 421484"/>
              <a:gd name="connsiteX70" fmla="*/ 118782 w 402325"/>
              <a:gd name="connsiteY70" fmla="*/ 57475 h 421484"/>
              <a:gd name="connsiteX71" fmla="*/ 93876 w 402325"/>
              <a:gd name="connsiteY71" fmla="*/ 80465 h 421484"/>
              <a:gd name="connsiteX72" fmla="*/ 107287 w 402325"/>
              <a:gd name="connsiteY72" fmla="*/ 95792 h 421484"/>
              <a:gd name="connsiteX73" fmla="*/ 149435 w 402325"/>
              <a:gd name="connsiteY73" fmla="*/ 57475 h 421484"/>
              <a:gd name="connsiteX74" fmla="*/ 153267 w 402325"/>
              <a:gd name="connsiteY74" fmla="*/ 47896 h 421484"/>
              <a:gd name="connsiteX75" fmla="*/ 149435 w 402325"/>
              <a:gd name="connsiteY75" fmla="*/ 38317 h 421484"/>
              <a:gd name="connsiteX76" fmla="*/ 105371 w 402325"/>
              <a:gd name="connsiteY76" fmla="*/ 1916 h 421484"/>
              <a:gd name="connsiteX77" fmla="*/ 93876 w 402325"/>
              <a:gd name="connsiteY77" fmla="*/ 17243 h 421484"/>
              <a:gd name="connsiteX78" fmla="*/ 118782 w 402325"/>
              <a:gd name="connsiteY78" fmla="*/ 38317 h 421484"/>
              <a:gd name="connsiteX79" fmla="*/ 38317 w 402325"/>
              <a:gd name="connsiteY79" fmla="*/ 38317 h 421484"/>
              <a:gd name="connsiteX80" fmla="*/ 19158 w 402325"/>
              <a:gd name="connsiteY80" fmla="*/ 57475 h 421484"/>
              <a:gd name="connsiteX81" fmla="*/ 19158 w 402325"/>
              <a:gd name="connsiteY81" fmla="*/ 191584 h 421484"/>
              <a:gd name="connsiteX82" fmla="*/ 38317 w 402325"/>
              <a:gd name="connsiteY82" fmla="*/ 191584 h 421484"/>
              <a:gd name="connsiteX83" fmla="*/ 38317 w 402325"/>
              <a:gd name="connsiteY83" fmla="*/ 57475 h 42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02325" h="421484">
                <a:moveTo>
                  <a:pt x="210742" y="210742"/>
                </a:moveTo>
                <a:lnTo>
                  <a:pt x="19158" y="210742"/>
                </a:lnTo>
                <a:cubicBezTo>
                  <a:pt x="7663" y="210742"/>
                  <a:pt x="0" y="218405"/>
                  <a:pt x="0" y="229901"/>
                </a:cubicBezTo>
                <a:lnTo>
                  <a:pt x="0" y="364009"/>
                </a:lnTo>
                <a:cubicBezTo>
                  <a:pt x="0" y="375504"/>
                  <a:pt x="7663" y="383168"/>
                  <a:pt x="19158" y="383168"/>
                </a:cubicBezTo>
                <a:lnTo>
                  <a:pt x="105371" y="383168"/>
                </a:lnTo>
                <a:lnTo>
                  <a:pt x="105371" y="402326"/>
                </a:lnTo>
                <a:lnTo>
                  <a:pt x="57475" y="402326"/>
                </a:lnTo>
                <a:lnTo>
                  <a:pt x="57475" y="421484"/>
                </a:lnTo>
                <a:lnTo>
                  <a:pt x="172425" y="421484"/>
                </a:lnTo>
                <a:lnTo>
                  <a:pt x="172425" y="402326"/>
                </a:lnTo>
                <a:lnTo>
                  <a:pt x="124529" y="402326"/>
                </a:lnTo>
                <a:lnTo>
                  <a:pt x="124529" y="383168"/>
                </a:lnTo>
                <a:lnTo>
                  <a:pt x="210742" y="383168"/>
                </a:lnTo>
                <a:cubicBezTo>
                  <a:pt x="222237" y="383168"/>
                  <a:pt x="229901" y="375504"/>
                  <a:pt x="229901" y="364009"/>
                </a:cubicBezTo>
                <a:lnTo>
                  <a:pt x="229901" y="229901"/>
                </a:lnTo>
                <a:cubicBezTo>
                  <a:pt x="229901" y="218405"/>
                  <a:pt x="222237" y="210742"/>
                  <a:pt x="210742" y="210742"/>
                </a:cubicBezTo>
                <a:close/>
                <a:moveTo>
                  <a:pt x="19158" y="229901"/>
                </a:moveTo>
                <a:lnTo>
                  <a:pt x="19158" y="229901"/>
                </a:lnTo>
                <a:lnTo>
                  <a:pt x="19158" y="229901"/>
                </a:lnTo>
                <a:close/>
                <a:moveTo>
                  <a:pt x="19158" y="364009"/>
                </a:moveTo>
                <a:lnTo>
                  <a:pt x="19158" y="229901"/>
                </a:lnTo>
                <a:lnTo>
                  <a:pt x="210742" y="229901"/>
                </a:lnTo>
                <a:lnTo>
                  <a:pt x="210742" y="364009"/>
                </a:lnTo>
                <a:lnTo>
                  <a:pt x="19158" y="364009"/>
                </a:lnTo>
                <a:close/>
                <a:moveTo>
                  <a:pt x="386999" y="124529"/>
                </a:moveTo>
                <a:lnTo>
                  <a:pt x="383168" y="124529"/>
                </a:lnTo>
                <a:lnTo>
                  <a:pt x="383168" y="19158"/>
                </a:lnTo>
                <a:cubicBezTo>
                  <a:pt x="383168" y="7663"/>
                  <a:pt x="375504" y="0"/>
                  <a:pt x="364009" y="0"/>
                </a:cubicBezTo>
                <a:lnTo>
                  <a:pt x="191584" y="0"/>
                </a:lnTo>
                <a:cubicBezTo>
                  <a:pt x="180089" y="0"/>
                  <a:pt x="172425" y="7663"/>
                  <a:pt x="172425" y="19158"/>
                </a:cubicBezTo>
                <a:lnTo>
                  <a:pt x="172425" y="124529"/>
                </a:lnTo>
                <a:lnTo>
                  <a:pt x="168594" y="124529"/>
                </a:lnTo>
                <a:cubicBezTo>
                  <a:pt x="160930" y="124529"/>
                  <a:pt x="155183" y="130277"/>
                  <a:pt x="153267" y="139856"/>
                </a:cubicBezTo>
                <a:lnTo>
                  <a:pt x="153267" y="147519"/>
                </a:lnTo>
                <a:cubicBezTo>
                  <a:pt x="153267" y="160930"/>
                  <a:pt x="164762" y="172425"/>
                  <a:pt x="180089" y="174341"/>
                </a:cubicBezTo>
                <a:lnTo>
                  <a:pt x="377420" y="174341"/>
                </a:lnTo>
                <a:cubicBezTo>
                  <a:pt x="390831" y="174341"/>
                  <a:pt x="402326" y="162846"/>
                  <a:pt x="402326" y="147519"/>
                </a:cubicBezTo>
                <a:lnTo>
                  <a:pt x="402326" y="137940"/>
                </a:lnTo>
                <a:cubicBezTo>
                  <a:pt x="402326" y="130277"/>
                  <a:pt x="396578" y="124529"/>
                  <a:pt x="386999" y="124529"/>
                </a:cubicBezTo>
                <a:close/>
                <a:moveTo>
                  <a:pt x="191584" y="19158"/>
                </a:moveTo>
                <a:lnTo>
                  <a:pt x="364009" y="19158"/>
                </a:lnTo>
                <a:lnTo>
                  <a:pt x="364009" y="124529"/>
                </a:lnTo>
                <a:lnTo>
                  <a:pt x="191584" y="124529"/>
                </a:lnTo>
                <a:lnTo>
                  <a:pt x="191584" y="19158"/>
                </a:lnTo>
                <a:close/>
                <a:moveTo>
                  <a:pt x="383168" y="145604"/>
                </a:moveTo>
                <a:cubicBezTo>
                  <a:pt x="383168" y="149435"/>
                  <a:pt x="379336" y="153267"/>
                  <a:pt x="375504" y="153267"/>
                </a:cubicBezTo>
                <a:lnTo>
                  <a:pt x="375504" y="153267"/>
                </a:lnTo>
                <a:lnTo>
                  <a:pt x="180089" y="153267"/>
                </a:lnTo>
                <a:cubicBezTo>
                  <a:pt x="176257" y="153267"/>
                  <a:pt x="172425" y="149435"/>
                  <a:pt x="172425" y="147519"/>
                </a:cubicBezTo>
                <a:lnTo>
                  <a:pt x="172425" y="147519"/>
                </a:lnTo>
                <a:lnTo>
                  <a:pt x="172425" y="143688"/>
                </a:lnTo>
                <a:lnTo>
                  <a:pt x="383168" y="143688"/>
                </a:lnTo>
                <a:lnTo>
                  <a:pt x="383168" y="145604"/>
                </a:lnTo>
                <a:close/>
                <a:moveTo>
                  <a:pt x="344851" y="325692"/>
                </a:moveTo>
                <a:lnTo>
                  <a:pt x="281628" y="325692"/>
                </a:lnTo>
                <a:lnTo>
                  <a:pt x="310366" y="300787"/>
                </a:lnTo>
                <a:lnTo>
                  <a:pt x="296955" y="287376"/>
                </a:lnTo>
                <a:lnTo>
                  <a:pt x="252891" y="325692"/>
                </a:lnTo>
                <a:cubicBezTo>
                  <a:pt x="247143" y="329524"/>
                  <a:pt x="247143" y="337187"/>
                  <a:pt x="250975" y="342935"/>
                </a:cubicBezTo>
                <a:cubicBezTo>
                  <a:pt x="250975" y="342935"/>
                  <a:pt x="252891" y="344851"/>
                  <a:pt x="252891" y="344851"/>
                </a:cubicBezTo>
                <a:lnTo>
                  <a:pt x="296955" y="381252"/>
                </a:lnTo>
                <a:lnTo>
                  <a:pt x="308450" y="365925"/>
                </a:lnTo>
                <a:lnTo>
                  <a:pt x="287376" y="344851"/>
                </a:lnTo>
                <a:lnTo>
                  <a:pt x="344851" y="344851"/>
                </a:lnTo>
                <a:cubicBezTo>
                  <a:pt x="356346" y="344851"/>
                  <a:pt x="364009" y="337187"/>
                  <a:pt x="364009" y="325692"/>
                </a:cubicBezTo>
                <a:lnTo>
                  <a:pt x="364009" y="191584"/>
                </a:lnTo>
                <a:lnTo>
                  <a:pt x="344851" y="191584"/>
                </a:lnTo>
                <a:lnTo>
                  <a:pt x="344851" y="325692"/>
                </a:lnTo>
                <a:close/>
                <a:moveTo>
                  <a:pt x="38317" y="57475"/>
                </a:moveTo>
                <a:lnTo>
                  <a:pt x="118782" y="57475"/>
                </a:lnTo>
                <a:lnTo>
                  <a:pt x="93876" y="80465"/>
                </a:lnTo>
                <a:lnTo>
                  <a:pt x="107287" y="95792"/>
                </a:lnTo>
                <a:lnTo>
                  <a:pt x="149435" y="57475"/>
                </a:lnTo>
                <a:cubicBezTo>
                  <a:pt x="151351" y="55559"/>
                  <a:pt x="153267" y="51728"/>
                  <a:pt x="153267" y="47896"/>
                </a:cubicBezTo>
                <a:cubicBezTo>
                  <a:pt x="153267" y="44064"/>
                  <a:pt x="151351" y="40233"/>
                  <a:pt x="149435" y="38317"/>
                </a:cubicBezTo>
                <a:lnTo>
                  <a:pt x="105371" y="1916"/>
                </a:lnTo>
                <a:lnTo>
                  <a:pt x="93876" y="17243"/>
                </a:lnTo>
                <a:lnTo>
                  <a:pt x="118782" y="38317"/>
                </a:lnTo>
                <a:lnTo>
                  <a:pt x="38317" y="38317"/>
                </a:lnTo>
                <a:cubicBezTo>
                  <a:pt x="26822" y="38317"/>
                  <a:pt x="19158" y="45980"/>
                  <a:pt x="19158" y="57475"/>
                </a:cubicBezTo>
                <a:lnTo>
                  <a:pt x="19158" y="191584"/>
                </a:lnTo>
                <a:lnTo>
                  <a:pt x="38317" y="191584"/>
                </a:lnTo>
                <a:lnTo>
                  <a:pt x="38317" y="5747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5" name="Graphic 100" descr="Transfer server cloud icon.">
            <a:extLst>
              <a:ext uri="{FF2B5EF4-FFF2-40B4-BE49-F238E27FC236}">
                <a16:creationId xmlns:a16="http://schemas.microsoft.com/office/drawing/2014/main" id="{740C2E12-6C6B-489C-AC23-EBB8629B57CE}"/>
              </a:ext>
            </a:extLst>
          </p:cNvPr>
          <p:cNvSpPr/>
          <p:nvPr/>
        </p:nvSpPr>
        <p:spPr>
          <a:xfrm>
            <a:off x="9544999" y="5168753"/>
            <a:ext cx="460844" cy="344890"/>
          </a:xfrm>
          <a:custGeom>
            <a:avLst/>
            <a:gdLst>
              <a:gd name="connsiteX0" fmla="*/ 406158 w 460844"/>
              <a:gd name="connsiteY0" fmla="*/ 151391 h 344890"/>
              <a:gd name="connsiteX1" fmla="*/ 235648 w 460844"/>
              <a:gd name="connsiteY1" fmla="*/ 40 h 344890"/>
              <a:gd name="connsiteX2" fmla="*/ 63223 w 460844"/>
              <a:gd name="connsiteY2" fmla="*/ 166718 h 344890"/>
              <a:gd name="connsiteX3" fmla="*/ 63223 w 460844"/>
              <a:gd name="connsiteY3" fmla="*/ 166718 h 344890"/>
              <a:gd name="connsiteX4" fmla="*/ 0 w 460844"/>
              <a:gd name="connsiteY4" fmla="*/ 252931 h 344890"/>
              <a:gd name="connsiteX5" fmla="*/ 93876 w 460844"/>
              <a:gd name="connsiteY5" fmla="*/ 344891 h 344890"/>
              <a:gd name="connsiteX6" fmla="*/ 365925 w 460844"/>
              <a:gd name="connsiteY6" fmla="*/ 344891 h 344890"/>
              <a:gd name="connsiteX7" fmla="*/ 457885 w 460844"/>
              <a:gd name="connsiteY7" fmla="*/ 262510 h 344890"/>
              <a:gd name="connsiteX8" fmla="*/ 406158 w 460844"/>
              <a:gd name="connsiteY8" fmla="*/ 151391 h 344890"/>
              <a:gd name="connsiteX9" fmla="*/ 438727 w 460844"/>
              <a:gd name="connsiteY9" fmla="*/ 258678 h 344890"/>
              <a:gd name="connsiteX10" fmla="*/ 365925 w 460844"/>
              <a:gd name="connsiteY10" fmla="*/ 325732 h 344890"/>
              <a:gd name="connsiteX11" fmla="*/ 93876 w 460844"/>
              <a:gd name="connsiteY11" fmla="*/ 325732 h 344890"/>
              <a:gd name="connsiteX12" fmla="*/ 19158 w 460844"/>
              <a:gd name="connsiteY12" fmla="*/ 252931 h 344890"/>
              <a:gd name="connsiteX13" fmla="*/ 74718 w 460844"/>
              <a:gd name="connsiteY13" fmla="*/ 183960 h 344890"/>
              <a:gd name="connsiteX14" fmla="*/ 82381 w 460844"/>
              <a:gd name="connsiteY14" fmla="*/ 182045 h 344890"/>
              <a:gd name="connsiteX15" fmla="*/ 82381 w 460844"/>
              <a:gd name="connsiteY15" fmla="*/ 172465 h 344890"/>
              <a:gd name="connsiteX16" fmla="*/ 82381 w 460844"/>
              <a:gd name="connsiteY16" fmla="*/ 168634 h 344890"/>
              <a:gd name="connsiteX17" fmla="*/ 235648 w 460844"/>
              <a:gd name="connsiteY17" fmla="*/ 19198 h 344890"/>
              <a:gd name="connsiteX18" fmla="*/ 388915 w 460844"/>
              <a:gd name="connsiteY18" fmla="*/ 159055 h 344890"/>
              <a:gd name="connsiteX19" fmla="*/ 388915 w 460844"/>
              <a:gd name="connsiteY19" fmla="*/ 164802 h 344890"/>
              <a:gd name="connsiteX20" fmla="*/ 394663 w 460844"/>
              <a:gd name="connsiteY20" fmla="*/ 166718 h 344890"/>
              <a:gd name="connsiteX21" fmla="*/ 438727 w 460844"/>
              <a:gd name="connsiteY21" fmla="*/ 258678 h 344890"/>
              <a:gd name="connsiteX22" fmla="*/ 279712 w 460844"/>
              <a:gd name="connsiteY22" fmla="*/ 147560 h 344890"/>
              <a:gd name="connsiteX23" fmla="*/ 293123 w 460844"/>
              <a:gd name="connsiteY23" fmla="*/ 160970 h 344890"/>
              <a:gd name="connsiteX24" fmla="*/ 319945 w 460844"/>
              <a:gd name="connsiteY24" fmla="*/ 134149 h 344890"/>
              <a:gd name="connsiteX25" fmla="*/ 319945 w 460844"/>
              <a:gd name="connsiteY25" fmla="*/ 116906 h 344890"/>
              <a:gd name="connsiteX26" fmla="*/ 293123 w 460844"/>
              <a:gd name="connsiteY26" fmla="*/ 88169 h 344890"/>
              <a:gd name="connsiteX27" fmla="*/ 279712 w 460844"/>
              <a:gd name="connsiteY27" fmla="*/ 101579 h 344890"/>
              <a:gd name="connsiteX28" fmla="*/ 293123 w 460844"/>
              <a:gd name="connsiteY28" fmla="*/ 114990 h 344890"/>
              <a:gd name="connsiteX29" fmla="*/ 134109 w 460844"/>
              <a:gd name="connsiteY29" fmla="*/ 114990 h 344890"/>
              <a:gd name="connsiteX30" fmla="*/ 134109 w 460844"/>
              <a:gd name="connsiteY30" fmla="*/ 134149 h 344890"/>
              <a:gd name="connsiteX31" fmla="*/ 293123 w 460844"/>
              <a:gd name="connsiteY31" fmla="*/ 134149 h 344890"/>
              <a:gd name="connsiteX32" fmla="*/ 279712 w 460844"/>
              <a:gd name="connsiteY32" fmla="*/ 147560 h 344890"/>
              <a:gd name="connsiteX33" fmla="*/ 180089 w 460844"/>
              <a:gd name="connsiteY33" fmla="*/ 197371 h 344890"/>
              <a:gd name="connsiteX34" fmla="*/ 166678 w 460844"/>
              <a:gd name="connsiteY34" fmla="*/ 183960 h 344890"/>
              <a:gd name="connsiteX35" fmla="*/ 137940 w 460844"/>
              <a:gd name="connsiteY35" fmla="*/ 210782 h 344890"/>
              <a:gd name="connsiteX36" fmla="*/ 137940 w 460844"/>
              <a:gd name="connsiteY36" fmla="*/ 228025 h 344890"/>
              <a:gd name="connsiteX37" fmla="*/ 137940 w 460844"/>
              <a:gd name="connsiteY37" fmla="*/ 228025 h 344890"/>
              <a:gd name="connsiteX38" fmla="*/ 164762 w 460844"/>
              <a:gd name="connsiteY38" fmla="*/ 256762 h 344890"/>
              <a:gd name="connsiteX39" fmla="*/ 178173 w 460844"/>
              <a:gd name="connsiteY39" fmla="*/ 243351 h 344890"/>
              <a:gd name="connsiteX40" fmla="*/ 164762 w 460844"/>
              <a:gd name="connsiteY40" fmla="*/ 229941 h 344890"/>
              <a:gd name="connsiteX41" fmla="*/ 325692 w 460844"/>
              <a:gd name="connsiteY41" fmla="*/ 229941 h 344890"/>
              <a:gd name="connsiteX42" fmla="*/ 325692 w 460844"/>
              <a:gd name="connsiteY42" fmla="*/ 210782 h 344890"/>
              <a:gd name="connsiteX43" fmla="*/ 164762 w 460844"/>
              <a:gd name="connsiteY43" fmla="*/ 210782 h 344890"/>
              <a:gd name="connsiteX44" fmla="*/ 180089 w 460844"/>
              <a:gd name="connsiteY44" fmla="*/ 197371 h 34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60844" h="344890">
                <a:moveTo>
                  <a:pt x="406158" y="151391"/>
                </a:moveTo>
                <a:cubicBezTo>
                  <a:pt x="396578" y="65179"/>
                  <a:pt x="321861" y="-1876"/>
                  <a:pt x="235648" y="40"/>
                </a:cubicBezTo>
                <a:cubicBezTo>
                  <a:pt x="141772" y="-1876"/>
                  <a:pt x="65138" y="72842"/>
                  <a:pt x="63223" y="166718"/>
                </a:cubicBezTo>
                <a:lnTo>
                  <a:pt x="63223" y="166718"/>
                </a:lnTo>
                <a:cubicBezTo>
                  <a:pt x="24906" y="178213"/>
                  <a:pt x="0" y="214614"/>
                  <a:pt x="0" y="252931"/>
                </a:cubicBezTo>
                <a:cubicBezTo>
                  <a:pt x="0" y="304658"/>
                  <a:pt x="42148" y="344891"/>
                  <a:pt x="93876" y="344891"/>
                </a:cubicBezTo>
                <a:lnTo>
                  <a:pt x="365925" y="344891"/>
                </a:lnTo>
                <a:cubicBezTo>
                  <a:pt x="411905" y="342975"/>
                  <a:pt x="450222" y="308490"/>
                  <a:pt x="457885" y="262510"/>
                </a:cubicBezTo>
                <a:cubicBezTo>
                  <a:pt x="469380" y="218446"/>
                  <a:pt x="446390" y="172465"/>
                  <a:pt x="406158" y="151391"/>
                </a:cubicBezTo>
                <a:close/>
                <a:moveTo>
                  <a:pt x="438727" y="258678"/>
                </a:moveTo>
                <a:cubicBezTo>
                  <a:pt x="434895" y="295079"/>
                  <a:pt x="402326" y="323817"/>
                  <a:pt x="365925" y="325732"/>
                </a:cubicBezTo>
                <a:lnTo>
                  <a:pt x="93876" y="325732"/>
                </a:lnTo>
                <a:cubicBezTo>
                  <a:pt x="53643" y="325732"/>
                  <a:pt x="19158" y="295079"/>
                  <a:pt x="19158" y="252931"/>
                </a:cubicBezTo>
                <a:cubicBezTo>
                  <a:pt x="19158" y="220361"/>
                  <a:pt x="42148" y="191624"/>
                  <a:pt x="74718" y="183960"/>
                </a:cubicBezTo>
                <a:lnTo>
                  <a:pt x="82381" y="182045"/>
                </a:lnTo>
                <a:lnTo>
                  <a:pt x="82381" y="172465"/>
                </a:lnTo>
                <a:cubicBezTo>
                  <a:pt x="82381" y="170550"/>
                  <a:pt x="82381" y="168634"/>
                  <a:pt x="82381" y="168634"/>
                </a:cubicBezTo>
                <a:cubicBezTo>
                  <a:pt x="84297" y="84337"/>
                  <a:pt x="153267" y="17283"/>
                  <a:pt x="235648" y="19198"/>
                </a:cubicBezTo>
                <a:cubicBezTo>
                  <a:pt x="316113" y="17283"/>
                  <a:pt x="383168" y="78589"/>
                  <a:pt x="388915" y="159055"/>
                </a:cubicBezTo>
                <a:lnTo>
                  <a:pt x="388915" y="164802"/>
                </a:lnTo>
                <a:lnTo>
                  <a:pt x="394663" y="166718"/>
                </a:lnTo>
                <a:cubicBezTo>
                  <a:pt x="429148" y="182045"/>
                  <a:pt x="448306" y="222277"/>
                  <a:pt x="438727" y="258678"/>
                </a:cubicBezTo>
                <a:close/>
                <a:moveTo>
                  <a:pt x="279712" y="147560"/>
                </a:moveTo>
                <a:lnTo>
                  <a:pt x="293123" y="160970"/>
                </a:lnTo>
                <a:lnTo>
                  <a:pt x="319945" y="134149"/>
                </a:lnTo>
                <a:cubicBezTo>
                  <a:pt x="323777" y="128401"/>
                  <a:pt x="323777" y="120738"/>
                  <a:pt x="319945" y="116906"/>
                </a:cubicBezTo>
                <a:lnTo>
                  <a:pt x="293123" y="88169"/>
                </a:lnTo>
                <a:lnTo>
                  <a:pt x="279712" y="101579"/>
                </a:lnTo>
                <a:lnTo>
                  <a:pt x="293123" y="114990"/>
                </a:lnTo>
                <a:lnTo>
                  <a:pt x="134109" y="114990"/>
                </a:lnTo>
                <a:lnTo>
                  <a:pt x="134109" y="134149"/>
                </a:lnTo>
                <a:lnTo>
                  <a:pt x="293123" y="134149"/>
                </a:lnTo>
                <a:lnTo>
                  <a:pt x="279712" y="147560"/>
                </a:lnTo>
                <a:close/>
                <a:moveTo>
                  <a:pt x="180089" y="197371"/>
                </a:moveTo>
                <a:lnTo>
                  <a:pt x="166678" y="183960"/>
                </a:lnTo>
                <a:lnTo>
                  <a:pt x="137940" y="210782"/>
                </a:lnTo>
                <a:cubicBezTo>
                  <a:pt x="132193" y="216530"/>
                  <a:pt x="132193" y="224193"/>
                  <a:pt x="137940" y="228025"/>
                </a:cubicBezTo>
                <a:cubicBezTo>
                  <a:pt x="137940" y="228025"/>
                  <a:pt x="137940" y="228025"/>
                  <a:pt x="137940" y="228025"/>
                </a:cubicBezTo>
                <a:lnTo>
                  <a:pt x="164762" y="256762"/>
                </a:lnTo>
                <a:lnTo>
                  <a:pt x="178173" y="243351"/>
                </a:lnTo>
                <a:lnTo>
                  <a:pt x="164762" y="229941"/>
                </a:lnTo>
                <a:lnTo>
                  <a:pt x="325692" y="229941"/>
                </a:lnTo>
                <a:lnTo>
                  <a:pt x="325692" y="210782"/>
                </a:lnTo>
                <a:lnTo>
                  <a:pt x="164762" y="210782"/>
                </a:lnTo>
                <a:lnTo>
                  <a:pt x="180089" y="19737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Graphic 90" descr="Cloud synchronization icon.">
            <a:extLst>
              <a:ext uri="{FF2B5EF4-FFF2-40B4-BE49-F238E27FC236}">
                <a16:creationId xmlns:a16="http://schemas.microsoft.com/office/drawing/2014/main" id="{A2508A0B-BB52-45A6-A76B-B73317EAF71B}"/>
              </a:ext>
            </a:extLst>
          </p:cNvPr>
          <p:cNvSpPr/>
          <p:nvPr/>
        </p:nvSpPr>
        <p:spPr>
          <a:xfrm>
            <a:off x="10766387" y="5168753"/>
            <a:ext cx="460844" cy="344890"/>
          </a:xfrm>
          <a:custGeom>
            <a:avLst/>
            <a:gdLst>
              <a:gd name="connsiteX0" fmla="*/ 406158 w 460844"/>
              <a:gd name="connsiteY0" fmla="*/ 151391 h 344890"/>
              <a:gd name="connsiteX1" fmla="*/ 235648 w 460844"/>
              <a:gd name="connsiteY1" fmla="*/ 40 h 344890"/>
              <a:gd name="connsiteX2" fmla="*/ 63223 w 460844"/>
              <a:gd name="connsiteY2" fmla="*/ 166718 h 344890"/>
              <a:gd name="connsiteX3" fmla="*/ 63223 w 460844"/>
              <a:gd name="connsiteY3" fmla="*/ 166718 h 344890"/>
              <a:gd name="connsiteX4" fmla="*/ 0 w 460844"/>
              <a:gd name="connsiteY4" fmla="*/ 252931 h 344890"/>
              <a:gd name="connsiteX5" fmla="*/ 93876 w 460844"/>
              <a:gd name="connsiteY5" fmla="*/ 344891 h 344890"/>
              <a:gd name="connsiteX6" fmla="*/ 365925 w 460844"/>
              <a:gd name="connsiteY6" fmla="*/ 344891 h 344890"/>
              <a:gd name="connsiteX7" fmla="*/ 457885 w 460844"/>
              <a:gd name="connsiteY7" fmla="*/ 262510 h 344890"/>
              <a:gd name="connsiteX8" fmla="*/ 406158 w 460844"/>
              <a:gd name="connsiteY8" fmla="*/ 151391 h 344890"/>
              <a:gd name="connsiteX9" fmla="*/ 438727 w 460844"/>
              <a:gd name="connsiteY9" fmla="*/ 258678 h 344890"/>
              <a:gd name="connsiteX10" fmla="*/ 365925 w 460844"/>
              <a:gd name="connsiteY10" fmla="*/ 325732 h 344890"/>
              <a:gd name="connsiteX11" fmla="*/ 93876 w 460844"/>
              <a:gd name="connsiteY11" fmla="*/ 325732 h 344890"/>
              <a:gd name="connsiteX12" fmla="*/ 19158 w 460844"/>
              <a:gd name="connsiteY12" fmla="*/ 252931 h 344890"/>
              <a:gd name="connsiteX13" fmla="*/ 74718 w 460844"/>
              <a:gd name="connsiteY13" fmla="*/ 183960 h 344890"/>
              <a:gd name="connsiteX14" fmla="*/ 82381 w 460844"/>
              <a:gd name="connsiteY14" fmla="*/ 182045 h 344890"/>
              <a:gd name="connsiteX15" fmla="*/ 82381 w 460844"/>
              <a:gd name="connsiteY15" fmla="*/ 172465 h 344890"/>
              <a:gd name="connsiteX16" fmla="*/ 82381 w 460844"/>
              <a:gd name="connsiteY16" fmla="*/ 168634 h 344890"/>
              <a:gd name="connsiteX17" fmla="*/ 235648 w 460844"/>
              <a:gd name="connsiteY17" fmla="*/ 19198 h 344890"/>
              <a:gd name="connsiteX18" fmla="*/ 388915 w 460844"/>
              <a:gd name="connsiteY18" fmla="*/ 159055 h 344890"/>
              <a:gd name="connsiteX19" fmla="*/ 388915 w 460844"/>
              <a:gd name="connsiteY19" fmla="*/ 164802 h 344890"/>
              <a:gd name="connsiteX20" fmla="*/ 394663 w 460844"/>
              <a:gd name="connsiteY20" fmla="*/ 166718 h 344890"/>
              <a:gd name="connsiteX21" fmla="*/ 438727 w 460844"/>
              <a:gd name="connsiteY21" fmla="*/ 258678 h 344890"/>
              <a:gd name="connsiteX22" fmla="*/ 316113 w 460844"/>
              <a:gd name="connsiteY22" fmla="*/ 172465 h 344890"/>
              <a:gd name="connsiteX23" fmla="*/ 316113 w 460844"/>
              <a:gd name="connsiteY23" fmla="*/ 172465 h 344890"/>
              <a:gd name="connsiteX24" fmla="*/ 229901 w 460844"/>
              <a:gd name="connsiteY24" fmla="*/ 258678 h 344890"/>
              <a:gd name="connsiteX25" fmla="*/ 157099 w 460844"/>
              <a:gd name="connsiteY25" fmla="*/ 218446 h 344890"/>
              <a:gd name="connsiteX26" fmla="*/ 172425 w 460844"/>
              <a:gd name="connsiteY26" fmla="*/ 226109 h 344890"/>
              <a:gd name="connsiteX27" fmla="*/ 180089 w 460844"/>
              <a:gd name="connsiteY27" fmla="*/ 208866 h 344890"/>
              <a:gd name="connsiteX28" fmla="*/ 153267 w 460844"/>
              <a:gd name="connsiteY28" fmla="*/ 195455 h 344890"/>
              <a:gd name="connsiteX29" fmla="*/ 147519 w 460844"/>
              <a:gd name="connsiteY29" fmla="*/ 191624 h 344890"/>
              <a:gd name="connsiteX30" fmla="*/ 147519 w 460844"/>
              <a:gd name="connsiteY30" fmla="*/ 191624 h 344890"/>
              <a:gd name="connsiteX31" fmla="*/ 132193 w 460844"/>
              <a:gd name="connsiteY31" fmla="*/ 197371 h 344890"/>
              <a:gd name="connsiteX32" fmla="*/ 130277 w 460844"/>
              <a:gd name="connsiteY32" fmla="*/ 201203 h 344890"/>
              <a:gd name="connsiteX33" fmla="*/ 126445 w 460844"/>
              <a:gd name="connsiteY33" fmla="*/ 208866 h 344890"/>
              <a:gd name="connsiteX34" fmla="*/ 114950 w 460844"/>
              <a:gd name="connsiteY34" fmla="*/ 231856 h 344890"/>
              <a:gd name="connsiteX35" fmla="*/ 132193 w 460844"/>
              <a:gd name="connsiteY35" fmla="*/ 239520 h 344890"/>
              <a:gd name="connsiteX36" fmla="*/ 139856 w 460844"/>
              <a:gd name="connsiteY36" fmla="*/ 222277 h 344890"/>
              <a:gd name="connsiteX37" fmla="*/ 283544 w 460844"/>
              <a:gd name="connsiteY37" fmla="*/ 260594 h 344890"/>
              <a:gd name="connsiteX38" fmla="*/ 335272 w 460844"/>
              <a:gd name="connsiteY38" fmla="*/ 172465 h 344890"/>
              <a:gd name="connsiteX39" fmla="*/ 316113 w 460844"/>
              <a:gd name="connsiteY39" fmla="*/ 172465 h 344890"/>
              <a:gd name="connsiteX40" fmla="*/ 310366 w 460844"/>
              <a:gd name="connsiteY40" fmla="*/ 151391 h 344890"/>
              <a:gd name="connsiteX41" fmla="*/ 318029 w 460844"/>
              <a:gd name="connsiteY41" fmla="*/ 153307 h 344890"/>
              <a:gd name="connsiteX42" fmla="*/ 329524 w 460844"/>
              <a:gd name="connsiteY42" fmla="*/ 145644 h 344890"/>
              <a:gd name="connsiteX43" fmla="*/ 331440 w 460844"/>
              <a:gd name="connsiteY43" fmla="*/ 141812 h 344890"/>
              <a:gd name="connsiteX44" fmla="*/ 335272 w 460844"/>
              <a:gd name="connsiteY44" fmla="*/ 134149 h 344890"/>
              <a:gd name="connsiteX45" fmla="*/ 346767 w 460844"/>
              <a:gd name="connsiteY45" fmla="*/ 111159 h 344890"/>
              <a:gd name="connsiteX46" fmla="*/ 329524 w 460844"/>
              <a:gd name="connsiteY46" fmla="*/ 103495 h 344890"/>
              <a:gd name="connsiteX47" fmla="*/ 321861 w 460844"/>
              <a:gd name="connsiteY47" fmla="*/ 120738 h 344890"/>
              <a:gd name="connsiteX48" fmla="*/ 178173 w 460844"/>
              <a:gd name="connsiteY48" fmla="*/ 82421 h 344890"/>
              <a:gd name="connsiteX49" fmla="*/ 126445 w 460844"/>
              <a:gd name="connsiteY49" fmla="*/ 172465 h 344890"/>
              <a:gd name="connsiteX50" fmla="*/ 145604 w 460844"/>
              <a:gd name="connsiteY50" fmla="*/ 172465 h 344890"/>
              <a:gd name="connsiteX51" fmla="*/ 231816 w 460844"/>
              <a:gd name="connsiteY51" fmla="*/ 86253 h 344890"/>
              <a:gd name="connsiteX52" fmla="*/ 304618 w 460844"/>
              <a:gd name="connsiteY52" fmla="*/ 126485 h 344890"/>
              <a:gd name="connsiteX53" fmla="*/ 287376 w 460844"/>
              <a:gd name="connsiteY53" fmla="*/ 118822 h 344890"/>
              <a:gd name="connsiteX54" fmla="*/ 279712 w 460844"/>
              <a:gd name="connsiteY54" fmla="*/ 136065 h 344890"/>
              <a:gd name="connsiteX55" fmla="*/ 306534 w 460844"/>
              <a:gd name="connsiteY55" fmla="*/ 149475 h 344890"/>
              <a:gd name="connsiteX56" fmla="*/ 310366 w 460844"/>
              <a:gd name="connsiteY56" fmla="*/ 151391 h 34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60844" h="344890">
                <a:moveTo>
                  <a:pt x="406158" y="151391"/>
                </a:moveTo>
                <a:cubicBezTo>
                  <a:pt x="396578" y="65179"/>
                  <a:pt x="321861" y="-1876"/>
                  <a:pt x="235648" y="40"/>
                </a:cubicBezTo>
                <a:cubicBezTo>
                  <a:pt x="141772" y="-1876"/>
                  <a:pt x="65138" y="72842"/>
                  <a:pt x="63223" y="166718"/>
                </a:cubicBezTo>
                <a:lnTo>
                  <a:pt x="63223" y="166718"/>
                </a:lnTo>
                <a:cubicBezTo>
                  <a:pt x="24906" y="178213"/>
                  <a:pt x="0" y="214614"/>
                  <a:pt x="0" y="252931"/>
                </a:cubicBezTo>
                <a:cubicBezTo>
                  <a:pt x="0" y="304658"/>
                  <a:pt x="42148" y="344891"/>
                  <a:pt x="93876" y="344891"/>
                </a:cubicBezTo>
                <a:lnTo>
                  <a:pt x="365925" y="344891"/>
                </a:lnTo>
                <a:cubicBezTo>
                  <a:pt x="411905" y="342975"/>
                  <a:pt x="450222" y="308490"/>
                  <a:pt x="457885" y="262510"/>
                </a:cubicBezTo>
                <a:cubicBezTo>
                  <a:pt x="469380" y="218446"/>
                  <a:pt x="446390" y="172465"/>
                  <a:pt x="406158" y="151391"/>
                </a:cubicBezTo>
                <a:close/>
                <a:moveTo>
                  <a:pt x="438727" y="258678"/>
                </a:moveTo>
                <a:cubicBezTo>
                  <a:pt x="434895" y="295079"/>
                  <a:pt x="402326" y="323817"/>
                  <a:pt x="365925" y="325732"/>
                </a:cubicBezTo>
                <a:lnTo>
                  <a:pt x="93876" y="325732"/>
                </a:lnTo>
                <a:cubicBezTo>
                  <a:pt x="53643" y="325732"/>
                  <a:pt x="19158" y="295079"/>
                  <a:pt x="19158" y="252931"/>
                </a:cubicBezTo>
                <a:cubicBezTo>
                  <a:pt x="19158" y="220361"/>
                  <a:pt x="42148" y="191624"/>
                  <a:pt x="74718" y="183960"/>
                </a:cubicBezTo>
                <a:lnTo>
                  <a:pt x="82381" y="182045"/>
                </a:lnTo>
                <a:lnTo>
                  <a:pt x="82381" y="172465"/>
                </a:lnTo>
                <a:cubicBezTo>
                  <a:pt x="82381" y="170550"/>
                  <a:pt x="82381" y="168634"/>
                  <a:pt x="82381" y="168634"/>
                </a:cubicBezTo>
                <a:cubicBezTo>
                  <a:pt x="84297" y="84337"/>
                  <a:pt x="153267" y="17283"/>
                  <a:pt x="235648" y="19198"/>
                </a:cubicBezTo>
                <a:cubicBezTo>
                  <a:pt x="316113" y="17283"/>
                  <a:pt x="383168" y="78589"/>
                  <a:pt x="388915" y="159055"/>
                </a:cubicBezTo>
                <a:lnTo>
                  <a:pt x="388915" y="164802"/>
                </a:lnTo>
                <a:lnTo>
                  <a:pt x="394663" y="166718"/>
                </a:lnTo>
                <a:cubicBezTo>
                  <a:pt x="429148" y="182045"/>
                  <a:pt x="448306" y="222277"/>
                  <a:pt x="438727" y="258678"/>
                </a:cubicBezTo>
                <a:close/>
                <a:moveTo>
                  <a:pt x="316113" y="172465"/>
                </a:moveTo>
                <a:lnTo>
                  <a:pt x="316113" y="172465"/>
                </a:lnTo>
                <a:cubicBezTo>
                  <a:pt x="316113" y="220361"/>
                  <a:pt x="277796" y="258678"/>
                  <a:pt x="229901" y="258678"/>
                </a:cubicBezTo>
                <a:cubicBezTo>
                  <a:pt x="201163" y="258678"/>
                  <a:pt x="174341" y="243351"/>
                  <a:pt x="157099" y="218446"/>
                </a:cubicBezTo>
                <a:lnTo>
                  <a:pt x="172425" y="226109"/>
                </a:lnTo>
                <a:lnTo>
                  <a:pt x="180089" y="208866"/>
                </a:lnTo>
                <a:lnTo>
                  <a:pt x="153267" y="195455"/>
                </a:lnTo>
                <a:lnTo>
                  <a:pt x="147519" y="191624"/>
                </a:lnTo>
                <a:lnTo>
                  <a:pt x="147519" y="191624"/>
                </a:lnTo>
                <a:cubicBezTo>
                  <a:pt x="141772" y="187792"/>
                  <a:pt x="134109" y="191624"/>
                  <a:pt x="132193" y="197371"/>
                </a:cubicBezTo>
                <a:lnTo>
                  <a:pt x="130277" y="201203"/>
                </a:lnTo>
                <a:lnTo>
                  <a:pt x="126445" y="208866"/>
                </a:lnTo>
                <a:lnTo>
                  <a:pt x="114950" y="231856"/>
                </a:lnTo>
                <a:lnTo>
                  <a:pt x="132193" y="239520"/>
                </a:lnTo>
                <a:lnTo>
                  <a:pt x="139856" y="222277"/>
                </a:lnTo>
                <a:cubicBezTo>
                  <a:pt x="168594" y="272089"/>
                  <a:pt x="233732" y="289332"/>
                  <a:pt x="283544" y="260594"/>
                </a:cubicBezTo>
                <a:cubicBezTo>
                  <a:pt x="316113" y="241436"/>
                  <a:pt x="335272" y="208866"/>
                  <a:pt x="335272" y="172465"/>
                </a:cubicBezTo>
                <a:lnTo>
                  <a:pt x="316113" y="172465"/>
                </a:lnTo>
                <a:close/>
                <a:moveTo>
                  <a:pt x="310366" y="151391"/>
                </a:moveTo>
                <a:cubicBezTo>
                  <a:pt x="314197" y="153307"/>
                  <a:pt x="316113" y="153307"/>
                  <a:pt x="318029" y="153307"/>
                </a:cubicBezTo>
                <a:cubicBezTo>
                  <a:pt x="323777" y="153307"/>
                  <a:pt x="327608" y="151391"/>
                  <a:pt x="329524" y="145644"/>
                </a:cubicBezTo>
                <a:lnTo>
                  <a:pt x="331440" y="141812"/>
                </a:lnTo>
                <a:lnTo>
                  <a:pt x="335272" y="134149"/>
                </a:lnTo>
                <a:lnTo>
                  <a:pt x="346767" y="111159"/>
                </a:lnTo>
                <a:lnTo>
                  <a:pt x="329524" y="103495"/>
                </a:lnTo>
                <a:lnTo>
                  <a:pt x="321861" y="120738"/>
                </a:lnTo>
                <a:cubicBezTo>
                  <a:pt x="293123" y="70926"/>
                  <a:pt x="227985" y="53684"/>
                  <a:pt x="178173" y="82421"/>
                </a:cubicBezTo>
                <a:cubicBezTo>
                  <a:pt x="145604" y="99664"/>
                  <a:pt x="124529" y="134149"/>
                  <a:pt x="126445" y="172465"/>
                </a:cubicBezTo>
                <a:lnTo>
                  <a:pt x="145604" y="172465"/>
                </a:lnTo>
                <a:cubicBezTo>
                  <a:pt x="145604" y="124569"/>
                  <a:pt x="183920" y="86253"/>
                  <a:pt x="231816" y="86253"/>
                </a:cubicBezTo>
                <a:cubicBezTo>
                  <a:pt x="260554" y="86253"/>
                  <a:pt x="287376" y="101579"/>
                  <a:pt x="304618" y="126485"/>
                </a:cubicBezTo>
                <a:lnTo>
                  <a:pt x="287376" y="118822"/>
                </a:lnTo>
                <a:lnTo>
                  <a:pt x="279712" y="136065"/>
                </a:lnTo>
                <a:lnTo>
                  <a:pt x="306534" y="149475"/>
                </a:lnTo>
                <a:lnTo>
                  <a:pt x="310366" y="15139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151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Technology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(2 of 2)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D73A97-548C-4894-A8CC-3613AF9C567C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Firewall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Technology protection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Spam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Error message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Infected message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Computer virus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Infected files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Worm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Online fraud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Setting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Data recovery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Stealing money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Money laundering</a:t>
                      </a: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Anti-virus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Rehabilitation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Hacking password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Phishing password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Monitoring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Secure message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Personal security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Unlocked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Cloud security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Mobile security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Encryption data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Secret access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Trojan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Logic bomb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Hacker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Key set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Video surveillance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Scanned fingerprint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36" name="Graphic 321" descr="Firewall icon.">
            <a:extLst>
              <a:ext uri="{FF2B5EF4-FFF2-40B4-BE49-F238E27FC236}">
                <a16:creationId xmlns:a16="http://schemas.microsoft.com/office/drawing/2014/main" id="{96652DBF-5247-0788-A5F7-DBC810617B67}"/>
              </a:ext>
            </a:extLst>
          </p:cNvPr>
          <p:cNvSpPr/>
          <p:nvPr/>
        </p:nvSpPr>
        <p:spPr>
          <a:xfrm>
            <a:off x="942798" y="1451761"/>
            <a:ext cx="459050" cy="363494"/>
          </a:xfrm>
          <a:custGeom>
            <a:avLst/>
            <a:gdLst>
              <a:gd name="connsiteX0" fmla="*/ 445900 w 459050"/>
              <a:gd name="connsiteY0" fmla="*/ 172219 h 363494"/>
              <a:gd name="connsiteX1" fmla="*/ 313453 w 459050"/>
              <a:gd name="connsiteY1" fmla="*/ 172219 h 363494"/>
              <a:gd name="connsiteX2" fmla="*/ 334735 w 459050"/>
              <a:gd name="connsiteY2" fmla="*/ 109510 h 363494"/>
              <a:gd name="connsiteX3" fmla="*/ 334735 w 459050"/>
              <a:gd name="connsiteY3" fmla="*/ 14563 h 363494"/>
              <a:gd name="connsiteX4" fmla="*/ 320124 w 459050"/>
              <a:gd name="connsiteY4" fmla="*/ 0 h 363494"/>
              <a:gd name="connsiteX5" fmla="*/ 138929 w 459050"/>
              <a:gd name="connsiteY5" fmla="*/ 0 h 363494"/>
              <a:gd name="connsiteX6" fmla="*/ 124327 w 459050"/>
              <a:gd name="connsiteY6" fmla="*/ 14563 h 363494"/>
              <a:gd name="connsiteX7" fmla="*/ 124327 w 459050"/>
              <a:gd name="connsiteY7" fmla="*/ 109510 h 363494"/>
              <a:gd name="connsiteX8" fmla="*/ 145609 w 459050"/>
              <a:gd name="connsiteY8" fmla="*/ 172219 h 363494"/>
              <a:gd name="connsiteX9" fmla="*/ 19131 w 459050"/>
              <a:gd name="connsiteY9" fmla="*/ 172219 h 363494"/>
              <a:gd name="connsiteX10" fmla="*/ 0 w 459050"/>
              <a:gd name="connsiteY10" fmla="*/ 191351 h 363494"/>
              <a:gd name="connsiteX11" fmla="*/ 0 w 459050"/>
              <a:gd name="connsiteY11" fmla="*/ 344364 h 363494"/>
              <a:gd name="connsiteX12" fmla="*/ 19131 w 459050"/>
              <a:gd name="connsiteY12" fmla="*/ 363495 h 363494"/>
              <a:gd name="connsiteX13" fmla="*/ 439919 w 459050"/>
              <a:gd name="connsiteY13" fmla="*/ 363495 h 363494"/>
              <a:gd name="connsiteX14" fmla="*/ 459051 w 459050"/>
              <a:gd name="connsiteY14" fmla="*/ 344364 h 363494"/>
              <a:gd name="connsiteX15" fmla="*/ 459051 w 459050"/>
              <a:gd name="connsiteY15" fmla="*/ 185372 h 363494"/>
              <a:gd name="connsiteX16" fmla="*/ 445898 w 459050"/>
              <a:gd name="connsiteY16" fmla="*/ 172219 h 363494"/>
              <a:gd name="connsiteX17" fmla="*/ 143459 w 459050"/>
              <a:gd name="connsiteY17" fmla="*/ 109510 h 363494"/>
              <a:gd name="connsiteX18" fmla="*/ 143459 w 459050"/>
              <a:gd name="connsiteY18" fmla="*/ 19130 h 363494"/>
              <a:gd name="connsiteX19" fmla="*/ 315603 w 459050"/>
              <a:gd name="connsiteY19" fmla="*/ 19130 h 363494"/>
              <a:gd name="connsiteX20" fmla="*/ 315603 w 459050"/>
              <a:gd name="connsiteY20" fmla="*/ 109508 h 363494"/>
              <a:gd name="connsiteX21" fmla="*/ 229531 w 459050"/>
              <a:gd name="connsiteY21" fmla="*/ 228500 h 363494"/>
              <a:gd name="connsiteX22" fmla="*/ 143459 w 459050"/>
              <a:gd name="connsiteY22" fmla="*/ 109508 h 363494"/>
              <a:gd name="connsiteX23" fmla="*/ 306038 w 459050"/>
              <a:gd name="connsiteY23" fmla="*/ 191351 h 363494"/>
              <a:gd name="connsiteX24" fmla="*/ 306038 w 459050"/>
              <a:gd name="connsiteY24" fmla="*/ 258291 h 363494"/>
              <a:gd name="connsiteX25" fmla="*/ 153025 w 459050"/>
              <a:gd name="connsiteY25" fmla="*/ 258291 h 363494"/>
              <a:gd name="connsiteX26" fmla="*/ 153025 w 459050"/>
              <a:gd name="connsiteY26" fmla="*/ 191351 h 363494"/>
              <a:gd name="connsiteX27" fmla="*/ 159900 w 459050"/>
              <a:gd name="connsiteY27" fmla="*/ 191351 h 363494"/>
              <a:gd name="connsiteX28" fmla="*/ 221452 w 459050"/>
              <a:gd name="connsiteY28" fmla="*/ 246166 h 363494"/>
              <a:gd name="connsiteX29" fmla="*/ 229523 w 459050"/>
              <a:gd name="connsiteY29" fmla="*/ 248661 h 363494"/>
              <a:gd name="connsiteX30" fmla="*/ 237641 w 459050"/>
              <a:gd name="connsiteY30" fmla="*/ 246156 h 363494"/>
              <a:gd name="connsiteX31" fmla="*/ 299166 w 459050"/>
              <a:gd name="connsiteY31" fmla="*/ 191351 h 363494"/>
              <a:gd name="connsiteX32" fmla="*/ 306040 w 459050"/>
              <a:gd name="connsiteY32" fmla="*/ 191351 h 363494"/>
              <a:gd name="connsiteX33" fmla="*/ 19131 w 459050"/>
              <a:gd name="connsiteY33" fmla="*/ 191351 h 363494"/>
              <a:gd name="connsiteX34" fmla="*/ 133891 w 459050"/>
              <a:gd name="connsiteY34" fmla="*/ 191351 h 363494"/>
              <a:gd name="connsiteX35" fmla="*/ 133891 w 459050"/>
              <a:gd name="connsiteY35" fmla="*/ 258291 h 363494"/>
              <a:gd name="connsiteX36" fmla="*/ 19131 w 459050"/>
              <a:gd name="connsiteY36" fmla="*/ 258291 h 363494"/>
              <a:gd name="connsiteX37" fmla="*/ 19131 w 459050"/>
              <a:gd name="connsiteY37" fmla="*/ 191351 h 363494"/>
              <a:gd name="connsiteX38" fmla="*/ 57385 w 459050"/>
              <a:gd name="connsiteY38" fmla="*/ 344364 h 363494"/>
              <a:gd name="connsiteX39" fmla="*/ 19131 w 459050"/>
              <a:gd name="connsiteY39" fmla="*/ 344364 h 363494"/>
              <a:gd name="connsiteX40" fmla="*/ 19131 w 459050"/>
              <a:gd name="connsiteY40" fmla="*/ 277423 h 363494"/>
              <a:gd name="connsiteX41" fmla="*/ 57385 w 459050"/>
              <a:gd name="connsiteY41" fmla="*/ 277423 h 363494"/>
              <a:gd name="connsiteX42" fmla="*/ 57385 w 459050"/>
              <a:gd name="connsiteY42" fmla="*/ 344364 h 363494"/>
              <a:gd name="connsiteX43" fmla="*/ 219963 w 459050"/>
              <a:gd name="connsiteY43" fmla="*/ 344364 h 363494"/>
              <a:gd name="connsiteX44" fmla="*/ 76516 w 459050"/>
              <a:gd name="connsiteY44" fmla="*/ 344364 h 363494"/>
              <a:gd name="connsiteX45" fmla="*/ 76516 w 459050"/>
              <a:gd name="connsiteY45" fmla="*/ 277423 h 363494"/>
              <a:gd name="connsiteX46" fmla="*/ 219963 w 459050"/>
              <a:gd name="connsiteY46" fmla="*/ 277423 h 363494"/>
              <a:gd name="connsiteX47" fmla="*/ 219963 w 459050"/>
              <a:gd name="connsiteY47" fmla="*/ 344364 h 363494"/>
              <a:gd name="connsiteX48" fmla="*/ 382542 w 459050"/>
              <a:gd name="connsiteY48" fmla="*/ 344364 h 363494"/>
              <a:gd name="connsiteX49" fmla="*/ 239095 w 459050"/>
              <a:gd name="connsiteY49" fmla="*/ 344364 h 363494"/>
              <a:gd name="connsiteX50" fmla="*/ 239095 w 459050"/>
              <a:gd name="connsiteY50" fmla="*/ 277423 h 363494"/>
              <a:gd name="connsiteX51" fmla="*/ 382542 w 459050"/>
              <a:gd name="connsiteY51" fmla="*/ 277423 h 363494"/>
              <a:gd name="connsiteX52" fmla="*/ 382542 w 459050"/>
              <a:gd name="connsiteY52" fmla="*/ 344364 h 363494"/>
              <a:gd name="connsiteX53" fmla="*/ 439917 w 459050"/>
              <a:gd name="connsiteY53" fmla="*/ 344364 h 363494"/>
              <a:gd name="connsiteX54" fmla="*/ 401674 w 459050"/>
              <a:gd name="connsiteY54" fmla="*/ 344364 h 363494"/>
              <a:gd name="connsiteX55" fmla="*/ 401674 w 459050"/>
              <a:gd name="connsiteY55" fmla="*/ 277423 h 363494"/>
              <a:gd name="connsiteX56" fmla="*/ 439917 w 459050"/>
              <a:gd name="connsiteY56" fmla="*/ 277423 h 363494"/>
              <a:gd name="connsiteX57" fmla="*/ 439917 w 459050"/>
              <a:gd name="connsiteY57" fmla="*/ 344364 h 363494"/>
              <a:gd name="connsiteX58" fmla="*/ 439917 w 459050"/>
              <a:gd name="connsiteY58" fmla="*/ 258291 h 363494"/>
              <a:gd name="connsiteX59" fmla="*/ 325167 w 459050"/>
              <a:gd name="connsiteY59" fmla="*/ 258291 h 363494"/>
              <a:gd name="connsiteX60" fmla="*/ 325167 w 459050"/>
              <a:gd name="connsiteY60" fmla="*/ 191351 h 363494"/>
              <a:gd name="connsiteX61" fmla="*/ 439917 w 459050"/>
              <a:gd name="connsiteY61" fmla="*/ 191351 h 363494"/>
              <a:gd name="connsiteX62" fmla="*/ 439917 w 459050"/>
              <a:gd name="connsiteY62" fmla="*/ 258291 h 363494"/>
              <a:gd name="connsiteX63" fmla="*/ 211358 w 459050"/>
              <a:gd name="connsiteY63" fmla="*/ 148464 h 363494"/>
              <a:gd name="connsiteX64" fmla="*/ 186650 w 459050"/>
              <a:gd name="connsiteY64" fmla="*/ 115741 h 363494"/>
              <a:gd name="connsiteX65" fmla="*/ 201915 w 459050"/>
              <a:gd name="connsiteY65" fmla="*/ 104215 h 363494"/>
              <a:gd name="connsiteX66" fmla="*/ 220541 w 459050"/>
              <a:gd name="connsiteY66" fmla="*/ 128877 h 363494"/>
              <a:gd name="connsiteX67" fmla="*/ 281616 w 459050"/>
              <a:gd name="connsiteY67" fmla="*/ 47222 h 363494"/>
              <a:gd name="connsiteX68" fmla="*/ 296937 w 459050"/>
              <a:gd name="connsiteY68" fmla="*/ 58674 h 363494"/>
              <a:gd name="connsiteX69" fmla="*/ 226989 w 459050"/>
              <a:gd name="connsiteY69" fmla="*/ 152192 h 363494"/>
              <a:gd name="connsiteX70" fmla="*/ 220627 w 459050"/>
              <a:gd name="connsiteY70" fmla="*/ 153025 h 363494"/>
              <a:gd name="connsiteX71" fmla="*/ 220572 w 459050"/>
              <a:gd name="connsiteY71" fmla="*/ 153025 h 363494"/>
              <a:gd name="connsiteX72" fmla="*/ 211362 w 459050"/>
              <a:gd name="connsiteY72" fmla="*/ 148466 h 3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9050" h="363494">
                <a:moveTo>
                  <a:pt x="445900" y="172219"/>
                </a:moveTo>
                <a:lnTo>
                  <a:pt x="313453" y="172219"/>
                </a:lnTo>
                <a:cubicBezTo>
                  <a:pt x="325883" y="153277"/>
                  <a:pt x="334735" y="132007"/>
                  <a:pt x="334735" y="109510"/>
                </a:cubicBezTo>
                <a:lnTo>
                  <a:pt x="334735" y="14563"/>
                </a:lnTo>
                <a:cubicBezTo>
                  <a:pt x="334735" y="6530"/>
                  <a:pt x="328177" y="0"/>
                  <a:pt x="320124" y="0"/>
                </a:cubicBezTo>
                <a:lnTo>
                  <a:pt x="138929" y="0"/>
                </a:lnTo>
                <a:cubicBezTo>
                  <a:pt x="130876" y="0"/>
                  <a:pt x="124327" y="6530"/>
                  <a:pt x="124327" y="14563"/>
                </a:cubicBezTo>
                <a:lnTo>
                  <a:pt x="124327" y="109510"/>
                </a:lnTo>
                <a:cubicBezTo>
                  <a:pt x="124327" y="132007"/>
                  <a:pt x="133180" y="153279"/>
                  <a:pt x="145609" y="172219"/>
                </a:cubicBezTo>
                <a:lnTo>
                  <a:pt x="19131" y="172219"/>
                </a:lnTo>
                <a:cubicBezTo>
                  <a:pt x="8586" y="172219"/>
                  <a:pt x="0" y="180803"/>
                  <a:pt x="0" y="191351"/>
                </a:cubicBezTo>
                <a:lnTo>
                  <a:pt x="0" y="344364"/>
                </a:lnTo>
                <a:cubicBezTo>
                  <a:pt x="0" y="354911"/>
                  <a:pt x="8584" y="363495"/>
                  <a:pt x="19131" y="363495"/>
                </a:cubicBezTo>
                <a:lnTo>
                  <a:pt x="439919" y="363495"/>
                </a:lnTo>
                <a:cubicBezTo>
                  <a:pt x="450476" y="363495"/>
                  <a:pt x="459051" y="354911"/>
                  <a:pt x="459051" y="344364"/>
                </a:cubicBezTo>
                <a:lnTo>
                  <a:pt x="459051" y="185372"/>
                </a:lnTo>
                <a:cubicBezTo>
                  <a:pt x="459051" y="178123"/>
                  <a:pt x="453147" y="172219"/>
                  <a:pt x="445898" y="172219"/>
                </a:cubicBezTo>
                <a:close/>
                <a:moveTo>
                  <a:pt x="143459" y="109510"/>
                </a:moveTo>
                <a:lnTo>
                  <a:pt x="143459" y="19130"/>
                </a:lnTo>
                <a:lnTo>
                  <a:pt x="315603" y="19130"/>
                </a:lnTo>
                <a:lnTo>
                  <a:pt x="315603" y="109508"/>
                </a:lnTo>
                <a:cubicBezTo>
                  <a:pt x="315603" y="164213"/>
                  <a:pt x="248867" y="214955"/>
                  <a:pt x="229531" y="228500"/>
                </a:cubicBezTo>
                <a:cubicBezTo>
                  <a:pt x="210157" y="214926"/>
                  <a:pt x="143459" y="164193"/>
                  <a:pt x="143459" y="109508"/>
                </a:cubicBezTo>
                <a:close/>
                <a:moveTo>
                  <a:pt x="306038" y="191351"/>
                </a:moveTo>
                <a:lnTo>
                  <a:pt x="306038" y="258291"/>
                </a:lnTo>
                <a:lnTo>
                  <a:pt x="153025" y="258291"/>
                </a:lnTo>
                <a:lnTo>
                  <a:pt x="153025" y="191351"/>
                </a:lnTo>
                <a:lnTo>
                  <a:pt x="159900" y="191351"/>
                </a:lnTo>
                <a:cubicBezTo>
                  <a:pt x="182326" y="218002"/>
                  <a:pt x="209246" y="237867"/>
                  <a:pt x="221452" y="246166"/>
                </a:cubicBezTo>
                <a:cubicBezTo>
                  <a:pt x="223899" y="247828"/>
                  <a:pt x="226711" y="248661"/>
                  <a:pt x="229523" y="248661"/>
                </a:cubicBezTo>
                <a:cubicBezTo>
                  <a:pt x="232345" y="248661"/>
                  <a:pt x="235165" y="247821"/>
                  <a:pt x="237641" y="246156"/>
                </a:cubicBezTo>
                <a:cubicBezTo>
                  <a:pt x="249830" y="237861"/>
                  <a:pt x="276742" y="218001"/>
                  <a:pt x="299166" y="191351"/>
                </a:cubicBezTo>
                <a:lnTo>
                  <a:pt x="306040" y="191351"/>
                </a:lnTo>
                <a:close/>
                <a:moveTo>
                  <a:pt x="19131" y="191351"/>
                </a:moveTo>
                <a:lnTo>
                  <a:pt x="133891" y="191351"/>
                </a:lnTo>
                <a:lnTo>
                  <a:pt x="133891" y="258291"/>
                </a:lnTo>
                <a:lnTo>
                  <a:pt x="19131" y="258291"/>
                </a:lnTo>
                <a:lnTo>
                  <a:pt x="19131" y="191351"/>
                </a:lnTo>
                <a:close/>
                <a:moveTo>
                  <a:pt x="57385" y="344364"/>
                </a:moveTo>
                <a:lnTo>
                  <a:pt x="19131" y="344364"/>
                </a:lnTo>
                <a:lnTo>
                  <a:pt x="19131" y="277423"/>
                </a:lnTo>
                <a:lnTo>
                  <a:pt x="57385" y="277423"/>
                </a:lnTo>
                <a:lnTo>
                  <a:pt x="57385" y="344364"/>
                </a:lnTo>
                <a:close/>
                <a:moveTo>
                  <a:pt x="219963" y="344364"/>
                </a:moveTo>
                <a:lnTo>
                  <a:pt x="76516" y="344364"/>
                </a:lnTo>
                <a:lnTo>
                  <a:pt x="76516" y="277423"/>
                </a:lnTo>
                <a:lnTo>
                  <a:pt x="219963" y="277423"/>
                </a:lnTo>
                <a:lnTo>
                  <a:pt x="219963" y="344364"/>
                </a:lnTo>
                <a:close/>
                <a:moveTo>
                  <a:pt x="382542" y="344364"/>
                </a:moveTo>
                <a:lnTo>
                  <a:pt x="239095" y="344364"/>
                </a:lnTo>
                <a:lnTo>
                  <a:pt x="239095" y="277423"/>
                </a:lnTo>
                <a:lnTo>
                  <a:pt x="382542" y="277423"/>
                </a:lnTo>
                <a:lnTo>
                  <a:pt x="382542" y="344364"/>
                </a:lnTo>
                <a:close/>
                <a:moveTo>
                  <a:pt x="439917" y="344364"/>
                </a:moveTo>
                <a:lnTo>
                  <a:pt x="401674" y="344364"/>
                </a:lnTo>
                <a:lnTo>
                  <a:pt x="401674" y="277423"/>
                </a:lnTo>
                <a:lnTo>
                  <a:pt x="439917" y="277423"/>
                </a:lnTo>
                <a:lnTo>
                  <a:pt x="439917" y="344364"/>
                </a:lnTo>
                <a:close/>
                <a:moveTo>
                  <a:pt x="439917" y="258291"/>
                </a:moveTo>
                <a:lnTo>
                  <a:pt x="325167" y="258291"/>
                </a:lnTo>
                <a:lnTo>
                  <a:pt x="325167" y="191351"/>
                </a:lnTo>
                <a:lnTo>
                  <a:pt x="439917" y="191351"/>
                </a:lnTo>
                <a:lnTo>
                  <a:pt x="439917" y="258291"/>
                </a:lnTo>
                <a:close/>
                <a:moveTo>
                  <a:pt x="211358" y="148464"/>
                </a:moveTo>
                <a:lnTo>
                  <a:pt x="186650" y="115741"/>
                </a:lnTo>
                <a:lnTo>
                  <a:pt x="201915" y="104215"/>
                </a:lnTo>
                <a:lnTo>
                  <a:pt x="220541" y="128877"/>
                </a:lnTo>
                <a:lnTo>
                  <a:pt x="281616" y="47222"/>
                </a:lnTo>
                <a:lnTo>
                  <a:pt x="296937" y="58674"/>
                </a:lnTo>
                <a:lnTo>
                  <a:pt x="226989" y="152192"/>
                </a:lnTo>
                <a:lnTo>
                  <a:pt x="220627" y="153025"/>
                </a:lnTo>
                <a:lnTo>
                  <a:pt x="220572" y="153025"/>
                </a:lnTo>
                <a:cubicBezTo>
                  <a:pt x="216975" y="153025"/>
                  <a:pt x="213537" y="151324"/>
                  <a:pt x="211362" y="148466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Graphic 369" descr="Technology protection icon.">
            <a:extLst>
              <a:ext uri="{FF2B5EF4-FFF2-40B4-BE49-F238E27FC236}">
                <a16:creationId xmlns:a16="http://schemas.microsoft.com/office/drawing/2014/main" id="{256207D0-8EAE-5922-61B7-59D97F5AAEAF}"/>
              </a:ext>
            </a:extLst>
          </p:cNvPr>
          <p:cNvSpPr/>
          <p:nvPr/>
        </p:nvSpPr>
        <p:spPr>
          <a:xfrm>
            <a:off x="2219350" y="1289845"/>
            <a:ext cx="382628" cy="459154"/>
          </a:xfrm>
          <a:custGeom>
            <a:avLst/>
            <a:gdLst>
              <a:gd name="connsiteX0" fmla="*/ 363497 w 382628"/>
              <a:gd name="connsiteY0" fmla="*/ 0 h 459154"/>
              <a:gd name="connsiteX1" fmla="*/ 19131 w 382628"/>
              <a:gd name="connsiteY1" fmla="*/ 0 h 459154"/>
              <a:gd name="connsiteX2" fmla="*/ 0 w 382628"/>
              <a:gd name="connsiteY2" fmla="*/ 19131 h 459154"/>
              <a:gd name="connsiteX3" fmla="*/ 0 w 382628"/>
              <a:gd name="connsiteY3" fmla="*/ 201169 h 459154"/>
              <a:gd name="connsiteX4" fmla="*/ 180721 w 382628"/>
              <a:gd name="connsiteY4" fmla="*/ 455846 h 459154"/>
              <a:gd name="connsiteX5" fmla="*/ 191314 w 382628"/>
              <a:gd name="connsiteY5" fmla="*/ 459154 h 459154"/>
              <a:gd name="connsiteX6" fmla="*/ 201907 w 382628"/>
              <a:gd name="connsiteY6" fmla="*/ 455846 h 459154"/>
              <a:gd name="connsiteX7" fmla="*/ 382628 w 382628"/>
              <a:gd name="connsiteY7" fmla="*/ 201169 h 459154"/>
              <a:gd name="connsiteX8" fmla="*/ 382628 w 382628"/>
              <a:gd name="connsiteY8" fmla="*/ 19131 h 459154"/>
              <a:gd name="connsiteX9" fmla="*/ 363497 w 382628"/>
              <a:gd name="connsiteY9" fmla="*/ 0 h 459154"/>
              <a:gd name="connsiteX10" fmla="*/ 363497 w 382628"/>
              <a:gd name="connsiteY10" fmla="*/ 201169 h 459154"/>
              <a:gd name="connsiteX11" fmla="*/ 191538 w 382628"/>
              <a:gd name="connsiteY11" fmla="*/ 440059 h 459154"/>
              <a:gd name="connsiteX12" fmla="*/ 19131 w 382628"/>
              <a:gd name="connsiteY12" fmla="*/ 201169 h 459154"/>
              <a:gd name="connsiteX13" fmla="*/ 19131 w 382628"/>
              <a:gd name="connsiteY13" fmla="*/ 19131 h 459154"/>
              <a:gd name="connsiteX14" fmla="*/ 363497 w 382628"/>
              <a:gd name="connsiteY14" fmla="*/ 19131 h 459154"/>
              <a:gd name="connsiteX15" fmla="*/ 363497 w 382628"/>
              <a:gd name="connsiteY15" fmla="*/ 201169 h 459154"/>
              <a:gd name="connsiteX16" fmla="*/ 171827 w 382628"/>
              <a:gd name="connsiteY16" fmla="*/ 258553 h 459154"/>
              <a:gd name="connsiteX17" fmla="*/ 130097 w 382628"/>
              <a:gd name="connsiteY17" fmla="*/ 202793 h 459154"/>
              <a:gd name="connsiteX18" fmla="*/ 145408 w 382628"/>
              <a:gd name="connsiteY18" fmla="*/ 191331 h 459154"/>
              <a:gd name="connsiteX19" fmla="*/ 182456 w 382628"/>
              <a:gd name="connsiteY19" fmla="*/ 240822 h 459154"/>
              <a:gd name="connsiteX20" fmla="*/ 300178 w 382628"/>
              <a:gd name="connsiteY20" fmla="*/ 82072 h 459154"/>
              <a:gd name="connsiteX21" fmla="*/ 315534 w 382628"/>
              <a:gd name="connsiteY21" fmla="*/ 93459 h 459154"/>
              <a:gd name="connsiteX22" fmla="*/ 193225 w 382628"/>
              <a:gd name="connsiteY22" fmla="*/ 258421 h 459154"/>
              <a:gd name="connsiteX23" fmla="*/ 182474 w 382628"/>
              <a:gd name="connsiteY23" fmla="*/ 263839 h 459154"/>
              <a:gd name="connsiteX24" fmla="*/ 171825 w 382628"/>
              <a:gd name="connsiteY24" fmla="*/ 258552 h 45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82628" h="459154">
                <a:moveTo>
                  <a:pt x="363497" y="0"/>
                </a:moveTo>
                <a:lnTo>
                  <a:pt x="19131" y="0"/>
                </a:lnTo>
                <a:cubicBezTo>
                  <a:pt x="8584" y="0"/>
                  <a:pt x="0" y="8584"/>
                  <a:pt x="0" y="19131"/>
                </a:cubicBezTo>
                <a:lnTo>
                  <a:pt x="0" y="201169"/>
                </a:lnTo>
                <a:cubicBezTo>
                  <a:pt x="0" y="322525"/>
                  <a:pt x="138330" y="426786"/>
                  <a:pt x="180721" y="455846"/>
                </a:cubicBezTo>
                <a:cubicBezTo>
                  <a:pt x="183945" y="458050"/>
                  <a:pt x="187624" y="459154"/>
                  <a:pt x="191314" y="459154"/>
                </a:cubicBezTo>
                <a:cubicBezTo>
                  <a:pt x="195005" y="459154"/>
                  <a:pt x="198693" y="458052"/>
                  <a:pt x="201907" y="455846"/>
                </a:cubicBezTo>
                <a:cubicBezTo>
                  <a:pt x="244299" y="426786"/>
                  <a:pt x="382628" y="322523"/>
                  <a:pt x="382628" y="201169"/>
                </a:cubicBezTo>
                <a:lnTo>
                  <a:pt x="382628" y="19131"/>
                </a:lnTo>
                <a:cubicBezTo>
                  <a:pt x="382628" y="8584"/>
                  <a:pt x="374054" y="0"/>
                  <a:pt x="363497" y="0"/>
                </a:cubicBezTo>
                <a:close/>
                <a:moveTo>
                  <a:pt x="363497" y="201169"/>
                </a:moveTo>
                <a:cubicBezTo>
                  <a:pt x="363497" y="316061"/>
                  <a:pt x="219881" y="420331"/>
                  <a:pt x="191538" y="440059"/>
                </a:cubicBezTo>
                <a:cubicBezTo>
                  <a:pt x="162747" y="420331"/>
                  <a:pt x="19131" y="316061"/>
                  <a:pt x="19131" y="201169"/>
                </a:cubicBezTo>
                <a:lnTo>
                  <a:pt x="19131" y="19131"/>
                </a:lnTo>
                <a:lnTo>
                  <a:pt x="363497" y="19131"/>
                </a:lnTo>
                <a:lnTo>
                  <a:pt x="363497" y="201169"/>
                </a:lnTo>
                <a:close/>
                <a:moveTo>
                  <a:pt x="171827" y="258553"/>
                </a:moveTo>
                <a:lnTo>
                  <a:pt x="130097" y="202793"/>
                </a:lnTo>
                <a:lnTo>
                  <a:pt x="145408" y="191331"/>
                </a:lnTo>
                <a:lnTo>
                  <a:pt x="182456" y="240822"/>
                </a:lnTo>
                <a:lnTo>
                  <a:pt x="300178" y="82072"/>
                </a:lnTo>
                <a:lnTo>
                  <a:pt x="315534" y="93459"/>
                </a:lnTo>
                <a:lnTo>
                  <a:pt x="193225" y="258421"/>
                </a:lnTo>
                <a:cubicBezTo>
                  <a:pt x="190713" y="261821"/>
                  <a:pt x="186248" y="264260"/>
                  <a:pt x="182474" y="263839"/>
                </a:cubicBezTo>
                <a:cubicBezTo>
                  <a:pt x="178316" y="263839"/>
                  <a:pt x="174347" y="261869"/>
                  <a:pt x="171825" y="258552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Graphic 389" descr="Spam icon.">
            <a:extLst>
              <a:ext uri="{FF2B5EF4-FFF2-40B4-BE49-F238E27FC236}">
                <a16:creationId xmlns:a16="http://schemas.microsoft.com/office/drawing/2014/main" id="{255396C9-BEBD-5474-7D43-5B86377C101C}"/>
              </a:ext>
            </a:extLst>
          </p:cNvPr>
          <p:cNvSpPr/>
          <p:nvPr/>
        </p:nvSpPr>
        <p:spPr>
          <a:xfrm>
            <a:off x="3426426" y="1394364"/>
            <a:ext cx="420893" cy="420891"/>
          </a:xfrm>
          <a:custGeom>
            <a:avLst/>
            <a:gdLst>
              <a:gd name="connsiteX0" fmla="*/ 200880 w 420893"/>
              <a:gd name="connsiteY0" fmla="*/ 86552 h 420891"/>
              <a:gd name="connsiteX1" fmla="*/ 220011 w 420893"/>
              <a:gd name="connsiteY1" fmla="*/ 86552 h 420891"/>
              <a:gd name="connsiteX2" fmla="*/ 220011 w 420893"/>
              <a:gd name="connsiteY2" fmla="*/ 133746 h 420891"/>
              <a:gd name="connsiteX3" fmla="*/ 200880 w 420893"/>
              <a:gd name="connsiteY3" fmla="*/ 133746 h 420891"/>
              <a:gd name="connsiteX4" fmla="*/ 200880 w 420893"/>
              <a:gd name="connsiteY4" fmla="*/ 86552 h 420891"/>
              <a:gd name="connsiteX5" fmla="*/ 121991 w 420893"/>
              <a:gd name="connsiteY5" fmla="*/ 181134 h 420891"/>
              <a:gd name="connsiteX6" fmla="*/ 122533 w 420893"/>
              <a:gd name="connsiteY6" fmla="*/ 161789 h 420891"/>
              <a:gd name="connsiteX7" fmla="*/ 194247 w 420893"/>
              <a:gd name="connsiteY7" fmla="*/ 47467 h 420891"/>
              <a:gd name="connsiteX8" fmla="*/ 210455 w 420893"/>
              <a:gd name="connsiteY8" fmla="*/ 38508 h 420891"/>
              <a:gd name="connsiteX9" fmla="*/ 210465 w 420893"/>
              <a:gd name="connsiteY9" fmla="*/ 38508 h 420891"/>
              <a:gd name="connsiteX10" fmla="*/ 226663 w 420893"/>
              <a:gd name="connsiteY10" fmla="*/ 47477 h 420891"/>
              <a:gd name="connsiteX11" fmla="*/ 298368 w 420893"/>
              <a:gd name="connsiteY11" fmla="*/ 161789 h 420891"/>
              <a:gd name="connsiteX12" fmla="*/ 298890 w 420893"/>
              <a:gd name="connsiteY12" fmla="*/ 181134 h 420891"/>
              <a:gd name="connsiteX13" fmla="*/ 282150 w 420893"/>
              <a:gd name="connsiteY13" fmla="*/ 190999 h 420891"/>
              <a:gd name="connsiteX14" fmla="*/ 138739 w 420893"/>
              <a:gd name="connsiteY14" fmla="*/ 190999 h 420891"/>
              <a:gd name="connsiteX15" fmla="*/ 121990 w 420893"/>
              <a:gd name="connsiteY15" fmla="*/ 181134 h 420891"/>
              <a:gd name="connsiteX16" fmla="*/ 138731 w 420893"/>
              <a:gd name="connsiteY16" fmla="*/ 171951 h 420891"/>
              <a:gd name="connsiteX17" fmla="*/ 282152 w 420893"/>
              <a:gd name="connsiteY17" fmla="*/ 171867 h 420891"/>
              <a:gd name="connsiteX18" fmla="*/ 282208 w 420893"/>
              <a:gd name="connsiteY18" fmla="*/ 171867 h 420891"/>
              <a:gd name="connsiteX19" fmla="*/ 210455 w 420893"/>
              <a:gd name="connsiteY19" fmla="*/ 57630 h 420891"/>
              <a:gd name="connsiteX20" fmla="*/ 138731 w 420893"/>
              <a:gd name="connsiteY20" fmla="*/ 171951 h 420891"/>
              <a:gd name="connsiteX21" fmla="*/ 200888 w 420893"/>
              <a:gd name="connsiteY21" fmla="*/ 162261 h 420891"/>
              <a:gd name="connsiteX22" fmla="*/ 220006 w 420893"/>
              <a:gd name="connsiteY22" fmla="*/ 162261 h 420891"/>
              <a:gd name="connsiteX23" fmla="*/ 220006 w 420893"/>
              <a:gd name="connsiteY23" fmla="*/ 143556 h 420891"/>
              <a:gd name="connsiteX24" fmla="*/ 200888 w 420893"/>
              <a:gd name="connsiteY24" fmla="*/ 143556 h 420891"/>
              <a:gd name="connsiteX25" fmla="*/ 200888 w 420893"/>
              <a:gd name="connsiteY25" fmla="*/ 162261 h 420891"/>
              <a:gd name="connsiteX26" fmla="*/ 420891 w 420893"/>
              <a:gd name="connsiteY26" fmla="*/ 143440 h 420891"/>
              <a:gd name="connsiteX27" fmla="*/ 420891 w 420893"/>
              <a:gd name="connsiteY27" fmla="*/ 401760 h 420891"/>
              <a:gd name="connsiteX28" fmla="*/ 401760 w 420893"/>
              <a:gd name="connsiteY28" fmla="*/ 420891 h 420891"/>
              <a:gd name="connsiteX29" fmla="*/ 19131 w 420893"/>
              <a:gd name="connsiteY29" fmla="*/ 420891 h 420891"/>
              <a:gd name="connsiteX30" fmla="*/ 0 w 420893"/>
              <a:gd name="connsiteY30" fmla="*/ 401760 h 420891"/>
              <a:gd name="connsiteX31" fmla="*/ 0 w 420893"/>
              <a:gd name="connsiteY31" fmla="*/ 143440 h 420891"/>
              <a:gd name="connsiteX32" fmla="*/ 7651 w 420893"/>
              <a:gd name="connsiteY32" fmla="*/ 128138 h 420891"/>
              <a:gd name="connsiteX33" fmla="*/ 57394 w 420893"/>
              <a:gd name="connsiteY33" fmla="*/ 90876 h 420891"/>
              <a:gd name="connsiteX34" fmla="*/ 57394 w 420893"/>
              <a:gd name="connsiteY34" fmla="*/ 19131 h 420891"/>
              <a:gd name="connsiteX35" fmla="*/ 76526 w 420893"/>
              <a:gd name="connsiteY35" fmla="*/ 0 h 420891"/>
              <a:gd name="connsiteX36" fmla="*/ 344534 w 420893"/>
              <a:gd name="connsiteY36" fmla="*/ 0 h 420891"/>
              <a:gd name="connsiteX37" fmla="*/ 363535 w 420893"/>
              <a:gd name="connsiteY37" fmla="*/ 18823 h 420891"/>
              <a:gd name="connsiteX38" fmla="*/ 363549 w 420893"/>
              <a:gd name="connsiteY38" fmla="*/ 90916 h 420891"/>
              <a:gd name="connsiteX39" fmla="*/ 413233 w 420893"/>
              <a:gd name="connsiteY39" fmla="*/ 128119 h 420891"/>
              <a:gd name="connsiteX40" fmla="*/ 420893 w 420893"/>
              <a:gd name="connsiteY40" fmla="*/ 143440 h 420891"/>
              <a:gd name="connsiteX41" fmla="*/ 19131 w 420893"/>
              <a:gd name="connsiteY41" fmla="*/ 167436 h 420891"/>
              <a:gd name="connsiteX42" fmla="*/ 19131 w 420893"/>
              <a:gd name="connsiteY42" fmla="*/ 388234 h 420891"/>
              <a:gd name="connsiteX43" fmla="*/ 145383 w 420893"/>
              <a:gd name="connsiteY43" fmla="*/ 261982 h 420891"/>
              <a:gd name="connsiteX44" fmla="*/ 19131 w 420893"/>
              <a:gd name="connsiteY44" fmla="*/ 167436 h 420891"/>
              <a:gd name="connsiteX45" fmla="*/ 32657 w 420893"/>
              <a:gd name="connsiteY45" fmla="*/ 401760 h 420891"/>
              <a:gd name="connsiteX46" fmla="*/ 388232 w 420893"/>
              <a:gd name="connsiteY46" fmla="*/ 401760 h 420891"/>
              <a:gd name="connsiteX47" fmla="*/ 260044 w 420893"/>
              <a:gd name="connsiteY47" fmla="*/ 273572 h 420891"/>
              <a:gd name="connsiteX48" fmla="*/ 221917 w 420893"/>
              <a:gd name="connsiteY48" fmla="*/ 302123 h 420891"/>
              <a:gd name="connsiteX49" fmla="*/ 210446 w 420893"/>
              <a:gd name="connsiteY49" fmla="*/ 305915 h 420891"/>
              <a:gd name="connsiteX50" fmla="*/ 198974 w 420893"/>
              <a:gd name="connsiteY50" fmla="*/ 302114 h 420891"/>
              <a:gd name="connsiteX51" fmla="*/ 160853 w 420893"/>
              <a:gd name="connsiteY51" fmla="*/ 273566 h 420891"/>
              <a:gd name="connsiteX52" fmla="*/ 32659 w 420893"/>
              <a:gd name="connsiteY52" fmla="*/ 401760 h 420891"/>
              <a:gd name="connsiteX53" fmla="*/ 401760 w 420893"/>
              <a:gd name="connsiteY53" fmla="*/ 388234 h 420891"/>
              <a:gd name="connsiteX54" fmla="*/ 401760 w 420893"/>
              <a:gd name="connsiteY54" fmla="*/ 167444 h 420891"/>
              <a:gd name="connsiteX55" fmla="*/ 275513 w 420893"/>
              <a:gd name="connsiteY55" fmla="*/ 261988 h 420891"/>
              <a:gd name="connsiteX56" fmla="*/ 401760 w 420893"/>
              <a:gd name="connsiteY56" fmla="*/ 388234 h 420891"/>
              <a:gd name="connsiteX57" fmla="*/ 363539 w 420893"/>
              <a:gd name="connsiteY57" fmla="*/ 114821 h 420891"/>
              <a:gd name="connsiteX58" fmla="*/ 363510 w 420893"/>
              <a:gd name="connsiteY58" fmla="*/ 172177 h 420891"/>
              <a:gd name="connsiteX59" fmla="*/ 401760 w 420893"/>
              <a:gd name="connsiteY59" fmla="*/ 143532 h 420891"/>
              <a:gd name="connsiteX60" fmla="*/ 401760 w 420893"/>
              <a:gd name="connsiteY60" fmla="*/ 143438 h 420891"/>
              <a:gd name="connsiteX61" fmla="*/ 363539 w 420893"/>
              <a:gd name="connsiteY61" fmla="*/ 114819 h 420891"/>
              <a:gd name="connsiteX62" fmla="*/ 76526 w 420893"/>
              <a:gd name="connsiteY62" fmla="*/ 19135 h 420891"/>
              <a:gd name="connsiteX63" fmla="*/ 76526 w 420893"/>
              <a:gd name="connsiteY63" fmla="*/ 186512 h 420891"/>
              <a:gd name="connsiteX64" fmla="*/ 210446 w 420893"/>
              <a:gd name="connsiteY64" fmla="*/ 286807 h 420891"/>
              <a:gd name="connsiteX65" fmla="*/ 344369 w 420893"/>
              <a:gd name="connsiteY65" fmla="*/ 186516 h 420891"/>
              <a:gd name="connsiteX66" fmla="*/ 344404 w 420893"/>
              <a:gd name="connsiteY66" fmla="*/ 18875 h 420891"/>
              <a:gd name="connsiteX67" fmla="*/ 76526 w 420893"/>
              <a:gd name="connsiteY67" fmla="*/ 19137 h 420891"/>
              <a:gd name="connsiteX68" fmla="*/ 19131 w 420893"/>
              <a:gd name="connsiteY68" fmla="*/ 143444 h 420891"/>
              <a:gd name="connsiteX69" fmla="*/ 19131 w 420893"/>
              <a:gd name="connsiteY69" fmla="*/ 143530 h 420891"/>
              <a:gd name="connsiteX70" fmla="*/ 57394 w 420893"/>
              <a:gd name="connsiteY70" fmla="*/ 172185 h 420891"/>
              <a:gd name="connsiteX71" fmla="*/ 57394 w 420893"/>
              <a:gd name="connsiteY71" fmla="*/ 114789 h 420891"/>
              <a:gd name="connsiteX72" fmla="*/ 19131 w 420893"/>
              <a:gd name="connsiteY72" fmla="*/ 143442 h 4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20893" h="420891">
                <a:moveTo>
                  <a:pt x="200880" y="86552"/>
                </a:moveTo>
                <a:lnTo>
                  <a:pt x="220011" y="86552"/>
                </a:lnTo>
                <a:lnTo>
                  <a:pt x="220011" y="133746"/>
                </a:lnTo>
                <a:lnTo>
                  <a:pt x="200880" y="133746"/>
                </a:lnTo>
                <a:lnTo>
                  <a:pt x="200880" y="86552"/>
                </a:lnTo>
                <a:close/>
                <a:moveTo>
                  <a:pt x="121991" y="181134"/>
                </a:moveTo>
                <a:cubicBezTo>
                  <a:pt x="118638" y="175072"/>
                  <a:pt x="118842" y="167654"/>
                  <a:pt x="122533" y="161789"/>
                </a:cubicBezTo>
                <a:lnTo>
                  <a:pt x="194247" y="47467"/>
                </a:lnTo>
                <a:cubicBezTo>
                  <a:pt x="197760" y="41852"/>
                  <a:pt x="203822" y="38508"/>
                  <a:pt x="210455" y="38508"/>
                </a:cubicBezTo>
                <a:lnTo>
                  <a:pt x="210465" y="38508"/>
                </a:lnTo>
                <a:cubicBezTo>
                  <a:pt x="217098" y="38508"/>
                  <a:pt x="223151" y="41861"/>
                  <a:pt x="226663" y="47477"/>
                </a:cubicBezTo>
                <a:lnTo>
                  <a:pt x="298368" y="161789"/>
                </a:lnTo>
                <a:cubicBezTo>
                  <a:pt x="302049" y="167654"/>
                  <a:pt x="302253" y="175072"/>
                  <a:pt x="298890" y="181134"/>
                </a:cubicBezTo>
                <a:cubicBezTo>
                  <a:pt x="295527" y="187216"/>
                  <a:pt x="289120" y="190999"/>
                  <a:pt x="282150" y="190999"/>
                </a:cubicBezTo>
                <a:lnTo>
                  <a:pt x="138739" y="190999"/>
                </a:lnTo>
                <a:cubicBezTo>
                  <a:pt x="131770" y="190999"/>
                  <a:pt x="125353" y="187214"/>
                  <a:pt x="121990" y="181134"/>
                </a:cubicBezTo>
                <a:close/>
                <a:moveTo>
                  <a:pt x="138731" y="171951"/>
                </a:moveTo>
                <a:lnTo>
                  <a:pt x="282152" y="171867"/>
                </a:lnTo>
                <a:lnTo>
                  <a:pt x="282208" y="171867"/>
                </a:lnTo>
                <a:lnTo>
                  <a:pt x="210455" y="57630"/>
                </a:lnTo>
                <a:lnTo>
                  <a:pt x="138731" y="171951"/>
                </a:lnTo>
                <a:close/>
                <a:moveTo>
                  <a:pt x="200888" y="162261"/>
                </a:moveTo>
                <a:lnTo>
                  <a:pt x="220006" y="162261"/>
                </a:lnTo>
                <a:lnTo>
                  <a:pt x="220006" y="143556"/>
                </a:lnTo>
                <a:lnTo>
                  <a:pt x="200888" y="143556"/>
                </a:lnTo>
                <a:lnTo>
                  <a:pt x="200888" y="162261"/>
                </a:lnTo>
                <a:close/>
                <a:moveTo>
                  <a:pt x="420891" y="143440"/>
                </a:moveTo>
                <a:lnTo>
                  <a:pt x="420891" y="401760"/>
                </a:lnTo>
                <a:cubicBezTo>
                  <a:pt x="420891" y="412307"/>
                  <a:pt x="412316" y="420891"/>
                  <a:pt x="401760" y="420891"/>
                </a:cubicBezTo>
                <a:lnTo>
                  <a:pt x="19131" y="420891"/>
                </a:lnTo>
                <a:cubicBezTo>
                  <a:pt x="8584" y="420891"/>
                  <a:pt x="0" y="412307"/>
                  <a:pt x="0" y="401760"/>
                </a:cubicBezTo>
                <a:lnTo>
                  <a:pt x="0" y="143440"/>
                </a:lnTo>
                <a:cubicBezTo>
                  <a:pt x="0" y="137452"/>
                  <a:pt x="2858" y="131735"/>
                  <a:pt x="7651" y="128138"/>
                </a:cubicBezTo>
                <a:lnTo>
                  <a:pt x="57394" y="90876"/>
                </a:lnTo>
                <a:lnTo>
                  <a:pt x="57394" y="19131"/>
                </a:lnTo>
                <a:cubicBezTo>
                  <a:pt x="57394" y="8584"/>
                  <a:pt x="65979" y="0"/>
                  <a:pt x="76526" y="0"/>
                </a:cubicBezTo>
                <a:lnTo>
                  <a:pt x="344534" y="0"/>
                </a:lnTo>
                <a:cubicBezTo>
                  <a:pt x="354978" y="0"/>
                  <a:pt x="363497" y="8445"/>
                  <a:pt x="363535" y="18823"/>
                </a:cubicBezTo>
                <a:cubicBezTo>
                  <a:pt x="363556" y="33746"/>
                  <a:pt x="363556" y="61749"/>
                  <a:pt x="363549" y="90916"/>
                </a:cubicBezTo>
                <a:lnTo>
                  <a:pt x="413233" y="128119"/>
                </a:lnTo>
                <a:cubicBezTo>
                  <a:pt x="418035" y="131735"/>
                  <a:pt x="420893" y="137452"/>
                  <a:pt x="420893" y="143440"/>
                </a:cubicBezTo>
                <a:close/>
                <a:moveTo>
                  <a:pt x="19131" y="167436"/>
                </a:moveTo>
                <a:lnTo>
                  <a:pt x="19131" y="388234"/>
                </a:lnTo>
                <a:lnTo>
                  <a:pt x="145383" y="261982"/>
                </a:lnTo>
                <a:lnTo>
                  <a:pt x="19131" y="167436"/>
                </a:lnTo>
                <a:close/>
                <a:moveTo>
                  <a:pt x="32657" y="401760"/>
                </a:moveTo>
                <a:lnTo>
                  <a:pt x="388232" y="401760"/>
                </a:lnTo>
                <a:lnTo>
                  <a:pt x="260044" y="273572"/>
                </a:lnTo>
                <a:lnTo>
                  <a:pt x="221917" y="302123"/>
                </a:lnTo>
                <a:cubicBezTo>
                  <a:pt x="218544" y="304654"/>
                  <a:pt x="214490" y="305915"/>
                  <a:pt x="210446" y="305915"/>
                </a:cubicBezTo>
                <a:cubicBezTo>
                  <a:pt x="206401" y="305915"/>
                  <a:pt x="202347" y="304645"/>
                  <a:pt x="198974" y="302114"/>
                </a:cubicBezTo>
                <a:lnTo>
                  <a:pt x="160853" y="273566"/>
                </a:lnTo>
                <a:lnTo>
                  <a:pt x="32659" y="401760"/>
                </a:lnTo>
                <a:close/>
                <a:moveTo>
                  <a:pt x="401760" y="388234"/>
                </a:moveTo>
                <a:lnTo>
                  <a:pt x="401760" y="167444"/>
                </a:lnTo>
                <a:lnTo>
                  <a:pt x="275513" y="261988"/>
                </a:lnTo>
                <a:lnTo>
                  <a:pt x="401760" y="388234"/>
                </a:lnTo>
                <a:close/>
                <a:moveTo>
                  <a:pt x="363539" y="114821"/>
                </a:moveTo>
                <a:cubicBezTo>
                  <a:pt x="363529" y="137015"/>
                  <a:pt x="363520" y="157834"/>
                  <a:pt x="363510" y="172177"/>
                </a:cubicBezTo>
                <a:lnTo>
                  <a:pt x="401760" y="143532"/>
                </a:lnTo>
                <a:lnTo>
                  <a:pt x="401760" y="143438"/>
                </a:lnTo>
                <a:lnTo>
                  <a:pt x="363539" y="114819"/>
                </a:lnTo>
                <a:close/>
                <a:moveTo>
                  <a:pt x="76526" y="19135"/>
                </a:moveTo>
                <a:lnTo>
                  <a:pt x="76526" y="186512"/>
                </a:lnTo>
                <a:lnTo>
                  <a:pt x="210446" y="286807"/>
                </a:lnTo>
                <a:lnTo>
                  <a:pt x="344369" y="186516"/>
                </a:lnTo>
                <a:cubicBezTo>
                  <a:pt x="344385" y="162864"/>
                  <a:pt x="344454" y="54226"/>
                  <a:pt x="344404" y="18875"/>
                </a:cubicBezTo>
                <a:lnTo>
                  <a:pt x="76526" y="19137"/>
                </a:lnTo>
                <a:close/>
                <a:moveTo>
                  <a:pt x="19131" y="143444"/>
                </a:moveTo>
                <a:lnTo>
                  <a:pt x="19131" y="143530"/>
                </a:lnTo>
                <a:lnTo>
                  <a:pt x="57394" y="172185"/>
                </a:lnTo>
                <a:lnTo>
                  <a:pt x="57394" y="114789"/>
                </a:lnTo>
                <a:lnTo>
                  <a:pt x="19131" y="143442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Graphic 535" descr="Error message icon.">
            <a:extLst>
              <a:ext uri="{FF2B5EF4-FFF2-40B4-BE49-F238E27FC236}">
                <a16:creationId xmlns:a16="http://schemas.microsoft.com/office/drawing/2014/main" id="{29B36DA9-3D6D-D967-4300-2A24CBD033E4}"/>
              </a:ext>
            </a:extLst>
          </p:cNvPr>
          <p:cNvSpPr/>
          <p:nvPr/>
        </p:nvSpPr>
        <p:spPr>
          <a:xfrm>
            <a:off x="4626263" y="1472355"/>
            <a:ext cx="457200" cy="342900"/>
          </a:xfrm>
          <a:custGeom>
            <a:avLst/>
            <a:gdLst>
              <a:gd name="connsiteX0" fmla="*/ 116205 w 457200"/>
              <a:gd name="connsiteY0" fmla="*/ 297180 h 342900"/>
              <a:gd name="connsiteX1" fmla="*/ 127635 w 457200"/>
              <a:gd name="connsiteY1" fmla="*/ 304800 h 342900"/>
              <a:gd name="connsiteX2" fmla="*/ 327660 w 457200"/>
              <a:gd name="connsiteY2" fmla="*/ 304800 h 342900"/>
              <a:gd name="connsiteX3" fmla="*/ 339090 w 457200"/>
              <a:gd name="connsiteY3" fmla="*/ 297180 h 342900"/>
              <a:gd name="connsiteX4" fmla="*/ 339090 w 457200"/>
              <a:gd name="connsiteY4" fmla="*/ 283845 h 342900"/>
              <a:gd name="connsiteX5" fmla="*/ 238125 w 457200"/>
              <a:gd name="connsiteY5" fmla="*/ 121920 h 342900"/>
              <a:gd name="connsiteX6" fmla="*/ 228600 w 457200"/>
              <a:gd name="connsiteY6" fmla="*/ 114300 h 342900"/>
              <a:gd name="connsiteX7" fmla="*/ 228600 w 457200"/>
              <a:gd name="connsiteY7" fmla="*/ 114300 h 342900"/>
              <a:gd name="connsiteX8" fmla="*/ 217170 w 457200"/>
              <a:gd name="connsiteY8" fmla="*/ 121920 h 342900"/>
              <a:gd name="connsiteX9" fmla="*/ 116205 w 457200"/>
              <a:gd name="connsiteY9" fmla="*/ 283845 h 342900"/>
              <a:gd name="connsiteX10" fmla="*/ 116205 w 457200"/>
              <a:gd name="connsiteY10" fmla="*/ 297180 h 342900"/>
              <a:gd name="connsiteX11" fmla="*/ 228600 w 457200"/>
              <a:gd name="connsiteY11" fmla="*/ 137160 h 342900"/>
              <a:gd name="connsiteX12" fmla="*/ 320040 w 457200"/>
              <a:gd name="connsiteY12" fmla="*/ 285750 h 342900"/>
              <a:gd name="connsiteX13" fmla="*/ 137160 w 457200"/>
              <a:gd name="connsiteY13" fmla="*/ 285750 h 342900"/>
              <a:gd name="connsiteX14" fmla="*/ 228600 w 457200"/>
              <a:gd name="connsiteY14" fmla="*/ 137160 h 342900"/>
              <a:gd name="connsiteX15" fmla="*/ 219075 w 457200"/>
              <a:gd name="connsiteY15" fmla="*/ 247650 h 342900"/>
              <a:gd name="connsiteX16" fmla="*/ 238125 w 457200"/>
              <a:gd name="connsiteY16" fmla="*/ 247650 h 342900"/>
              <a:gd name="connsiteX17" fmla="*/ 238125 w 457200"/>
              <a:gd name="connsiteY17" fmla="*/ 266700 h 342900"/>
              <a:gd name="connsiteX18" fmla="*/ 219075 w 457200"/>
              <a:gd name="connsiteY18" fmla="*/ 266700 h 342900"/>
              <a:gd name="connsiteX19" fmla="*/ 219075 w 457200"/>
              <a:gd name="connsiteY19" fmla="*/ 247650 h 342900"/>
              <a:gd name="connsiteX20" fmla="*/ 219075 w 457200"/>
              <a:gd name="connsiteY20" fmla="*/ 238125 h 342900"/>
              <a:gd name="connsiteX21" fmla="*/ 219075 w 457200"/>
              <a:gd name="connsiteY21" fmla="*/ 180975 h 342900"/>
              <a:gd name="connsiteX22" fmla="*/ 238125 w 457200"/>
              <a:gd name="connsiteY22" fmla="*/ 180975 h 342900"/>
              <a:gd name="connsiteX23" fmla="*/ 238125 w 457200"/>
              <a:gd name="connsiteY23" fmla="*/ 238125 h 342900"/>
              <a:gd name="connsiteX24" fmla="*/ 219075 w 457200"/>
              <a:gd name="connsiteY24" fmla="*/ 238125 h 342900"/>
              <a:gd name="connsiteX25" fmla="*/ 95250 w 457200"/>
              <a:gd name="connsiteY25" fmla="*/ 38100 h 342900"/>
              <a:gd name="connsiteX26" fmla="*/ 114300 w 457200"/>
              <a:gd name="connsiteY26" fmla="*/ 38100 h 342900"/>
              <a:gd name="connsiteX27" fmla="*/ 114300 w 457200"/>
              <a:gd name="connsiteY27" fmla="*/ 57150 h 342900"/>
              <a:gd name="connsiteX28" fmla="*/ 95250 w 457200"/>
              <a:gd name="connsiteY28" fmla="*/ 57150 h 342900"/>
              <a:gd name="connsiteX29" fmla="*/ 95250 w 457200"/>
              <a:gd name="connsiteY29" fmla="*/ 38100 h 342900"/>
              <a:gd name="connsiteX30" fmla="*/ 57150 w 457200"/>
              <a:gd name="connsiteY30" fmla="*/ 38100 h 342900"/>
              <a:gd name="connsiteX31" fmla="*/ 76200 w 457200"/>
              <a:gd name="connsiteY31" fmla="*/ 38100 h 342900"/>
              <a:gd name="connsiteX32" fmla="*/ 76200 w 457200"/>
              <a:gd name="connsiteY32" fmla="*/ 57150 h 342900"/>
              <a:gd name="connsiteX33" fmla="*/ 57150 w 457200"/>
              <a:gd name="connsiteY33" fmla="*/ 57150 h 342900"/>
              <a:gd name="connsiteX34" fmla="*/ 57150 w 457200"/>
              <a:gd name="connsiteY34" fmla="*/ 38100 h 342900"/>
              <a:gd name="connsiteX35" fmla="*/ 457200 w 457200"/>
              <a:gd name="connsiteY35" fmla="*/ 76200 h 342900"/>
              <a:gd name="connsiteX36" fmla="*/ 457200 w 457200"/>
              <a:gd name="connsiteY36" fmla="*/ 19050 h 342900"/>
              <a:gd name="connsiteX37" fmla="*/ 438150 w 457200"/>
              <a:gd name="connsiteY37" fmla="*/ 0 h 342900"/>
              <a:gd name="connsiteX38" fmla="*/ 19050 w 457200"/>
              <a:gd name="connsiteY38" fmla="*/ 0 h 342900"/>
              <a:gd name="connsiteX39" fmla="*/ 0 w 457200"/>
              <a:gd name="connsiteY39" fmla="*/ 19050 h 342900"/>
              <a:gd name="connsiteX40" fmla="*/ 0 w 457200"/>
              <a:gd name="connsiteY40" fmla="*/ 323850 h 342900"/>
              <a:gd name="connsiteX41" fmla="*/ 19050 w 457200"/>
              <a:gd name="connsiteY41" fmla="*/ 342900 h 342900"/>
              <a:gd name="connsiteX42" fmla="*/ 438150 w 457200"/>
              <a:gd name="connsiteY42" fmla="*/ 342900 h 342900"/>
              <a:gd name="connsiteX43" fmla="*/ 457200 w 457200"/>
              <a:gd name="connsiteY43" fmla="*/ 323850 h 342900"/>
              <a:gd name="connsiteX44" fmla="*/ 457200 w 457200"/>
              <a:gd name="connsiteY44" fmla="*/ 95250 h 342900"/>
              <a:gd name="connsiteX45" fmla="*/ 457200 w 457200"/>
              <a:gd name="connsiteY45" fmla="*/ 95250 h 342900"/>
              <a:gd name="connsiteX46" fmla="*/ 457200 w 457200"/>
              <a:gd name="connsiteY46" fmla="*/ 76200 h 342900"/>
              <a:gd name="connsiteX47" fmla="*/ 457200 w 457200"/>
              <a:gd name="connsiteY47" fmla="*/ 76200 h 342900"/>
              <a:gd name="connsiteX48" fmla="*/ 438150 w 457200"/>
              <a:gd name="connsiteY48" fmla="*/ 323850 h 342900"/>
              <a:gd name="connsiteX49" fmla="*/ 19050 w 457200"/>
              <a:gd name="connsiteY49" fmla="*/ 323850 h 342900"/>
              <a:gd name="connsiteX50" fmla="*/ 19050 w 457200"/>
              <a:gd name="connsiteY50" fmla="*/ 95250 h 342900"/>
              <a:gd name="connsiteX51" fmla="*/ 438150 w 457200"/>
              <a:gd name="connsiteY51" fmla="*/ 95250 h 342900"/>
              <a:gd name="connsiteX52" fmla="*/ 438150 w 457200"/>
              <a:gd name="connsiteY52" fmla="*/ 323850 h 342900"/>
              <a:gd name="connsiteX53" fmla="*/ 438150 w 457200"/>
              <a:gd name="connsiteY53" fmla="*/ 76200 h 342900"/>
              <a:gd name="connsiteX54" fmla="*/ 19050 w 457200"/>
              <a:gd name="connsiteY54" fmla="*/ 76200 h 342900"/>
              <a:gd name="connsiteX55" fmla="*/ 19050 w 457200"/>
              <a:gd name="connsiteY55" fmla="*/ 19050 h 342900"/>
              <a:gd name="connsiteX56" fmla="*/ 438150 w 457200"/>
              <a:gd name="connsiteY56" fmla="*/ 19050 h 342900"/>
              <a:gd name="connsiteX57" fmla="*/ 438150 w 457200"/>
              <a:gd name="connsiteY57" fmla="*/ 76200 h 342900"/>
              <a:gd name="connsiteX58" fmla="*/ 190500 w 457200"/>
              <a:gd name="connsiteY58" fmla="*/ 38100 h 342900"/>
              <a:gd name="connsiteX59" fmla="*/ 400050 w 457200"/>
              <a:gd name="connsiteY59" fmla="*/ 38100 h 342900"/>
              <a:gd name="connsiteX60" fmla="*/ 400050 w 457200"/>
              <a:gd name="connsiteY60" fmla="*/ 57150 h 342900"/>
              <a:gd name="connsiteX61" fmla="*/ 190500 w 457200"/>
              <a:gd name="connsiteY61" fmla="*/ 57150 h 342900"/>
              <a:gd name="connsiteX62" fmla="*/ 190500 w 457200"/>
              <a:gd name="connsiteY62" fmla="*/ 38100 h 342900"/>
              <a:gd name="connsiteX63" fmla="*/ 133350 w 457200"/>
              <a:gd name="connsiteY63" fmla="*/ 38100 h 342900"/>
              <a:gd name="connsiteX64" fmla="*/ 152400 w 457200"/>
              <a:gd name="connsiteY64" fmla="*/ 38100 h 342900"/>
              <a:gd name="connsiteX65" fmla="*/ 152400 w 457200"/>
              <a:gd name="connsiteY65" fmla="*/ 57150 h 342900"/>
              <a:gd name="connsiteX66" fmla="*/ 133350 w 457200"/>
              <a:gd name="connsiteY66" fmla="*/ 57150 h 342900"/>
              <a:gd name="connsiteX67" fmla="*/ 133350 w 457200"/>
              <a:gd name="connsiteY67" fmla="*/ 381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57200" h="342900">
                <a:moveTo>
                  <a:pt x="116205" y="297180"/>
                </a:moveTo>
                <a:cubicBezTo>
                  <a:pt x="118110" y="302895"/>
                  <a:pt x="123825" y="304800"/>
                  <a:pt x="127635" y="304800"/>
                </a:cubicBezTo>
                <a:lnTo>
                  <a:pt x="327660" y="304800"/>
                </a:lnTo>
                <a:cubicBezTo>
                  <a:pt x="333375" y="304800"/>
                  <a:pt x="337185" y="302895"/>
                  <a:pt x="339090" y="297180"/>
                </a:cubicBezTo>
                <a:cubicBezTo>
                  <a:pt x="340995" y="293370"/>
                  <a:pt x="340995" y="287655"/>
                  <a:pt x="339090" y="283845"/>
                </a:cubicBezTo>
                <a:lnTo>
                  <a:pt x="238125" y="121920"/>
                </a:lnTo>
                <a:cubicBezTo>
                  <a:pt x="236220" y="116205"/>
                  <a:pt x="232410" y="114300"/>
                  <a:pt x="228600" y="114300"/>
                </a:cubicBezTo>
                <a:lnTo>
                  <a:pt x="228600" y="114300"/>
                </a:lnTo>
                <a:cubicBezTo>
                  <a:pt x="222885" y="114300"/>
                  <a:pt x="219075" y="118110"/>
                  <a:pt x="217170" y="121920"/>
                </a:cubicBezTo>
                <a:lnTo>
                  <a:pt x="116205" y="283845"/>
                </a:lnTo>
                <a:cubicBezTo>
                  <a:pt x="114300" y="287655"/>
                  <a:pt x="114300" y="293370"/>
                  <a:pt x="116205" y="297180"/>
                </a:cubicBezTo>
                <a:close/>
                <a:moveTo>
                  <a:pt x="228600" y="137160"/>
                </a:moveTo>
                <a:lnTo>
                  <a:pt x="320040" y="285750"/>
                </a:lnTo>
                <a:lnTo>
                  <a:pt x="137160" y="285750"/>
                </a:lnTo>
                <a:lnTo>
                  <a:pt x="228600" y="137160"/>
                </a:lnTo>
                <a:close/>
                <a:moveTo>
                  <a:pt x="219075" y="247650"/>
                </a:moveTo>
                <a:lnTo>
                  <a:pt x="238125" y="247650"/>
                </a:lnTo>
                <a:lnTo>
                  <a:pt x="238125" y="266700"/>
                </a:lnTo>
                <a:lnTo>
                  <a:pt x="219075" y="266700"/>
                </a:lnTo>
                <a:lnTo>
                  <a:pt x="219075" y="247650"/>
                </a:lnTo>
                <a:close/>
                <a:moveTo>
                  <a:pt x="219075" y="238125"/>
                </a:moveTo>
                <a:lnTo>
                  <a:pt x="219075" y="180975"/>
                </a:lnTo>
                <a:lnTo>
                  <a:pt x="238125" y="180975"/>
                </a:lnTo>
                <a:lnTo>
                  <a:pt x="238125" y="238125"/>
                </a:lnTo>
                <a:lnTo>
                  <a:pt x="219075" y="238125"/>
                </a:lnTo>
                <a:close/>
                <a:moveTo>
                  <a:pt x="95250" y="38100"/>
                </a:moveTo>
                <a:lnTo>
                  <a:pt x="114300" y="38100"/>
                </a:lnTo>
                <a:lnTo>
                  <a:pt x="114300" y="57150"/>
                </a:lnTo>
                <a:lnTo>
                  <a:pt x="95250" y="57150"/>
                </a:lnTo>
                <a:lnTo>
                  <a:pt x="95250" y="38100"/>
                </a:lnTo>
                <a:close/>
                <a:moveTo>
                  <a:pt x="5715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57150" y="57150"/>
                </a:lnTo>
                <a:lnTo>
                  <a:pt x="57150" y="38100"/>
                </a:lnTo>
                <a:close/>
                <a:moveTo>
                  <a:pt x="457200" y="76200"/>
                </a:moveTo>
                <a:lnTo>
                  <a:pt x="457200" y="19050"/>
                </a:lnTo>
                <a:cubicBezTo>
                  <a:pt x="457200" y="7620"/>
                  <a:pt x="449580" y="0"/>
                  <a:pt x="438150" y="0"/>
                </a:cubicBezTo>
                <a:lnTo>
                  <a:pt x="19050" y="0"/>
                </a:lnTo>
                <a:cubicBezTo>
                  <a:pt x="7620" y="0"/>
                  <a:pt x="0" y="7620"/>
                  <a:pt x="0" y="19050"/>
                </a:cubicBezTo>
                <a:lnTo>
                  <a:pt x="0" y="323850"/>
                </a:lnTo>
                <a:cubicBezTo>
                  <a:pt x="0" y="335280"/>
                  <a:pt x="7620" y="342900"/>
                  <a:pt x="19050" y="342900"/>
                </a:cubicBezTo>
                <a:lnTo>
                  <a:pt x="438150" y="342900"/>
                </a:lnTo>
                <a:cubicBezTo>
                  <a:pt x="449580" y="342900"/>
                  <a:pt x="457200" y="335280"/>
                  <a:pt x="457200" y="323850"/>
                </a:cubicBezTo>
                <a:lnTo>
                  <a:pt x="457200" y="95250"/>
                </a:lnTo>
                <a:lnTo>
                  <a:pt x="457200" y="95250"/>
                </a:lnTo>
                <a:lnTo>
                  <a:pt x="457200" y="76200"/>
                </a:lnTo>
                <a:lnTo>
                  <a:pt x="457200" y="76200"/>
                </a:lnTo>
                <a:close/>
                <a:moveTo>
                  <a:pt x="438150" y="323850"/>
                </a:moveTo>
                <a:lnTo>
                  <a:pt x="19050" y="323850"/>
                </a:lnTo>
                <a:lnTo>
                  <a:pt x="19050" y="95250"/>
                </a:lnTo>
                <a:lnTo>
                  <a:pt x="438150" y="95250"/>
                </a:lnTo>
                <a:lnTo>
                  <a:pt x="438150" y="323850"/>
                </a:lnTo>
                <a:close/>
                <a:moveTo>
                  <a:pt x="438150" y="76200"/>
                </a:moveTo>
                <a:lnTo>
                  <a:pt x="19050" y="76200"/>
                </a:lnTo>
                <a:lnTo>
                  <a:pt x="19050" y="19050"/>
                </a:lnTo>
                <a:lnTo>
                  <a:pt x="438150" y="19050"/>
                </a:lnTo>
                <a:lnTo>
                  <a:pt x="438150" y="76200"/>
                </a:lnTo>
                <a:close/>
                <a:moveTo>
                  <a:pt x="190500" y="38100"/>
                </a:moveTo>
                <a:lnTo>
                  <a:pt x="400050" y="38100"/>
                </a:lnTo>
                <a:lnTo>
                  <a:pt x="400050" y="57150"/>
                </a:lnTo>
                <a:lnTo>
                  <a:pt x="190500" y="57150"/>
                </a:lnTo>
                <a:lnTo>
                  <a:pt x="190500" y="38100"/>
                </a:lnTo>
                <a:close/>
                <a:moveTo>
                  <a:pt x="133350" y="38100"/>
                </a:moveTo>
                <a:lnTo>
                  <a:pt x="152400" y="38100"/>
                </a:lnTo>
                <a:lnTo>
                  <a:pt x="152400" y="57150"/>
                </a:lnTo>
                <a:lnTo>
                  <a:pt x="133350" y="57150"/>
                </a:lnTo>
                <a:lnTo>
                  <a:pt x="133350" y="3810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Graphic 337" descr="Infected message icon.">
            <a:extLst>
              <a:ext uri="{FF2B5EF4-FFF2-40B4-BE49-F238E27FC236}">
                <a16:creationId xmlns:a16="http://schemas.microsoft.com/office/drawing/2014/main" id="{99D72380-C06E-ECB7-E308-7701E75A1204}"/>
              </a:ext>
            </a:extLst>
          </p:cNvPr>
          <p:cNvSpPr/>
          <p:nvPr/>
        </p:nvSpPr>
        <p:spPr>
          <a:xfrm>
            <a:off x="5880518" y="1394364"/>
            <a:ext cx="420891" cy="420891"/>
          </a:xfrm>
          <a:custGeom>
            <a:avLst/>
            <a:gdLst>
              <a:gd name="connsiteX0" fmla="*/ 413231 w 420891"/>
              <a:gd name="connsiteY0" fmla="*/ 128119 h 420891"/>
              <a:gd name="connsiteX1" fmla="*/ 363547 w 420891"/>
              <a:gd name="connsiteY1" fmla="*/ 90916 h 420891"/>
              <a:gd name="connsiteX2" fmla="*/ 363533 w 420891"/>
              <a:gd name="connsiteY2" fmla="*/ 18823 h 420891"/>
              <a:gd name="connsiteX3" fmla="*/ 344532 w 420891"/>
              <a:gd name="connsiteY3" fmla="*/ 0 h 420891"/>
              <a:gd name="connsiteX4" fmla="*/ 76526 w 420891"/>
              <a:gd name="connsiteY4" fmla="*/ 0 h 420891"/>
              <a:gd name="connsiteX5" fmla="*/ 57394 w 420891"/>
              <a:gd name="connsiteY5" fmla="*/ 19131 h 420891"/>
              <a:gd name="connsiteX6" fmla="*/ 57394 w 420891"/>
              <a:gd name="connsiteY6" fmla="*/ 90876 h 420891"/>
              <a:gd name="connsiteX7" fmla="*/ 7651 w 420891"/>
              <a:gd name="connsiteY7" fmla="*/ 128138 h 420891"/>
              <a:gd name="connsiteX8" fmla="*/ 0 w 420891"/>
              <a:gd name="connsiteY8" fmla="*/ 143440 h 420891"/>
              <a:gd name="connsiteX9" fmla="*/ 0 w 420891"/>
              <a:gd name="connsiteY9" fmla="*/ 401760 h 420891"/>
              <a:gd name="connsiteX10" fmla="*/ 19131 w 420891"/>
              <a:gd name="connsiteY10" fmla="*/ 420891 h 420891"/>
              <a:gd name="connsiteX11" fmla="*/ 401760 w 420891"/>
              <a:gd name="connsiteY11" fmla="*/ 420891 h 420891"/>
              <a:gd name="connsiteX12" fmla="*/ 420891 w 420891"/>
              <a:gd name="connsiteY12" fmla="*/ 401760 h 420891"/>
              <a:gd name="connsiteX13" fmla="*/ 420891 w 420891"/>
              <a:gd name="connsiteY13" fmla="*/ 143440 h 420891"/>
              <a:gd name="connsiteX14" fmla="*/ 413231 w 420891"/>
              <a:gd name="connsiteY14" fmla="*/ 128119 h 420891"/>
              <a:gd name="connsiteX15" fmla="*/ 145383 w 420891"/>
              <a:gd name="connsiteY15" fmla="*/ 261982 h 420891"/>
              <a:gd name="connsiteX16" fmla="*/ 19131 w 420891"/>
              <a:gd name="connsiteY16" fmla="*/ 388234 h 420891"/>
              <a:gd name="connsiteX17" fmla="*/ 19131 w 420891"/>
              <a:gd name="connsiteY17" fmla="*/ 167436 h 420891"/>
              <a:gd name="connsiteX18" fmla="*/ 145383 w 420891"/>
              <a:gd name="connsiteY18" fmla="*/ 261982 h 420891"/>
              <a:gd name="connsiteX19" fmla="*/ 160853 w 420891"/>
              <a:gd name="connsiteY19" fmla="*/ 273566 h 420891"/>
              <a:gd name="connsiteX20" fmla="*/ 198974 w 420891"/>
              <a:gd name="connsiteY20" fmla="*/ 302114 h 420891"/>
              <a:gd name="connsiteX21" fmla="*/ 210446 w 420891"/>
              <a:gd name="connsiteY21" fmla="*/ 305915 h 420891"/>
              <a:gd name="connsiteX22" fmla="*/ 221917 w 420891"/>
              <a:gd name="connsiteY22" fmla="*/ 302123 h 420891"/>
              <a:gd name="connsiteX23" fmla="*/ 260044 w 420891"/>
              <a:gd name="connsiteY23" fmla="*/ 273572 h 420891"/>
              <a:gd name="connsiteX24" fmla="*/ 388232 w 420891"/>
              <a:gd name="connsiteY24" fmla="*/ 401760 h 420891"/>
              <a:gd name="connsiteX25" fmla="*/ 32657 w 420891"/>
              <a:gd name="connsiteY25" fmla="*/ 401760 h 420891"/>
              <a:gd name="connsiteX26" fmla="*/ 160851 w 420891"/>
              <a:gd name="connsiteY26" fmla="*/ 273566 h 420891"/>
              <a:gd name="connsiteX27" fmla="*/ 275513 w 420891"/>
              <a:gd name="connsiteY27" fmla="*/ 261988 h 420891"/>
              <a:gd name="connsiteX28" fmla="*/ 401760 w 420891"/>
              <a:gd name="connsiteY28" fmla="*/ 167444 h 420891"/>
              <a:gd name="connsiteX29" fmla="*/ 401760 w 420891"/>
              <a:gd name="connsiteY29" fmla="*/ 388234 h 420891"/>
              <a:gd name="connsiteX30" fmla="*/ 275513 w 420891"/>
              <a:gd name="connsiteY30" fmla="*/ 261988 h 420891"/>
              <a:gd name="connsiteX31" fmla="*/ 401760 w 420891"/>
              <a:gd name="connsiteY31" fmla="*/ 143440 h 420891"/>
              <a:gd name="connsiteX32" fmla="*/ 401760 w 420891"/>
              <a:gd name="connsiteY32" fmla="*/ 143533 h 420891"/>
              <a:gd name="connsiteX33" fmla="*/ 363510 w 420891"/>
              <a:gd name="connsiteY33" fmla="*/ 172179 h 420891"/>
              <a:gd name="connsiteX34" fmla="*/ 363539 w 420891"/>
              <a:gd name="connsiteY34" fmla="*/ 114823 h 420891"/>
              <a:gd name="connsiteX35" fmla="*/ 401760 w 420891"/>
              <a:gd name="connsiteY35" fmla="*/ 143442 h 420891"/>
              <a:gd name="connsiteX36" fmla="*/ 344404 w 420891"/>
              <a:gd name="connsiteY36" fmla="*/ 18871 h 420891"/>
              <a:gd name="connsiteX37" fmla="*/ 344369 w 420891"/>
              <a:gd name="connsiteY37" fmla="*/ 186512 h 420891"/>
              <a:gd name="connsiteX38" fmla="*/ 210446 w 420891"/>
              <a:gd name="connsiteY38" fmla="*/ 286803 h 420891"/>
              <a:gd name="connsiteX39" fmla="*/ 76526 w 420891"/>
              <a:gd name="connsiteY39" fmla="*/ 186508 h 420891"/>
              <a:gd name="connsiteX40" fmla="*/ 76526 w 420891"/>
              <a:gd name="connsiteY40" fmla="*/ 19131 h 420891"/>
              <a:gd name="connsiteX41" fmla="*/ 344404 w 420891"/>
              <a:gd name="connsiteY41" fmla="*/ 18869 h 420891"/>
              <a:gd name="connsiteX42" fmla="*/ 57394 w 420891"/>
              <a:gd name="connsiteY42" fmla="*/ 114785 h 420891"/>
              <a:gd name="connsiteX43" fmla="*/ 57394 w 420891"/>
              <a:gd name="connsiteY43" fmla="*/ 172181 h 420891"/>
              <a:gd name="connsiteX44" fmla="*/ 19131 w 420891"/>
              <a:gd name="connsiteY44" fmla="*/ 143526 h 420891"/>
              <a:gd name="connsiteX45" fmla="*/ 19131 w 420891"/>
              <a:gd name="connsiteY45" fmla="*/ 143440 h 420891"/>
              <a:gd name="connsiteX46" fmla="*/ 57394 w 420891"/>
              <a:gd name="connsiteY46" fmla="*/ 114787 h 420891"/>
              <a:gd name="connsiteX47" fmla="*/ 160606 w 420891"/>
              <a:gd name="connsiteY47" fmla="*/ 170233 h 420891"/>
              <a:gd name="connsiteX48" fmla="*/ 146288 w 420891"/>
              <a:gd name="connsiteY48" fmla="*/ 184551 h 420891"/>
              <a:gd name="connsiteX49" fmla="*/ 159814 w 420891"/>
              <a:gd name="connsiteY49" fmla="*/ 198077 h 420891"/>
              <a:gd name="connsiteX50" fmla="*/ 172273 w 420891"/>
              <a:gd name="connsiteY50" fmla="*/ 185619 h 420891"/>
              <a:gd name="connsiteX51" fmla="*/ 210222 w 420891"/>
              <a:gd name="connsiteY51" fmla="*/ 200880 h 420891"/>
              <a:gd name="connsiteX52" fmla="*/ 248349 w 420891"/>
              <a:gd name="connsiteY52" fmla="*/ 185349 h 420891"/>
              <a:gd name="connsiteX53" fmla="*/ 261077 w 420891"/>
              <a:gd name="connsiteY53" fmla="*/ 198077 h 420891"/>
              <a:gd name="connsiteX54" fmla="*/ 274603 w 420891"/>
              <a:gd name="connsiteY54" fmla="*/ 184551 h 420891"/>
              <a:gd name="connsiteX55" fmla="*/ 260086 w 420891"/>
              <a:gd name="connsiteY55" fmla="*/ 170034 h 420891"/>
              <a:gd name="connsiteX56" fmla="*/ 266478 w 420891"/>
              <a:gd name="connsiteY56" fmla="*/ 153051 h 420891"/>
              <a:gd name="connsiteX57" fmla="*/ 286971 w 420891"/>
              <a:gd name="connsiteY57" fmla="*/ 153051 h 420891"/>
              <a:gd name="connsiteX58" fmla="*/ 286971 w 420891"/>
              <a:gd name="connsiteY58" fmla="*/ 133920 h 420891"/>
              <a:gd name="connsiteX59" fmla="*/ 267161 w 420891"/>
              <a:gd name="connsiteY59" fmla="*/ 133920 h 420891"/>
              <a:gd name="connsiteX60" fmla="*/ 263906 w 420891"/>
              <a:gd name="connsiteY60" fmla="*/ 118749 h 420891"/>
              <a:gd name="connsiteX61" fmla="*/ 281326 w 420891"/>
              <a:gd name="connsiteY61" fmla="*/ 107865 h 420891"/>
              <a:gd name="connsiteX62" fmla="*/ 271681 w 420891"/>
              <a:gd name="connsiteY62" fmla="*/ 91341 h 420891"/>
              <a:gd name="connsiteX63" fmla="*/ 255160 w 420891"/>
              <a:gd name="connsiteY63" fmla="*/ 100985 h 420891"/>
              <a:gd name="connsiteX64" fmla="*/ 255230 w 420891"/>
              <a:gd name="connsiteY64" fmla="*/ 101152 h 420891"/>
              <a:gd name="connsiteX65" fmla="*/ 248530 w 420891"/>
              <a:gd name="connsiteY65" fmla="*/ 93599 h 420891"/>
              <a:gd name="connsiteX66" fmla="*/ 210650 w 420891"/>
              <a:gd name="connsiteY66" fmla="*/ 52277 h 420891"/>
              <a:gd name="connsiteX67" fmla="*/ 172386 w 420891"/>
              <a:gd name="connsiteY67" fmla="*/ 93308 h 420891"/>
              <a:gd name="connsiteX68" fmla="*/ 165841 w 420891"/>
              <a:gd name="connsiteY68" fmla="*/ 100580 h 420891"/>
              <a:gd name="connsiteX69" fmla="*/ 150013 w 420891"/>
              <a:gd name="connsiteY69" fmla="*/ 91343 h 420891"/>
              <a:gd name="connsiteX70" fmla="*/ 140371 w 420891"/>
              <a:gd name="connsiteY70" fmla="*/ 107867 h 420891"/>
              <a:gd name="connsiteX71" fmla="*/ 157077 w 420891"/>
              <a:gd name="connsiteY71" fmla="*/ 118288 h 420891"/>
              <a:gd name="connsiteX72" fmla="*/ 153723 w 420891"/>
              <a:gd name="connsiteY72" fmla="*/ 133922 h 420891"/>
              <a:gd name="connsiteX73" fmla="*/ 133918 w 420891"/>
              <a:gd name="connsiteY73" fmla="*/ 133922 h 420891"/>
              <a:gd name="connsiteX74" fmla="*/ 133918 w 420891"/>
              <a:gd name="connsiteY74" fmla="*/ 153053 h 420891"/>
              <a:gd name="connsiteX75" fmla="*/ 154327 w 420891"/>
              <a:gd name="connsiteY75" fmla="*/ 153053 h 420891"/>
              <a:gd name="connsiteX76" fmla="*/ 160604 w 420891"/>
              <a:gd name="connsiteY76" fmla="*/ 170235 h 420891"/>
              <a:gd name="connsiteX77" fmla="*/ 210650 w 420891"/>
              <a:gd name="connsiteY77" fmla="*/ 71408 h 420891"/>
              <a:gd name="connsiteX78" fmla="*/ 228100 w 420891"/>
              <a:gd name="connsiteY78" fmla="*/ 86093 h 420891"/>
              <a:gd name="connsiteX79" fmla="*/ 192826 w 420891"/>
              <a:gd name="connsiteY79" fmla="*/ 86093 h 420891"/>
              <a:gd name="connsiteX80" fmla="*/ 210648 w 420891"/>
              <a:gd name="connsiteY80" fmla="*/ 71408 h 420891"/>
              <a:gd name="connsiteX81" fmla="*/ 187256 w 420891"/>
              <a:gd name="connsiteY81" fmla="*/ 105225 h 420891"/>
              <a:gd name="connsiteX82" fmla="*/ 233411 w 420891"/>
              <a:gd name="connsiteY82" fmla="*/ 105225 h 420891"/>
              <a:gd name="connsiteX83" fmla="*/ 248708 w 420891"/>
              <a:gd name="connsiteY83" fmla="*/ 140199 h 420891"/>
              <a:gd name="connsiteX84" fmla="*/ 210222 w 420891"/>
              <a:gd name="connsiteY84" fmla="*/ 181750 h 420891"/>
              <a:gd name="connsiteX85" fmla="*/ 172183 w 420891"/>
              <a:gd name="connsiteY85" fmla="*/ 140199 h 420891"/>
              <a:gd name="connsiteX86" fmla="*/ 187258 w 420891"/>
              <a:gd name="connsiteY86" fmla="*/ 105225 h 4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20891" h="420891">
                <a:moveTo>
                  <a:pt x="413231" y="128119"/>
                </a:moveTo>
                <a:lnTo>
                  <a:pt x="363547" y="90916"/>
                </a:lnTo>
                <a:cubicBezTo>
                  <a:pt x="363554" y="61747"/>
                  <a:pt x="363554" y="33746"/>
                  <a:pt x="363533" y="18823"/>
                </a:cubicBezTo>
                <a:cubicBezTo>
                  <a:pt x="363495" y="8445"/>
                  <a:pt x="354976" y="0"/>
                  <a:pt x="344532" y="0"/>
                </a:cubicBezTo>
                <a:lnTo>
                  <a:pt x="76526" y="0"/>
                </a:lnTo>
                <a:cubicBezTo>
                  <a:pt x="65979" y="0"/>
                  <a:pt x="57394" y="8584"/>
                  <a:pt x="57394" y="19131"/>
                </a:cubicBezTo>
                <a:lnTo>
                  <a:pt x="57394" y="90876"/>
                </a:lnTo>
                <a:lnTo>
                  <a:pt x="7651" y="128138"/>
                </a:lnTo>
                <a:cubicBezTo>
                  <a:pt x="2858" y="131735"/>
                  <a:pt x="0" y="137452"/>
                  <a:pt x="0" y="143440"/>
                </a:cubicBezTo>
                <a:lnTo>
                  <a:pt x="0" y="401760"/>
                </a:lnTo>
                <a:cubicBezTo>
                  <a:pt x="0" y="412307"/>
                  <a:pt x="8584" y="420891"/>
                  <a:pt x="19131" y="420891"/>
                </a:cubicBezTo>
                <a:lnTo>
                  <a:pt x="401760" y="420891"/>
                </a:lnTo>
                <a:cubicBezTo>
                  <a:pt x="412316" y="420891"/>
                  <a:pt x="420891" y="412307"/>
                  <a:pt x="420891" y="401760"/>
                </a:cubicBezTo>
                <a:lnTo>
                  <a:pt x="420891" y="143440"/>
                </a:lnTo>
                <a:cubicBezTo>
                  <a:pt x="420891" y="137452"/>
                  <a:pt x="418033" y="131735"/>
                  <a:pt x="413231" y="128119"/>
                </a:cubicBezTo>
                <a:close/>
                <a:moveTo>
                  <a:pt x="145383" y="261982"/>
                </a:moveTo>
                <a:lnTo>
                  <a:pt x="19131" y="388234"/>
                </a:lnTo>
                <a:lnTo>
                  <a:pt x="19131" y="167436"/>
                </a:lnTo>
                <a:lnTo>
                  <a:pt x="145383" y="261982"/>
                </a:lnTo>
                <a:close/>
                <a:moveTo>
                  <a:pt x="160853" y="273566"/>
                </a:moveTo>
                <a:lnTo>
                  <a:pt x="198974" y="302114"/>
                </a:lnTo>
                <a:cubicBezTo>
                  <a:pt x="202347" y="304645"/>
                  <a:pt x="206401" y="305915"/>
                  <a:pt x="210446" y="305915"/>
                </a:cubicBezTo>
                <a:cubicBezTo>
                  <a:pt x="214490" y="305915"/>
                  <a:pt x="218544" y="304654"/>
                  <a:pt x="221917" y="302123"/>
                </a:cubicBezTo>
                <a:lnTo>
                  <a:pt x="260044" y="273572"/>
                </a:lnTo>
                <a:lnTo>
                  <a:pt x="388232" y="401760"/>
                </a:lnTo>
                <a:lnTo>
                  <a:pt x="32657" y="401760"/>
                </a:lnTo>
                <a:lnTo>
                  <a:pt x="160851" y="273566"/>
                </a:lnTo>
                <a:close/>
                <a:moveTo>
                  <a:pt x="275513" y="261988"/>
                </a:moveTo>
                <a:lnTo>
                  <a:pt x="401760" y="167444"/>
                </a:lnTo>
                <a:lnTo>
                  <a:pt x="401760" y="388234"/>
                </a:lnTo>
                <a:lnTo>
                  <a:pt x="275513" y="261988"/>
                </a:lnTo>
                <a:close/>
                <a:moveTo>
                  <a:pt x="401760" y="143440"/>
                </a:moveTo>
                <a:lnTo>
                  <a:pt x="401760" y="143533"/>
                </a:lnTo>
                <a:lnTo>
                  <a:pt x="363510" y="172179"/>
                </a:lnTo>
                <a:cubicBezTo>
                  <a:pt x="363520" y="157834"/>
                  <a:pt x="363529" y="137015"/>
                  <a:pt x="363539" y="114823"/>
                </a:cubicBezTo>
                <a:lnTo>
                  <a:pt x="401760" y="143442"/>
                </a:lnTo>
                <a:close/>
                <a:moveTo>
                  <a:pt x="344404" y="18871"/>
                </a:moveTo>
                <a:cubicBezTo>
                  <a:pt x="344454" y="54222"/>
                  <a:pt x="344385" y="162862"/>
                  <a:pt x="344369" y="186512"/>
                </a:cubicBezTo>
                <a:lnTo>
                  <a:pt x="210446" y="286803"/>
                </a:lnTo>
                <a:lnTo>
                  <a:pt x="76526" y="186508"/>
                </a:lnTo>
                <a:lnTo>
                  <a:pt x="76526" y="19131"/>
                </a:lnTo>
                <a:lnTo>
                  <a:pt x="344404" y="18869"/>
                </a:lnTo>
                <a:close/>
                <a:moveTo>
                  <a:pt x="57394" y="114785"/>
                </a:moveTo>
                <a:lnTo>
                  <a:pt x="57394" y="172181"/>
                </a:lnTo>
                <a:lnTo>
                  <a:pt x="19131" y="143526"/>
                </a:lnTo>
                <a:lnTo>
                  <a:pt x="19131" y="143440"/>
                </a:lnTo>
                <a:lnTo>
                  <a:pt x="57394" y="114787"/>
                </a:lnTo>
                <a:close/>
                <a:moveTo>
                  <a:pt x="160606" y="170233"/>
                </a:moveTo>
                <a:lnTo>
                  <a:pt x="146288" y="184551"/>
                </a:lnTo>
                <a:lnTo>
                  <a:pt x="159814" y="198077"/>
                </a:lnTo>
                <a:lnTo>
                  <a:pt x="172273" y="185619"/>
                </a:lnTo>
                <a:cubicBezTo>
                  <a:pt x="182317" y="195043"/>
                  <a:pt x="195456" y="200880"/>
                  <a:pt x="210222" y="200880"/>
                </a:cubicBezTo>
                <a:cubicBezTo>
                  <a:pt x="224901" y="200880"/>
                  <a:pt x="238165" y="194896"/>
                  <a:pt x="248349" y="185349"/>
                </a:cubicBezTo>
                <a:lnTo>
                  <a:pt x="261077" y="198077"/>
                </a:lnTo>
                <a:lnTo>
                  <a:pt x="274603" y="184551"/>
                </a:lnTo>
                <a:lnTo>
                  <a:pt x="260086" y="170034"/>
                </a:lnTo>
                <a:cubicBezTo>
                  <a:pt x="262936" y="164773"/>
                  <a:pt x="265225" y="159141"/>
                  <a:pt x="266478" y="153051"/>
                </a:cubicBezTo>
                <a:lnTo>
                  <a:pt x="286971" y="153051"/>
                </a:lnTo>
                <a:lnTo>
                  <a:pt x="286971" y="133920"/>
                </a:lnTo>
                <a:lnTo>
                  <a:pt x="267161" y="133920"/>
                </a:lnTo>
                <a:cubicBezTo>
                  <a:pt x="266659" y="128716"/>
                  <a:pt x="265575" y="123667"/>
                  <a:pt x="263906" y="118749"/>
                </a:cubicBezTo>
                <a:lnTo>
                  <a:pt x="281326" y="107865"/>
                </a:lnTo>
                <a:lnTo>
                  <a:pt x="271681" y="91341"/>
                </a:lnTo>
                <a:lnTo>
                  <a:pt x="255160" y="100985"/>
                </a:lnTo>
                <a:lnTo>
                  <a:pt x="255230" y="101152"/>
                </a:lnTo>
                <a:cubicBezTo>
                  <a:pt x="253264" y="98397"/>
                  <a:pt x="250901" y="96000"/>
                  <a:pt x="248530" y="93599"/>
                </a:cubicBezTo>
                <a:cubicBezTo>
                  <a:pt x="247595" y="70289"/>
                  <a:pt x="231366" y="52277"/>
                  <a:pt x="210650" y="52277"/>
                </a:cubicBezTo>
                <a:cubicBezTo>
                  <a:pt x="189797" y="52277"/>
                  <a:pt x="173459" y="70143"/>
                  <a:pt x="172386" y="93308"/>
                </a:cubicBezTo>
                <a:cubicBezTo>
                  <a:pt x="170088" y="95628"/>
                  <a:pt x="167760" y="97917"/>
                  <a:pt x="165841" y="100580"/>
                </a:cubicBezTo>
                <a:lnTo>
                  <a:pt x="150013" y="91343"/>
                </a:lnTo>
                <a:lnTo>
                  <a:pt x="140371" y="107867"/>
                </a:lnTo>
                <a:lnTo>
                  <a:pt x="157077" y="118288"/>
                </a:lnTo>
                <a:cubicBezTo>
                  <a:pt x="155349" y="123340"/>
                  <a:pt x="154232" y="128550"/>
                  <a:pt x="153723" y="133922"/>
                </a:cubicBezTo>
                <a:lnTo>
                  <a:pt x="133918" y="133922"/>
                </a:lnTo>
                <a:lnTo>
                  <a:pt x="133918" y="153053"/>
                </a:lnTo>
                <a:lnTo>
                  <a:pt x="154327" y="153053"/>
                </a:lnTo>
                <a:cubicBezTo>
                  <a:pt x="155540" y="159250"/>
                  <a:pt x="157796" y="164934"/>
                  <a:pt x="160604" y="170235"/>
                </a:cubicBezTo>
                <a:close/>
                <a:moveTo>
                  <a:pt x="210650" y="71408"/>
                </a:moveTo>
                <a:cubicBezTo>
                  <a:pt x="218599" y="71408"/>
                  <a:pt x="225251" y="77387"/>
                  <a:pt x="228100" y="86093"/>
                </a:cubicBezTo>
                <a:lnTo>
                  <a:pt x="192826" y="86093"/>
                </a:lnTo>
                <a:cubicBezTo>
                  <a:pt x="195732" y="77387"/>
                  <a:pt x="202531" y="71408"/>
                  <a:pt x="210648" y="71408"/>
                </a:cubicBezTo>
                <a:close/>
                <a:moveTo>
                  <a:pt x="187256" y="105225"/>
                </a:moveTo>
                <a:lnTo>
                  <a:pt x="233411" y="105225"/>
                </a:lnTo>
                <a:cubicBezTo>
                  <a:pt x="242967" y="113884"/>
                  <a:pt x="248708" y="126859"/>
                  <a:pt x="248708" y="140199"/>
                </a:cubicBezTo>
                <a:cubicBezTo>
                  <a:pt x="248708" y="163114"/>
                  <a:pt x="231446" y="181750"/>
                  <a:pt x="210222" y="181750"/>
                </a:cubicBezTo>
                <a:cubicBezTo>
                  <a:pt x="188896" y="181750"/>
                  <a:pt x="172183" y="163497"/>
                  <a:pt x="172183" y="140199"/>
                </a:cubicBezTo>
                <a:cubicBezTo>
                  <a:pt x="172183" y="126790"/>
                  <a:pt x="177848" y="113861"/>
                  <a:pt x="187258" y="105225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Graphic 301" descr="Computer virus icon.">
            <a:extLst>
              <a:ext uri="{FF2B5EF4-FFF2-40B4-BE49-F238E27FC236}">
                <a16:creationId xmlns:a16="http://schemas.microsoft.com/office/drawing/2014/main" id="{B72EA6E8-1590-BFC1-1C8B-A712F40CDBE7}"/>
              </a:ext>
            </a:extLst>
          </p:cNvPr>
          <p:cNvSpPr/>
          <p:nvPr/>
        </p:nvSpPr>
        <p:spPr>
          <a:xfrm>
            <a:off x="7068541" y="1470890"/>
            <a:ext cx="459154" cy="344365"/>
          </a:xfrm>
          <a:custGeom>
            <a:avLst/>
            <a:gdLst>
              <a:gd name="connsiteX0" fmla="*/ 440023 w 459154"/>
              <a:gd name="connsiteY0" fmla="*/ 0 h 344365"/>
              <a:gd name="connsiteX1" fmla="*/ 19131 w 459154"/>
              <a:gd name="connsiteY1" fmla="*/ 0 h 344365"/>
              <a:gd name="connsiteX2" fmla="*/ 0 w 459154"/>
              <a:gd name="connsiteY2" fmla="*/ 19131 h 344365"/>
              <a:gd name="connsiteX3" fmla="*/ 0 w 459154"/>
              <a:gd name="connsiteY3" fmla="*/ 325234 h 344365"/>
              <a:gd name="connsiteX4" fmla="*/ 19131 w 459154"/>
              <a:gd name="connsiteY4" fmla="*/ 344366 h 344365"/>
              <a:gd name="connsiteX5" fmla="*/ 440023 w 459154"/>
              <a:gd name="connsiteY5" fmla="*/ 344366 h 344365"/>
              <a:gd name="connsiteX6" fmla="*/ 459154 w 459154"/>
              <a:gd name="connsiteY6" fmla="*/ 325234 h 344365"/>
              <a:gd name="connsiteX7" fmla="*/ 459154 w 459154"/>
              <a:gd name="connsiteY7" fmla="*/ 19131 h 344365"/>
              <a:gd name="connsiteX8" fmla="*/ 440023 w 459154"/>
              <a:gd name="connsiteY8" fmla="*/ 0 h 344365"/>
              <a:gd name="connsiteX9" fmla="*/ 440023 w 459154"/>
              <a:gd name="connsiteY9" fmla="*/ 325234 h 344365"/>
              <a:gd name="connsiteX10" fmla="*/ 19131 w 459154"/>
              <a:gd name="connsiteY10" fmla="*/ 325234 h 344365"/>
              <a:gd name="connsiteX11" fmla="*/ 19131 w 459154"/>
              <a:gd name="connsiteY11" fmla="*/ 95657 h 344365"/>
              <a:gd name="connsiteX12" fmla="*/ 440023 w 459154"/>
              <a:gd name="connsiteY12" fmla="*/ 95657 h 344365"/>
              <a:gd name="connsiteX13" fmla="*/ 440023 w 459154"/>
              <a:gd name="connsiteY13" fmla="*/ 325234 h 344365"/>
              <a:gd name="connsiteX14" fmla="*/ 19131 w 459154"/>
              <a:gd name="connsiteY14" fmla="*/ 76526 h 344365"/>
              <a:gd name="connsiteX15" fmla="*/ 19131 w 459154"/>
              <a:gd name="connsiteY15" fmla="*/ 19131 h 344365"/>
              <a:gd name="connsiteX16" fmla="*/ 440023 w 459154"/>
              <a:gd name="connsiteY16" fmla="*/ 19131 h 344365"/>
              <a:gd name="connsiteX17" fmla="*/ 440023 w 459154"/>
              <a:gd name="connsiteY17" fmla="*/ 76526 h 344365"/>
              <a:gd name="connsiteX18" fmla="*/ 19131 w 459154"/>
              <a:gd name="connsiteY18" fmla="*/ 76526 h 344365"/>
              <a:gd name="connsiteX19" fmla="*/ 57394 w 459154"/>
              <a:gd name="connsiteY19" fmla="*/ 38263 h 344365"/>
              <a:gd name="connsiteX20" fmla="*/ 76516 w 459154"/>
              <a:gd name="connsiteY20" fmla="*/ 38263 h 344365"/>
              <a:gd name="connsiteX21" fmla="*/ 76516 w 459154"/>
              <a:gd name="connsiteY21" fmla="*/ 57394 h 344365"/>
              <a:gd name="connsiteX22" fmla="*/ 57394 w 459154"/>
              <a:gd name="connsiteY22" fmla="*/ 57394 h 344365"/>
              <a:gd name="connsiteX23" fmla="*/ 57394 w 459154"/>
              <a:gd name="connsiteY23" fmla="*/ 38263 h 344365"/>
              <a:gd name="connsiteX24" fmla="*/ 95657 w 459154"/>
              <a:gd name="connsiteY24" fmla="*/ 38263 h 344365"/>
              <a:gd name="connsiteX25" fmla="*/ 114779 w 459154"/>
              <a:gd name="connsiteY25" fmla="*/ 38263 h 344365"/>
              <a:gd name="connsiteX26" fmla="*/ 114779 w 459154"/>
              <a:gd name="connsiteY26" fmla="*/ 57394 h 344365"/>
              <a:gd name="connsiteX27" fmla="*/ 95657 w 459154"/>
              <a:gd name="connsiteY27" fmla="*/ 57394 h 344365"/>
              <a:gd name="connsiteX28" fmla="*/ 95657 w 459154"/>
              <a:gd name="connsiteY28" fmla="*/ 38263 h 344365"/>
              <a:gd name="connsiteX29" fmla="*/ 133920 w 459154"/>
              <a:gd name="connsiteY29" fmla="*/ 38263 h 344365"/>
              <a:gd name="connsiteX30" fmla="*/ 153042 w 459154"/>
              <a:gd name="connsiteY30" fmla="*/ 38263 h 344365"/>
              <a:gd name="connsiteX31" fmla="*/ 153042 w 459154"/>
              <a:gd name="connsiteY31" fmla="*/ 57394 h 344365"/>
              <a:gd name="connsiteX32" fmla="*/ 133920 w 459154"/>
              <a:gd name="connsiteY32" fmla="*/ 57394 h 344365"/>
              <a:gd name="connsiteX33" fmla="*/ 133920 w 459154"/>
              <a:gd name="connsiteY33" fmla="*/ 38263 h 344365"/>
              <a:gd name="connsiteX34" fmla="*/ 401760 w 459154"/>
              <a:gd name="connsiteY34" fmla="*/ 38263 h 344365"/>
              <a:gd name="connsiteX35" fmla="*/ 401760 w 459154"/>
              <a:gd name="connsiteY35" fmla="*/ 57394 h 344365"/>
              <a:gd name="connsiteX36" fmla="*/ 191314 w 459154"/>
              <a:gd name="connsiteY36" fmla="*/ 57394 h 344365"/>
              <a:gd name="connsiteX37" fmla="*/ 191314 w 459154"/>
              <a:gd name="connsiteY37" fmla="*/ 38263 h 344365"/>
              <a:gd name="connsiteX38" fmla="*/ 401760 w 459154"/>
              <a:gd name="connsiteY38" fmla="*/ 38263 h 344365"/>
              <a:gd name="connsiteX39" fmla="*/ 166200 w 459154"/>
              <a:gd name="connsiteY39" fmla="*/ 269862 h 344365"/>
              <a:gd name="connsiteX40" fmla="*/ 146288 w 459154"/>
              <a:gd name="connsiteY40" fmla="*/ 289774 h 344365"/>
              <a:gd name="connsiteX41" fmla="*/ 159814 w 459154"/>
              <a:gd name="connsiteY41" fmla="*/ 303300 h 344365"/>
              <a:gd name="connsiteX42" fmla="*/ 178423 w 459154"/>
              <a:gd name="connsiteY42" fmla="*/ 284691 h 344365"/>
              <a:gd name="connsiteX43" fmla="*/ 229895 w 459154"/>
              <a:gd name="connsiteY43" fmla="*/ 306242 h 344365"/>
              <a:gd name="connsiteX44" fmla="*/ 281031 w 459154"/>
              <a:gd name="connsiteY44" fmla="*/ 284991 h 344365"/>
              <a:gd name="connsiteX45" fmla="*/ 299340 w 459154"/>
              <a:gd name="connsiteY45" fmla="*/ 303300 h 344365"/>
              <a:gd name="connsiteX46" fmla="*/ 312866 w 459154"/>
              <a:gd name="connsiteY46" fmla="*/ 289774 h 344365"/>
              <a:gd name="connsiteX47" fmla="*/ 293375 w 459154"/>
              <a:gd name="connsiteY47" fmla="*/ 270283 h 344365"/>
              <a:gd name="connsiteX48" fmla="*/ 305068 w 459154"/>
              <a:gd name="connsiteY48" fmla="*/ 239143 h 344365"/>
              <a:gd name="connsiteX49" fmla="*/ 334800 w 459154"/>
              <a:gd name="connsiteY49" fmla="*/ 239143 h 344365"/>
              <a:gd name="connsiteX50" fmla="*/ 334800 w 459154"/>
              <a:gd name="connsiteY50" fmla="*/ 220011 h 344365"/>
              <a:gd name="connsiteX51" fmla="*/ 306110 w 459154"/>
              <a:gd name="connsiteY51" fmla="*/ 220011 h 344365"/>
              <a:gd name="connsiteX52" fmla="*/ 297847 w 459154"/>
              <a:gd name="connsiteY52" fmla="*/ 187985 h 344365"/>
              <a:gd name="connsiteX53" fmla="*/ 321425 w 459154"/>
              <a:gd name="connsiteY53" fmla="*/ 170258 h 344365"/>
              <a:gd name="connsiteX54" fmla="*/ 309916 w 459154"/>
              <a:gd name="connsiteY54" fmla="*/ 154976 h 344365"/>
              <a:gd name="connsiteX55" fmla="*/ 287555 w 459154"/>
              <a:gd name="connsiteY55" fmla="*/ 171789 h 344365"/>
              <a:gd name="connsiteX56" fmla="*/ 277363 w 459154"/>
              <a:gd name="connsiteY56" fmla="*/ 161266 h 344365"/>
              <a:gd name="connsiteX57" fmla="*/ 229552 w 459154"/>
              <a:gd name="connsiteY57" fmla="*/ 105374 h 344365"/>
              <a:gd name="connsiteX58" fmla="*/ 182156 w 459154"/>
              <a:gd name="connsiteY58" fmla="*/ 161574 h 344365"/>
              <a:gd name="connsiteX59" fmla="*/ 171810 w 459154"/>
              <a:gd name="connsiteY59" fmla="*/ 171953 h 344365"/>
              <a:gd name="connsiteX60" fmla="*/ 149233 w 459154"/>
              <a:gd name="connsiteY60" fmla="*/ 154978 h 344365"/>
              <a:gd name="connsiteX61" fmla="*/ 137742 w 459154"/>
              <a:gd name="connsiteY61" fmla="*/ 170260 h 344365"/>
              <a:gd name="connsiteX62" fmla="*/ 161678 w 459154"/>
              <a:gd name="connsiteY62" fmla="*/ 188257 h 344365"/>
              <a:gd name="connsiteX63" fmla="*/ 153694 w 459154"/>
              <a:gd name="connsiteY63" fmla="*/ 220013 h 344365"/>
              <a:gd name="connsiteX64" fmla="*/ 124356 w 459154"/>
              <a:gd name="connsiteY64" fmla="*/ 220013 h 344365"/>
              <a:gd name="connsiteX65" fmla="*/ 124356 w 459154"/>
              <a:gd name="connsiteY65" fmla="*/ 239145 h 344365"/>
              <a:gd name="connsiteX66" fmla="*/ 154723 w 459154"/>
              <a:gd name="connsiteY66" fmla="*/ 239145 h 344365"/>
              <a:gd name="connsiteX67" fmla="*/ 166202 w 459154"/>
              <a:gd name="connsiteY67" fmla="*/ 269864 h 344365"/>
              <a:gd name="connsiteX68" fmla="*/ 229895 w 459154"/>
              <a:gd name="connsiteY68" fmla="*/ 287113 h 344365"/>
              <a:gd name="connsiteX69" fmla="*/ 172500 w 459154"/>
              <a:gd name="connsiteY69" fmla="*/ 224936 h 344365"/>
              <a:gd name="connsiteX70" fmla="*/ 199512 w 459154"/>
              <a:gd name="connsiteY70" fmla="*/ 172303 h 344365"/>
              <a:gd name="connsiteX71" fmla="*/ 259682 w 459154"/>
              <a:gd name="connsiteY71" fmla="*/ 172081 h 344365"/>
              <a:gd name="connsiteX72" fmla="*/ 287289 w 459154"/>
              <a:gd name="connsiteY72" fmla="*/ 224936 h 344365"/>
              <a:gd name="connsiteX73" fmla="*/ 229895 w 459154"/>
              <a:gd name="connsiteY73" fmla="*/ 287113 h 344365"/>
              <a:gd name="connsiteX74" fmla="*/ 229548 w 459154"/>
              <a:gd name="connsiteY74" fmla="*/ 124505 h 344365"/>
              <a:gd name="connsiteX75" fmla="*/ 257451 w 459154"/>
              <a:gd name="connsiteY75" fmla="*/ 152960 h 344365"/>
              <a:gd name="connsiteX76" fmla="*/ 202056 w 459154"/>
              <a:gd name="connsiteY76" fmla="*/ 153164 h 344365"/>
              <a:gd name="connsiteX77" fmla="*/ 229548 w 459154"/>
              <a:gd name="connsiteY77" fmla="*/ 124505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9154" h="344365">
                <a:moveTo>
                  <a:pt x="440023" y="0"/>
                </a:moveTo>
                <a:lnTo>
                  <a:pt x="19131" y="0"/>
                </a:lnTo>
                <a:cubicBezTo>
                  <a:pt x="8584" y="0"/>
                  <a:pt x="0" y="8584"/>
                  <a:pt x="0" y="19131"/>
                </a:cubicBezTo>
                <a:lnTo>
                  <a:pt x="0" y="325234"/>
                </a:lnTo>
                <a:cubicBezTo>
                  <a:pt x="0" y="335781"/>
                  <a:pt x="8584" y="344366"/>
                  <a:pt x="19131" y="344366"/>
                </a:cubicBezTo>
                <a:lnTo>
                  <a:pt x="440023" y="344366"/>
                </a:lnTo>
                <a:cubicBezTo>
                  <a:pt x="450579" y="344366"/>
                  <a:pt x="459154" y="335781"/>
                  <a:pt x="459154" y="325234"/>
                </a:cubicBezTo>
                <a:lnTo>
                  <a:pt x="459154" y="19131"/>
                </a:lnTo>
                <a:cubicBezTo>
                  <a:pt x="459154" y="8584"/>
                  <a:pt x="450579" y="0"/>
                  <a:pt x="440023" y="0"/>
                </a:cubicBezTo>
                <a:close/>
                <a:moveTo>
                  <a:pt x="440023" y="325234"/>
                </a:moveTo>
                <a:lnTo>
                  <a:pt x="19131" y="325234"/>
                </a:lnTo>
                <a:lnTo>
                  <a:pt x="19131" y="95657"/>
                </a:lnTo>
                <a:lnTo>
                  <a:pt x="440023" y="95657"/>
                </a:lnTo>
                <a:lnTo>
                  <a:pt x="440023" y="325234"/>
                </a:lnTo>
                <a:close/>
                <a:moveTo>
                  <a:pt x="19131" y="76526"/>
                </a:moveTo>
                <a:lnTo>
                  <a:pt x="19131" y="19131"/>
                </a:lnTo>
                <a:lnTo>
                  <a:pt x="440023" y="19131"/>
                </a:lnTo>
                <a:lnTo>
                  <a:pt x="440023" y="76526"/>
                </a:lnTo>
                <a:lnTo>
                  <a:pt x="19131" y="76526"/>
                </a:lnTo>
                <a:close/>
                <a:moveTo>
                  <a:pt x="57394" y="38263"/>
                </a:moveTo>
                <a:lnTo>
                  <a:pt x="76516" y="38263"/>
                </a:lnTo>
                <a:lnTo>
                  <a:pt x="76516" y="57394"/>
                </a:lnTo>
                <a:lnTo>
                  <a:pt x="57394" y="57394"/>
                </a:lnTo>
                <a:lnTo>
                  <a:pt x="57394" y="38263"/>
                </a:lnTo>
                <a:close/>
                <a:moveTo>
                  <a:pt x="95657" y="38263"/>
                </a:moveTo>
                <a:lnTo>
                  <a:pt x="114779" y="38263"/>
                </a:lnTo>
                <a:lnTo>
                  <a:pt x="114779" y="57394"/>
                </a:lnTo>
                <a:lnTo>
                  <a:pt x="95657" y="57394"/>
                </a:lnTo>
                <a:lnTo>
                  <a:pt x="95657" y="38263"/>
                </a:lnTo>
                <a:close/>
                <a:moveTo>
                  <a:pt x="133920" y="38263"/>
                </a:moveTo>
                <a:lnTo>
                  <a:pt x="153042" y="38263"/>
                </a:lnTo>
                <a:lnTo>
                  <a:pt x="153042" y="57394"/>
                </a:lnTo>
                <a:lnTo>
                  <a:pt x="133920" y="57394"/>
                </a:lnTo>
                <a:lnTo>
                  <a:pt x="133920" y="38263"/>
                </a:lnTo>
                <a:close/>
                <a:moveTo>
                  <a:pt x="401760" y="38263"/>
                </a:moveTo>
                <a:lnTo>
                  <a:pt x="401760" y="57394"/>
                </a:lnTo>
                <a:lnTo>
                  <a:pt x="191314" y="57394"/>
                </a:lnTo>
                <a:lnTo>
                  <a:pt x="191314" y="38263"/>
                </a:lnTo>
                <a:lnTo>
                  <a:pt x="401760" y="38263"/>
                </a:lnTo>
                <a:close/>
                <a:moveTo>
                  <a:pt x="166200" y="269862"/>
                </a:moveTo>
                <a:lnTo>
                  <a:pt x="146288" y="289774"/>
                </a:lnTo>
                <a:lnTo>
                  <a:pt x="159814" y="303300"/>
                </a:lnTo>
                <a:lnTo>
                  <a:pt x="178423" y="284691"/>
                </a:lnTo>
                <a:cubicBezTo>
                  <a:pt x="192045" y="297945"/>
                  <a:pt x="210013" y="306242"/>
                  <a:pt x="229895" y="306242"/>
                </a:cubicBezTo>
                <a:cubicBezTo>
                  <a:pt x="249621" y="306242"/>
                  <a:pt x="267448" y="298056"/>
                  <a:pt x="281031" y="284991"/>
                </a:cubicBezTo>
                <a:lnTo>
                  <a:pt x="299340" y="303300"/>
                </a:lnTo>
                <a:lnTo>
                  <a:pt x="312866" y="289774"/>
                </a:lnTo>
                <a:lnTo>
                  <a:pt x="293375" y="270283"/>
                </a:lnTo>
                <a:cubicBezTo>
                  <a:pt x="299217" y="261077"/>
                  <a:pt x="303170" y="250488"/>
                  <a:pt x="305068" y="239143"/>
                </a:cubicBezTo>
                <a:lnTo>
                  <a:pt x="334800" y="239143"/>
                </a:lnTo>
                <a:lnTo>
                  <a:pt x="334800" y="220011"/>
                </a:lnTo>
                <a:lnTo>
                  <a:pt x="306110" y="220011"/>
                </a:lnTo>
                <a:cubicBezTo>
                  <a:pt x="305456" y="208708"/>
                  <a:pt x="302605" y="197848"/>
                  <a:pt x="297847" y="187985"/>
                </a:cubicBezTo>
                <a:lnTo>
                  <a:pt x="321425" y="170258"/>
                </a:lnTo>
                <a:lnTo>
                  <a:pt x="309916" y="154976"/>
                </a:lnTo>
                <a:lnTo>
                  <a:pt x="287555" y="171789"/>
                </a:lnTo>
                <a:cubicBezTo>
                  <a:pt x="284461" y="167991"/>
                  <a:pt x="281106" y="164425"/>
                  <a:pt x="277363" y="161266"/>
                </a:cubicBezTo>
                <a:cubicBezTo>
                  <a:pt x="276822" y="129843"/>
                  <a:pt x="256074" y="105374"/>
                  <a:pt x="229552" y="105374"/>
                </a:cubicBezTo>
                <a:cubicBezTo>
                  <a:pt x="203260" y="105374"/>
                  <a:pt x="182678" y="129981"/>
                  <a:pt x="182156" y="161574"/>
                </a:cubicBezTo>
                <a:cubicBezTo>
                  <a:pt x="178406" y="164743"/>
                  <a:pt x="174894" y="168154"/>
                  <a:pt x="171810" y="171953"/>
                </a:cubicBezTo>
                <a:lnTo>
                  <a:pt x="149233" y="154978"/>
                </a:lnTo>
                <a:lnTo>
                  <a:pt x="137742" y="170260"/>
                </a:lnTo>
                <a:lnTo>
                  <a:pt x="161678" y="188257"/>
                </a:lnTo>
                <a:cubicBezTo>
                  <a:pt x="157063" y="197980"/>
                  <a:pt x="154325" y="208714"/>
                  <a:pt x="153694" y="220013"/>
                </a:cubicBezTo>
                <a:lnTo>
                  <a:pt x="124356" y="220013"/>
                </a:lnTo>
                <a:lnTo>
                  <a:pt x="124356" y="239145"/>
                </a:lnTo>
                <a:lnTo>
                  <a:pt x="154723" y="239145"/>
                </a:lnTo>
                <a:cubicBezTo>
                  <a:pt x="156593" y="250327"/>
                  <a:pt x="160492" y="260754"/>
                  <a:pt x="166202" y="269864"/>
                </a:cubicBezTo>
                <a:close/>
                <a:moveTo>
                  <a:pt x="229895" y="287113"/>
                </a:moveTo>
                <a:cubicBezTo>
                  <a:pt x="198245" y="287113"/>
                  <a:pt x="172500" y="259219"/>
                  <a:pt x="172500" y="224936"/>
                </a:cubicBezTo>
                <a:cubicBezTo>
                  <a:pt x="172500" y="203486"/>
                  <a:pt x="182952" y="183581"/>
                  <a:pt x="199512" y="172303"/>
                </a:cubicBezTo>
                <a:lnTo>
                  <a:pt x="259682" y="172081"/>
                </a:lnTo>
                <a:cubicBezTo>
                  <a:pt x="276665" y="183369"/>
                  <a:pt x="287289" y="203296"/>
                  <a:pt x="287289" y="224936"/>
                </a:cubicBezTo>
                <a:cubicBezTo>
                  <a:pt x="287289" y="259219"/>
                  <a:pt x="261544" y="287113"/>
                  <a:pt x="229895" y="287113"/>
                </a:cubicBezTo>
                <a:close/>
                <a:moveTo>
                  <a:pt x="229548" y="124505"/>
                </a:moveTo>
                <a:cubicBezTo>
                  <a:pt x="243187" y="124505"/>
                  <a:pt x="254331" y="136417"/>
                  <a:pt x="257451" y="152960"/>
                </a:cubicBezTo>
                <a:lnTo>
                  <a:pt x="202056" y="153164"/>
                </a:lnTo>
                <a:cubicBezTo>
                  <a:pt x="205139" y="136499"/>
                  <a:pt x="216116" y="124505"/>
                  <a:pt x="229548" y="124505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Graphic 333" descr="Infected files icon.">
            <a:extLst>
              <a:ext uri="{FF2B5EF4-FFF2-40B4-BE49-F238E27FC236}">
                <a16:creationId xmlns:a16="http://schemas.microsoft.com/office/drawing/2014/main" id="{791FB50D-0B5D-9817-514B-9071E298F9E4}"/>
              </a:ext>
            </a:extLst>
          </p:cNvPr>
          <p:cNvSpPr/>
          <p:nvPr/>
        </p:nvSpPr>
        <p:spPr>
          <a:xfrm>
            <a:off x="8320630" y="1451759"/>
            <a:ext cx="459154" cy="363496"/>
          </a:xfrm>
          <a:custGeom>
            <a:avLst/>
            <a:gdLst>
              <a:gd name="connsiteX0" fmla="*/ 440023 w 459154"/>
              <a:gd name="connsiteY0" fmla="*/ 38263 h 363496"/>
              <a:gd name="connsiteX1" fmla="*/ 195274 w 459154"/>
              <a:gd name="connsiteY1" fmla="*/ 38263 h 363496"/>
              <a:gd name="connsiteX2" fmla="*/ 162617 w 459154"/>
              <a:gd name="connsiteY2" fmla="*/ 5606 h 363496"/>
              <a:gd name="connsiteX3" fmla="*/ 149091 w 459154"/>
              <a:gd name="connsiteY3" fmla="*/ 0 h 363496"/>
              <a:gd name="connsiteX4" fmla="*/ 19131 w 459154"/>
              <a:gd name="connsiteY4" fmla="*/ 0 h 363496"/>
              <a:gd name="connsiteX5" fmla="*/ 0 w 459154"/>
              <a:gd name="connsiteY5" fmla="*/ 19131 h 363496"/>
              <a:gd name="connsiteX6" fmla="*/ 0 w 459154"/>
              <a:gd name="connsiteY6" fmla="*/ 344366 h 363496"/>
              <a:gd name="connsiteX7" fmla="*/ 19131 w 459154"/>
              <a:gd name="connsiteY7" fmla="*/ 363497 h 363496"/>
              <a:gd name="connsiteX8" fmla="*/ 440023 w 459154"/>
              <a:gd name="connsiteY8" fmla="*/ 363497 h 363496"/>
              <a:gd name="connsiteX9" fmla="*/ 459154 w 459154"/>
              <a:gd name="connsiteY9" fmla="*/ 344366 h 363496"/>
              <a:gd name="connsiteX10" fmla="*/ 459154 w 459154"/>
              <a:gd name="connsiteY10" fmla="*/ 57394 h 363496"/>
              <a:gd name="connsiteX11" fmla="*/ 440023 w 459154"/>
              <a:gd name="connsiteY11" fmla="*/ 38263 h 363496"/>
              <a:gd name="connsiteX12" fmla="*/ 440023 w 459154"/>
              <a:gd name="connsiteY12" fmla="*/ 344366 h 363496"/>
              <a:gd name="connsiteX13" fmla="*/ 19131 w 459154"/>
              <a:gd name="connsiteY13" fmla="*/ 344366 h 363496"/>
              <a:gd name="connsiteX14" fmla="*/ 19131 w 459154"/>
              <a:gd name="connsiteY14" fmla="*/ 19131 h 363496"/>
              <a:gd name="connsiteX15" fmla="*/ 149091 w 459154"/>
              <a:gd name="connsiteY15" fmla="*/ 19131 h 363496"/>
              <a:gd name="connsiteX16" fmla="*/ 181748 w 459154"/>
              <a:gd name="connsiteY16" fmla="*/ 51789 h 363496"/>
              <a:gd name="connsiteX17" fmla="*/ 195274 w 459154"/>
              <a:gd name="connsiteY17" fmla="*/ 57394 h 363496"/>
              <a:gd name="connsiteX18" fmla="*/ 440023 w 459154"/>
              <a:gd name="connsiteY18" fmla="*/ 57394 h 363496"/>
              <a:gd name="connsiteX19" fmla="*/ 440023 w 459154"/>
              <a:gd name="connsiteY19" fmla="*/ 344366 h 363496"/>
              <a:gd name="connsiteX20" fmla="*/ 171848 w 459154"/>
              <a:gd name="connsiteY20" fmla="*/ 162277 h 363496"/>
              <a:gd name="connsiteX21" fmla="*/ 149229 w 459154"/>
              <a:gd name="connsiteY21" fmla="*/ 145271 h 363496"/>
              <a:gd name="connsiteX22" fmla="*/ 137739 w 459154"/>
              <a:gd name="connsiteY22" fmla="*/ 160553 h 363496"/>
              <a:gd name="connsiteX23" fmla="*/ 161657 w 459154"/>
              <a:gd name="connsiteY23" fmla="*/ 178536 h 363496"/>
              <a:gd name="connsiteX24" fmla="*/ 153646 w 459154"/>
              <a:gd name="connsiteY24" fmla="*/ 210306 h 363496"/>
              <a:gd name="connsiteX25" fmla="*/ 124352 w 459154"/>
              <a:gd name="connsiteY25" fmla="*/ 210306 h 363496"/>
              <a:gd name="connsiteX26" fmla="*/ 124352 w 459154"/>
              <a:gd name="connsiteY26" fmla="*/ 229437 h 363496"/>
              <a:gd name="connsiteX27" fmla="*/ 154720 w 459154"/>
              <a:gd name="connsiteY27" fmla="*/ 229437 h 363496"/>
              <a:gd name="connsiteX28" fmla="*/ 166198 w 459154"/>
              <a:gd name="connsiteY28" fmla="*/ 260157 h 363496"/>
              <a:gd name="connsiteX29" fmla="*/ 146286 w 459154"/>
              <a:gd name="connsiteY29" fmla="*/ 280069 h 363496"/>
              <a:gd name="connsiteX30" fmla="*/ 159812 w 459154"/>
              <a:gd name="connsiteY30" fmla="*/ 293595 h 363496"/>
              <a:gd name="connsiteX31" fmla="*/ 178422 w 459154"/>
              <a:gd name="connsiteY31" fmla="*/ 274985 h 363496"/>
              <a:gd name="connsiteX32" fmla="*/ 229893 w 459154"/>
              <a:gd name="connsiteY32" fmla="*/ 296537 h 363496"/>
              <a:gd name="connsiteX33" fmla="*/ 281029 w 459154"/>
              <a:gd name="connsiteY33" fmla="*/ 275286 h 363496"/>
              <a:gd name="connsiteX34" fmla="*/ 299338 w 459154"/>
              <a:gd name="connsiteY34" fmla="*/ 293595 h 363496"/>
              <a:gd name="connsiteX35" fmla="*/ 312864 w 459154"/>
              <a:gd name="connsiteY35" fmla="*/ 280069 h 363496"/>
              <a:gd name="connsiteX36" fmla="*/ 293373 w 459154"/>
              <a:gd name="connsiteY36" fmla="*/ 260578 h 363496"/>
              <a:gd name="connsiteX37" fmla="*/ 305066 w 459154"/>
              <a:gd name="connsiteY37" fmla="*/ 229437 h 363496"/>
              <a:gd name="connsiteX38" fmla="*/ 334798 w 459154"/>
              <a:gd name="connsiteY38" fmla="*/ 229437 h 363496"/>
              <a:gd name="connsiteX39" fmla="*/ 334798 w 459154"/>
              <a:gd name="connsiteY39" fmla="*/ 210306 h 363496"/>
              <a:gd name="connsiteX40" fmla="*/ 306108 w 459154"/>
              <a:gd name="connsiteY40" fmla="*/ 210306 h 363496"/>
              <a:gd name="connsiteX41" fmla="*/ 297847 w 459154"/>
              <a:gd name="connsiteY41" fmla="*/ 178278 h 363496"/>
              <a:gd name="connsiteX42" fmla="*/ 321421 w 459154"/>
              <a:gd name="connsiteY42" fmla="*/ 160553 h 363496"/>
              <a:gd name="connsiteX43" fmla="*/ 309912 w 459154"/>
              <a:gd name="connsiteY43" fmla="*/ 145271 h 363496"/>
              <a:gd name="connsiteX44" fmla="*/ 287559 w 459154"/>
              <a:gd name="connsiteY44" fmla="*/ 162078 h 363496"/>
              <a:gd name="connsiteX45" fmla="*/ 277356 w 459154"/>
              <a:gd name="connsiteY45" fmla="*/ 151511 h 363496"/>
              <a:gd name="connsiteX46" fmla="*/ 229546 w 459154"/>
              <a:gd name="connsiteY46" fmla="*/ 95669 h 363496"/>
              <a:gd name="connsiteX47" fmla="*/ 182152 w 459154"/>
              <a:gd name="connsiteY47" fmla="*/ 151858 h 363496"/>
              <a:gd name="connsiteX48" fmla="*/ 171846 w 459154"/>
              <a:gd name="connsiteY48" fmla="*/ 162278 h 363496"/>
              <a:gd name="connsiteX49" fmla="*/ 229895 w 459154"/>
              <a:gd name="connsiteY49" fmla="*/ 277406 h 363496"/>
              <a:gd name="connsiteX50" fmla="*/ 172500 w 459154"/>
              <a:gd name="connsiteY50" fmla="*/ 215228 h 363496"/>
              <a:gd name="connsiteX51" fmla="*/ 197088 w 459154"/>
              <a:gd name="connsiteY51" fmla="*/ 164205 h 363496"/>
              <a:gd name="connsiteX52" fmla="*/ 199642 w 459154"/>
              <a:gd name="connsiteY52" fmla="*/ 162596 h 363496"/>
              <a:gd name="connsiteX53" fmla="*/ 259728 w 459154"/>
              <a:gd name="connsiteY53" fmla="*/ 162374 h 363496"/>
              <a:gd name="connsiteX54" fmla="*/ 287289 w 459154"/>
              <a:gd name="connsiteY54" fmla="*/ 215228 h 363496"/>
              <a:gd name="connsiteX55" fmla="*/ 229895 w 459154"/>
              <a:gd name="connsiteY55" fmla="*/ 277406 h 363496"/>
              <a:gd name="connsiteX56" fmla="*/ 229548 w 459154"/>
              <a:gd name="connsiteY56" fmla="*/ 114798 h 363496"/>
              <a:gd name="connsiteX57" fmla="*/ 257451 w 459154"/>
              <a:gd name="connsiteY57" fmla="*/ 143252 h 363496"/>
              <a:gd name="connsiteX58" fmla="*/ 202056 w 459154"/>
              <a:gd name="connsiteY58" fmla="*/ 143457 h 363496"/>
              <a:gd name="connsiteX59" fmla="*/ 229548 w 459154"/>
              <a:gd name="connsiteY59" fmla="*/ 114798 h 36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59154" h="363496">
                <a:moveTo>
                  <a:pt x="440023" y="38263"/>
                </a:moveTo>
                <a:lnTo>
                  <a:pt x="195274" y="38263"/>
                </a:lnTo>
                <a:lnTo>
                  <a:pt x="162617" y="5606"/>
                </a:lnTo>
                <a:cubicBezTo>
                  <a:pt x="159059" y="2047"/>
                  <a:pt x="154127" y="0"/>
                  <a:pt x="149091" y="0"/>
                </a:cubicBezTo>
                <a:lnTo>
                  <a:pt x="19131" y="0"/>
                </a:lnTo>
                <a:cubicBezTo>
                  <a:pt x="8584" y="0"/>
                  <a:pt x="0" y="8584"/>
                  <a:pt x="0" y="19131"/>
                </a:cubicBezTo>
                <a:lnTo>
                  <a:pt x="0" y="344366"/>
                </a:lnTo>
                <a:cubicBezTo>
                  <a:pt x="0" y="354913"/>
                  <a:pt x="8584" y="363497"/>
                  <a:pt x="19131" y="363497"/>
                </a:cubicBezTo>
                <a:lnTo>
                  <a:pt x="440023" y="363497"/>
                </a:lnTo>
                <a:cubicBezTo>
                  <a:pt x="450579" y="363497"/>
                  <a:pt x="459154" y="354913"/>
                  <a:pt x="459154" y="344366"/>
                </a:cubicBezTo>
                <a:lnTo>
                  <a:pt x="459154" y="57394"/>
                </a:lnTo>
                <a:cubicBezTo>
                  <a:pt x="459154" y="46847"/>
                  <a:pt x="450579" y="38263"/>
                  <a:pt x="440023" y="38263"/>
                </a:cubicBezTo>
                <a:close/>
                <a:moveTo>
                  <a:pt x="440023" y="344366"/>
                </a:moveTo>
                <a:lnTo>
                  <a:pt x="19131" y="344366"/>
                </a:lnTo>
                <a:lnTo>
                  <a:pt x="19131" y="19131"/>
                </a:lnTo>
                <a:lnTo>
                  <a:pt x="149091" y="19131"/>
                </a:lnTo>
                <a:lnTo>
                  <a:pt x="181748" y="51789"/>
                </a:lnTo>
                <a:cubicBezTo>
                  <a:pt x="185307" y="55347"/>
                  <a:pt x="190239" y="57394"/>
                  <a:pt x="195274" y="57394"/>
                </a:cubicBezTo>
                <a:lnTo>
                  <a:pt x="440023" y="57394"/>
                </a:lnTo>
                <a:lnTo>
                  <a:pt x="440023" y="344366"/>
                </a:lnTo>
                <a:close/>
                <a:moveTo>
                  <a:pt x="171848" y="162277"/>
                </a:moveTo>
                <a:lnTo>
                  <a:pt x="149229" y="145271"/>
                </a:lnTo>
                <a:lnTo>
                  <a:pt x="137739" y="160553"/>
                </a:lnTo>
                <a:lnTo>
                  <a:pt x="161657" y="178536"/>
                </a:lnTo>
                <a:cubicBezTo>
                  <a:pt x="156992" y="188334"/>
                  <a:pt x="154289" y="199143"/>
                  <a:pt x="153646" y="210306"/>
                </a:cubicBezTo>
                <a:lnTo>
                  <a:pt x="124352" y="210306"/>
                </a:lnTo>
                <a:lnTo>
                  <a:pt x="124352" y="229437"/>
                </a:lnTo>
                <a:lnTo>
                  <a:pt x="154720" y="229437"/>
                </a:lnTo>
                <a:cubicBezTo>
                  <a:pt x="156589" y="240620"/>
                  <a:pt x="160488" y="251046"/>
                  <a:pt x="166198" y="260157"/>
                </a:cubicBezTo>
                <a:lnTo>
                  <a:pt x="146286" y="280069"/>
                </a:lnTo>
                <a:lnTo>
                  <a:pt x="159812" y="293595"/>
                </a:lnTo>
                <a:lnTo>
                  <a:pt x="178422" y="274985"/>
                </a:lnTo>
                <a:cubicBezTo>
                  <a:pt x="192043" y="288240"/>
                  <a:pt x="210011" y="296537"/>
                  <a:pt x="229893" y="296537"/>
                </a:cubicBezTo>
                <a:cubicBezTo>
                  <a:pt x="249619" y="296537"/>
                  <a:pt x="267446" y="288351"/>
                  <a:pt x="281029" y="275286"/>
                </a:cubicBezTo>
                <a:lnTo>
                  <a:pt x="299338" y="293595"/>
                </a:lnTo>
                <a:lnTo>
                  <a:pt x="312864" y="280069"/>
                </a:lnTo>
                <a:lnTo>
                  <a:pt x="293373" y="260578"/>
                </a:lnTo>
                <a:cubicBezTo>
                  <a:pt x="299215" y="251372"/>
                  <a:pt x="303168" y="240782"/>
                  <a:pt x="305066" y="229437"/>
                </a:cubicBezTo>
                <a:lnTo>
                  <a:pt x="334798" y="229437"/>
                </a:lnTo>
                <a:lnTo>
                  <a:pt x="334798" y="210306"/>
                </a:lnTo>
                <a:lnTo>
                  <a:pt x="306108" y="210306"/>
                </a:lnTo>
                <a:cubicBezTo>
                  <a:pt x="305454" y="199007"/>
                  <a:pt x="302604" y="188144"/>
                  <a:pt x="297847" y="178278"/>
                </a:cubicBezTo>
                <a:lnTo>
                  <a:pt x="321421" y="160553"/>
                </a:lnTo>
                <a:lnTo>
                  <a:pt x="309912" y="145271"/>
                </a:lnTo>
                <a:lnTo>
                  <a:pt x="287559" y="162078"/>
                </a:lnTo>
                <a:cubicBezTo>
                  <a:pt x="284459" y="158267"/>
                  <a:pt x="281106" y="154678"/>
                  <a:pt x="277356" y="151511"/>
                </a:cubicBezTo>
                <a:cubicBezTo>
                  <a:pt x="276793" y="120115"/>
                  <a:pt x="256057" y="95669"/>
                  <a:pt x="229546" y="95669"/>
                </a:cubicBezTo>
                <a:cubicBezTo>
                  <a:pt x="203258" y="95669"/>
                  <a:pt x="182680" y="120272"/>
                  <a:pt x="182152" y="151858"/>
                </a:cubicBezTo>
                <a:cubicBezTo>
                  <a:pt x="178420" y="155039"/>
                  <a:pt x="174917" y="158469"/>
                  <a:pt x="171846" y="162278"/>
                </a:cubicBezTo>
                <a:close/>
                <a:moveTo>
                  <a:pt x="229895" y="277406"/>
                </a:moveTo>
                <a:cubicBezTo>
                  <a:pt x="198245" y="277406"/>
                  <a:pt x="172500" y="249512"/>
                  <a:pt x="172500" y="215228"/>
                </a:cubicBezTo>
                <a:cubicBezTo>
                  <a:pt x="172500" y="194930"/>
                  <a:pt x="181693" y="175854"/>
                  <a:pt x="197088" y="164205"/>
                </a:cubicBezTo>
                <a:cubicBezTo>
                  <a:pt x="197893" y="163598"/>
                  <a:pt x="198806" y="163160"/>
                  <a:pt x="199642" y="162596"/>
                </a:cubicBezTo>
                <a:lnTo>
                  <a:pt x="259728" y="162374"/>
                </a:lnTo>
                <a:cubicBezTo>
                  <a:pt x="276682" y="173654"/>
                  <a:pt x="287289" y="193620"/>
                  <a:pt x="287289" y="215228"/>
                </a:cubicBezTo>
                <a:cubicBezTo>
                  <a:pt x="287289" y="249512"/>
                  <a:pt x="261544" y="277406"/>
                  <a:pt x="229895" y="277406"/>
                </a:cubicBezTo>
                <a:close/>
                <a:moveTo>
                  <a:pt x="229548" y="114798"/>
                </a:moveTo>
                <a:cubicBezTo>
                  <a:pt x="243187" y="114798"/>
                  <a:pt x="254331" y="126709"/>
                  <a:pt x="257451" y="143252"/>
                </a:cubicBezTo>
                <a:lnTo>
                  <a:pt x="202056" y="143457"/>
                </a:lnTo>
                <a:cubicBezTo>
                  <a:pt x="205139" y="126792"/>
                  <a:pt x="216116" y="114798"/>
                  <a:pt x="229548" y="114798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Graphic 413" descr="Worm icon.">
            <a:extLst>
              <a:ext uri="{FF2B5EF4-FFF2-40B4-BE49-F238E27FC236}">
                <a16:creationId xmlns:a16="http://schemas.microsoft.com/office/drawing/2014/main" id="{8FF49853-E8FD-FB70-A132-22622C091E3C}"/>
              </a:ext>
            </a:extLst>
          </p:cNvPr>
          <p:cNvSpPr/>
          <p:nvPr/>
        </p:nvSpPr>
        <p:spPr>
          <a:xfrm>
            <a:off x="9554186" y="1413496"/>
            <a:ext cx="420910" cy="401759"/>
          </a:xfrm>
          <a:custGeom>
            <a:avLst/>
            <a:gdLst>
              <a:gd name="connsiteX0" fmla="*/ 420891 w 420910"/>
              <a:gd name="connsiteY0" fmla="*/ 124354 h 401759"/>
              <a:gd name="connsiteX1" fmla="*/ 401760 w 420910"/>
              <a:gd name="connsiteY1" fmla="*/ 105223 h 401759"/>
              <a:gd name="connsiteX2" fmla="*/ 356644 w 420910"/>
              <a:gd name="connsiteY2" fmla="*/ 105223 h 401759"/>
              <a:gd name="connsiteX3" fmla="*/ 356696 w 420910"/>
              <a:gd name="connsiteY3" fmla="*/ 104756 h 401759"/>
              <a:gd name="connsiteX4" fmla="*/ 381712 w 420910"/>
              <a:gd name="connsiteY4" fmla="*/ 86399 h 401759"/>
              <a:gd name="connsiteX5" fmla="*/ 412091 w 420910"/>
              <a:gd name="connsiteY5" fmla="*/ 66820 h 401759"/>
              <a:gd name="connsiteX6" fmla="*/ 416462 w 420910"/>
              <a:gd name="connsiteY6" fmla="*/ 22103 h 401759"/>
              <a:gd name="connsiteX7" fmla="*/ 380143 w 420910"/>
              <a:gd name="connsiteY7" fmla="*/ 0 h 401759"/>
              <a:gd name="connsiteX8" fmla="*/ 379956 w 420910"/>
              <a:gd name="connsiteY8" fmla="*/ 0 h 401759"/>
              <a:gd name="connsiteX9" fmla="*/ 300776 w 420910"/>
              <a:gd name="connsiteY9" fmla="*/ 39925 h 401759"/>
              <a:gd name="connsiteX10" fmla="*/ 268362 w 420910"/>
              <a:gd name="connsiteY10" fmla="*/ 105223 h 401759"/>
              <a:gd name="connsiteX11" fmla="*/ 176711 w 420910"/>
              <a:gd name="connsiteY11" fmla="*/ 105223 h 401759"/>
              <a:gd name="connsiteX12" fmla="*/ 153796 w 420910"/>
              <a:gd name="connsiteY12" fmla="*/ 74630 h 401759"/>
              <a:gd name="connsiteX13" fmla="*/ 138475 w 420910"/>
              <a:gd name="connsiteY13" fmla="*/ 66960 h 401759"/>
              <a:gd name="connsiteX14" fmla="*/ 19131 w 420910"/>
              <a:gd name="connsiteY14" fmla="*/ 66960 h 401759"/>
              <a:gd name="connsiteX15" fmla="*/ 0 w 420910"/>
              <a:gd name="connsiteY15" fmla="*/ 86091 h 401759"/>
              <a:gd name="connsiteX16" fmla="*/ 0 w 420910"/>
              <a:gd name="connsiteY16" fmla="*/ 382628 h 401759"/>
              <a:gd name="connsiteX17" fmla="*/ 19131 w 420910"/>
              <a:gd name="connsiteY17" fmla="*/ 401760 h 401759"/>
              <a:gd name="connsiteX18" fmla="*/ 401798 w 420910"/>
              <a:gd name="connsiteY18" fmla="*/ 401760 h 401759"/>
              <a:gd name="connsiteX19" fmla="*/ 420910 w 420910"/>
              <a:gd name="connsiteY19" fmla="*/ 382647 h 401759"/>
              <a:gd name="connsiteX20" fmla="*/ 420891 w 420910"/>
              <a:gd name="connsiteY20" fmla="*/ 124354 h 401759"/>
              <a:gd name="connsiteX21" fmla="*/ 380032 w 420910"/>
              <a:gd name="connsiteY21" fmla="*/ 19131 h 401759"/>
              <a:gd name="connsiteX22" fmla="*/ 380145 w 420910"/>
              <a:gd name="connsiteY22" fmla="*/ 19131 h 401759"/>
              <a:gd name="connsiteX23" fmla="*/ 399351 w 420910"/>
              <a:gd name="connsiteY23" fmla="*/ 30687 h 401759"/>
              <a:gd name="connsiteX24" fmla="*/ 396810 w 420910"/>
              <a:gd name="connsiteY24" fmla="*/ 55330 h 401759"/>
              <a:gd name="connsiteX25" fmla="*/ 374335 w 420910"/>
              <a:gd name="connsiteY25" fmla="*/ 68754 h 401759"/>
              <a:gd name="connsiteX26" fmla="*/ 361947 w 420910"/>
              <a:gd name="connsiteY26" fmla="*/ 74415 h 401759"/>
              <a:gd name="connsiteX27" fmla="*/ 320719 w 420910"/>
              <a:gd name="connsiteY27" fmla="*/ 46434 h 401759"/>
              <a:gd name="connsiteX28" fmla="*/ 380032 w 420910"/>
              <a:gd name="connsiteY28" fmla="*/ 19133 h 401759"/>
              <a:gd name="connsiteX29" fmla="*/ 308391 w 420910"/>
              <a:gd name="connsiteY29" fmla="*/ 61192 h 401759"/>
              <a:gd name="connsiteX30" fmla="*/ 345674 w 420910"/>
              <a:gd name="connsiteY30" fmla="*/ 86497 h 401759"/>
              <a:gd name="connsiteX31" fmla="*/ 338444 w 420910"/>
              <a:gd name="connsiteY31" fmla="*/ 99057 h 401759"/>
              <a:gd name="connsiteX32" fmla="*/ 337583 w 420910"/>
              <a:gd name="connsiteY32" fmla="*/ 105223 h 401759"/>
              <a:gd name="connsiteX33" fmla="*/ 287587 w 420910"/>
              <a:gd name="connsiteY33" fmla="*/ 105223 h 401759"/>
              <a:gd name="connsiteX34" fmla="*/ 308393 w 420910"/>
              <a:gd name="connsiteY34" fmla="*/ 61192 h 401759"/>
              <a:gd name="connsiteX35" fmla="*/ 19131 w 420910"/>
              <a:gd name="connsiteY35" fmla="*/ 382628 h 401759"/>
              <a:gd name="connsiteX36" fmla="*/ 19131 w 420910"/>
              <a:gd name="connsiteY36" fmla="*/ 86091 h 401759"/>
              <a:gd name="connsiteX37" fmla="*/ 138479 w 420910"/>
              <a:gd name="connsiteY37" fmla="*/ 86091 h 401759"/>
              <a:gd name="connsiteX38" fmla="*/ 161395 w 420910"/>
              <a:gd name="connsiteY38" fmla="*/ 116684 h 401759"/>
              <a:gd name="connsiteX39" fmla="*/ 176705 w 420910"/>
              <a:gd name="connsiteY39" fmla="*/ 124354 h 401759"/>
              <a:gd name="connsiteX40" fmla="*/ 401762 w 420910"/>
              <a:gd name="connsiteY40" fmla="*/ 124354 h 401759"/>
              <a:gd name="connsiteX41" fmla="*/ 401800 w 420910"/>
              <a:gd name="connsiteY41" fmla="*/ 382628 h 401759"/>
              <a:gd name="connsiteX42" fmla="*/ 19131 w 420910"/>
              <a:gd name="connsiteY42" fmla="*/ 382628 h 401759"/>
              <a:gd name="connsiteX43" fmla="*/ 315295 w 420910"/>
              <a:gd name="connsiteY43" fmla="*/ 168427 h 401759"/>
              <a:gd name="connsiteX44" fmla="*/ 267934 w 420910"/>
              <a:gd name="connsiteY44" fmla="*/ 167848 h 401759"/>
              <a:gd name="connsiteX45" fmla="*/ 246206 w 420910"/>
              <a:gd name="connsiteY45" fmla="*/ 189258 h 401759"/>
              <a:gd name="connsiteX46" fmla="*/ 212866 w 420910"/>
              <a:gd name="connsiteY46" fmla="*/ 210696 h 401759"/>
              <a:gd name="connsiteX47" fmla="*/ 196275 w 420910"/>
              <a:gd name="connsiteY47" fmla="*/ 199617 h 401759"/>
              <a:gd name="connsiteX48" fmla="*/ 190792 w 420910"/>
              <a:gd name="connsiteY48" fmla="*/ 194873 h 401759"/>
              <a:gd name="connsiteX49" fmla="*/ 160384 w 420910"/>
              <a:gd name="connsiteY49" fmla="*/ 178722 h 401759"/>
              <a:gd name="connsiteX50" fmla="*/ 106736 w 420910"/>
              <a:gd name="connsiteY50" fmla="*/ 181337 h 401759"/>
              <a:gd name="connsiteX51" fmla="*/ 36114 w 420910"/>
              <a:gd name="connsiteY51" fmla="*/ 265150 h 401759"/>
              <a:gd name="connsiteX52" fmla="*/ 56403 w 420910"/>
              <a:gd name="connsiteY52" fmla="*/ 309990 h 401759"/>
              <a:gd name="connsiteX53" fmla="*/ 73853 w 420910"/>
              <a:gd name="connsiteY53" fmla="*/ 315764 h 401759"/>
              <a:gd name="connsiteX54" fmla="*/ 114750 w 420910"/>
              <a:gd name="connsiteY54" fmla="*/ 289047 h 401759"/>
              <a:gd name="connsiteX55" fmla="*/ 137926 w 420910"/>
              <a:gd name="connsiteY55" fmla="*/ 269261 h 401759"/>
              <a:gd name="connsiteX56" fmla="*/ 157329 w 420910"/>
              <a:gd name="connsiteY56" fmla="*/ 269971 h 401759"/>
              <a:gd name="connsiteX57" fmla="*/ 181532 w 420910"/>
              <a:gd name="connsiteY57" fmla="*/ 285311 h 401759"/>
              <a:gd name="connsiteX58" fmla="*/ 196713 w 420910"/>
              <a:gd name="connsiteY58" fmla="*/ 295810 h 401759"/>
              <a:gd name="connsiteX59" fmla="*/ 289250 w 420910"/>
              <a:gd name="connsiteY59" fmla="*/ 278062 h 401759"/>
              <a:gd name="connsiteX60" fmla="*/ 334612 w 420910"/>
              <a:gd name="connsiteY60" fmla="*/ 206637 h 401759"/>
              <a:gd name="connsiteX61" fmla="*/ 315293 w 420910"/>
              <a:gd name="connsiteY61" fmla="*/ 168429 h 401759"/>
              <a:gd name="connsiteX62" fmla="*/ 100647 w 420910"/>
              <a:gd name="connsiteY62" fmla="*/ 276116 h 401759"/>
              <a:gd name="connsiteX63" fmla="*/ 67036 w 420910"/>
              <a:gd name="connsiteY63" fmla="*/ 294071 h 401759"/>
              <a:gd name="connsiteX64" fmla="*/ 55079 w 420910"/>
              <a:gd name="connsiteY64" fmla="*/ 267652 h 401759"/>
              <a:gd name="connsiteX65" fmla="*/ 91810 w 420910"/>
              <a:gd name="connsiteY65" fmla="*/ 212387 h 401759"/>
              <a:gd name="connsiteX66" fmla="*/ 120516 w 420910"/>
              <a:gd name="connsiteY66" fmla="*/ 257314 h 401759"/>
              <a:gd name="connsiteX67" fmla="*/ 100647 w 420910"/>
              <a:gd name="connsiteY67" fmla="*/ 276114 h 401759"/>
              <a:gd name="connsiteX68" fmla="*/ 138330 w 420910"/>
              <a:gd name="connsiteY68" fmla="*/ 249650 h 401759"/>
              <a:gd name="connsiteX69" fmla="*/ 107754 w 420910"/>
              <a:gd name="connsiteY69" fmla="*/ 201812 h 401759"/>
              <a:gd name="connsiteX70" fmla="*/ 112866 w 420910"/>
              <a:gd name="connsiteY70" fmla="*/ 199460 h 401759"/>
              <a:gd name="connsiteX71" fmla="*/ 139349 w 420910"/>
              <a:gd name="connsiteY71" fmla="*/ 195108 h 401759"/>
              <a:gd name="connsiteX72" fmla="*/ 155052 w 420910"/>
              <a:gd name="connsiteY72" fmla="*/ 197098 h 401759"/>
              <a:gd name="connsiteX73" fmla="*/ 178640 w 420910"/>
              <a:gd name="connsiteY73" fmla="*/ 209652 h 401759"/>
              <a:gd name="connsiteX74" fmla="*/ 183581 w 420910"/>
              <a:gd name="connsiteY74" fmla="*/ 213929 h 401759"/>
              <a:gd name="connsiteX75" fmla="*/ 189799 w 420910"/>
              <a:gd name="connsiteY75" fmla="*/ 219217 h 401759"/>
              <a:gd name="connsiteX76" fmla="*/ 170905 w 420910"/>
              <a:gd name="connsiteY76" fmla="*/ 255728 h 401759"/>
              <a:gd name="connsiteX77" fmla="*/ 165320 w 420910"/>
              <a:gd name="connsiteY77" fmla="*/ 252592 h 401759"/>
              <a:gd name="connsiteX78" fmla="*/ 138334 w 420910"/>
              <a:gd name="connsiteY78" fmla="*/ 249648 h 401759"/>
              <a:gd name="connsiteX79" fmla="*/ 206897 w 420910"/>
              <a:gd name="connsiteY79" fmla="*/ 279629 h 401759"/>
              <a:gd name="connsiteX80" fmla="*/ 192782 w 420910"/>
              <a:gd name="connsiteY80" fmla="*/ 269839 h 401759"/>
              <a:gd name="connsiteX81" fmla="*/ 187166 w 420910"/>
              <a:gd name="connsiteY81" fmla="*/ 265904 h 401759"/>
              <a:gd name="connsiteX82" fmla="*/ 206464 w 420910"/>
              <a:gd name="connsiteY82" fmla="*/ 228626 h 401759"/>
              <a:gd name="connsiteX83" fmla="*/ 208102 w 420910"/>
              <a:gd name="connsiteY83" fmla="*/ 229233 h 401759"/>
              <a:gd name="connsiteX84" fmla="*/ 237584 w 420910"/>
              <a:gd name="connsiteY84" fmla="*/ 224302 h 401759"/>
              <a:gd name="connsiteX85" fmla="*/ 273315 w 420910"/>
              <a:gd name="connsiteY85" fmla="*/ 266367 h 401759"/>
              <a:gd name="connsiteX86" fmla="*/ 206897 w 420910"/>
              <a:gd name="connsiteY86" fmla="*/ 279629 h 401759"/>
              <a:gd name="connsiteX87" fmla="*/ 287337 w 420910"/>
              <a:gd name="connsiteY87" fmla="*/ 253315 h 401759"/>
              <a:gd name="connsiteX88" fmla="*/ 252055 w 420910"/>
              <a:gd name="connsiteY88" fmla="*/ 211794 h 401759"/>
              <a:gd name="connsiteX89" fmla="*/ 260966 w 420910"/>
              <a:gd name="connsiteY89" fmla="*/ 201431 h 401759"/>
              <a:gd name="connsiteX90" fmla="*/ 277949 w 420910"/>
              <a:gd name="connsiteY90" fmla="*/ 184140 h 401759"/>
              <a:gd name="connsiteX91" fmla="*/ 305152 w 420910"/>
              <a:gd name="connsiteY91" fmla="*/ 184655 h 401759"/>
              <a:gd name="connsiteX92" fmla="*/ 315577 w 420910"/>
              <a:gd name="connsiteY92" fmla="*/ 204758 h 401759"/>
              <a:gd name="connsiteX93" fmla="*/ 287337 w 420910"/>
              <a:gd name="connsiteY93" fmla="*/ 253315 h 40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20910" h="401759">
                <a:moveTo>
                  <a:pt x="420891" y="124354"/>
                </a:moveTo>
                <a:cubicBezTo>
                  <a:pt x="420891" y="113807"/>
                  <a:pt x="412316" y="105223"/>
                  <a:pt x="401760" y="105223"/>
                </a:cubicBezTo>
                <a:lnTo>
                  <a:pt x="356644" y="105223"/>
                </a:lnTo>
                <a:cubicBezTo>
                  <a:pt x="356680" y="105077"/>
                  <a:pt x="356652" y="104898"/>
                  <a:pt x="356696" y="104756"/>
                </a:cubicBezTo>
                <a:cubicBezTo>
                  <a:pt x="359330" y="96292"/>
                  <a:pt x="367905" y="92173"/>
                  <a:pt x="381712" y="86399"/>
                </a:cubicBezTo>
                <a:cubicBezTo>
                  <a:pt x="392940" y="81710"/>
                  <a:pt x="404561" y="76853"/>
                  <a:pt x="412091" y="66820"/>
                </a:cubicBezTo>
                <a:cubicBezTo>
                  <a:pt x="422012" y="53639"/>
                  <a:pt x="423675" y="36507"/>
                  <a:pt x="416462" y="22103"/>
                </a:cubicBezTo>
                <a:cubicBezTo>
                  <a:pt x="409512" y="8249"/>
                  <a:pt x="395948" y="0"/>
                  <a:pt x="380143" y="0"/>
                </a:cubicBezTo>
                <a:lnTo>
                  <a:pt x="379956" y="0"/>
                </a:lnTo>
                <a:cubicBezTo>
                  <a:pt x="351239" y="130"/>
                  <a:pt x="320899" y="15424"/>
                  <a:pt x="300776" y="39925"/>
                </a:cubicBezTo>
                <a:cubicBezTo>
                  <a:pt x="285473" y="58578"/>
                  <a:pt x="271266" y="79365"/>
                  <a:pt x="268362" y="105223"/>
                </a:cubicBezTo>
                <a:lnTo>
                  <a:pt x="176711" y="105223"/>
                </a:lnTo>
                <a:lnTo>
                  <a:pt x="153796" y="74630"/>
                </a:lnTo>
                <a:cubicBezTo>
                  <a:pt x="150208" y="69828"/>
                  <a:pt x="144482" y="66960"/>
                  <a:pt x="138475" y="66960"/>
                </a:cubicBezTo>
                <a:lnTo>
                  <a:pt x="19131" y="66960"/>
                </a:lnTo>
                <a:cubicBezTo>
                  <a:pt x="8584" y="66960"/>
                  <a:pt x="0" y="75544"/>
                  <a:pt x="0" y="86091"/>
                </a:cubicBezTo>
                <a:lnTo>
                  <a:pt x="0" y="382628"/>
                </a:lnTo>
                <a:cubicBezTo>
                  <a:pt x="0" y="393185"/>
                  <a:pt x="8584" y="401760"/>
                  <a:pt x="19131" y="401760"/>
                </a:cubicBezTo>
                <a:lnTo>
                  <a:pt x="401798" y="401760"/>
                </a:lnTo>
                <a:cubicBezTo>
                  <a:pt x="412336" y="401760"/>
                  <a:pt x="420910" y="393185"/>
                  <a:pt x="420910" y="382647"/>
                </a:cubicBezTo>
                <a:lnTo>
                  <a:pt x="420891" y="124354"/>
                </a:lnTo>
                <a:close/>
                <a:moveTo>
                  <a:pt x="380032" y="19131"/>
                </a:moveTo>
                <a:lnTo>
                  <a:pt x="380145" y="19131"/>
                </a:lnTo>
                <a:cubicBezTo>
                  <a:pt x="388664" y="19131"/>
                  <a:pt x="395670" y="23335"/>
                  <a:pt x="399351" y="30687"/>
                </a:cubicBezTo>
                <a:cubicBezTo>
                  <a:pt x="403311" y="38542"/>
                  <a:pt x="402322" y="47987"/>
                  <a:pt x="396810" y="55330"/>
                </a:cubicBezTo>
                <a:cubicBezTo>
                  <a:pt x="392383" y="61205"/>
                  <a:pt x="383619" y="64867"/>
                  <a:pt x="374335" y="68754"/>
                </a:cubicBezTo>
                <a:cubicBezTo>
                  <a:pt x="370243" y="70463"/>
                  <a:pt x="366053" y="72338"/>
                  <a:pt x="361947" y="74415"/>
                </a:cubicBezTo>
                <a:lnTo>
                  <a:pt x="320719" y="46434"/>
                </a:lnTo>
                <a:cubicBezTo>
                  <a:pt x="337034" y="29575"/>
                  <a:pt x="359127" y="19225"/>
                  <a:pt x="380032" y="19133"/>
                </a:cubicBezTo>
                <a:close/>
                <a:moveTo>
                  <a:pt x="308391" y="61192"/>
                </a:moveTo>
                <a:lnTo>
                  <a:pt x="345674" y="86497"/>
                </a:lnTo>
                <a:cubicBezTo>
                  <a:pt x="342628" y="90004"/>
                  <a:pt x="340015" y="93993"/>
                  <a:pt x="338444" y="99057"/>
                </a:cubicBezTo>
                <a:cubicBezTo>
                  <a:pt x="337821" y="101022"/>
                  <a:pt x="337744" y="103134"/>
                  <a:pt x="337583" y="105223"/>
                </a:cubicBezTo>
                <a:lnTo>
                  <a:pt x="287587" y="105223"/>
                </a:lnTo>
                <a:cubicBezTo>
                  <a:pt x="290057" y="88263"/>
                  <a:pt x="298794" y="73851"/>
                  <a:pt x="308393" y="61192"/>
                </a:cubicBezTo>
                <a:close/>
                <a:moveTo>
                  <a:pt x="19131" y="382628"/>
                </a:moveTo>
                <a:lnTo>
                  <a:pt x="19131" y="86091"/>
                </a:lnTo>
                <a:lnTo>
                  <a:pt x="138479" y="86091"/>
                </a:lnTo>
                <a:lnTo>
                  <a:pt x="161395" y="116684"/>
                </a:lnTo>
                <a:cubicBezTo>
                  <a:pt x="164982" y="121486"/>
                  <a:pt x="170708" y="124354"/>
                  <a:pt x="176705" y="124354"/>
                </a:cubicBezTo>
                <a:lnTo>
                  <a:pt x="401762" y="124354"/>
                </a:lnTo>
                <a:lnTo>
                  <a:pt x="401800" y="382628"/>
                </a:lnTo>
                <a:lnTo>
                  <a:pt x="19131" y="382628"/>
                </a:lnTo>
                <a:close/>
                <a:moveTo>
                  <a:pt x="315295" y="168427"/>
                </a:moveTo>
                <a:cubicBezTo>
                  <a:pt x="300723" y="159338"/>
                  <a:pt x="282152" y="159085"/>
                  <a:pt x="267934" y="167848"/>
                </a:cubicBezTo>
                <a:cubicBezTo>
                  <a:pt x="259676" y="172919"/>
                  <a:pt x="252820" y="181224"/>
                  <a:pt x="246206" y="189258"/>
                </a:cubicBezTo>
                <a:cubicBezTo>
                  <a:pt x="233501" y="204662"/>
                  <a:pt x="224955" y="213901"/>
                  <a:pt x="212866" y="210696"/>
                </a:cubicBezTo>
                <a:cubicBezTo>
                  <a:pt x="207092" y="209212"/>
                  <a:pt x="201833" y="204549"/>
                  <a:pt x="196275" y="199617"/>
                </a:cubicBezTo>
                <a:cubicBezTo>
                  <a:pt x="194435" y="197991"/>
                  <a:pt x="192623" y="196376"/>
                  <a:pt x="190792" y="194873"/>
                </a:cubicBezTo>
                <a:cubicBezTo>
                  <a:pt x="181637" y="187342"/>
                  <a:pt x="171398" y="181907"/>
                  <a:pt x="160384" y="178722"/>
                </a:cubicBezTo>
                <a:cubicBezTo>
                  <a:pt x="142150" y="173388"/>
                  <a:pt x="120712" y="176602"/>
                  <a:pt x="106736" y="181337"/>
                </a:cubicBezTo>
                <a:cubicBezTo>
                  <a:pt x="78496" y="190884"/>
                  <a:pt x="40700" y="230400"/>
                  <a:pt x="36114" y="265150"/>
                </a:cubicBezTo>
                <a:cubicBezTo>
                  <a:pt x="33629" y="283964"/>
                  <a:pt x="40645" y="299470"/>
                  <a:pt x="56403" y="309990"/>
                </a:cubicBezTo>
                <a:cubicBezTo>
                  <a:pt x="62521" y="314063"/>
                  <a:pt x="68341" y="315764"/>
                  <a:pt x="73853" y="315764"/>
                </a:cubicBezTo>
                <a:cubicBezTo>
                  <a:pt x="90266" y="315764"/>
                  <a:pt x="103998" y="300780"/>
                  <a:pt x="114750" y="289047"/>
                </a:cubicBezTo>
                <a:cubicBezTo>
                  <a:pt x="122606" y="280472"/>
                  <a:pt x="130733" y="271597"/>
                  <a:pt x="137926" y="269261"/>
                </a:cubicBezTo>
                <a:cubicBezTo>
                  <a:pt x="144167" y="267243"/>
                  <a:pt x="151967" y="267505"/>
                  <a:pt x="157329" y="269971"/>
                </a:cubicBezTo>
                <a:cubicBezTo>
                  <a:pt x="165755" y="273857"/>
                  <a:pt x="173424" y="279424"/>
                  <a:pt x="181532" y="285311"/>
                </a:cubicBezTo>
                <a:cubicBezTo>
                  <a:pt x="186529" y="288936"/>
                  <a:pt x="191519" y="292560"/>
                  <a:pt x="196713" y="295810"/>
                </a:cubicBezTo>
                <a:cubicBezTo>
                  <a:pt x="226242" y="314381"/>
                  <a:pt x="264457" y="300294"/>
                  <a:pt x="289250" y="278062"/>
                </a:cubicBezTo>
                <a:cubicBezTo>
                  <a:pt x="317124" y="253065"/>
                  <a:pt x="332370" y="229037"/>
                  <a:pt x="334612" y="206637"/>
                </a:cubicBezTo>
                <a:cubicBezTo>
                  <a:pt x="336126" y="191222"/>
                  <a:pt x="328896" y="176941"/>
                  <a:pt x="315293" y="168429"/>
                </a:cubicBezTo>
                <a:close/>
                <a:moveTo>
                  <a:pt x="100647" y="276116"/>
                </a:moveTo>
                <a:cubicBezTo>
                  <a:pt x="83421" y="294930"/>
                  <a:pt x="76143" y="300160"/>
                  <a:pt x="67036" y="294071"/>
                </a:cubicBezTo>
                <a:cubicBezTo>
                  <a:pt x="57480" y="287700"/>
                  <a:pt x="53576" y="279049"/>
                  <a:pt x="55079" y="267652"/>
                </a:cubicBezTo>
                <a:cubicBezTo>
                  <a:pt x="57662" y="248117"/>
                  <a:pt x="74817" y="226294"/>
                  <a:pt x="91810" y="212387"/>
                </a:cubicBezTo>
                <a:lnTo>
                  <a:pt x="120516" y="257314"/>
                </a:lnTo>
                <a:cubicBezTo>
                  <a:pt x="113424" y="262412"/>
                  <a:pt x="106933" y="269248"/>
                  <a:pt x="100647" y="276114"/>
                </a:cubicBezTo>
                <a:close/>
                <a:moveTo>
                  <a:pt x="138330" y="249650"/>
                </a:moveTo>
                <a:lnTo>
                  <a:pt x="107754" y="201812"/>
                </a:lnTo>
                <a:cubicBezTo>
                  <a:pt x="109489" y="200962"/>
                  <a:pt x="111278" y="199998"/>
                  <a:pt x="112866" y="199460"/>
                </a:cubicBezTo>
                <a:cubicBezTo>
                  <a:pt x="121356" y="196583"/>
                  <a:pt x="130727" y="195108"/>
                  <a:pt x="139349" y="195108"/>
                </a:cubicBezTo>
                <a:cubicBezTo>
                  <a:pt x="145066" y="195108"/>
                  <a:pt x="150467" y="195762"/>
                  <a:pt x="155052" y="197098"/>
                </a:cubicBezTo>
                <a:cubicBezTo>
                  <a:pt x="163572" y="199564"/>
                  <a:pt x="171504" y="203786"/>
                  <a:pt x="178640" y="209652"/>
                </a:cubicBezTo>
                <a:cubicBezTo>
                  <a:pt x="180293" y="211016"/>
                  <a:pt x="181928" y="212464"/>
                  <a:pt x="183581" y="213929"/>
                </a:cubicBezTo>
                <a:cubicBezTo>
                  <a:pt x="185548" y="215672"/>
                  <a:pt x="187631" y="217461"/>
                  <a:pt x="189799" y="219217"/>
                </a:cubicBezTo>
                <a:lnTo>
                  <a:pt x="170905" y="255728"/>
                </a:lnTo>
                <a:cubicBezTo>
                  <a:pt x="169024" y="254702"/>
                  <a:pt x="167297" y="253503"/>
                  <a:pt x="165320" y="252592"/>
                </a:cubicBezTo>
                <a:cubicBezTo>
                  <a:pt x="157415" y="248949"/>
                  <a:pt x="147563" y="248027"/>
                  <a:pt x="138334" y="249648"/>
                </a:cubicBezTo>
                <a:close/>
                <a:moveTo>
                  <a:pt x="206897" y="279629"/>
                </a:moveTo>
                <a:cubicBezTo>
                  <a:pt x="202068" y="276583"/>
                  <a:pt x="197425" y="273202"/>
                  <a:pt x="192782" y="269839"/>
                </a:cubicBezTo>
                <a:cubicBezTo>
                  <a:pt x="190960" y="268515"/>
                  <a:pt x="189024" y="267228"/>
                  <a:pt x="187166" y="265904"/>
                </a:cubicBezTo>
                <a:lnTo>
                  <a:pt x="206464" y="228626"/>
                </a:lnTo>
                <a:cubicBezTo>
                  <a:pt x="207029" y="228802"/>
                  <a:pt x="207520" y="229083"/>
                  <a:pt x="208102" y="229233"/>
                </a:cubicBezTo>
                <a:cubicBezTo>
                  <a:pt x="219776" y="232240"/>
                  <a:pt x="229351" y="229512"/>
                  <a:pt x="237584" y="224302"/>
                </a:cubicBezTo>
                <a:lnTo>
                  <a:pt x="273315" y="266367"/>
                </a:lnTo>
                <a:cubicBezTo>
                  <a:pt x="254461" y="281827"/>
                  <a:pt x="226761" y="292129"/>
                  <a:pt x="206897" y="279629"/>
                </a:cubicBezTo>
                <a:close/>
                <a:moveTo>
                  <a:pt x="287337" y="253315"/>
                </a:moveTo>
                <a:lnTo>
                  <a:pt x="252055" y="211794"/>
                </a:lnTo>
                <a:cubicBezTo>
                  <a:pt x="255209" y="208362"/>
                  <a:pt x="258178" y="204811"/>
                  <a:pt x="260966" y="201431"/>
                </a:cubicBezTo>
                <a:cubicBezTo>
                  <a:pt x="266851" y="194295"/>
                  <a:pt x="272418" y="187549"/>
                  <a:pt x="277949" y="184140"/>
                </a:cubicBezTo>
                <a:cubicBezTo>
                  <a:pt x="286020" y="179189"/>
                  <a:pt x="296688" y="179357"/>
                  <a:pt x="305152" y="184655"/>
                </a:cubicBezTo>
                <a:cubicBezTo>
                  <a:pt x="308664" y="186849"/>
                  <a:pt x="316698" y="193202"/>
                  <a:pt x="315577" y="204758"/>
                </a:cubicBezTo>
                <a:cubicBezTo>
                  <a:pt x="314142" y="219145"/>
                  <a:pt x="304369" y="235766"/>
                  <a:pt x="287337" y="253315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Graphic 357" descr="Online fraud icon.">
            <a:extLst>
              <a:ext uri="{FF2B5EF4-FFF2-40B4-BE49-F238E27FC236}">
                <a16:creationId xmlns:a16="http://schemas.microsoft.com/office/drawing/2014/main" id="{0554AE7A-38CE-FB3D-9981-E017D0695A72}"/>
              </a:ext>
            </a:extLst>
          </p:cNvPr>
          <p:cNvSpPr/>
          <p:nvPr/>
        </p:nvSpPr>
        <p:spPr>
          <a:xfrm>
            <a:off x="10782468" y="1470890"/>
            <a:ext cx="459154" cy="344365"/>
          </a:xfrm>
          <a:custGeom>
            <a:avLst/>
            <a:gdLst>
              <a:gd name="connsiteX0" fmla="*/ 196107 w 459154"/>
              <a:gd name="connsiteY0" fmla="*/ 228829 h 344365"/>
              <a:gd name="connsiteX1" fmla="*/ 219340 w 459154"/>
              <a:gd name="connsiteY1" fmla="*/ 205605 h 344365"/>
              <a:gd name="connsiteX2" fmla="*/ 196107 w 459154"/>
              <a:gd name="connsiteY2" fmla="*/ 182364 h 344365"/>
              <a:gd name="connsiteX3" fmla="*/ 172873 w 459154"/>
              <a:gd name="connsiteY3" fmla="*/ 205605 h 344365"/>
              <a:gd name="connsiteX4" fmla="*/ 196107 w 459154"/>
              <a:gd name="connsiteY4" fmla="*/ 228829 h 344365"/>
              <a:gd name="connsiteX5" fmla="*/ 196107 w 459154"/>
              <a:gd name="connsiteY5" fmla="*/ 201496 h 344365"/>
              <a:gd name="connsiteX6" fmla="*/ 200208 w 459154"/>
              <a:gd name="connsiteY6" fmla="*/ 205605 h 344365"/>
              <a:gd name="connsiteX7" fmla="*/ 192007 w 459154"/>
              <a:gd name="connsiteY7" fmla="*/ 205605 h 344365"/>
              <a:gd name="connsiteX8" fmla="*/ 196109 w 459154"/>
              <a:gd name="connsiteY8" fmla="*/ 201496 h 344365"/>
              <a:gd name="connsiteX9" fmla="*/ 148577 w 459154"/>
              <a:gd name="connsiteY9" fmla="*/ 248745 h 344365"/>
              <a:gd name="connsiteX10" fmla="*/ 165355 w 459154"/>
              <a:gd name="connsiteY10" fmla="*/ 256032 h 344365"/>
              <a:gd name="connsiteX11" fmla="*/ 165355 w 459154"/>
              <a:gd name="connsiteY11" fmla="*/ 286411 h 344365"/>
              <a:gd name="connsiteX12" fmla="*/ 185850 w 459154"/>
              <a:gd name="connsiteY12" fmla="*/ 306103 h 344365"/>
              <a:gd name="connsiteX13" fmla="*/ 273315 w 459154"/>
              <a:gd name="connsiteY13" fmla="*/ 306103 h 344365"/>
              <a:gd name="connsiteX14" fmla="*/ 293811 w 459154"/>
              <a:gd name="connsiteY14" fmla="*/ 286411 h 344365"/>
              <a:gd name="connsiteX15" fmla="*/ 295175 w 459154"/>
              <a:gd name="connsiteY15" fmla="*/ 255452 h 344365"/>
              <a:gd name="connsiteX16" fmla="*/ 310570 w 459154"/>
              <a:gd name="connsiteY16" fmla="*/ 248764 h 344365"/>
              <a:gd name="connsiteX17" fmla="*/ 315632 w 459154"/>
              <a:gd name="connsiteY17" fmla="*/ 234920 h 344365"/>
              <a:gd name="connsiteX18" fmla="*/ 315651 w 459154"/>
              <a:gd name="connsiteY18" fmla="*/ 189577 h 344365"/>
              <a:gd name="connsiteX19" fmla="*/ 235707 w 459154"/>
              <a:gd name="connsiteY19" fmla="*/ 114789 h 344365"/>
              <a:gd name="connsiteX20" fmla="*/ 223451 w 459154"/>
              <a:gd name="connsiteY20" fmla="*/ 114789 h 344365"/>
              <a:gd name="connsiteX21" fmla="*/ 167178 w 459154"/>
              <a:gd name="connsiteY21" fmla="*/ 136441 h 344365"/>
              <a:gd name="connsiteX22" fmla="*/ 143507 w 459154"/>
              <a:gd name="connsiteY22" fmla="*/ 189575 h 344365"/>
              <a:gd name="connsiteX23" fmla="*/ 143562 w 459154"/>
              <a:gd name="connsiteY23" fmla="*/ 234059 h 344365"/>
              <a:gd name="connsiteX24" fmla="*/ 148578 w 459154"/>
              <a:gd name="connsiteY24" fmla="*/ 248745 h 344365"/>
              <a:gd name="connsiteX25" fmla="*/ 180180 w 459154"/>
              <a:gd name="connsiteY25" fmla="*/ 150472 h 344365"/>
              <a:gd name="connsiteX26" fmla="*/ 223449 w 459154"/>
              <a:gd name="connsiteY26" fmla="*/ 133920 h 344365"/>
              <a:gd name="connsiteX27" fmla="*/ 235705 w 459154"/>
              <a:gd name="connsiteY27" fmla="*/ 133920 h 344365"/>
              <a:gd name="connsiteX28" fmla="*/ 296518 w 459154"/>
              <a:gd name="connsiteY28" fmla="*/ 189577 h 344365"/>
              <a:gd name="connsiteX29" fmla="*/ 296512 w 459154"/>
              <a:gd name="connsiteY29" fmla="*/ 204666 h 344365"/>
              <a:gd name="connsiteX30" fmla="*/ 296719 w 459154"/>
              <a:gd name="connsiteY30" fmla="*/ 228984 h 344365"/>
              <a:gd name="connsiteX31" fmla="*/ 295173 w 459154"/>
              <a:gd name="connsiteY31" fmla="*/ 236321 h 344365"/>
              <a:gd name="connsiteX32" fmla="*/ 274677 w 459154"/>
              <a:gd name="connsiteY32" fmla="*/ 256032 h 344365"/>
              <a:gd name="connsiteX33" fmla="*/ 275280 w 459154"/>
              <a:gd name="connsiteY33" fmla="*/ 286948 h 344365"/>
              <a:gd name="connsiteX34" fmla="*/ 184563 w 459154"/>
              <a:gd name="connsiteY34" fmla="*/ 286948 h 344365"/>
              <a:gd name="connsiteX35" fmla="*/ 184486 w 459154"/>
              <a:gd name="connsiteY35" fmla="*/ 256032 h 344365"/>
              <a:gd name="connsiteX36" fmla="*/ 163981 w 459154"/>
              <a:gd name="connsiteY36" fmla="*/ 236321 h 344365"/>
              <a:gd name="connsiteX37" fmla="*/ 163000 w 459154"/>
              <a:gd name="connsiteY37" fmla="*/ 235783 h 344365"/>
              <a:gd name="connsiteX38" fmla="*/ 162479 w 459154"/>
              <a:gd name="connsiteY38" fmla="*/ 231094 h 344365"/>
              <a:gd name="connsiteX39" fmla="*/ 162636 w 459154"/>
              <a:gd name="connsiteY39" fmla="*/ 189577 h 344365"/>
              <a:gd name="connsiteX40" fmla="*/ 180180 w 459154"/>
              <a:gd name="connsiteY40" fmla="*/ 150474 h 344365"/>
              <a:gd name="connsiteX41" fmla="*/ 200675 w 459154"/>
              <a:gd name="connsiteY41" fmla="*/ 239235 h 344365"/>
              <a:gd name="connsiteX42" fmla="*/ 219807 w 459154"/>
              <a:gd name="connsiteY42" fmla="*/ 239235 h 344365"/>
              <a:gd name="connsiteX43" fmla="*/ 219807 w 459154"/>
              <a:gd name="connsiteY43" fmla="*/ 258142 h 344365"/>
              <a:gd name="connsiteX44" fmla="*/ 200675 w 459154"/>
              <a:gd name="connsiteY44" fmla="*/ 258142 h 344365"/>
              <a:gd name="connsiteX45" fmla="*/ 200675 w 459154"/>
              <a:gd name="connsiteY45" fmla="*/ 239235 h 344365"/>
              <a:gd name="connsiteX46" fmla="*/ 263918 w 459154"/>
              <a:gd name="connsiteY46" fmla="*/ 229556 h 344365"/>
              <a:gd name="connsiteX47" fmla="*/ 287159 w 459154"/>
              <a:gd name="connsiteY47" fmla="*/ 206332 h 344365"/>
              <a:gd name="connsiteX48" fmla="*/ 263918 w 459154"/>
              <a:gd name="connsiteY48" fmla="*/ 183091 h 344365"/>
              <a:gd name="connsiteX49" fmla="*/ 240694 w 459154"/>
              <a:gd name="connsiteY49" fmla="*/ 206332 h 344365"/>
              <a:gd name="connsiteX50" fmla="*/ 263918 w 459154"/>
              <a:gd name="connsiteY50" fmla="*/ 229556 h 344365"/>
              <a:gd name="connsiteX51" fmla="*/ 263918 w 459154"/>
              <a:gd name="connsiteY51" fmla="*/ 202223 h 344365"/>
              <a:gd name="connsiteX52" fmla="*/ 268027 w 459154"/>
              <a:gd name="connsiteY52" fmla="*/ 206332 h 344365"/>
              <a:gd name="connsiteX53" fmla="*/ 259826 w 459154"/>
              <a:gd name="connsiteY53" fmla="*/ 206332 h 344365"/>
              <a:gd name="connsiteX54" fmla="*/ 263918 w 459154"/>
              <a:gd name="connsiteY54" fmla="*/ 202223 h 344365"/>
              <a:gd name="connsiteX55" fmla="*/ 258295 w 459154"/>
              <a:gd name="connsiteY55" fmla="*/ 258142 h 344365"/>
              <a:gd name="connsiteX56" fmla="*/ 239164 w 459154"/>
              <a:gd name="connsiteY56" fmla="*/ 258142 h 344365"/>
              <a:gd name="connsiteX57" fmla="*/ 239164 w 459154"/>
              <a:gd name="connsiteY57" fmla="*/ 239235 h 344365"/>
              <a:gd name="connsiteX58" fmla="*/ 258295 w 459154"/>
              <a:gd name="connsiteY58" fmla="*/ 239235 h 344365"/>
              <a:gd name="connsiteX59" fmla="*/ 258295 w 459154"/>
              <a:gd name="connsiteY59" fmla="*/ 258142 h 344365"/>
              <a:gd name="connsiteX60" fmla="*/ 440023 w 459154"/>
              <a:gd name="connsiteY60" fmla="*/ 0 h 344365"/>
              <a:gd name="connsiteX61" fmla="*/ 19131 w 459154"/>
              <a:gd name="connsiteY61" fmla="*/ 0 h 344365"/>
              <a:gd name="connsiteX62" fmla="*/ 0 w 459154"/>
              <a:gd name="connsiteY62" fmla="*/ 19131 h 344365"/>
              <a:gd name="connsiteX63" fmla="*/ 0 w 459154"/>
              <a:gd name="connsiteY63" fmla="*/ 325234 h 344365"/>
              <a:gd name="connsiteX64" fmla="*/ 19131 w 459154"/>
              <a:gd name="connsiteY64" fmla="*/ 344366 h 344365"/>
              <a:gd name="connsiteX65" fmla="*/ 440023 w 459154"/>
              <a:gd name="connsiteY65" fmla="*/ 344366 h 344365"/>
              <a:gd name="connsiteX66" fmla="*/ 459154 w 459154"/>
              <a:gd name="connsiteY66" fmla="*/ 325234 h 344365"/>
              <a:gd name="connsiteX67" fmla="*/ 459154 w 459154"/>
              <a:gd name="connsiteY67" fmla="*/ 19131 h 344365"/>
              <a:gd name="connsiteX68" fmla="*/ 440023 w 459154"/>
              <a:gd name="connsiteY68" fmla="*/ 0 h 344365"/>
              <a:gd name="connsiteX69" fmla="*/ 440023 w 459154"/>
              <a:gd name="connsiteY69" fmla="*/ 325234 h 344365"/>
              <a:gd name="connsiteX70" fmla="*/ 19131 w 459154"/>
              <a:gd name="connsiteY70" fmla="*/ 325234 h 344365"/>
              <a:gd name="connsiteX71" fmla="*/ 19131 w 459154"/>
              <a:gd name="connsiteY71" fmla="*/ 95657 h 344365"/>
              <a:gd name="connsiteX72" fmla="*/ 440023 w 459154"/>
              <a:gd name="connsiteY72" fmla="*/ 95657 h 344365"/>
              <a:gd name="connsiteX73" fmla="*/ 440023 w 459154"/>
              <a:gd name="connsiteY73" fmla="*/ 325234 h 344365"/>
              <a:gd name="connsiteX74" fmla="*/ 19131 w 459154"/>
              <a:gd name="connsiteY74" fmla="*/ 76526 h 344365"/>
              <a:gd name="connsiteX75" fmla="*/ 19131 w 459154"/>
              <a:gd name="connsiteY75" fmla="*/ 19131 h 344365"/>
              <a:gd name="connsiteX76" fmla="*/ 440023 w 459154"/>
              <a:gd name="connsiteY76" fmla="*/ 19131 h 344365"/>
              <a:gd name="connsiteX77" fmla="*/ 440023 w 459154"/>
              <a:gd name="connsiteY77" fmla="*/ 76526 h 344365"/>
              <a:gd name="connsiteX78" fmla="*/ 19131 w 459154"/>
              <a:gd name="connsiteY78" fmla="*/ 76526 h 344365"/>
              <a:gd name="connsiteX79" fmla="*/ 57394 w 459154"/>
              <a:gd name="connsiteY79" fmla="*/ 38263 h 344365"/>
              <a:gd name="connsiteX80" fmla="*/ 76516 w 459154"/>
              <a:gd name="connsiteY80" fmla="*/ 38263 h 344365"/>
              <a:gd name="connsiteX81" fmla="*/ 76516 w 459154"/>
              <a:gd name="connsiteY81" fmla="*/ 57394 h 344365"/>
              <a:gd name="connsiteX82" fmla="*/ 57394 w 459154"/>
              <a:gd name="connsiteY82" fmla="*/ 57394 h 344365"/>
              <a:gd name="connsiteX83" fmla="*/ 57394 w 459154"/>
              <a:gd name="connsiteY83" fmla="*/ 38263 h 344365"/>
              <a:gd name="connsiteX84" fmla="*/ 95657 w 459154"/>
              <a:gd name="connsiteY84" fmla="*/ 38263 h 344365"/>
              <a:gd name="connsiteX85" fmla="*/ 114779 w 459154"/>
              <a:gd name="connsiteY85" fmla="*/ 38263 h 344365"/>
              <a:gd name="connsiteX86" fmla="*/ 114779 w 459154"/>
              <a:gd name="connsiteY86" fmla="*/ 57394 h 344365"/>
              <a:gd name="connsiteX87" fmla="*/ 95657 w 459154"/>
              <a:gd name="connsiteY87" fmla="*/ 57394 h 344365"/>
              <a:gd name="connsiteX88" fmla="*/ 95657 w 459154"/>
              <a:gd name="connsiteY88" fmla="*/ 38263 h 344365"/>
              <a:gd name="connsiteX89" fmla="*/ 133920 w 459154"/>
              <a:gd name="connsiteY89" fmla="*/ 38263 h 344365"/>
              <a:gd name="connsiteX90" fmla="*/ 153042 w 459154"/>
              <a:gd name="connsiteY90" fmla="*/ 38263 h 344365"/>
              <a:gd name="connsiteX91" fmla="*/ 153042 w 459154"/>
              <a:gd name="connsiteY91" fmla="*/ 57394 h 344365"/>
              <a:gd name="connsiteX92" fmla="*/ 133920 w 459154"/>
              <a:gd name="connsiteY92" fmla="*/ 57394 h 344365"/>
              <a:gd name="connsiteX93" fmla="*/ 133920 w 459154"/>
              <a:gd name="connsiteY93" fmla="*/ 38263 h 344365"/>
              <a:gd name="connsiteX94" fmla="*/ 401760 w 459154"/>
              <a:gd name="connsiteY94" fmla="*/ 38263 h 344365"/>
              <a:gd name="connsiteX95" fmla="*/ 401760 w 459154"/>
              <a:gd name="connsiteY95" fmla="*/ 57394 h 344365"/>
              <a:gd name="connsiteX96" fmla="*/ 191314 w 459154"/>
              <a:gd name="connsiteY96" fmla="*/ 57394 h 344365"/>
              <a:gd name="connsiteX97" fmla="*/ 191314 w 459154"/>
              <a:gd name="connsiteY97" fmla="*/ 38263 h 344365"/>
              <a:gd name="connsiteX98" fmla="*/ 401760 w 459154"/>
              <a:gd name="connsiteY98" fmla="*/ 38263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59154" h="344365">
                <a:moveTo>
                  <a:pt x="196107" y="228829"/>
                </a:moveTo>
                <a:cubicBezTo>
                  <a:pt x="208913" y="228829"/>
                  <a:pt x="219340" y="218404"/>
                  <a:pt x="219340" y="205605"/>
                </a:cubicBezTo>
                <a:cubicBezTo>
                  <a:pt x="219340" y="192789"/>
                  <a:pt x="208915" y="182364"/>
                  <a:pt x="196107" y="182364"/>
                </a:cubicBezTo>
                <a:cubicBezTo>
                  <a:pt x="183298" y="182364"/>
                  <a:pt x="172873" y="192789"/>
                  <a:pt x="172873" y="205605"/>
                </a:cubicBezTo>
                <a:cubicBezTo>
                  <a:pt x="172873" y="218402"/>
                  <a:pt x="183298" y="228829"/>
                  <a:pt x="196107" y="228829"/>
                </a:cubicBezTo>
                <a:close/>
                <a:moveTo>
                  <a:pt x="196107" y="201496"/>
                </a:moveTo>
                <a:cubicBezTo>
                  <a:pt x="198368" y="201496"/>
                  <a:pt x="200208" y="203346"/>
                  <a:pt x="200208" y="205605"/>
                </a:cubicBezTo>
                <a:cubicBezTo>
                  <a:pt x="200208" y="210126"/>
                  <a:pt x="192007" y="210126"/>
                  <a:pt x="192007" y="205605"/>
                </a:cubicBezTo>
                <a:cubicBezTo>
                  <a:pt x="192007" y="203344"/>
                  <a:pt x="193847" y="201496"/>
                  <a:pt x="196109" y="201496"/>
                </a:cubicBezTo>
                <a:close/>
                <a:moveTo>
                  <a:pt x="148577" y="248745"/>
                </a:moveTo>
                <a:cubicBezTo>
                  <a:pt x="152462" y="253005"/>
                  <a:pt x="158077" y="255452"/>
                  <a:pt x="165355" y="256032"/>
                </a:cubicBezTo>
                <a:lnTo>
                  <a:pt x="165355" y="286411"/>
                </a:lnTo>
                <a:cubicBezTo>
                  <a:pt x="165355" y="297266"/>
                  <a:pt x="174547" y="306103"/>
                  <a:pt x="185850" y="306103"/>
                </a:cubicBezTo>
                <a:lnTo>
                  <a:pt x="273315" y="306103"/>
                </a:lnTo>
                <a:cubicBezTo>
                  <a:pt x="284618" y="306103"/>
                  <a:pt x="293811" y="297266"/>
                  <a:pt x="293811" y="286411"/>
                </a:cubicBezTo>
                <a:lnTo>
                  <a:pt x="295175" y="255452"/>
                </a:lnTo>
                <a:cubicBezTo>
                  <a:pt x="301060" y="255452"/>
                  <a:pt x="306684" y="253023"/>
                  <a:pt x="310570" y="248764"/>
                </a:cubicBezTo>
                <a:cubicBezTo>
                  <a:pt x="314232" y="244765"/>
                  <a:pt x="316062" y="239403"/>
                  <a:pt x="315632" y="234920"/>
                </a:cubicBezTo>
                <a:lnTo>
                  <a:pt x="315651" y="189577"/>
                </a:lnTo>
                <a:cubicBezTo>
                  <a:pt x="315651" y="148343"/>
                  <a:pt x="279780" y="114789"/>
                  <a:pt x="235707" y="114789"/>
                </a:cubicBezTo>
                <a:lnTo>
                  <a:pt x="223451" y="114789"/>
                </a:lnTo>
                <a:cubicBezTo>
                  <a:pt x="202227" y="114789"/>
                  <a:pt x="182246" y="122485"/>
                  <a:pt x="167178" y="136441"/>
                </a:cubicBezTo>
                <a:cubicBezTo>
                  <a:pt x="151905" y="150585"/>
                  <a:pt x="143497" y="169455"/>
                  <a:pt x="143507" y="189575"/>
                </a:cubicBezTo>
                <a:lnTo>
                  <a:pt x="143562" y="234059"/>
                </a:lnTo>
                <a:cubicBezTo>
                  <a:pt x="143086" y="239384"/>
                  <a:pt x="144907" y="244746"/>
                  <a:pt x="148578" y="248745"/>
                </a:cubicBezTo>
                <a:close/>
                <a:moveTo>
                  <a:pt x="180180" y="150472"/>
                </a:moveTo>
                <a:cubicBezTo>
                  <a:pt x="191699" y="139805"/>
                  <a:pt x="207065" y="133920"/>
                  <a:pt x="223449" y="133920"/>
                </a:cubicBezTo>
                <a:lnTo>
                  <a:pt x="235705" y="133920"/>
                </a:lnTo>
                <a:cubicBezTo>
                  <a:pt x="269240" y="133920"/>
                  <a:pt x="296518" y="158881"/>
                  <a:pt x="296518" y="189577"/>
                </a:cubicBezTo>
                <a:cubicBezTo>
                  <a:pt x="296516" y="194607"/>
                  <a:pt x="296514" y="199636"/>
                  <a:pt x="296512" y="204666"/>
                </a:cubicBezTo>
                <a:cubicBezTo>
                  <a:pt x="296508" y="212766"/>
                  <a:pt x="296818" y="220051"/>
                  <a:pt x="296719" y="228984"/>
                </a:cubicBezTo>
                <a:cubicBezTo>
                  <a:pt x="296703" y="230356"/>
                  <a:pt x="297513" y="236130"/>
                  <a:pt x="295173" y="236321"/>
                </a:cubicBezTo>
                <a:cubicBezTo>
                  <a:pt x="283906" y="237241"/>
                  <a:pt x="274677" y="245158"/>
                  <a:pt x="274677" y="256032"/>
                </a:cubicBezTo>
                <a:lnTo>
                  <a:pt x="275280" y="286948"/>
                </a:lnTo>
                <a:lnTo>
                  <a:pt x="184563" y="286948"/>
                </a:lnTo>
                <a:lnTo>
                  <a:pt x="184486" y="256032"/>
                </a:lnTo>
                <a:cubicBezTo>
                  <a:pt x="184486" y="245158"/>
                  <a:pt x="175284" y="236321"/>
                  <a:pt x="163981" y="236321"/>
                </a:cubicBezTo>
                <a:cubicBezTo>
                  <a:pt x="163522" y="236304"/>
                  <a:pt x="163143" y="236040"/>
                  <a:pt x="163000" y="235783"/>
                </a:cubicBezTo>
                <a:cubicBezTo>
                  <a:pt x="162255" y="234444"/>
                  <a:pt x="162466" y="232341"/>
                  <a:pt x="162479" y="231094"/>
                </a:cubicBezTo>
                <a:cubicBezTo>
                  <a:pt x="162554" y="223277"/>
                  <a:pt x="162636" y="197492"/>
                  <a:pt x="162636" y="189577"/>
                </a:cubicBezTo>
                <a:cubicBezTo>
                  <a:pt x="162636" y="174855"/>
                  <a:pt x="168867" y="160955"/>
                  <a:pt x="180180" y="150474"/>
                </a:cubicBezTo>
                <a:close/>
                <a:moveTo>
                  <a:pt x="200675" y="239235"/>
                </a:moveTo>
                <a:lnTo>
                  <a:pt x="219807" y="239235"/>
                </a:lnTo>
                <a:lnTo>
                  <a:pt x="219807" y="258142"/>
                </a:lnTo>
                <a:lnTo>
                  <a:pt x="200675" y="258142"/>
                </a:lnTo>
                <a:lnTo>
                  <a:pt x="200675" y="239235"/>
                </a:lnTo>
                <a:close/>
                <a:moveTo>
                  <a:pt x="263918" y="229556"/>
                </a:moveTo>
                <a:cubicBezTo>
                  <a:pt x="276734" y="229556"/>
                  <a:pt x="287159" y="219131"/>
                  <a:pt x="287159" y="206332"/>
                </a:cubicBezTo>
                <a:cubicBezTo>
                  <a:pt x="287159" y="193516"/>
                  <a:pt x="276734" y="183091"/>
                  <a:pt x="263918" y="183091"/>
                </a:cubicBezTo>
                <a:cubicBezTo>
                  <a:pt x="251121" y="183091"/>
                  <a:pt x="240694" y="193516"/>
                  <a:pt x="240694" y="206332"/>
                </a:cubicBezTo>
                <a:cubicBezTo>
                  <a:pt x="240694" y="219129"/>
                  <a:pt x="251119" y="229556"/>
                  <a:pt x="263918" y="229556"/>
                </a:cubicBezTo>
                <a:close/>
                <a:moveTo>
                  <a:pt x="263918" y="202223"/>
                </a:moveTo>
                <a:cubicBezTo>
                  <a:pt x="266179" y="202223"/>
                  <a:pt x="268027" y="204073"/>
                  <a:pt x="268027" y="206332"/>
                </a:cubicBezTo>
                <a:cubicBezTo>
                  <a:pt x="268027" y="210853"/>
                  <a:pt x="259826" y="210853"/>
                  <a:pt x="259826" y="206332"/>
                </a:cubicBezTo>
                <a:cubicBezTo>
                  <a:pt x="259826" y="204071"/>
                  <a:pt x="261657" y="202223"/>
                  <a:pt x="263918" y="202223"/>
                </a:cubicBezTo>
                <a:close/>
                <a:moveTo>
                  <a:pt x="258295" y="258142"/>
                </a:moveTo>
                <a:lnTo>
                  <a:pt x="239164" y="258142"/>
                </a:lnTo>
                <a:lnTo>
                  <a:pt x="239164" y="239235"/>
                </a:lnTo>
                <a:lnTo>
                  <a:pt x="258295" y="239235"/>
                </a:lnTo>
                <a:lnTo>
                  <a:pt x="258295" y="258142"/>
                </a:lnTo>
                <a:close/>
                <a:moveTo>
                  <a:pt x="440023" y="0"/>
                </a:moveTo>
                <a:lnTo>
                  <a:pt x="19131" y="0"/>
                </a:lnTo>
                <a:cubicBezTo>
                  <a:pt x="8584" y="0"/>
                  <a:pt x="0" y="8575"/>
                  <a:pt x="0" y="19131"/>
                </a:cubicBezTo>
                <a:lnTo>
                  <a:pt x="0" y="325234"/>
                </a:lnTo>
                <a:cubicBezTo>
                  <a:pt x="0" y="335791"/>
                  <a:pt x="8584" y="344366"/>
                  <a:pt x="19131" y="344366"/>
                </a:cubicBezTo>
                <a:lnTo>
                  <a:pt x="440023" y="344366"/>
                </a:lnTo>
                <a:cubicBezTo>
                  <a:pt x="450579" y="344366"/>
                  <a:pt x="459154" y="335791"/>
                  <a:pt x="459154" y="325234"/>
                </a:cubicBezTo>
                <a:lnTo>
                  <a:pt x="459154" y="19131"/>
                </a:lnTo>
                <a:cubicBezTo>
                  <a:pt x="459154" y="8575"/>
                  <a:pt x="450579" y="0"/>
                  <a:pt x="440023" y="0"/>
                </a:cubicBezTo>
                <a:close/>
                <a:moveTo>
                  <a:pt x="440023" y="325234"/>
                </a:moveTo>
                <a:lnTo>
                  <a:pt x="19131" y="325234"/>
                </a:lnTo>
                <a:lnTo>
                  <a:pt x="19131" y="95657"/>
                </a:lnTo>
                <a:lnTo>
                  <a:pt x="440023" y="95657"/>
                </a:lnTo>
                <a:lnTo>
                  <a:pt x="440023" y="325234"/>
                </a:lnTo>
                <a:close/>
                <a:moveTo>
                  <a:pt x="19131" y="76526"/>
                </a:moveTo>
                <a:lnTo>
                  <a:pt x="19131" y="19131"/>
                </a:lnTo>
                <a:lnTo>
                  <a:pt x="440023" y="19131"/>
                </a:lnTo>
                <a:lnTo>
                  <a:pt x="440023" y="76526"/>
                </a:lnTo>
                <a:lnTo>
                  <a:pt x="19131" y="76526"/>
                </a:lnTo>
                <a:close/>
                <a:moveTo>
                  <a:pt x="57394" y="38263"/>
                </a:moveTo>
                <a:lnTo>
                  <a:pt x="76516" y="38263"/>
                </a:lnTo>
                <a:lnTo>
                  <a:pt x="76516" y="57394"/>
                </a:lnTo>
                <a:lnTo>
                  <a:pt x="57394" y="57394"/>
                </a:lnTo>
                <a:lnTo>
                  <a:pt x="57394" y="38263"/>
                </a:lnTo>
                <a:close/>
                <a:moveTo>
                  <a:pt x="95657" y="38263"/>
                </a:moveTo>
                <a:lnTo>
                  <a:pt x="114779" y="38263"/>
                </a:lnTo>
                <a:lnTo>
                  <a:pt x="114779" y="57394"/>
                </a:lnTo>
                <a:lnTo>
                  <a:pt x="95657" y="57394"/>
                </a:lnTo>
                <a:lnTo>
                  <a:pt x="95657" y="38263"/>
                </a:lnTo>
                <a:close/>
                <a:moveTo>
                  <a:pt x="133920" y="38263"/>
                </a:moveTo>
                <a:lnTo>
                  <a:pt x="153042" y="38263"/>
                </a:lnTo>
                <a:lnTo>
                  <a:pt x="153042" y="57394"/>
                </a:lnTo>
                <a:lnTo>
                  <a:pt x="133920" y="57394"/>
                </a:lnTo>
                <a:lnTo>
                  <a:pt x="133920" y="38263"/>
                </a:lnTo>
                <a:close/>
                <a:moveTo>
                  <a:pt x="401760" y="38263"/>
                </a:moveTo>
                <a:lnTo>
                  <a:pt x="401760" y="57394"/>
                </a:lnTo>
                <a:lnTo>
                  <a:pt x="191314" y="57394"/>
                </a:lnTo>
                <a:lnTo>
                  <a:pt x="191314" y="38263"/>
                </a:lnTo>
                <a:lnTo>
                  <a:pt x="401760" y="38263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Graphic 385" descr="Setting icon.">
            <a:extLst>
              <a:ext uri="{FF2B5EF4-FFF2-40B4-BE49-F238E27FC236}">
                <a16:creationId xmlns:a16="http://schemas.microsoft.com/office/drawing/2014/main" id="{9FBF309B-0545-2046-8DAA-D490729F5459}"/>
              </a:ext>
            </a:extLst>
          </p:cNvPr>
          <p:cNvSpPr/>
          <p:nvPr/>
        </p:nvSpPr>
        <p:spPr>
          <a:xfrm>
            <a:off x="942747" y="2326738"/>
            <a:ext cx="459152" cy="459150"/>
          </a:xfrm>
          <a:custGeom>
            <a:avLst/>
            <a:gdLst>
              <a:gd name="connsiteX0" fmla="*/ 199391 w 459152"/>
              <a:gd name="connsiteY0" fmla="*/ 291894 h 459150"/>
              <a:gd name="connsiteX1" fmla="*/ 184081 w 459152"/>
              <a:gd name="connsiteY1" fmla="*/ 284234 h 459150"/>
              <a:gd name="connsiteX2" fmla="*/ 158783 w 459152"/>
              <a:gd name="connsiteY2" fmla="*/ 250501 h 459150"/>
              <a:gd name="connsiteX3" fmla="*/ 174094 w 459152"/>
              <a:gd name="connsiteY3" fmla="*/ 239020 h 459150"/>
              <a:gd name="connsiteX4" fmla="*/ 199382 w 459152"/>
              <a:gd name="connsiteY4" fmla="*/ 272762 h 459150"/>
              <a:gd name="connsiteX5" fmla="*/ 281008 w 459152"/>
              <a:gd name="connsiteY5" fmla="*/ 162831 h 459150"/>
              <a:gd name="connsiteX6" fmla="*/ 296365 w 459152"/>
              <a:gd name="connsiteY6" fmla="*/ 174237 h 459150"/>
              <a:gd name="connsiteX7" fmla="*/ 214748 w 459152"/>
              <a:gd name="connsiteY7" fmla="*/ 284169 h 459150"/>
              <a:gd name="connsiteX8" fmla="*/ 199428 w 459152"/>
              <a:gd name="connsiteY8" fmla="*/ 291894 h 459150"/>
              <a:gd name="connsiteX9" fmla="*/ 199390 w 459152"/>
              <a:gd name="connsiteY9" fmla="*/ 291894 h 459150"/>
              <a:gd name="connsiteX10" fmla="*/ 358710 w 459152"/>
              <a:gd name="connsiteY10" fmla="*/ 229577 h 459150"/>
              <a:gd name="connsiteX11" fmla="*/ 229573 w 459152"/>
              <a:gd name="connsiteY11" fmla="*/ 100440 h 459150"/>
              <a:gd name="connsiteX12" fmla="*/ 100436 w 459152"/>
              <a:gd name="connsiteY12" fmla="*/ 229577 h 459150"/>
              <a:gd name="connsiteX13" fmla="*/ 229573 w 459152"/>
              <a:gd name="connsiteY13" fmla="*/ 358714 h 459150"/>
              <a:gd name="connsiteX14" fmla="*/ 358710 w 459152"/>
              <a:gd name="connsiteY14" fmla="*/ 229577 h 459150"/>
              <a:gd name="connsiteX15" fmla="*/ 339579 w 459152"/>
              <a:gd name="connsiteY15" fmla="*/ 229577 h 459150"/>
              <a:gd name="connsiteX16" fmla="*/ 229573 w 459152"/>
              <a:gd name="connsiteY16" fmla="*/ 339583 h 459150"/>
              <a:gd name="connsiteX17" fmla="*/ 119568 w 459152"/>
              <a:gd name="connsiteY17" fmla="*/ 229577 h 459150"/>
              <a:gd name="connsiteX18" fmla="*/ 229573 w 459152"/>
              <a:gd name="connsiteY18" fmla="*/ 119571 h 459150"/>
              <a:gd name="connsiteX19" fmla="*/ 339579 w 459152"/>
              <a:gd name="connsiteY19" fmla="*/ 229577 h 459150"/>
              <a:gd name="connsiteX20" fmla="*/ 269368 w 459152"/>
              <a:gd name="connsiteY20" fmla="*/ 444666 h 459150"/>
              <a:gd name="connsiteX21" fmla="*/ 282204 w 459152"/>
              <a:gd name="connsiteY21" fmla="*/ 393399 h 459150"/>
              <a:gd name="connsiteX22" fmla="*/ 308117 w 459152"/>
              <a:gd name="connsiteY22" fmla="*/ 382554 h 459150"/>
              <a:gd name="connsiteX23" fmla="*/ 353573 w 459152"/>
              <a:gd name="connsiteY23" fmla="*/ 409822 h 459150"/>
              <a:gd name="connsiteX24" fmla="*/ 376891 w 459152"/>
              <a:gd name="connsiteY24" fmla="*/ 406925 h 459150"/>
              <a:gd name="connsiteX25" fmla="*/ 406914 w 459152"/>
              <a:gd name="connsiteY25" fmla="*/ 376902 h 459150"/>
              <a:gd name="connsiteX26" fmla="*/ 409791 w 459152"/>
              <a:gd name="connsiteY26" fmla="*/ 353529 h 459150"/>
              <a:gd name="connsiteX27" fmla="*/ 382701 w 459152"/>
              <a:gd name="connsiteY27" fmla="*/ 308213 h 459150"/>
              <a:gd name="connsiteX28" fmla="*/ 393258 w 459152"/>
              <a:gd name="connsiteY28" fmla="*/ 282215 h 459150"/>
              <a:gd name="connsiteX29" fmla="*/ 444748 w 459152"/>
              <a:gd name="connsiteY29" fmla="*/ 269334 h 459150"/>
              <a:gd name="connsiteX30" fmla="*/ 459152 w 459152"/>
              <a:gd name="connsiteY30" fmla="*/ 250799 h 459150"/>
              <a:gd name="connsiteX31" fmla="*/ 459152 w 459152"/>
              <a:gd name="connsiteY31" fmla="*/ 208343 h 459150"/>
              <a:gd name="connsiteX32" fmla="*/ 444654 w 459152"/>
              <a:gd name="connsiteY32" fmla="*/ 189791 h 459150"/>
              <a:gd name="connsiteX33" fmla="*/ 393407 w 459152"/>
              <a:gd name="connsiteY33" fmla="*/ 176937 h 459150"/>
              <a:gd name="connsiteX34" fmla="*/ 382552 w 459152"/>
              <a:gd name="connsiteY34" fmla="*/ 151033 h 459150"/>
              <a:gd name="connsiteX35" fmla="*/ 409829 w 459152"/>
              <a:gd name="connsiteY35" fmla="*/ 105567 h 459150"/>
              <a:gd name="connsiteX36" fmla="*/ 406916 w 459152"/>
              <a:gd name="connsiteY36" fmla="*/ 82250 h 459150"/>
              <a:gd name="connsiteX37" fmla="*/ 376893 w 459152"/>
              <a:gd name="connsiteY37" fmla="*/ 52227 h 459150"/>
              <a:gd name="connsiteX38" fmla="*/ 353539 w 459152"/>
              <a:gd name="connsiteY38" fmla="*/ 49349 h 459150"/>
              <a:gd name="connsiteX39" fmla="*/ 308232 w 459152"/>
              <a:gd name="connsiteY39" fmla="*/ 76478 h 459150"/>
              <a:gd name="connsiteX40" fmla="*/ 282225 w 459152"/>
              <a:gd name="connsiteY40" fmla="*/ 65894 h 459150"/>
              <a:gd name="connsiteX41" fmla="*/ 269445 w 459152"/>
              <a:gd name="connsiteY41" fmla="*/ 14806 h 459150"/>
              <a:gd name="connsiteX42" fmla="*/ 250388 w 459152"/>
              <a:gd name="connsiteY42" fmla="*/ 0 h 459150"/>
              <a:gd name="connsiteX43" fmla="*/ 208341 w 459152"/>
              <a:gd name="connsiteY43" fmla="*/ 0 h 459150"/>
              <a:gd name="connsiteX44" fmla="*/ 189789 w 459152"/>
              <a:gd name="connsiteY44" fmla="*/ 14498 h 459150"/>
              <a:gd name="connsiteX45" fmla="*/ 176908 w 459152"/>
              <a:gd name="connsiteY45" fmla="*/ 65764 h 459150"/>
              <a:gd name="connsiteX46" fmla="*/ 151014 w 459152"/>
              <a:gd name="connsiteY46" fmla="*/ 76591 h 459150"/>
              <a:gd name="connsiteX47" fmla="*/ 105538 w 459152"/>
              <a:gd name="connsiteY47" fmla="*/ 49304 h 459150"/>
              <a:gd name="connsiteX48" fmla="*/ 82250 w 459152"/>
              <a:gd name="connsiteY48" fmla="*/ 52227 h 459150"/>
              <a:gd name="connsiteX49" fmla="*/ 52227 w 459152"/>
              <a:gd name="connsiteY49" fmla="*/ 82250 h 459150"/>
              <a:gd name="connsiteX50" fmla="*/ 49349 w 459152"/>
              <a:gd name="connsiteY50" fmla="*/ 105623 h 459150"/>
              <a:gd name="connsiteX51" fmla="*/ 76478 w 459152"/>
              <a:gd name="connsiteY51" fmla="*/ 150920 h 459150"/>
              <a:gd name="connsiteX52" fmla="*/ 65894 w 459152"/>
              <a:gd name="connsiteY52" fmla="*/ 176937 h 459150"/>
              <a:gd name="connsiteX53" fmla="*/ 14394 w 459152"/>
              <a:gd name="connsiteY53" fmla="*/ 189818 h 459150"/>
              <a:gd name="connsiteX54" fmla="*/ 0 w 459152"/>
              <a:gd name="connsiteY54" fmla="*/ 208343 h 459150"/>
              <a:gd name="connsiteX55" fmla="*/ 0 w 459152"/>
              <a:gd name="connsiteY55" fmla="*/ 250809 h 459150"/>
              <a:gd name="connsiteX56" fmla="*/ 14498 w 459152"/>
              <a:gd name="connsiteY56" fmla="*/ 269361 h 459150"/>
              <a:gd name="connsiteX57" fmla="*/ 65764 w 459152"/>
              <a:gd name="connsiteY57" fmla="*/ 282242 h 459150"/>
              <a:gd name="connsiteX58" fmla="*/ 76591 w 459152"/>
              <a:gd name="connsiteY58" fmla="*/ 308136 h 459150"/>
              <a:gd name="connsiteX59" fmla="*/ 49304 w 459152"/>
              <a:gd name="connsiteY59" fmla="*/ 353612 h 459150"/>
              <a:gd name="connsiteX60" fmla="*/ 52227 w 459152"/>
              <a:gd name="connsiteY60" fmla="*/ 376900 h 459150"/>
              <a:gd name="connsiteX61" fmla="*/ 82250 w 459152"/>
              <a:gd name="connsiteY61" fmla="*/ 406923 h 459150"/>
              <a:gd name="connsiteX62" fmla="*/ 105623 w 459152"/>
              <a:gd name="connsiteY62" fmla="*/ 409801 h 459150"/>
              <a:gd name="connsiteX63" fmla="*/ 150920 w 459152"/>
              <a:gd name="connsiteY63" fmla="*/ 382672 h 459150"/>
              <a:gd name="connsiteX64" fmla="*/ 176937 w 459152"/>
              <a:gd name="connsiteY64" fmla="*/ 393256 h 459150"/>
              <a:gd name="connsiteX65" fmla="*/ 189818 w 459152"/>
              <a:gd name="connsiteY65" fmla="*/ 444756 h 459150"/>
              <a:gd name="connsiteX66" fmla="*/ 208353 w 459152"/>
              <a:gd name="connsiteY66" fmla="*/ 459150 h 459150"/>
              <a:gd name="connsiteX67" fmla="*/ 250801 w 459152"/>
              <a:gd name="connsiteY67" fmla="*/ 459150 h 459150"/>
              <a:gd name="connsiteX68" fmla="*/ 269372 w 459152"/>
              <a:gd name="connsiteY68" fmla="*/ 444662 h 459150"/>
              <a:gd name="connsiteX69" fmla="*/ 141119 w 459152"/>
              <a:gd name="connsiteY69" fmla="*/ 366196 h 459150"/>
              <a:gd name="connsiteX70" fmla="*/ 95776 w 459152"/>
              <a:gd name="connsiteY70" fmla="*/ 393399 h 459150"/>
              <a:gd name="connsiteX71" fmla="*/ 65705 w 459152"/>
              <a:gd name="connsiteY71" fmla="*/ 363461 h 459150"/>
              <a:gd name="connsiteX72" fmla="*/ 92992 w 459152"/>
              <a:gd name="connsiteY72" fmla="*/ 317978 h 459150"/>
              <a:gd name="connsiteX73" fmla="*/ 93507 w 459152"/>
              <a:gd name="connsiteY73" fmla="*/ 299546 h 459150"/>
              <a:gd name="connsiteX74" fmla="*/ 83996 w 459152"/>
              <a:gd name="connsiteY74" fmla="*/ 276445 h 459150"/>
              <a:gd name="connsiteX75" fmla="*/ 70480 w 459152"/>
              <a:gd name="connsiteY75" fmla="*/ 263656 h 459150"/>
              <a:gd name="connsiteX76" fmla="*/ 19130 w 459152"/>
              <a:gd name="connsiteY76" fmla="*/ 250811 h 459150"/>
              <a:gd name="connsiteX77" fmla="*/ 19026 w 459152"/>
              <a:gd name="connsiteY77" fmla="*/ 208372 h 459150"/>
              <a:gd name="connsiteX78" fmla="*/ 70526 w 459152"/>
              <a:gd name="connsiteY78" fmla="*/ 195498 h 459150"/>
              <a:gd name="connsiteX79" fmla="*/ 83968 w 459152"/>
              <a:gd name="connsiteY79" fmla="*/ 182766 h 459150"/>
              <a:gd name="connsiteX80" fmla="*/ 93488 w 459152"/>
              <a:gd name="connsiteY80" fmla="*/ 159675 h 459150"/>
              <a:gd name="connsiteX81" fmla="*/ 92956 w 459152"/>
              <a:gd name="connsiteY81" fmla="*/ 141123 h 459150"/>
              <a:gd name="connsiteX82" fmla="*/ 65753 w 459152"/>
              <a:gd name="connsiteY82" fmla="*/ 95780 h 459150"/>
              <a:gd name="connsiteX83" fmla="*/ 95692 w 459152"/>
              <a:gd name="connsiteY83" fmla="*/ 65709 h 459150"/>
              <a:gd name="connsiteX84" fmla="*/ 141175 w 459152"/>
              <a:gd name="connsiteY84" fmla="*/ 92996 h 459150"/>
              <a:gd name="connsiteX85" fmla="*/ 159606 w 459152"/>
              <a:gd name="connsiteY85" fmla="*/ 93511 h 459150"/>
              <a:gd name="connsiteX86" fmla="*/ 182707 w 459152"/>
              <a:gd name="connsiteY86" fmla="*/ 84000 h 459150"/>
              <a:gd name="connsiteX87" fmla="*/ 195496 w 459152"/>
              <a:gd name="connsiteY87" fmla="*/ 70484 h 459150"/>
              <a:gd name="connsiteX88" fmla="*/ 208341 w 459152"/>
              <a:gd name="connsiteY88" fmla="*/ 19133 h 459150"/>
              <a:gd name="connsiteX89" fmla="*/ 250872 w 459152"/>
              <a:gd name="connsiteY89" fmla="*/ 19451 h 459150"/>
              <a:gd name="connsiteX90" fmla="*/ 263652 w 459152"/>
              <a:gd name="connsiteY90" fmla="*/ 70559 h 459150"/>
              <a:gd name="connsiteX91" fmla="*/ 276374 w 459152"/>
              <a:gd name="connsiteY91" fmla="*/ 83974 h 459150"/>
              <a:gd name="connsiteX92" fmla="*/ 299466 w 459152"/>
              <a:gd name="connsiteY92" fmla="*/ 93493 h 459150"/>
              <a:gd name="connsiteX93" fmla="*/ 318018 w 459152"/>
              <a:gd name="connsiteY93" fmla="*/ 92961 h 459150"/>
              <a:gd name="connsiteX94" fmla="*/ 363361 w 459152"/>
              <a:gd name="connsiteY94" fmla="*/ 65759 h 459150"/>
              <a:gd name="connsiteX95" fmla="*/ 393422 w 459152"/>
              <a:gd name="connsiteY95" fmla="*/ 95726 h 459150"/>
              <a:gd name="connsiteX96" fmla="*/ 366145 w 459152"/>
              <a:gd name="connsiteY96" fmla="*/ 141192 h 459150"/>
              <a:gd name="connsiteX97" fmla="*/ 365640 w 459152"/>
              <a:gd name="connsiteY97" fmla="*/ 159585 h 459150"/>
              <a:gd name="connsiteX98" fmla="*/ 375167 w 459152"/>
              <a:gd name="connsiteY98" fmla="*/ 182724 h 459150"/>
              <a:gd name="connsiteX99" fmla="*/ 388638 w 459152"/>
              <a:gd name="connsiteY99" fmla="*/ 195494 h 459150"/>
              <a:gd name="connsiteX100" fmla="*/ 440015 w 459152"/>
              <a:gd name="connsiteY100" fmla="*/ 208349 h 459150"/>
              <a:gd name="connsiteX101" fmla="*/ 440109 w 459152"/>
              <a:gd name="connsiteY101" fmla="*/ 250788 h 459150"/>
              <a:gd name="connsiteX102" fmla="*/ 388638 w 459152"/>
              <a:gd name="connsiteY102" fmla="*/ 263662 h 459150"/>
              <a:gd name="connsiteX103" fmla="*/ 375186 w 459152"/>
              <a:gd name="connsiteY103" fmla="*/ 276376 h 459150"/>
              <a:gd name="connsiteX104" fmla="*/ 365695 w 459152"/>
              <a:gd name="connsiteY104" fmla="*/ 299441 h 459150"/>
              <a:gd name="connsiteX105" fmla="*/ 366181 w 459152"/>
              <a:gd name="connsiteY105" fmla="*/ 318041 h 459150"/>
              <a:gd name="connsiteX106" fmla="*/ 393384 w 459152"/>
              <a:gd name="connsiteY106" fmla="*/ 363384 h 459150"/>
              <a:gd name="connsiteX107" fmla="*/ 363417 w 459152"/>
              <a:gd name="connsiteY107" fmla="*/ 393436 h 459150"/>
              <a:gd name="connsiteX108" fmla="*/ 317960 w 459152"/>
              <a:gd name="connsiteY108" fmla="*/ 366158 h 459150"/>
              <a:gd name="connsiteX109" fmla="*/ 299594 w 459152"/>
              <a:gd name="connsiteY109" fmla="*/ 365626 h 459150"/>
              <a:gd name="connsiteX110" fmla="*/ 276371 w 459152"/>
              <a:gd name="connsiteY110" fmla="*/ 375182 h 459150"/>
              <a:gd name="connsiteX111" fmla="*/ 263648 w 459152"/>
              <a:gd name="connsiteY111" fmla="*/ 388653 h 459150"/>
              <a:gd name="connsiteX112" fmla="*/ 250794 w 459152"/>
              <a:gd name="connsiteY112" fmla="*/ 440030 h 459150"/>
              <a:gd name="connsiteX113" fmla="*/ 208364 w 459152"/>
              <a:gd name="connsiteY113" fmla="*/ 440134 h 459150"/>
              <a:gd name="connsiteX114" fmla="*/ 195491 w 459152"/>
              <a:gd name="connsiteY114" fmla="*/ 388634 h 459150"/>
              <a:gd name="connsiteX115" fmla="*/ 182768 w 459152"/>
              <a:gd name="connsiteY115" fmla="*/ 375202 h 459150"/>
              <a:gd name="connsiteX116" fmla="*/ 159667 w 459152"/>
              <a:gd name="connsiteY116" fmla="*/ 365674 h 459150"/>
              <a:gd name="connsiteX117" fmla="*/ 150811 w 459152"/>
              <a:gd name="connsiteY117" fmla="*/ 363506 h 459150"/>
              <a:gd name="connsiteX118" fmla="*/ 141115 w 459152"/>
              <a:gd name="connsiteY118" fmla="*/ 366206 h 4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59152" h="459150">
                <a:moveTo>
                  <a:pt x="199391" y="291894"/>
                </a:moveTo>
                <a:cubicBezTo>
                  <a:pt x="193310" y="291894"/>
                  <a:pt x="187733" y="289110"/>
                  <a:pt x="184081" y="284234"/>
                </a:cubicBezTo>
                <a:lnTo>
                  <a:pt x="158783" y="250501"/>
                </a:lnTo>
                <a:lnTo>
                  <a:pt x="174094" y="239020"/>
                </a:lnTo>
                <a:lnTo>
                  <a:pt x="199382" y="272762"/>
                </a:lnTo>
                <a:lnTo>
                  <a:pt x="281008" y="162831"/>
                </a:lnTo>
                <a:lnTo>
                  <a:pt x="296365" y="174237"/>
                </a:lnTo>
                <a:lnTo>
                  <a:pt x="214748" y="284169"/>
                </a:lnTo>
                <a:cubicBezTo>
                  <a:pt x="211106" y="289072"/>
                  <a:pt x="205529" y="291884"/>
                  <a:pt x="199428" y="291894"/>
                </a:cubicBezTo>
                <a:lnTo>
                  <a:pt x="199390" y="291894"/>
                </a:lnTo>
                <a:close/>
                <a:moveTo>
                  <a:pt x="358710" y="229577"/>
                </a:moveTo>
                <a:cubicBezTo>
                  <a:pt x="358710" y="158366"/>
                  <a:pt x="300775" y="100440"/>
                  <a:pt x="229573" y="100440"/>
                </a:cubicBezTo>
                <a:cubicBezTo>
                  <a:pt x="158372" y="100440"/>
                  <a:pt x="100436" y="158366"/>
                  <a:pt x="100436" y="229577"/>
                </a:cubicBezTo>
                <a:cubicBezTo>
                  <a:pt x="100436" y="300788"/>
                  <a:pt x="158362" y="358714"/>
                  <a:pt x="229573" y="358714"/>
                </a:cubicBezTo>
                <a:cubicBezTo>
                  <a:pt x="300784" y="358714"/>
                  <a:pt x="358710" y="300788"/>
                  <a:pt x="358710" y="229577"/>
                </a:cubicBezTo>
                <a:close/>
                <a:moveTo>
                  <a:pt x="339579" y="229577"/>
                </a:moveTo>
                <a:cubicBezTo>
                  <a:pt x="339579" y="290231"/>
                  <a:pt x="290237" y="339583"/>
                  <a:pt x="229573" y="339583"/>
                </a:cubicBezTo>
                <a:cubicBezTo>
                  <a:pt x="168909" y="339583"/>
                  <a:pt x="119568" y="290231"/>
                  <a:pt x="119568" y="229577"/>
                </a:cubicBezTo>
                <a:cubicBezTo>
                  <a:pt x="119568" y="168923"/>
                  <a:pt x="168919" y="119571"/>
                  <a:pt x="229573" y="119571"/>
                </a:cubicBezTo>
                <a:cubicBezTo>
                  <a:pt x="290227" y="119571"/>
                  <a:pt x="339579" y="168923"/>
                  <a:pt x="339579" y="229577"/>
                </a:cubicBezTo>
                <a:close/>
                <a:moveTo>
                  <a:pt x="269368" y="444666"/>
                </a:moveTo>
                <a:lnTo>
                  <a:pt x="282204" y="393399"/>
                </a:lnTo>
                <a:cubicBezTo>
                  <a:pt x="291247" y="390522"/>
                  <a:pt x="300046" y="386906"/>
                  <a:pt x="308117" y="382554"/>
                </a:cubicBezTo>
                <a:lnTo>
                  <a:pt x="353573" y="409822"/>
                </a:lnTo>
                <a:cubicBezTo>
                  <a:pt x="361084" y="414352"/>
                  <a:pt x="370669" y="413147"/>
                  <a:pt x="376891" y="406925"/>
                </a:cubicBezTo>
                <a:lnTo>
                  <a:pt x="406914" y="376902"/>
                </a:lnTo>
                <a:cubicBezTo>
                  <a:pt x="413135" y="370681"/>
                  <a:pt x="414312" y="361069"/>
                  <a:pt x="409791" y="353529"/>
                </a:cubicBezTo>
                <a:lnTo>
                  <a:pt x="382701" y="308213"/>
                </a:lnTo>
                <a:cubicBezTo>
                  <a:pt x="386923" y="299983"/>
                  <a:pt x="390530" y="291239"/>
                  <a:pt x="393258" y="282215"/>
                </a:cubicBezTo>
                <a:lnTo>
                  <a:pt x="444748" y="269334"/>
                </a:lnTo>
                <a:cubicBezTo>
                  <a:pt x="453231" y="267222"/>
                  <a:pt x="459152" y="259590"/>
                  <a:pt x="459152" y="250799"/>
                </a:cubicBezTo>
                <a:lnTo>
                  <a:pt x="459152" y="208343"/>
                </a:lnTo>
                <a:cubicBezTo>
                  <a:pt x="459152" y="199552"/>
                  <a:pt x="453193" y="191921"/>
                  <a:pt x="444654" y="189791"/>
                </a:cubicBezTo>
                <a:lnTo>
                  <a:pt x="393407" y="176937"/>
                </a:lnTo>
                <a:cubicBezTo>
                  <a:pt x="390511" y="167876"/>
                  <a:pt x="386887" y="159095"/>
                  <a:pt x="382552" y="151033"/>
                </a:cubicBezTo>
                <a:lnTo>
                  <a:pt x="409829" y="105567"/>
                </a:lnTo>
                <a:cubicBezTo>
                  <a:pt x="414333" y="98066"/>
                  <a:pt x="413137" y="88471"/>
                  <a:pt x="406916" y="82250"/>
                </a:cubicBezTo>
                <a:lnTo>
                  <a:pt x="376893" y="52227"/>
                </a:lnTo>
                <a:cubicBezTo>
                  <a:pt x="370652" y="45977"/>
                  <a:pt x="361012" y="44829"/>
                  <a:pt x="353539" y="49349"/>
                </a:cubicBezTo>
                <a:lnTo>
                  <a:pt x="308232" y="76478"/>
                </a:lnTo>
                <a:cubicBezTo>
                  <a:pt x="300011" y="72236"/>
                  <a:pt x="291249" y="68630"/>
                  <a:pt x="282225" y="65894"/>
                </a:cubicBezTo>
                <a:lnTo>
                  <a:pt x="269445" y="14806"/>
                </a:lnTo>
                <a:cubicBezTo>
                  <a:pt x="267258" y="6090"/>
                  <a:pt x="259432" y="0"/>
                  <a:pt x="250388" y="0"/>
                </a:cubicBezTo>
                <a:lnTo>
                  <a:pt x="208341" y="0"/>
                </a:lnTo>
                <a:cubicBezTo>
                  <a:pt x="199550" y="0"/>
                  <a:pt x="191919" y="5959"/>
                  <a:pt x="189789" y="14498"/>
                </a:cubicBezTo>
                <a:lnTo>
                  <a:pt x="176908" y="65764"/>
                </a:lnTo>
                <a:cubicBezTo>
                  <a:pt x="167913" y="68622"/>
                  <a:pt x="159150" y="72238"/>
                  <a:pt x="151014" y="76591"/>
                </a:cubicBezTo>
                <a:lnTo>
                  <a:pt x="105538" y="49304"/>
                </a:lnTo>
                <a:cubicBezTo>
                  <a:pt x="98075" y="44819"/>
                  <a:pt x="88481" y="46005"/>
                  <a:pt x="82250" y="52227"/>
                </a:cubicBezTo>
                <a:lnTo>
                  <a:pt x="52227" y="82250"/>
                </a:lnTo>
                <a:cubicBezTo>
                  <a:pt x="46015" y="88462"/>
                  <a:pt x="44829" y="98066"/>
                  <a:pt x="49349" y="105623"/>
                </a:cubicBezTo>
                <a:lnTo>
                  <a:pt x="76478" y="150920"/>
                </a:lnTo>
                <a:cubicBezTo>
                  <a:pt x="72246" y="159122"/>
                  <a:pt x="68630" y="167884"/>
                  <a:pt x="65894" y="176937"/>
                </a:cubicBezTo>
                <a:lnTo>
                  <a:pt x="14394" y="189818"/>
                </a:lnTo>
                <a:cubicBezTo>
                  <a:pt x="5921" y="191930"/>
                  <a:pt x="0" y="199552"/>
                  <a:pt x="0" y="208343"/>
                </a:cubicBezTo>
                <a:lnTo>
                  <a:pt x="0" y="250809"/>
                </a:lnTo>
                <a:cubicBezTo>
                  <a:pt x="0" y="259600"/>
                  <a:pt x="5959" y="267231"/>
                  <a:pt x="14498" y="269361"/>
                </a:cubicBezTo>
                <a:lnTo>
                  <a:pt x="65764" y="282242"/>
                </a:lnTo>
                <a:cubicBezTo>
                  <a:pt x="68622" y="291238"/>
                  <a:pt x="72238" y="300000"/>
                  <a:pt x="76591" y="308136"/>
                </a:cubicBezTo>
                <a:lnTo>
                  <a:pt x="49304" y="353612"/>
                </a:lnTo>
                <a:cubicBezTo>
                  <a:pt x="44800" y="361104"/>
                  <a:pt x="46005" y="370679"/>
                  <a:pt x="52227" y="376900"/>
                </a:cubicBezTo>
                <a:lnTo>
                  <a:pt x="82250" y="406923"/>
                </a:lnTo>
                <a:cubicBezTo>
                  <a:pt x="88452" y="413126"/>
                  <a:pt x="98073" y="414295"/>
                  <a:pt x="105623" y="409801"/>
                </a:cubicBezTo>
                <a:lnTo>
                  <a:pt x="150920" y="382672"/>
                </a:lnTo>
                <a:cubicBezTo>
                  <a:pt x="159112" y="386895"/>
                  <a:pt x="167865" y="390511"/>
                  <a:pt x="176937" y="393256"/>
                </a:cubicBezTo>
                <a:lnTo>
                  <a:pt x="189818" y="444756"/>
                </a:lnTo>
                <a:cubicBezTo>
                  <a:pt x="191930" y="453229"/>
                  <a:pt x="199552" y="459150"/>
                  <a:pt x="208353" y="459150"/>
                </a:cubicBezTo>
                <a:lnTo>
                  <a:pt x="250801" y="459150"/>
                </a:lnTo>
                <a:cubicBezTo>
                  <a:pt x="259602" y="459150"/>
                  <a:pt x="267224" y="453200"/>
                  <a:pt x="269372" y="444662"/>
                </a:cubicBezTo>
                <a:close/>
                <a:moveTo>
                  <a:pt x="141119" y="366196"/>
                </a:moveTo>
                <a:lnTo>
                  <a:pt x="95776" y="393399"/>
                </a:lnTo>
                <a:lnTo>
                  <a:pt x="65705" y="363461"/>
                </a:lnTo>
                <a:lnTo>
                  <a:pt x="92992" y="317978"/>
                </a:lnTo>
                <a:cubicBezTo>
                  <a:pt x="96355" y="312382"/>
                  <a:pt x="96541" y="305498"/>
                  <a:pt x="93507" y="299546"/>
                </a:cubicBezTo>
                <a:cubicBezTo>
                  <a:pt x="89732" y="292204"/>
                  <a:pt x="86537" y="284433"/>
                  <a:pt x="83996" y="276445"/>
                </a:cubicBezTo>
                <a:cubicBezTo>
                  <a:pt x="81951" y="270036"/>
                  <a:pt x="76897" y="265253"/>
                  <a:pt x="70480" y="263656"/>
                </a:cubicBezTo>
                <a:lnTo>
                  <a:pt x="19130" y="250811"/>
                </a:lnTo>
                <a:lnTo>
                  <a:pt x="19026" y="208372"/>
                </a:lnTo>
                <a:lnTo>
                  <a:pt x="70526" y="195498"/>
                </a:lnTo>
                <a:cubicBezTo>
                  <a:pt x="76887" y="193920"/>
                  <a:pt x="81904" y="189164"/>
                  <a:pt x="83968" y="182766"/>
                </a:cubicBezTo>
                <a:cubicBezTo>
                  <a:pt x="86537" y="174714"/>
                  <a:pt x="89732" y="166950"/>
                  <a:pt x="93488" y="159675"/>
                </a:cubicBezTo>
                <a:cubicBezTo>
                  <a:pt x="96552" y="153706"/>
                  <a:pt x="96355" y="146765"/>
                  <a:pt x="92956" y="141123"/>
                </a:cubicBezTo>
                <a:lnTo>
                  <a:pt x="65753" y="95780"/>
                </a:lnTo>
                <a:lnTo>
                  <a:pt x="95692" y="65709"/>
                </a:lnTo>
                <a:lnTo>
                  <a:pt x="141175" y="92996"/>
                </a:lnTo>
                <a:cubicBezTo>
                  <a:pt x="146780" y="96359"/>
                  <a:pt x="153664" y="96554"/>
                  <a:pt x="159606" y="93511"/>
                </a:cubicBezTo>
                <a:cubicBezTo>
                  <a:pt x="166948" y="89736"/>
                  <a:pt x="174720" y="86541"/>
                  <a:pt x="182707" y="84000"/>
                </a:cubicBezTo>
                <a:cubicBezTo>
                  <a:pt x="189116" y="81955"/>
                  <a:pt x="193899" y="76901"/>
                  <a:pt x="195496" y="70484"/>
                </a:cubicBezTo>
                <a:lnTo>
                  <a:pt x="208341" y="19133"/>
                </a:lnTo>
                <a:lnTo>
                  <a:pt x="250872" y="19451"/>
                </a:lnTo>
                <a:lnTo>
                  <a:pt x="263652" y="70559"/>
                </a:lnTo>
                <a:cubicBezTo>
                  <a:pt x="265259" y="76910"/>
                  <a:pt x="270004" y="81919"/>
                  <a:pt x="276374" y="83974"/>
                </a:cubicBezTo>
                <a:cubicBezTo>
                  <a:pt x="284427" y="86533"/>
                  <a:pt x="292181" y="89738"/>
                  <a:pt x="299466" y="93493"/>
                </a:cubicBezTo>
                <a:cubicBezTo>
                  <a:pt x="305464" y="96575"/>
                  <a:pt x="312414" y="96352"/>
                  <a:pt x="318018" y="92961"/>
                </a:cubicBezTo>
                <a:lnTo>
                  <a:pt x="363361" y="65759"/>
                </a:lnTo>
                <a:lnTo>
                  <a:pt x="393422" y="95726"/>
                </a:lnTo>
                <a:lnTo>
                  <a:pt x="366145" y="141192"/>
                </a:lnTo>
                <a:cubicBezTo>
                  <a:pt x="362781" y="146797"/>
                  <a:pt x="362596" y="153671"/>
                  <a:pt x="365640" y="159585"/>
                </a:cubicBezTo>
                <a:cubicBezTo>
                  <a:pt x="369395" y="166908"/>
                  <a:pt x="372609" y="174699"/>
                  <a:pt x="375167" y="182724"/>
                </a:cubicBezTo>
                <a:cubicBezTo>
                  <a:pt x="377185" y="189104"/>
                  <a:pt x="382211" y="193878"/>
                  <a:pt x="388638" y="195494"/>
                </a:cubicBezTo>
                <a:lnTo>
                  <a:pt x="440015" y="208349"/>
                </a:lnTo>
                <a:lnTo>
                  <a:pt x="440109" y="250788"/>
                </a:lnTo>
                <a:lnTo>
                  <a:pt x="388638" y="263662"/>
                </a:lnTo>
                <a:cubicBezTo>
                  <a:pt x="382228" y="265259"/>
                  <a:pt x="377203" y="270023"/>
                  <a:pt x="375186" y="276376"/>
                </a:cubicBezTo>
                <a:cubicBezTo>
                  <a:pt x="372626" y="284410"/>
                  <a:pt x="369412" y="292192"/>
                  <a:pt x="365695" y="299441"/>
                </a:cubicBezTo>
                <a:cubicBezTo>
                  <a:pt x="362594" y="305401"/>
                  <a:pt x="362781" y="312351"/>
                  <a:pt x="366181" y="318041"/>
                </a:cubicBezTo>
                <a:lnTo>
                  <a:pt x="393384" y="363384"/>
                </a:lnTo>
                <a:lnTo>
                  <a:pt x="363417" y="393436"/>
                </a:lnTo>
                <a:lnTo>
                  <a:pt x="317960" y="366158"/>
                </a:lnTo>
                <a:cubicBezTo>
                  <a:pt x="312338" y="362795"/>
                  <a:pt x="305443" y="362590"/>
                  <a:pt x="299594" y="365626"/>
                </a:cubicBezTo>
                <a:cubicBezTo>
                  <a:pt x="292232" y="369410"/>
                  <a:pt x="284442" y="372623"/>
                  <a:pt x="276371" y="375182"/>
                </a:cubicBezTo>
                <a:cubicBezTo>
                  <a:pt x="270019" y="377228"/>
                  <a:pt x="265253" y="382263"/>
                  <a:pt x="263648" y="388653"/>
                </a:cubicBezTo>
                <a:lnTo>
                  <a:pt x="250794" y="440030"/>
                </a:lnTo>
                <a:lnTo>
                  <a:pt x="208364" y="440134"/>
                </a:lnTo>
                <a:lnTo>
                  <a:pt x="195491" y="388634"/>
                </a:lnTo>
                <a:cubicBezTo>
                  <a:pt x="193912" y="382272"/>
                  <a:pt x="189156" y="377256"/>
                  <a:pt x="182768" y="375202"/>
                </a:cubicBezTo>
                <a:cubicBezTo>
                  <a:pt x="174697" y="372623"/>
                  <a:pt x="166925" y="369420"/>
                  <a:pt x="159667" y="365674"/>
                </a:cubicBezTo>
                <a:cubicBezTo>
                  <a:pt x="156855" y="364226"/>
                  <a:pt x="153819" y="363506"/>
                  <a:pt x="150811" y="363506"/>
                </a:cubicBezTo>
                <a:cubicBezTo>
                  <a:pt x="147438" y="363506"/>
                  <a:pt x="144094" y="364413"/>
                  <a:pt x="141115" y="366206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309" descr="Data recovery icon.">
            <a:extLst>
              <a:ext uri="{FF2B5EF4-FFF2-40B4-BE49-F238E27FC236}">
                <a16:creationId xmlns:a16="http://schemas.microsoft.com/office/drawing/2014/main" id="{3A61C298-D35F-D436-C2E7-2127DA0B05FC}"/>
              </a:ext>
            </a:extLst>
          </p:cNvPr>
          <p:cNvSpPr/>
          <p:nvPr/>
        </p:nvSpPr>
        <p:spPr>
          <a:xfrm>
            <a:off x="2181087" y="2326736"/>
            <a:ext cx="459154" cy="459154"/>
          </a:xfrm>
          <a:custGeom>
            <a:avLst/>
            <a:gdLst>
              <a:gd name="connsiteX0" fmla="*/ 260105 w 459154"/>
              <a:gd name="connsiteY0" fmla="*/ 193183 h 459154"/>
              <a:gd name="connsiteX1" fmla="*/ 275462 w 459154"/>
              <a:gd name="connsiteY1" fmla="*/ 204599 h 459154"/>
              <a:gd name="connsiteX2" fmla="*/ 217348 w 459154"/>
              <a:gd name="connsiteY2" fmla="*/ 282797 h 459154"/>
              <a:gd name="connsiteX3" fmla="*/ 211276 w 459154"/>
              <a:gd name="connsiteY3" fmla="*/ 283478 h 459154"/>
              <a:gd name="connsiteX4" fmla="*/ 211211 w 459154"/>
              <a:gd name="connsiteY4" fmla="*/ 283478 h 459154"/>
              <a:gd name="connsiteX5" fmla="*/ 202309 w 459154"/>
              <a:gd name="connsiteY5" fmla="*/ 279068 h 459154"/>
              <a:gd name="connsiteX6" fmla="*/ 181243 w 459154"/>
              <a:gd name="connsiteY6" fmla="*/ 250987 h 459154"/>
              <a:gd name="connsiteX7" fmla="*/ 196554 w 459154"/>
              <a:gd name="connsiteY7" fmla="*/ 239506 h 459154"/>
              <a:gd name="connsiteX8" fmla="*/ 211182 w 459154"/>
              <a:gd name="connsiteY8" fmla="*/ 259020 h 459154"/>
              <a:gd name="connsiteX9" fmla="*/ 260103 w 459154"/>
              <a:gd name="connsiteY9" fmla="*/ 193181 h 459154"/>
              <a:gd name="connsiteX10" fmla="*/ 311932 w 459154"/>
              <a:gd name="connsiteY10" fmla="*/ 239013 h 459154"/>
              <a:gd name="connsiteX11" fmla="*/ 229577 w 459154"/>
              <a:gd name="connsiteY11" fmla="*/ 321293 h 459154"/>
              <a:gd name="connsiteX12" fmla="*/ 147232 w 459154"/>
              <a:gd name="connsiteY12" fmla="*/ 239013 h 459154"/>
              <a:gd name="connsiteX13" fmla="*/ 229577 w 459154"/>
              <a:gd name="connsiteY13" fmla="*/ 156732 h 459154"/>
              <a:gd name="connsiteX14" fmla="*/ 311932 w 459154"/>
              <a:gd name="connsiteY14" fmla="*/ 239013 h 459154"/>
              <a:gd name="connsiteX15" fmla="*/ 292801 w 459154"/>
              <a:gd name="connsiteY15" fmla="*/ 239013 h 459154"/>
              <a:gd name="connsiteX16" fmla="*/ 229577 w 459154"/>
              <a:gd name="connsiteY16" fmla="*/ 175864 h 459154"/>
              <a:gd name="connsiteX17" fmla="*/ 166363 w 459154"/>
              <a:gd name="connsiteY17" fmla="*/ 239013 h 459154"/>
              <a:gd name="connsiteX18" fmla="*/ 229577 w 459154"/>
              <a:gd name="connsiteY18" fmla="*/ 302162 h 459154"/>
              <a:gd name="connsiteX19" fmla="*/ 292801 w 459154"/>
              <a:gd name="connsiteY19" fmla="*/ 239013 h 459154"/>
              <a:gd name="connsiteX20" fmla="*/ 332221 w 459154"/>
              <a:gd name="connsiteY20" fmla="*/ 274287 h 459154"/>
              <a:gd name="connsiteX21" fmla="*/ 327027 w 459154"/>
              <a:gd name="connsiteY21" fmla="*/ 286889 h 459154"/>
              <a:gd name="connsiteX22" fmla="*/ 340983 w 459154"/>
              <a:gd name="connsiteY22" fmla="*/ 310159 h 459154"/>
              <a:gd name="connsiteX23" fmla="*/ 338106 w 459154"/>
              <a:gd name="connsiteY23" fmla="*/ 333531 h 459154"/>
              <a:gd name="connsiteX24" fmla="*/ 323962 w 459154"/>
              <a:gd name="connsiteY24" fmla="*/ 347675 h 459154"/>
              <a:gd name="connsiteX25" fmla="*/ 300589 w 459154"/>
              <a:gd name="connsiteY25" fmla="*/ 350543 h 459154"/>
              <a:gd name="connsiteX26" fmla="*/ 277329 w 459154"/>
              <a:gd name="connsiteY26" fmla="*/ 336596 h 459154"/>
              <a:gd name="connsiteX27" fmla="*/ 264737 w 459154"/>
              <a:gd name="connsiteY27" fmla="*/ 341781 h 459154"/>
              <a:gd name="connsiteX28" fmla="*/ 258142 w 459154"/>
              <a:gd name="connsiteY28" fmla="*/ 368142 h 459154"/>
              <a:gd name="connsiteX29" fmla="*/ 239571 w 459154"/>
              <a:gd name="connsiteY29" fmla="*/ 382630 h 459154"/>
              <a:gd name="connsiteX30" fmla="*/ 219581 w 459154"/>
              <a:gd name="connsiteY30" fmla="*/ 382630 h 459154"/>
              <a:gd name="connsiteX31" fmla="*/ 201020 w 459154"/>
              <a:gd name="connsiteY31" fmla="*/ 368132 h 459154"/>
              <a:gd name="connsiteX32" fmla="*/ 194435 w 459154"/>
              <a:gd name="connsiteY32" fmla="*/ 341788 h 459154"/>
              <a:gd name="connsiteX33" fmla="*/ 181833 w 459154"/>
              <a:gd name="connsiteY33" fmla="*/ 336594 h 459154"/>
              <a:gd name="connsiteX34" fmla="*/ 158563 w 459154"/>
              <a:gd name="connsiteY34" fmla="*/ 350551 h 459154"/>
              <a:gd name="connsiteX35" fmla="*/ 135190 w 459154"/>
              <a:gd name="connsiteY35" fmla="*/ 347673 h 459154"/>
              <a:gd name="connsiteX36" fmla="*/ 121046 w 459154"/>
              <a:gd name="connsiteY36" fmla="*/ 333529 h 459154"/>
              <a:gd name="connsiteX37" fmla="*/ 118169 w 459154"/>
              <a:gd name="connsiteY37" fmla="*/ 310157 h 459154"/>
              <a:gd name="connsiteX38" fmla="*/ 132125 w 459154"/>
              <a:gd name="connsiteY38" fmla="*/ 286897 h 459154"/>
              <a:gd name="connsiteX39" fmla="*/ 126941 w 459154"/>
              <a:gd name="connsiteY39" fmla="*/ 274295 h 459154"/>
              <a:gd name="connsiteX40" fmla="*/ 100580 w 459154"/>
              <a:gd name="connsiteY40" fmla="*/ 267700 h 459154"/>
              <a:gd name="connsiteX41" fmla="*/ 86091 w 459154"/>
              <a:gd name="connsiteY41" fmla="*/ 249139 h 459154"/>
              <a:gd name="connsiteX42" fmla="*/ 86091 w 459154"/>
              <a:gd name="connsiteY42" fmla="*/ 229148 h 459154"/>
              <a:gd name="connsiteX43" fmla="*/ 100589 w 459154"/>
              <a:gd name="connsiteY43" fmla="*/ 210587 h 459154"/>
              <a:gd name="connsiteX44" fmla="*/ 126933 w 459154"/>
              <a:gd name="connsiteY44" fmla="*/ 204002 h 459154"/>
              <a:gd name="connsiteX45" fmla="*/ 132127 w 459154"/>
              <a:gd name="connsiteY45" fmla="*/ 191400 h 459154"/>
              <a:gd name="connsiteX46" fmla="*/ 118171 w 459154"/>
              <a:gd name="connsiteY46" fmla="*/ 168131 h 459154"/>
              <a:gd name="connsiteX47" fmla="*/ 121048 w 459154"/>
              <a:gd name="connsiteY47" fmla="*/ 144758 h 459154"/>
              <a:gd name="connsiteX48" fmla="*/ 135192 w 459154"/>
              <a:gd name="connsiteY48" fmla="*/ 130614 h 459154"/>
              <a:gd name="connsiteX49" fmla="*/ 158565 w 459154"/>
              <a:gd name="connsiteY49" fmla="*/ 127737 h 459154"/>
              <a:gd name="connsiteX50" fmla="*/ 181825 w 459154"/>
              <a:gd name="connsiteY50" fmla="*/ 141693 h 459154"/>
              <a:gd name="connsiteX51" fmla="*/ 194417 w 459154"/>
              <a:gd name="connsiteY51" fmla="*/ 136508 h 459154"/>
              <a:gd name="connsiteX52" fmla="*/ 201021 w 459154"/>
              <a:gd name="connsiteY52" fmla="*/ 110147 h 459154"/>
              <a:gd name="connsiteX53" fmla="*/ 219583 w 459154"/>
              <a:gd name="connsiteY53" fmla="*/ 95659 h 459154"/>
              <a:gd name="connsiteX54" fmla="*/ 239573 w 459154"/>
              <a:gd name="connsiteY54" fmla="*/ 95659 h 459154"/>
              <a:gd name="connsiteX55" fmla="*/ 258144 w 459154"/>
              <a:gd name="connsiteY55" fmla="*/ 110157 h 459154"/>
              <a:gd name="connsiteX56" fmla="*/ 264739 w 459154"/>
              <a:gd name="connsiteY56" fmla="*/ 136501 h 459154"/>
              <a:gd name="connsiteX57" fmla="*/ 277331 w 459154"/>
              <a:gd name="connsiteY57" fmla="*/ 141695 h 459154"/>
              <a:gd name="connsiteX58" fmla="*/ 300610 w 459154"/>
              <a:gd name="connsiteY58" fmla="*/ 127739 h 459154"/>
              <a:gd name="connsiteX59" fmla="*/ 323964 w 459154"/>
              <a:gd name="connsiteY59" fmla="*/ 130616 h 459154"/>
              <a:gd name="connsiteX60" fmla="*/ 338108 w 459154"/>
              <a:gd name="connsiteY60" fmla="*/ 144760 h 459154"/>
              <a:gd name="connsiteX61" fmla="*/ 340985 w 459154"/>
              <a:gd name="connsiteY61" fmla="*/ 168133 h 459154"/>
              <a:gd name="connsiteX62" fmla="*/ 327029 w 459154"/>
              <a:gd name="connsiteY62" fmla="*/ 191393 h 459154"/>
              <a:gd name="connsiteX63" fmla="*/ 332223 w 459154"/>
              <a:gd name="connsiteY63" fmla="*/ 204004 h 459154"/>
              <a:gd name="connsiteX64" fmla="*/ 358567 w 459154"/>
              <a:gd name="connsiteY64" fmla="*/ 210589 h 459154"/>
              <a:gd name="connsiteX65" fmla="*/ 373065 w 459154"/>
              <a:gd name="connsiteY65" fmla="*/ 229141 h 459154"/>
              <a:gd name="connsiteX66" fmla="*/ 373065 w 459154"/>
              <a:gd name="connsiteY66" fmla="*/ 249141 h 459154"/>
              <a:gd name="connsiteX67" fmla="*/ 358567 w 459154"/>
              <a:gd name="connsiteY67" fmla="*/ 267702 h 459154"/>
              <a:gd name="connsiteX68" fmla="*/ 332223 w 459154"/>
              <a:gd name="connsiteY68" fmla="*/ 274287 h 459154"/>
              <a:gd name="connsiteX69" fmla="*/ 353931 w 459154"/>
              <a:gd name="connsiteY69" fmla="*/ 249148 h 459154"/>
              <a:gd name="connsiteX70" fmla="*/ 353931 w 459154"/>
              <a:gd name="connsiteY70" fmla="*/ 229139 h 459154"/>
              <a:gd name="connsiteX71" fmla="*/ 325496 w 459154"/>
              <a:gd name="connsiteY71" fmla="*/ 222030 h 459154"/>
              <a:gd name="connsiteX72" fmla="*/ 314622 w 459154"/>
              <a:gd name="connsiteY72" fmla="*/ 211716 h 459154"/>
              <a:gd name="connsiteX73" fmla="*/ 309074 w 459154"/>
              <a:gd name="connsiteY73" fmla="*/ 198265 h 459154"/>
              <a:gd name="connsiteX74" fmla="*/ 309521 w 459154"/>
              <a:gd name="connsiteY74" fmla="*/ 183384 h 459154"/>
              <a:gd name="connsiteX75" fmla="*/ 324580 w 459154"/>
              <a:gd name="connsiteY75" fmla="*/ 158284 h 459154"/>
              <a:gd name="connsiteX76" fmla="*/ 310436 w 459154"/>
              <a:gd name="connsiteY76" fmla="*/ 144140 h 459154"/>
              <a:gd name="connsiteX77" fmla="*/ 285345 w 459154"/>
              <a:gd name="connsiteY77" fmla="*/ 159189 h 459154"/>
              <a:gd name="connsiteX78" fmla="*/ 270400 w 459154"/>
              <a:gd name="connsiteY78" fmla="*/ 159627 h 459154"/>
              <a:gd name="connsiteX79" fmla="*/ 256929 w 459154"/>
              <a:gd name="connsiteY79" fmla="*/ 154069 h 459154"/>
              <a:gd name="connsiteX80" fmla="*/ 246700 w 459154"/>
              <a:gd name="connsiteY80" fmla="*/ 143243 h 459154"/>
              <a:gd name="connsiteX81" fmla="*/ 239581 w 459154"/>
              <a:gd name="connsiteY81" fmla="*/ 114798 h 459154"/>
              <a:gd name="connsiteX82" fmla="*/ 219581 w 459154"/>
              <a:gd name="connsiteY82" fmla="*/ 114789 h 459154"/>
              <a:gd name="connsiteX83" fmla="*/ 212462 w 459154"/>
              <a:gd name="connsiteY83" fmla="*/ 143206 h 459154"/>
              <a:gd name="connsiteX84" fmla="*/ 202196 w 459154"/>
              <a:gd name="connsiteY84" fmla="*/ 154088 h 459154"/>
              <a:gd name="connsiteX85" fmla="*/ 188687 w 459154"/>
              <a:gd name="connsiteY85" fmla="*/ 159646 h 459154"/>
              <a:gd name="connsiteX86" fmla="*/ 173853 w 459154"/>
              <a:gd name="connsiteY86" fmla="*/ 159225 h 459154"/>
              <a:gd name="connsiteX87" fmla="*/ 148714 w 459154"/>
              <a:gd name="connsiteY87" fmla="*/ 144138 h 459154"/>
              <a:gd name="connsiteX88" fmla="*/ 134570 w 459154"/>
              <a:gd name="connsiteY88" fmla="*/ 158282 h 459154"/>
              <a:gd name="connsiteX89" fmla="*/ 149619 w 459154"/>
              <a:gd name="connsiteY89" fmla="*/ 183363 h 459154"/>
              <a:gd name="connsiteX90" fmla="*/ 150057 w 459154"/>
              <a:gd name="connsiteY90" fmla="*/ 198309 h 459154"/>
              <a:gd name="connsiteX91" fmla="*/ 144500 w 459154"/>
              <a:gd name="connsiteY91" fmla="*/ 211789 h 459154"/>
              <a:gd name="connsiteX92" fmla="*/ 133719 w 459154"/>
              <a:gd name="connsiteY92" fmla="*/ 222018 h 459154"/>
              <a:gd name="connsiteX93" fmla="*/ 105219 w 459154"/>
              <a:gd name="connsiteY93" fmla="*/ 229137 h 459154"/>
              <a:gd name="connsiteX94" fmla="*/ 105219 w 459154"/>
              <a:gd name="connsiteY94" fmla="*/ 249137 h 459154"/>
              <a:gd name="connsiteX95" fmla="*/ 133644 w 459154"/>
              <a:gd name="connsiteY95" fmla="*/ 256256 h 459154"/>
              <a:gd name="connsiteX96" fmla="*/ 144519 w 459154"/>
              <a:gd name="connsiteY96" fmla="*/ 266522 h 459154"/>
              <a:gd name="connsiteX97" fmla="*/ 150076 w 459154"/>
              <a:gd name="connsiteY97" fmla="*/ 280030 h 459154"/>
              <a:gd name="connsiteX98" fmla="*/ 149656 w 459154"/>
              <a:gd name="connsiteY98" fmla="*/ 294865 h 459154"/>
              <a:gd name="connsiteX99" fmla="*/ 134568 w 459154"/>
              <a:gd name="connsiteY99" fmla="*/ 320004 h 459154"/>
              <a:gd name="connsiteX100" fmla="*/ 148712 w 459154"/>
              <a:gd name="connsiteY100" fmla="*/ 334147 h 459154"/>
              <a:gd name="connsiteX101" fmla="*/ 173794 w 459154"/>
              <a:gd name="connsiteY101" fmla="*/ 319099 h 459154"/>
              <a:gd name="connsiteX102" fmla="*/ 181641 w 459154"/>
              <a:gd name="connsiteY102" fmla="*/ 316922 h 459154"/>
              <a:gd name="connsiteX103" fmla="*/ 188741 w 459154"/>
              <a:gd name="connsiteY103" fmla="*/ 318659 h 459154"/>
              <a:gd name="connsiteX104" fmla="*/ 202221 w 459154"/>
              <a:gd name="connsiteY104" fmla="*/ 324216 h 459154"/>
              <a:gd name="connsiteX105" fmla="*/ 212460 w 459154"/>
              <a:gd name="connsiteY105" fmla="*/ 335043 h 459154"/>
              <a:gd name="connsiteX106" fmla="*/ 219569 w 459154"/>
              <a:gd name="connsiteY106" fmla="*/ 363497 h 459154"/>
              <a:gd name="connsiteX107" fmla="*/ 239569 w 459154"/>
              <a:gd name="connsiteY107" fmla="*/ 363497 h 459154"/>
              <a:gd name="connsiteX108" fmla="*/ 246698 w 459154"/>
              <a:gd name="connsiteY108" fmla="*/ 335052 h 459154"/>
              <a:gd name="connsiteX109" fmla="*/ 256944 w 459154"/>
              <a:gd name="connsiteY109" fmla="*/ 324197 h 459154"/>
              <a:gd name="connsiteX110" fmla="*/ 270490 w 459154"/>
              <a:gd name="connsiteY110" fmla="*/ 318620 h 459154"/>
              <a:gd name="connsiteX111" fmla="*/ 285286 w 459154"/>
              <a:gd name="connsiteY111" fmla="*/ 319051 h 459154"/>
              <a:gd name="connsiteX112" fmla="*/ 310434 w 459154"/>
              <a:gd name="connsiteY112" fmla="*/ 334147 h 459154"/>
              <a:gd name="connsiteX113" fmla="*/ 324578 w 459154"/>
              <a:gd name="connsiteY113" fmla="*/ 320004 h 459154"/>
              <a:gd name="connsiteX114" fmla="*/ 309520 w 459154"/>
              <a:gd name="connsiteY114" fmla="*/ 294913 h 459154"/>
              <a:gd name="connsiteX115" fmla="*/ 309072 w 459154"/>
              <a:gd name="connsiteY115" fmla="*/ 280004 h 459154"/>
              <a:gd name="connsiteX116" fmla="*/ 314658 w 459154"/>
              <a:gd name="connsiteY116" fmla="*/ 266487 h 459154"/>
              <a:gd name="connsiteX117" fmla="*/ 325475 w 459154"/>
              <a:gd name="connsiteY117" fmla="*/ 256258 h 459154"/>
              <a:gd name="connsiteX118" fmla="*/ 353929 w 459154"/>
              <a:gd name="connsiteY118" fmla="*/ 249148 h 459154"/>
              <a:gd name="connsiteX119" fmla="*/ 440023 w 459154"/>
              <a:gd name="connsiteY119" fmla="*/ 229579 h 459154"/>
              <a:gd name="connsiteX120" fmla="*/ 229577 w 459154"/>
              <a:gd name="connsiteY120" fmla="*/ 440024 h 459154"/>
              <a:gd name="connsiteX121" fmla="*/ 19131 w 459154"/>
              <a:gd name="connsiteY121" fmla="*/ 229577 h 459154"/>
              <a:gd name="connsiteX122" fmla="*/ 229577 w 459154"/>
              <a:gd name="connsiteY122" fmla="*/ 19131 h 459154"/>
              <a:gd name="connsiteX123" fmla="*/ 391538 w 459154"/>
              <a:gd name="connsiteY123" fmla="*/ 95657 h 459154"/>
              <a:gd name="connsiteX124" fmla="*/ 306103 w 459154"/>
              <a:gd name="connsiteY124" fmla="*/ 95657 h 459154"/>
              <a:gd name="connsiteX125" fmla="*/ 306103 w 459154"/>
              <a:gd name="connsiteY125" fmla="*/ 114789 h 459154"/>
              <a:gd name="connsiteX126" fmla="*/ 404281 w 459154"/>
              <a:gd name="connsiteY126" fmla="*/ 114789 h 459154"/>
              <a:gd name="connsiteX127" fmla="*/ 420891 w 459154"/>
              <a:gd name="connsiteY127" fmla="*/ 98179 h 459154"/>
              <a:gd name="connsiteX128" fmla="*/ 420891 w 459154"/>
              <a:gd name="connsiteY128" fmla="*/ 0 h 459154"/>
              <a:gd name="connsiteX129" fmla="*/ 401760 w 459154"/>
              <a:gd name="connsiteY129" fmla="*/ 0 h 459154"/>
              <a:gd name="connsiteX130" fmla="*/ 401760 w 459154"/>
              <a:gd name="connsiteY130" fmla="*/ 78265 h 459154"/>
              <a:gd name="connsiteX131" fmla="*/ 229577 w 459154"/>
              <a:gd name="connsiteY131" fmla="*/ 0 h 459154"/>
              <a:gd name="connsiteX132" fmla="*/ 0 w 459154"/>
              <a:gd name="connsiteY132" fmla="*/ 229577 h 459154"/>
              <a:gd name="connsiteX133" fmla="*/ 229577 w 459154"/>
              <a:gd name="connsiteY133" fmla="*/ 459154 h 459154"/>
              <a:gd name="connsiteX134" fmla="*/ 459154 w 459154"/>
              <a:gd name="connsiteY134" fmla="*/ 229577 h 459154"/>
              <a:gd name="connsiteX135" fmla="*/ 440023 w 459154"/>
              <a:gd name="connsiteY135" fmla="*/ 229577 h 45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459154" h="459154">
                <a:moveTo>
                  <a:pt x="260105" y="193183"/>
                </a:moveTo>
                <a:lnTo>
                  <a:pt x="275462" y="204599"/>
                </a:lnTo>
                <a:lnTo>
                  <a:pt x="217348" y="282797"/>
                </a:lnTo>
                <a:lnTo>
                  <a:pt x="211276" y="283478"/>
                </a:lnTo>
                <a:lnTo>
                  <a:pt x="211211" y="283478"/>
                </a:lnTo>
                <a:cubicBezTo>
                  <a:pt x="207737" y="283478"/>
                  <a:pt x="204410" y="281834"/>
                  <a:pt x="202309" y="279068"/>
                </a:cubicBezTo>
                <a:lnTo>
                  <a:pt x="181243" y="250987"/>
                </a:lnTo>
                <a:lnTo>
                  <a:pt x="196554" y="239506"/>
                </a:lnTo>
                <a:lnTo>
                  <a:pt x="211182" y="259020"/>
                </a:lnTo>
                <a:lnTo>
                  <a:pt x="260103" y="193181"/>
                </a:lnTo>
                <a:close/>
                <a:moveTo>
                  <a:pt x="311932" y="239013"/>
                </a:moveTo>
                <a:cubicBezTo>
                  <a:pt x="311932" y="284385"/>
                  <a:pt x="274995" y="321293"/>
                  <a:pt x="229577" y="321293"/>
                </a:cubicBezTo>
                <a:cubicBezTo>
                  <a:pt x="184159" y="321293"/>
                  <a:pt x="147232" y="284385"/>
                  <a:pt x="147232" y="239013"/>
                </a:cubicBezTo>
                <a:cubicBezTo>
                  <a:pt x="147232" y="193641"/>
                  <a:pt x="184169" y="156732"/>
                  <a:pt x="229577" y="156732"/>
                </a:cubicBezTo>
                <a:cubicBezTo>
                  <a:pt x="274985" y="156732"/>
                  <a:pt x="311932" y="193641"/>
                  <a:pt x="311932" y="239013"/>
                </a:cubicBezTo>
                <a:close/>
                <a:moveTo>
                  <a:pt x="292801" y="239013"/>
                </a:moveTo>
                <a:cubicBezTo>
                  <a:pt x="292801" y="204197"/>
                  <a:pt x="264440" y="175864"/>
                  <a:pt x="229577" y="175864"/>
                </a:cubicBezTo>
                <a:cubicBezTo>
                  <a:pt x="194714" y="175864"/>
                  <a:pt x="166363" y="204197"/>
                  <a:pt x="166363" y="239013"/>
                </a:cubicBezTo>
                <a:cubicBezTo>
                  <a:pt x="166363" y="273828"/>
                  <a:pt x="194723" y="302162"/>
                  <a:pt x="229577" y="302162"/>
                </a:cubicBezTo>
                <a:cubicBezTo>
                  <a:pt x="264431" y="302162"/>
                  <a:pt x="292801" y="273828"/>
                  <a:pt x="292801" y="239013"/>
                </a:cubicBezTo>
                <a:close/>
                <a:moveTo>
                  <a:pt x="332221" y="274287"/>
                </a:moveTo>
                <a:cubicBezTo>
                  <a:pt x="330727" y="278640"/>
                  <a:pt x="328990" y="282862"/>
                  <a:pt x="327027" y="286889"/>
                </a:cubicBezTo>
                <a:lnTo>
                  <a:pt x="340983" y="310159"/>
                </a:lnTo>
                <a:cubicBezTo>
                  <a:pt x="345504" y="317696"/>
                  <a:pt x="344327" y="327310"/>
                  <a:pt x="338106" y="333531"/>
                </a:cubicBezTo>
                <a:lnTo>
                  <a:pt x="323962" y="347675"/>
                </a:lnTo>
                <a:cubicBezTo>
                  <a:pt x="317740" y="353897"/>
                  <a:pt x="308138" y="355092"/>
                  <a:pt x="300589" y="350543"/>
                </a:cubicBezTo>
                <a:lnTo>
                  <a:pt x="277329" y="336596"/>
                </a:lnTo>
                <a:cubicBezTo>
                  <a:pt x="273294" y="338567"/>
                  <a:pt x="269072" y="340304"/>
                  <a:pt x="264737" y="341781"/>
                </a:cubicBezTo>
                <a:lnTo>
                  <a:pt x="258142" y="368142"/>
                </a:lnTo>
                <a:cubicBezTo>
                  <a:pt x="256013" y="376671"/>
                  <a:pt x="248372" y="382630"/>
                  <a:pt x="239571" y="382630"/>
                </a:cubicBezTo>
                <a:lnTo>
                  <a:pt x="219581" y="382630"/>
                </a:lnTo>
                <a:cubicBezTo>
                  <a:pt x="210780" y="382630"/>
                  <a:pt x="203149" y="376671"/>
                  <a:pt x="201020" y="368132"/>
                </a:cubicBezTo>
                <a:lnTo>
                  <a:pt x="194435" y="341788"/>
                </a:lnTo>
                <a:cubicBezTo>
                  <a:pt x="190073" y="340304"/>
                  <a:pt x="185850" y="338565"/>
                  <a:pt x="181833" y="336594"/>
                </a:cubicBezTo>
                <a:lnTo>
                  <a:pt x="158563" y="350551"/>
                </a:lnTo>
                <a:cubicBezTo>
                  <a:pt x="151006" y="355071"/>
                  <a:pt x="141402" y="353895"/>
                  <a:pt x="135190" y="347673"/>
                </a:cubicBezTo>
                <a:lnTo>
                  <a:pt x="121046" y="333529"/>
                </a:lnTo>
                <a:cubicBezTo>
                  <a:pt x="114825" y="327308"/>
                  <a:pt x="113639" y="317696"/>
                  <a:pt x="118169" y="310157"/>
                </a:cubicBezTo>
                <a:lnTo>
                  <a:pt x="132125" y="286897"/>
                </a:lnTo>
                <a:cubicBezTo>
                  <a:pt x="130145" y="282843"/>
                  <a:pt x="128408" y="278620"/>
                  <a:pt x="126941" y="274295"/>
                </a:cubicBezTo>
                <a:lnTo>
                  <a:pt x="100580" y="267700"/>
                </a:lnTo>
                <a:cubicBezTo>
                  <a:pt x="92051" y="265571"/>
                  <a:pt x="86091" y="257937"/>
                  <a:pt x="86091" y="249139"/>
                </a:cubicBezTo>
                <a:lnTo>
                  <a:pt x="86091" y="229148"/>
                </a:lnTo>
                <a:cubicBezTo>
                  <a:pt x="86091" y="220348"/>
                  <a:pt x="92051" y="212716"/>
                  <a:pt x="100589" y="210587"/>
                </a:cubicBezTo>
                <a:lnTo>
                  <a:pt x="126933" y="204002"/>
                </a:lnTo>
                <a:cubicBezTo>
                  <a:pt x="128408" y="199657"/>
                  <a:pt x="130157" y="195435"/>
                  <a:pt x="132127" y="191400"/>
                </a:cubicBezTo>
                <a:lnTo>
                  <a:pt x="118171" y="168131"/>
                </a:lnTo>
                <a:cubicBezTo>
                  <a:pt x="113641" y="160593"/>
                  <a:pt x="114827" y="150979"/>
                  <a:pt x="121048" y="144758"/>
                </a:cubicBezTo>
                <a:lnTo>
                  <a:pt x="135192" y="130614"/>
                </a:lnTo>
                <a:cubicBezTo>
                  <a:pt x="141404" y="124383"/>
                  <a:pt x="151016" y="123206"/>
                  <a:pt x="158565" y="127737"/>
                </a:cubicBezTo>
                <a:lnTo>
                  <a:pt x="181825" y="141693"/>
                </a:lnTo>
                <a:cubicBezTo>
                  <a:pt x="185879" y="139713"/>
                  <a:pt x="190101" y="137985"/>
                  <a:pt x="194417" y="136508"/>
                </a:cubicBezTo>
                <a:lnTo>
                  <a:pt x="201021" y="110147"/>
                </a:lnTo>
                <a:cubicBezTo>
                  <a:pt x="203151" y="101618"/>
                  <a:pt x="210784" y="95659"/>
                  <a:pt x="219583" y="95659"/>
                </a:cubicBezTo>
                <a:lnTo>
                  <a:pt x="239573" y="95659"/>
                </a:lnTo>
                <a:cubicBezTo>
                  <a:pt x="248374" y="95659"/>
                  <a:pt x="256015" y="101618"/>
                  <a:pt x="258144" y="110157"/>
                </a:cubicBezTo>
                <a:lnTo>
                  <a:pt x="264739" y="136501"/>
                </a:lnTo>
                <a:cubicBezTo>
                  <a:pt x="269074" y="137985"/>
                  <a:pt x="273296" y="139724"/>
                  <a:pt x="277331" y="141695"/>
                </a:cubicBezTo>
                <a:lnTo>
                  <a:pt x="300610" y="127739"/>
                </a:lnTo>
                <a:cubicBezTo>
                  <a:pt x="308083" y="123218"/>
                  <a:pt x="317723" y="124375"/>
                  <a:pt x="323964" y="130616"/>
                </a:cubicBezTo>
                <a:lnTo>
                  <a:pt x="338108" y="144760"/>
                </a:lnTo>
                <a:cubicBezTo>
                  <a:pt x="344329" y="150981"/>
                  <a:pt x="345506" y="160593"/>
                  <a:pt x="340985" y="168133"/>
                </a:cubicBezTo>
                <a:lnTo>
                  <a:pt x="327029" y="191393"/>
                </a:lnTo>
                <a:cubicBezTo>
                  <a:pt x="328990" y="195418"/>
                  <a:pt x="330746" y="199642"/>
                  <a:pt x="332223" y="204004"/>
                </a:cubicBezTo>
                <a:lnTo>
                  <a:pt x="358567" y="210589"/>
                </a:lnTo>
                <a:cubicBezTo>
                  <a:pt x="367105" y="212718"/>
                  <a:pt x="373065" y="220352"/>
                  <a:pt x="373065" y="229141"/>
                </a:cubicBezTo>
                <a:lnTo>
                  <a:pt x="373065" y="249141"/>
                </a:lnTo>
                <a:cubicBezTo>
                  <a:pt x="373065" y="257941"/>
                  <a:pt x="367105" y="265573"/>
                  <a:pt x="358567" y="267702"/>
                </a:cubicBezTo>
                <a:lnTo>
                  <a:pt x="332223" y="274287"/>
                </a:lnTo>
                <a:close/>
                <a:moveTo>
                  <a:pt x="353931" y="249148"/>
                </a:moveTo>
                <a:lnTo>
                  <a:pt x="353931" y="229139"/>
                </a:lnTo>
                <a:lnTo>
                  <a:pt x="325496" y="222030"/>
                </a:lnTo>
                <a:cubicBezTo>
                  <a:pt x="320283" y="220704"/>
                  <a:pt x="316229" y="216855"/>
                  <a:pt x="314622" y="211716"/>
                </a:cubicBezTo>
                <a:cubicBezTo>
                  <a:pt x="313128" y="207054"/>
                  <a:pt x="311259" y="202506"/>
                  <a:pt x="309074" y="198265"/>
                </a:cubicBezTo>
                <a:cubicBezTo>
                  <a:pt x="306608" y="193491"/>
                  <a:pt x="306776" y="187924"/>
                  <a:pt x="309521" y="183384"/>
                </a:cubicBezTo>
                <a:lnTo>
                  <a:pt x="324580" y="158284"/>
                </a:lnTo>
                <a:lnTo>
                  <a:pt x="310436" y="144140"/>
                </a:lnTo>
                <a:lnTo>
                  <a:pt x="285345" y="159189"/>
                </a:lnTo>
                <a:cubicBezTo>
                  <a:pt x="280750" y="161898"/>
                  <a:pt x="275200" y="162095"/>
                  <a:pt x="270400" y="159627"/>
                </a:cubicBezTo>
                <a:cubicBezTo>
                  <a:pt x="266177" y="157450"/>
                  <a:pt x="261637" y="155582"/>
                  <a:pt x="256929" y="154069"/>
                </a:cubicBezTo>
                <a:cubicBezTo>
                  <a:pt x="251810" y="152443"/>
                  <a:pt x="247980" y="148389"/>
                  <a:pt x="246700" y="143243"/>
                </a:cubicBezTo>
                <a:lnTo>
                  <a:pt x="239581" y="114798"/>
                </a:lnTo>
                <a:lnTo>
                  <a:pt x="219581" y="114789"/>
                </a:lnTo>
                <a:lnTo>
                  <a:pt x="212462" y="143206"/>
                </a:lnTo>
                <a:cubicBezTo>
                  <a:pt x="211192" y="148362"/>
                  <a:pt x="207352" y="152445"/>
                  <a:pt x="202196" y="154088"/>
                </a:cubicBezTo>
                <a:cubicBezTo>
                  <a:pt x="197507" y="155582"/>
                  <a:pt x="192967" y="157452"/>
                  <a:pt x="188687" y="159646"/>
                </a:cubicBezTo>
                <a:cubicBezTo>
                  <a:pt x="183950" y="162112"/>
                  <a:pt x="178356" y="161925"/>
                  <a:pt x="173853" y="159225"/>
                </a:cubicBezTo>
                <a:lnTo>
                  <a:pt x="148714" y="144138"/>
                </a:lnTo>
                <a:lnTo>
                  <a:pt x="134570" y="158282"/>
                </a:lnTo>
                <a:lnTo>
                  <a:pt x="149619" y="183363"/>
                </a:lnTo>
                <a:cubicBezTo>
                  <a:pt x="152366" y="187959"/>
                  <a:pt x="152525" y="193535"/>
                  <a:pt x="150057" y="198309"/>
                </a:cubicBezTo>
                <a:cubicBezTo>
                  <a:pt x="147871" y="202560"/>
                  <a:pt x="146003" y="207100"/>
                  <a:pt x="144500" y="211789"/>
                </a:cubicBezTo>
                <a:cubicBezTo>
                  <a:pt x="142893" y="216879"/>
                  <a:pt x="138858" y="220710"/>
                  <a:pt x="133719" y="222018"/>
                </a:cubicBezTo>
                <a:lnTo>
                  <a:pt x="105219" y="229137"/>
                </a:lnTo>
                <a:lnTo>
                  <a:pt x="105219" y="249137"/>
                </a:lnTo>
                <a:lnTo>
                  <a:pt x="133644" y="256256"/>
                </a:lnTo>
                <a:cubicBezTo>
                  <a:pt x="138791" y="257526"/>
                  <a:pt x="142873" y="261366"/>
                  <a:pt x="144519" y="266522"/>
                </a:cubicBezTo>
                <a:cubicBezTo>
                  <a:pt x="146013" y="271211"/>
                  <a:pt x="147882" y="275751"/>
                  <a:pt x="150076" y="280030"/>
                </a:cubicBezTo>
                <a:cubicBezTo>
                  <a:pt x="152523" y="284775"/>
                  <a:pt x="152374" y="290325"/>
                  <a:pt x="149656" y="294865"/>
                </a:cubicBezTo>
                <a:lnTo>
                  <a:pt x="134568" y="320004"/>
                </a:lnTo>
                <a:lnTo>
                  <a:pt x="148712" y="334147"/>
                </a:lnTo>
                <a:lnTo>
                  <a:pt x="173794" y="319099"/>
                </a:lnTo>
                <a:cubicBezTo>
                  <a:pt x="176223" y="317650"/>
                  <a:pt x="178932" y="316922"/>
                  <a:pt x="181641" y="316922"/>
                </a:cubicBezTo>
                <a:cubicBezTo>
                  <a:pt x="184071" y="316922"/>
                  <a:pt x="186489" y="317501"/>
                  <a:pt x="188741" y="318659"/>
                </a:cubicBezTo>
                <a:cubicBezTo>
                  <a:pt x="192973" y="320836"/>
                  <a:pt x="197503" y="322703"/>
                  <a:pt x="202221" y="324216"/>
                </a:cubicBezTo>
                <a:cubicBezTo>
                  <a:pt x="207341" y="325833"/>
                  <a:pt x="211171" y="329887"/>
                  <a:pt x="212460" y="335043"/>
                </a:cubicBezTo>
                <a:lnTo>
                  <a:pt x="219569" y="363497"/>
                </a:lnTo>
                <a:lnTo>
                  <a:pt x="239569" y="363497"/>
                </a:lnTo>
                <a:lnTo>
                  <a:pt x="246698" y="335052"/>
                </a:lnTo>
                <a:cubicBezTo>
                  <a:pt x="247987" y="329896"/>
                  <a:pt x="251808" y="325833"/>
                  <a:pt x="256944" y="324197"/>
                </a:cubicBezTo>
                <a:cubicBezTo>
                  <a:pt x="261653" y="322693"/>
                  <a:pt x="266212" y="320815"/>
                  <a:pt x="270490" y="318620"/>
                </a:cubicBezTo>
                <a:cubicBezTo>
                  <a:pt x="275198" y="316200"/>
                  <a:pt x="280765" y="316349"/>
                  <a:pt x="285286" y="319051"/>
                </a:cubicBezTo>
                <a:lnTo>
                  <a:pt x="310434" y="334147"/>
                </a:lnTo>
                <a:lnTo>
                  <a:pt x="324578" y="320004"/>
                </a:lnTo>
                <a:lnTo>
                  <a:pt x="309520" y="294913"/>
                </a:lnTo>
                <a:cubicBezTo>
                  <a:pt x="306791" y="290335"/>
                  <a:pt x="306642" y="284777"/>
                  <a:pt x="309072" y="280004"/>
                </a:cubicBezTo>
                <a:cubicBezTo>
                  <a:pt x="311259" y="275743"/>
                  <a:pt x="313126" y="271203"/>
                  <a:pt x="314658" y="266487"/>
                </a:cubicBezTo>
                <a:cubicBezTo>
                  <a:pt x="316302" y="261358"/>
                  <a:pt x="320338" y="257538"/>
                  <a:pt x="325475" y="256258"/>
                </a:cubicBezTo>
                <a:lnTo>
                  <a:pt x="353929" y="249148"/>
                </a:lnTo>
                <a:close/>
                <a:moveTo>
                  <a:pt x="440023" y="229579"/>
                </a:moveTo>
                <a:cubicBezTo>
                  <a:pt x="440023" y="345619"/>
                  <a:pt x="345617" y="440024"/>
                  <a:pt x="229577" y="440024"/>
                </a:cubicBezTo>
                <a:cubicBezTo>
                  <a:pt x="113537" y="440024"/>
                  <a:pt x="19131" y="345617"/>
                  <a:pt x="19131" y="229577"/>
                </a:cubicBezTo>
                <a:cubicBezTo>
                  <a:pt x="19131" y="113537"/>
                  <a:pt x="113537" y="19131"/>
                  <a:pt x="229577" y="19131"/>
                </a:cubicBezTo>
                <a:cubicBezTo>
                  <a:pt x="292904" y="19131"/>
                  <a:pt x="351375" y="47065"/>
                  <a:pt x="391538" y="95657"/>
                </a:cubicBezTo>
                <a:lnTo>
                  <a:pt x="306103" y="95657"/>
                </a:lnTo>
                <a:lnTo>
                  <a:pt x="306103" y="114789"/>
                </a:lnTo>
                <a:lnTo>
                  <a:pt x="404281" y="114789"/>
                </a:lnTo>
                <a:cubicBezTo>
                  <a:pt x="413436" y="114789"/>
                  <a:pt x="420891" y="107335"/>
                  <a:pt x="420891" y="98179"/>
                </a:cubicBezTo>
                <a:lnTo>
                  <a:pt x="420891" y="0"/>
                </a:lnTo>
                <a:lnTo>
                  <a:pt x="401760" y="0"/>
                </a:lnTo>
                <a:lnTo>
                  <a:pt x="401760" y="78265"/>
                </a:lnTo>
                <a:cubicBezTo>
                  <a:pt x="358117" y="28521"/>
                  <a:pt x="296338" y="0"/>
                  <a:pt x="229577" y="0"/>
                </a:cubicBezTo>
                <a:cubicBezTo>
                  <a:pt x="102990" y="0"/>
                  <a:pt x="0" y="102990"/>
                  <a:pt x="0" y="229577"/>
                </a:cubicBezTo>
                <a:cubicBezTo>
                  <a:pt x="0" y="356164"/>
                  <a:pt x="102990" y="459154"/>
                  <a:pt x="229577" y="459154"/>
                </a:cubicBezTo>
                <a:cubicBezTo>
                  <a:pt x="356164" y="459154"/>
                  <a:pt x="459154" y="356164"/>
                  <a:pt x="459154" y="229577"/>
                </a:cubicBezTo>
                <a:lnTo>
                  <a:pt x="440023" y="229577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Graphic 397" descr="Stealing money icon.">
            <a:extLst>
              <a:ext uri="{FF2B5EF4-FFF2-40B4-BE49-F238E27FC236}">
                <a16:creationId xmlns:a16="http://schemas.microsoft.com/office/drawing/2014/main" id="{024F6D49-537C-18DF-4733-BC38466611DC}"/>
              </a:ext>
            </a:extLst>
          </p:cNvPr>
          <p:cNvSpPr/>
          <p:nvPr/>
        </p:nvSpPr>
        <p:spPr>
          <a:xfrm>
            <a:off x="3421802" y="2341327"/>
            <a:ext cx="430141" cy="429972"/>
          </a:xfrm>
          <a:custGeom>
            <a:avLst/>
            <a:gdLst>
              <a:gd name="connsiteX0" fmla="*/ 351672 w 430141"/>
              <a:gd name="connsiteY0" fmla="*/ 73537 h 429972"/>
              <a:gd name="connsiteX1" fmla="*/ 370804 w 430141"/>
              <a:gd name="connsiteY1" fmla="*/ 73537 h 429972"/>
              <a:gd name="connsiteX2" fmla="*/ 344050 w 430141"/>
              <a:gd name="connsiteY2" fmla="*/ 41758 h 429972"/>
              <a:gd name="connsiteX3" fmla="*/ 344050 w 430141"/>
              <a:gd name="connsiteY3" fmla="*/ 28529 h 429972"/>
              <a:gd name="connsiteX4" fmla="*/ 324919 w 430141"/>
              <a:gd name="connsiteY4" fmla="*/ 28529 h 429972"/>
              <a:gd name="connsiteX5" fmla="*/ 324919 w 430141"/>
              <a:gd name="connsiteY5" fmla="*/ 41796 h 429972"/>
              <a:gd name="connsiteX6" fmla="*/ 298558 w 430141"/>
              <a:gd name="connsiteY6" fmla="*/ 73535 h 429972"/>
              <a:gd name="connsiteX7" fmla="*/ 324919 w 430141"/>
              <a:gd name="connsiteY7" fmla="*/ 104117 h 429972"/>
              <a:gd name="connsiteX8" fmla="*/ 324919 w 430141"/>
              <a:gd name="connsiteY8" fmla="*/ 130981 h 429972"/>
              <a:gd name="connsiteX9" fmla="*/ 317446 w 430141"/>
              <a:gd name="connsiteY9" fmla="*/ 118879 h 429972"/>
              <a:gd name="connsiteX10" fmla="*/ 298315 w 430141"/>
              <a:gd name="connsiteY10" fmla="*/ 118879 h 429972"/>
              <a:gd name="connsiteX11" fmla="*/ 324919 w 430141"/>
              <a:gd name="connsiteY11" fmla="*/ 150643 h 429972"/>
              <a:gd name="connsiteX12" fmla="*/ 324919 w 430141"/>
              <a:gd name="connsiteY12" fmla="*/ 162447 h 429972"/>
              <a:gd name="connsiteX13" fmla="*/ 344050 w 430141"/>
              <a:gd name="connsiteY13" fmla="*/ 162447 h 429972"/>
              <a:gd name="connsiteX14" fmla="*/ 344050 w 430141"/>
              <a:gd name="connsiteY14" fmla="*/ 150656 h 429972"/>
              <a:gd name="connsiteX15" fmla="*/ 370804 w 430141"/>
              <a:gd name="connsiteY15" fmla="*/ 118877 h 429972"/>
              <a:gd name="connsiteX16" fmla="*/ 344050 w 430141"/>
              <a:gd name="connsiteY16" fmla="*/ 88198 h 429972"/>
              <a:gd name="connsiteX17" fmla="*/ 344050 w 430141"/>
              <a:gd name="connsiteY17" fmla="*/ 61400 h 429972"/>
              <a:gd name="connsiteX18" fmla="*/ 351672 w 430141"/>
              <a:gd name="connsiteY18" fmla="*/ 73534 h 429972"/>
              <a:gd name="connsiteX19" fmla="*/ 317687 w 430141"/>
              <a:gd name="connsiteY19" fmla="*/ 73537 h 429972"/>
              <a:gd name="connsiteX20" fmla="*/ 324917 w 430141"/>
              <a:gd name="connsiteY20" fmla="*/ 61567 h 429972"/>
              <a:gd name="connsiteX21" fmla="*/ 324917 w 430141"/>
              <a:gd name="connsiteY21" fmla="*/ 83928 h 429972"/>
              <a:gd name="connsiteX22" fmla="*/ 317687 w 430141"/>
              <a:gd name="connsiteY22" fmla="*/ 73537 h 429972"/>
              <a:gd name="connsiteX23" fmla="*/ 351672 w 430141"/>
              <a:gd name="connsiteY23" fmla="*/ 118881 h 429972"/>
              <a:gd name="connsiteX24" fmla="*/ 344050 w 430141"/>
              <a:gd name="connsiteY24" fmla="*/ 131014 h 429972"/>
              <a:gd name="connsiteX25" fmla="*/ 344050 w 430141"/>
              <a:gd name="connsiteY25" fmla="*/ 108313 h 429972"/>
              <a:gd name="connsiteX26" fmla="*/ 351672 w 430141"/>
              <a:gd name="connsiteY26" fmla="*/ 118883 h 429972"/>
              <a:gd name="connsiteX27" fmla="*/ 334485 w 430141"/>
              <a:gd name="connsiteY27" fmla="*/ 0 h 429972"/>
              <a:gd name="connsiteX28" fmla="*/ 238828 w 430141"/>
              <a:gd name="connsiteY28" fmla="*/ 95657 h 429972"/>
              <a:gd name="connsiteX29" fmla="*/ 334485 w 430141"/>
              <a:gd name="connsiteY29" fmla="*/ 191314 h 429972"/>
              <a:gd name="connsiteX30" fmla="*/ 430142 w 430141"/>
              <a:gd name="connsiteY30" fmla="*/ 95657 h 429972"/>
              <a:gd name="connsiteX31" fmla="*/ 334485 w 430141"/>
              <a:gd name="connsiteY31" fmla="*/ 0 h 429972"/>
              <a:gd name="connsiteX32" fmla="*/ 334485 w 430141"/>
              <a:gd name="connsiteY32" fmla="*/ 172183 h 429972"/>
              <a:gd name="connsiteX33" fmla="*/ 257959 w 430141"/>
              <a:gd name="connsiteY33" fmla="*/ 95657 h 429972"/>
              <a:gd name="connsiteX34" fmla="*/ 334485 w 430141"/>
              <a:gd name="connsiteY34" fmla="*/ 19131 h 429972"/>
              <a:gd name="connsiteX35" fmla="*/ 411010 w 430141"/>
              <a:gd name="connsiteY35" fmla="*/ 95657 h 429972"/>
              <a:gd name="connsiteX36" fmla="*/ 334485 w 430141"/>
              <a:gd name="connsiteY36" fmla="*/ 172183 h 429972"/>
              <a:gd name="connsiteX37" fmla="*/ 307431 w 430141"/>
              <a:gd name="connsiteY37" fmla="*/ 217247 h 429972"/>
              <a:gd name="connsiteX38" fmla="*/ 280377 w 430141"/>
              <a:gd name="connsiteY38" fmla="*/ 217247 h 429972"/>
              <a:gd name="connsiteX39" fmla="*/ 179786 w 430141"/>
              <a:gd name="connsiteY39" fmla="*/ 317828 h 429972"/>
              <a:gd name="connsiteX40" fmla="*/ 148638 w 430141"/>
              <a:gd name="connsiteY40" fmla="*/ 329252 h 429972"/>
              <a:gd name="connsiteX41" fmla="*/ 129610 w 430141"/>
              <a:gd name="connsiteY41" fmla="*/ 322083 h 429972"/>
              <a:gd name="connsiteX42" fmla="*/ 100571 w 430141"/>
              <a:gd name="connsiteY42" fmla="*/ 278115 h 429972"/>
              <a:gd name="connsiteX43" fmla="*/ 112135 w 430141"/>
              <a:gd name="connsiteY43" fmla="*/ 250203 h 429972"/>
              <a:gd name="connsiteX44" fmla="*/ 212744 w 430141"/>
              <a:gd name="connsiteY44" fmla="*/ 149594 h 429972"/>
              <a:gd name="connsiteX45" fmla="*/ 212734 w 430141"/>
              <a:gd name="connsiteY45" fmla="*/ 122541 h 429972"/>
              <a:gd name="connsiteX46" fmla="*/ 172145 w 430141"/>
              <a:gd name="connsiteY46" fmla="*/ 81961 h 429972"/>
              <a:gd name="connsiteX47" fmla="*/ 145091 w 430141"/>
              <a:gd name="connsiteY47" fmla="*/ 81961 h 429972"/>
              <a:gd name="connsiteX48" fmla="*/ 31236 w 430141"/>
              <a:gd name="connsiteY48" fmla="*/ 195816 h 429972"/>
              <a:gd name="connsiteX49" fmla="*/ 31240 w 430141"/>
              <a:gd name="connsiteY49" fmla="*/ 346889 h 429972"/>
              <a:gd name="connsiteX50" fmla="*/ 83086 w 430141"/>
              <a:gd name="connsiteY50" fmla="*/ 398735 h 429972"/>
              <a:gd name="connsiteX51" fmla="*/ 158621 w 430141"/>
              <a:gd name="connsiteY51" fmla="*/ 429973 h 429972"/>
              <a:gd name="connsiteX52" fmla="*/ 234156 w 430141"/>
              <a:gd name="connsiteY52" fmla="*/ 398735 h 429972"/>
              <a:gd name="connsiteX53" fmla="*/ 348011 w 430141"/>
              <a:gd name="connsiteY53" fmla="*/ 284880 h 429972"/>
              <a:gd name="connsiteX54" fmla="*/ 348011 w 430141"/>
              <a:gd name="connsiteY54" fmla="*/ 257826 h 429972"/>
              <a:gd name="connsiteX55" fmla="*/ 307431 w 430141"/>
              <a:gd name="connsiteY55" fmla="*/ 217247 h 429972"/>
              <a:gd name="connsiteX56" fmla="*/ 158611 w 430141"/>
              <a:gd name="connsiteY56" fmla="*/ 95489 h 429972"/>
              <a:gd name="connsiteX57" fmla="*/ 165384 w 430141"/>
              <a:gd name="connsiteY57" fmla="*/ 88726 h 429972"/>
              <a:gd name="connsiteX58" fmla="*/ 158621 w 430141"/>
              <a:gd name="connsiteY58" fmla="*/ 95489 h 429972"/>
              <a:gd name="connsiteX59" fmla="*/ 199210 w 430141"/>
              <a:gd name="connsiteY59" fmla="*/ 136068 h 429972"/>
              <a:gd name="connsiteX60" fmla="*/ 172168 w 430141"/>
              <a:gd name="connsiteY60" fmla="*/ 163113 h 429972"/>
              <a:gd name="connsiteX61" fmla="*/ 131583 w 430141"/>
              <a:gd name="connsiteY61" fmla="*/ 122527 h 429972"/>
              <a:gd name="connsiteX62" fmla="*/ 158621 w 430141"/>
              <a:gd name="connsiteY62" fmla="*/ 95489 h 429972"/>
              <a:gd name="connsiteX63" fmla="*/ 158611 w 430141"/>
              <a:gd name="connsiteY63" fmla="*/ 95489 h 429972"/>
              <a:gd name="connsiteX64" fmla="*/ 220630 w 430141"/>
              <a:gd name="connsiteY64" fmla="*/ 385207 h 429972"/>
              <a:gd name="connsiteX65" fmla="*/ 96612 w 430141"/>
              <a:gd name="connsiteY65" fmla="*/ 385207 h 429972"/>
              <a:gd name="connsiteX66" fmla="*/ 44766 w 430141"/>
              <a:gd name="connsiteY66" fmla="*/ 333361 h 429972"/>
              <a:gd name="connsiteX67" fmla="*/ 44766 w 430141"/>
              <a:gd name="connsiteY67" fmla="*/ 209344 h 429972"/>
              <a:gd name="connsiteX68" fmla="*/ 118055 w 430141"/>
              <a:gd name="connsiteY68" fmla="*/ 136055 h 429972"/>
              <a:gd name="connsiteX69" fmla="*/ 158642 w 430141"/>
              <a:gd name="connsiteY69" fmla="*/ 176642 h 429972"/>
              <a:gd name="connsiteX70" fmla="*/ 98611 w 430141"/>
              <a:gd name="connsiteY70" fmla="*/ 236679 h 429972"/>
              <a:gd name="connsiteX71" fmla="*/ 81441 w 430141"/>
              <a:gd name="connsiteY71" fmla="*/ 278117 h 429972"/>
              <a:gd name="connsiteX72" fmla="*/ 98611 w 430141"/>
              <a:gd name="connsiteY72" fmla="*/ 319556 h 429972"/>
              <a:gd name="connsiteX73" fmla="*/ 110410 w 430141"/>
              <a:gd name="connsiteY73" fmla="*/ 331364 h 429972"/>
              <a:gd name="connsiteX74" fmla="*/ 193306 w 430141"/>
              <a:gd name="connsiteY74" fmla="*/ 331364 h 429972"/>
              <a:gd name="connsiteX75" fmla="*/ 253295 w 430141"/>
              <a:gd name="connsiteY75" fmla="*/ 271381 h 429972"/>
              <a:gd name="connsiteX76" fmla="*/ 293591 w 430141"/>
              <a:gd name="connsiteY76" fmla="*/ 312246 h 429972"/>
              <a:gd name="connsiteX77" fmla="*/ 220630 w 430141"/>
              <a:gd name="connsiteY77" fmla="*/ 385207 h 429972"/>
              <a:gd name="connsiteX78" fmla="*/ 307119 w 430141"/>
              <a:gd name="connsiteY78" fmla="*/ 298718 h 429972"/>
              <a:gd name="connsiteX79" fmla="*/ 266823 w 430141"/>
              <a:gd name="connsiteY79" fmla="*/ 257853 h 429972"/>
              <a:gd name="connsiteX80" fmla="*/ 293905 w 430141"/>
              <a:gd name="connsiteY80" fmla="*/ 230773 h 429972"/>
              <a:gd name="connsiteX81" fmla="*/ 334485 w 430141"/>
              <a:gd name="connsiteY81" fmla="*/ 271352 h 429972"/>
              <a:gd name="connsiteX82" fmla="*/ 307119 w 430141"/>
              <a:gd name="connsiteY82" fmla="*/ 298718 h 429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30141" h="429972">
                <a:moveTo>
                  <a:pt x="351672" y="73537"/>
                </a:moveTo>
                <a:lnTo>
                  <a:pt x="370804" y="73537"/>
                </a:lnTo>
                <a:cubicBezTo>
                  <a:pt x="370804" y="57337"/>
                  <a:pt x="359139" y="44027"/>
                  <a:pt x="344050" y="41758"/>
                </a:cubicBezTo>
                <a:lnTo>
                  <a:pt x="344050" y="28529"/>
                </a:lnTo>
                <a:lnTo>
                  <a:pt x="324919" y="28529"/>
                </a:lnTo>
                <a:lnTo>
                  <a:pt x="324919" y="41796"/>
                </a:lnTo>
                <a:cubicBezTo>
                  <a:pt x="310023" y="44228"/>
                  <a:pt x="298558" y="57469"/>
                  <a:pt x="298558" y="73535"/>
                </a:cubicBezTo>
                <a:cubicBezTo>
                  <a:pt x="298558" y="88462"/>
                  <a:pt x="309038" y="100321"/>
                  <a:pt x="324919" y="104117"/>
                </a:cubicBezTo>
                <a:lnTo>
                  <a:pt x="324919" y="130981"/>
                </a:lnTo>
                <a:cubicBezTo>
                  <a:pt x="320540" y="129009"/>
                  <a:pt x="317446" y="124335"/>
                  <a:pt x="317446" y="118879"/>
                </a:cubicBezTo>
                <a:lnTo>
                  <a:pt x="298315" y="118879"/>
                </a:lnTo>
                <a:cubicBezTo>
                  <a:pt x="298315" y="135031"/>
                  <a:pt x="309908" y="148316"/>
                  <a:pt x="324919" y="150643"/>
                </a:cubicBezTo>
                <a:lnTo>
                  <a:pt x="324919" y="162447"/>
                </a:lnTo>
                <a:lnTo>
                  <a:pt x="344050" y="162447"/>
                </a:lnTo>
                <a:lnTo>
                  <a:pt x="344050" y="150656"/>
                </a:lnTo>
                <a:cubicBezTo>
                  <a:pt x="359141" y="148387"/>
                  <a:pt x="370804" y="135077"/>
                  <a:pt x="370804" y="118877"/>
                </a:cubicBezTo>
                <a:cubicBezTo>
                  <a:pt x="370804" y="103794"/>
                  <a:pt x="360136" y="91856"/>
                  <a:pt x="344050" y="88198"/>
                </a:cubicBezTo>
                <a:lnTo>
                  <a:pt x="344050" y="61400"/>
                </a:lnTo>
                <a:cubicBezTo>
                  <a:pt x="348502" y="63340"/>
                  <a:pt x="351672" y="68026"/>
                  <a:pt x="351672" y="73534"/>
                </a:cubicBezTo>
                <a:close/>
                <a:moveTo>
                  <a:pt x="317687" y="73537"/>
                </a:moveTo>
                <a:cubicBezTo>
                  <a:pt x="317687" y="68188"/>
                  <a:pt x="320674" y="63604"/>
                  <a:pt x="324917" y="61567"/>
                </a:cubicBezTo>
                <a:lnTo>
                  <a:pt x="324917" y="83928"/>
                </a:lnTo>
                <a:cubicBezTo>
                  <a:pt x="321292" y="82196"/>
                  <a:pt x="317687" y="79214"/>
                  <a:pt x="317687" y="73537"/>
                </a:cubicBezTo>
                <a:close/>
                <a:moveTo>
                  <a:pt x="351672" y="118881"/>
                </a:moveTo>
                <a:cubicBezTo>
                  <a:pt x="351672" y="124389"/>
                  <a:pt x="348500" y="129074"/>
                  <a:pt x="344050" y="131014"/>
                </a:cubicBezTo>
                <a:lnTo>
                  <a:pt x="344050" y="108313"/>
                </a:lnTo>
                <a:cubicBezTo>
                  <a:pt x="347804" y="109998"/>
                  <a:pt x="351672" y="112986"/>
                  <a:pt x="351672" y="118883"/>
                </a:cubicBezTo>
                <a:close/>
                <a:moveTo>
                  <a:pt x="334485" y="0"/>
                </a:moveTo>
                <a:cubicBezTo>
                  <a:pt x="281743" y="0"/>
                  <a:pt x="238828" y="42916"/>
                  <a:pt x="238828" y="95657"/>
                </a:cubicBezTo>
                <a:cubicBezTo>
                  <a:pt x="238828" y="148399"/>
                  <a:pt x="281743" y="191314"/>
                  <a:pt x="334485" y="191314"/>
                </a:cubicBezTo>
                <a:cubicBezTo>
                  <a:pt x="387226" y="191314"/>
                  <a:pt x="430142" y="148399"/>
                  <a:pt x="430142" y="95657"/>
                </a:cubicBezTo>
                <a:cubicBezTo>
                  <a:pt x="430142" y="42916"/>
                  <a:pt x="387226" y="0"/>
                  <a:pt x="334485" y="0"/>
                </a:cubicBezTo>
                <a:close/>
                <a:moveTo>
                  <a:pt x="334485" y="172183"/>
                </a:moveTo>
                <a:cubicBezTo>
                  <a:pt x="292279" y="172183"/>
                  <a:pt x="257959" y="137863"/>
                  <a:pt x="257959" y="95657"/>
                </a:cubicBezTo>
                <a:cubicBezTo>
                  <a:pt x="257959" y="53451"/>
                  <a:pt x="292279" y="19131"/>
                  <a:pt x="334485" y="19131"/>
                </a:cubicBezTo>
                <a:cubicBezTo>
                  <a:pt x="376690" y="19131"/>
                  <a:pt x="411010" y="53451"/>
                  <a:pt x="411010" y="95657"/>
                </a:cubicBezTo>
                <a:cubicBezTo>
                  <a:pt x="411010" y="137863"/>
                  <a:pt x="376690" y="172183"/>
                  <a:pt x="334485" y="172183"/>
                </a:cubicBezTo>
                <a:close/>
                <a:moveTo>
                  <a:pt x="307431" y="217247"/>
                </a:moveTo>
                <a:cubicBezTo>
                  <a:pt x="300218" y="210034"/>
                  <a:pt x="287590" y="210034"/>
                  <a:pt x="280377" y="217247"/>
                </a:cubicBezTo>
                <a:lnTo>
                  <a:pt x="179786" y="317828"/>
                </a:lnTo>
                <a:cubicBezTo>
                  <a:pt x="171638" y="325976"/>
                  <a:pt x="160121" y="330183"/>
                  <a:pt x="148638" y="329252"/>
                </a:cubicBezTo>
                <a:cubicBezTo>
                  <a:pt x="141699" y="328689"/>
                  <a:pt x="135279" y="326066"/>
                  <a:pt x="129610" y="322083"/>
                </a:cubicBezTo>
                <a:cubicBezTo>
                  <a:pt x="114487" y="311458"/>
                  <a:pt x="100571" y="297761"/>
                  <a:pt x="100571" y="278115"/>
                </a:cubicBezTo>
                <a:cubicBezTo>
                  <a:pt x="100571" y="267578"/>
                  <a:pt x="104672" y="257658"/>
                  <a:pt x="112135" y="250203"/>
                </a:cubicBezTo>
                <a:lnTo>
                  <a:pt x="212744" y="149594"/>
                </a:lnTo>
                <a:cubicBezTo>
                  <a:pt x="220180" y="142141"/>
                  <a:pt x="220180" y="129996"/>
                  <a:pt x="212734" y="122541"/>
                </a:cubicBezTo>
                <a:lnTo>
                  <a:pt x="172145" y="81961"/>
                </a:lnTo>
                <a:cubicBezTo>
                  <a:pt x="164691" y="74488"/>
                  <a:pt x="152547" y="74488"/>
                  <a:pt x="145091" y="81961"/>
                </a:cubicBezTo>
                <a:lnTo>
                  <a:pt x="31236" y="195816"/>
                </a:lnTo>
                <a:cubicBezTo>
                  <a:pt x="-10413" y="237463"/>
                  <a:pt x="-10413" y="305246"/>
                  <a:pt x="31240" y="346889"/>
                </a:cubicBezTo>
                <a:lnTo>
                  <a:pt x="83086" y="398735"/>
                </a:lnTo>
                <a:cubicBezTo>
                  <a:pt x="103909" y="419567"/>
                  <a:pt x="131271" y="429973"/>
                  <a:pt x="158621" y="429973"/>
                </a:cubicBezTo>
                <a:cubicBezTo>
                  <a:pt x="185971" y="429973"/>
                  <a:pt x="213335" y="419567"/>
                  <a:pt x="234156" y="398735"/>
                </a:cubicBezTo>
                <a:lnTo>
                  <a:pt x="348011" y="284880"/>
                </a:lnTo>
                <a:cubicBezTo>
                  <a:pt x="355464" y="277427"/>
                  <a:pt x="355464" y="265282"/>
                  <a:pt x="348011" y="257826"/>
                </a:cubicBezTo>
                <a:lnTo>
                  <a:pt x="307431" y="217247"/>
                </a:lnTo>
                <a:close/>
                <a:moveTo>
                  <a:pt x="158611" y="95489"/>
                </a:moveTo>
                <a:lnTo>
                  <a:pt x="165384" y="88726"/>
                </a:lnTo>
                <a:lnTo>
                  <a:pt x="158621" y="95489"/>
                </a:lnTo>
                <a:lnTo>
                  <a:pt x="199210" y="136068"/>
                </a:lnTo>
                <a:lnTo>
                  <a:pt x="172168" y="163113"/>
                </a:lnTo>
                <a:lnTo>
                  <a:pt x="131583" y="122527"/>
                </a:lnTo>
                <a:lnTo>
                  <a:pt x="158621" y="95489"/>
                </a:lnTo>
                <a:lnTo>
                  <a:pt x="158611" y="95489"/>
                </a:lnTo>
                <a:close/>
                <a:moveTo>
                  <a:pt x="220630" y="385207"/>
                </a:moveTo>
                <a:cubicBezTo>
                  <a:pt x="186440" y="419397"/>
                  <a:pt x="130802" y="419397"/>
                  <a:pt x="96612" y="385207"/>
                </a:cubicBezTo>
                <a:lnTo>
                  <a:pt x="44766" y="333361"/>
                </a:lnTo>
                <a:cubicBezTo>
                  <a:pt x="10576" y="299171"/>
                  <a:pt x="10576" y="243533"/>
                  <a:pt x="44766" y="209344"/>
                </a:cubicBezTo>
                <a:lnTo>
                  <a:pt x="118055" y="136055"/>
                </a:lnTo>
                <a:lnTo>
                  <a:pt x="158642" y="176642"/>
                </a:lnTo>
                <a:lnTo>
                  <a:pt x="98611" y="236679"/>
                </a:lnTo>
                <a:cubicBezTo>
                  <a:pt x="87542" y="247738"/>
                  <a:pt x="81441" y="262462"/>
                  <a:pt x="81441" y="278117"/>
                </a:cubicBezTo>
                <a:cubicBezTo>
                  <a:pt x="81441" y="293772"/>
                  <a:pt x="87540" y="308496"/>
                  <a:pt x="98611" y="319556"/>
                </a:cubicBezTo>
                <a:lnTo>
                  <a:pt x="110410" y="331364"/>
                </a:lnTo>
                <a:cubicBezTo>
                  <a:pt x="133258" y="354195"/>
                  <a:pt x="170458" y="354195"/>
                  <a:pt x="193306" y="331364"/>
                </a:cubicBezTo>
                <a:lnTo>
                  <a:pt x="253295" y="271381"/>
                </a:lnTo>
                <a:lnTo>
                  <a:pt x="293591" y="312246"/>
                </a:lnTo>
                <a:lnTo>
                  <a:pt x="220630" y="385207"/>
                </a:lnTo>
                <a:close/>
                <a:moveTo>
                  <a:pt x="307119" y="298718"/>
                </a:moveTo>
                <a:lnTo>
                  <a:pt x="266823" y="257853"/>
                </a:lnTo>
                <a:lnTo>
                  <a:pt x="293905" y="230773"/>
                </a:lnTo>
                <a:lnTo>
                  <a:pt x="334485" y="271352"/>
                </a:lnTo>
                <a:lnTo>
                  <a:pt x="307119" y="298718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Graphic 349" descr="Money laundering icon.">
            <a:extLst>
              <a:ext uri="{FF2B5EF4-FFF2-40B4-BE49-F238E27FC236}">
                <a16:creationId xmlns:a16="http://schemas.microsoft.com/office/drawing/2014/main" id="{B272C10B-A076-5E79-5F17-E4F03B609E79}"/>
              </a:ext>
            </a:extLst>
          </p:cNvPr>
          <p:cNvSpPr/>
          <p:nvPr/>
        </p:nvSpPr>
        <p:spPr>
          <a:xfrm>
            <a:off x="4682676" y="2326746"/>
            <a:ext cx="344375" cy="459134"/>
          </a:xfrm>
          <a:custGeom>
            <a:avLst/>
            <a:gdLst>
              <a:gd name="connsiteX0" fmla="*/ 137982 w 344375"/>
              <a:gd name="connsiteY0" fmla="*/ 248689 h 459134"/>
              <a:gd name="connsiteX1" fmla="*/ 150071 w 344375"/>
              <a:gd name="connsiteY1" fmla="*/ 241272 h 459134"/>
              <a:gd name="connsiteX2" fmla="*/ 150071 w 344375"/>
              <a:gd name="connsiteY2" fmla="*/ 222141 h 459134"/>
              <a:gd name="connsiteX3" fmla="*/ 118313 w 344375"/>
              <a:gd name="connsiteY3" fmla="*/ 248689 h 459134"/>
              <a:gd name="connsiteX4" fmla="*/ 105230 w 344375"/>
              <a:gd name="connsiteY4" fmla="*/ 248689 h 459134"/>
              <a:gd name="connsiteX5" fmla="*/ 105230 w 344375"/>
              <a:gd name="connsiteY5" fmla="*/ 267821 h 459134"/>
              <a:gd name="connsiteX6" fmla="*/ 118309 w 344375"/>
              <a:gd name="connsiteY6" fmla="*/ 267821 h 459134"/>
              <a:gd name="connsiteX7" fmla="*/ 150071 w 344375"/>
              <a:gd name="connsiteY7" fmla="*/ 294389 h 459134"/>
              <a:gd name="connsiteX8" fmla="*/ 180706 w 344375"/>
              <a:gd name="connsiteY8" fmla="*/ 267821 h 459134"/>
              <a:gd name="connsiteX9" fmla="*/ 207562 w 344375"/>
              <a:gd name="connsiteY9" fmla="*/ 267821 h 459134"/>
              <a:gd name="connsiteX10" fmla="*/ 195433 w 344375"/>
              <a:gd name="connsiteY10" fmla="*/ 275500 h 459134"/>
              <a:gd name="connsiteX11" fmla="*/ 195433 w 344375"/>
              <a:gd name="connsiteY11" fmla="*/ 294631 h 459134"/>
              <a:gd name="connsiteX12" fmla="*/ 227201 w 344375"/>
              <a:gd name="connsiteY12" fmla="*/ 267821 h 459134"/>
              <a:gd name="connsiteX13" fmla="*/ 239152 w 344375"/>
              <a:gd name="connsiteY13" fmla="*/ 267821 h 459134"/>
              <a:gd name="connsiteX14" fmla="*/ 239152 w 344375"/>
              <a:gd name="connsiteY14" fmla="*/ 248689 h 459134"/>
              <a:gd name="connsiteX15" fmla="*/ 227172 w 344375"/>
              <a:gd name="connsiteY15" fmla="*/ 248689 h 459134"/>
              <a:gd name="connsiteX16" fmla="*/ 195433 w 344375"/>
              <a:gd name="connsiteY16" fmla="*/ 222141 h 459134"/>
              <a:gd name="connsiteX17" fmla="*/ 164792 w 344375"/>
              <a:gd name="connsiteY17" fmla="*/ 248689 h 459134"/>
              <a:gd name="connsiteX18" fmla="*/ 137982 w 344375"/>
              <a:gd name="connsiteY18" fmla="*/ 248689 h 459134"/>
              <a:gd name="connsiteX19" fmla="*/ 150071 w 344375"/>
              <a:gd name="connsiteY19" fmla="*/ 275257 h 459134"/>
              <a:gd name="connsiteX20" fmla="*/ 137978 w 344375"/>
              <a:gd name="connsiteY20" fmla="*/ 267821 h 459134"/>
              <a:gd name="connsiteX21" fmla="*/ 160555 w 344375"/>
              <a:gd name="connsiteY21" fmla="*/ 267821 h 459134"/>
              <a:gd name="connsiteX22" fmla="*/ 150073 w 344375"/>
              <a:gd name="connsiteY22" fmla="*/ 275257 h 459134"/>
              <a:gd name="connsiteX23" fmla="*/ 195433 w 344375"/>
              <a:gd name="connsiteY23" fmla="*/ 241272 h 459134"/>
              <a:gd name="connsiteX24" fmla="*/ 207505 w 344375"/>
              <a:gd name="connsiteY24" fmla="*/ 248689 h 459134"/>
              <a:gd name="connsiteX25" fmla="*/ 184943 w 344375"/>
              <a:gd name="connsiteY25" fmla="*/ 248689 h 459134"/>
              <a:gd name="connsiteX26" fmla="*/ 195433 w 344375"/>
              <a:gd name="connsiteY26" fmla="*/ 241272 h 459134"/>
              <a:gd name="connsiteX27" fmla="*/ 76535 w 344375"/>
              <a:gd name="connsiteY27" fmla="*/ 258368 h 459134"/>
              <a:gd name="connsiteX28" fmla="*/ 172192 w 344375"/>
              <a:gd name="connsiteY28" fmla="*/ 354025 h 459134"/>
              <a:gd name="connsiteX29" fmla="*/ 267849 w 344375"/>
              <a:gd name="connsiteY29" fmla="*/ 258368 h 459134"/>
              <a:gd name="connsiteX30" fmla="*/ 172192 w 344375"/>
              <a:gd name="connsiteY30" fmla="*/ 162711 h 459134"/>
              <a:gd name="connsiteX31" fmla="*/ 76535 w 344375"/>
              <a:gd name="connsiteY31" fmla="*/ 258368 h 459134"/>
              <a:gd name="connsiteX32" fmla="*/ 248718 w 344375"/>
              <a:gd name="connsiteY32" fmla="*/ 258368 h 459134"/>
              <a:gd name="connsiteX33" fmla="*/ 172192 w 344375"/>
              <a:gd name="connsiteY33" fmla="*/ 334894 h 459134"/>
              <a:gd name="connsiteX34" fmla="*/ 95667 w 344375"/>
              <a:gd name="connsiteY34" fmla="*/ 258368 h 459134"/>
              <a:gd name="connsiteX35" fmla="*/ 172192 w 344375"/>
              <a:gd name="connsiteY35" fmla="*/ 181842 h 459134"/>
              <a:gd name="connsiteX36" fmla="*/ 248718 w 344375"/>
              <a:gd name="connsiteY36" fmla="*/ 258368 h 459134"/>
              <a:gd name="connsiteX37" fmla="*/ 344375 w 344375"/>
              <a:gd name="connsiteY37" fmla="*/ 38244 h 459134"/>
              <a:gd name="connsiteX38" fmla="*/ 344375 w 344375"/>
              <a:gd name="connsiteY38" fmla="*/ 19112 h 459134"/>
              <a:gd name="connsiteX39" fmla="*/ 200886 w 344375"/>
              <a:gd name="connsiteY39" fmla="*/ 19112 h 459134"/>
              <a:gd name="connsiteX40" fmla="*/ 181758 w 344375"/>
              <a:gd name="connsiteY40" fmla="*/ 0 h 459134"/>
              <a:gd name="connsiteX41" fmla="*/ 162627 w 344375"/>
              <a:gd name="connsiteY41" fmla="*/ 0 h 459134"/>
              <a:gd name="connsiteX42" fmla="*/ 143516 w 344375"/>
              <a:gd name="connsiteY42" fmla="*/ 19024 h 459134"/>
              <a:gd name="connsiteX43" fmla="*/ 0 w 344375"/>
              <a:gd name="connsiteY43" fmla="*/ 19112 h 459134"/>
              <a:gd name="connsiteX44" fmla="*/ 19 w 344375"/>
              <a:gd name="connsiteY44" fmla="*/ 38244 h 459134"/>
              <a:gd name="connsiteX45" fmla="*/ 143495 w 344375"/>
              <a:gd name="connsiteY45" fmla="*/ 38156 h 459134"/>
              <a:gd name="connsiteX46" fmla="*/ 143495 w 344375"/>
              <a:gd name="connsiteY46" fmla="*/ 57375 h 459134"/>
              <a:gd name="connsiteX47" fmla="*/ 57404 w 344375"/>
              <a:gd name="connsiteY47" fmla="*/ 57375 h 459134"/>
              <a:gd name="connsiteX48" fmla="*/ 38272 w 344375"/>
              <a:gd name="connsiteY48" fmla="*/ 76507 h 459134"/>
              <a:gd name="connsiteX49" fmla="*/ 38272 w 344375"/>
              <a:gd name="connsiteY49" fmla="*/ 440003 h 459134"/>
              <a:gd name="connsiteX50" fmla="*/ 57404 w 344375"/>
              <a:gd name="connsiteY50" fmla="*/ 459135 h 459134"/>
              <a:gd name="connsiteX51" fmla="*/ 286981 w 344375"/>
              <a:gd name="connsiteY51" fmla="*/ 459135 h 459134"/>
              <a:gd name="connsiteX52" fmla="*/ 306112 w 344375"/>
              <a:gd name="connsiteY52" fmla="*/ 440003 h 459134"/>
              <a:gd name="connsiteX53" fmla="*/ 306112 w 344375"/>
              <a:gd name="connsiteY53" fmla="*/ 76507 h 459134"/>
              <a:gd name="connsiteX54" fmla="*/ 286981 w 344375"/>
              <a:gd name="connsiteY54" fmla="*/ 57375 h 459134"/>
              <a:gd name="connsiteX55" fmla="*/ 200889 w 344375"/>
              <a:gd name="connsiteY55" fmla="*/ 57375 h 459134"/>
              <a:gd name="connsiteX56" fmla="*/ 200889 w 344375"/>
              <a:gd name="connsiteY56" fmla="*/ 38244 h 459134"/>
              <a:gd name="connsiteX57" fmla="*/ 344375 w 344375"/>
              <a:gd name="connsiteY57" fmla="*/ 38244 h 459134"/>
              <a:gd name="connsiteX58" fmla="*/ 162627 w 344375"/>
              <a:gd name="connsiteY58" fmla="*/ 19131 h 459134"/>
              <a:gd name="connsiteX59" fmla="*/ 181758 w 344375"/>
              <a:gd name="connsiteY59" fmla="*/ 19131 h 459134"/>
              <a:gd name="connsiteX60" fmla="*/ 181758 w 344375"/>
              <a:gd name="connsiteY60" fmla="*/ 76526 h 459134"/>
              <a:gd name="connsiteX61" fmla="*/ 162627 w 344375"/>
              <a:gd name="connsiteY61" fmla="*/ 76526 h 459134"/>
              <a:gd name="connsiteX62" fmla="*/ 162627 w 344375"/>
              <a:gd name="connsiteY62" fmla="*/ 19131 h 459134"/>
              <a:gd name="connsiteX63" fmla="*/ 286981 w 344375"/>
              <a:gd name="connsiteY63" fmla="*/ 76507 h 459134"/>
              <a:gd name="connsiteX64" fmla="*/ 286981 w 344375"/>
              <a:gd name="connsiteY64" fmla="*/ 440003 h 459134"/>
              <a:gd name="connsiteX65" fmla="*/ 57402 w 344375"/>
              <a:gd name="connsiteY65" fmla="*/ 440003 h 459134"/>
              <a:gd name="connsiteX66" fmla="*/ 57402 w 344375"/>
              <a:gd name="connsiteY66" fmla="*/ 76507 h 459134"/>
              <a:gd name="connsiteX67" fmla="*/ 143493 w 344375"/>
              <a:gd name="connsiteY67" fmla="*/ 76507 h 459134"/>
              <a:gd name="connsiteX68" fmla="*/ 143493 w 344375"/>
              <a:gd name="connsiteY68" fmla="*/ 76526 h 459134"/>
              <a:gd name="connsiteX69" fmla="*/ 162625 w 344375"/>
              <a:gd name="connsiteY69" fmla="*/ 95657 h 459134"/>
              <a:gd name="connsiteX70" fmla="*/ 181756 w 344375"/>
              <a:gd name="connsiteY70" fmla="*/ 95657 h 459134"/>
              <a:gd name="connsiteX71" fmla="*/ 200888 w 344375"/>
              <a:gd name="connsiteY71" fmla="*/ 76526 h 459134"/>
              <a:gd name="connsiteX72" fmla="*/ 200888 w 344375"/>
              <a:gd name="connsiteY72" fmla="*/ 76507 h 459134"/>
              <a:gd name="connsiteX73" fmla="*/ 286979 w 344375"/>
              <a:gd name="connsiteY73" fmla="*/ 76507 h 45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344375" h="459134">
                <a:moveTo>
                  <a:pt x="137982" y="248689"/>
                </a:moveTo>
                <a:cubicBezTo>
                  <a:pt x="139969" y="244339"/>
                  <a:pt x="144639" y="241272"/>
                  <a:pt x="150071" y="241272"/>
                </a:cubicBezTo>
                <a:lnTo>
                  <a:pt x="150071" y="222141"/>
                </a:lnTo>
                <a:cubicBezTo>
                  <a:pt x="133949" y="222141"/>
                  <a:pt x="120670" y="233700"/>
                  <a:pt x="118313" y="248689"/>
                </a:cubicBezTo>
                <a:lnTo>
                  <a:pt x="105230" y="248689"/>
                </a:lnTo>
                <a:lnTo>
                  <a:pt x="105230" y="267821"/>
                </a:lnTo>
                <a:lnTo>
                  <a:pt x="118309" y="267821"/>
                </a:lnTo>
                <a:cubicBezTo>
                  <a:pt x="120652" y="282822"/>
                  <a:pt x="133939" y="294389"/>
                  <a:pt x="150071" y="294389"/>
                </a:cubicBezTo>
                <a:cubicBezTo>
                  <a:pt x="165081" y="294389"/>
                  <a:pt x="176983" y="283809"/>
                  <a:pt x="180706" y="267821"/>
                </a:cubicBezTo>
                <a:lnTo>
                  <a:pt x="207562" y="267821"/>
                </a:lnTo>
                <a:cubicBezTo>
                  <a:pt x="205644" y="272301"/>
                  <a:pt x="200966" y="275500"/>
                  <a:pt x="195433" y="275500"/>
                </a:cubicBezTo>
                <a:lnTo>
                  <a:pt x="195433" y="294631"/>
                </a:lnTo>
                <a:cubicBezTo>
                  <a:pt x="211639" y="294631"/>
                  <a:pt x="224963" y="282935"/>
                  <a:pt x="227201" y="267821"/>
                </a:cubicBezTo>
                <a:lnTo>
                  <a:pt x="239152" y="267821"/>
                </a:lnTo>
                <a:lnTo>
                  <a:pt x="239152" y="248689"/>
                </a:lnTo>
                <a:lnTo>
                  <a:pt x="227172" y="248689"/>
                </a:lnTo>
                <a:cubicBezTo>
                  <a:pt x="224819" y="233702"/>
                  <a:pt x="211548" y="222141"/>
                  <a:pt x="195433" y="222141"/>
                </a:cubicBezTo>
                <a:cubicBezTo>
                  <a:pt x="180415" y="222141"/>
                  <a:pt x="168510" y="232718"/>
                  <a:pt x="164792" y="248689"/>
                </a:cubicBezTo>
                <a:lnTo>
                  <a:pt x="137982" y="248689"/>
                </a:lnTo>
                <a:close/>
                <a:moveTo>
                  <a:pt x="150071" y="275257"/>
                </a:moveTo>
                <a:cubicBezTo>
                  <a:pt x="144628" y="275257"/>
                  <a:pt x="139960" y="272185"/>
                  <a:pt x="137978" y="267821"/>
                </a:cubicBezTo>
                <a:lnTo>
                  <a:pt x="160555" y="267821"/>
                </a:lnTo>
                <a:cubicBezTo>
                  <a:pt x="158850" y="271515"/>
                  <a:pt x="155869" y="275257"/>
                  <a:pt x="150073" y="275257"/>
                </a:cubicBezTo>
                <a:close/>
                <a:moveTo>
                  <a:pt x="195433" y="241272"/>
                </a:moveTo>
                <a:cubicBezTo>
                  <a:pt x="200865" y="241272"/>
                  <a:pt x="205523" y="244339"/>
                  <a:pt x="207505" y="248689"/>
                </a:cubicBezTo>
                <a:lnTo>
                  <a:pt x="184943" y="248689"/>
                </a:lnTo>
                <a:cubicBezTo>
                  <a:pt x="186650" y="245003"/>
                  <a:pt x="189634" y="241272"/>
                  <a:pt x="195433" y="241272"/>
                </a:cubicBezTo>
                <a:close/>
                <a:moveTo>
                  <a:pt x="76535" y="258368"/>
                </a:moveTo>
                <a:cubicBezTo>
                  <a:pt x="76535" y="311109"/>
                  <a:pt x="119451" y="354025"/>
                  <a:pt x="172192" y="354025"/>
                </a:cubicBezTo>
                <a:cubicBezTo>
                  <a:pt x="224934" y="354025"/>
                  <a:pt x="267849" y="311109"/>
                  <a:pt x="267849" y="258368"/>
                </a:cubicBezTo>
                <a:cubicBezTo>
                  <a:pt x="267849" y="205626"/>
                  <a:pt x="224934" y="162711"/>
                  <a:pt x="172192" y="162711"/>
                </a:cubicBezTo>
                <a:cubicBezTo>
                  <a:pt x="119451" y="162711"/>
                  <a:pt x="76535" y="205626"/>
                  <a:pt x="76535" y="258368"/>
                </a:cubicBezTo>
                <a:close/>
                <a:moveTo>
                  <a:pt x="248718" y="258368"/>
                </a:moveTo>
                <a:cubicBezTo>
                  <a:pt x="248718" y="300564"/>
                  <a:pt x="214398" y="334894"/>
                  <a:pt x="172192" y="334894"/>
                </a:cubicBezTo>
                <a:cubicBezTo>
                  <a:pt x="129986" y="334894"/>
                  <a:pt x="95667" y="300564"/>
                  <a:pt x="95667" y="258368"/>
                </a:cubicBezTo>
                <a:cubicBezTo>
                  <a:pt x="95667" y="216172"/>
                  <a:pt x="129996" y="181842"/>
                  <a:pt x="172192" y="181842"/>
                </a:cubicBezTo>
                <a:cubicBezTo>
                  <a:pt x="214389" y="181842"/>
                  <a:pt x="248718" y="216172"/>
                  <a:pt x="248718" y="258368"/>
                </a:cubicBezTo>
                <a:close/>
                <a:moveTo>
                  <a:pt x="344375" y="38244"/>
                </a:moveTo>
                <a:lnTo>
                  <a:pt x="344375" y="19112"/>
                </a:lnTo>
                <a:lnTo>
                  <a:pt x="200886" y="19112"/>
                </a:lnTo>
                <a:cubicBezTo>
                  <a:pt x="200874" y="8575"/>
                  <a:pt x="192307" y="0"/>
                  <a:pt x="181758" y="0"/>
                </a:cubicBezTo>
                <a:lnTo>
                  <a:pt x="162627" y="0"/>
                </a:lnTo>
                <a:cubicBezTo>
                  <a:pt x="152118" y="0"/>
                  <a:pt x="143577" y="8531"/>
                  <a:pt x="143516" y="19024"/>
                </a:cubicBezTo>
                <a:lnTo>
                  <a:pt x="0" y="19112"/>
                </a:lnTo>
                <a:lnTo>
                  <a:pt x="19" y="38244"/>
                </a:lnTo>
                <a:lnTo>
                  <a:pt x="143495" y="38156"/>
                </a:lnTo>
                <a:lnTo>
                  <a:pt x="143495" y="57375"/>
                </a:lnTo>
                <a:lnTo>
                  <a:pt x="57404" y="57375"/>
                </a:lnTo>
                <a:cubicBezTo>
                  <a:pt x="46857" y="57375"/>
                  <a:pt x="38272" y="65959"/>
                  <a:pt x="38272" y="76507"/>
                </a:cubicBezTo>
                <a:lnTo>
                  <a:pt x="38272" y="440003"/>
                </a:lnTo>
                <a:cubicBezTo>
                  <a:pt x="38272" y="450551"/>
                  <a:pt x="46857" y="459135"/>
                  <a:pt x="57404" y="459135"/>
                </a:cubicBezTo>
                <a:lnTo>
                  <a:pt x="286981" y="459135"/>
                </a:lnTo>
                <a:cubicBezTo>
                  <a:pt x="297538" y="459135"/>
                  <a:pt x="306112" y="450551"/>
                  <a:pt x="306112" y="440003"/>
                </a:cubicBezTo>
                <a:lnTo>
                  <a:pt x="306112" y="76507"/>
                </a:lnTo>
                <a:cubicBezTo>
                  <a:pt x="306112" y="65959"/>
                  <a:pt x="297538" y="57375"/>
                  <a:pt x="286981" y="57375"/>
                </a:cubicBezTo>
                <a:lnTo>
                  <a:pt x="200889" y="57375"/>
                </a:lnTo>
                <a:lnTo>
                  <a:pt x="200889" y="38244"/>
                </a:lnTo>
                <a:lnTo>
                  <a:pt x="344375" y="38244"/>
                </a:lnTo>
                <a:close/>
                <a:moveTo>
                  <a:pt x="162627" y="19131"/>
                </a:moveTo>
                <a:lnTo>
                  <a:pt x="181758" y="19131"/>
                </a:lnTo>
                <a:lnTo>
                  <a:pt x="181758" y="76526"/>
                </a:lnTo>
                <a:lnTo>
                  <a:pt x="162627" y="76526"/>
                </a:lnTo>
                <a:lnTo>
                  <a:pt x="162627" y="19131"/>
                </a:lnTo>
                <a:close/>
                <a:moveTo>
                  <a:pt x="286981" y="76507"/>
                </a:moveTo>
                <a:lnTo>
                  <a:pt x="286981" y="440003"/>
                </a:lnTo>
                <a:lnTo>
                  <a:pt x="57402" y="440003"/>
                </a:lnTo>
                <a:lnTo>
                  <a:pt x="57402" y="76507"/>
                </a:lnTo>
                <a:lnTo>
                  <a:pt x="143493" y="76507"/>
                </a:lnTo>
                <a:lnTo>
                  <a:pt x="143493" y="76526"/>
                </a:lnTo>
                <a:cubicBezTo>
                  <a:pt x="143493" y="87073"/>
                  <a:pt x="152078" y="95657"/>
                  <a:pt x="162625" y="95657"/>
                </a:cubicBezTo>
                <a:lnTo>
                  <a:pt x="181756" y="95657"/>
                </a:lnTo>
                <a:cubicBezTo>
                  <a:pt x="192313" y="95657"/>
                  <a:pt x="200888" y="87073"/>
                  <a:pt x="200888" y="76526"/>
                </a:cubicBezTo>
                <a:lnTo>
                  <a:pt x="200888" y="76507"/>
                </a:lnTo>
                <a:lnTo>
                  <a:pt x="286979" y="76507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293" descr="Anti-virus icon.">
            <a:extLst>
              <a:ext uri="{FF2B5EF4-FFF2-40B4-BE49-F238E27FC236}">
                <a16:creationId xmlns:a16="http://schemas.microsoft.com/office/drawing/2014/main" id="{CCBAABFE-41E2-BB6E-8C6C-54C054D61416}"/>
              </a:ext>
            </a:extLst>
          </p:cNvPr>
          <p:cNvSpPr/>
          <p:nvPr/>
        </p:nvSpPr>
        <p:spPr>
          <a:xfrm>
            <a:off x="5861386" y="2431756"/>
            <a:ext cx="459154" cy="344365"/>
          </a:xfrm>
          <a:custGeom>
            <a:avLst/>
            <a:gdLst>
              <a:gd name="connsiteX0" fmla="*/ 443849 w 459154"/>
              <a:gd name="connsiteY0" fmla="*/ 286971 h 344365"/>
              <a:gd name="connsiteX1" fmla="*/ 440023 w 459154"/>
              <a:gd name="connsiteY1" fmla="*/ 286971 h 344365"/>
              <a:gd name="connsiteX2" fmla="*/ 440023 w 459154"/>
              <a:gd name="connsiteY2" fmla="*/ 19131 h 344365"/>
              <a:gd name="connsiteX3" fmla="*/ 420891 w 459154"/>
              <a:gd name="connsiteY3" fmla="*/ 0 h 344365"/>
              <a:gd name="connsiteX4" fmla="*/ 38263 w 459154"/>
              <a:gd name="connsiteY4" fmla="*/ 0 h 344365"/>
              <a:gd name="connsiteX5" fmla="*/ 19131 w 459154"/>
              <a:gd name="connsiteY5" fmla="*/ 19131 h 344365"/>
              <a:gd name="connsiteX6" fmla="*/ 19131 w 459154"/>
              <a:gd name="connsiteY6" fmla="*/ 286971 h 344365"/>
              <a:gd name="connsiteX7" fmla="*/ 13392 w 459154"/>
              <a:gd name="connsiteY7" fmla="*/ 286971 h 344365"/>
              <a:gd name="connsiteX8" fmla="*/ 0 w 459154"/>
              <a:gd name="connsiteY8" fmla="*/ 302276 h 344365"/>
              <a:gd name="connsiteX9" fmla="*/ 42089 w 459154"/>
              <a:gd name="connsiteY9" fmla="*/ 344366 h 344365"/>
              <a:gd name="connsiteX10" fmla="*/ 417065 w 459154"/>
              <a:gd name="connsiteY10" fmla="*/ 344366 h 344365"/>
              <a:gd name="connsiteX11" fmla="*/ 459154 w 459154"/>
              <a:gd name="connsiteY11" fmla="*/ 302276 h 344365"/>
              <a:gd name="connsiteX12" fmla="*/ 443849 w 459154"/>
              <a:gd name="connsiteY12" fmla="*/ 286971 h 344365"/>
              <a:gd name="connsiteX13" fmla="*/ 42089 w 459154"/>
              <a:gd name="connsiteY13" fmla="*/ 19131 h 344365"/>
              <a:gd name="connsiteX14" fmla="*/ 420891 w 459154"/>
              <a:gd name="connsiteY14" fmla="*/ 19131 h 344365"/>
              <a:gd name="connsiteX15" fmla="*/ 420891 w 459154"/>
              <a:gd name="connsiteY15" fmla="*/ 286971 h 344365"/>
              <a:gd name="connsiteX16" fmla="*/ 38263 w 459154"/>
              <a:gd name="connsiteY16" fmla="*/ 286971 h 344365"/>
              <a:gd name="connsiteX17" fmla="*/ 38263 w 459154"/>
              <a:gd name="connsiteY17" fmla="*/ 19131 h 344365"/>
              <a:gd name="connsiteX18" fmla="*/ 42089 w 459154"/>
              <a:gd name="connsiteY18" fmla="*/ 19131 h 344365"/>
              <a:gd name="connsiteX19" fmla="*/ 417065 w 459154"/>
              <a:gd name="connsiteY19" fmla="*/ 325234 h 344365"/>
              <a:gd name="connsiteX20" fmla="*/ 42089 w 459154"/>
              <a:gd name="connsiteY20" fmla="*/ 325234 h 344365"/>
              <a:gd name="connsiteX21" fmla="*/ 19131 w 459154"/>
              <a:gd name="connsiteY21" fmla="*/ 306103 h 344365"/>
              <a:gd name="connsiteX22" fmla="*/ 440023 w 459154"/>
              <a:gd name="connsiteY22" fmla="*/ 306103 h 344365"/>
              <a:gd name="connsiteX23" fmla="*/ 417065 w 459154"/>
              <a:gd name="connsiteY23" fmla="*/ 325234 h 344365"/>
              <a:gd name="connsiteX24" fmla="*/ 76526 w 459154"/>
              <a:gd name="connsiteY24" fmla="*/ 267840 h 344365"/>
              <a:gd name="connsiteX25" fmla="*/ 382628 w 459154"/>
              <a:gd name="connsiteY25" fmla="*/ 267840 h 344365"/>
              <a:gd name="connsiteX26" fmla="*/ 401760 w 459154"/>
              <a:gd name="connsiteY26" fmla="*/ 248708 h 344365"/>
              <a:gd name="connsiteX27" fmla="*/ 401760 w 459154"/>
              <a:gd name="connsiteY27" fmla="*/ 57394 h 344365"/>
              <a:gd name="connsiteX28" fmla="*/ 382628 w 459154"/>
              <a:gd name="connsiteY28" fmla="*/ 38263 h 344365"/>
              <a:gd name="connsiteX29" fmla="*/ 76526 w 459154"/>
              <a:gd name="connsiteY29" fmla="*/ 38263 h 344365"/>
              <a:gd name="connsiteX30" fmla="*/ 57394 w 459154"/>
              <a:gd name="connsiteY30" fmla="*/ 57394 h 344365"/>
              <a:gd name="connsiteX31" fmla="*/ 57394 w 459154"/>
              <a:gd name="connsiteY31" fmla="*/ 248708 h 344365"/>
              <a:gd name="connsiteX32" fmla="*/ 76526 w 459154"/>
              <a:gd name="connsiteY32" fmla="*/ 267840 h 344365"/>
              <a:gd name="connsiteX33" fmla="*/ 376889 w 459154"/>
              <a:gd name="connsiteY33" fmla="*/ 248708 h 344365"/>
              <a:gd name="connsiteX34" fmla="*/ 76526 w 459154"/>
              <a:gd name="connsiteY34" fmla="*/ 248708 h 344365"/>
              <a:gd name="connsiteX35" fmla="*/ 76526 w 459154"/>
              <a:gd name="connsiteY35" fmla="*/ 57394 h 344365"/>
              <a:gd name="connsiteX36" fmla="*/ 382628 w 459154"/>
              <a:gd name="connsiteY36" fmla="*/ 57394 h 344365"/>
              <a:gd name="connsiteX37" fmla="*/ 382628 w 459154"/>
              <a:gd name="connsiteY37" fmla="*/ 248708 h 344365"/>
              <a:gd name="connsiteX38" fmla="*/ 376889 w 459154"/>
              <a:gd name="connsiteY38" fmla="*/ 248708 h 344365"/>
              <a:gd name="connsiteX39" fmla="*/ 286971 w 459154"/>
              <a:gd name="connsiteY39" fmla="*/ 66960 h 344365"/>
              <a:gd name="connsiteX40" fmla="*/ 172183 w 459154"/>
              <a:gd name="connsiteY40" fmla="*/ 66960 h 344365"/>
              <a:gd name="connsiteX41" fmla="*/ 153051 w 459154"/>
              <a:gd name="connsiteY41" fmla="*/ 86091 h 344365"/>
              <a:gd name="connsiteX42" fmla="*/ 153051 w 459154"/>
              <a:gd name="connsiteY42" fmla="*/ 143486 h 344365"/>
              <a:gd name="connsiteX43" fmla="*/ 221924 w 459154"/>
              <a:gd name="connsiteY43" fmla="*/ 237230 h 344365"/>
              <a:gd name="connsiteX44" fmla="*/ 229577 w 459154"/>
              <a:gd name="connsiteY44" fmla="*/ 239143 h 344365"/>
              <a:gd name="connsiteX45" fmla="*/ 237230 w 459154"/>
              <a:gd name="connsiteY45" fmla="*/ 237230 h 344365"/>
              <a:gd name="connsiteX46" fmla="*/ 306103 w 459154"/>
              <a:gd name="connsiteY46" fmla="*/ 143486 h 344365"/>
              <a:gd name="connsiteX47" fmla="*/ 306103 w 459154"/>
              <a:gd name="connsiteY47" fmla="*/ 86091 h 344365"/>
              <a:gd name="connsiteX48" fmla="*/ 286971 w 459154"/>
              <a:gd name="connsiteY48" fmla="*/ 66960 h 344365"/>
              <a:gd name="connsiteX49" fmla="*/ 286971 w 459154"/>
              <a:gd name="connsiteY49" fmla="*/ 143486 h 344365"/>
              <a:gd name="connsiteX50" fmla="*/ 229577 w 459154"/>
              <a:gd name="connsiteY50" fmla="*/ 220011 h 344365"/>
              <a:gd name="connsiteX51" fmla="*/ 172183 w 459154"/>
              <a:gd name="connsiteY51" fmla="*/ 143486 h 344365"/>
              <a:gd name="connsiteX52" fmla="*/ 172183 w 459154"/>
              <a:gd name="connsiteY52" fmla="*/ 86091 h 344365"/>
              <a:gd name="connsiteX53" fmla="*/ 286971 w 459154"/>
              <a:gd name="connsiteY53" fmla="*/ 86091 h 344365"/>
              <a:gd name="connsiteX54" fmla="*/ 286971 w 459154"/>
              <a:gd name="connsiteY54" fmla="*/ 143486 h 344365"/>
              <a:gd name="connsiteX55" fmla="*/ 212359 w 459154"/>
              <a:gd name="connsiteY55" fmla="*/ 172183 h 344365"/>
              <a:gd name="connsiteX56" fmla="*/ 195140 w 459154"/>
              <a:gd name="connsiteY56" fmla="*/ 147312 h 344365"/>
              <a:gd name="connsiteX57" fmla="*/ 210446 w 459154"/>
              <a:gd name="connsiteY57" fmla="*/ 135833 h 344365"/>
              <a:gd name="connsiteX58" fmla="*/ 221924 w 459154"/>
              <a:gd name="connsiteY58" fmla="*/ 151138 h 344365"/>
              <a:gd name="connsiteX59" fmla="*/ 260187 w 459154"/>
              <a:gd name="connsiteY59" fmla="*/ 97570 h 344365"/>
              <a:gd name="connsiteX60" fmla="*/ 275492 w 459154"/>
              <a:gd name="connsiteY60" fmla="*/ 109049 h 344365"/>
              <a:gd name="connsiteX61" fmla="*/ 227664 w 459154"/>
              <a:gd name="connsiteY61" fmla="*/ 176009 h 344365"/>
              <a:gd name="connsiteX62" fmla="*/ 221924 w 459154"/>
              <a:gd name="connsiteY62" fmla="*/ 176009 h 344365"/>
              <a:gd name="connsiteX63" fmla="*/ 221924 w 459154"/>
              <a:gd name="connsiteY63" fmla="*/ 176009 h 344365"/>
              <a:gd name="connsiteX64" fmla="*/ 212359 w 459154"/>
              <a:gd name="connsiteY64" fmla="*/ 172183 h 344365"/>
              <a:gd name="connsiteX65" fmla="*/ 212359 w 459154"/>
              <a:gd name="connsiteY65" fmla="*/ 172183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59154" h="344365">
                <a:moveTo>
                  <a:pt x="443849" y="286971"/>
                </a:moveTo>
                <a:lnTo>
                  <a:pt x="440023" y="286971"/>
                </a:lnTo>
                <a:lnTo>
                  <a:pt x="440023" y="19131"/>
                </a:lnTo>
                <a:cubicBezTo>
                  <a:pt x="440023" y="7653"/>
                  <a:pt x="432370" y="0"/>
                  <a:pt x="420891" y="0"/>
                </a:cubicBezTo>
                <a:lnTo>
                  <a:pt x="38263" y="0"/>
                </a:lnTo>
                <a:cubicBezTo>
                  <a:pt x="26784" y="0"/>
                  <a:pt x="19131" y="7653"/>
                  <a:pt x="19131" y="19131"/>
                </a:cubicBezTo>
                <a:lnTo>
                  <a:pt x="19131" y="286971"/>
                </a:lnTo>
                <a:lnTo>
                  <a:pt x="13392" y="286971"/>
                </a:lnTo>
                <a:cubicBezTo>
                  <a:pt x="5739" y="286971"/>
                  <a:pt x="0" y="292711"/>
                  <a:pt x="0" y="302276"/>
                </a:cubicBezTo>
                <a:cubicBezTo>
                  <a:pt x="0" y="325234"/>
                  <a:pt x="19131" y="344366"/>
                  <a:pt x="42089" y="344366"/>
                </a:cubicBezTo>
                <a:lnTo>
                  <a:pt x="417065" y="344366"/>
                </a:lnTo>
                <a:cubicBezTo>
                  <a:pt x="440023" y="344366"/>
                  <a:pt x="459154" y="325234"/>
                  <a:pt x="459154" y="302276"/>
                </a:cubicBezTo>
                <a:cubicBezTo>
                  <a:pt x="459154" y="294624"/>
                  <a:pt x="451501" y="286971"/>
                  <a:pt x="443849" y="286971"/>
                </a:cubicBezTo>
                <a:close/>
                <a:moveTo>
                  <a:pt x="42089" y="19131"/>
                </a:moveTo>
                <a:lnTo>
                  <a:pt x="420891" y="19131"/>
                </a:lnTo>
                <a:lnTo>
                  <a:pt x="420891" y="286971"/>
                </a:lnTo>
                <a:lnTo>
                  <a:pt x="38263" y="286971"/>
                </a:lnTo>
                <a:lnTo>
                  <a:pt x="38263" y="19131"/>
                </a:lnTo>
                <a:lnTo>
                  <a:pt x="42089" y="19131"/>
                </a:lnTo>
                <a:close/>
                <a:moveTo>
                  <a:pt x="417065" y="325234"/>
                </a:moveTo>
                <a:lnTo>
                  <a:pt x="42089" y="325234"/>
                </a:lnTo>
                <a:cubicBezTo>
                  <a:pt x="30610" y="325234"/>
                  <a:pt x="21045" y="317582"/>
                  <a:pt x="19131" y="306103"/>
                </a:cubicBezTo>
                <a:lnTo>
                  <a:pt x="440023" y="306103"/>
                </a:lnTo>
                <a:cubicBezTo>
                  <a:pt x="438109" y="317582"/>
                  <a:pt x="428544" y="325234"/>
                  <a:pt x="417065" y="325234"/>
                </a:cubicBezTo>
                <a:close/>
                <a:moveTo>
                  <a:pt x="76526" y="267840"/>
                </a:moveTo>
                <a:lnTo>
                  <a:pt x="382628" y="267840"/>
                </a:lnTo>
                <a:cubicBezTo>
                  <a:pt x="394107" y="267840"/>
                  <a:pt x="401760" y="260187"/>
                  <a:pt x="401760" y="248708"/>
                </a:cubicBezTo>
                <a:lnTo>
                  <a:pt x="401760" y="57394"/>
                </a:lnTo>
                <a:cubicBezTo>
                  <a:pt x="401760" y="45915"/>
                  <a:pt x="394107" y="38263"/>
                  <a:pt x="382628" y="38263"/>
                </a:cubicBezTo>
                <a:lnTo>
                  <a:pt x="76526" y="38263"/>
                </a:lnTo>
                <a:cubicBezTo>
                  <a:pt x="65047" y="38263"/>
                  <a:pt x="57394" y="45915"/>
                  <a:pt x="57394" y="57394"/>
                </a:cubicBezTo>
                <a:lnTo>
                  <a:pt x="57394" y="248708"/>
                </a:lnTo>
                <a:cubicBezTo>
                  <a:pt x="57394" y="260187"/>
                  <a:pt x="65047" y="267840"/>
                  <a:pt x="76526" y="267840"/>
                </a:cubicBezTo>
                <a:close/>
                <a:moveTo>
                  <a:pt x="376889" y="248708"/>
                </a:moveTo>
                <a:lnTo>
                  <a:pt x="76526" y="248708"/>
                </a:lnTo>
                <a:lnTo>
                  <a:pt x="76526" y="57394"/>
                </a:lnTo>
                <a:lnTo>
                  <a:pt x="382628" y="57394"/>
                </a:lnTo>
                <a:lnTo>
                  <a:pt x="382628" y="248708"/>
                </a:lnTo>
                <a:lnTo>
                  <a:pt x="376889" y="248708"/>
                </a:lnTo>
                <a:close/>
                <a:moveTo>
                  <a:pt x="286971" y="66960"/>
                </a:moveTo>
                <a:lnTo>
                  <a:pt x="172183" y="66960"/>
                </a:lnTo>
                <a:cubicBezTo>
                  <a:pt x="160704" y="66960"/>
                  <a:pt x="153051" y="74613"/>
                  <a:pt x="153051" y="86091"/>
                </a:cubicBezTo>
                <a:lnTo>
                  <a:pt x="153051" y="143486"/>
                </a:lnTo>
                <a:cubicBezTo>
                  <a:pt x="153051" y="189401"/>
                  <a:pt x="206619" y="227664"/>
                  <a:pt x="221924" y="237230"/>
                </a:cubicBezTo>
                <a:cubicBezTo>
                  <a:pt x="223838" y="239143"/>
                  <a:pt x="225751" y="239143"/>
                  <a:pt x="229577" y="239143"/>
                </a:cubicBezTo>
                <a:cubicBezTo>
                  <a:pt x="233403" y="239143"/>
                  <a:pt x="235316" y="239143"/>
                  <a:pt x="237230" y="237230"/>
                </a:cubicBezTo>
                <a:cubicBezTo>
                  <a:pt x="254448" y="225751"/>
                  <a:pt x="306103" y="189401"/>
                  <a:pt x="306103" y="143486"/>
                </a:cubicBezTo>
                <a:lnTo>
                  <a:pt x="306103" y="86091"/>
                </a:lnTo>
                <a:cubicBezTo>
                  <a:pt x="306103" y="76526"/>
                  <a:pt x="298450" y="66960"/>
                  <a:pt x="286971" y="66960"/>
                </a:cubicBezTo>
                <a:close/>
                <a:moveTo>
                  <a:pt x="286971" y="143486"/>
                </a:moveTo>
                <a:cubicBezTo>
                  <a:pt x="286971" y="170270"/>
                  <a:pt x="256361" y="200880"/>
                  <a:pt x="229577" y="220011"/>
                </a:cubicBezTo>
                <a:cubicBezTo>
                  <a:pt x="202793" y="200880"/>
                  <a:pt x="172183" y="172183"/>
                  <a:pt x="172183" y="143486"/>
                </a:cubicBezTo>
                <a:lnTo>
                  <a:pt x="172183" y="86091"/>
                </a:lnTo>
                <a:lnTo>
                  <a:pt x="286971" y="86091"/>
                </a:lnTo>
                <a:lnTo>
                  <a:pt x="286971" y="143486"/>
                </a:lnTo>
                <a:close/>
                <a:moveTo>
                  <a:pt x="212359" y="172183"/>
                </a:moveTo>
                <a:lnTo>
                  <a:pt x="195140" y="147312"/>
                </a:lnTo>
                <a:lnTo>
                  <a:pt x="210446" y="135833"/>
                </a:lnTo>
                <a:lnTo>
                  <a:pt x="221924" y="151138"/>
                </a:lnTo>
                <a:lnTo>
                  <a:pt x="260187" y="97570"/>
                </a:lnTo>
                <a:lnTo>
                  <a:pt x="275492" y="109049"/>
                </a:lnTo>
                <a:lnTo>
                  <a:pt x="227664" y="176009"/>
                </a:lnTo>
                <a:lnTo>
                  <a:pt x="221924" y="176009"/>
                </a:lnTo>
                <a:lnTo>
                  <a:pt x="221924" y="176009"/>
                </a:lnTo>
                <a:cubicBezTo>
                  <a:pt x="216185" y="177922"/>
                  <a:pt x="214272" y="176009"/>
                  <a:pt x="212359" y="172183"/>
                </a:cubicBezTo>
                <a:lnTo>
                  <a:pt x="212359" y="17218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Graphic 373" descr="Rehabilitation icon.">
            <a:extLst>
              <a:ext uri="{FF2B5EF4-FFF2-40B4-BE49-F238E27FC236}">
                <a16:creationId xmlns:a16="http://schemas.microsoft.com/office/drawing/2014/main" id="{B6527AC3-8C31-6AFB-83BE-DC568AD63B16}"/>
              </a:ext>
            </a:extLst>
          </p:cNvPr>
          <p:cNvSpPr/>
          <p:nvPr/>
        </p:nvSpPr>
        <p:spPr>
          <a:xfrm>
            <a:off x="7078066" y="2431756"/>
            <a:ext cx="459154" cy="344365"/>
          </a:xfrm>
          <a:custGeom>
            <a:avLst/>
            <a:gdLst>
              <a:gd name="connsiteX0" fmla="*/ 200889 w 459154"/>
              <a:gd name="connsiteY0" fmla="*/ 153051 h 344365"/>
              <a:gd name="connsiteX1" fmla="*/ 200870 w 459154"/>
              <a:gd name="connsiteY1" fmla="*/ 133920 h 344365"/>
              <a:gd name="connsiteX2" fmla="*/ 220011 w 459154"/>
              <a:gd name="connsiteY2" fmla="*/ 133895 h 344365"/>
              <a:gd name="connsiteX3" fmla="*/ 220011 w 459154"/>
              <a:gd name="connsiteY3" fmla="*/ 114714 h 344365"/>
              <a:gd name="connsiteX4" fmla="*/ 239143 w 459154"/>
              <a:gd name="connsiteY4" fmla="*/ 114714 h 344365"/>
              <a:gd name="connsiteX5" fmla="*/ 239143 w 459154"/>
              <a:gd name="connsiteY5" fmla="*/ 133870 h 344365"/>
              <a:gd name="connsiteX6" fmla="*/ 258255 w 459154"/>
              <a:gd name="connsiteY6" fmla="*/ 133845 h 344365"/>
              <a:gd name="connsiteX7" fmla="*/ 258293 w 459154"/>
              <a:gd name="connsiteY7" fmla="*/ 152977 h 344365"/>
              <a:gd name="connsiteX8" fmla="*/ 239143 w 459154"/>
              <a:gd name="connsiteY8" fmla="*/ 153002 h 344365"/>
              <a:gd name="connsiteX9" fmla="*/ 239143 w 459154"/>
              <a:gd name="connsiteY9" fmla="*/ 172108 h 344365"/>
              <a:gd name="connsiteX10" fmla="*/ 220011 w 459154"/>
              <a:gd name="connsiteY10" fmla="*/ 172108 h 344365"/>
              <a:gd name="connsiteX11" fmla="*/ 220011 w 459154"/>
              <a:gd name="connsiteY11" fmla="*/ 153026 h 344365"/>
              <a:gd name="connsiteX12" fmla="*/ 200889 w 459154"/>
              <a:gd name="connsiteY12" fmla="*/ 153051 h 344365"/>
              <a:gd name="connsiteX13" fmla="*/ 459154 w 459154"/>
              <a:gd name="connsiteY13" fmla="*/ 302273 h 344365"/>
              <a:gd name="connsiteX14" fmla="*/ 417061 w 459154"/>
              <a:gd name="connsiteY14" fmla="*/ 344366 h 344365"/>
              <a:gd name="connsiteX15" fmla="*/ 42093 w 459154"/>
              <a:gd name="connsiteY15" fmla="*/ 344366 h 344365"/>
              <a:gd name="connsiteX16" fmla="*/ 0 w 459154"/>
              <a:gd name="connsiteY16" fmla="*/ 302273 h 344365"/>
              <a:gd name="connsiteX17" fmla="*/ 14050 w 459154"/>
              <a:gd name="connsiteY17" fmla="*/ 286971 h 344365"/>
              <a:gd name="connsiteX18" fmla="*/ 19131 w 459154"/>
              <a:gd name="connsiteY18" fmla="*/ 286971 h 344365"/>
              <a:gd name="connsiteX19" fmla="*/ 19131 w 459154"/>
              <a:gd name="connsiteY19" fmla="*/ 19131 h 344365"/>
              <a:gd name="connsiteX20" fmla="*/ 38263 w 459154"/>
              <a:gd name="connsiteY20" fmla="*/ 0 h 344365"/>
              <a:gd name="connsiteX21" fmla="*/ 420891 w 459154"/>
              <a:gd name="connsiteY21" fmla="*/ 0 h 344365"/>
              <a:gd name="connsiteX22" fmla="*/ 440023 w 459154"/>
              <a:gd name="connsiteY22" fmla="*/ 19131 h 344365"/>
              <a:gd name="connsiteX23" fmla="*/ 440023 w 459154"/>
              <a:gd name="connsiteY23" fmla="*/ 286971 h 344365"/>
              <a:gd name="connsiteX24" fmla="*/ 443853 w 459154"/>
              <a:gd name="connsiteY24" fmla="*/ 286971 h 344365"/>
              <a:gd name="connsiteX25" fmla="*/ 459154 w 459154"/>
              <a:gd name="connsiteY25" fmla="*/ 302273 h 344365"/>
              <a:gd name="connsiteX26" fmla="*/ 38263 w 459154"/>
              <a:gd name="connsiteY26" fmla="*/ 19131 h 344365"/>
              <a:gd name="connsiteX27" fmla="*/ 38263 w 459154"/>
              <a:gd name="connsiteY27" fmla="*/ 286971 h 344365"/>
              <a:gd name="connsiteX28" fmla="*/ 420891 w 459154"/>
              <a:gd name="connsiteY28" fmla="*/ 286971 h 344365"/>
              <a:gd name="connsiteX29" fmla="*/ 420891 w 459154"/>
              <a:gd name="connsiteY29" fmla="*/ 19131 h 344365"/>
              <a:gd name="connsiteX30" fmla="*/ 38263 w 459154"/>
              <a:gd name="connsiteY30" fmla="*/ 19131 h 344365"/>
              <a:gd name="connsiteX31" fmla="*/ 439705 w 459154"/>
              <a:gd name="connsiteY31" fmla="*/ 306103 h 344365"/>
              <a:gd name="connsiteX32" fmla="*/ 19608 w 459154"/>
              <a:gd name="connsiteY32" fmla="*/ 306103 h 344365"/>
              <a:gd name="connsiteX33" fmla="*/ 42093 w 459154"/>
              <a:gd name="connsiteY33" fmla="*/ 325234 h 344365"/>
              <a:gd name="connsiteX34" fmla="*/ 417061 w 459154"/>
              <a:gd name="connsiteY34" fmla="*/ 325234 h 344365"/>
              <a:gd name="connsiteX35" fmla="*/ 439705 w 459154"/>
              <a:gd name="connsiteY35" fmla="*/ 306103 h 344365"/>
              <a:gd name="connsiteX36" fmla="*/ 57394 w 459154"/>
              <a:gd name="connsiteY36" fmla="*/ 248708 h 344365"/>
              <a:gd name="connsiteX37" fmla="*/ 57394 w 459154"/>
              <a:gd name="connsiteY37" fmla="*/ 57394 h 344365"/>
              <a:gd name="connsiteX38" fmla="*/ 76526 w 459154"/>
              <a:gd name="connsiteY38" fmla="*/ 38263 h 344365"/>
              <a:gd name="connsiteX39" fmla="*/ 382628 w 459154"/>
              <a:gd name="connsiteY39" fmla="*/ 38263 h 344365"/>
              <a:gd name="connsiteX40" fmla="*/ 401760 w 459154"/>
              <a:gd name="connsiteY40" fmla="*/ 57394 h 344365"/>
              <a:gd name="connsiteX41" fmla="*/ 401760 w 459154"/>
              <a:gd name="connsiteY41" fmla="*/ 248708 h 344365"/>
              <a:gd name="connsiteX42" fmla="*/ 382628 w 459154"/>
              <a:gd name="connsiteY42" fmla="*/ 267840 h 344365"/>
              <a:gd name="connsiteX43" fmla="*/ 76526 w 459154"/>
              <a:gd name="connsiteY43" fmla="*/ 267840 h 344365"/>
              <a:gd name="connsiteX44" fmla="*/ 57394 w 459154"/>
              <a:gd name="connsiteY44" fmla="*/ 248708 h 344365"/>
              <a:gd name="connsiteX45" fmla="*/ 76526 w 459154"/>
              <a:gd name="connsiteY45" fmla="*/ 248708 h 344365"/>
              <a:gd name="connsiteX46" fmla="*/ 382628 w 459154"/>
              <a:gd name="connsiteY46" fmla="*/ 248708 h 344365"/>
              <a:gd name="connsiteX47" fmla="*/ 382628 w 459154"/>
              <a:gd name="connsiteY47" fmla="*/ 57394 h 344365"/>
              <a:gd name="connsiteX48" fmla="*/ 76526 w 459154"/>
              <a:gd name="connsiteY48" fmla="*/ 57394 h 344365"/>
              <a:gd name="connsiteX49" fmla="*/ 76526 w 459154"/>
              <a:gd name="connsiteY49" fmla="*/ 248708 h 344365"/>
              <a:gd name="connsiteX50" fmla="*/ 306103 w 459154"/>
              <a:gd name="connsiteY50" fmla="*/ 86091 h 344365"/>
              <a:gd name="connsiteX51" fmla="*/ 306103 w 459154"/>
              <a:gd name="connsiteY51" fmla="*/ 143243 h 344365"/>
              <a:gd name="connsiteX52" fmla="*/ 236686 w 459154"/>
              <a:gd name="connsiteY52" fmla="*/ 237124 h 344365"/>
              <a:gd name="connsiteX53" fmla="*/ 229567 w 459154"/>
              <a:gd name="connsiteY53" fmla="*/ 239198 h 344365"/>
              <a:gd name="connsiteX54" fmla="*/ 222514 w 459154"/>
              <a:gd name="connsiteY54" fmla="*/ 237143 h 344365"/>
              <a:gd name="connsiteX55" fmla="*/ 153049 w 459154"/>
              <a:gd name="connsiteY55" fmla="*/ 143243 h 344365"/>
              <a:gd name="connsiteX56" fmla="*/ 153049 w 459154"/>
              <a:gd name="connsiteY56" fmla="*/ 86166 h 344365"/>
              <a:gd name="connsiteX57" fmla="*/ 172171 w 459154"/>
              <a:gd name="connsiteY57" fmla="*/ 67035 h 344365"/>
              <a:gd name="connsiteX58" fmla="*/ 286969 w 459154"/>
              <a:gd name="connsiteY58" fmla="*/ 66960 h 344365"/>
              <a:gd name="connsiteX59" fmla="*/ 306101 w 459154"/>
              <a:gd name="connsiteY59" fmla="*/ 86091 h 344365"/>
              <a:gd name="connsiteX60" fmla="*/ 286971 w 459154"/>
              <a:gd name="connsiteY60" fmla="*/ 86091 h 344365"/>
              <a:gd name="connsiteX61" fmla="*/ 172183 w 459154"/>
              <a:gd name="connsiteY61" fmla="*/ 86166 h 344365"/>
              <a:gd name="connsiteX62" fmla="*/ 172183 w 459154"/>
              <a:gd name="connsiteY62" fmla="*/ 143243 h 344365"/>
              <a:gd name="connsiteX63" fmla="*/ 229577 w 459154"/>
              <a:gd name="connsiteY63" fmla="*/ 218871 h 344365"/>
              <a:gd name="connsiteX64" fmla="*/ 286971 w 459154"/>
              <a:gd name="connsiteY64" fmla="*/ 143243 h 344365"/>
              <a:gd name="connsiteX65" fmla="*/ 286971 w 459154"/>
              <a:gd name="connsiteY65" fmla="*/ 86091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59154" h="344365">
                <a:moveTo>
                  <a:pt x="200889" y="153051"/>
                </a:moveTo>
                <a:lnTo>
                  <a:pt x="200870" y="133920"/>
                </a:lnTo>
                <a:lnTo>
                  <a:pt x="220011" y="133895"/>
                </a:lnTo>
                <a:lnTo>
                  <a:pt x="220011" y="114714"/>
                </a:lnTo>
                <a:lnTo>
                  <a:pt x="239143" y="114714"/>
                </a:lnTo>
                <a:lnTo>
                  <a:pt x="239143" y="133870"/>
                </a:lnTo>
                <a:lnTo>
                  <a:pt x="258255" y="133845"/>
                </a:lnTo>
                <a:lnTo>
                  <a:pt x="258293" y="152977"/>
                </a:lnTo>
                <a:lnTo>
                  <a:pt x="239143" y="153002"/>
                </a:lnTo>
                <a:lnTo>
                  <a:pt x="239143" y="172108"/>
                </a:lnTo>
                <a:lnTo>
                  <a:pt x="220011" y="172108"/>
                </a:lnTo>
                <a:lnTo>
                  <a:pt x="220011" y="153026"/>
                </a:lnTo>
                <a:lnTo>
                  <a:pt x="200889" y="153051"/>
                </a:lnTo>
                <a:close/>
                <a:moveTo>
                  <a:pt x="459154" y="302273"/>
                </a:moveTo>
                <a:cubicBezTo>
                  <a:pt x="459154" y="325477"/>
                  <a:pt x="440266" y="344366"/>
                  <a:pt x="417061" y="344366"/>
                </a:cubicBezTo>
                <a:lnTo>
                  <a:pt x="42093" y="344366"/>
                </a:lnTo>
                <a:cubicBezTo>
                  <a:pt x="18879" y="344366"/>
                  <a:pt x="0" y="325477"/>
                  <a:pt x="0" y="302273"/>
                </a:cubicBezTo>
                <a:cubicBezTo>
                  <a:pt x="0" y="293267"/>
                  <a:pt x="6306" y="286971"/>
                  <a:pt x="14050" y="286971"/>
                </a:cubicBezTo>
                <a:lnTo>
                  <a:pt x="19131" y="286971"/>
                </a:lnTo>
                <a:lnTo>
                  <a:pt x="19131" y="19131"/>
                </a:lnTo>
                <a:cubicBezTo>
                  <a:pt x="19131" y="8575"/>
                  <a:pt x="27716" y="0"/>
                  <a:pt x="38263" y="0"/>
                </a:cubicBezTo>
                <a:lnTo>
                  <a:pt x="420891" y="0"/>
                </a:lnTo>
                <a:cubicBezTo>
                  <a:pt x="431448" y="0"/>
                  <a:pt x="440023" y="8575"/>
                  <a:pt x="440023" y="19131"/>
                </a:cubicBezTo>
                <a:lnTo>
                  <a:pt x="440023" y="286971"/>
                </a:lnTo>
                <a:lnTo>
                  <a:pt x="443853" y="286971"/>
                </a:lnTo>
                <a:cubicBezTo>
                  <a:pt x="452297" y="286971"/>
                  <a:pt x="459154" y="293828"/>
                  <a:pt x="459154" y="302273"/>
                </a:cubicBezTo>
                <a:close/>
                <a:moveTo>
                  <a:pt x="38263" y="19131"/>
                </a:moveTo>
                <a:lnTo>
                  <a:pt x="38263" y="286971"/>
                </a:lnTo>
                <a:lnTo>
                  <a:pt x="420891" y="286971"/>
                </a:lnTo>
                <a:lnTo>
                  <a:pt x="420891" y="19131"/>
                </a:lnTo>
                <a:lnTo>
                  <a:pt x="38263" y="19131"/>
                </a:lnTo>
                <a:close/>
                <a:moveTo>
                  <a:pt x="439705" y="306103"/>
                </a:moveTo>
                <a:lnTo>
                  <a:pt x="19608" y="306103"/>
                </a:lnTo>
                <a:cubicBezTo>
                  <a:pt x="21766" y="317369"/>
                  <a:pt x="31033" y="325234"/>
                  <a:pt x="42093" y="325234"/>
                </a:cubicBezTo>
                <a:lnTo>
                  <a:pt x="417061" y="325234"/>
                </a:lnTo>
                <a:cubicBezTo>
                  <a:pt x="428421" y="325234"/>
                  <a:pt x="437874" y="316939"/>
                  <a:pt x="439705" y="306103"/>
                </a:cubicBezTo>
                <a:close/>
                <a:moveTo>
                  <a:pt x="57394" y="248708"/>
                </a:moveTo>
                <a:lnTo>
                  <a:pt x="57394" y="57394"/>
                </a:lnTo>
                <a:cubicBezTo>
                  <a:pt x="57394" y="46838"/>
                  <a:pt x="65979" y="38263"/>
                  <a:pt x="76526" y="38263"/>
                </a:cubicBezTo>
                <a:lnTo>
                  <a:pt x="382628" y="38263"/>
                </a:lnTo>
                <a:cubicBezTo>
                  <a:pt x="393185" y="38263"/>
                  <a:pt x="401760" y="46838"/>
                  <a:pt x="401760" y="57394"/>
                </a:cubicBezTo>
                <a:lnTo>
                  <a:pt x="401760" y="248708"/>
                </a:lnTo>
                <a:cubicBezTo>
                  <a:pt x="401760" y="259265"/>
                  <a:pt x="393185" y="267840"/>
                  <a:pt x="382628" y="267840"/>
                </a:cubicBezTo>
                <a:lnTo>
                  <a:pt x="76526" y="267840"/>
                </a:lnTo>
                <a:cubicBezTo>
                  <a:pt x="65979" y="267840"/>
                  <a:pt x="57394" y="259265"/>
                  <a:pt x="57394" y="248708"/>
                </a:cubicBezTo>
                <a:close/>
                <a:moveTo>
                  <a:pt x="76526" y="248708"/>
                </a:moveTo>
                <a:lnTo>
                  <a:pt x="382628" y="248708"/>
                </a:lnTo>
                <a:lnTo>
                  <a:pt x="382628" y="57394"/>
                </a:lnTo>
                <a:lnTo>
                  <a:pt x="76526" y="57394"/>
                </a:lnTo>
                <a:lnTo>
                  <a:pt x="76526" y="248708"/>
                </a:lnTo>
                <a:close/>
                <a:moveTo>
                  <a:pt x="306103" y="86091"/>
                </a:moveTo>
                <a:lnTo>
                  <a:pt x="306103" y="143243"/>
                </a:lnTo>
                <a:cubicBezTo>
                  <a:pt x="306103" y="188624"/>
                  <a:pt x="252969" y="226570"/>
                  <a:pt x="236686" y="237124"/>
                </a:cubicBezTo>
                <a:cubicBezTo>
                  <a:pt x="234509" y="238508"/>
                  <a:pt x="232033" y="239198"/>
                  <a:pt x="229567" y="239198"/>
                </a:cubicBezTo>
                <a:cubicBezTo>
                  <a:pt x="227101" y="239198"/>
                  <a:pt x="224654" y="238525"/>
                  <a:pt x="222514" y="237143"/>
                </a:cubicBezTo>
                <a:cubicBezTo>
                  <a:pt x="206185" y="226570"/>
                  <a:pt x="153049" y="188624"/>
                  <a:pt x="153049" y="143243"/>
                </a:cubicBezTo>
                <a:lnTo>
                  <a:pt x="153049" y="86166"/>
                </a:lnTo>
                <a:cubicBezTo>
                  <a:pt x="153049" y="75609"/>
                  <a:pt x="161624" y="67035"/>
                  <a:pt x="172171" y="67035"/>
                </a:cubicBezTo>
                <a:lnTo>
                  <a:pt x="286969" y="66960"/>
                </a:lnTo>
                <a:cubicBezTo>
                  <a:pt x="297526" y="66960"/>
                  <a:pt x="306101" y="75535"/>
                  <a:pt x="306101" y="86091"/>
                </a:cubicBezTo>
                <a:close/>
                <a:moveTo>
                  <a:pt x="286971" y="86091"/>
                </a:moveTo>
                <a:lnTo>
                  <a:pt x="172183" y="86166"/>
                </a:lnTo>
                <a:lnTo>
                  <a:pt x="172183" y="143243"/>
                </a:lnTo>
                <a:cubicBezTo>
                  <a:pt x="172183" y="176853"/>
                  <a:pt x="214714" y="208764"/>
                  <a:pt x="229577" y="218871"/>
                </a:cubicBezTo>
                <a:cubicBezTo>
                  <a:pt x="244373" y="208800"/>
                  <a:pt x="286971" y="176891"/>
                  <a:pt x="286971" y="143243"/>
                </a:cubicBezTo>
                <a:lnTo>
                  <a:pt x="286971" y="86091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329" descr="Hacking password icon.">
            <a:extLst>
              <a:ext uri="{FF2B5EF4-FFF2-40B4-BE49-F238E27FC236}">
                <a16:creationId xmlns:a16="http://schemas.microsoft.com/office/drawing/2014/main" id="{5AAFD7F2-526A-8AA8-D882-2B51D09D7907}"/>
              </a:ext>
            </a:extLst>
          </p:cNvPr>
          <p:cNvSpPr/>
          <p:nvPr/>
        </p:nvSpPr>
        <p:spPr>
          <a:xfrm>
            <a:off x="8320631" y="2426678"/>
            <a:ext cx="459153" cy="354521"/>
          </a:xfrm>
          <a:custGeom>
            <a:avLst/>
            <a:gdLst>
              <a:gd name="connsiteX0" fmla="*/ 443853 w 459153"/>
              <a:gd name="connsiteY0" fmla="*/ 297127 h 354521"/>
              <a:gd name="connsiteX1" fmla="*/ 439780 w 459153"/>
              <a:gd name="connsiteY1" fmla="*/ 297127 h 354521"/>
              <a:gd name="connsiteX2" fmla="*/ 439780 w 459153"/>
              <a:gd name="connsiteY2" fmla="*/ 29241 h 354521"/>
              <a:gd name="connsiteX3" fmla="*/ 420648 w 459153"/>
              <a:gd name="connsiteY3" fmla="*/ 10110 h 354521"/>
              <a:gd name="connsiteX4" fmla="*/ 246612 w 459153"/>
              <a:gd name="connsiteY4" fmla="*/ 10110 h 354521"/>
              <a:gd name="connsiteX5" fmla="*/ 245559 w 459153"/>
              <a:gd name="connsiteY5" fmla="*/ 8428 h 354521"/>
              <a:gd name="connsiteX6" fmla="*/ 213135 w 459153"/>
              <a:gd name="connsiteY6" fmla="*/ 8428 h 354521"/>
              <a:gd name="connsiteX7" fmla="*/ 212083 w 459153"/>
              <a:gd name="connsiteY7" fmla="*/ 10110 h 354521"/>
              <a:gd name="connsiteX8" fmla="*/ 38020 w 459153"/>
              <a:gd name="connsiteY8" fmla="*/ 10110 h 354521"/>
              <a:gd name="connsiteX9" fmla="*/ 18888 w 459153"/>
              <a:gd name="connsiteY9" fmla="*/ 29241 h 354521"/>
              <a:gd name="connsiteX10" fmla="*/ 18888 w 459153"/>
              <a:gd name="connsiteY10" fmla="*/ 297127 h 354521"/>
              <a:gd name="connsiteX11" fmla="*/ 14060 w 459153"/>
              <a:gd name="connsiteY11" fmla="*/ 297127 h 354521"/>
              <a:gd name="connsiteX12" fmla="*/ 0 w 459153"/>
              <a:gd name="connsiteY12" fmla="*/ 312438 h 354521"/>
              <a:gd name="connsiteX13" fmla="*/ 42093 w 459153"/>
              <a:gd name="connsiteY13" fmla="*/ 354521 h 354521"/>
              <a:gd name="connsiteX14" fmla="*/ 417061 w 459153"/>
              <a:gd name="connsiteY14" fmla="*/ 354521 h 354521"/>
              <a:gd name="connsiteX15" fmla="*/ 459154 w 459153"/>
              <a:gd name="connsiteY15" fmla="*/ 312438 h 354521"/>
              <a:gd name="connsiteX16" fmla="*/ 443853 w 459153"/>
              <a:gd name="connsiteY16" fmla="*/ 297127 h 354521"/>
              <a:gd name="connsiteX17" fmla="*/ 307953 w 459153"/>
              <a:gd name="connsiteY17" fmla="*/ 144066 h 354521"/>
              <a:gd name="connsiteX18" fmla="*/ 150838 w 459153"/>
              <a:gd name="connsiteY18" fmla="*/ 144066 h 354521"/>
              <a:gd name="connsiteX19" fmla="*/ 150782 w 459153"/>
              <a:gd name="connsiteY19" fmla="*/ 144141 h 354521"/>
              <a:gd name="connsiteX20" fmla="*/ 229344 w 459153"/>
              <a:gd name="connsiteY20" fmla="*/ 18572 h 354521"/>
              <a:gd name="connsiteX21" fmla="*/ 307953 w 459153"/>
              <a:gd name="connsiteY21" fmla="*/ 144066 h 354521"/>
              <a:gd name="connsiteX22" fmla="*/ 134042 w 459153"/>
              <a:gd name="connsiteY22" fmla="*/ 153314 h 354521"/>
              <a:gd name="connsiteX23" fmla="*/ 150838 w 459153"/>
              <a:gd name="connsiteY23" fmla="*/ 163198 h 354521"/>
              <a:gd name="connsiteX24" fmla="*/ 307953 w 459153"/>
              <a:gd name="connsiteY24" fmla="*/ 163198 h 354521"/>
              <a:gd name="connsiteX25" fmla="*/ 324599 w 459153"/>
              <a:gd name="connsiteY25" fmla="*/ 153399 h 354521"/>
              <a:gd name="connsiteX26" fmla="*/ 324077 w 459153"/>
              <a:gd name="connsiteY26" fmla="*/ 133921 h 354521"/>
              <a:gd name="connsiteX27" fmla="*/ 282521 w 459153"/>
              <a:gd name="connsiteY27" fmla="*/ 67502 h 354521"/>
              <a:gd name="connsiteX28" fmla="*/ 382385 w 459153"/>
              <a:gd name="connsiteY28" fmla="*/ 67502 h 354521"/>
              <a:gd name="connsiteX29" fmla="*/ 382385 w 459153"/>
              <a:gd name="connsiteY29" fmla="*/ 258817 h 354521"/>
              <a:gd name="connsiteX30" fmla="*/ 76283 w 459153"/>
              <a:gd name="connsiteY30" fmla="*/ 258817 h 354521"/>
              <a:gd name="connsiteX31" fmla="*/ 76283 w 459153"/>
              <a:gd name="connsiteY31" fmla="*/ 67504 h 354521"/>
              <a:gd name="connsiteX32" fmla="*/ 176170 w 459153"/>
              <a:gd name="connsiteY32" fmla="*/ 67504 h 354521"/>
              <a:gd name="connsiteX33" fmla="*/ 134565 w 459153"/>
              <a:gd name="connsiteY33" fmla="*/ 133997 h 354521"/>
              <a:gd name="connsiteX34" fmla="*/ 134042 w 459153"/>
              <a:gd name="connsiteY34" fmla="*/ 153316 h 354521"/>
              <a:gd name="connsiteX35" fmla="*/ 38020 w 459153"/>
              <a:gd name="connsiteY35" fmla="*/ 29241 h 354521"/>
              <a:gd name="connsiteX36" fmla="*/ 200113 w 459153"/>
              <a:gd name="connsiteY36" fmla="*/ 29241 h 354521"/>
              <a:gd name="connsiteX37" fmla="*/ 188142 w 459153"/>
              <a:gd name="connsiteY37" fmla="*/ 48373 h 354521"/>
              <a:gd name="connsiteX38" fmla="*/ 76283 w 459153"/>
              <a:gd name="connsiteY38" fmla="*/ 48373 h 354521"/>
              <a:gd name="connsiteX39" fmla="*/ 57151 w 459153"/>
              <a:gd name="connsiteY39" fmla="*/ 67504 h 354521"/>
              <a:gd name="connsiteX40" fmla="*/ 57151 w 459153"/>
              <a:gd name="connsiteY40" fmla="*/ 258818 h 354521"/>
              <a:gd name="connsiteX41" fmla="*/ 76283 w 459153"/>
              <a:gd name="connsiteY41" fmla="*/ 277950 h 354521"/>
              <a:gd name="connsiteX42" fmla="*/ 382385 w 459153"/>
              <a:gd name="connsiteY42" fmla="*/ 277950 h 354521"/>
              <a:gd name="connsiteX43" fmla="*/ 401517 w 459153"/>
              <a:gd name="connsiteY43" fmla="*/ 258818 h 354521"/>
              <a:gd name="connsiteX44" fmla="*/ 401517 w 459153"/>
              <a:gd name="connsiteY44" fmla="*/ 67504 h 354521"/>
              <a:gd name="connsiteX45" fmla="*/ 382385 w 459153"/>
              <a:gd name="connsiteY45" fmla="*/ 48373 h 354521"/>
              <a:gd name="connsiteX46" fmla="*/ 270551 w 459153"/>
              <a:gd name="connsiteY46" fmla="*/ 48373 h 354521"/>
              <a:gd name="connsiteX47" fmla="*/ 258582 w 459153"/>
              <a:gd name="connsiteY47" fmla="*/ 29241 h 354521"/>
              <a:gd name="connsiteX48" fmla="*/ 420648 w 459153"/>
              <a:gd name="connsiteY48" fmla="*/ 29241 h 354521"/>
              <a:gd name="connsiteX49" fmla="*/ 420648 w 459153"/>
              <a:gd name="connsiteY49" fmla="*/ 297127 h 354521"/>
              <a:gd name="connsiteX50" fmla="*/ 38020 w 459153"/>
              <a:gd name="connsiteY50" fmla="*/ 297127 h 354521"/>
              <a:gd name="connsiteX51" fmla="*/ 38020 w 459153"/>
              <a:gd name="connsiteY51" fmla="*/ 29241 h 354521"/>
              <a:gd name="connsiteX52" fmla="*/ 417061 w 459153"/>
              <a:gd name="connsiteY52" fmla="*/ 335390 h 354521"/>
              <a:gd name="connsiteX53" fmla="*/ 42093 w 459153"/>
              <a:gd name="connsiteY53" fmla="*/ 335390 h 354521"/>
              <a:gd name="connsiteX54" fmla="*/ 19608 w 459153"/>
              <a:gd name="connsiteY54" fmla="*/ 316259 h 354521"/>
              <a:gd name="connsiteX55" fmla="*/ 439705 w 459153"/>
              <a:gd name="connsiteY55" fmla="*/ 316259 h 354521"/>
              <a:gd name="connsiteX56" fmla="*/ 417061 w 459153"/>
              <a:gd name="connsiteY56" fmla="*/ 335390 h 354521"/>
              <a:gd name="connsiteX57" fmla="*/ 203683 w 459153"/>
              <a:gd name="connsiteY57" fmla="*/ 223404 h 354521"/>
              <a:gd name="connsiteX58" fmla="*/ 216051 w 459153"/>
              <a:gd name="connsiteY58" fmla="*/ 211036 h 354521"/>
              <a:gd name="connsiteX59" fmla="*/ 203683 w 459153"/>
              <a:gd name="connsiteY59" fmla="*/ 198667 h 354521"/>
              <a:gd name="connsiteX60" fmla="*/ 217209 w 459153"/>
              <a:gd name="connsiteY60" fmla="*/ 185141 h 354521"/>
              <a:gd name="connsiteX61" fmla="*/ 229577 w 459153"/>
              <a:gd name="connsiteY61" fmla="*/ 197510 h 354521"/>
              <a:gd name="connsiteX62" fmla="*/ 241945 w 459153"/>
              <a:gd name="connsiteY62" fmla="*/ 185141 h 354521"/>
              <a:gd name="connsiteX63" fmla="*/ 255471 w 459153"/>
              <a:gd name="connsiteY63" fmla="*/ 198667 h 354521"/>
              <a:gd name="connsiteX64" fmla="*/ 243103 w 459153"/>
              <a:gd name="connsiteY64" fmla="*/ 211036 h 354521"/>
              <a:gd name="connsiteX65" fmla="*/ 255471 w 459153"/>
              <a:gd name="connsiteY65" fmla="*/ 223404 h 354521"/>
              <a:gd name="connsiteX66" fmla="*/ 241945 w 459153"/>
              <a:gd name="connsiteY66" fmla="*/ 236930 h 354521"/>
              <a:gd name="connsiteX67" fmla="*/ 229577 w 459153"/>
              <a:gd name="connsiteY67" fmla="*/ 224562 h 354521"/>
              <a:gd name="connsiteX68" fmla="*/ 217209 w 459153"/>
              <a:gd name="connsiteY68" fmla="*/ 236930 h 354521"/>
              <a:gd name="connsiteX69" fmla="*/ 203683 w 459153"/>
              <a:gd name="connsiteY69" fmla="*/ 223404 h 354521"/>
              <a:gd name="connsiteX70" fmla="*/ 280208 w 459153"/>
              <a:gd name="connsiteY70" fmla="*/ 223404 h 354521"/>
              <a:gd name="connsiteX71" fmla="*/ 292577 w 459153"/>
              <a:gd name="connsiteY71" fmla="*/ 211036 h 354521"/>
              <a:gd name="connsiteX72" fmla="*/ 280208 w 459153"/>
              <a:gd name="connsiteY72" fmla="*/ 198667 h 354521"/>
              <a:gd name="connsiteX73" fmla="*/ 293734 w 459153"/>
              <a:gd name="connsiteY73" fmla="*/ 185141 h 354521"/>
              <a:gd name="connsiteX74" fmla="*/ 306103 w 459153"/>
              <a:gd name="connsiteY74" fmla="*/ 197510 h 354521"/>
              <a:gd name="connsiteX75" fmla="*/ 318471 w 459153"/>
              <a:gd name="connsiteY75" fmla="*/ 185141 h 354521"/>
              <a:gd name="connsiteX76" fmla="*/ 331997 w 459153"/>
              <a:gd name="connsiteY76" fmla="*/ 198667 h 354521"/>
              <a:gd name="connsiteX77" fmla="*/ 319629 w 459153"/>
              <a:gd name="connsiteY77" fmla="*/ 211036 h 354521"/>
              <a:gd name="connsiteX78" fmla="*/ 331997 w 459153"/>
              <a:gd name="connsiteY78" fmla="*/ 223404 h 354521"/>
              <a:gd name="connsiteX79" fmla="*/ 318471 w 459153"/>
              <a:gd name="connsiteY79" fmla="*/ 236930 h 354521"/>
              <a:gd name="connsiteX80" fmla="*/ 306103 w 459153"/>
              <a:gd name="connsiteY80" fmla="*/ 224562 h 354521"/>
              <a:gd name="connsiteX81" fmla="*/ 293734 w 459153"/>
              <a:gd name="connsiteY81" fmla="*/ 236930 h 354521"/>
              <a:gd name="connsiteX82" fmla="*/ 280208 w 459153"/>
              <a:gd name="connsiteY82" fmla="*/ 223404 h 354521"/>
              <a:gd name="connsiteX83" fmla="*/ 127157 w 459153"/>
              <a:gd name="connsiteY83" fmla="*/ 198667 h 354521"/>
              <a:gd name="connsiteX84" fmla="*/ 140683 w 459153"/>
              <a:gd name="connsiteY84" fmla="*/ 185141 h 354521"/>
              <a:gd name="connsiteX85" fmla="*/ 153051 w 459153"/>
              <a:gd name="connsiteY85" fmla="*/ 197510 h 354521"/>
              <a:gd name="connsiteX86" fmla="*/ 165420 w 459153"/>
              <a:gd name="connsiteY86" fmla="*/ 185141 h 354521"/>
              <a:gd name="connsiteX87" fmla="*/ 178946 w 459153"/>
              <a:gd name="connsiteY87" fmla="*/ 198667 h 354521"/>
              <a:gd name="connsiteX88" fmla="*/ 166577 w 459153"/>
              <a:gd name="connsiteY88" fmla="*/ 211036 h 354521"/>
              <a:gd name="connsiteX89" fmla="*/ 178946 w 459153"/>
              <a:gd name="connsiteY89" fmla="*/ 223404 h 354521"/>
              <a:gd name="connsiteX90" fmla="*/ 165420 w 459153"/>
              <a:gd name="connsiteY90" fmla="*/ 236930 h 354521"/>
              <a:gd name="connsiteX91" fmla="*/ 153051 w 459153"/>
              <a:gd name="connsiteY91" fmla="*/ 224562 h 354521"/>
              <a:gd name="connsiteX92" fmla="*/ 140683 w 459153"/>
              <a:gd name="connsiteY92" fmla="*/ 236930 h 354521"/>
              <a:gd name="connsiteX93" fmla="*/ 127157 w 459153"/>
              <a:gd name="connsiteY93" fmla="*/ 223404 h 354521"/>
              <a:gd name="connsiteX94" fmla="*/ 139525 w 459153"/>
              <a:gd name="connsiteY94" fmla="*/ 211036 h 354521"/>
              <a:gd name="connsiteX95" fmla="*/ 127157 w 459153"/>
              <a:gd name="connsiteY95" fmla="*/ 198667 h 354521"/>
              <a:gd name="connsiteX96" fmla="*/ 238722 w 459153"/>
              <a:gd name="connsiteY96" fmla="*/ 105813 h 354521"/>
              <a:gd name="connsiteX97" fmla="*/ 219590 w 459153"/>
              <a:gd name="connsiteY97" fmla="*/ 105758 h 354521"/>
              <a:gd name="connsiteX98" fmla="*/ 219768 w 459153"/>
              <a:gd name="connsiteY98" fmla="*/ 48344 h 354521"/>
              <a:gd name="connsiteX99" fmla="*/ 238900 w 459153"/>
              <a:gd name="connsiteY99" fmla="*/ 48400 h 354521"/>
              <a:gd name="connsiteX100" fmla="*/ 238722 w 459153"/>
              <a:gd name="connsiteY100" fmla="*/ 105813 h 354521"/>
              <a:gd name="connsiteX101" fmla="*/ 238861 w 459153"/>
              <a:gd name="connsiteY101" fmla="*/ 115314 h 354521"/>
              <a:gd name="connsiteX102" fmla="*/ 238900 w 459153"/>
              <a:gd name="connsiteY102" fmla="*/ 134445 h 354521"/>
              <a:gd name="connsiteX103" fmla="*/ 219768 w 459153"/>
              <a:gd name="connsiteY103" fmla="*/ 134483 h 354521"/>
              <a:gd name="connsiteX104" fmla="*/ 219730 w 459153"/>
              <a:gd name="connsiteY104" fmla="*/ 115352 h 354521"/>
              <a:gd name="connsiteX105" fmla="*/ 238861 w 459153"/>
              <a:gd name="connsiteY105" fmla="*/ 115314 h 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459153" h="354521">
                <a:moveTo>
                  <a:pt x="443853" y="297127"/>
                </a:moveTo>
                <a:lnTo>
                  <a:pt x="439780" y="297127"/>
                </a:lnTo>
                <a:lnTo>
                  <a:pt x="439780" y="29241"/>
                </a:lnTo>
                <a:cubicBezTo>
                  <a:pt x="439780" y="18694"/>
                  <a:pt x="431205" y="10110"/>
                  <a:pt x="420648" y="10110"/>
                </a:cubicBezTo>
                <a:lnTo>
                  <a:pt x="246612" y="10110"/>
                </a:lnTo>
                <a:lnTo>
                  <a:pt x="245559" y="8428"/>
                </a:lnTo>
                <a:cubicBezTo>
                  <a:pt x="238525" y="-2819"/>
                  <a:pt x="220178" y="-2800"/>
                  <a:pt x="213135" y="8428"/>
                </a:cubicBezTo>
                <a:lnTo>
                  <a:pt x="212083" y="10110"/>
                </a:lnTo>
                <a:lnTo>
                  <a:pt x="38020" y="10110"/>
                </a:lnTo>
                <a:cubicBezTo>
                  <a:pt x="27473" y="10110"/>
                  <a:pt x="18888" y="18694"/>
                  <a:pt x="18888" y="29241"/>
                </a:cubicBezTo>
                <a:lnTo>
                  <a:pt x="18888" y="297127"/>
                </a:lnTo>
                <a:lnTo>
                  <a:pt x="14060" y="297127"/>
                </a:lnTo>
                <a:cubicBezTo>
                  <a:pt x="6306" y="297127"/>
                  <a:pt x="0" y="303433"/>
                  <a:pt x="0" y="312438"/>
                </a:cubicBezTo>
                <a:cubicBezTo>
                  <a:pt x="0" y="335643"/>
                  <a:pt x="18879" y="354521"/>
                  <a:pt x="42093" y="354521"/>
                </a:cubicBezTo>
                <a:lnTo>
                  <a:pt x="417061" y="354521"/>
                </a:lnTo>
                <a:cubicBezTo>
                  <a:pt x="440266" y="354521"/>
                  <a:pt x="459154" y="335643"/>
                  <a:pt x="459154" y="312438"/>
                </a:cubicBezTo>
                <a:cubicBezTo>
                  <a:pt x="459154" y="303993"/>
                  <a:pt x="452297" y="297127"/>
                  <a:pt x="443853" y="297127"/>
                </a:cubicBezTo>
                <a:close/>
                <a:moveTo>
                  <a:pt x="307953" y="144066"/>
                </a:moveTo>
                <a:lnTo>
                  <a:pt x="150838" y="144066"/>
                </a:lnTo>
                <a:lnTo>
                  <a:pt x="150782" y="144141"/>
                </a:lnTo>
                <a:lnTo>
                  <a:pt x="229344" y="18572"/>
                </a:lnTo>
                <a:lnTo>
                  <a:pt x="307953" y="144066"/>
                </a:lnTo>
                <a:close/>
                <a:moveTo>
                  <a:pt x="134042" y="153314"/>
                </a:moveTo>
                <a:cubicBezTo>
                  <a:pt x="137415" y="159413"/>
                  <a:pt x="143851" y="163198"/>
                  <a:pt x="150838" y="163198"/>
                </a:cubicBezTo>
                <a:lnTo>
                  <a:pt x="307953" y="163198"/>
                </a:lnTo>
                <a:cubicBezTo>
                  <a:pt x="314884" y="163198"/>
                  <a:pt x="321255" y="159442"/>
                  <a:pt x="324599" y="153399"/>
                </a:cubicBezTo>
                <a:cubicBezTo>
                  <a:pt x="327981" y="147317"/>
                  <a:pt x="327775" y="139854"/>
                  <a:pt x="324077" y="133921"/>
                </a:cubicBezTo>
                <a:lnTo>
                  <a:pt x="282521" y="67502"/>
                </a:lnTo>
                <a:lnTo>
                  <a:pt x="382385" y="67502"/>
                </a:lnTo>
                <a:lnTo>
                  <a:pt x="382385" y="258817"/>
                </a:lnTo>
                <a:lnTo>
                  <a:pt x="76283" y="258817"/>
                </a:lnTo>
                <a:lnTo>
                  <a:pt x="76283" y="67504"/>
                </a:lnTo>
                <a:lnTo>
                  <a:pt x="176170" y="67504"/>
                </a:lnTo>
                <a:lnTo>
                  <a:pt x="134565" y="133997"/>
                </a:lnTo>
                <a:cubicBezTo>
                  <a:pt x="130893" y="139863"/>
                  <a:pt x="130689" y="147271"/>
                  <a:pt x="134042" y="153316"/>
                </a:cubicBezTo>
                <a:close/>
                <a:moveTo>
                  <a:pt x="38020" y="29241"/>
                </a:moveTo>
                <a:lnTo>
                  <a:pt x="200113" y="29241"/>
                </a:lnTo>
                <a:lnTo>
                  <a:pt x="188142" y="48373"/>
                </a:lnTo>
                <a:lnTo>
                  <a:pt x="76283" y="48373"/>
                </a:lnTo>
                <a:cubicBezTo>
                  <a:pt x="65736" y="48373"/>
                  <a:pt x="57151" y="56957"/>
                  <a:pt x="57151" y="67504"/>
                </a:cubicBezTo>
                <a:lnTo>
                  <a:pt x="57151" y="258818"/>
                </a:lnTo>
                <a:cubicBezTo>
                  <a:pt x="57151" y="269366"/>
                  <a:pt x="65736" y="277950"/>
                  <a:pt x="76283" y="277950"/>
                </a:cubicBezTo>
                <a:lnTo>
                  <a:pt x="382385" y="277950"/>
                </a:lnTo>
                <a:cubicBezTo>
                  <a:pt x="392942" y="277950"/>
                  <a:pt x="401517" y="269366"/>
                  <a:pt x="401517" y="258818"/>
                </a:cubicBezTo>
                <a:lnTo>
                  <a:pt x="401517" y="67504"/>
                </a:lnTo>
                <a:cubicBezTo>
                  <a:pt x="401517" y="56957"/>
                  <a:pt x="392942" y="48373"/>
                  <a:pt x="382385" y="48373"/>
                </a:cubicBezTo>
                <a:lnTo>
                  <a:pt x="270551" y="48373"/>
                </a:lnTo>
                <a:lnTo>
                  <a:pt x="258582" y="29241"/>
                </a:lnTo>
                <a:lnTo>
                  <a:pt x="420648" y="29241"/>
                </a:lnTo>
                <a:lnTo>
                  <a:pt x="420648" y="297127"/>
                </a:lnTo>
                <a:lnTo>
                  <a:pt x="38020" y="297127"/>
                </a:lnTo>
                <a:lnTo>
                  <a:pt x="38020" y="29241"/>
                </a:lnTo>
                <a:close/>
                <a:moveTo>
                  <a:pt x="417061" y="335390"/>
                </a:moveTo>
                <a:lnTo>
                  <a:pt x="42093" y="335390"/>
                </a:lnTo>
                <a:cubicBezTo>
                  <a:pt x="31024" y="335390"/>
                  <a:pt x="21766" y="327525"/>
                  <a:pt x="19608" y="316259"/>
                </a:cubicBezTo>
                <a:lnTo>
                  <a:pt x="439705" y="316259"/>
                </a:lnTo>
                <a:cubicBezTo>
                  <a:pt x="437874" y="327104"/>
                  <a:pt x="428421" y="335390"/>
                  <a:pt x="417061" y="335390"/>
                </a:cubicBezTo>
                <a:close/>
                <a:moveTo>
                  <a:pt x="203683" y="223404"/>
                </a:moveTo>
                <a:lnTo>
                  <a:pt x="216051" y="211036"/>
                </a:lnTo>
                <a:lnTo>
                  <a:pt x="203683" y="198667"/>
                </a:lnTo>
                <a:lnTo>
                  <a:pt x="217209" y="185141"/>
                </a:lnTo>
                <a:lnTo>
                  <a:pt x="229577" y="197510"/>
                </a:lnTo>
                <a:lnTo>
                  <a:pt x="241945" y="185141"/>
                </a:lnTo>
                <a:lnTo>
                  <a:pt x="255471" y="198667"/>
                </a:lnTo>
                <a:lnTo>
                  <a:pt x="243103" y="211036"/>
                </a:lnTo>
                <a:lnTo>
                  <a:pt x="255471" y="223404"/>
                </a:lnTo>
                <a:lnTo>
                  <a:pt x="241945" y="236930"/>
                </a:lnTo>
                <a:lnTo>
                  <a:pt x="229577" y="224562"/>
                </a:lnTo>
                <a:lnTo>
                  <a:pt x="217209" y="236930"/>
                </a:lnTo>
                <a:lnTo>
                  <a:pt x="203683" y="223404"/>
                </a:lnTo>
                <a:close/>
                <a:moveTo>
                  <a:pt x="280208" y="223404"/>
                </a:moveTo>
                <a:lnTo>
                  <a:pt x="292577" y="211036"/>
                </a:lnTo>
                <a:lnTo>
                  <a:pt x="280208" y="198667"/>
                </a:lnTo>
                <a:lnTo>
                  <a:pt x="293734" y="185141"/>
                </a:lnTo>
                <a:lnTo>
                  <a:pt x="306103" y="197510"/>
                </a:lnTo>
                <a:lnTo>
                  <a:pt x="318471" y="185141"/>
                </a:lnTo>
                <a:lnTo>
                  <a:pt x="331997" y="198667"/>
                </a:lnTo>
                <a:lnTo>
                  <a:pt x="319629" y="211036"/>
                </a:lnTo>
                <a:lnTo>
                  <a:pt x="331997" y="223404"/>
                </a:lnTo>
                <a:lnTo>
                  <a:pt x="318471" y="236930"/>
                </a:lnTo>
                <a:lnTo>
                  <a:pt x="306103" y="224562"/>
                </a:lnTo>
                <a:lnTo>
                  <a:pt x="293734" y="236930"/>
                </a:lnTo>
                <a:lnTo>
                  <a:pt x="280208" y="223404"/>
                </a:lnTo>
                <a:close/>
                <a:moveTo>
                  <a:pt x="127157" y="198667"/>
                </a:moveTo>
                <a:lnTo>
                  <a:pt x="140683" y="185141"/>
                </a:lnTo>
                <a:lnTo>
                  <a:pt x="153051" y="197510"/>
                </a:lnTo>
                <a:lnTo>
                  <a:pt x="165420" y="185141"/>
                </a:lnTo>
                <a:lnTo>
                  <a:pt x="178946" y="198667"/>
                </a:lnTo>
                <a:lnTo>
                  <a:pt x="166577" y="211036"/>
                </a:lnTo>
                <a:lnTo>
                  <a:pt x="178946" y="223404"/>
                </a:lnTo>
                <a:lnTo>
                  <a:pt x="165420" y="236930"/>
                </a:lnTo>
                <a:lnTo>
                  <a:pt x="153051" y="224562"/>
                </a:lnTo>
                <a:lnTo>
                  <a:pt x="140683" y="236930"/>
                </a:lnTo>
                <a:lnTo>
                  <a:pt x="127157" y="223404"/>
                </a:lnTo>
                <a:lnTo>
                  <a:pt x="139525" y="211036"/>
                </a:lnTo>
                <a:lnTo>
                  <a:pt x="127157" y="198667"/>
                </a:lnTo>
                <a:close/>
                <a:moveTo>
                  <a:pt x="238722" y="105813"/>
                </a:moveTo>
                <a:lnTo>
                  <a:pt x="219590" y="105758"/>
                </a:lnTo>
                <a:lnTo>
                  <a:pt x="219768" y="48344"/>
                </a:lnTo>
                <a:lnTo>
                  <a:pt x="238900" y="48400"/>
                </a:lnTo>
                <a:lnTo>
                  <a:pt x="238722" y="105813"/>
                </a:lnTo>
                <a:close/>
                <a:moveTo>
                  <a:pt x="238861" y="115314"/>
                </a:moveTo>
                <a:lnTo>
                  <a:pt x="238900" y="134445"/>
                </a:lnTo>
                <a:lnTo>
                  <a:pt x="219768" y="134483"/>
                </a:lnTo>
                <a:lnTo>
                  <a:pt x="219730" y="115352"/>
                </a:lnTo>
                <a:lnTo>
                  <a:pt x="238861" y="115314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Graphic 365" descr="Phishing password icon.">
            <a:extLst>
              <a:ext uri="{FF2B5EF4-FFF2-40B4-BE49-F238E27FC236}">
                <a16:creationId xmlns:a16="http://schemas.microsoft.com/office/drawing/2014/main" id="{7900F143-2E8E-B0C1-7193-5A8EDA7DCEC7}"/>
              </a:ext>
            </a:extLst>
          </p:cNvPr>
          <p:cNvSpPr/>
          <p:nvPr/>
        </p:nvSpPr>
        <p:spPr>
          <a:xfrm>
            <a:off x="9535064" y="2412929"/>
            <a:ext cx="459154" cy="382019"/>
          </a:xfrm>
          <a:custGeom>
            <a:avLst/>
            <a:gdLst>
              <a:gd name="connsiteX0" fmla="*/ 443853 w 459154"/>
              <a:gd name="connsiteY0" fmla="*/ 324626 h 382019"/>
              <a:gd name="connsiteX1" fmla="*/ 440023 w 459154"/>
              <a:gd name="connsiteY1" fmla="*/ 324626 h 382019"/>
              <a:gd name="connsiteX2" fmla="*/ 440023 w 459154"/>
              <a:gd name="connsiteY2" fmla="*/ 56786 h 382019"/>
              <a:gd name="connsiteX3" fmla="*/ 420891 w 459154"/>
              <a:gd name="connsiteY3" fmla="*/ 37654 h 382019"/>
              <a:gd name="connsiteX4" fmla="*/ 286971 w 459154"/>
              <a:gd name="connsiteY4" fmla="*/ 37654 h 382019"/>
              <a:gd name="connsiteX5" fmla="*/ 286971 w 459154"/>
              <a:gd name="connsiteY5" fmla="*/ 56786 h 382019"/>
              <a:gd name="connsiteX6" fmla="*/ 420891 w 459154"/>
              <a:gd name="connsiteY6" fmla="*/ 56786 h 382019"/>
              <a:gd name="connsiteX7" fmla="*/ 420891 w 459154"/>
              <a:gd name="connsiteY7" fmla="*/ 324626 h 382019"/>
              <a:gd name="connsiteX8" fmla="*/ 38263 w 459154"/>
              <a:gd name="connsiteY8" fmla="*/ 324626 h 382019"/>
              <a:gd name="connsiteX9" fmla="*/ 38263 w 459154"/>
              <a:gd name="connsiteY9" fmla="*/ 56786 h 382019"/>
              <a:gd name="connsiteX10" fmla="*/ 229577 w 459154"/>
              <a:gd name="connsiteY10" fmla="*/ 56786 h 382019"/>
              <a:gd name="connsiteX11" fmla="*/ 229577 w 459154"/>
              <a:gd name="connsiteY11" fmla="*/ 37654 h 382019"/>
              <a:gd name="connsiteX12" fmla="*/ 38263 w 459154"/>
              <a:gd name="connsiteY12" fmla="*/ 37654 h 382019"/>
              <a:gd name="connsiteX13" fmla="*/ 19131 w 459154"/>
              <a:gd name="connsiteY13" fmla="*/ 56786 h 382019"/>
              <a:gd name="connsiteX14" fmla="*/ 19131 w 459154"/>
              <a:gd name="connsiteY14" fmla="*/ 324626 h 382019"/>
              <a:gd name="connsiteX15" fmla="*/ 14050 w 459154"/>
              <a:gd name="connsiteY15" fmla="*/ 324626 h 382019"/>
              <a:gd name="connsiteX16" fmla="*/ 0 w 459154"/>
              <a:gd name="connsiteY16" fmla="*/ 339927 h 382019"/>
              <a:gd name="connsiteX17" fmla="*/ 42093 w 459154"/>
              <a:gd name="connsiteY17" fmla="*/ 382020 h 382019"/>
              <a:gd name="connsiteX18" fmla="*/ 417061 w 459154"/>
              <a:gd name="connsiteY18" fmla="*/ 382020 h 382019"/>
              <a:gd name="connsiteX19" fmla="*/ 459154 w 459154"/>
              <a:gd name="connsiteY19" fmla="*/ 339927 h 382019"/>
              <a:gd name="connsiteX20" fmla="*/ 443853 w 459154"/>
              <a:gd name="connsiteY20" fmla="*/ 324626 h 382019"/>
              <a:gd name="connsiteX21" fmla="*/ 417061 w 459154"/>
              <a:gd name="connsiteY21" fmla="*/ 362889 h 382019"/>
              <a:gd name="connsiteX22" fmla="*/ 42093 w 459154"/>
              <a:gd name="connsiteY22" fmla="*/ 362889 h 382019"/>
              <a:gd name="connsiteX23" fmla="*/ 19608 w 459154"/>
              <a:gd name="connsiteY23" fmla="*/ 343757 h 382019"/>
              <a:gd name="connsiteX24" fmla="*/ 439705 w 459154"/>
              <a:gd name="connsiteY24" fmla="*/ 343757 h 382019"/>
              <a:gd name="connsiteX25" fmla="*/ 417061 w 459154"/>
              <a:gd name="connsiteY25" fmla="*/ 362889 h 382019"/>
              <a:gd name="connsiteX26" fmla="*/ 382628 w 459154"/>
              <a:gd name="connsiteY26" fmla="*/ 95049 h 382019"/>
              <a:gd name="connsiteX27" fmla="*/ 286971 w 459154"/>
              <a:gd name="connsiteY27" fmla="*/ 95049 h 382019"/>
              <a:gd name="connsiteX28" fmla="*/ 286971 w 459154"/>
              <a:gd name="connsiteY28" fmla="*/ 75917 h 382019"/>
              <a:gd name="connsiteX29" fmla="*/ 382628 w 459154"/>
              <a:gd name="connsiteY29" fmla="*/ 75917 h 382019"/>
              <a:gd name="connsiteX30" fmla="*/ 401760 w 459154"/>
              <a:gd name="connsiteY30" fmla="*/ 95049 h 382019"/>
              <a:gd name="connsiteX31" fmla="*/ 401760 w 459154"/>
              <a:gd name="connsiteY31" fmla="*/ 286363 h 382019"/>
              <a:gd name="connsiteX32" fmla="*/ 382628 w 459154"/>
              <a:gd name="connsiteY32" fmla="*/ 305494 h 382019"/>
              <a:gd name="connsiteX33" fmla="*/ 76526 w 459154"/>
              <a:gd name="connsiteY33" fmla="*/ 305494 h 382019"/>
              <a:gd name="connsiteX34" fmla="*/ 57394 w 459154"/>
              <a:gd name="connsiteY34" fmla="*/ 286363 h 382019"/>
              <a:gd name="connsiteX35" fmla="*/ 57394 w 459154"/>
              <a:gd name="connsiteY35" fmla="*/ 95049 h 382019"/>
              <a:gd name="connsiteX36" fmla="*/ 76526 w 459154"/>
              <a:gd name="connsiteY36" fmla="*/ 75917 h 382019"/>
              <a:gd name="connsiteX37" fmla="*/ 229577 w 459154"/>
              <a:gd name="connsiteY37" fmla="*/ 75917 h 382019"/>
              <a:gd name="connsiteX38" fmla="*/ 229577 w 459154"/>
              <a:gd name="connsiteY38" fmla="*/ 95049 h 382019"/>
              <a:gd name="connsiteX39" fmla="*/ 76526 w 459154"/>
              <a:gd name="connsiteY39" fmla="*/ 95049 h 382019"/>
              <a:gd name="connsiteX40" fmla="*/ 76526 w 459154"/>
              <a:gd name="connsiteY40" fmla="*/ 286363 h 382019"/>
              <a:gd name="connsiteX41" fmla="*/ 382628 w 459154"/>
              <a:gd name="connsiteY41" fmla="*/ 286363 h 382019"/>
              <a:gd name="connsiteX42" fmla="*/ 382628 w 459154"/>
              <a:gd name="connsiteY42" fmla="*/ 95049 h 382019"/>
              <a:gd name="connsiteX43" fmla="*/ 203683 w 459154"/>
              <a:gd name="connsiteY43" fmla="*/ 250903 h 382019"/>
              <a:gd name="connsiteX44" fmla="*/ 216051 w 459154"/>
              <a:gd name="connsiteY44" fmla="*/ 238534 h 382019"/>
              <a:gd name="connsiteX45" fmla="*/ 203683 w 459154"/>
              <a:gd name="connsiteY45" fmla="*/ 226166 h 382019"/>
              <a:gd name="connsiteX46" fmla="*/ 217209 w 459154"/>
              <a:gd name="connsiteY46" fmla="*/ 212640 h 382019"/>
              <a:gd name="connsiteX47" fmla="*/ 229577 w 459154"/>
              <a:gd name="connsiteY47" fmla="*/ 225008 h 382019"/>
              <a:gd name="connsiteX48" fmla="*/ 241945 w 459154"/>
              <a:gd name="connsiteY48" fmla="*/ 212640 h 382019"/>
              <a:gd name="connsiteX49" fmla="*/ 255471 w 459154"/>
              <a:gd name="connsiteY49" fmla="*/ 226166 h 382019"/>
              <a:gd name="connsiteX50" fmla="*/ 243103 w 459154"/>
              <a:gd name="connsiteY50" fmla="*/ 238534 h 382019"/>
              <a:gd name="connsiteX51" fmla="*/ 255471 w 459154"/>
              <a:gd name="connsiteY51" fmla="*/ 250903 h 382019"/>
              <a:gd name="connsiteX52" fmla="*/ 241945 w 459154"/>
              <a:gd name="connsiteY52" fmla="*/ 264429 h 382019"/>
              <a:gd name="connsiteX53" fmla="*/ 229577 w 459154"/>
              <a:gd name="connsiteY53" fmla="*/ 252060 h 382019"/>
              <a:gd name="connsiteX54" fmla="*/ 217209 w 459154"/>
              <a:gd name="connsiteY54" fmla="*/ 264429 h 382019"/>
              <a:gd name="connsiteX55" fmla="*/ 203683 w 459154"/>
              <a:gd name="connsiteY55" fmla="*/ 250903 h 382019"/>
              <a:gd name="connsiteX56" fmla="*/ 280208 w 459154"/>
              <a:gd name="connsiteY56" fmla="*/ 250903 h 382019"/>
              <a:gd name="connsiteX57" fmla="*/ 292577 w 459154"/>
              <a:gd name="connsiteY57" fmla="*/ 238534 h 382019"/>
              <a:gd name="connsiteX58" fmla="*/ 280208 w 459154"/>
              <a:gd name="connsiteY58" fmla="*/ 226166 h 382019"/>
              <a:gd name="connsiteX59" fmla="*/ 293734 w 459154"/>
              <a:gd name="connsiteY59" fmla="*/ 212640 h 382019"/>
              <a:gd name="connsiteX60" fmla="*/ 306103 w 459154"/>
              <a:gd name="connsiteY60" fmla="*/ 225008 h 382019"/>
              <a:gd name="connsiteX61" fmla="*/ 318471 w 459154"/>
              <a:gd name="connsiteY61" fmla="*/ 212640 h 382019"/>
              <a:gd name="connsiteX62" fmla="*/ 331997 w 459154"/>
              <a:gd name="connsiteY62" fmla="*/ 226166 h 382019"/>
              <a:gd name="connsiteX63" fmla="*/ 319629 w 459154"/>
              <a:gd name="connsiteY63" fmla="*/ 238534 h 382019"/>
              <a:gd name="connsiteX64" fmla="*/ 331997 w 459154"/>
              <a:gd name="connsiteY64" fmla="*/ 250903 h 382019"/>
              <a:gd name="connsiteX65" fmla="*/ 318471 w 459154"/>
              <a:gd name="connsiteY65" fmla="*/ 264429 h 382019"/>
              <a:gd name="connsiteX66" fmla="*/ 306103 w 459154"/>
              <a:gd name="connsiteY66" fmla="*/ 252060 h 382019"/>
              <a:gd name="connsiteX67" fmla="*/ 293734 w 459154"/>
              <a:gd name="connsiteY67" fmla="*/ 264429 h 382019"/>
              <a:gd name="connsiteX68" fmla="*/ 280208 w 459154"/>
              <a:gd name="connsiteY68" fmla="*/ 250903 h 382019"/>
              <a:gd name="connsiteX69" fmla="*/ 178946 w 459154"/>
              <a:gd name="connsiteY69" fmla="*/ 226166 h 382019"/>
              <a:gd name="connsiteX70" fmla="*/ 166577 w 459154"/>
              <a:gd name="connsiteY70" fmla="*/ 238534 h 382019"/>
              <a:gd name="connsiteX71" fmla="*/ 178946 w 459154"/>
              <a:gd name="connsiteY71" fmla="*/ 250903 h 382019"/>
              <a:gd name="connsiteX72" fmla="*/ 165420 w 459154"/>
              <a:gd name="connsiteY72" fmla="*/ 264429 h 382019"/>
              <a:gd name="connsiteX73" fmla="*/ 153051 w 459154"/>
              <a:gd name="connsiteY73" fmla="*/ 252060 h 382019"/>
              <a:gd name="connsiteX74" fmla="*/ 140683 w 459154"/>
              <a:gd name="connsiteY74" fmla="*/ 264429 h 382019"/>
              <a:gd name="connsiteX75" fmla="*/ 127157 w 459154"/>
              <a:gd name="connsiteY75" fmla="*/ 250903 h 382019"/>
              <a:gd name="connsiteX76" fmla="*/ 139525 w 459154"/>
              <a:gd name="connsiteY76" fmla="*/ 238534 h 382019"/>
              <a:gd name="connsiteX77" fmla="*/ 127157 w 459154"/>
              <a:gd name="connsiteY77" fmla="*/ 226166 h 382019"/>
              <a:gd name="connsiteX78" fmla="*/ 140683 w 459154"/>
              <a:gd name="connsiteY78" fmla="*/ 212640 h 382019"/>
              <a:gd name="connsiteX79" fmla="*/ 153051 w 459154"/>
              <a:gd name="connsiteY79" fmla="*/ 225008 h 382019"/>
              <a:gd name="connsiteX80" fmla="*/ 165420 w 459154"/>
              <a:gd name="connsiteY80" fmla="*/ 212640 h 382019"/>
              <a:gd name="connsiteX81" fmla="*/ 178946 w 459154"/>
              <a:gd name="connsiteY81" fmla="*/ 226166 h 382019"/>
              <a:gd name="connsiteX82" fmla="*/ 229875 w 459154"/>
              <a:gd name="connsiteY82" fmla="*/ 171574 h 382019"/>
              <a:gd name="connsiteX83" fmla="*/ 210455 w 459154"/>
              <a:gd name="connsiteY83" fmla="*/ 171574 h 382019"/>
              <a:gd name="connsiteX84" fmla="*/ 191314 w 459154"/>
              <a:gd name="connsiteY84" fmla="*/ 152433 h 382019"/>
              <a:gd name="connsiteX85" fmla="*/ 191314 w 459154"/>
              <a:gd name="connsiteY85" fmla="*/ 141345 h 382019"/>
              <a:gd name="connsiteX86" fmla="*/ 204037 w 459154"/>
              <a:gd name="connsiteY86" fmla="*/ 150930 h 382019"/>
              <a:gd name="connsiteX87" fmla="*/ 215546 w 459154"/>
              <a:gd name="connsiteY87" fmla="*/ 135647 h 382019"/>
              <a:gd name="connsiteX88" fmla="*/ 193032 w 459154"/>
              <a:gd name="connsiteY88" fmla="*/ 118907 h 382019"/>
              <a:gd name="connsiteX89" fmla="*/ 178992 w 459154"/>
              <a:gd name="connsiteY89" fmla="*/ 119656 h 382019"/>
              <a:gd name="connsiteX90" fmla="*/ 172181 w 459154"/>
              <a:gd name="connsiteY90" fmla="*/ 131949 h 382019"/>
              <a:gd name="connsiteX91" fmla="*/ 172181 w 459154"/>
              <a:gd name="connsiteY91" fmla="*/ 152435 h 382019"/>
              <a:gd name="connsiteX92" fmla="*/ 210453 w 459154"/>
              <a:gd name="connsiteY92" fmla="*/ 190708 h 382019"/>
              <a:gd name="connsiteX93" fmla="*/ 229874 w 459154"/>
              <a:gd name="connsiteY93" fmla="*/ 190708 h 382019"/>
              <a:gd name="connsiteX94" fmla="*/ 267838 w 459154"/>
              <a:gd name="connsiteY94" fmla="*/ 152772 h 382019"/>
              <a:gd name="connsiteX95" fmla="*/ 268125 w 459154"/>
              <a:gd name="connsiteY95" fmla="*/ 45940 h 382019"/>
              <a:gd name="connsiteX96" fmla="*/ 278293 w 459154"/>
              <a:gd name="connsiteY96" fmla="*/ 37656 h 382019"/>
              <a:gd name="connsiteX97" fmla="*/ 282095 w 459154"/>
              <a:gd name="connsiteY97" fmla="*/ 28091 h 382019"/>
              <a:gd name="connsiteX98" fmla="*/ 282728 w 459154"/>
              <a:gd name="connsiteY98" fmla="*/ 23914 h 382019"/>
              <a:gd name="connsiteX99" fmla="*/ 258814 w 459154"/>
              <a:gd name="connsiteY99" fmla="*/ 0 h 382019"/>
              <a:gd name="connsiteX100" fmla="*/ 234909 w 459154"/>
              <a:gd name="connsiteY100" fmla="*/ 23914 h 382019"/>
              <a:gd name="connsiteX101" fmla="*/ 235535 w 459154"/>
              <a:gd name="connsiteY101" fmla="*/ 28091 h 382019"/>
              <a:gd name="connsiteX102" fmla="*/ 239466 w 459154"/>
              <a:gd name="connsiteY102" fmla="*/ 37656 h 382019"/>
              <a:gd name="connsiteX103" fmla="*/ 248993 w 459154"/>
              <a:gd name="connsiteY103" fmla="*/ 45594 h 382019"/>
              <a:gd name="connsiteX104" fmla="*/ 248705 w 459154"/>
              <a:gd name="connsiteY104" fmla="*/ 152743 h 382019"/>
              <a:gd name="connsiteX105" fmla="*/ 229872 w 459154"/>
              <a:gd name="connsiteY105" fmla="*/ 171576 h 382019"/>
              <a:gd name="connsiteX106" fmla="*/ 258816 w 459154"/>
              <a:gd name="connsiteY106" fmla="*/ 19130 h 382019"/>
              <a:gd name="connsiteX107" fmla="*/ 263598 w 459154"/>
              <a:gd name="connsiteY107" fmla="*/ 23912 h 382019"/>
              <a:gd name="connsiteX108" fmla="*/ 254052 w 459154"/>
              <a:gd name="connsiteY108" fmla="*/ 23912 h 382019"/>
              <a:gd name="connsiteX109" fmla="*/ 258816 w 459154"/>
              <a:gd name="connsiteY109" fmla="*/ 19130 h 38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59154" h="382019">
                <a:moveTo>
                  <a:pt x="443853" y="324626"/>
                </a:moveTo>
                <a:lnTo>
                  <a:pt x="440023" y="324626"/>
                </a:lnTo>
                <a:lnTo>
                  <a:pt x="440023" y="56786"/>
                </a:lnTo>
                <a:cubicBezTo>
                  <a:pt x="440023" y="46239"/>
                  <a:pt x="431448" y="37654"/>
                  <a:pt x="420891" y="37654"/>
                </a:cubicBezTo>
                <a:lnTo>
                  <a:pt x="286971" y="37654"/>
                </a:lnTo>
                <a:lnTo>
                  <a:pt x="286971" y="56786"/>
                </a:lnTo>
                <a:lnTo>
                  <a:pt x="420891" y="56786"/>
                </a:lnTo>
                <a:lnTo>
                  <a:pt x="420891" y="324626"/>
                </a:lnTo>
                <a:lnTo>
                  <a:pt x="38263" y="324626"/>
                </a:lnTo>
                <a:lnTo>
                  <a:pt x="38263" y="56786"/>
                </a:lnTo>
                <a:lnTo>
                  <a:pt x="229577" y="56786"/>
                </a:lnTo>
                <a:lnTo>
                  <a:pt x="229577" y="37654"/>
                </a:lnTo>
                <a:lnTo>
                  <a:pt x="38263" y="37654"/>
                </a:lnTo>
                <a:cubicBezTo>
                  <a:pt x="27716" y="37654"/>
                  <a:pt x="19131" y="46239"/>
                  <a:pt x="19131" y="56786"/>
                </a:cubicBezTo>
                <a:lnTo>
                  <a:pt x="19131" y="324626"/>
                </a:lnTo>
                <a:lnTo>
                  <a:pt x="14050" y="324626"/>
                </a:lnTo>
                <a:cubicBezTo>
                  <a:pt x="6306" y="324626"/>
                  <a:pt x="0" y="330931"/>
                  <a:pt x="0" y="339927"/>
                </a:cubicBezTo>
                <a:cubicBezTo>
                  <a:pt x="0" y="363141"/>
                  <a:pt x="18879" y="382020"/>
                  <a:pt x="42093" y="382020"/>
                </a:cubicBezTo>
                <a:lnTo>
                  <a:pt x="417061" y="382020"/>
                </a:lnTo>
                <a:cubicBezTo>
                  <a:pt x="440266" y="382020"/>
                  <a:pt x="459154" y="363141"/>
                  <a:pt x="459154" y="339927"/>
                </a:cubicBezTo>
                <a:cubicBezTo>
                  <a:pt x="459154" y="331492"/>
                  <a:pt x="452297" y="324626"/>
                  <a:pt x="443853" y="324626"/>
                </a:cubicBezTo>
                <a:close/>
                <a:moveTo>
                  <a:pt x="417061" y="362889"/>
                </a:moveTo>
                <a:lnTo>
                  <a:pt x="42093" y="362889"/>
                </a:lnTo>
                <a:cubicBezTo>
                  <a:pt x="31033" y="362889"/>
                  <a:pt x="21766" y="355024"/>
                  <a:pt x="19608" y="343757"/>
                </a:cubicBezTo>
                <a:lnTo>
                  <a:pt x="439705" y="343757"/>
                </a:lnTo>
                <a:cubicBezTo>
                  <a:pt x="437874" y="354603"/>
                  <a:pt x="428421" y="362889"/>
                  <a:pt x="417061" y="362889"/>
                </a:cubicBezTo>
                <a:close/>
                <a:moveTo>
                  <a:pt x="382628" y="95049"/>
                </a:moveTo>
                <a:lnTo>
                  <a:pt x="286971" y="95049"/>
                </a:lnTo>
                <a:lnTo>
                  <a:pt x="286971" y="75917"/>
                </a:lnTo>
                <a:lnTo>
                  <a:pt x="382628" y="75917"/>
                </a:lnTo>
                <a:cubicBezTo>
                  <a:pt x="393185" y="75917"/>
                  <a:pt x="401760" y="84502"/>
                  <a:pt x="401760" y="95049"/>
                </a:cubicBezTo>
                <a:lnTo>
                  <a:pt x="401760" y="286363"/>
                </a:lnTo>
                <a:cubicBezTo>
                  <a:pt x="401760" y="296910"/>
                  <a:pt x="393185" y="305494"/>
                  <a:pt x="382628" y="305494"/>
                </a:cubicBezTo>
                <a:lnTo>
                  <a:pt x="76526" y="305494"/>
                </a:lnTo>
                <a:cubicBezTo>
                  <a:pt x="65979" y="305494"/>
                  <a:pt x="57394" y="296910"/>
                  <a:pt x="57394" y="286363"/>
                </a:cubicBezTo>
                <a:lnTo>
                  <a:pt x="57394" y="95049"/>
                </a:lnTo>
                <a:cubicBezTo>
                  <a:pt x="57394" y="84502"/>
                  <a:pt x="65979" y="75917"/>
                  <a:pt x="76526" y="75917"/>
                </a:cubicBezTo>
                <a:lnTo>
                  <a:pt x="229577" y="75917"/>
                </a:lnTo>
                <a:lnTo>
                  <a:pt x="229577" y="95049"/>
                </a:lnTo>
                <a:lnTo>
                  <a:pt x="76526" y="95049"/>
                </a:lnTo>
                <a:lnTo>
                  <a:pt x="76526" y="286363"/>
                </a:lnTo>
                <a:lnTo>
                  <a:pt x="382628" y="286363"/>
                </a:lnTo>
                <a:lnTo>
                  <a:pt x="382628" y="95049"/>
                </a:lnTo>
                <a:close/>
                <a:moveTo>
                  <a:pt x="203683" y="250903"/>
                </a:moveTo>
                <a:lnTo>
                  <a:pt x="216051" y="238534"/>
                </a:lnTo>
                <a:lnTo>
                  <a:pt x="203683" y="226166"/>
                </a:lnTo>
                <a:lnTo>
                  <a:pt x="217209" y="212640"/>
                </a:lnTo>
                <a:lnTo>
                  <a:pt x="229577" y="225008"/>
                </a:lnTo>
                <a:lnTo>
                  <a:pt x="241945" y="212640"/>
                </a:lnTo>
                <a:lnTo>
                  <a:pt x="255471" y="226166"/>
                </a:lnTo>
                <a:lnTo>
                  <a:pt x="243103" y="238534"/>
                </a:lnTo>
                <a:lnTo>
                  <a:pt x="255471" y="250903"/>
                </a:lnTo>
                <a:lnTo>
                  <a:pt x="241945" y="264429"/>
                </a:lnTo>
                <a:lnTo>
                  <a:pt x="229577" y="252060"/>
                </a:lnTo>
                <a:lnTo>
                  <a:pt x="217209" y="264429"/>
                </a:lnTo>
                <a:lnTo>
                  <a:pt x="203683" y="250903"/>
                </a:lnTo>
                <a:close/>
                <a:moveTo>
                  <a:pt x="280208" y="250903"/>
                </a:moveTo>
                <a:lnTo>
                  <a:pt x="292577" y="238534"/>
                </a:lnTo>
                <a:lnTo>
                  <a:pt x="280208" y="226166"/>
                </a:lnTo>
                <a:lnTo>
                  <a:pt x="293734" y="212640"/>
                </a:lnTo>
                <a:lnTo>
                  <a:pt x="306103" y="225008"/>
                </a:lnTo>
                <a:lnTo>
                  <a:pt x="318471" y="212640"/>
                </a:lnTo>
                <a:lnTo>
                  <a:pt x="331997" y="226166"/>
                </a:lnTo>
                <a:lnTo>
                  <a:pt x="319629" y="238534"/>
                </a:lnTo>
                <a:lnTo>
                  <a:pt x="331997" y="250903"/>
                </a:lnTo>
                <a:lnTo>
                  <a:pt x="318471" y="264429"/>
                </a:lnTo>
                <a:lnTo>
                  <a:pt x="306103" y="252060"/>
                </a:lnTo>
                <a:lnTo>
                  <a:pt x="293734" y="264429"/>
                </a:lnTo>
                <a:lnTo>
                  <a:pt x="280208" y="250903"/>
                </a:lnTo>
                <a:close/>
                <a:moveTo>
                  <a:pt x="178946" y="226166"/>
                </a:moveTo>
                <a:lnTo>
                  <a:pt x="166577" y="238534"/>
                </a:lnTo>
                <a:lnTo>
                  <a:pt x="178946" y="250903"/>
                </a:lnTo>
                <a:lnTo>
                  <a:pt x="165420" y="264429"/>
                </a:lnTo>
                <a:lnTo>
                  <a:pt x="153051" y="252060"/>
                </a:lnTo>
                <a:lnTo>
                  <a:pt x="140683" y="264429"/>
                </a:lnTo>
                <a:lnTo>
                  <a:pt x="127157" y="250903"/>
                </a:lnTo>
                <a:lnTo>
                  <a:pt x="139525" y="238534"/>
                </a:lnTo>
                <a:lnTo>
                  <a:pt x="127157" y="226166"/>
                </a:lnTo>
                <a:lnTo>
                  <a:pt x="140683" y="212640"/>
                </a:lnTo>
                <a:lnTo>
                  <a:pt x="153051" y="225008"/>
                </a:lnTo>
                <a:lnTo>
                  <a:pt x="165420" y="212640"/>
                </a:lnTo>
                <a:lnTo>
                  <a:pt x="178946" y="226166"/>
                </a:lnTo>
                <a:close/>
                <a:moveTo>
                  <a:pt x="229875" y="171574"/>
                </a:moveTo>
                <a:lnTo>
                  <a:pt x="210455" y="171574"/>
                </a:lnTo>
                <a:cubicBezTo>
                  <a:pt x="199898" y="171574"/>
                  <a:pt x="191314" y="162990"/>
                  <a:pt x="191314" y="152433"/>
                </a:cubicBezTo>
                <a:lnTo>
                  <a:pt x="191314" y="141345"/>
                </a:lnTo>
                <a:lnTo>
                  <a:pt x="204037" y="150930"/>
                </a:lnTo>
                <a:lnTo>
                  <a:pt x="215546" y="135647"/>
                </a:lnTo>
                <a:lnTo>
                  <a:pt x="193032" y="118907"/>
                </a:lnTo>
                <a:cubicBezTo>
                  <a:pt x="188502" y="116721"/>
                  <a:pt x="183279" y="116983"/>
                  <a:pt x="178992" y="119656"/>
                </a:cubicBezTo>
                <a:cubicBezTo>
                  <a:pt x="174731" y="122319"/>
                  <a:pt x="172181" y="126914"/>
                  <a:pt x="172181" y="131949"/>
                </a:cubicBezTo>
                <a:lnTo>
                  <a:pt x="172181" y="152435"/>
                </a:lnTo>
                <a:cubicBezTo>
                  <a:pt x="172181" y="173537"/>
                  <a:pt x="189351" y="190708"/>
                  <a:pt x="210453" y="190708"/>
                </a:cubicBezTo>
                <a:lnTo>
                  <a:pt x="229874" y="190708"/>
                </a:lnTo>
                <a:cubicBezTo>
                  <a:pt x="250799" y="190708"/>
                  <a:pt x="267838" y="173679"/>
                  <a:pt x="267838" y="152772"/>
                </a:cubicBezTo>
                <a:lnTo>
                  <a:pt x="268125" y="45940"/>
                </a:lnTo>
                <a:cubicBezTo>
                  <a:pt x="272250" y="44192"/>
                  <a:pt x="275735" y="41270"/>
                  <a:pt x="278293" y="37656"/>
                </a:cubicBezTo>
                <a:cubicBezTo>
                  <a:pt x="280271" y="34861"/>
                  <a:pt x="281465" y="31588"/>
                  <a:pt x="282095" y="28091"/>
                </a:cubicBezTo>
                <a:cubicBezTo>
                  <a:pt x="282345" y="26707"/>
                  <a:pt x="282728" y="25368"/>
                  <a:pt x="282728" y="23914"/>
                </a:cubicBezTo>
                <a:cubicBezTo>
                  <a:pt x="282728" y="10723"/>
                  <a:pt x="272005" y="0"/>
                  <a:pt x="258814" y="0"/>
                </a:cubicBezTo>
                <a:cubicBezTo>
                  <a:pt x="245632" y="0"/>
                  <a:pt x="234909" y="10723"/>
                  <a:pt x="234909" y="23914"/>
                </a:cubicBezTo>
                <a:cubicBezTo>
                  <a:pt x="234909" y="25368"/>
                  <a:pt x="235282" y="26709"/>
                  <a:pt x="235535" y="28091"/>
                </a:cubicBezTo>
                <a:cubicBezTo>
                  <a:pt x="236177" y="31611"/>
                  <a:pt x="237448" y="34863"/>
                  <a:pt x="239466" y="37656"/>
                </a:cubicBezTo>
                <a:cubicBezTo>
                  <a:pt x="241913" y="41043"/>
                  <a:pt x="245146" y="43840"/>
                  <a:pt x="248993" y="45594"/>
                </a:cubicBezTo>
                <a:lnTo>
                  <a:pt x="248705" y="152743"/>
                </a:lnTo>
                <a:cubicBezTo>
                  <a:pt x="248705" y="163132"/>
                  <a:pt x="240260" y="171576"/>
                  <a:pt x="229872" y="171576"/>
                </a:cubicBezTo>
                <a:close/>
                <a:moveTo>
                  <a:pt x="258816" y="19130"/>
                </a:moveTo>
                <a:cubicBezTo>
                  <a:pt x="261450" y="19130"/>
                  <a:pt x="263598" y="21278"/>
                  <a:pt x="263598" y="23912"/>
                </a:cubicBezTo>
                <a:cubicBezTo>
                  <a:pt x="263598" y="29181"/>
                  <a:pt x="254052" y="29181"/>
                  <a:pt x="254052" y="23912"/>
                </a:cubicBezTo>
                <a:cubicBezTo>
                  <a:pt x="254052" y="21278"/>
                  <a:pt x="256181" y="19130"/>
                  <a:pt x="258816" y="19130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Graphic 353" descr="Monitoring icon.">
            <a:extLst>
              <a:ext uri="{FF2B5EF4-FFF2-40B4-BE49-F238E27FC236}">
                <a16:creationId xmlns:a16="http://schemas.microsoft.com/office/drawing/2014/main" id="{05EBD19C-5584-83D8-C633-4273A8332B00}"/>
              </a:ext>
            </a:extLst>
          </p:cNvPr>
          <p:cNvSpPr/>
          <p:nvPr/>
        </p:nvSpPr>
        <p:spPr>
          <a:xfrm>
            <a:off x="10782468" y="2431756"/>
            <a:ext cx="459154" cy="344365"/>
          </a:xfrm>
          <a:custGeom>
            <a:avLst/>
            <a:gdLst>
              <a:gd name="connsiteX0" fmla="*/ 340539 w 459154"/>
              <a:gd name="connsiteY0" fmla="*/ 149225 h 344365"/>
              <a:gd name="connsiteX1" fmla="*/ 229577 w 459154"/>
              <a:gd name="connsiteY1" fmla="*/ 76526 h 344365"/>
              <a:gd name="connsiteX2" fmla="*/ 118615 w 459154"/>
              <a:gd name="connsiteY2" fmla="*/ 149225 h 344365"/>
              <a:gd name="connsiteX3" fmla="*/ 118615 w 459154"/>
              <a:gd name="connsiteY3" fmla="*/ 158791 h 344365"/>
              <a:gd name="connsiteX4" fmla="*/ 229577 w 459154"/>
              <a:gd name="connsiteY4" fmla="*/ 229577 h 344365"/>
              <a:gd name="connsiteX5" fmla="*/ 340539 w 459154"/>
              <a:gd name="connsiteY5" fmla="*/ 156878 h 344365"/>
              <a:gd name="connsiteX6" fmla="*/ 340539 w 459154"/>
              <a:gd name="connsiteY6" fmla="*/ 149225 h 344365"/>
              <a:gd name="connsiteX7" fmla="*/ 340539 w 459154"/>
              <a:gd name="connsiteY7" fmla="*/ 149225 h 344365"/>
              <a:gd name="connsiteX8" fmla="*/ 340539 w 459154"/>
              <a:gd name="connsiteY8" fmla="*/ 149225 h 344365"/>
              <a:gd name="connsiteX9" fmla="*/ 229577 w 459154"/>
              <a:gd name="connsiteY9" fmla="*/ 210446 h 344365"/>
              <a:gd name="connsiteX10" fmla="*/ 137746 w 459154"/>
              <a:gd name="connsiteY10" fmla="*/ 153051 h 344365"/>
              <a:gd name="connsiteX11" fmla="*/ 229577 w 459154"/>
              <a:gd name="connsiteY11" fmla="*/ 95657 h 344365"/>
              <a:gd name="connsiteX12" fmla="*/ 321408 w 459154"/>
              <a:gd name="connsiteY12" fmla="*/ 153051 h 344365"/>
              <a:gd name="connsiteX13" fmla="*/ 229577 w 459154"/>
              <a:gd name="connsiteY13" fmla="*/ 210446 h 344365"/>
              <a:gd name="connsiteX14" fmla="*/ 229577 w 459154"/>
              <a:gd name="connsiteY14" fmla="*/ 105223 h 344365"/>
              <a:gd name="connsiteX15" fmla="*/ 181748 w 459154"/>
              <a:gd name="connsiteY15" fmla="*/ 153051 h 344365"/>
              <a:gd name="connsiteX16" fmla="*/ 229577 w 459154"/>
              <a:gd name="connsiteY16" fmla="*/ 200880 h 344365"/>
              <a:gd name="connsiteX17" fmla="*/ 277406 w 459154"/>
              <a:gd name="connsiteY17" fmla="*/ 153051 h 344365"/>
              <a:gd name="connsiteX18" fmla="*/ 229577 w 459154"/>
              <a:gd name="connsiteY18" fmla="*/ 105223 h 344365"/>
              <a:gd name="connsiteX19" fmla="*/ 229577 w 459154"/>
              <a:gd name="connsiteY19" fmla="*/ 181748 h 344365"/>
              <a:gd name="connsiteX20" fmla="*/ 200880 w 459154"/>
              <a:gd name="connsiteY20" fmla="*/ 153051 h 344365"/>
              <a:gd name="connsiteX21" fmla="*/ 229577 w 459154"/>
              <a:gd name="connsiteY21" fmla="*/ 124354 h 344365"/>
              <a:gd name="connsiteX22" fmla="*/ 258274 w 459154"/>
              <a:gd name="connsiteY22" fmla="*/ 153051 h 344365"/>
              <a:gd name="connsiteX23" fmla="*/ 229577 w 459154"/>
              <a:gd name="connsiteY23" fmla="*/ 181748 h 344365"/>
              <a:gd name="connsiteX24" fmla="*/ 443849 w 459154"/>
              <a:gd name="connsiteY24" fmla="*/ 286971 h 344365"/>
              <a:gd name="connsiteX25" fmla="*/ 440023 w 459154"/>
              <a:gd name="connsiteY25" fmla="*/ 286971 h 344365"/>
              <a:gd name="connsiteX26" fmla="*/ 440023 w 459154"/>
              <a:gd name="connsiteY26" fmla="*/ 19131 h 344365"/>
              <a:gd name="connsiteX27" fmla="*/ 420891 w 459154"/>
              <a:gd name="connsiteY27" fmla="*/ 0 h 344365"/>
              <a:gd name="connsiteX28" fmla="*/ 38263 w 459154"/>
              <a:gd name="connsiteY28" fmla="*/ 0 h 344365"/>
              <a:gd name="connsiteX29" fmla="*/ 19131 w 459154"/>
              <a:gd name="connsiteY29" fmla="*/ 19131 h 344365"/>
              <a:gd name="connsiteX30" fmla="*/ 19131 w 459154"/>
              <a:gd name="connsiteY30" fmla="*/ 286971 h 344365"/>
              <a:gd name="connsiteX31" fmla="*/ 13392 w 459154"/>
              <a:gd name="connsiteY31" fmla="*/ 286971 h 344365"/>
              <a:gd name="connsiteX32" fmla="*/ 0 w 459154"/>
              <a:gd name="connsiteY32" fmla="*/ 302276 h 344365"/>
              <a:gd name="connsiteX33" fmla="*/ 42089 w 459154"/>
              <a:gd name="connsiteY33" fmla="*/ 344366 h 344365"/>
              <a:gd name="connsiteX34" fmla="*/ 417065 w 459154"/>
              <a:gd name="connsiteY34" fmla="*/ 344366 h 344365"/>
              <a:gd name="connsiteX35" fmla="*/ 459154 w 459154"/>
              <a:gd name="connsiteY35" fmla="*/ 302276 h 344365"/>
              <a:gd name="connsiteX36" fmla="*/ 443849 w 459154"/>
              <a:gd name="connsiteY36" fmla="*/ 286971 h 344365"/>
              <a:gd name="connsiteX37" fmla="*/ 40176 w 459154"/>
              <a:gd name="connsiteY37" fmla="*/ 19131 h 344365"/>
              <a:gd name="connsiteX38" fmla="*/ 420891 w 459154"/>
              <a:gd name="connsiteY38" fmla="*/ 19131 h 344365"/>
              <a:gd name="connsiteX39" fmla="*/ 420891 w 459154"/>
              <a:gd name="connsiteY39" fmla="*/ 286971 h 344365"/>
              <a:gd name="connsiteX40" fmla="*/ 38263 w 459154"/>
              <a:gd name="connsiteY40" fmla="*/ 286971 h 344365"/>
              <a:gd name="connsiteX41" fmla="*/ 38263 w 459154"/>
              <a:gd name="connsiteY41" fmla="*/ 19131 h 344365"/>
              <a:gd name="connsiteX42" fmla="*/ 40176 w 459154"/>
              <a:gd name="connsiteY42" fmla="*/ 19131 h 344365"/>
              <a:gd name="connsiteX43" fmla="*/ 417065 w 459154"/>
              <a:gd name="connsiteY43" fmla="*/ 325234 h 344365"/>
              <a:gd name="connsiteX44" fmla="*/ 42089 w 459154"/>
              <a:gd name="connsiteY44" fmla="*/ 325234 h 344365"/>
              <a:gd name="connsiteX45" fmla="*/ 19131 w 459154"/>
              <a:gd name="connsiteY45" fmla="*/ 306103 h 344365"/>
              <a:gd name="connsiteX46" fmla="*/ 440023 w 459154"/>
              <a:gd name="connsiteY46" fmla="*/ 306103 h 344365"/>
              <a:gd name="connsiteX47" fmla="*/ 417065 w 459154"/>
              <a:gd name="connsiteY47" fmla="*/ 325234 h 344365"/>
              <a:gd name="connsiteX48" fmla="*/ 76526 w 459154"/>
              <a:gd name="connsiteY48" fmla="*/ 267840 h 344365"/>
              <a:gd name="connsiteX49" fmla="*/ 382628 w 459154"/>
              <a:gd name="connsiteY49" fmla="*/ 267840 h 344365"/>
              <a:gd name="connsiteX50" fmla="*/ 401760 w 459154"/>
              <a:gd name="connsiteY50" fmla="*/ 248708 h 344365"/>
              <a:gd name="connsiteX51" fmla="*/ 401760 w 459154"/>
              <a:gd name="connsiteY51" fmla="*/ 57394 h 344365"/>
              <a:gd name="connsiteX52" fmla="*/ 382628 w 459154"/>
              <a:gd name="connsiteY52" fmla="*/ 38263 h 344365"/>
              <a:gd name="connsiteX53" fmla="*/ 76526 w 459154"/>
              <a:gd name="connsiteY53" fmla="*/ 38263 h 344365"/>
              <a:gd name="connsiteX54" fmla="*/ 57394 w 459154"/>
              <a:gd name="connsiteY54" fmla="*/ 57394 h 344365"/>
              <a:gd name="connsiteX55" fmla="*/ 57394 w 459154"/>
              <a:gd name="connsiteY55" fmla="*/ 248708 h 344365"/>
              <a:gd name="connsiteX56" fmla="*/ 76526 w 459154"/>
              <a:gd name="connsiteY56" fmla="*/ 267840 h 344365"/>
              <a:gd name="connsiteX57" fmla="*/ 380715 w 459154"/>
              <a:gd name="connsiteY57" fmla="*/ 248708 h 344365"/>
              <a:gd name="connsiteX58" fmla="*/ 74613 w 459154"/>
              <a:gd name="connsiteY58" fmla="*/ 248708 h 344365"/>
              <a:gd name="connsiteX59" fmla="*/ 76526 w 459154"/>
              <a:gd name="connsiteY59" fmla="*/ 57394 h 344365"/>
              <a:gd name="connsiteX60" fmla="*/ 382628 w 459154"/>
              <a:gd name="connsiteY60" fmla="*/ 57394 h 344365"/>
              <a:gd name="connsiteX61" fmla="*/ 382628 w 459154"/>
              <a:gd name="connsiteY61" fmla="*/ 248708 h 344365"/>
              <a:gd name="connsiteX62" fmla="*/ 380715 w 459154"/>
              <a:gd name="connsiteY62" fmla="*/ 248708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59154" h="344365">
                <a:moveTo>
                  <a:pt x="340539" y="149225"/>
                </a:moveTo>
                <a:cubicBezTo>
                  <a:pt x="325234" y="105223"/>
                  <a:pt x="281232" y="76526"/>
                  <a:pt x="229577" y="76526"/>
                </a:cubicBezTo>
                <a:cubicBezTo>
                  <a:pt x="177922" y="76526"/>
                  <a:pt x="133920" y="105223"/>
                  <a:pt x="118615" y="149225"/>
                </a:cubicBezTo>
                <a:cubicBezTo>
                  <a:pt x="116702" y="151138"/>
                  <a:pt x="116702" y="154964"/>
                  <a:pt x="118615" y="158791"/>
                </a:cubicBezTo>
                <a:cubicBezTo>
                  <a:pt x="133920" y="200880"/>
                  <a:pt x="177922" y="229577"/>
                  <a:pt x="229577" y="229577"/>
                </a:cubicBezTo>
                <a:cubicBezTo>
                  <a:pt x="281232" y="229577"/>
                  <a:pt x="325234" y="200880"/>
                  <a:pt x="340539" y="156878"/>
                </a:cubicBezTo>
                <a:cubicBezTo>
                  <a:pt x="342452" y="154964"/>
                  <a:pt x="342452" y="151138"/>
                  <a:pt x="340539" y="149225"/>
                </a:cubicBezTo>
                <a:cubicBezTo>
                  <a:pt x="340539" y="149225"/>
                  <a:pt x="340539" y="149225"/>
                  <a:pt x="340539" y="149225"/>
                </a:cubicBezTo>
                <a:lnTo>
                  <a:pt x="340539" y="149225"/>
                </a:lnTo>
                <a:close/>
                <a:moveTo>
                  <a:pt x="229577" y="210446"/>
                </a:moveTo>
                <a:cubicBezTo>
                  <a:pt x="187488" y="210446"/>
                  <a:pt x="149225" y="187488"/>
                  <a:pt x="137746" y="153051"/>
                </a:cubicBezTo>
                <a:cubicBezTo>
                  <a:pt x="149225" y="118615"/>
                  <a:pt x="187488" y="95657"/>
                  <a:pt x="229577" y="95657"/>
                </a:cubicBezTo>
                <a:cubicBezTo>
                  <a:pt x="271666" y="95657"/>
                  <a:pt x="309929" y="118615"/>
                  <a:pt x="321408" y="153051"/>
                </a:cubicBezTo>
                <a:cubicBezTo>
                  <a:pt x="309929" y="187488"/>
                  <a:pt x="271666" y="210446"/>
                  <a:pt x="229577" y="210446"/>
                </a:cubicBezTo>
                <a:close/>
                <a:moveTo>
                  <a:pt x="229577" y="105223"/>
                </a:moveTo>
                <a:cubicBezTo>
                  <a:pt x="202793" y="105223"/>
                  <a:pt x="181748" y="126267"/>
                  <a:pt x="181748" y="153051"/>
                </a:cubicBezTo>
                <a:cubicBezTo>
                  <a:pt x="181748" y="179835"/>
                  <a:pt x="202793" y="200880"/>
                  <a:pt x="229577" y="200880"/>
                </a:cubicBezTo>
                <a:cubicBezTo>
                  <a:pt x="256361" y="200880"/>
                  <a:pt x="277406" y="179835"/>
                  <a:pt x="277406" y="153051"/>
                </a:cubicBezTo>
                <a:cubicBezTo>
                  <a:pt x="277406" y="126267"/>
                  <a:pt x="256361" y="105223"/>
                  <a:pt x="229577" y="105223"/>
                </a:cubicBezTo>
                <a:close/>
                <a:moveTo>
                  <a:pt x="229577" y="181748"/>
                </a:moveTo>
                <a:cubicBezTo>
                  <a:pt x="214272" y="181748"/>
                  <a:pt x="200880" y="168356"/>
                  <a:pt x="200880" y="153051"/>
                </a:cubicBezTo>
                <a:cubicBezTo>
                  <a:pt x="200880" y="137746"/>
                  <a:pt x="214272" y="124354"/>
                  <a:pt x="229577" y="124354"/>
                </a:cubicBezTo>
                <a:cubicBezTo>
                  <a:pt x="244882" y="124354"/>
                  <a:pt x="258274" y="137746"/>
                  <a:pt x="258274" y="153051"/>
                </a:cubicBezTo>
                <a:cubicBezTo>
                  <a:pt x="258274" y="168356"/>
                  <a:pt x="244882" y="181748"/>
                  <a:pt x="229577" y="181748"/>
                </a:cubicBezTo>
                <a:close/>
                <a:moveTo>
                  <a:pt x="443849" y="286971"/>
                </a:moveTo>
                <a:lnTo>
                  <a:pt x="440023" y="286971"/>
                </a:lnTo>
                <a:lnTo>
                  <a:pt x="440023" y="19131"/>
                </a:lnTo>
                <a:cubicBezTo>
                  <a:pt x="440023" y="7653"/>
                  <a:pt x="432370" y="0"/>
                  <a:pt x="420891" y="0"/>
                </a:cubicBezTo>
                <a:lnTo>
                  <a:pt x="38263" y="0"/>
                </a:lnTo>
                <a:cubicBezTo>
                  <a:pt x="26784" y="0"/>
                  <a:pt x="19131" y="7653"/>
                  <a:pt x="19131" y="19131"/>
                </a:cubicBezTo>
                <a:lnTo>
                  <a:pt x="19131" y="286971"/>
                </a:lnTo>
                <a:lnTo>
                  <a:pt x="13392" y="286971"/>
                </a:lnTo>
                <a:cubicBezTo>
                  <a:pt x="5739" y="286971"/>
                  <a:pt x="0" y="292711"/>
                  <a:pt x="0" y="302276"/>
                </a:cubicBezTo>
                <a:cubicBezTo>
                  <a:pt x="0" y="325234"/>
                  <a:pt x="19131" y="344366"/>
                  <a:pt x="42089" y="344366"/>
                </a:cubicBezTo>
                <a:lnTo>
                  <a:pt x="417065" y="344366"/>
                </a:lnTo>
                <a:cubicBezTo>
                  <a:pt x="440023" y="344366"/>
                  <a:pt x="459154" y="325234"/>
                  <a:pt x="459154" y="302276"/>
                </a:cubicBezTo>
                <a:cubicBezTo>
                  <a:pt x="459154" y="294624"/>
                  <a:pt x="451501" y="286971"/>
                  <a:pt x="443849" y="286971"/>
                </a:cubicBezTo>
                <a:close/>
                <a:moveTo>
                  <a:pt x="40176" y="19131"/>
                </a:moveTo>
                <a:lnTo>
                  <a:pt x="420891" y="19131"/>
                </a:lnTo>
                <a:lnTo>
                  <a:pt x="420891" y="286971"/>
                </a:lnTo>
                <a:lnTo>
                  <a:pt x="38263" y="286971"/>
                </a:lnTo>
                <a:lnTo>
                  <a:pt x="38263" y="19131"/>
                </a:lnTo>
                <a:lnTo>
                  <a:pt x="40176" y="19131"/>
                </a:lnTo>
                <a:close/>
                <a:moveTo>
                  <a:pt x="417065" y="325234"/>
                </a:moveTo>
                <a:lnTo>
                  <a:pt x="42089" y="325234"/>
                </a:lnTo>
                <a:cubicBezTo>
                  <a:pt x="30610" y="325234"/>
                  <a:pt x="21045" y="317582"/>
                  <a:pt x="19131" y="306103"/>
                </a:cubicBezTo>
                <a:lnTo>
                  <a:pt x="440023" y="306103"/>
                </a:lnTo>
                <a:cubicBezTo>
                  <a:pt x="438109" y="317582"/>
                  <a:pt x="428544" y="325234"/>
                  <a:pt x="417065" y="325234"/>
                </a:cubicBezTo>
                <a:close/>
                <a:moveTo>
                  <a:pt x="76526" y="267840"/>
                </a:moveTo>
                <a:lnTo>
                  <a:pt x="382628" y="267840"/>
                </a:lnTo>
                <a:cubicBezTo>
                  <a:pt x="394107" y="267840"/>
                  <a:pt x="401760" y="260187"/>
                  <a:pt x="401760" y="248708"/>
                </a:cubicBezTo>
                <a:lnTo>
                  <a:pt x="401760" y="57394"/>
                </a:lnTo>
                <a:cubicBezTo>
                  <a:pt x="401760" y="45915"/>
                  <a:pt x="394107" y="38263"/>
                  <a:pt x="382628" y="38263"/>
                </a:cubicBezTo>
                <a:lnTo>
                  <a:pt x="76526" y="38263"/>
                </a:lnTo>
                <a:cubicBezTo>
                  <a:pt x="65047" y="38263"/>
                  <a:pt x="57394" y="45915"/>
                  <a:pt x="57394" y="57394"/>
                </a:cubicBezTo>
                <a:lnTo>
                  <a:pt x="57394" y="248708"/>
                </a:lnTo>
                <a:cubicBezTo>
                  <a:pt x="57394" y="260187"/>
                  <a:pt x="65047" y="267840"/>
                  <a:pt x="76526" y="267840"/>
                </a:cubicBezTo>
                <a:close/>
                <a:moveTo>
                  <a:pt x="380715" y="248708"/>
                </a:moveTo>
                <a:lnTo>
                  <a:pt x="74613" y="248708"/>
                </a:lnTo>
                <a:lnTo>
                  <a:pt x="76526" y="57394"/>
                </a:lnTo>
                <a:lnTo>
                  <a:pt x="382628" y="57394"/>
                </a:lnTo>
                <a:lnTo>
                  <a:pt x="382628" y="248708"/>
                </a:lnTo>
                <a:lnTo>
                  <a:pt x="380715" y="2487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Graphic 61" descr="Secure message icon.">
            <a:extLst>
              <a:ext uri="{FF2B5EF4-FFF2-40B4-BE49-F238E27FC236}">
                <a16:creationId xmlns:a16="http://schemas.microsoft.com/office/drawing/2014/main" id="{46462466-3FAD-FB02-D65A-DE44927329A0}"/>
              </a:ext>
            </a:extLst>
          </p:cNvPr>
          <p:cNvSpPr/>
          <p:nvPr/>
        </p:nvSpPr>
        <p:spPr>
          <a:xfrm>
            <a:off x="964169" y="3324020"/>
            <a:ext cx="416309" cy="421603"/>
          </a:xfrm>
          <a:custGeom>
            <a:avLst/>
            <a:gdLst>
              <a:gd name="connsiteX0" fmla="*/ 397387 w 416309"/>
              <a:gd name="connsiteY0" fmla="*/ 0 h 431447"/>
              <a:gd name="connsiteX1" fmla="*/ 18923 w 416309"/>
              <a:gd name="connsiteY1" fmla="*/ 0 h 431447"/>
              <a:gd name="connsiteX2" fmla="*/ 0 w 416309"/>
              <a:gd name="connsiteY2" fmla="*/ 18923 h 431447"/>
              <a:gd name="connsiteX3" fmla="*/ 0 w 416309"/>
              <a:gd name="connsiteY3" fmla="*/ 321693 h 431447"/>
              <a:gd name="connsiteX4" fmla="*/ 18923 w 416309"/>
              <a:gd name="connsiteY4" fmla="*/ 340616 h 431447"/>
              <a:gd name="connsiteX5" fmla="*/ 94616 w 416309"/>
              <a:gd name="connsiteY5" fmla="*/ 340616 h 431447"/>
              <a:gd name="connsiteX6" fmla="*/ 94616 w 416309"/>
              <a:gd name="connsiteY6" fmla="*/ 412524 h 431447"/>
              <a:gd name="connsiteX7" fmla="*/ 105970 w 416309"/>
              <a:gd name="connsiteY7" fmla="*/ 429555 h 431447"/>
              <a:gd name="connsiteX8" fmla="*/ 113539 w 416309"/>
              <a:gd name="connsiteY8" fmla="*/ 431447 h 431447"/>
              <a:gd name="connsiteX9" fmla="*/ 126785 w 416309"/>
              <a:gd name="connsiteY9" fmla="*/ 425770 h 431447"/>
              <a:gd name="connsiteX10" fmla="*/ 211939 w 416309"/>
              <a:gd name="connsiteY10" fmla="*/ 340616 h 431447"/>
              <a:gd name="connsiteX11" fmla="*/ 397387 w 416309"/>
              <a:gd name="connsiteY11" fmla="*/ 340616 h 431447"/>
              <a:gd name="connsiteX12" fmla="*/ 416310 w 416309"/>
              <a:gd name="connsiteY12" fmla="*/ 321693 h 431447"/>
              <a:gd name="connsiteX13" fmla="*/ 416310 w 416309"/>
              <a:gd name="connsiteY13" fmla="*/ 18923 h 431447"/>
              <a:gd name="connsiteX14" fmla="*/ 397387 w 416309"/>
              <a:gd name="connsiteY14" fmla="*/ 0 h 431447"/>
              <a:gd name="connsiteX15" fmla="*/ 211939 w 416309"/>
              <a:gd name="connsiteY15" fmla="*/ 321693 h 431447"/>
              <a:gd name="connsiteX16" fmla="*/ 198693 w 416309"/>
              <a:gd name="connsiteY16" fmla="*/ 327370 h 431447"/>
              <a:gd name="connsiteX17" fmla="*/ 113539 w 416309"/>
              <a:gd name="connsiteY17" fmla="*/ 412524 h 431447"/>
              <a:gd name="connsiteX18" fmla="*/ 113539 w 416309"/>
              <a:gd name="connsiteY18" fmla="*/ 340616 h 431447"/>
              <a:gd name="connsiteX19" fmla="*/ 94616 w 416309"/>
              <a:gd name="connsiteY19" fmla="*/ 321693 h 431447"/>
              <a:gd name="connsiteX20" fmla="*/ 18923 w 416309"/>
              <a:gd name="connsiteY20" fmla="*/ 321693 h 431447"/>
              <a:gd name="connsiteX21" fmla="*/ 18923 w 416309"/>
              <a:gd name="connsiteY21" fmla="*/ 18923 h 431447"/>
              <a:gd name="connsiteX22" fmla="*/ 397387 w 416309"/>
              <a:gd name="connsiteY22" fmla="*/ 18923 h 431447"/>
              <a:gd name="connsiteX23" fmla="*/ 397387 w 416309"/>
              <a:gd name="connsiteY23" fmla="*/ 321693 h 431447"/>
              <a:gd name="connsiteX24" fmla="*/ 211939 w 416309"/>
              <a:gd name="connsiteY24" fmla="*/ 321693 h 431447"/>
              <a:gd name="connsiteX25" fmla="*/ 264924 w 416309"/>
              <a:gd name="connsiteY25" fmla="*/ 141923 h 431447"/>
              <a:gd name="connsiteX26" fmla="*/ 255463 w 416309"/>
              <a:gd name="connsiteY26" fmla="*/ 141923 h 431447"/>
              <a:gd name="connsiteX27" fmla="*/ 255463 w 416309"/>
              <a:gd name="connsiteY27" fmla="*/ 113539 h 431447"/>
              <a:gd name="connsiteX28" fmla="*/ 208155 w 416309"/>
              <a:gd name="connsiteY28" fmla="*/ 66231 h 431447"/>
              <a:gd name="connsiteX29" fmla="*/ 160847 w 416309"/>
              <a:gd name="connsiteY29" fmla="*/ 113539 h 431447"/>
              <a:gd name="connsiteX30" fmla="*/ 160847 w 416309"/>
              <a:gd name="connsiteY30" fmla="*/ 141923 h 431447"/>
              <a:gd name="connsiteX31" fmla="*/ 151385 w 416309"/>
              <a:gd name="connsiteY31" fmla="*/ 141923 h 431447"/>
              <a:gd name="connsiteX32" fmla="*/ 132462 w 416309"/>
              <a:gd name="connsiteY32" fmla="*/ 160847 h 431447"/>
              <a:gd name="connsiteX33" fmla="*/ 132462 w 416309"/>
              <a:gd name="connsiteY33" fmla="*/ 236539 h 431447"/>
              <a:gd name="connsiteX34" fmla="*/ 151385 w 416309"/>
              <a:gd name="connsiteY34" fmla="*/ 255462 h 431447"/>
              <a:gd name="connsiteX35" fmla="*/ 264924 w 416309"/>
              <a:gd name="connsiteY35" fmla="*/ 255462 h 431447"/>
              <a:gd name="connsiteX36" fmla="*/ 283848 w 416309"/>
              <a:gd name="connsiteY36" fmla="*/ 236539 h 431447"/>
              <a:gd name="connsiteX37" fmla="*/ 283848 w 416309"/>
              <a:gd name="connsiteY37" fmla="*/ 160847 h 431447"/>
              <a:gd name="connsiteX38" fmla="*/ 264924 w 416309"/>
              <a:gd name="connsiteY38" fmla="*/ 141923 h 431447"/>
              <a:gd name="connsiteX39" fmla="*/ 264924 w 416309"/>
              <a:gd name="connsiteY39" fmla="*/ 141923 h 431447"/>
              <a:gd name="connsiteX40" fmla="*/ 179770 w 416309"/>
              <a:gd name="connsiteY40" fmla="*/ 113539 h 431447"/>
              <a:gd name="connsiteX41" fmla="*/ 208155 w 416309"/>
              <a:gd name="connsiteY41" fmla="*/ 85154 h 431447"/>
              <a:gd name="connsiteX42" fmla="*/ 236540 w 416309"/>
              <a:gd name="connsiteY42" fmla="*/ 113539 h 431447"/>
              <a:gd name="connsiteX43" fmla="*/ 236540 w 416309"/>
              <a:gd name="connsiteY43" fmla="*/ 141923 h 431447"/>
              <a:gd name="connsiteX44" fmla="*/ 179770 w 416309"/>
              <a:gd name="connsiteY44" fmla="*/ 141923 h 431447"/>
              <a:gd name="connsiteX45" fmla="*/ 179770 w 416309"/>
              <a:gd name="connsiteY45" fmla="*/ 113539 h 431447"/>
              <a:gd name="connsiteX46" fmla="*/ 179770 w 416309"/>
              <a:gd name="connsiteY46" fmla="*/ 113539 h 431447"/>
              <a:gd name="connsiteX47" fmla="*/ 264924 w 416309"/>
              <a:gd name="connsiteY47" fmla="*/ 236539 h 431447"/>
              <a:gd name="connsiteX48" fmla="*/ 151385 w 416309"/>
              <a:gd name="connsiteY48" fmla="*/ 236539 h 431447"/>
              <a:gd name="connsiteX49" fmla="*/ 151385 w 416309"/>
              <a:gd name="connsiteY49" fmla="*/ 160847 h 431447"/>
              <a:gd name="connsiteX50" fmla="*/ 264924 w 416309"/>
              <a:gd name="connsiteY50" fmla="*/ 160847 h 431447"/>
              <a:gd name="connsiteX51" fmla="*/ 264924 w 416309"/>
              <a:gd name="connsiteY51" fmla="*/ 236539 h 431447"/>
              <a:gd name="connsiteX52" fmla="*/ 264924 w 416309"/>
              <a:gd name="connsiteY52" fmla="*/ 236539 h 431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16309" h="431447">
                <a:moveTo>
                  <a:pt x="397387" y="0"/>
                </a:moveTo>
                <a:lnTo>
                  <a:pt x="18923" y="0"/>
                </a:lnTo>
                <a:cubicBezTo>
                  <a:pt x="9462" y="0"/>
                  <a:pt x="0" y="9462"/>
                  <a:pt x="0" y="18923"/>
                </a:cubicBezTo>
                <a:lnTo>
                  <a:pt x="0" y="321693"/>
                </a:lnTo>
                <a:cubicBezTo>
                  <a:pt x="0" y="331155"/>
                  <a:pt x="9462" y="340616"/>
                  <a:pt x="18923" y="340616"/>
                </a:cubicBezTo>
                <a:lnTo>
                  <a:pt x="94616" y="340616"/>
                </a:lnTo>
                <a:lnTo>
                  <a:pt x="94616" y="412524"/>
                </a:lnTo>
                <a:cubicBezTo>
                  <a:pt x="94616" y="420093"/>
                  <a:pt x="98400" y="427663"/>
                  <a:pt x="105970" y="429555"/>
                </a:cubicBezTo>
                <a:cubicBezTo>
                  <a:pt x="107862" y="429555"/>
                  <a:pt x="109754" y="431447"/>
                  <a:pt x="113539" y="431447"/>
                </a:cubicBezTo>
                <a:cubicBezTo>
                  <a:pt x="119216" y="431447"/>
                  <a:pt x="123001" y="429555"/>
                  <a:pt x="126785" y="425770"/>
                </a:cubicBezTo>
                <a:lnTo>
                  <a:pt x="211939" y="340616"/>
                </a:lnTo>
                <a:lnTo>
                  <a:pt x="397387" y="340616"/>
                </a:lnTo>
                <a:cubicBezTo>
                  <a:pt x="406848" y="340616"/>
                  <a:pt x="416310" y="331155"/>
                  <a:pt x="416310" y="321693"/>
                </a:cubicBezTo>
                <a:lnTo>
                  <a:pt x="416310" y="18923"/>
                </a:lnTo>
                <a:cubicBezTo>
                  <a:pt x="416310" y="9462"/>
                  <a:pt x="406848" y="0"/>
                  <a:pt x="397387" y="0"/>
                </a:cubicBezTo>
                <a:close/>
                <a:moveTo>
                  <a:pt x="211939" y="321693"/>
                </a:moveTo>
                <a:cubicBezTo>
                  <a:pt x="206263" y="321693"/>
                  <a:pt x="202478" y="323585"/>
                  <a:pt x="198693" y="327370"/>
                </a:cubicBezTo>
                <a:lnTo>
                  <a:pt x="113539" y="412524"/>
                </a:lnTo>
                <a:lnTo>
                  <a:pt x="113539" y="340616"/>
                </a:lnTo>
                <a:cubicBezTo>
                  <a:pt x="113539" y="331155"/>
                  <a:pt x="105970" y="321693"/>
                  <a:pt x="94616" y="321693"/>
                </a:cubicBezTo>
                <a:lnTo>
                  <a:pt x="18923" y="321693"/>
                </a:lnTo>
                <a:lnTo>
                  <a:pt x="18923" y="18923"/>
                </a:lnTo>
                <a:lnTo>
                  <a:pt x="397387" y="18923"/>
                </a:lnTo>
                <a:lnTo>
                  <a:pt x="397387" y="321693"/>
                </a:lnTo>
                <a:lnTo>
                  <a:pt x="211939" y="321693"/>
                </a:lnTo>
                <a:close/>
                <a:moveTo>
                  <a:pt x="264924" y="141923"/>
                </a:moveTo>
                <a:lnTo>
                  <a:pt x="255463" y="141923"/>
                </a:lnTo>
                <a:lnTo>
                  <a:pt x="255463" y="113539"/>
                </a:lnTo>
                <a:cubicBezTo>
                  <a:pt x="255463" y="87046"/>
                  <a:pt x="234647" y="66231"/>
                  <a:pt x="208155" y="66231"/>
                </a:cubicBezTo>
                <a:cubicBezTo>
                  <a:pt x="181662" y="66231"/>
                  <a:pt x="160847" y="87046"/>
                  <a:pt x="160847" y="113539"/>
                </a:cubicBezTo>
                <a:lnTo>
                  <a:pt x="160847" y="141923"/>
                </a:lnTo>
                <a:lnTo>
                  <a:pt x="151385" y="141923"/>
                </a:lnTo>
                <a:cubicBezTo>
                  <a:pt x="140031" y="141923"/>
                  <a:pt x="132462" y="149493"/>
                  <a:pt x="132462" y="160847"/>
                </a:cubicBezTo>
                <a:lnTo>
                  <a:pt x="132462" y="236539"/>
                </a:lnTo>
                <a:cubicBezTo>
                  <a:pt x="132462" y="247893"/>
                  <a:pt x="140031" y="255462"/>
                  <a:pt x="151385" y="255462"/>
                </a:cubicBezTo>
                <a:lnTo>
                  <a:pt x="264924" y="255462"/>
                </a:lnTo>
                <a:cubicBezTo>
                  <a:pt x="276278" y="255462"/>
                  <a:pt x="283848" y="247893"/>
                  <a:pt x="283848" y="236539"/>
                </a:cubicBezTo>
                <a:lnTo>
                  <a:pt x="283848" y="160847"/>
                </a:lnTo>
                <a:cubicBezTo>
                  <a:pt x="283848" y="149493"/>
                  <a:pt x="276278" y="141923"/>
                  <a:pt x="264924" y="141923"/>
                </a:cubicBezTo>
                <a:lnTo>
                  <a:pt x="264924" y="141923"/>
                </a:lnTo>
                <a:close/>
                <a:moveTo>
                  <a:pt x="179770" y="113539"/>
                </a:moveTo>
                <a:cubicBezTo>
                  <a:pt x="179770" y="98400"/>
                  <a:pt x="193016" y="85154"/>
                  <a:pt x="208155" y="85154"/>
                </a:cubicBezTo>
                <a:cubicBezTo>
                  <a:pt x="223293" y="85154"/>
                  <a:pt x="236540" y="98400"/>
                  <a:pt x="236540" y="113539"/>
                </a:cubicBezTo>
                <a:lnTo>
                  <a:pt x="236540" y="141923"/>
                </a:lnTo>
                <a:lnTo>
                  <a:pt x="179770" y="141923"/>
                </a:lnTo>
                <a:lnTo>
                  <a:pt x="179770" y="113539"/>
                </a:lnTo>
                <a:lnTo>
                  <a:pt x="179770" y="113539"/>
                </a:lnTo>
                <a:close/>
                <a:moveTo>
                  <a:pt x="264924" y="236539"/>
                </a:moveTo>
                <a:lnTo>
                  <a:pt x="151385" y="236539"/>
                </a:lnTo>
                <a:lnTo>
                  <a:pt x="151385" y="160847"/>
                </a:lnTo>
                <a:lnTo>
                  <a:pt x="264924" y="160847"/>
                </a:lnTo>
                <a:lnTo>
                  <a:pt x="264924" y="236539"/>
                </a:lnTo>
                <a:lnTo>
                  <a:pt x="264924" y="236539"/>
                </a:lnTo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Graphic 361" descr="Personal security icon.">
            <a:extLst>
              <a:ext uri="{FF2B5EF4-FFF2-40B4-BE49-F238E27FC236}">
                <a16:creationId xmlns:a16="http://schemas.microsoft.com/office/drawing/2014/main" id="{DF0A4C00-0E52-25F2-1AE2-4A1B6B2493C4}"/>
              </a:ext>
            </a:extLst>
          </p:cNvPr>
          <p:cNvSpPr/>
          <p:nvPr/>
        </p:nvSpPr>
        <p:spPr>
          <a:xfrm>
            <a:off x="2200219" y="3315807"/>
            <a:ext cx="420891" cy="418978"/>
          </a:xfrm>
          <a:custGeom>
            <a:avLst/>
            <a:gdLst>
              <a:gd name="connsiteX0" fmla="*/ 200880 w 420891"/>
              <a:gd name="connsiteY0" fmla="*/ 202793 h 418978"/>
              <a:gd name="connsiteX1" fmla="*/ 302276 w 420891"/>
              <a:gd name="connsiteY1" fmla="*/ 101397 h 418978"/>
              <a:gd name="connsiteX2" fmla="*/ 200880 w 420891"/>
              <a:gd name="connsiteY2" fmla="*/ 0 h 418978"/>
              <a:gd name="connsiteX3" fmla="*/ 101397 w 420891"/>
              <a:gd name="connsiteY3" fmla="*/ 101397 h 418978"/>
              <a:gd name="connsiteX4" fmla="*/ 200880 w 420891"/>
              <a:gd name="connsiteY4" fmla="*/ 202793 h 418978"/>
              <a:gd name="connsiteX5" fmla="*/ 200880 w 420891"/>
              <a:gd name="connsiteY5" fmla="*/ 19131 h 418978"/>
              <a:gd name="connsiteX6" fmla="*/ 283145 w 420891"/>
              <a:gd name="connsiteY6" fmla="*/ 101397 h 418978"/>
              <a:gd name="connsiteX7" fmla="*/ 200880 w 420891"/>
              <a:gd name="connsiteY7" fmla="*/ 183662 h 418978"/>
              <a:gd name="connsiteX8" fmla="*/ 118615 w 420891"/>
              <a:gd name="connsiteY8" fmla="*/ 101397 h 418978"/>
              <a:gd name="connsiteX9" fmla="*/ 200880 w 420891"/>
              <a:gd name="connsiteY9" fmla="*/ 19131 h 418978"/>
              <a:gd name="connsiteX10" fmla="*/ 311842 w 420891"/>
              <a:gd name="connsiteY10" fmla="*/ 200880 h 418978"/>
              <a:gd name="connsiteX11" fmla="*/ 220011 w 420891"/>
              <a:gd name="connsiteY11" fmla="*/ 250622 h 418978"/>
              <a:gd name="connsiteX12" fmla="*/ 202793 w 420891"/>
              <a:gd name="connsiteY12" fmla="*/ 309929 h 418978"/>
              <a:gd name="connsiteX13" fmla="*/ 220011 w 420891"/>
              <a:gd name="connsiteY13" fmla="*/ 369236 h 418978"/>
              <a:gd name="connsiteX14" fmla="*/ 311842 w 420891"/>
              <a:gd name="connsiteY14" fmla="*/ 418978 h 418978"/>
              <a:gd name="connsiteX15" fmla="*/ 420891 w 420891"/>
              <a:gd name="connsiteY15" fmla="*/ 309929 h 418978"/>
              <a:gd name="connsiteX16" fmla="*/ 311842 w 420891"/>
              <a:gd name="connsiteY16" fmla="*/ 200880 h 418978"/>
              <a:gd name="connsiteX17" fmla="*/ 311842 w 420891"/>
              <a:gd name="connsiteY17" fmla="*/ 200880 h 418978"/>
              <a:gd name="connsiteX18" fmla="*/ 311842 w 420891"/>
              <a:gd name="connsiteY18" fmla="*/ 401760 h 418978"/>
              <a:gd name="connsiteX19" fmla="*/ 220011 w 420891"/>
              <a:gd name="connsiteY19" fmla="*/ 309929 h 418978"/>
              <a:gd name="connsiteX20" fmla="*/ 311842 w 420891"/>
              <a:gd name="connsiteY20" fmla="*/ 218098 h 418978"/>
              <a:gd name="connsiteX21" fmla="*/ 403673 w 420891"/>
              <a:gd name="connsiteY21" fmla="*/ 309929 h 418978"/>
              <a:gd name="connsiteX22" fmla="*/ 311842 w 420891"/>
              <a:gd name="connsiteY22" fmla="*/ 401760 h 418978"/>
              <a:gd name="connsiteX23" fmla="*/ 95657 w 420891"/>
              <a:gd name="connsiteY23" fmla="*/ 382628 h 418978"/>
              <a:gd name="connsiteX24" fmla="*/ 220011 w 420891"/>
              <a:gd name="connsiteY24" fmla="*/ 382628 h 418978"/>
              <a:gd name="connsiteX25" fmla="*/ 220011 w 420891"/>
              <a:gd name="connsiteY25" fmla="*/ 401760 h 418978"/>
              <a:gd name="connsiteX26" fmla="*/ 19131 w 420891"/>
              <a:gd name="connsiteY26" fmla="*/ 401760 h 418978"/>
              <a:gd name="connsiteX27" fmla="*/ 0 w 420891"/>
              <a:gd name="connsiteY27" fmla="*/ 384541 h 418978"/>
              <a:gd name="connsiteX28" fmla="*/ 0 w 420891"/>
              <a:gd name="connsiteY28" fmla="*/ 357758 h 418978"/>
              <a:gd name="connsiteX29" fmla="*/ 137746 w 420891"/>
              <a:gd name="connsiteY29" fmla="*/ 221924 h 418978"/>
              <a:gd name="connsiteX30" fmla="*/ 220011 w 420891"/>
              <a:gd name="connsiteY30" fmla="*/ 221924 h 418978"/>
              <a:gd name="connsiteX31" fmla="*/ 220011 w 420891"/>
              <a:gd name="connsiteY31" fmla="*/ 239143 h 418978"/>
              <a:gd name="connsiteX32" fmla="*/ 137746 w 420891"/>
              <a:gd name="connsiteY32" fmla="*/ 239143 h 418978"/>
              <a:gd name="connsiteX33" fmla="*/ 19131 w 420891"/>
              <a:gd name="connsiteY33" fmla="*/ 355844 h 418978"/>
              <a:gd name="connsiteX34" fmla="*/ 19131 w 420891"/>
              <a:gd name="connsiteY34" fmla="*/ 382628 h 418978"/>
              <a:gd name="connsiteX35" fmla="*/ 76526 w 420891"/>
              <a:gd name="connsiteY35" fmla="*/ 382628 h 418978"/>
              <a:gd name="connsiteX36" fmla="*/ 76526 w 420891"/>
              <a:gd name="connsiteY36" fmla="*/ 325234 h 418978"/>
              <a:gd name="connsiteX37" fmla="*/ 95657 w 420891"/>
              <a:gd name="connsiteY37" fmla="*/ 325234 h 418978"/>
              <a:gd name="connsiteX38" fmla="*/ 95657 w 420891"/>
              <a:gd name="connsiteY38" fmla="*/ 382628 h 418978"/>
              <a:gd name="connsiteX39" fmla="*/ 348192 w 420891"/>
              <a:gd name="connsiteY39" fmla="*/ 286971 h 418978"/>
              <a:gd name="connsiteX40" fmla="*/ 348192 w 420891"/>
              <a:gd name="connsiteY40" fmla="*/ 275492 h 418978"/>
              <a:gd name="connsiteX41" fmla="*/ 309929 w 420891"/>
              <a:gd name="connsiteY41" fmla="*/ 239143 h 418978"/>
              <a:gd name="connsiteX42" fmla="*/ 271666 w 420891"/>
              <a:gd name="connsiteY42" fmla="*/ 275492 h 418978"/>
              <a:gd name="connsiteX43" fmla="*/ 271666 w 420891"/>
              <a:gd name="connsiteY43" fmla="*/ 286971 h 418978"/>
              <a:gd name="connsiteX44" fmla="*/ 252535 w 420891"/>
              <a:gd name="connsiteY44" fmla="*/ 306103 h 418978"/>
              <a:gd name="connsiteX45" fmla="*/ 252535 w 420891"/>
              <a:gd name="connsiteY45" fmla="*/ 344366 h 418978"/>
              <a:gd name="connsiteX46" fmla="*/ 271666 w 420891"/>
              <a:gd name="connsiteY46" fmla="*/ 363497 h 418978"/>
              <a:gd name="connsiteX47" fmla="*/ 348192 w 420891"/>
              <a:gd name="connsiteY47" fmla="*/ 363497 h 418978"/>
              <a:gd name="connsiteX48" fmla="*/ 367323 w 420891"/>
              <a:gd name="connsiteY48" fmla="*/ 344366 h 418978"/>
              <a:gd name="connsiteX49" fmla="*/ 367323 w 420891"/>
              <a:gd name="connsiteY49" fmla="*/ 306103 h 418978"/>
              <a:gd name="connsiteX50" fmla="*/ 348192 w 420891"/>
              <a:gd name="connsiteY50" fmla="*/ 286971 h 418978"/>
              <a:gd name="connsiteX51" fmla="*/ 290798 w 420891"/>
              <a:gd name="connsiteY51" fmla="*/ 275492 h 418978"/>
              <a:gd name="connsiteX52" fmla="*/ 309929 w 420891"/>
              <a:gd name="connsiteY52" fmla="*/ 258274 h 418978"/>
              <a:gd name="connsiteX53" fmla="*/ 329060 w 420891"/>
              <a:gd name="connsiteY53" fmla="*/ 275492 h 418978"/>
              <a:gd name="connsiteX54" fmla="*/ 329060 w 420891"/>
              <a:gd name="connsiteY54" fmla="*/ 286971 h 418978"/>
              <a:gd name="connsiteX55" fmla="*/ 290798 w 420891"/>
              <a:gd name="connsiteY55" fmla="*/ 286971 h 418978"/>
              <a:gd name="connsiteX56" fmla="*/ 290798 w 420891"/>
              <a:gd name="connsiteY56" fmla="*/ 275492 h 418978"/>
              <a:gd name="connsiteX57" fmla="*/ 344366 w 420891"/>
              <a:gd name="connsiteY57" fmla="*/ 344366 h 418978"/>
              <a:gd name="connsiteX58" fmla="*/ 273579 w 420891"/>
              <a:gd name="connsiteY58" fmla="*/ 344366 h 418978"/>
              <a:gd name="connsiteX59" fmla="*/ 273579 w 420891"/>
              <a:gd name="connsiteY59" fmla="*/ 306103 h 418978"/>
              <a:gd name="connsiteX60" fmla="*/ 350105 w 420891"/>
              <a:gd name="connsiteY60" fmla="*/ 306103 h 418978"/>
              <a:gd name="connsiteX61" fmla="*/ 350105 w 420891"/>
              <a:gd name="connsiteY61" fmla="*/ 344366 h 418978"/>
              <a:gd name="connsiteX62" fmla="*/ 344366 w 420891"/>
              <a:gd name="connsiteY62" fmla="*/ 344366 h 41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420891" h="418978">
                <a:moveTo>
                  <a:pt x="200880" y="202793"/>
                </a:moveTo>
                <a:cubicBezTo>
                  <a:pt x="256361" y="202793"/>
                  <a:pt x="302276" y="156878"/>
                  <a:pt x="302276" y="101397"/>
                </a:cubicBezTo>
                <a:cubicBezTo>
                  <a:pt x="302276" y="45915"/>
                  <a:pt x="256361" y="0"/>
                  <a:pt x="200880" y="0"/>
                </a:cubicBezTo>
                <a:cubicBezTo>
                  <a:pt x="145399" y="0"/>
                  <a:pt x="101397" y="45915"/>
                  <a:pt x="101397" y="101397"/>
                </a:cubicBezTo>
                <a:cubicBezTo>
                  <a:pt x="101397" y="156878"/>
                  <a:pt x="145399" y="202793"/>
                  <a:pt x="200880" y="202793"/>
                </a:cubicBezTo>
                <a:close/>
                <a:moveTo>
                  <a:pt x="200880" y="19131"/>
                </a:moveTo>
                <a:cubicBezTo>
                  <a:pt x="246795" y="19131"/>
                  <a:pt x="283145" y="55481"/>
                  <a:pt x="283145" y="101397"/>
                </a:cubicBezTo>
                <a:cubicBezTo>
                  <a:pt x="283145" y="147312"/>
                  <a:pt x="246795" y="183662"/>
                  <a:pt x="200880" y="183662"/>
                </a:cubicBezTo>
                <a:cubicBezTo>
                  <a:pt x="154964" y="183662"/>
                  <a:pt x="118615" y="147312"/>
                  <a:pt x="118615" y="101397"/>
                </a:cubicBezTo>
                <a:cubicBezTo>
                  <a:pt x="118615" y="55481"/>
                  <a:pt x="156878" y="19131"/>
                  <a:pt x="200880" y="19131"/>
                </a:cubicBezTo>
                <a:close/>
                <a:moveTo>
                  <a:pt x="311842" y="200880"/>
                </a:moveTo>
                <a:cubicBezTo>
                  <a:pt x="273579" y="200880"/>
                  <a:pt x="239143" y="220011"/>
                  <a:pt x="220011" y="250622"/>
                </a:cubicBezTo>
                <a:cubicBezTo>
                  <a:pt x="208532" y="267840"/>
                  <a:pt x="202793" y="288884"/>
                  <a:pt x="202793" y="309929"/>
                </a:cubicBezTo>
                <a:cubicBezTo>
                  <a:pt x="202793" y="330974"/>
                  <a:pt x="208532" y="352018"/>
                  <a:pt x="220011" y="369236"/>
                </a:cubicBezTo>
                <a:cubicBezTo>
                  <a:pt x="239143" y="399847"/>
                  <a:pt x="273579" y="418978"/>
                  <a:pt x="311842" y="418978"/>
                </a:cubicBezTo>
                <a:cubicBezTo>
                  <a:pt x="373063" y="418978"/>
                  <a:pt x="420891" y="369236"/>
                  <a:pt x="420891" y="309929"/>
                </a:cubicBezTo>
                <a:cubicBezTo>
                  <a:pt x="420891" y="250622"/>
                  <a:pt x="371149" y="200880"/>
                  <a:pt x="311842" y="200880"/>
                </a:cubicBezTo>
                <a:lnTo>
                  <a:pt x="311842" y="200880"/>
                </a:lnTo>
                <a:close/>
                <a:moveTo>
                  <a:pt x="311842" y="401760"/>
                </a:moveTo>
                <a:cubicBezTo>
                  <a:pt x="262100" y="401760"/>
                  <a:pt x="220011" y="361584"/>
                  <a:pt x="220011" y="309929"/>
                </a:cubicBezTo>
                <a:cubicBezTo>
                  <a:pt x="220011" y="258274"/>
                  <a:pt x="260187" y="218098"/>
                  <a:pt x="311842" y="218098"/>
                </a:cubicBezTo>
                <a:cubicBezTo>
                  <a:pt x="363497" y="218098"/>
                  <a:pt x="403673" y="258274"/>
                  <a:pt x="403673" y="309929"/>
                </a:cubicBezTo>
                <a:cubicBezTo>
                  <a:pt x="403673" y="361584"/>
                  <a:pt x="361584" y="401760"/>
                  <a:pt x="311842" y="401760"/>
                </a:cubicBezTo>
                <a:close/>
                <a:moveTo>
                  <a:pt x="95657" y="382628"/>
                </a:moveTo>
                <a:lnTo>
                  <a:pt x="220011" y="382628"/>
                </a:lnTo>
                <a:lnTo>
                  <a:pt x="220011" y="401760"/>
                </a:lnTo>
                <a:lnTo>
                  <a:pt x="19131" y="401760"/>
                </a:lnTo>
                <a:cubicBezTo>
                  <a:pt x="9566" y="401760"/>
                  <a:pt x="0" y="394107"/>
                  <a:pt x="0" y="384541"/>
                </a:cubicBezTo>
                <a:lnTo>
                  <a:pt x="0" y="357758"/>
                </a:lnTo>
                <a:cubicBezTo>
                  <a:pt x="0" y="283145"/>
                  <a:pt x="61221" y="221924"/>
                  <a:pt x="137746" y="221924"/>
                </a:cubicBezTo>
                <a:lnTo>
                  <a:pt x="220011" y="221924"/>
                </a:lnTo>
                <a:lnTo>
                  <a:pt x="220011" y="239143"/>
                </a:lnTo>
                <a:lnTo>
                  <a:pt x="137746" y="239143"/>
                </a:lnTo>
                <a:cubicBezTo>
                  <a:pt x="72699" y="239143"/>
                  <a:pt x="19131" y="292711"/>
                  <a:pt x="19131" y="355844"/>
                </a:cubicBezTo>
                <a:lnTo>
                  <a:pt x="19131" y="382628"/>
                </a:lnTo>
                <a:lnTo>
                  <a:pt x="76526" y="382628"/>
                </a:lnTo>
                <a:lnTo>
                  <a:pt x="76526" y="325234"/>
                </a:lnTo>
                <a:lnTo>
                  <a:pt x="95657" y="325234"/>
                </a:lnTo>
                <a:cubicBezTo>
                  <a:pt x="95657" y="325234"/>
                  <a:pt x="95657" y="382628"/>
                  <a:pt x="95657" y="382628"/>
                </a:cubicBezTo>
                <a:close/>
                <a:moveTo>
                  <a:pt x="348192" y="286971"/>
                </a:moveTo>
                <a:lnTo>
                  <a:pt x="348192" y="275492"/>
                </a:lnTo>
                <a:cubicBezTo>
                  <a:pt x="348192" y="254448"/>
                  <a:pt x="330974" y="239143"/>
                  <a:pt x="309929" y="239143"/>
                </a:cubicBezTo>
                <a:cubicBezTo>
                  <a:pt x="288884" y="239143"/>
                  <a:pt x="271666" y="256361"/>
                  <a:pt x="271666" y="275492"/>
                </a:cubicBezTo>
                <a:lnTo>
                  <a:pt x="271666" y="286971"/>
                </a:lnTo>
                <a:cubicBezTo>
                  <a:pt x="260187" y="286971"/>
                  <a:pt x="252535" y="294624"/>
                  <a:pt x="252535" y="306103"/>
                </a:cubicBezTo>
                <a:lnTo>
                  <a:pt x="252535" y="344366"/>
                </a:lnTo>
                <a:cubicBezTo>
                  <a:pt x="252535" y="355844"/>
                  <a:pt x="260187" y="363497"/>
                  <a:pt x="271666" y="363497"/>
                </a:cubicBezTo>
                <a:lnTo>
                  <a:pt x="348192" y="363497"/>
                </a:lnTo>
                <a:cubicBezTo>
                  <a:pt x="359671" y="363497"/>
                  <a:pt x="367323" y="355844"/>
                  <a:pt x="367323" y="344366"/>
                </a:cubicBezTo>
                <a:lnTo>
                  <a:pt x="367323" y="306103"/>
                </a:lnTo>
                <a:cubicBezTo>
                  <a:pt x="367323" y="294624"/>
                  <a:pt x="359671" y="286971"/>
                  <a:pt x="348192" y="286971"/>
                </a:cubicBezTo>
                <a:close/>
                <a:moveTo>
                  <a:pt x="290798" y="275492"/>
                </a:moveTo>
                <a:cubicBezTo>
                  <a:pt x="290798" y="265927"/>
                  <a:pt x="298450" y="258274"/>
                  <a:pt x="309929" y="258274"/>
                </a:cubicBezTo>
                <a:cubicBezTo>
                  <a:pt x="321408" y="258274"/>
                  <a:pt x="329060" y="265927"/>
                  <a:pt x="329060" y="275492"/>
                </a:cubicBezTo>
                <a:lnTo>
                  <a:pt x="329060" y="286971"/>
                </a:lnTo>
                <a:lnTo>
                  <a:pt x="290798" y="286971"/>
                </a:lnTo>
                <a:lnTo>
                  <a:pt x="290798" y="275492"/>
                </a:lnTo>
                <a:close/>
                <a:moveTo>
                  <a:pt x="344366" y="344366"/>
                </a:moveTo>
                <a:lnTo>
                  <a:pt x="273579" y="344366"/>
                </a:lnTo>
                <a:lnTo>
                  <a:pt x="273579" y="306103"/>
                </a:lnTo>
                <a:lnTo>
                  <a:pt x="350105" y="306103"/>
                </a:lnTo>
                <a:lnTo>
                  <a:pt x="350105" y="344366"/>
                </a:lnTo>
                <a:lnTo>
                  <a:pt x="344366" y="34436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Graphic 154" descr="Lock icon.">
            <a:extLst>
              <a:ext uri="{FF2B5EF4-FFF2-40B4-BE49-F238E27FC236}">
                <a16:creationId xmlns:a16="http://schemas.microsoft.com/office/drawing/2014/main" id="{0E8A7188-89F4-6816-1EFC-A25B09427518}"/>
              </a:ext>
            </a:extLst>
          </p:cNvPr>
          <p:cNvSpPr>
            <a:spLocks noChangeAspect="1"/>
          </p:cNvSpPr>
          <p:nvPr/>
        </p:nvSpPr>
        <p:spPr>
          <a:xfrm>
            <a:off x="3440119" y="3286194"/>
            <a:ext cx="382098" cy="439413"/>
          </a:xfrm>
          <a:custGeom>
            <a:avLst/>
            <a:gdLst>
              <a:gd name="connsiteX0" fmla="*/ 362993 w 382098"/>
              <a:gd name="connsiteY0" fmla="*/ 171944 h 439413"/>
              <a:gd name="connsiteX1" fmla="*/ 305679 w 382098"/>
              <a:gd name="connsiteY1" fmla="*/ 171944 h 439413"/>
              <a:gd name="connsiteX2" fmla="*/ 305679 w 382098"/>
              <a:gd name="connsiteY2" fmla="*/ 114630 h 439413"/>
              <a:gd name="connsiteX3" fmla="*/ 191049 w 382098"/>
              <a:gd name="connsiteY3" fmla="*/ 0 h 439413"/>
              <a:gd name="connsiteX4" fmla="*/ 76420 w 382098"/>
              <a:gd name="connsiteY4" fmla="*/ 114630 h 439413"/>
              <a:gd name="connsiteX5" fmla="*/ 76420 w 382098"/>
              <a:gd name="connsiteY5" fmla="*/ 171944 h 439413"/>
              <a:gd name="connsiteX6" fmla="*/ 19105 w 382098"/>
              <a:gd name="connsiteY6" fmla="*/ 171944 h 439413"/>
              <a:gd name="connsiteX7" fmla="*/ 0 w 382098"/>
              <a:gd name="connsiteY7" fmla="*/ 191049 h 439413"/>
              <a:gd name="connsiteX8" fmla="*/ 0 w 382098"/>
              <a:gd name="connsiteY8" fmla="*/ 420308 h 439413"/>
              <a:gd name="connsiteX9" fmla="*/ 19105 w 382098"/>
              <a:gd name="connsiteY9" fmla="*/ 439413 h 439413"/>
              <a:gd name="connsiteX10" fmla="*/ 362993 w 382098"/>
              <a:gd name="connsiteY10" fmla="*/ 439413 h 439413"/>
              <a:gd name="connsiteX11" fmla="*/ 382098 w 382098"/>
              <a:gd name="connsiteY11" fmla="*/ 420308 h 439413"/>
              <a:gd name="connsiteX12" fmla="*/ 382098 w 382098"/>
              <a:gd name="connsiteY12" fmla="*/ 191049 h 439413"/>
              <a:gd name="connsiteX13" fmla="*/ 362993 w 382098"/>
              <a:gd name="connsiteY13" fmla="*/ 171944 h 439413"/>
              <a:gd name="connsiteX14" fmla="*/ 95525 w 382098"/>
              <a:gd name="connsiteY14" fmla="*/ 114630 h 439413"/>
              <a:gd name="connsiteX15" fmla="*/ 191049 w 382098"/>
              <a:gd name="connsiteY15" fmla="*/ 19105 h 439413"/>
              <a:gd name="connsiteX16" fmla="*/ 286574 w 382098"/>
              <a:gd name="connsiteY16" fmla="*/ 114630 h 439413"/>
              <a:gd name="connsiteX17" fmla="*/ 286574 w 382098"/>
              <a:gd name="connsiteY17" fmla="*/ 171944 h 439413"/>
              <a:gd name="connsiteX18" fmla="*/ 95525 w 382098"/>
              <a:gd name="connsiteY18" fmla="*/ 171944 h 439413"/>
              <a:gd name="connsiteX19" fmla="*/ 95525 w 382098"/>
              <a:gd name="connsiteY19" fmla="*/ 114630 h 439413"/>
              <a:gd name="connsiteX20" fmla="*/ 362993 w 382098"/>
              <a:gd name="connsiteY20" fmla="*/ 429861 h 439413"/>
              <a:gd name="connsiteX21" fmla="*/ 362993 w 382098"/>
              <a:gd name="connsiteY21" fmla="*/ 420308 h 439413"/>
              <a:gd name="connsiteX22" fmla="*/ 19105 w 382098"/>
              <a:gd name="connsiteY22" fmla="*/ 420308 h 439413"/>
              <a:gd name="connsiteX23" fmla="*/ 19105 w 382098"/>
              <a:gd name="connsiteY23" fmla="*/ 191049 h 439413"/>
              <a:gd name="connsiteX24" fmla="*/ 362993 w 382098"/>
              <a:gd name="connsiteY24" fmla="*/ 191049 h 439413"/>
              <a:gd name="connsiteX25" fmla="*/ 362993 w 382098"/>
              <a:gd name="connsiteY25" fmla="*/ 420308 h 439413"/>
              <a:gd name="connsiteX26" fmla="*/ 362993 w 382098"/>
              <a:gd name="connsiteY26" fmla="*/ 420308 h 439413"/>
              <a:gd name="connsiteX27" fmla="*/ 362993 w 382098"/>
              <a:gd name="connsiteY27" fmla="*/ 429861 h 439413"/>
              <a:gd name="connsiteX28" fmla="*/ 187228 w 382098"/>
              <a:gd name="connsiteY28" fmla="*/ 248364 h 439413"/>
              <a:gd name="connsiteX29" fmla="*/ 154750 w 382098"/>
              <a:gd name="connsiteY29" fmla="*/ 282753 h 439413"/>
              <a:gd name="connsiteX30" fmla="*/ 177676 w 382098"/>
              <a:gd name="connsiteY30" fmla="*/ 313321 h 439413"/>
              <a:gd name="connsiteX31" fmla="*/ 177676 w 382098"/>
              <a:gd name="connsiteY31" fmla="*/ 362993 h 439413"/>
              <a:gd name="connsiteX32" fmla="*/ 196781 w 382098"/>
              <a:gd name="connsiteY32" fmla="*/ 362993 h 439413"/>
              <a:gd name="connsiteX33" fmla="*/ 196781 w 382098"/>
              <a:gd name="connsiteY33" fmla="*/ 313321 h 439413"/>
              <a:gd name="connsiteX34" fmla="*/ 217796 w 382098"/>
              <a:gd name="connsiteY34" fmla="*/ 271290 h 439413"/>
              <a:gd name="connsiteX35" fmla="*/ 187228 w 382098"/>
              <a:gd name="connsiteY35" fmla="*/ 248364 h 439413"/>
              <a:gd name="connsiteX36" fmla="*/ 187228 w 382098"/>
              <a:gd name="connsiteY36" fmla="*/ 296126 h 439413"/>
              <a:gd name="connsiteX37" fmla="*/ 171944 w 382098"/>
              <a:gd name="connsiteY37" fmla="*/ 280842 h 439413"/>
              <a:gd name="connsiteX38" fmla="*/ 187228 w 382098"/>
              <a:gd name="connsiteY38" fmla="*/ 265558 h 439413"/>
              <a:gd name="connsiteX39" fmla="*/ 202512 w 382098"/>
              <a:gd name="connsiteY39" fmla="*/ 280842 h 439413"/>
              <a:gd name="connsiteX40" fmla="*/ 187228 w 382098"/>
              <a:gd name="connsiteY40" fmla="*/ 296126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82098" h="439413">
                <a:moveTo>
                  <a:pt x="362993" y="171944"/>
                </a:moveTo>
                <a:lnTo>
                  <a:pt x="305679" y="171944"/>
                </a:lnTo>
                <a:lnTo>
                  <a:pt x="305679" y="114630"/>
                </a:lnTo>
                <a:cubicBezTo>
                  <a:pt x="305679" y="51583"/>
                  <a:pt x="254095" y="0"/>
                  <a:pt x="191049" y="0"/>
                </a:cubicBezTo>
                <a:cubicBezTo>
                  <a:pt x="128003" y="0"/>
                  <a:pt x="76420" y="51583"/>
                  <a:pt x="76420" y="114630"/>
                </a:cubicBezTo>
                <a:lnTo>
                  <a:pt x="76420" y="171944"/>
                </a:lnTo>
                <a:lnTo>
                  <a:pt x="19105" y="171944"/>
                </a:lnTo>
                <a:cubicBezTo>
                  <a:pt x="7642" y="171944"/>
                  <a:pt x="0" y="179586"/>
                  <a:pt x="0" y="191049"/>
                </a:cubicBezTo>
                <a:lnTo>
                  <a:pt x="0" y="420308"/>
                </a:lnTo>
                <a:cubicBezTo>
                  <a:pt x="0" y="431771"/>
                  <a:pt x="7642" y="439413"/>
                  <a:pt x="19105" y="439413"/>
                </a:cubicBezTo>
                <a:lnTo>
                  <a:pt x="362993" y="439413"/>
                </a:lnTo>
                <a:cubicBezTo>
                  <a:pt x="374456" y="439413"/>
                  <a:pt x="382098" y="431771"/>
                  <a:pt x="382098" y="420308"/>
                </a:cubicBezTo>
                <a:lnTo>
                  <a:pt x="382098" y="191049"/>
                </a:lnTo>
                <a:cubicBezTo>
                  <a:pt x="382098" y="179586"/>
                  <a:pt x="374456" y="171944"/>
                  <a:pt x="362993" y="171944"/>
                </a:cubicBezTo>
                <a:close/>
                <a:moveTo>
                  <a:pt x="95525" y="114630"/>
                </a:moveTo>
                <a:cubicBezTo>
                  <a:pt x="95525" y="61136"/>
                  <a:pt x="137555" y="19105"/>
                  <a:pt x="191049" y="19105"/>
                </a:cubicBezTo>
                <a:cubicBezTo>
                  <a:pt x="244543" y="19105"/>
                  <a:pt x="286574" y="61136"/>
                  <a:pt x="286574" y="114630"/>
                </a:cubicBezTo>
                <a:lnTo>
                  <a:pt x="286574" y="171944"/>
                </a:lnTo>
                <a:lnTo>
                  <a:pt x="95525" y="171944"/>
                </a:lnTo>
                <a:lnTo>
                  <a:pt x="95525" y="114630"/>
                </a:lnTo>
                <a:close/>
                <a:moveTo>
                  <a:pt x="362993" y="429861"/>
                </a:moveTo>
                <a:lnTo>
                  <a:pt x="362993" y="420308"/>
                </a:lnTo>
                <a:lnTo>
                  <a:pt x="19105" y="420308"/>
                </a:lnTo>
                <a:lnTo>
                  <a:pt x="19105" y="191049"/>
                </a:lnTo>
                <a:lnTo>
                  <a:pt x="362993" y="191049"/>
                </a:lnTo>
                <a:lnTo>
                  <a:pt x="362993" y="420308"/>
                </a:lnTo>
                <a:lnTo>
                  <a:pt x="362993" y="420308"/>
                </a:lnTo>
                <a:lnTo>
                  <a:pt x="362993" y="429861"/>
                </a:lnTo>
                <a:close/>
                <a:moveTo>
                  <a:pt x="187228" y="248364"/>
                </a:moveTo>
                <a:cubicBezTo>
                  <a:pt x="168123" y="248364"/>
                  <a:pt x="154750" y="263648"/>
                  <a:pt x="154750" y="282753"/>
                </a:cubicBezTo>
                <a:cubicBezTo>
                  <a:pt x="154750" y="298037"/>
                  <a:pt x="164302" y="309500"/>
                  <a:pt x="177676" y="313321"/>
                </a:cubicBezTo>
                <a:lnTo>
                  <a:pt x="177676" y="362993"/>
                </a:lnTo>
                <a:lnTo>
                  <a:pt x="196781" y="362993"/>
                </a:lnTo>
                <a:lnTo>
                  <a:pt x="196781" y="313321"/>
                </a:lnTo>
                <a:cubicBezTo>
                  <a:pt x="213975" y="307589"/>
                  <a:pt x="223528" y="288484"/>
                  <a:pt x="217796" y="271290"/>
                </a:cubicBezTo>
                <a:cubicBezTo>
                  <a:pt x="213975" y="257916"/>
                  <a:pt x="200602" y="248364"/>
                  <a:pt x="187228" y="248364"/>
                </a:cubicBezTo>
                <a:close/>
                <a:moveTo>
                  <a:pt x="187228" y="296126"/>
                </a:moveTo>
                <a:cubicBezTo>
                  <a:pt x="179586" y="296126"/>
                  <a:pt x="171944" y="290395"/>
                  <a:pt x="171944" y="280842"/>
                </a:cubicBezTo>
                <a:cubicBezTo>
                  <a:pt x="171944" y="271290"/>
                  <a:pt x="177676" y="265558"/>
                  <a:pt x="187228" y="265558"/>
                </a:cubicBezTo>
                <a:cubicBezTo>
                  <a:pt x="196781" y="265558"/>
                  <a:pt x="202512" y="271290"/>
                  <a:pt x="202512" y="280842"/>
                </a:cubicBezTo>
                <a:cubicBezTo>
                  <a:pt x="200602" y="290395"/>
                  <a:pt x="194870" y="296126"/>
                  <a:pt x="187228" y="29612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405" descr="Unlocked icon.">
            <a:extLst>
              <a:ext uri="{FF2B5EF4-FFF2-40B4-BE49-F238E27FC236}">
                <a16:creationId xmlns:a16="http://schemas.microsoft.com/office/drawing/2014/main" id="{CFFAAD1E-9649-DCB1-3175-7438AE2DDB30}"/>
              </a:ext>
            </a:extLst>
          </p:cNvPr>
          <p:cNvSpPr/>
          <p:nvPr/>
        </p:nvSpPr>
        <p:spPr>
          <a:xfrm>
            <a:off x="4662445" y="3295760"/>
            <a:ext cx="382628" cy="440022"/>
          </a:xfrm>
          <a:custGeom>
            <a:avLst/>
            <a:gdLst>
              <a:gd name="connsiteX0" fmla="*/ 363497 w 382628"/>
              <a:gd name="connsiteY0" fmla="*/ 172183 h 440022"/>
              <a:gd name="connsiteX1" fmla="*/ 306103 w 382628"/>
              <a:gd name="connsiteY1" fmla="*/ 172183 h 440022"/>
              <a:gd name="connsiteX2" fmla="*/ 306103 w 382628"/>
              <a:gd name="connsiteY2" fmla="*/ 114788 h 440022"/>
              <a:gd name="connsiteX3" fmla="*/ 191314 w 382628"/>
              <a:gd name="connsiteY3" fmla="*/ 0 h 440022"/>
              <a:gd name="connsiteX4" fmla="*/ 76526 w 382628"/>
              <a:gd name="connsiteY4" fmla="*/ 114788 h 440022"/>
              <a:gd name="connsiteX5" fmla="*/ 76526 w 382628"/>
              <a:gd name="connsiteY5" fmla="*/ 124364 h 440022"/>
              <a:gd name="connsiteX6" fmla="*/ 95657 w 382628"/>
              <a:gd name="connsiteY6" fmla="*/ 124364 h 440022"/>
              <a:gd name="connsiteX7" fmla="*/ 95657 w 382628"/>
              <a:gd name="connsiteY7" fmla="*/ 114788 h 440022"/>
              <a:gd name="connsiteX8" fmla="*/ 191314 w 382628"/>
              <a:gd name="connsiteY8" fmla="*/ 19131 h 440022"/>
              <a:gd name="connsiteX9" fmla="*/ 286971 w 382628"/>
              <a:gd name="connsiteY9" fmla="*/ 114788 h 440022"/>
              <a:gd name="connsiteX10" fmla="*/ 286971 w 382628"/>
              <a:gd name="connsiteY10" fmla="*/ 172183 h 440022"/>
              <a:gd name="connsiteX11" fmla="*/ 19131 w 382628"/>
              <a:gd name="connsiteY11" fmla="*/ 172183 h 440022"/>
              <a:gd name="connsiteX12" fmla="*/ 0 w 382628"/>
              <a:gd name="connsiteY12" fmla="*/ 191314 h 440022"/>
              <a:gd name="connsiteX13" fmla="*/ 0 w 382628"/>
              <a:gd name="connsiteY13" fmla="*/ 420891 h 440022"/>
              <a:gd name="connsiteX14" fmla="*/ 19131 w 382628"/>
              <a:gd name="connsiteY14" fmla="*/ 440023 h 440022"/>
              <a:gd name="connsiteX15" fmla="*/ 363497 w 382628"/>
              <a:gd name="connsiteY15" fmla="*/ 440023 h 440022"/>
              <a:gd name="connsiteX16" fmla="*/ 382628 w 382628"/>
              <a:gd name="connsiteY16" fmla="*/ 420891 h 440022"/>
              <a:gd name="connsiteX17" fmla="*/ 382628 w 382628"/>
              <a:gd name="connsiteY17" fmla="*/ 191314 h 440022"/>
              <a:gd name="connsiteX18" fmla="*/ 363497 w 382628"/>
              <a:gd name="connsiteY18" fmla="*/ 172183 h 440022"/>
              <a:gd name="connsiteX19" fmla="*/ 19131 w 382628"/>
              <a:gd name="connsiteY19" fmla="*/ 420891 h 440022"/>
              <a:gd name="connsiteX20" fmla="*/ 19131 w 382628"/>
              <a:gd name="connsiteY20" fmla="*/ 191259 h 440022"/>
              <a:gd name="connsiteX21" fmla="*/ 363497 w 382628"/>
              <a:gd name="connsiteY21" fmla="*/ 191259 h 440022"/>
              <a:gd name="connsiteX22" fmla="*/ 363497 w 382628"/>
              <a:gd name="connsiteY22" fmla="*/ 420836 h 440022"/>
              <a:gd name="connsiteX23" fmla="*/ 363516 w 382628"/>
              <a:gd name="connsiteY23" fmla="*/ 420891 h 440022"/>
              <a:gd name="connsiteX24" fmla="*/ 19131 w 382628"/>
              <a:gd name="connsiteY24" fmla="*/ 420891 h 440022"/>
              <a:gd name="connsiteX25" fmla="*/ 191368 w 382628"/>
              <a:gd name="connsiteY25" fmla="*/ 248762 h 440022"/>
              <a:gd name="connsiteX26" fmla="*/ 157888 w 382628"/>
              <a:gd name="connsiteY26" fmla="*/ 282242 h 440022"/>
              <a:gd name="connsiteX27" fmla="*/ 181802 w 382628"/>
              <a:gd name="connsiteY27" fmla="*/ 314163 h 440022"/>
              <a:gd name="connsiteX28" fmla="*/ 181802 w 382628"/>
              <a:gd name="connsiteY28" fmla="*/ 363495 h 440022"/>
              <a:gd name="connsiteX29" fmla="*/ 200933 w 382628"/>
              <a:gd name="connsiteY29" fmla="*/ 363495 h 440022"/>
              <a:gd name="connsiteX30" fmla="*/ 200933 w 382628"/>
              <a:gd name="connsiteY30" fmla="*/ 314163 h 440022"/>
              <a:gd name="connsiteX31" fmla="*/ 224848 w 382628"/>
              <a:gd name="connsiteY31" fmla="*/ 282242 h 440022"/>
              <a:gd name="connsiteX32" fmla="*/ 191368 w 382628"/>
              <a:gd name="connsiteY32" fmla="*/ 248762 h 440022"/>
              <a:gd name="connsiteX33" fmla="*/ 191368 w 382628"/>
              <a:gd name="connsiteY33" fmla="*/ 296591 h 440022"/>
              <a:gd name="connsiteX34" fmla="*/ 177019 w 382628"/>
              <a:gd name="connsiteY34" fmla="*/ 282242 h 440022"/>
              <a:gd name="connsiteX35" fmla="*/ 191368 w 382628"/>
              <a:gd name="connsiteY35" fmla="*/ 267893 h 440022"/>
              <a:gd name="connsiteX36" fmla="*/ 205716 w 382628"/>
              <a:gd name="connsiteY36" fmla="*/ 282242 h 440022"/>
              <a:gd name="connsiteX37" fmla="*/ 191368 w 382628"/>
              <a:gd name="connsiteY37" fmla="*/ 296591 h 44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2628" h="440022">
                <a:moveTo>
                  <a:pt x="363497" y="172183"/>
                </a:moveTo>
                <a:lnTo>
                  <a:pt x="306103" y="172183"/>
                </a:lnTo>
                <a:lnTo>
                  <a:pt x="306103" y="114788"/>
                </a:lnTo>
                <a:cubicBezTo>
                  <a:pt x="306103" y="51490"/>
                  <a:pt x="254612" y="0"/>
                  <a:pt x="191314" y="0"/>
                </a:cubicBezTo>
                <a:cubicBezTo>
                  <a:pt x="128016" y="0"/>
                  <a:pt x="76526" y="51490"/>
                  <a:pt x="76526" y="114788"/>
                </a:cubicBezTo>
                <a:lnTo>
                  <a:pt x="76526" y="124364"/>
                </a:lnTo>
                <a:lnTo>
                  <a:pt x="95657" y="124364"/>
                </a:lnTo>
                <a:lnTo>
                  <a:pt x="95657" y="114788"/>
                </a:lnTo>
                <a:cubicBezTo>
                  <a:pt x="95657" y="62047"/>
                  <a:pt x="138573" y="19131"/>
                  <a:pt x="191314" y="19131"/>
                </a:cubicBezTo>
                <a:cubicBezTo>
                  <a:pt x="244056" y="19131"/>
                  <a:pt x="286971" y="62047"/>
                  <a:pt x="286971" y="114788"/>
                </a:cubicBezTo>
                <a:lnTo>
                  <a:pt x="286971" y="172183"/>
                </a:lnTo>
                <a:lnTo>
                  <a:pt x="19131" y="172183"/>
                </a:lnTo>
                <a:cubicBezTo>
                  <a:pt x="8584" y="172183"/>
                  <a:pt x="0" y="180757"/>
                  <a:pt x="0" y="191314"/>
                </a:cubicBezTo>
                <a:lnTo>
                  <a:pt x="0" y="420891"/>
                </a:lnTo>
                <a:cubicBezTo>
                  <a:pt x="0" y="431448"/>
                  <a:pt x="8584" y="440023"/>
                  <a:pt x="19131" y="440023"/>
                </a:cubicBezTo>
                <a:lnTo>
                  <a:pt x="363497" y="440023"/>
                </a:lnTo>
                <a:cubicBezTo>
                  <a:pt x="374054" y="440023"/>
                  <a:pt x="382628" y="431448"/>
                  <a:pt x="382628" y="420891"/>
                </a:cubicBezTo>
                <a:lnTo>
                  <a:pt x="382628" y="191314"/>
                </a:lnTo>
                <a:cubicBezTo>
                  <a:pt x="382628" y="180757"/>
                  <a:pt x="374054" y="172183"/>
                  <a:pt x="363497" y="172183"/>
                </a:cubicBezTo>
                <a:close/>
                <a:moveTo>
                  <a:pt x="19131" y="420891"/>
                </a:moveTo>
                <a:lnTo>
                  <a:pt x="19131" y="191259"/>
                </a:lnTo>
                <a:lnTo>
                  <a:pt x="363497" y="191259"/>
                </a:lnTo>
                <a:lnTo>
                  <a:pt x="363497" y="420836"/>
                </a:lnTo>
                <a:lnTo>
                  <a:pt x="363516" y="420891"/>
                </a:lnTo>
                <a:lnTo>
                  <a:pt x="19131" y="420891"/>
                </a:lnTo>
                <a:close/>
                <a:moveTo>
                  <a:pt x="191368" y="248762"/>
                </a:moveTo>
                <a:cubicBezTo>
                  <a:pt x="172910" y="248762"/>
                  <a:pt x="157888" y="263784"/>
                  <a:pt x="157888" y="282242"/>
                </a:cubicBezTo>
                <a:cubicBezTo>
                  <a:pt x="157888" y="297354"/>
                  <a:pt x="168022" y="310015"/>
                  <a:pt x="181802" y="314163"/>
                </a:cubicBezTo>
                <a:lnTo>
                  <a:pt x="181802" y="363495"/>
                </a:lnTo>
                <a:lnTo>
                  <a:pt x="200933" y="363495"/>
                </a:lnTo>
                <a:lnTo>
                  <a:pt x="200933" y="314163"/>
                </a:lnTo>
                <a:cubicBezTo>
                  <a:pt x="214714" y="310015"/>
                  <a:pt x="224848" y="297356"/>
                  <a:pt x="224848" y="282242"/>
                </a:cubicBezTo>
                <a:cubicBezTo>
                  <a:pt x="224848" y="263784"/>
                  <a:pt x="209826" y="248762"/>
                  <a:pt x="191368" y="248762"/>
                </a:cubicBezTo>
                <a:close/>
                <a:moveTo>
                  <a:pt x="191368" y="296591"/>
                </a:moveTo>
                <a:cubicBezTo>
                  <a:pt x="183455" y="296591"/>
                  <a:pt x="177019" y="290145"/>
                  <a:pt x="177019" y="282242"/>
                </a:cubicBezTo>
                <a:cubicBezTo>
                  <a:pt x="177019" y="274339"/>
                  <a:pt x="183455" y="267893"/>
                  <a:pt x="191368" y="267893"/>
                </a:cubicBezTo>
                <a:cubicBezTo>
                  <a:pt x="199280" y="267893"/>
                  <a:pt x="205716" y="274339"/>
                  <a:pt x="205716" y="282242"/>
                </a:cubicBezTo>
                <a:cubicBezTo>
                  <a:pt x="205716" y="290145"/>
                  <a:pt x="199280" y="296591"/>
                  <a:pt x="191368" y="296591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297" descr="Cloud security icon.">
            <a:extLst>
              <a:ext uri="{FF2B5EF4-FFF2-40B4-BE49-F238E27FC236}">
                <a16:creationId xmlns:a16="http://schemas.microsoft.com/office/drawing/2014/main" id="{4518AEFF-8700-5E75-3E9B-562931CDB88D}"/>
              </a:ext>
            </a:extLst>
          </p:cNvPr>
          <p:cNvSpPr/>
          <p:nvPr/>
        </p:nvSpPr>
        <p:spPr>
          <a:xfrm>
            <a:off x="5842119" y="3372164"/>
            <a:ext cx="459263" cy="344365"/>
          </a:xfrm>
          <a:custGeom>
            <a:avLst/>
            <a:gdLst>
              <a:gd name="connsiteX0" fmla="*/ 315668 w 459263"/>
              <a:gd name="connsiteY0" fmla="*/ 153051 h 344365"/>
              <a:gd name="connsiteX1" fmla="*/ 296537 w 459263"/>
              <a:gd name="connsiteY1" fmla="*/ 153051 h 344365"/>
              <a:gd name="connsiteX2" fmla="*/ 296537 w 459263"/>
              <a:gd name="connsiteY2" fmla="*/ 130094 h 344365"/>
              <a:gd name="connsiteX3" fmla="*/ 229577 w 459263"/>
              <a:gd name="connsiteY3" fmla="*/ 65047 h 344365"/>
              <a:gd name="connsiteX4" fmla="*/ 162617 w 459263"/>
              <a:gd name="connsiteY4" fmla="*/ 130094 h 344365"/>
              <a:gd name="connsiteX5" fmla="*/ 162617 w 459263"/>
              <a:gd name="connsiteY5" fmla="*/ 153051 h 344365"/>
              <a:gd name="connsiteX6" fmla="*/ 143486 w 459263"/>
              <a:gd name="connsiteY6" fmla="*/ 153051 h 344365"/>
              <a:gd name="connsiteX7" fmla="*/ 124354 w 459263"/>
              <a:gd name="connsiteY7" fmla="*/ 172183 h 344365"/>
              <a:gd name="connsiteX8" fmla="*/ 124354 w 459263"/>
              <a:gd name="connsiteY8" fmla="*/ 286971 h 344365"/>
              <a:gd name="connsiteX9" fmla="*/ 143486 w 459263"/>
              <a:gd name="connsiteY9" fmla="*/ 306103 h 344365"/>
              <a:gd name="connsiteX10" fmla="*/ 315668 w 459263"/>
              <a:gd name="connsiteY10" fmla="*/ 306103 h 344365"/>
              <a:gd name="connsiteX11" fmla="*/ 334800 w 459263"/>
              <a:gd name="connsiteY11" fmla="*/ 286971 h 344365"/>
              <a:gd name="connsiteX12" fmla="*/ 334800 w 459263"/>
              <a:gd name="connsiteY12" fmla="*/ 172183 h 344365"/>
              <a:gd name="connsiteX13" fmla="*/ 315668 w 459263"/>
              <a:gd name="connsiteY13" fmla="*/ 153051 h 344365"/>
              <a:gd name="connsiteX14" fmla="*/ 181748 w 459263"/>
              <a:gd name="connsiteY14" fmla="*/ 130094 h 344365"/>
              <a:gd name="connsiteX15" fmla="*/ 229577 w 459263"/>
              <a:gd name="connsiteY15" fmla="*/ 84178 h 344365"/>
              <a:gd name="connsiteX16" fmla="*/ 277406 w 459263"/>
              <a:gd name="connsiteY16" fmla="*/ 130094 h 344365"/>
              <a:gd name="connsiteX17" fmla="*/ 277406 w 459263"/>
              <a:gd name="connsiteY17" fmla="*/ 153051 h 344365"/>
              <a:gd name="connsiteX18" fmla="*/ 181748 w 459263"/>
              <a:gd name="connsiteY18" fmla="*/ 153051 h 344365"/>
              <a:gd name="connsiteX19" fmla="*/ 181748 w 459263"/>
              <a:gd name="connsiteY19" fmla="*/ 130094 h 344365"/>
              <a:gd name="connsiteX20" fmla="*/ 309929 w 459263"/>
              <a:gd name="connsiteY20" fmla="*/ 286971 h 344365"/>
              <a:gd name="connsiteX21" fmla="*/ 143486 w 459263"/>
              <a:gd name="connsiteY21" fmla="*/ 286971 h 344365"/>
              <a:gd name="connsiteX22" fmla="*/ 143486 w 459263"/>
              <a:gd name="connsiteY22" fmla="*/ 172183 h 344365"/>
              <a:gd name="connsiteX23" fmla="*/ 315668 w 459263"/>
              <a:gd name="connsiteY23" fmla="*/ 172183 h 344365"/>
              <a:gd name="connsiteX24" fmla="*/ 315668 w 459263"/>
              <a:gd name="connsiteY24" fmla="*/ 286971 h 344365"/>
              <a:gd name="connsiteX25" fmla="*/ 309929 w 459263"/>
              <a:gd name="connsiteY25" fmla="*/ 286971 h 344365"/>
              <a:gd name="connsiteX26" fmla="*/ 229577 w 459263"/>
              <a:gd name="connsiteY26" fmla="*/ 197054 h 344365"/>
              <a:gd name="connsiteX27" fmla="*/ 206619 w 459263"/>
              <a:gd name="connsiteY27" fmla="*/ 220011 h 344365"/>
              <a:gd name="connsiteX28" fmla="*/ 220011 w 459263"/>
              <a:gd name="connsiteY28" fmla="*/ 239143 h 344365"/>
              <a:gd name="connsiteX29" fmla="*/ 220011 w 459263"/>
              <a:gd name="connsiteY29" fmla="*/ 262100 h 344365"/>
              <a:gd name="connsiteX30" fmla="*/ 239143 w 459263"/>
              <a:gd name="connsiteY30" fmla="*/ 262100 h 344365"/>
              <a:gd name="connsiteX31" fmla="*/ 239143 w 459263"/>
              <a:gd name="connsiteY31" fmla="*/ 239143 h 344365"/>
              <a:gd name="connsiteX32" fmla="*/ 252535 w 459263"/>
              <a:gd name="connsiteY32" fmla="*/ 220011 h 344365"/>
              <a:gd name="connsiteX33" fmla="*/ 229577 w 459263"/>
              <a:gd name="connsiteY33" fmla="*/ 197054 h 344365"/>
              <a:gd name="connsiteX34" fmla="*/ 229577 w 459263"/>
              <a:gd name="connsiteY34" fmla="*/ 216185 h 344365"/>
              <a:gd name="connsiteX35" fmla="*/ 233403 w 459263"/>
              <a:gd name="connsiteY35" fmla="*/ 220011 h 344365"/>
              <a:gd name="connsiteX36" fmla="*/ 227664 w 459263"/>
              <a:gd name="connsiteY36" fmla="*/ 220011 h 344365"/>
              <a:gd name="connsiteX37" fmla="*/ 229577 w 459263"/>
              <a:gd name="connsiteY37" fmla="*/ 216185 h 344365"/>
              <a:gd name="connsiteX38" fmla="*/ 405586 w 459263"/>
              <a:gd name="connsiteY38" fmla="*/ 151138 h 344365"/>
              <a:gd name="connsiteX39" fmla="*/ 235316 w 459263"/>
              <a:gd name="connsiteY39" fmla="*/ 0 h 344365"/>
              <a:gd name="connsiteX40" fmla="*/ 63134 w 459263"/>
              <a:gd name="connsiteY40" fmla="*/ 166443 h 344365"/>
              <a:gd name="connsiteX41" fmla="*/ 63134 w 459263"/>
              <a:gd name="connsiteY41" fmla="*/ 166443 h 344365"/>
              <a:gd name="connsiteX42" fmla="*/ 0 w 459263"/>
              <a:gd name="connsiteY42" fmla="*/ 252535 h 344365"/>
              <a:gd name="connsiteX43" fmla="*/ 93744 w 459263"/>
              <a:gd name="connsiteY43" fmla="*/ 344366 h 344365"/>
              <a:gd name="connsiteX44" fmla="*/ 365410 w 459263"/>
              <a:gd name="connsiteY44" fmla="*/ 344366 h 344365"/>
              <a:gd name="connsiteX45" fmla="*/ 457241 w 459263"/>
              <a:gd name="connsiteY45" fmla="*/ 262100 h 344365"/>
              <a:gd name="connsiteX46" fmla="*/ 405586 w 459263"/>
              <a:gd name="connsiteY46" fmla="*/ 151138 h 344365"/>
              <a:gd name="connsiteX47" fmla="*/ 438109 w 459263"/>
              <a:gd name="connsiteY47" fmla="*/ 258274 h 344365"/>
              <a:gd name="connsiteX48" fmla="*/ 365410 w 459263"/>
              <a:gd name="connsiteY48" fmla="*/ 325234 h 344365"/>
              <a:gd name="connsiteX49" fmla="*/ 93744 w 459263"/>
              <a:gd name="connsiteY49" fmla="*/ 325234 h 344365"/>
              <a:gd name="connsiteX50" fmla="*/ 19131 w 459263"/>
              <a:gd name="connsiteY50" fmla="*/ 254448 h 344365"/>
              <a:gd name="connsiteX51" fmla="*/ 74613 w 459263"/>
              <a:gd name="connsiteY51" fmla="*/ 185575 h 344365"/>
              <a:gd name="connsiteX52" fmla="*/ 82265 w 459263"/>
              <a:gd name="connsiteY52" fmla="*/ 183662 h 344365"/>
              <a:gd name="connsiteX53" fmla="*/ 82265 w 459263"/>
              <a:gd name="connsiteY53" fmla="*/ 172183 h 344365"/>
              <a:gd name="connsiteX54" fmla="*/ 82265 w 459263"/>
              <a:gd name="connsiteY54" fmla="*/ 168356 h 344365"/>
              <a:gd name="connsiteX55" fmla="*/ 235316 w 459263"/>
              <a:gd name="connsiteY55" fmla="*/ 21045 h 344365"/>
              <a:gd name="connsiteX56" fmla="*/ 388368 w 459263"/>
              <a:gd name="connsiteY56" fmla="*/ 160704 h 344365"/>
              <a:gd name="connsiteX57" fmla="*/ 388368 w 459263"/>
              <a:gd name="connsiteY57" fmla="*/ 166443 h 344365"/>
              <a:gd name="connsiteX58" fmla="*/ 394107 w 459263"/>
              <a:gd name="connsiteY58" fmla="*/ 168356 h 344365"/>
              <a:gd name="connsiteX59" fmla="*/ 438109 w 459263"/>
              <a:gd name="connsiteY59" fmla="*/ 258274 h 344365"/>
              <a:gd name="connsiteX60" fmla="*/ 438109 w 459263"/>
              <a:gd name="connsiteY60" fmla="*/ 258274 h 344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59263" h="344365">
                <a:moveTo>
                  <a:pt x="315668" y="153051"/>
                </a:moveTo>
                <a:lnTo>
                  <a:pt x="296537" y="153051"/>
                </a:lnTo>
                <a:lnTo>
                  <a:pt x="296537" y="130094"/>
                </a:lnTo>
                <a:cubicBezTo>
                  <a:pt x="296537" y="93744"/>
                  <a:pt x="265927" y="65047"/>
                  <a:pt x="229577" y="65047"/>
                </a:cubicBezTo>
                <a:cubicBezTo>
                  <a:pt x="193227" y="65047"/>
                  <a:pt x="162617" y="95657"/>
                  <a:pt x="162617" y="130094"/>
                </a:cubicBezTo>
                <a:lnTo>
                  <a:pt x="162617" y="153051"/>
                </a:lnTo>
                <a:lnTo>
                  <a:pt x="143486" y="153051"/>
                </a:lnTo>
                <a:cubicBezTo>
                  <a:pt x="132007" y="153051"/>
                  <a:pt x="124354" y="160704"/>
                  <a:pt x="124354" y="172183"/>
                </a:cubicBezTo>
                <a:lnTo>
                  <a:pt x="124354" y="286971"/>
                </a:lnTo>
                <a:cubicBezTo>
                  <a:pt x="124354" y="298450"/>
                  <a:pt x="132007" y="306103"/>
                  <a:pt x="143486" y="306103"/>
                </a:cubicBezTo>
                <a:lnTo>
                  <a:pt x="315668" y="306103"/>
                </a:lnTo>
                <a:cubicBezTo>
                  <a:pt x="327147" y="306103"/>
                  <a:pt x="334800" y="298450"/>
                  <a:pt x="334800" y="286971"/>
                </a:cubicBezTo>
                <a:lnTo>
                  <a:pt x="334800" y="172183"/>
                </a:lnTo>
                <a:cubicBezTo>
                  <a:pt x="334800" y="162617"/>
                  <a:pt x="327147" y="153051"/>
                  <a:pt x="315668" y="153051"/>
                </a:cubicBezTo>
                <a:close/>
                <a:moveTo>
                  <a:pt x="181748" y="130094"/>
                </a:moveTo>
                <a:cubicBezTo>
                  <a:pt x="181748" y="105223"/>
                  <a:pt x="202793" y="84178"/>
                  <a:pt x="229577" y="84178"/>
                </a:cubicBezTo>
                <a:cubicBezTo>
                  <a:pt x="256361" y="84178"/>
                  <a:pt x="277406" y="105223"/>
                  <a:pt x="277406" y="130094"/>
                </a:cubicBezTo>
                <a:lnTo>
                  <a:pt x="277406" y="153051"/>
                </a:lnTo>
                <a:lnTo>
                  <a:pt x="181748" y="153051"/>
                </a:lnTo>
                <a:lnTo>
                  <a:pt x="181748" y="130094"/>
                </a:lnTo>
                <a:close/>
                <a:moveTo>
                  <a:pt x="309929" y="286971"/>
                </a:moveTo>
                <a:lnTo>
                  <a:pt x="143486" y="286971"/>
                </a:lnTo>
                <a:lnTo>
                  <a:pt x="143486" y="172183"/>
                </a:lnTo>
                <a:lnTo>
                  <a:pt x="315668" y="172183"/>
                </a:lnTo>
                <a:lnTo>
                  <a:pt x="315668" y="286971"/>
                </a:lnTo>
                <a:lnTo>
                  <a:pt x="309929" y="286971"/>
                </a:lnTo>
                <a:close/>
                <a:moveTo>
                  <a:pt x="229577" y="197054"/>
                </a:moveTo>
                <a:cubicBezTo>
                  <a:pt x="218098" y="197054"/>
                  <a:pt x="206619" y="206619"/>
                  <a:pt x="206619" y="220011"/>
                </a:cubicBezTo>
                <a:cubicBezTo>
                  <a:pt x="206619" y="229577"/>
                  <a:pt x="212359" y="235316"/>
                  <a:pt x="220011" y="239143"/>
                </a:cubicBezTo>
                <a:lnTo>
                  <a:pt x="220011" y="262100"/>
                </a:lnTo>
                <a:lnTo>
                  <a:pt x="239143" y="262100"/>
                </a:lnTo>
                <a:lnTo>
                  <a:pt x="239143" y="239143"/>
                </a:lnTo>
                <a:cubicBezTo>
                  <a:pt x="246795" y="235316"/>
                  <a:pt x="252535" y="227664"/>
                  <a:pt x="252535" y="220011"/>
                </a:cubicBezTo>
                <a:cubicBezTo>
                  <a:pt x="252535" y="206619"/>
                  <a:pt x="241056" y="197054"/>
                  <a:pt x="229577" y="197054"/>
                </a:cubicBezTo>
                <a:close/>
                <a:moveTo>
                  <a:pt x="229577" y="216185"/>
                </a:moveTo>
                <a:cubicBezTo>
                  <a:pt x="231490" y="216185"/>
                  <a:pt x="233403" y="218098"/>
                  <a:pt x="233403" y="220011"/>
                </a:cubicBezTo>
                <a:cubicBezTo>
                  <a:pt x="233403" y="223838"/>
                  <a:pt x="227664" y="223838"/>
                  <a:pt x="227664" y="220011"/>
                </a:cubicBezTo>
                <a:cubicBezTo>
                  <a:pt x="225751" y="216185"/>
                  <a:pt x="227664" y="216185"/>
                  <a:pt x="229577" y="216185"/>
                </a:cubicBezTo>
                <a:close/>
                <a:moveTo>
                  <a:pt x="405586" y="151138"/>
                </a:moveTo>
                <a:cubicBezTo>
                  <a:pt x="397933" y="66960"/>
                  <a:pt x="323321" y="0"/>
                  <a:pt x="235316" y="0"/>
                </a:cubicBezTo>
                <a:cubicBezTo>
                  <a:pt x="139659" y="0"/>
                  <a:pt x="63134" y="74613"/>
                  <a:pt x="63134" y="166443"/>
                </a:cubicBezTo>
                <a:lnTo>
                  <a:pt x="63134" y="166443"/>
                </a:lnTo>
                <a:cubicBezTo>
                  <a:pt x="24871" y="179835"/>
                  <a:pt x="0" y="212359"/>
                  <a:pt x="0" y="252535"/>
                </a:cubicBezTo>
                <a:cubicBezTo>
                  <a:pt x="0" y="304190"/>
                  <a:pt x="42089" y="344366"/>
                  <a:pt x="93744" y="344366"/>
                </a:cubicBezTo>
                <a:lnTo>
                  <a:pt x="365410" y="344366"/>
                </a:lnTo>
                <a:cubicBezTo>
                  <a:pt x="417065" y="344366"/>
                  <a:pt x="449588" y="302276"/>
                  <a:pt x="457241" y="262100"/>
                </a:cubicBezTo>
                <a:cubicBezTo>
                  <a:pt x="464893" y="221924"/>
                  <a:pt x="451501" y="172183"/>
                  <a:pt x="405586" y="151138"/>
                </a:cubicBezTo>
                <a:close/>
                <a:moveTo>
                  <a:pt x="438109" y="258274"/>
                </a:moveTo>
                <a:cubicBezTo>
                  <a:pt x="432370" y="288884"/>
                  <a:pt x="409412" y="325234"/>
                  <a:pt x="365410" y="325234"/>
                </a:cubicBezTo>
                <a:lnTo>
                  <a:pt x="93744" y="325234"/>
                </a:lnTo>
                <a:cubicBezTo>
                  <a:pt x="51655" y="325234"/>
                  <a:pt x="19131" y="292711"/>
                  <a:pt x="19131" y="254448"/>
                </a:cubicBezTo>
                <a:cubicBezTo>
                  <a:pt x="19131" y="221924"/>
                  <a:pt x="42089" y="193227"/>
                  <a:pt x="74613" y="185575"/>
                </a:cubicBezTo>
                <a:lnTo>
                  <a:pt x="82265" y="183662"/>
                </a:lnTo>
                <a:lnTo>
                  <a:pt x="82265" y="172183"/>
                </a:lnTo>
                <a:cubicBezTo>
                  <a:pt x="82265" y="170270"/>
                  <a:pt x="82265" y="168356"/>
                  <a:pt x="82265" y="168356"/>
                </a:cubicBezTo>
                <a:cubicBezTo>
                  <a:pt x="82265" y="86091"/>
                  <a:pt x="151138" y="21045"/>
                  <a:pt x="235316" y="21045"/>
                </a:cubicBezTo>
                <a:cubicBezTo>
                  <a:pt x="315668" y="21045"/>
                  <a:pt x="382628" y="82265"/>
                  <a:pt x="388368" y="160704"/>
                </a:cubicBezTo>
                <a:lnTo>
                  <a:pt x="388368" y="166443"/>
                </a:lnTo>
                <a:lnTo>
                  <a:pt x="394107" y="168356"/>
                </a:lnTo>
                <a:cubicBezTo>
                  <a:pt x="434283" y="181748"/>
                  <a:pt x="445762" y="223838"/>
                  <a:pt x="438109" y="258274"/>
                </a:cubicBezTo>
                <a:lnTo>
                  <a:pt x="438109" y="2582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Graphic 345" descr="Mobile security icon.">
            <a:extLst>
              <a:ext uri="{FF2B5EF4-FFF2-40B4-BE49-F238E27FC236}">
                <a16:creationId xmlns:a16="http://schemas.microsoft.com/office/drawing/2014/main" id="{C04298CC-0561-60D9-75CD-E4FAFDC60F2E}"/>
              </a:ext>
            </a:extLst>
          </p:cNvPr>
          <p:cNvSpPr/>
          <p:nvPr/>
        </p:nvSpPr>
        <p:spPr>
          <a:xfrm>
            <a:off x="7173298" y="3276669"/>
            <a:ext cx="267839" cy="459154"/>
          </a:xfrm>
          <a:custGeom>
            <a:avLst/>
            <a:gdLst>
              <a:gd name="connsiteX0" fmla="*/ 172183 w 267839"/>
              <a:gd name="connsiteY0" fmla="*/ 57394 h 459154"/>
              <a:gd name="connsiteX1" fmla="*/ 95946 w 267839"/>
              <a:gd name="connsiteY1" fmla="*/ 57394 h 459154"/>
              <a:gd name="connsiteX2" fmla="*/ 95946 w 267839"/>
              <a:gd name="connsiteY2" fmla="*/ 38263 h 459154"/>
              <a:gd name="connsiteX3" fmla="*/ 172183 w 267839"/>
              <a:gd name="connsiteY3" fmla="*/ 38263 h 459154"/>
              <a:gd name="connsiteX4" fmla="*/ 172183 w 267839"/>
              <a:gd name="connsiteY4" fmla="*/ 57394 h 459154"/>
              <a:gd name="connsiteX5" fmla="*/ 162617 w 267839"/>
              <a:gd name="connsiteY5" fmla="*/ 401760 h 459154"/>
              <a:gd name="connsiteX6" fmla="*/ 133920 w 267839"/>
              <a:gd name="connsiteY6" fmla="*/ 430457 h 459154"/>
              <a:gd name="connsiteX7" fmla="*/ 105223 w 267839"/>
              <a:gd name="connsiteY7" fmla="*/ 401760 h 459154"/>
              <a:gd name="connsiteX8" fmla="*/ 133920 w 267839"/>
              <a:gd name="connsiteY8" fmla="*/ 373063 h 459154"/>
              <a:gd name="connsiteX9" fmla="*/ 162617 w 267839"/>
              <a:gd name="connsiteY9" fmla="*/ 401760 h 459154"/>
              <a:gd name="connsiteX10" fmla="*/ 143486 w 267839"/>
              <a:gd name="connsiteY10" fmla="*/ 401760 h 459154"/>
              <a:gd name="connsiteX11" fmla="*/ 133920 w 267839"/>
              <a:gd name="connsiteY11" fmla="*/ 392194 h 459154"/>
              <a:gd name="connsiteX12" fmla="*/ 124354 w 267839"/>
              <a:gd name="connsiteY12" fmla="*/ 401760 h 459154"/>
              <a:gd name="connsiteX13" fmla="*/ 133920 w 267839"/>
              <a:gd name="connsiteY13" fmla="*/ 411325 h 459154"/>
              <a:gd name="connsiteX14" fmla="*/ 143486 w 267839"/>
              <a:gd name="connsiteY14" fmla="*/ 401760 h 459154"/>
              <a:gd name="connsiteX15" fmla="*/ 267840 w 267839"/>
              <a:gd name="connsiteY15" fmla="*/ 19131 h 459154"/>
              <a:gd name="connsiteX16" fmla="*/ 267840 w 267839"/>
              <a:gd name="connsiteY16" fmla="*/ 440023 h 459154"/>
              <a:gd name="connsiteX17" fmla="*/ 248708 w 267839"/>
              <a:gd name="connsiteY17" fmla="*/ 459154 h 459154"/>
              <a:gd name="connsiteX18" fmla="*/ 19131 w 267839"/>
              <a:gd name="connsiteY18" fmla="*/ 459154 h 459154"/>
              <a:gd name="connsiteX19" fmla="*/ 0 w 267839"/>
              <a:gd name="connsiteY19" fmla="*/ 440023 h 459154"/>
              <a:gd name="connsiteX20" fmla="*/ 0 w 267839"/>
              <a:gd name="connsiteY20" fmla="*/ 19131 h 459154"/>
              <a:gd name="connsiteX21" fmla="*/ 19131 w 267839"/>
              <a:gd name="connsiteY21" fmla="*/ 0 h 459154"/>
              <a:gd name="connsiteX22" fmla="*/ 248708 w 267839"/>
              <a:gd name="connsiteY22" fmla="*/ 0 h 459154"/>
              <a:gd name="connsiteX23" fmla="*/ 267840 w 267839"/>
              <a:gd name="connsiteY23" fmla="*/ 19131 h 459154"/>
              <a:gd name="connsiteX24" fmla="*/ 248708 w 267839"/>
              <a:gd name="connsiteY24" fmla="*/ 19131 h 459154"/>
              <a:gd name="connsiteX25" fmla="*/ 19131 w 267839"/>
              <a:gd name="connsiteY25" fmla="*/ 19131 h 459154"/>
              <a:gd name="connsiteX26" fmla="*/ 19131 w 267839"/>
              <a:gd name="connsiteY26" fmla="*/ 440023 h 459154"/>
              <a:gd name="connsiteX27" fmla="*/ 248708 w 267839"/>
              <a:gd name="connsiteY27" fmla="*/ 440023 h 459154"/>
              <a:gd name="connsiteX28" fmla="*/ 248708 w 267839"/>
              <a:gd name="connsiteY28" fmla="*/ 19131 h 459154"/>
              <a:gd name="connsiteX29" fmla="*/ 210446 w 267839"/>
              <a:gd name="connsiteY29" fmla="*/ 38263 h 459154"/>
              <a:gd name="connsiteX30" fmla="*/ 191314 w 267839"/>
              <a:gd name="connsiteY30" fmla="*/ 38263 h 459154"/>
              <a:gd name="connsiteX31" fmla="*/ 191314 w 267839"/>
              <a:gd name="connsiteY31" fmla="*/ 57394 h 459154"/>
              <a:gd name="connsiteX32" fmla="*/ 210446 w 267839"/>
              <a:gd name="connsiteY32" fmla="*/ 57394 h 459154"/>
              <a:gd name="connsiteX33" fmla="*/ 210446 w 267839"/>
              <a:gd name="connsiteY33" fmla="*/ 38263 h 459154"/>
              <a:gd name="connsiteX34" fmla="*/ 38263 w 267839"/>
              <a:gd name="connsiteY34" fmla="*/ 296537 h 459154"/>
              <a:gd name="connsiteX35" fmla="*/ 38263 w 267839"/>
              <a:gd name="connsiteY35" fmla="*/ 200880 h 459154"/>
              <a:gd name="connsiteX36" fmla="*/ 57394 w 267839"/>
              <a:gd name="connsiteY36" fmla="*/ 181748 h 459154"/>
              <a:gd name="connsiteX37" fmla="*/ 76516 w 267839"/>
              <a:gd name="connsiteY37" fmla="*/ 181748 h 459154"/>
              <a:gd name="connsiteX38" fmla="*/ 76516 w 267839"/>
              <a:gd name="connsiteY38" fmla="*/ 161383 h 459154"/>
              <a:gd name="connsiteX39" fmla="*/ 133910 w 267839"/>
              <a:gd name="connsiteY39" fmla="*/ 105223 h 459154"/>
              <a:gd name="connsiteX40" fmla="*/ 191295 w 267839"/>
              <a:gd name="connsiteY40" fmla="*/ 161383 h 459154"/>
              <a:gd name="connsiteX41" fmla="*/ 191295 w 267839"/>
              <a:gd name="connsiteY41" fmla="*/ 181748 h 459154"/>
              <a:gd name="connsiteX42" fmla="*/ 210446 w 267839"/>
              <a:gd name="connsiteY42" fmla="*/ 181748 h 459154"/>
              <a:gd name="connsiteX43" fmla="*/ 229577 w 267839"/>
              <a:gd name="connsiteY43" fmla="*/ 200880 h 459154"/>
              <a:gd name="connsiteX44" fmla="*/ 229577 w 267839"/>
              <a:gd name="connsiteY44" fmla="*/ 296537 h 459154"/>
              <a:gd name="connsiteX45" fmla="*/ 210446 w 267839"/>
              <a:gd name="connsiteY45" fmla="*/ 315668 h 459154"/>
              <a:gd name="connsiteX46" fmla="*/ 57394 w 267839"/>
              <a:gd name="connsiteY46" fmla="*/ 315668 h 459154"/>
              <a:gd name="connsiteX47" fmla="*/ 38263 w 267839"/>
              <a:gd name="connsiteY47" fmla="*/ 296537 h 459154"/>
              <a:gd name="connsiteX48" fmla="*/ 95648 w 267839"/>
              <a:gd name="connsiteY48" fmla="*/ 181748 h 459154"/>
              <a:gd name="connsiteX49" fmla="*/ 172164 w 267839"/>
              <a:gd name="connsiteY49" fmla="*/ 181748 h 459154"/>
              <a:gd name="connsiteX50" fmla="*/ 172164 w 267839"/>
              <a:gd name="connsiteY50" fmla="*/ 161383 h 459154"/>
              <a:gd name="connsiteX51" fmla="*/ 133910 w 267839"/>
              <a:gd name="connsiteY51" fmla="*/ 124354 h 459154"/>
              <a:gd name="connsiteX52" fmla="*/ 95648 w 267839"/>
              <a:gd name="connsiteY52" fmla="*/ 161383 h 459154"/>
              <a:gd name="connsiteX53" fmla="*/ 95648 w 267839"/>
              <a:gd name="connsiteY53" fmla="*/ 181748 h 459154"/>
              <a:gd name="connsiteX54" fmla="*/ 210465 w 267839"/>
              <a:gd name="connsiteY54" fmla="*/ 296537 h 459154"/>
              <a:gd name="connsiteX55" fmla="*/ 210446 w 267839"/>
              <a:gd name="connsiteY55" fmla="*/ 296537 h 459154"/>
              <a:gd name="connsiteX56" fmla="*/ 210446 w 267839"/>
              <a:gd name="connsiteY56" fmla="*/ 200880 h 459154"/>
              <a:gd name="connsiteX57" fmla="*/ 57394 w 267839"/>
              <a:gd name="connsiteY57" fmla="*/ 200880 h 459154"/>
              <a:gd name="connsiteX58" fmla="*/ 57394 w 267839"/>
              <a:gd name="connsiteY58" fmla="*/ 296537 h 459154"/>
              <a:gd name="connsiteX59" fmla="*/ 210446 w 267839"/>
              <a:gd name="connsiteY59" fmla="*/ 296537 h 459154"/>
              <a:gd name="connsiteX60" fmla="*/ 134230 w 267839"/>
              <a:gd name="connsiteY60" fmla="*/ 220264 h 459154"/>
              <a:gd name="connsiteX61" fmla="*/ 115098 w 267839"/>
              <a:gd name="connsiteY61" fmla="*/ 239395 h 459154"/>
              <a:gd name="connsiteX62" fmla="*/ 124354 w 267839"/>
              <a:gd name="connsiteY62" fmla="*/ 255385 h 459154"/>
              <a:gd name="connsiteX63" fmla="*/ 124354 w 267839"/>
              <a:gd name="connsiteY63" fmla="*/ 277406 h 459154"/>
              <a:gd name="connsiteX64" fmla="*/ 143486 w 267839"/>
              <a:gd name="connsiteY64" fmla="*/ 277406 h 459154"/>
              <a:gd name="connsiteX65" fmla="*/ 143486 w 267839"/>
              <a:gd name="connsiteY65" fmla="*/ 255802 h 459154"/>
              <a:gd name="connsiteX66" fmla="*/ 153361 w 267839"/>
              <a:gd name="connsiteY66" fmla="*/ 239393 h 459154"/>
              <a:gd name="connsiteX67" fmla="*/ 134230 w 267839"/>
              <a:gd name="connsiteY67" fmla="*/ 220262 h 45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7839" h="459154">
                <a:moveTo>
                  <a:pt x="172183" y="57394"/>
                </a:moveTo>
                <a:lnTo>
                  <a:pt x="95946" y="57394"/>
                </a:lnTo>
                <a:lnTo>
                  <a:pt x="95946" y="38263"/>
                </a:lnTo>
                <a:lnTo>
                  <a:pt x="172183" y="38263"/>
                </a:lnTo>
                <a:lnTo>
                  <a:pt x="172183" y="57394"/>
                </a:lnTo>
                <a:close/>
                <a:moveTo>
                  <a:pt x="162617" y="401760"/>
                </a:moveTo>
                <a:cubicBezTo>
                  <a:pt x="162617" y="417583"/>
                  <a:pt x="149744" y="430457"/>
                  <a:pt x="133920" y="430457"/>
                </a:cubicBezTo>
                <a:cubicBezTo>
                  <a:pt x="118096" y="430457"/>
                  <a:pt x="105223" y="417583"/>
                  <a:pt x="105223" y="401760"/>
                </a:cubicBezTo>
                <a:cubicBezTo>
                  <a:pt x="105223" y="385936"/>
                  <a:pt x="118096" y="373063"/>
                  <a:pt x="133920" y="373063"/>
                </a:cubicBezTo>
                <a:cubicBezTo>
                  <a:pt x="149744" y="373063"/>
                  <a:pt x="162617" y="385936"/>
                  <a:pt x="162617" y="401760"/>
                </a:cubicBezTo>
                <a:close/>
                <a:moveTo>
                  <a:pt x="143486" y="401760"/>
                </a:moveTo>
                <a:cubicBezTo>
                  <a:pt x="143486" y="396491"/>
                  <a:pt x="139198" y="392194"/>
                  <a:pt x="133920" y="392194"/>
                </a:cubicBezTo>
                <a:cubicBezTo>
                  <a:pt x="128642" y="392194"/>
                  <a:pt x="124354" y="396491"/>
                  <a:pt x="124354" y="401760"/>
                </a:cubicBezTo>
                <a:cubicBezTo>
                  <a:pt x="124354" y="407029"/>
                  <a:pt x="128642" y="411325"/>
                  <a:pt x="133920" y="411325"/>
                </a:cubicBezTo>
                <a:cubicBezTo>
                  <a:pt x="139198" y="411325"/>
                  <a:pt x="143486" y="407029"/>
                  <a:pt x="143486" y="401760"/>
                </a:cubicBezTo>
                <a:close/>
                <a:moveTo>
                  <a:pt x="267840" y="19131"/>
                </a:moveTo>
                <a:lnTo>
                  <a:pt x="267840" y="440023"/>
                </a:lnTo>
                <a:cubicBezTo>
                  <a:pt x="267840" y="450579"/>
                  <a:pt x="259265" y="459154"/>
                  <a:pt x="248708" y="459154"/>
                </a:cubicBezTo>
                <a:lnTo>
                  <a:pt x="19131" y="459154"/>
                </a:lnTo>
                <a:cubicBezTo>
                  <a:pt x="8584" y="459154"/>
                  <a:pt x="0" y="450579"/>
                  <a:pt x="0" y="440023"/>
                </a:cubicBezTo>
                <a:lnTo>
                  <a:pt x="0" y="19131"/>
                </a:lnTo>
                <a:cubicBezTo>
                  <a:pt x="0" y="8575"/>
                  <a:pt x="8584" y="0"/>
                  <a:pt x="19131" y="0"/>
                </a:cubicBezTo>
                <a:lnTo>
                  <a:pt x="248708" y="0"/>
                </a:lnTo>
                <a:cubicBezTo>
                  <a:pt x="259265" y="0"/>
                  <a:pt x="267840" y="8575"/>
                  <a:pt x="267840" y="19131"/>
                </a:cubicBezTo>
                <a:close/>
                <a:moveTo>
                  <a:pt x="248708" y="19131"/>
                </a:moveTo>
                <a:lnTo>
                  <a:pt x="19131" y="19131"/>
                </a:lnTo>
                <a:lnTo>
                  <a:pt x="19131" y="440023"/>
                </a:lnTo>
                <a:lnTo>
                  <a:pt x="248708" y="440023"/>
                </a:lnTo>
                <a:lnTo>
                  <a:pt x="248708" y="19131"/>
                </a:lnTo>
                <a:close/>
                <a:moveTo>
                  <a:pt x="210446" y="38263"/>
                </a:moveTo>
                <a:lnTo>
                  <a:pt x="191314" y="38263"/>
                </a:lnTo>
                <a:lnTo>
                  <a:pt x="191314" y="57394"/>
                </a:lnTo>
                <a:lnTo>
                  <a:pt x="210446" y="57394"/>
                </a:lnTo>
                <a:lnTo>
                  <a:pt x="210446" y="38263"/>
                </a:lnTo>
                <a:close/>
                <a:moveTo>
                  <a:pt x="38263" y="296537"/>
                </a:moveTo>
                <a:lnTo>
                  <a:pt x="38263" y="200880"/>
                </a:lnTo>
                <a:cubicBezTo>
                  <a:pt x="38263" y="190323"/>
                  <a:pt x="46847" y="181748"/>
                  <a:pt x="57394" y="181748"/>
                </a:cubicBezTo>
                <a:lnTo>
                  <a:pt x="76516" y="181748"/>
                </a:lnTo>
                <a:lnTo>
                  <a:pt x="76516" y="161383"/>
                </a:lnTo>
                <a:cubicBezTo>
                  <a:pt x="76516" y="130407"/>
                  <a:pt x="102261" y="105223"/>
                  <a:pt x="133910" y="105223"/>
                </a:cubicBezTo>
                <a:cubicBezTo>
                  <a:pt x="165559" y="105223"/>
                  <a:pt x="191295" y="130407"/>
                  <a:pt x="191295" y="161383"/>
                </a:cubicBezTo>
                <a:lnTo>
                  <a:pt x="191295" y="181748"/>
                </a:lnTo>
                <a:lnTo>
                  <a:pt x="210446" y="181748"/>
                </a:lnTo>
                <a:cubicBezTo>
                  <a:pt x="221002" y="181748"/>
                  <a:pt x="229577" y="190323"/>
                  <a:pt x="229577" y="200880"/>
                </a:cubicBezTo>
                <a:lnTo>
                  <a:pt x="229577" y="296537"/>
                </a:lnTo>
                <a:cubicBezTo>
                  <a:pt x="229577" y="307094"/>
                  <a:pt x="221002" y="315668"/>
                  <a:pt x="210446" y="315668"/>
                </a:cubicBezTo>
                <a:lnTo>
                  <a:pt x="57394" y="315668"/>
                </a:lnTo>
                <a:cubicBezTo>
                  <a:pt x="46847" y="315668"/>
                  <a:pt x="38263" y="307094"/>
                  <a:pt x="38263" y="296537"/>
                </a:cubicBezTo>
                <a:close/>
                <a:moveTo>
                  <a:pt x="95648" y="181748"/>
                </a:moveTo>
                <a:lnTo>
                  <a:pt x="172164" y="181748"/>
                </a:lnTo>
                <a:lnTo>
                  <a:pt x="172164" y="161383"/>
                </a:lnTo>
                <a:cubicBezTo>
                  <a:pt x="172164" y="140962"/>
                  <a:pt x="154993" y="124354"/>
                  <a:pt x="133910" y="124354"/>
                </a:cubicBezTo>
                <a:cubicBezTo>
                  <a:pt x="112808" y="124354"/>
                  <a:pt x="95648" y="140964"/>
                  <a:pt x="95648" y="161383"/>
                </a:cubicBezTo>
                <a:lnTo>
                  <a:pt x="95648" y="181748"/>
                </a:lnTo>
                <a:close/>
                <a:moveTo>
                  <a:pt x="210465" y="296537"/>
                </a:moveTo>
                <a:lnTo>
                  <a:pt x="210446" y="296537"/>
                </a:lnTo>
                <a:lnTo>
                  <a:pt x="210446" y="200880"/>
                </a:lnTo>
                <a:lnTo>
                  <a:pt x="57394" y="200880"/>
                </a:lnTo>
                <a:lnTo>
                  <a:pt x="57394" y="296537"/>
                </a:lnTo>
                <a:lnTo>
                  <a:pt x="210446" y="296537"/>
                </a:lnTo>
                <a:moveTo>
                  <a:pt x="134230" y="220264"/>
                </a:moveTo>
                <a:cubicBezTo>
                  <a:pt x="123664" y="220264"/>
                  <a:pt x="115098" y="228827"/>
                  <a:pt x="115098" y="239395"/>
                </a:cubicBezTo>
                <a:cubicBezTo>
                  <a:pt x="115098" y="246265"/>
                  <a:pt x="118917" y="252011"/>
                  <a:pt x="124354" y="255385"/>
                </a:cubicBezTo>
                <a:lnTo>
                  <a:pt x="124354" y="277406"/>
                </a:lnTo>
                <a:lnTo>
                  <a:pt x="143486" y="277406"/>
                </a:lnTo>
                <a:lnTo>
                  <a:pt x="143486" y="255802"/>
                </a:lnTo>
                <a:cubicBezTo>
                  <a:pt x="149281" y="252514"/>
                  <a:pt x="153361" y="246531"/>
                  <a:pt x="153361" y="239393"/>
                </a:cubicBezTo>
                <a:cubicBezTo>
                  <a:pt x="153361" y="228825"/>
                  <a:pt x="144794" y="220262"/>
                  <a:pt x="134230" y="220262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Graphic 313" descr="Encryption data icon.">
            <a:extLst>
              <a:ext uri="{FF2B5EF4-FFF2-40B4-BE49-F238E27FC236}">
                <a16:creationId xmlns:a16="http://schemas.microsoft.com/office/drawing/2014/main" id="{59E81C04-C742-80A7-1707-E276A467B78B}"/>
              </a:ext>
            </a:extLst>
          </p:cNvPr>
          <p:cNvSpPr/>
          <p:nvPr/>
        </p:nvSpPr>
        <p:spPr>
          <a:xfrm>
            <a:off x="8323691" y="3333982"/>
            <a:ext cx="382628" cy="382628"/>
          </a:xfrm>
          <a:custGeom>
            <a:avLst/>
            <a:gdLst>
              <a:gd name="connsiteX0" fmla="*/ 286971 w 382628"/>
              <a:gd name="connsiteY0" fmla="*/ 76526 h 382628"/>
              <a:gd name="connsiteX1" fmla="*/ 57394 w 382628"/>
              <a:gd name="connsiteY1" fmla="*/ 76526 h 382628"/>
              <a:gd name="connsiteX2" fmla="*/ 57394 w 382628"/>
              <a:gd name="connsiteY2" fmla="*/ 57394 h 382628"/>
              <a:gd name="connsiteX3" fmla="*/ 286971 w 382628"/>
              <a:gd name="connsiteY3" fmla="*/ 57394 h 382628"/>
              <a:gd name="connsiteX4" fmla="*/ 286971 w 382628"/>
              <a:gd name="connsiteY4" fmla="*/ 76526 h 382628"/>
              <a:gd name="connsiteX5" fmla="*/ 57394 w 382628"/>
              <a:gd name="connsiteY5" fmla="*/ 133920 h 382628"/>
              <a:gd name="connsiteX6" fmla="*/ 286971 w 382628"/>
              <a:gd name="connsiteY6" fmla="*/ 133920 h 382628"/>
              <a:gd name="connsiteX7" fmla="*/ 286971 w 382628"/>
              <a:gd name="connsiteY7" fmla="*/ 114789 h 382628"/>
              <a:gd name="connsiteX8" fmla="*/ 57394 w 382628"/>
              <a:gd name="connsiteY8" fmla="*/ 114789 h 382628"/>
              <a:gd name="connsiteX9" fmla="*/ 57394 w 382628"/>
              <a:gd name="connsiteY9" fmla="*/ 133920 h 382628"/>
              <a:gd name="connsiteX10" fmla="*/ 19131 w 382628"/>
              <a:gd name="connsiteY10" fmla="*/ 19131 h 382628"/>
              <a:gd name="connsiteX11" fmla="*/ 325234 w 382628"/>
              <a:gd name="connsiteY11" fmla="*/ 19131 h 382628"/>
              <a:gd name="connsiteX12" fmla="*/ 325234 w 382628"/>
              <a:gd name="connsiteY12" fmla="*/ 172183 h 382628"/>
              <a:gd name="connsiteX13" fmla="*/ 344366 w 382628"/>
              <a:gd name="connsiteY13" fmla="*/ 172183 h 382628"/>
              <a:gd name="connsiteX14" fmla="*/ 344366 w 382628"/>
              <a:gd name="connsiteY14" fmla="*/ 19131 h 382628"/>
              <a:gd name="connsiteX15" fmla="*/ 325234 w 382628"/>
              <a:gd name="connsiteY15" fmla="*/ 0 h 382628"/>
              <a:gd name="connsiteX16" fmla="*/ 19131 w 382628"/>
              <a:gd name="connsiteY16" fmla="*/ 0 h 382628"/>
              <a:gd name="connsiteX17" fmla="*/ 0 w 382628"/>
              <a:gd name="connsiteY17" fmla="*/ 19131 h 382628"/>
              <a:gd name="connsiteX18" fmla="*/ 0 w 382628"/>
              <a:gd name="connsiteY18" fmla="*/ 363497 h 382628"/>
              <a:gd name="connsiteX19" fmla="*/ 19131 w 382628"/>
              <a:gd name="connsiteY19" fmla="*/ 382628 h 382628"/>
              <a:gd name="connsiteX20" fmla="*/ 172183 w 382628"/>
              <a:gd name="connsiteY20" fmla="*/ 382628 h 382628"/>
              <a:gd name="connsiteX21" fmla="*/ 172183 w 382628"/>
              <a:gd name="connsiteY21" fmla="*/ 363497 h 382628"/>
              <a:gd name="connsiteX22" fmla="*/ 19131 w 382628"/>
              <a:gd name="connsiteY22" fmla="*/ 363497 h 382628"/>
              <a:gd name="connsiteX23" fmla="*/ 19131 w 382628"/>
              <a:gd name="connsiteY23" fmla="*/ 19131 h 382628"/>
              <a:gd name="connsiteX24" fmla="*/ 19131 w 382628"/>
              <a:gd name="connsiteY24" fmla="*/ 19131 h 382628"/>
              <a:gd name="connsiteX25" fmla="*/ 382628 w 382628"/>
              <a:gd name="connsiteY25" fmla="*/ 267840 h 382628"/>
              <a:gd name="connsiteX26" fmla="*/ 382628 w 382628"/>
              <a:gd name="connsiteY26" fmla="*/ 363497 h 382628"/>
              <a:gd name="connsiteX27" fmla="*/ 363497 w 382628"/>
              <a:gd name="connsiteY27" fmla="*/ 382628 h 382628"/>
              <a:gd name="connsiteX28" fmla="*/ 210446 w 382628"/>
              <a:gd name="connsiteY28" fmla="*/ 382628 h 382628"/>
              <a:gd name="connsiteX29" fmla="*/ 191314 w 382628"/>
              <a:gd name="connsiteY29" fmla="*/ 363497 h 382628"/>
              <a:gd name="connsiteX30" fmla="*/ 191314 w 382628"/>
              <a:gd name="connsiteY30" fmla="*/ 267840 h 382628"/>
              <a:gd name="connsiteX31" fmla="*/ 210446 w 382628"/>
              <a:gd name="connsiteY31" fmla="*/ 248708 h 382628"/>
              <a:gd name="connsiteX32" fmla="*/ 229577 w 382628"/>
              <a:gd name="connsiteY32" fmla="*/ 248708 h 382628"/>
              <a:gd name="connsiteX33" fmla="*/ 229577 w 382628"/>
              <a:gd name="connsiteY33" fmla="*/ 227664 h 382628"/>
              <a:gd name="connsiteX34" fmla="*/ 286971 w 382628"/>
              <a:gd name="connsiteY34" fmla="*/ 172183 h 382628"/>
              <a:gd name="connsiteX35" fmla="*/ 344366 w 382628"/>
              <a:gd name="connsiteY35" fmla="*/ 227664 h 382628"/>
              <a:gd name="connsiteX36" fmla="*/ 344366 w 382628"/>
              <a:gd name="connsiteY36" fmla="*/ 248708 h 382628"/>
              <a:gd name="connsiteX37" fmla="*/ 363497 w 382628"/>
              <a:gd name="connsiteY37" fmla="*/ 248708 h 382628"/>
              <a:gd name="connsiteX38" fmla="*/ 382628 w 382628"/>
              <a:gd name="connsiteY38" fmla="*/ 267840 h 382628"/>
              <a:gd name="connsiteX39" fmla="*/ 382628 w 382628"/>
              <a:gd name="connsiteY39" fmla="*/ 267840 h 382628"/>
              <a:gd name="connsiteX40" fmla="*/ 248708 w 382628"/>
              <a:gd name="connsiteY40" fmla="*/ 248708 h 382628"/>
              <a:gd name="connsiteX41" fmla="*/ 325234 w 382628"/>
              <a:gd name="connsiteY41" fmla="*/ 248708 h 382628"/>
              <a:gd name="connsiteX42" fmla="*/ 325234 w 382628"/>
              <a:gd name="connsiteY42" fmla="*/ 227664 h 382628"/>
              <a:gd name="connsiteX43" fmla="*/ 286971 w 382628"/>
              <a:gd name="connsiteY43" fmla="*/ 191314 h 382628"/>
              <a:gd name="connsiteX44" fmla="*/ 248708 w 382628"/>
              <a:gd name="connsiteY44" fmla="*/ 227664 h 382628"/>
              <a:gd name="connsiteX45" fmla="*/ 248708 w 382628"/>
              <a:gd name="connsiteY45" fmla="*/ 248708 h 382628"/>
              <a:gd name="connsiteX46" fmla="*/ 248708 w 382628"/>
              <a:gd name="connsiteY46" fmla="*/ 248708 h 382628"/>
              <a:gd name="connsiteX47" fmla="*/ 363497 w 382628"/>
              <a:gd name="connsiteY47" fmla="*/ 361584 h 382628"/>
              <a:gd name="connsiteX48" fmla="*/ 363497 w 382628"/>
              <a:gd name="connsiteY48" fmla="*/ 267840 h 382628"/>
              <a:gd name="connsiteX49" fmla="*/ 210446 w 382628"/>
              <a:gd name="connsiteY49" fmla="*/ 267840 h 382628"/>
              <a:gd name="connsiteX50" fmla="*/ 210446 w 382628"/>
              <a:gd name="connsiteY50" fmla="*/ 363497 h 382628"/>
              <a:gd name="connsiteX51" fmla="*/ 363497 w 382628"/>
              <a:gd name="connsiteY51" fmla="*/ 363497 h 382628"/>
              <a:gd name="connsiteX52" fmla="*/ 363497 w 382628"/>
              <a:gd name="connsiteY52" fmla="*/ 361584 h 382628"/>
              <a:gd name="connsiteX53" fmla="*/ 286971 w 382628"/>
              <a:gd name="connsiteY53" fmla="*/ 286971 h 382628"/>
              <a:gd name="connsiteX54" fmla="*/ 267840 w 382628"/>
              <a:gd name="connsiteY54" fmla="*/ 306103 h 382628"/>
              <a:gd name="connsiteX55" fmla="*/ 277406 w 382628"/>
              <a:gd name="connsiteY55" fmla="*/ 321408 h 382628"/>
              <a:gd name="connsiteX56" fmla="*/ 277406 w 382628"/>
              <a:gd name="connsiteY56" fmla="*/ 344366 h 382628"/>
              <a:gd name="connsiteX57" fmla="*/ 296537 w 382628"/>
              <a:gd name="connsiteY57" fmla="*/ 344366 h 382628"/>
              <a:gd name="connsiteX58" fmla="*/ 296537 w 382628"/>
              <a:gd name="connsiteY58" fmla="*/ 323321 h 382628"/>
              <a:gd name="connsiteX59" fmla="*/ 306103 w 382628"/>
              <a:gd name="connsiteY59" fmla="*/ 308016 h 382628"/>
              <a:gd name="connsiteX60" fmla="*/ 286971 w 382628"/>
              <a:gd name="connsiteY60" fmla="*/ 286971 h 38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82628" h="382628">
                <a:moveTo>
                  <a:pt x="286971" y="76526"/>
                </a:moveTo>
                <a:lnTo>
                  <a:pt x="57394" y="76526"/>
                </a:lnTo>
                <a:lnTo>
                  <a:pt x="57394" y="57394"/>
                </a:lnTo>
                <a:lnTo>
                  <a:pt x="286971" y="57394"/>
                </a:lnTo>
                <a:lnTo>
                  <a:pt x="286971" y="76526"/>
                </a:lnTo>
                <a:close/>
                <a:moveTo>
                  <a:pt x="57394" y="133920"/>
                </a:moveTo>
                <a:lnTo>
                  <a:pt x="286971" y="133920"/>
                </a:lnTo>
                <a:lnTo>
                  <a:pt x="286971" y="114789"/>
                </a:lnTo>
                <a:lnTo>
                  <a:pt x="57394" y="114789"/>
                </a:lnTo>
                <a:lnTo>
                  <a:pt x="57394" y="133920"/>
                </a:lnTo>
                <a:close/>
                <a:moveTo>
                  <a:pt x="19131" y="19131"/>
                </a:moveTo>
                <a:lnTo>
                  <a:pt x="325234" y="19131"/>
                </a:lnTo>
                <a:lnTo>
                  <a:pt x="325234" y="172183"/>
                </a:lnTo>
                <a:lnTo>
                  <a:pt x="344366" y="172183"/>
                </a:lnTo>
                <a:lnTo>
                  <a:pt x="344366" y="19131"/>
                </a:lnTo>
                <a:cubicBezTo>
                  <a:pt x="344366" y="7653"/>
                  <a:pt x="336713" y="0"/>
                  <a:pt x="325234" y="0"/>
                </a:cubicBezTo>
                <a:lnTo>
                  <a:pt x="19131" y="0"/>
                </a:lnTo>
                <a:cubicBezTo>
                  <a:pt x="7653" y="0"/>
                  <a:pt x="0" y="7653"/>
                  <a:pt x="0" y="19131"/>
                </a:cubicBezTo>
                <a:lnTo>
                  <a:pt x="0" y="363497"/>
                </a:lnTo>
                <a:cubicBezTo>
                  <a:pt x="0" y="374976"/>
                  <a:pt x="7653" y="382628"/>
                  <a:pt x="19131" y="382628"/>
                </a:cubicBezTo>
                <a:lnTo>
                  <a:pt x="172183" y="382628"/>
                </a:lnTo>
                <a:lnTo>
                  <a:pt x="172183" y="363497"/>
                </a:lnTo>
                <a:lnTo>
                  <a:pt x="19131" y="363497"/>
                </a:lnTo>
                <a:lnTo>
                  <a:pt x="19131" y="19131"/>
                </a:lnTo>
                <a:lnTo>
                  <a:pt x="19131" y="19131"/>
                </a:lnTo>
                <a:close/>
                <a:moveTo>
                  <a:pt x="382628" y="267840"/>
                </a:moveTo>
                <a:lnTo>
                  <a:pt x="382628" y="363497"/>
                </a:lnTo>
                <a:cubicBezTo>
                  <a:pt x="382628" y="374976"/>
                  <a:pt x="374976" y="382628"/>
                  <a:pt x="363497" y="382628"/>
                </a:cubicBezTo>
                <a:lnTo>
                  <a:pt x="210446" y="382628"/>
                </a:lnTo>
                <a:cubicBezTo>
                  <a:pt x="198967" y="382628"/>
                  <a:pt x="191314" y="374976"/>
                  <a:pt x="191314" y="363497"/>
                </a:cubicBezTo>
                <a:lnTo>
                  <a:pt x="191314" y="267840"/>
                </a:lnTo>
                <a:cubicBezTo>
                  <a:pt x="191314" y="256361"/>
                  <a:pt x="198967" y="248708"/>
                  <a:pt x="210446" y="248708"/>
                </a:cubicBezTo>
                <a:lnTo>
                  <a:pt x="229577" y="248708"/>
                </a:lnTo>
                <a:lnTo>
                  <a:pt x="229577" y="227664"/>
                </a:lnTo>
                <a:cubicBezTo>
                  <a:pt x="229577" y="197054"/>
                  <a:pt x="254448" y="172183"/>
                  <a:pt x="286971" y="172183"/>
                </a:cubicBezTo>
                <a:cubicBezTo>
                  <a:pt x="319495" y="172183"/>
                  <a:pt x="344366" y="197054"/>
                  <a:pt x="344366" y="227664"/>
                </a:cubicBezTo>
                <a:lnTo>
                  <a:pt x="344366" y="248708"/>
                </a:lnTo>
                <a:lnTo>
                  <a:pt x="363497" y="248708"/>
                </a:lnTo>
                <a:cubicBezTo>
                  <a:pt x="374976" y="248708"/>
                  <a:pt x="382628" y="258274"/>
                  <a:pt x="382628" y="267840"/>
                </a:cubicBezTo>
                <a:lnTo>
                  <a:pt x="382628" y="267840"/>
                </a:lnTo>
                <a:close/>
                <a:moveTo>
                  <a:pt x="248708" y="248708"/>
                </a:moveTo>
                <a:lnTo>
                  <a:pt x="325234" y="248708"/>
                </a:lnTo>
                <a:lnTo>
                  <a:pt x="325234" y="227664"/>
                </a:lnTo>
                <a:cubicBezTo>
                  <a:pt x="325234" y="206619"/>
                  <a:pt x="308016" y="191314"/>
                  <a:pt x="286971" y="191314"/>
                </a:cubicBezTo>
                <a:cubicBezTo>
                  <a:pt x="265927" y="191314"/>
                  <a:pt x="248708" y="208532"/>
                  <a:pt x="248708" y="227664"/>
                </a:cubicBezTo>
                <a:lnTo>
                  <a:pt x="248708" y="248708"/>
                </a:lnTo>
                <a:lnTo>
                  <a:pt x="248708" y="248708"/>
                </a:lnTo>
                <a:close/>
                <a:moveTo>
                  <a:pt x="363497" y="361584"/>
                </a:moveTo>
                <a:lnTo>
                  <a:pt x="363497" y="267840"/>
                </a:lnTo>
                <a:lnTo>
                  <a:pt x="210446" y="267840"/>
                </a:lnTo>
                <a:lnTo>
                  <a:pt x="210446" y="363497"/>
                </a:lnTo>
                <a:lnTo>
                  <a:pt x="363497" y="363497"/>
                </a:lnTo>
                <a:lnTo>
                  <a:pt x="363497" y="361584"/>
                </a:lnTo>
                <a:close/>
                <a:moveTo>
                  <a:pt x="286971" y="286971"/>
                </a:moveTo>
                <a:cubicBezTo>
                  <a:pt x="275492" y="286971"/>
                  <a:pt x="267840" y="294624"/>
                  <a:pt x="267840" y="306103"/>
                </a:cubicBezTo>
                <a:cubicBezTo>
                  <a:pt x="267840" y="313755"/>
                  <a:pt x="271666" y="319495"/>
                  <a:pt x="277406" y="321408"/>
                </a:cubicBezTo>
                <a:lnTo>
                  <a:pt x="277406" y="344366"/>
                </a:lnTo>
                <a:lnTo>
                  <a:pt x="296537" y="344366"/>
                </a:lnTo>
                <a:lnTo>
                  <a:pt x="296537" y="323321"/>
                </a:lnTo>
                <a:cubicBezTo>
                  <a:pt x="302276" y="319495"/>
                  <a:pt x="306103" y="313755"/>
                  <a:pt x="306103" y="308016"/>
                </a:cubicBezTo>
                <a:cubicBezTo>
                  <a:pt x="306103" y="296537"/>
                  <a:pt x="298450" y="286971"/>
                  <a:pt x="286971" y="28697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Graphic 381" descr="Secret access icon.">
            <a:extLst>
              <a:ext uri="{FF2B5EF4-FFF2-40B4-BE49-F238E27FC236}">
                <a16:creationId xmlns:a16="http://schemas.microsoft.com/office/drawing/2014/main" id="{7E4426B6-B20A-786B-2801-527AC4783241}"/>
              </a:ext>
            </a:extLst>
          </p:cNvPr>
          <p:cNvSpPr/>
          <p:nvPr/>
        </p:nvSpPr>
        <p:spPr>
          <a:xfrm>
            <a:off x="9537517" y="3398429"/>
            <a:ext cx="459154" cy="310885"/>
          </a:xfrm>
          <a:custGeom>
            <a:avLst/>
            <a:gdLst>
              <a:gd name="connsiteX0" fmla="*/ 229577 w 459154"/>
              <a:gd name="connsiteY0" fmla="*/ 172407 h 310885"/>
              <a:gd name="connsiteX1" fmla="*/ 203644 w 459154"/>
              <a:gd name="connsiteY1" fmla="*/ 198544 h 310885"/>
              <a:gd name="connsiteX2" fmla="*/ 220011 w 459154"/>
              <a:gd name="connsiteY2" fmla="*/ 222785 h 310885"/>
              <a:gd name="connsiteX3" fmla="*/ 220011 w 459154"/>
              <a:gd name="connsiteY3" fmla="*/ 253491 h 310885"/>
              <a:gd name="connsiteX4" fmla="*/ 239143 w 459154"/>
              <a:gd name="connsiteY4" fmla="*/ 253491 h 310885"/>
              <a:gd name="connsiteX5" fmla="*/ 239143 w 459154"/>
              <a:gd name="connsiteY5" fmla="*/ 222785 h 310885"/>
              <a:gd name="connsiteX6" fmla="*/ 255510 w 459154"/>
              <a:gd name="connsiteY6" fmla="*/ 198544 h 310885"/>
              <a:gd name="connsiteX7" fmla="*/ 229577 w 459154"/>
              <a:gd name="connsiteY7" fmla="*/ 172407 h 310885"/>
              <a:gd name="connsiteX8" fmla="*/ 229577 w 459154"/>
              <a:gd name="connsiteY8" fmla="*/ 191538 h 310885"/>
              <a:gd name="connsiteX9" fmla="*/ 236378 w 459154"/>
              <a:gd name="connsiteY9" fmla="*/ 198544 h 310885"/>
              <a:gd name="connsiteX10" fmla="*/ 229577 w 459154"/>
              <a:gd name="connsiteY10" fmla="*/ 205550 h 310885"/>
              <a:gd name="connsiteX11" fmla="*/ 222776 w 459154"/>
              <a:gd name="connsiteY11" fmla="*/ 198544 h 310885"/>
              <a:gd name="connsiteX12" fmla="*/ 229577 w 459154"/>
              <a:gd name="connsiteY12" fmla="*/ 191538 h 310885"/>
              <a:gd name="connsiteX13" fmla="*/ 430457 w 459154"/>
              <a:gd name="connsiteY13" fmla="*/ 215228 h 310885"/>
              <a:gd name="connsiteX14" fmla="*/ 403522 w 459154"/>
              <a:gd name="connsiteY14" fmla="*/ 234360 h 310885"/>
              <a:gd name="connsiteX15" fmla="*/ 363497 w 459154"/>
              <a:gd name="connsiteY15" fmla="*/ 234360 h 310885"/>
              <a:gd name="connsiteX16" fmla="*/ 363497 w 459154"/>
              <a:gd name="connsiteY16" fmla="*/ 196097 h 310885"/>
              <a:gd name="connsiteX17" fmla="*/ 401760 w 459154"/>
              <a:gd name="connsiteY17" fmla="*/ 196097 h 310885"/>
              <a:gd name="connsiteX18" fmla="*/ 420891 w 459154"/>
              <a:gd name="connsiteY18" fmla="*/ 176087 h 310885"/>
              <a:gd name="connsiteX19" fmla="*/ 420891 w 459154"/>
              <a:gd name="connsiteY19" fmla="*/ 79548 h 310885"/>
              <a:gd name="connsiteX20" fmla="*/ 440023 w 459154"/>
              <a:gd name="connsiteY20" fmla="*/ 52611 h 310885"/>
              <a:gd name="connsiteX21" fmla="*/ 411325 w 459154"/>
              <a:gd name="connsiteY21" fmla="*/ 23914 h 310885"/>
              <a:gd name="connsiteX22" fmla="*/ 382628 w 459154"/>
              <a:gd name="connsiteY22" fmla="*/ 52611 h 310885"/>
              <a:gd name="connsiteX23" fmla="*/ 401760 w 459154"/>
              <a:gd name="connsiteY23" fmla="*/ 79548 h 310885"/>
              <a:gd name="connsiteX24" fmla="*/ 401760 w 459154"/>
              <a:gd name="connsiteY24" fmla="*/ 176966 h 310885"/>
              <a:gd name="connsiteX25" fmla="*/ 363497 w 459154"/>
              <a:gd name="connsiteY25" fmla="*/ 176966 h 310885"/>
              <a:gd name="connsiteX26" fmla="*/ 363497 w 459154"/>
              <a:gd name="connsiteY26" fmla="*/ 138703 h 310885"/>
              <a:gd name="connsiteX27" fmla="*/ 344366 w 459154"/>
              <a:gd name="connsiteY27" fmla="*/ 119571 h 310885"/>
              <a:gd name="connsiteX28" fmla="*/ 306103 w 459154"/>
              <a:gd name="connsiteY28" fmla="*/ 119571 h 310885"/>
              <a:gd name="connsiteX29" fmla="*/ 306103 w 459154"/>
              <a:gd name="connsiteY29" fmla="*/ 76526 h 310885"/>
              <a:gd name="connsiteX30" fmla="*/ 229577 w 459154"/>
              <a:gd name="connsiteY30" fmla="*/ 0 h 310885"/>
              <a:gd name="connsiteX31" fmla="*/ 153051 w 459154"/>
              <a:gd name="connsiteY31" fmla="*/ 76526 h 310885"/>
              <a:gd name="connsiteX32" fmla="*/ 153051 w 459154"/>
              <a:gd name="connsiteY32" fmla="*/ 119571 h 310885"/>
              <a:gd name="connsiteX33" fmla="*/ 114789 w 459154"/>
              <a:gd name="connsiteY33" fmla="*/ 119571 h 310885"/>
              <a:gd name="connsiteX34" fmla="*/ 95657 w 459154"/>
              <a:gd name="connsiteY34" fmla="*/ 138703 h 310885"/>
              <a:gd name="connsiteX35" fmla="*/ 95657 w 459154"/>
              <a:gd name="connsiteY35" fmla="*/ 176966 h 310885"/>
              <a:gd name="connsiteX36" fmla="*/ 57394 w 459154"/>
              <a:gd name="connsiteY36" fmla="*/ 176966 h 310885"/>
              <a:gd name="connsiteX37" fmla="*/ 57394 w 459154"/>
              <a:gd name="connsiteY37" fmla="*/ 79548 h 310885"/>
              <a:gd name="connsiteX38" fmla="*/ 76526 w 459154"/>
              <a:gd name="connsiteY38" fmla="*/ 52611 h 310885"/>
              <a:gd name="connsiteX39" fmla="*/ 47829 w 459154"/>
              <a:gd name="connsiteY39" fmla="*/ 23914 h 310885"/>
              <a:gd name="connsiteX40" fmla="*/ 19131 w 459154"/>
              <a:gd name="connsiteY40" fmla="*/ 52611 h 310885"/>
              <a:gd name="connsiteX41" fmla="*/ 38263 w 459154"/>
              <a:gd name="connsiteY41" fmla="*/ 79548 h 310885"/>
              <a:gd name="connsiteX42" fmla="*/ 38263 w 459154"/>
              <a:gd name="connsiteY42" fmla="*/ 176087 h 310885"/>
              <a:gd name="connsiteX43" fmla="*/ 57394 w 459154"/>
              <a:gd name="connsiteY43" fmla="*/ 196097 h 310885"/>
              <a:gd name="connsiteX44" fmla="*/ 95657 w 459154"/>
              <a:gd name="connsiteY44" fmla="*/ 196097 h 310885"/>
              <a:gd name="connsiteX45" fmla="*/ 95657 w 459154"/>
              <a:gd name="connsiteY45" fmla="*/ 234360 h 310885"/>
              <a:gd name="connsiteX46" fmla="*/ 55632 w 459154"/>
              <a:gd name="connsiteY46" fmla="*/ 234360 h 310885"/>
              <a:gd name="connsiteX47" fmla="*/ 28697 w 459154"/>
              <a:gd name="connsiteY47" fmla="*/ 215228 h 310885"/>
              <a:gd name="connsiteX48" fmla="*/ 0 w 459154"/>
              <a:gd name="connsiteY48" fmla="*/ 243926 h 310885"/>
              <a:gd name="connsiteX49" fmla="*/ 28697 w 459154"/>
              <a:gd name="connsiteY49" fmla="*/ 272623 h 310885"/>
              <a:gd name="connsiteX50" fmla="*/ 55632 w 459154"/>
              <a:gd name="connsiteY50" fmla="*/ 253491 h 310885"/>
              <a:gd name="connsiteX51" fmla="*/ 95657 w 459154"/>
              <a:gd name="connsiteY51" fmla="*/ 253491 h 310885"/>
              <a:gd name="connsiteX52" fmla="*/ 95657 w 459154"/>
              <a:gd name="connsiteY52" fmla="*/ 291754 h 310885"/>
              <a:gd name="connsiteX53" fmla="*/ 114789 w 459154"/>
              <a:gd name="connsiteY53" fmla="*/ 310886 h 310885"/>
              <a:gd name="connsiteX54" fmla="*/ 344366 w 459154"/>
              <a:gd name="connsiteY54" fmla="*/ 310886 h 310885"/>
              <a:gd name="connsiteX55" fmla="*/ 363497 w 459154"/>
              <a:gd name="connsiteY55" fmla="*/ 291754 h 310885"/>
              <a:gd name="connsiteX56" fmla="*/ 363497 w 459154"/>
              <a:gd name="connsiteY56" fmla="*/ 253491 h 310885"/>
              <a:gd name="connsiteX57" fmla="*/ 403522 w 459154"/>
              <a:gd name="connsiteY57" fmla="*/ 253491 h 310885"/>
              <a:gd name="connsiteX58" fmla="*/ 430457 w 459154"/>
              <a:gd name="connsiteY58" fmla="*/ 272623 h 310885"/>
              <a:gd name="connsiteX59" fmla="*/ 459154 w 459154"/>
              <a:gd name="connsiteY59" fmla="*/ 243926 h 310885"/>
              <a:gd name="connsiteX60" fmla="*/ 430457 w 459154"/>
              <a:gd name="connsiteY60" fmla="*/ 215228 h 310885"/>
              <a:gd name="connsiteX61" fmla="*/ 411325 w 459154"/>
              <a:gd name="connsiteY61" fmla="*/ 43046 h 310885"/>
              <a:gd name="connsiteX62" fmla="*/ 420891 w 459154"/>
              <a:gd name="connsiteY62" fmla="*/ 52611 h 310885"/>
              <a:gd name="connsiteX63" fmla="*/ 411325 w 459154"/>
              <a:gd name="connsiteY63" fmla="*/ 62177 h 310885"/>
              <a:gd name="connsiteX64" fmla="*/ 401760 w 459154"/>
              <a:gd name="connsiteY64" fmla="*/ 52611 h 310885"/>
              <a:gd name="connsiteX65" fmla="*/ 411325 w 459154"/>
              <a:gd name="connsiteY65" fmla="*/ 43046 h 310885"/>
              <a:gd name="connsiteX66" fmla="*/ 172183 w 459154"/>
              <a:gd name="connsiteY66" fmla="*/ 76526 h 310885"/>
              <a:gd name="connsiteX67" fmla="*/ 229577 w 459154"/>
              <a:gd name="connsiteY67" fmla="*/ 19131 h 310885"/>
              <a:gd name="connsiteX68" fmla="*/ 286971 w 459154"/>
              <a:gd name="connsiteY68" fmla="*/ 76526 h 310885"/>
              <a:gd name="connsiteX69" fmla="*/ 286971 w 459154"/>
              <a:gd name="connsiteY69" fmla="*/ 119571 h 310885"/>
              <a:gd name="connsiteX70" fmla="*/ 172183 w 459154"/>
              <a:gd name="connsiteY70" fmla="*/ 119571 h 310885"/>
              <a:gd name="connsiteX71" fmla="*/ 172183 w 459154"/>
              <a:gd name="connsiteY71" fmla="*/ 76526 h 310885"/>
              <a:gd name="connsiteX72" fmla="*/ 47829 w 459154"/>
              <a:gd name="connsiteY72" fmla="*/ 43046 h 310885"/>
              <a:gd name="connsiteX73" fmla="*/ 57394 w 459154"/>
              <a:gd name="connsiteY73" fmla="*/ 52611 h 310885"/>
              <a:gd name="connsiteX74" fmla="*/ 47829 w 459154"/>
              <a:gd name="connsiteY74" fmla="*/ 62177 h 310885"/>
              <a:gd name="connsiteX75" fmla="*/ 38263 w 459154"/>
              <a:gd name="connsiteY75" fmla="*/ 52611 h 310885"/>
              <a:gd name="connsiteX76" fmla="*/ 47829 w 459154"/>
              <a:gd name="connsiteY76" fmla="*/ 43046 h 310885"/>
              <a:gd name="connsiteX77" fmla="*/ 28697 w 459154"/>
              <a:gd name="connsiteY77" fmla="*/ 253491 h 310885"/>
              <a:gd name="connsiteX78" fmla="*/ 19131 w 459154"/>
              <a:gd name="connsiteY78" fmla="*/ 243926 h 310885"/>
              <a:gd name="connsiteX79" fmla="*/ 28697 w 459154"/>
              <a:gd name="connsiteY79" fmla="*/ 234360 h 310885"/>
              <a:gd name="connsiteX80" fmla="*/ 38263 w 459154"/>
              <a:gd name="connsiteY80" fmla="*/ 243926 h 310885"/>
              <a:gd name="connsiteX81" fmla="*/ 28697 w 459154"/>
              <a:gd name="connsiteY81" fmla="*/ 253491 h 310885"/>
              <a:gd name="connsiteX82" fmla="*/ 114789 w 459154"/>
              <a:gd name="connsiteY82" fmla="*/ 291754 h 310885"/>
              <a:gd name="connsiteX83" fmla="*/ 114789 w 459154"/>
              <a:gd name="connsiteY83" fmla="*/ 138703 h 310885"/>
              <a:gd name="connsiteX84" fmla="*/ 344366 w 459154"/>
              <a:gd name="connsiteY84" fmla="*/ 138703 h 310885"/>
              <a:gd name="connsiteX85" fmla="*/ 344366 w 459154"/>
              <a:gd name="connsiteY85" fmla="*/ 291754 h 310885"/>
              <a:gd name="connsiteX86" fmla="*/ 344385 w 459154"/>
              <a:gd name="connsiteY86" fmla="*/ 291754 h 310885"/>
              <a:gd name="connsiteX87" fmla="*/ 114789 w 459154"/>
              <a:gd name="connsiteY87" fmla="*/ 291754 h 310885"/>
              <a:gd name="connsiteX88" fmla="*/ 430457 w 459154"/>
              <a:gd name="connsiteY88" fmla="*/ 253491 h 310885"/>
              <a:gd name="connsiteX89" fmla="*/ 420891 w 459154"/>
              <a:gd name="connsiteY89" fmla="*/ 243926 h 310885"/>
              <a:gd name="connsiteX90" fmla="*/ 430457 w 459154"/>
              <a:gd name="connsiteY90" fmla="*/ 234360 h 310885"/>
              <a:gd name="connsiteX91" fmla="*/ 440023 w 459154"/>
              <a:gd name="connsiteY91" fmla="*/ 243926 h 310885"/>
              <a:gd name="connsiteX92" fmla="*/ 430457 w 459154"/>
              <a:gd name="connsiteY92" fmla="*/ 253491 h 31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459154" h="310885">
                <a:moveTo>
                  <a:pt x="229577" y="172407"/>
                </a:moveTo>
                <a:cubicBezTo>
                  <a:pt x="215274" y="172407"/>
                  <a:pt x="203644" y="184140"/>
                  <a:pt x="203644" y="198544"/>
                </a:cubicBezTo>
                <a:cubicBezTo>
                  <a:pt x="203644" y="209539"/>
                  <a:pt x="210442" y="218936"/>
                  <a:pt x="220011" y="222785"/>
                </a:cubicBezTo>
                <a:lnTo>
                  <a:pt x="220011" y="253491"/>
                </a:lnTo>
                <a:lnTo>
                  <a:pt x="239143" y="253491"/>
                </a:lnTo>
                <a:lnTo>
                  <a:pt x="239143" y="222785"/>
                </a:lnTo>
                <a:cubicBezTo>
                  <a:pt x="248712" y="218936"/>
                  <a:pt x="255510" y="209539"/>
                  <a:pt x="255510" y="198544"/>
                </a:cubicBezTo>
                <a:cubicBezTo>
                  <a:pt x="255510" y="184140"/>
                  <a:pt x="243880" y="172407"/>
                  <a:pt x="229577" y="172407"/>
                </a:cubicBezTo>
                <a:close/>
                <a:moveTo>
                  <a:pt x="229577" y="191538"/>
                </a:moveTo>
                <a:cubicBezTo>
                  <a:pt x="233323" y="191538"/>
                  <a:pt x="236378" y="194677"/>
                  <a:pt x="236378" y="198544"/>
                </a:cubicBezTo>
                <a:cubicBezTo>
                  <a:pt x="236378" y="202410"/>
                  <a:pt x="233323" y="205550"/>
                  <a:pt x="229577" y="205550"/>
                </a:cubicBezTo>
                <a:cubicBezTo>
                  <a:pt x="225831" y="205550"/>
                  <a:pt x="222776" y="202410"/>
                  <a:pt x="222776" y="198544"/>
                </a:cubicBezTo>
                <a:cubicBezTo>
                  <a:pt x="222776" y="194677"/>
                  <a:pt x="225831" y="191538"/>
                  <a:pt x="229577" y="191538"/>
                </a:cubicBezTo>
                <a:close/>
                <a:moveTo>
                  <a:pt x="430457" y="215228"/>
                </a:moveTo>
                <a:cubicBezTo>
                  <a:pt x="418002" y="215228"/>
                  <a:pt x="407484" y="223248"/>
                  <a:pt x="403522" y="234360"/>
                </a:cubicBezTo>
                <a:lnTo>
                  <a:pt x="363497" y="234360"/>
                </a:lnTo>
                <a:lnTo>
                  <a:pt x="363497" y="196097"/>
                </a:lnTo>
                <a:lnTo>
                  <a:pt x="401760" y="196097"/>
                </a:lnTo>
                <a:cubicBezTo>
                  <a:pt x="412316" y="196097"/>
                  <a:pt x="420891" y="187128"/>
                  <a:pt x="420891" y="176087"/>
                </a:cubicBezTo>
                <a:lnTo>
                  <a:pt x="420891" y="79548"/>
                </a:lnTo>
                <a:cubicBezTo>
                  <a:pt x="432001" y="75584"/>
                  <a:pt x="440023" y="65066"/>
                  <a:pt x="440023" y="52611"/>
                </a:cubicBezTo>
                <a:cubicBezTo>
                  <a:pt x="440023" y="36788"/>
                  <a:pt x="427149" y="23914"/>
                  <a:pt x="411325" y="23914"/>
                </a:cubicBezTo>
                <a:cubicBezTo>
                  <a:pt x="395502" y="23914"/>
                  <a:pt x="382628" y="36788"/>
                  <a:pt x="382628" y="52611"/>
                </a:cubicBezTo>
                <a:cubicBezTo>
                  <a:pt x="382628" y="65066"/>
                  <a:pt x="390650" y="75584"/>
                  <a:pt x="401760" y="79548"/>
                </a:cubicBezTo>
                <a:lnTo>
                  <a:pt x="401760" y="176966"/>
                </a:lnTo>
                <a:lnTo>
                  <a:pt x="363497" y="176966"/>
                </a:lnTo>
                <a:lnTo>
                  <a:pt x="363497" y="138703"/>
                </a:lnTo>
                <a:cubicBezTo>
                  <a:pt x="363497" y="128146"/>
                  <a:pt x="354922" y="119571"/>
                  <a:pt x="344366" y="119571"/>
                </a:cubicBezTo>
                <a:lnTo>
                  <a:pt x="306103" y="119571"/>
                </a:lnTo>
                <a:lnTo>
                  <a:pt x="306103" y="76526"/>
                </a:lnTo>
                <a:cubicBezTo>
                  <a:pt x="306103" y="34320"/>
                  <a:pt x="271783" y="0"/>
                  <a:pt x="229577" y="0"/>
                </a:cubicBezTo>
                <a:cubicBezTo>
                  <a:pt x="187371" y="0"/>
                  <a:pt x="153051" y="34320"/>
                  <a:pt x="153051" y="76526"/>
                </a:cubicBezTo>
                <a:lnTo>
                  <a:pt x="153051" y="119571"/>
                </a:lnTo>
                <a:lnTo>
                  <a:pt x="114789" y="119571"/>
                </a:lnTo>
                <a:cubicBezTo>
                  <a:pt x="104241" y="119571"/>
                  <a:pt x="95657" y="128146"/>
                  <a:pt x="95657" y="138703"/>
                </a:cubicBezTo>
                <a:lnTo>
                  <a:pt x="95657" y="176966"/>
                </a:lnTo>
                <a:lnTo>
                  <a:pt x="57394" y="176966"/>
                </a:lnTo>
                <a:lnTo>
                  <a:pt x="57394" y="79548"/>
                </a:lnTo>
                <a:cubicBezTo>
                  <a:pt x="68504" y="75584"/>
                  <a:pt x="76526" y="65066"/>
                  <a:pt x="76526" y="52611"/>
                </a:cubicBezTo>
                <a:cubicBezTo>
                  <a:pt x="76526" y="36788"/>
                  <a:pt x="63652" y="23914"/>
                  <a:pt x="47829" y="23914"/>
                </a:cubicBezTo>
                <a:cubicBezTo>
                  <a:pt x="32005" y="23914"/>
                  <a:pt x="19131" y="36788"/>
                  <a:pt x="19131" y="52611"/>
                </a:cubicBezTo>
                <a:cubicBezTo>
                  <a:pt x="19131" y="65066"/>
                  <a:pt x="27153" y="75584"/>
                  <a:pt x="38263" y="79548"/>
                </a:cubicBezTo>
                <a:lnTo>
                  <a:pt x="38263" y="176087"/>
                </a:lnTo>
                <a:cubicBezTo>
                  <a:pt x="38263" y="187128"/>
                  <a:pt x="46847" y="196097"/>
                  <a:pt x="57394" y="196097"/>
                </a:cubicBezTo>
                <a:lnTo>
                  <a:pt x="95657" y="196097"/>
                </a:lnTo>
                <a:lnTo>
                  <a:pt x="95657" y="234360"/>
                </a:lnTo>
                <a:lnTo>
                  <a:pt x="55632" y="234360"/>
                </a:lnTo>
                <a:cubicBezTo>
                  <a:pt x="51670" y="223248"/>
                  <a:pt x="41152" y="215228"/>
                  <a:pt x="28697" y="215228"/>
                </a:cubicBezTo>
                <a:cubicBezTo>
                  <a:pt x="12874" y="215228"/>
                  <a:pt x="0" y="228102"/>
                  <a:pt x="0" y="243926"/>
                </a:cubicBezTo>
                <a:cubicBezTo>
                  <a:pt x="0" y="259749"/>
                  <a:pt x="12874" y="272623"/>
                  <a:pt x="28697" y="272623"/>
                </a:cubicBezTo>
                <a:cubicBezTo>
                  <a:pt x="41152" y="272623"/>
                  <a:pt x="51670" y="264603"/>
                  <a:pt x="55632" y="253491"/>
                </a:cubicBezTo>
                <a:lnTo>
                  <a:pt x="95657" y="253491"/>
                </a:lnTo>
                <a:lnTo>
                  <a:pt x="95657" y="291754"/>
                </a:lnTo>
                <a:cubicBezTo>
                  <a:pt x="95657" y="302311"/>
                  <a:pt x="104241" y="310886"/>
                  <a:pt x="114789" y="310886"/>
                </a:cubicBezTo>
                <a:lnTo>
                  <a:pt x="344366" y="310886"/>
                </a:lnTo>
                <a:cubicBezTo>
                  <a:pt x="354922" y="310886"/>
                  <a:pt x="363497" y="302311"/>
                  <a:pt x="363497" y="291754"/>
                </a:cubicBezTo>
                <a:lnTo>
                  <a:pt x="363497" y="253491"/>
                </a:lnTo>
                <a:lnTo>
                  <a:pt x="403522" y="253491"/>
                </a:lnTo>
                <a:cubicBezTo>
                  <a:pt x="407484" y="264603"/>
                  <a:pt x="418002" y="272623"/>
                  <a:pt x="430457" y="272623"/>
                </a:cubicBezTo>
                <a:cubicBezTo>
                  <a:pt x="446280" y="272623"/>
                  <a:pt x="459154" y="259749"/>
                  <a:pt x="459154" y="243926"/>
                </a:cubicBezTo>
                <a:cubicBezTo>
                  <a:pt x="459154" y="228102"/>
                  <a:pt x="446280" y="215228"/>
                  <a:pt x="430457" y="215228"/>
                </a:cubicBezTo>
                <a:close/>
                <a:moveTo>
                  <a:pt x="411325" y="43046"/>
                </a:moveTo>
                <a:cubicBezTo>
                  <a:pt x="416594" y="43046"/>
                  <a:pt x="420891" y="47343"/>
                  <a:pt x="420891" y="52611"/>
                </a:cubicBezTo>
                <a:cubicBezTo>
                  <a:pt x="420891" y="57880"/>
                  <a:pt x="416594" y="62177"/>
                  <a:pt x="411325" y="62177"/>
                </a:cubicBezTo>
                <a:cubicBezTo>
                  <a:pt x="406057" y="62177"/>
                  <a:pt x="401760" y="57880"/>
                  <a:pt x="401760" y="52611"/>
                </a:cubicBezTo>
                <a:cubicBezTo>
                  <a:pt x="401760" y="47343"/>
                  <a:pt x="406057" y="43046"/>
                  <a:pt x="411325" y="43046"/>
                </a:cubicBezTo>
                <a:close/>
                <a:moveTo>
                  <a:pt x="172183" y="76526"/>
                </a:moveTo>
                <a:cubicBezTo>
                  <a:pt x="172183" y="44877"/>
                  <a:pt x="197928" y="19131"/>
                  <a:pt x="229577" y="19131"/>
                </a:cubicBezTo>
                <a:cubicBezTo>
                  <a:pt x="261226" y="19131"/>
                  <a:pt x="286971" y="44877"/>
                  <a:pt x="286971" y="76526"/>
                </a:cubicBezTo>
                <a:lnTo>
                  <a:pt x="286971" y="119571"/>
                </a:lnTo>
                <a:lnTo>
                  <a:pt x="172183" y="119571"/>
                </a:lnTo>
                <a:lnTo>
                  <a:pt x="172183" y="76526"/>
                </a:lnTo>
                <a:close/>
                <a:moveTo>
                  <a:pt x="47829" y="43046"/>
                </a:moveTo>
                <a:cubicBezTo>
                  <a:pt x="53107" y="43046"/>
                  <a:pt x="57394" y="47343"/>
                  <a:pt x="57394" y="52611"/>
                </a:cubicBezTo>
                <a:cubicBezTo>
                  <a:pt x="57394" y="57880"/>
                  <a:pt x="53107" y="62177"/>
                  <a:pt x="47829" y="62177"/>
                </a:cubicBezTo>
                <a:cubicBezTo>
                  <a:pt x="42550" y="62177"/>
                  <a:pt x="38263" y="57880"/>
                  <a:pt x="38263" y="52611"/>
                </a:cubicBezTo>
                <a:cubicBezTo>
                  <a:pt x="38263" y="47343"/>
                  <a:pt x="42550" y="43046"/>
                  <a:pt x="47829" y="43046"/>
                </a:cubicBezTo>
                <a:close/>
                <a:moveTo>
                  <a:pt x="28697" y="253491"/>
                </a:moveTo>
                <a:cubicBezTo>
                  <a:pt x="23419" y="253491"/>
                  <a:pt x="19131" y="249194"/>
                  <a:pt x="19131" y="243926"/>
                </a:cubicBezTo>
                <a:cubicBezTo>
                  <a:pt x="19131" y="238657"/>
                  <a:pt x="23419" y="234360"/>
                  <a:pt x="28697" y="234360"/>
                </a:cubicBezTo>
                <a:cubicBezTo>
                  <a:pt x="33975" y="234360"/>
                  <a:pt x="38263" y="238657"/>
                  <a:pt x="38263" y="243926"/>
                </a:cubicBezTo>
                <a:cubicBezTo>
                  <a:pt x="38263" y="249194"/>
                  <a:pt x="33975" y="253491"/>
                  <a:pt x="28697" y="253491"/>
                </a:cubicBezTo>
                <a:close/>
                <a:moveTo>
                  <a:pt x="114789" y="291754"/>
                </a:moveTo>
                <a:lnTo>
                  <a:pt x="114789" y="138703"/>
                </a:lnTo>
                <a:lnTo>
                  <a:pt x="344366" y="138703"/>
                </a:lnTo>
                <a:lnTo>
                  <a:pt x="344366" y="291754"/>
                </a:lnTo>
                <a:lnTo>
                  <a:pt x="344385" y="291754"/>
                </a:lnTo>
                <a:lnTo>
                  <a:pt x="114789" y="291754"/>
                </a:lnTo>
                <a:close/>
                <a:moveTo>
                  <a:pt x="430457" y="253491"/>
                </a:moveTo>
                <a:cubicBezTo>
                  <a:pt x="425188" y="253491"/>
                  <a:pt x="420891" y="249194"/>
                  <a:pt x="420891" y="243926"/>
                </a:cubicBezTo>
                <a:cubicBezTo>
                  <a:pt x="420891" y="238657"/>
                  <a:pt x="425188" y="234360"/>
                  <a:pt x="430457" y="234360"/>
                </a:cubicBezTo>
                <a:cubicBezTo>
                  <a:pt x="435726" y="234360"/>
                  <a:pt x="440023" y="238657"/>
                  <a:pt x="440023" y="243926"/>
                </a:cubicBezTo>
                <a:cubicBezTo>
                  <a:pt x="440023" y="249194"/>
                  <a:pt x="435726" y="253491"/>
                  <a:pt x="430457" y="253491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Graphic 401" descr="Trojan icon.">
            <a:extLst>
              <a:ext uri="{FF2B5EF4-FFF2-40B4-BE49-F238E27FC236}">
                <a16:creationId xmlns:a16="http://schemas.microsoft.com/office/drawing/2014/main" id="{CCDBD374-6245-8293-0C9F-FA007B9E23C5}"/>
              </a:ext>
            </a:extLst>
          </p:cNvPr>
          <p:cNvSpPr/>
          <p:nvPr/>
        </p:nvSpPr>
        <p:spPr>
          <a:xfrm>
            <a:off x="10759349" y="3319634"/>
            <a:ext cx="425309" cy="411325"/>
          </a:xfrm>
          <a:custGeom>
            <a:avLst/>
            <a:gdLst>
              <a:gd name="connsiteX0" fmla="*/ 420891 w 425309"/>
              <a:gd name="connsiteY0" fmla="*/ 145399 h 411325"/>
              <a:gd name="connsiteX1" fmla="*/ 396020 w 425309"/>
              <a:gd name="connsiteY1" fmla="*/ 118615 h 411325"/>
              <a:gd name="connsiteX2" fmla="*/ 346279 w 425309"/>
              <a:gd name="connsiteY2" fmla="*/ 122441 h 411325"/>
              <a:gd name="connsiteX3" fmla="*/ 334800 w 425309"/>
              <a:gd name="connsiteY3" fmla="*/ 116702 h 411325"/>
              <a:gd name="connsiteX4" fmla="*/ 319495 w 425309"/>
              <a:gd name="connsiteY4" fmla="*/ 114789 h 411325"/>
              <a:gd name="connsiteX5" fmla="*/ 206619 w 425309"/>
              <a:gd name="connsiteY5" fmla="*/ 114789 h 411325"/>
              <a:gd name="connsiteX6" fmla="*/ 158791 w 425309"/>
              <a:gd name="connsiteY6" fmla="*/ 30610 h 411325"/>
              <a:gd name="connsiteX7" fmla="*/ 30610 w 425309"/>
              <a:gd name="connsiteY7" fmla="*/ 0 h 411325"/>
              <a:gd name="connsiteX8" fmla="*/ 19131 w 425309"/>
              <a:gd name="connsiteY8" fmla="*/ 0 h 411325"/>
              <a:gd name="connsiteX9" fmla="*/ 0 w 425309"/>
              <a:gd name="connsiteY9" fmla="*/ 19131 h 411325"/>
              <a:gd name="connsiteX10" fmla="*/ 0 w 425309"/>
              <a:gd name="connsiteY10" fmla="*/ 172183 h 411325"/>
              <a:gd name="connsiteX11" fmla="*/ 19131 w 425309"/>
              <a:gd name="connsiteY11" fmla="*/ 191314 h 411325"/>
              <a:gd name="connsiteX12" fmla="*/ 42089 w 425309"/>
              <a:gd name="connsiteY12" fmla="*/ 191314 h 411325"/>
              <a:gd name="connsiteX13" fmla="*/ 57394 w 425309"/>
              <a:gd name="connsiteY13" fmla="*/ 183662 h 411325"/>
              <a:gd name="connsiteX14" fmla="*/ 76526 w 425309"/>
              <a:gd name="connsiteY14" fmla="*/ 154964 h 411325"/>
              <a:gd name="connsiteX15" fmla="*/ 76526 w 425309"/>
              <a:gd name="connsiteY15" fmla="*/ 327147 h 411325"/>
              <a:gd name="connsiteX16" fmla="*/ 61221 w 425309"/>
              <a:gd name="connsiteY16" fmla="*/ 353931 h 411325"/>
              <a:gd name="connsiteX17" fmla="*/ 38263 w 425309"/>
              <a:gd name="connsiteY17" fmla="*/ 353931 h 411325"/>
              <a:gd name="connsiteX18" fmla="*/ 38263 w 425309"/>
              <a:gd name="connsiteY18" fmla="*/ 373063 h 411325"/>
              <a:gd name="connsiteX19" fmla="*/ 61221 w 425309"/>
              <a:gd name="connsiteY19" fmla="*/ 373063 h 411325"/>
              <a:gd name="connsiteX20" fmla="*/ 107136 w 425309"/>
              <a:gd name="connsiteY20" fmla="*/ 411325 h 411325"/>
              <a:gd name="connsiteX21" fmla="*/ 153051 w 425309"/>
              <a:gd name="connsiteY21" fmla="*/ 373063 h 411325"/>
              <a:gd name="connsiteX22" fmla="*/ 298450 w 425309"/>
              <a:gd name="connsiteY22" fmla="*/ 373063 h 411325"/>
              <a:gd name="connsiteX23" fmla="*/ 346279 w 425309"/>
              <a:gd name="connsiteY23" fmla="*/ 411325 h 411325"/>
              <a:gd name="connsiteX24" fmla="*/ 394107 w 425309"/>
              <a:gd name="connsiteY24" fmla="*/ 373063 h 411325"/>
              <a:gd name="connsiteX25" fmla="*/ 420891 w 425309"/>
              <a:gd name="connsiteY25" fmla="*/ 373063 h 411325"/>
              <a:gd name="connsiteX26" fmla="*/ 420891 w 425309"/>
              <a:gd name="connsiteY26" fmla="*/ 353931 h 411325"/>
              <a:gd name="connsiteX27" fmla="*/ 396020 w 425309"/>
              <a:gd name="connsiteY27" fmla="*/ 353931 h 411325"/>
              <a:gd name="connsiteX28" fmla="*/ 382628 w 425309"/>
              <a:gd name="connsiteY28" fmla="*/ 330974 h 411325"/>
              <a:gd name="connsiteX29" fmla="*/ 382628 w 425309"/>
              <a:gd name="connsiteY29" fmla="*/ 275492 h 411325"/>
              <a:gd name="connsiteX30" fmla="*/ 399847 w 425309"/>
              <a:gd name="connsiteY30" fmla="*/ 277406 h 411325"/>
              <a:gd name="connsiteX31" fmla="*/ 399847 w 425309"/>
              <a:gd name="connsiteY31" fmla="*/ 277406 h 411325"/>
              <a:gd name="connsiteX32" fmla="*/ 415152 w 425309"/>
              <a:gd name="connsiteY32" fmla="*/ 269753 h 411325"/>
              <a:gd name="connsiteX33" fmla="*/ 418978 w 425309"/>
              <a:gd name="connsiteY33" fmla="*/ 254448 h 411325"/>
              <a:gd name="connsiteX34" fmla="*/ 420891 w 425309"/>
              <a:gd name="connsiteY34" fmla="*/ 208532 h 411325"/>
              <a:gd name="connsiteX35" fmla="*/ 420891 w 425309"/>
              <a:gd name="connsiteY35" fmla="*/ 145399 h 411325"/>
              <a:gd name="connsiteX36" fmla="*/ 420891 w 425309"/>
              <a:gd name="connsiteY36" fmla="*/ 145399 h 411325"/>
              <a:gd name="connsiteX37" fmla="*/ 19131 w 425309"/>
              <a:gd name="connsiteY37" fmla="*/ 19131 h 411325"/>
              <a:gd name="connsiteX38" fmla="*/ 30610 w 425309"/>
              <a:gd name="connsiteY38" fmla="*/ 19131 h 411325"/>
              <a:gd name="connsiteX39" fmla="*/ 145399 w 425309"/>
              <a:gd name="connsiteY39" fmla="*/ 44002 h 411325"/>
              <a:gd name="connsiteX40" fmla="*/ 187488 w 425309"/>
              <a:gd name="connsiteY40" fmla="*/ 114789 h 411325"/>
              <a:gd name="connsiteX41" fmla="*/ 168356 w 425309"/>
              <a:gd name="connsiteY41" fmla="*/ 114789 h 411325"/>
              <a:gd name="connsiteX42" fmla="*/ 168356 w 425309"/>
              <a:gd name="connsiteY42" fmla="*/ 112875 h 411325"/>
              <a:gd name="connsiteX43" fmla="*/ 156878 w 425309"/>
              <a:gd name="connsiteY43" fmla="*/ 88005 h 411325"/>
              <a:gd name="connsiteX44" fmla="*/ 99483 w 425309"/>
              <a:gd name="connsiteY44" fmla="*/ 42089 h 411325"/>
              <a:gd name="connsiteX45" fmla="*/ 61221 w 425309"/>
              <a:gd name="connsiteY45" fmla="*/ 38263 h 411325"/>
              <a:gd name="connsiteX46" fmla="*/ 53568 w 425309"/>
              <a:gd name="connsiteY46" fmla="*/ 38263 h 411325"/>
              <a:gd name="connsiteX47" fmla="*/ 24871 w 425309"/>
              <a:gd name="connsiteY47" fmla="*/ 38263 h 411325"/>
              <a:gd name="connsiteX48" fmla="*/ 19131 w 425309"/>
              <a:gd name="connsiteY48" fmla="*/ 38263 h 411325"/>
              <a:gd name="connsiteX49" fmla="*/ 19131 w 425309"/>
              <a:gd name="connsiteY49" fmla="*/ 19131 h 411325"/>
              <a:gd name="connsiteX50" fmla="*/ 19131 w 425309"/>
              <a:gd name="connsiteY50" fmla="*/ 19131 h 411325"/>
              <a:gd name="connsiteX51" fmla="*/ 95657 w 425309"/>
              <a:gd name="connsiteY51" fmla="*/ 151138 h 411325"/>
              <a:gd name="connsiteX52" fmla="*/ 82265 w 425309"/>
              <a:gd name="connsiteY52" fmla="*/ 137746 h 411325"/>
              <a:gd name="connsiteX53" fmla="*/ 61221 w 425309"/>
              <a:gd name="connsiteY53" fmla="*/ 145399 h 411325"/>
              <a:gd name="connsiteX54" fmla="*/ 42089 w 425309"/>
              <a:gd name="connsiteY54" fmla="*/ 172183 h 411325"/>
              <a:gd name="connsiteX55" fmla="*/ 19131 w 425309"/>
              <a:gd name="connsiteY55" fmla="*/ 172183 h 411325"/>
              <a:gd name="connsiteX56" fmla="*/ 19131 w 425309"/>
              <a:gd name="connsiteY56" fmla="*/ 57394 h 411325"/>
              <a:gd name="connsiteX57" fmla="*/ 24871 w 425309"/>
              <a:gd name="connsiteY57" fmla="*/ 57394 h 411325"/>
              <a:gd name="connsiteX58" fmla="*/ 53568 w 425309"/>
              <a:gd name="connsiteY58" fmla="*/ 57394 h 411325"/>
              <a:gd name="connsiteX59" fmla="*/ 61221 w 425309"/>
              <a:gd name="connsiteY59" fmla="*/ 57394 h 411325"/>
              <a:gd name="connsiteX60" fmla="*/ 93744 w 425309"/>
              <a:gd name="connsiteY60" fmla="*/ 61221 h 411325"/>
              <a:gd name="connsiteX61" fmla="*/ 141572 w 425309"/>
              <a:gd name="connsiteY61" fmla="*/ 99483 h 411325"/>
              <a:gd name="connsiteX62" fmla="*/ 151138 w 425309"/>
              <a:gd name="connsiteY62" fmla="*/ 120528 h 411325"/>
              <a:gd name="connsiteX63" fmla="*/ 168356 w 425309"/>
              <a:gd name="connsiteY63" fmla="*/ 133920 h 411325"/>
              <a:gd name="connsiteX64" fmla="*/ 321408 w 425309"/>
              <a:gd name="connsiteY64" fmla="*/ 133920 h 411325"/>
              <a:gd name="connsiteX65" fmla="*/ 321408 w 425309"/>
              <a:gd name="connsiteY65" fmla="*/ 133920 h 411325"/>
              <a:gd name="connsiteX66" fmla="*/ 330974 w 425309"/>
              <a:gd name="connsiteY66" fmla="*/ 135833 h 411325"/>
              <a:gd name="connsiteX67" fmla="*/ 365410 w 425309"/>
              <a:gd name="connsiteY67" fmla="*/ 208532 h 411325"/>
              <a:gd name="connsiteX68" fmla="*/ 365410 w 425309"/>
              <a:gd name="connsiteY68" fmla="*/ 319495 h 411325"/>
              <a:gd name="connsiteX69" fmla="*/ 350105 w 425309"/>
              <a:gd name="connsiteY69" fmla="*/ 317582 h 411325"/>
              <a:gd name="connsiteX70" fmla="*/ 332887 w 425309"/>
              <a:gd name="connsiteY70" fmla="*/ 321408 h 411325"/>
              <a:gd name="connsiteX71" fmla="*/ 317582 w 425309"/>
              <a:gd name="connsiteY71" fmla="*/ 246795 h 411325"/>
              <a:gd name="connsiteX72" fmla="*/ 298450 w 425309"/>
              <a:gd name="connsiteY72" fmla="*/ 231490 h 411325"/>
              <a:gd name="connsiteX73" fmla="*/ 160704 w 425309"/>
              <a:gd name="connsiteY73" fmla="*/ 231490 h 411325"/>
              <a:gd name="connsiteX74" fmla="*/ 141572 w 425309"/>
              <a:gd name="connsiteY74" fmla="*/ 246795 h 411325"/>
              <a:gd name="connsiteX75" fmla="*/ 126267 w 425309"/>
              <a:gd name="connsiteY75" fmla="*/ 321408 h 411325"/>
              <a:gd name="connsiteX76" fmla="*/ 109049 w 425309"/>
              <a:gd name="connsiteY76" fmla="*/ 315668 h 411325"/>
              <a:gd name="connsiteX77" fmla="*/ 95657 w 425309"/>
              <a:gd name="connsiteY77" fmla="*/ 317582 h 411325"/>
              <a:gd name="connsiteX78" fmla="*/ 95657 w 425309"/>
              <a:gd name="connsiteY78" fmla="*/ 153051 h 411325"/>
              <a:gd name="connsiteX79" fmla="*/ 95657 w 425309"/>
              <a:gd name="connsiteY79" fmla="*/ 151138 h 411325"/>
              <a:gd name="connsiteX80" fmla="*/ 95657 w 425309"/>
              <a:gd name="connsiteY80" fmla="*/ 151138 h 411325"/>
              <a:gd name="connsiteX81" fmla="*/ 143486 w 425309"/>
              <a:gd name="connsiteY81" fmla="*/ 330974 h 411325"/>
              <a:gd name="connsiteX82" fmla="*/ 160704 w 425309"/>
              <a:gd name="connsiteY82" fmla="*/ 248708 h 411325"/>
              <a:gd name="connsiteX83" fmla="*/ 298450 w 425309"/>
              <a:gd name="connsiteY83" fmla="*/ 248708 h 411325"/>
              <a:gd name="connsiteX84" fmla="*/ 315668 w 425309"/>
              <a:gd name="connsiteY84" fmla="*/ 329060 h 411325"/>
              <a:gd name="connsiteX85" fmla="*/ 302276 w 425309"/>
              <a:gd name="connsiteY85" fmla="*/ 353931 h 411325"/>
              <a:gd name="connsiteX86" fmla="*/ 154964 w 425309"/>
              <a:gd name="connsiteY86" fmla="*/ 353931 h 411325"/>
              <a:gd name="connsiteX87" fmla="*/ 143486 w 425309"/>
              <a:gd name="connsiteY87" fmla="*/ 330974 h 411325"/>
              <a:gd name="connsiteX88" fmla="*/ 143486 w 425309"/>
              <a:gd name="connsiteY88" fmla="*/ 330974 h 411325"/>
              <a:gd name="connsiteX89" fmla="*/ 109049 w 425309"/>
              <a:gd name="connsiteY89" fmla="*/ 392194 h 411325"/>
              <a:gd name="connsiteX90" fmla="*/ 80352 w 425309"/>
              <a:gd name="connsiteY90" fmla="*/ 363497 h 411325"/>
              <a:gd name="connsiteX91" fmla="*/ 109049 w 425309"/>
              <a:gd name="connsiteY91" fmla="*/ 334800 h 411325"/>
              <a:gd name="connsiteX92" fmla="*/ 137746 w 425309"/>
              <a:gd name="connsiteY92" fmla="*/ 363497 h 411325"/>
              <a:gd name="connsiteX93" fmla="*/ 109049 w 425309"/>
              <a:gd name="connsiteY93" fmla="*/ 392194 h 411325"/>
              <a:gd name="connsiteX94" fmla="*/ 348192 w 425309"/>
              <a:gd name="connsiteY94" fmla="*/ 392194 h 411325"/>
              <a:gd name="connsiteX95" fmla="*/ 319495 w 425309"/>
              <a:gd name="connsiteY95" fmla="*/ 363497 h 411325"/>
              <a:gd name="connsiteX96" fmla="*/ 348192 w 425309"/>
              <a:gd name="connsiteY96" fmla="*/ 334800 h 411325"/>
              <a:gd name="connsiteX97" fmla="*/ 376889 w 425309"/>
              <a:gd name="connsiteY97" fmla="*/ 363497 h 411325"/>
              <a:gd name="connsiteX98" fmla="*/ 348192 w 425309"/>
              <a:gd name="connsiteY98" fmla="*/ 392194 h 411325"/>
              <a:gd name="connsiteX99" fmla="*/ 403673 w 425309"/>
              <a:gd name="connsiteY99" fmla="*/ 204706 h 411325"/>
              <a:gd name="connsiteX100" fmla="*/ 401760 w 425309"/>
              <a:gd name="connsiteY100" fmla="*/ 258274 h 411325"/>
              <a:gd name="connsiteX101" fmla="*/ 386455 w 425309"/>
              <a:gd name="connsiteY101" fmla="*/ 254448 h 411325"/>
              <a:gd name="connsiteX102" fmla="*/ 384541 w 425309"/>
              <a:gd name="connsiteY102" fmla="*/ 252535 h 411325"/>
              <a:gd name="connsiteX103" fmla="*/ 384541 w 425309"/>
              <a:gd name="connsiteY103" fmla="*/ 208532 h 411325"/>
              <a:gd name="connsiteX104" fmla="*/ 365410 w 425309"/>
              <a:gd name="connsiteY104" fmla="*/ 135833 h 411325"/>
              <a:gd name="connsiteX105" fmla="*/ 390281 w 425309"/>
              <a:gd name="connsiteY105" fmla="*/ 135833 h 411325"/>
              <a:gd name="connsiteX106" fmla="*/ 403673 w 425309"/>
              <a:gd name="connsiteY106" fmla="*/ 151138 h 411325"/>
              <a:gd name="connsiteX107" fmla="*/ 403673 w 425309"/>
              <a:gd name="connsiteY107" fmla="*/ 204706 h 411325"/>
              <a:gd name="connsiteX108" fmla="*/ 403673 w 425309"/>
              <a:gd name="connsiteY108" fmla="*/ 204706 h 41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425309" h="411325">
                <a:moveTo>
                  <a:pt x="420891" y="145399"/>
                </a:moveTo>
                <a:cubicBezTo>
                  <a:pt x="415152" y="132007"/>
                  <a:pt x="407499" y="122441"/>
                  <a:pt x="396020" y="118615"/>
                </a:cubicBezTo>
                <a:cubicBezTo>
                  <a:pt x="382628" y="112875"/>
                  <a:pt x="365410" y="114789"/>
                  <a:pt x="346279" y="122441"/>
                </a:cubicBezTo>
                <a:cubicBezTo>
                  <a:pt x="342452" y="120528"/>
                  <a:pt x="338626" y="118615"/>
                  <a:pt x="334800" y="116702"/>
                </a:cubicBezTo>
                <a:cubicBezTo>
                  <a:pt x="330974" y="114789"/>
                  <a:pt x="327147" y="114789"/>
                  <a:pt x="319495" y="114789"/>
                </a:cubicBezTo>
                <a:lnTo>
                  <a:pt x="206619" y="114789"/>
                </a:lnTo>
                <a:cubicBezTo>
                  <a:pt x="197054" y="80352"/>
                  <a:pt x="181748" y="53568"/>
                  <a:pt x="158791" y="30610"/>
                </a:cubicBezTo>
                <a:cubicBezTo>
                  <a:pt x="126267" y="0"/>
                  <a:pt x="101397" y="0"/>
                  <a:pt x="30610" y="0"/>
                </a:cubicBezTo>
                <a:lnTo>
                  <a:pt x="19131" y="0"/>
                </a:lnTo>
                <a:cubicBezTo>
                  <a:pt x="7653" y="0"/>
                  <a:pt x="0" y="7653"/>
                  <a:pt x="0" y="19131"/>
                </a:cubicBezTo>
                <a:lnTo>
                  <a:pt x="0" y="172183"/>
                </a:lnTo>
                <a:cubicBezTo>
                  <a:pt x="0" y="183662"/>
                  <a:pt x="7653" y="191314"/>
                  <a:pt x="19131" y="191314"/>
                </a:cubicBezTo>
                <a:lnTo>
                  <a:pt x="42089" y="191314"/>
                </a:lnTo>
                <a:cubicBezTo>
                  <a:pt x="47829" y="191314"/>
                  <a:pt x="53568" y="187488"/>
                  <a:pt x="57394" y="183662"/>
                </a:cubicBezTo>
                <a:lnTo>
                  <a:pt x="76526" y="154964"/>
                </a:lnTo>
                <a:lnTo>
                  <a:pt x="76526" y="327147"/>
                </a:lnTo>
                <a:cubicBezTo>
                  <a:pt x="68873" y="334800"/>
                  <a:pt x="63134" y="344366"/>
                  <a:pt x="61221" y="353931"/>
                </a:cubicBezTo>
                <a:lnTo>
                  <a:pt x="38263" y="353931"/>
                </a:lnTo>
                <a:lnTo>
                  <a:pt x="38263" y="373063"/>
                </a:lnTo>
                <a:lnTo>
                  <a:pt x="61221" y="373063"/>
                </a:lnTo>
                <a:cubicBezTo>
                  <a:pt x="65047" y="394107"/>
                  <a:pt x="84178" y="411325"/>
                  <a:pt x="107136" y="411325"/>
                </a:cubicBezTo>
                <a:cubicBezTo>
                  <a:pt x="130094" y="411325"/>
                  <a:pt x="149225" y="394107"/>
                  <a:pt x="153051" y="373063"/>
                </a:cubicBezTo>
                <a:lnTo>
                  <a:pt x="298450" y="373063"/>
                </a:lnTo>
                <a:cubicBezTo>
                  <a:pt x="302276" y="394107"/>
                  <a:pt x="321408" y="411325"/>
                  <a:pt x="346279" y="411325"/>
                </a:cubicBezTo>
                <a:cubicBezTo>
                  <a:pt x="371149" y="411325"/>
                  <a:pt x="388368" y="394107"/>
                  <a:pt x="394107" y="373063"/>
                </a:cubicBezTo>
                <a:lnTo>
                  <a:pt x="420891" y="373063"/>
                </a:lnTo>
                <a:lnTo>
                  <a:pt x="420891" y="353931"/>
                </a:lnTo>
                <a:lnTo>
                  <a:pt x="396020" y="353931"/>
                </a:lnTo>
                <a:cubicBezTo>
                  <a:pt x="394107" y="344366"/>
                  <a:pt x="390281" y="336713"/>
                  <a:pt x="382628" y="330974"/>
                </a:cubicBezTo>
                <a:lnTo>
                  <a:pt x="382628" y="275492"/>
                </a:lnTo>
                <a:cubicBezTo>
                  <a:pt x="386455" y="277406"/>
                  <a:pt x="392194" y="277406"/>
                  <a:pt x="399847" y="277406"/>
                </a:cubicBezTo>
                <a:lnTo>
                  <a:pt x="399847" y="277406"/>
                </a:lnTo>
                <a:cubicBezTo>
                  <a:pt x="405586" y="277406"/>
                  <a:pt x="411325" y="275492"/>
                  <a:pt x="415152" y="269753"/>
                </a:cubicBezTo>
                <a:cubicBezTo>
                  <a:pt x="418978" y="265927"/>
                  <a:pt x="418978" y="260187"/>
                  <a:pt x="418978" y="254448"/>
                </a:cubicBezTo>
                <a:cubicBezTo>
                  <a:pt x="415152" y="239143"/>
                  <a:pt x="418978" y="223838"/>
                  <a:pt x="420891" y="208532"/>
                </a:cubicBezTo>
                <a:cubicBezTo>
                  <a:pt x="424717" y="187488"/>
                  <a:pt x="428544" y="166443"/>
                  <a:pt x="420891" y="145399"/>
                </a:cubicBezTo>
                <a:lnTo>
                  <a:pt x="420891" y="145399"/>
                </a:lnTo>
                <a:close/>
                <a:moveTo>
                  <a:pt x="19131" y="19131"/>
                </a:moveTo>
                <a:lnTo>
                  <a:pt x="30610" y="19131"/>
                </a:lnTo>
                <a:cubicBezTo>
                  <a:pt x="99483" y="19131"/>
                  <a:pt x="118615" y="19131"/>
                  <a:pt x="145399" y="44002"/>
                </a:cubicBezTo>
                <a:cubicBezTo>
                  <a:pt x="164530" y="63134"/>
                  <a:pt x="177922" y="86091"/>
                  <a:pt x="187488" y="114789"/>
                </a:cubicBezTo>
                <a:lnTo>
                  <a:pt x="168356" y="114789"/>
                </a:lnTo>
                <a:lnTo>
                  <a:pt x="168356" y="112875"/>
                </a:lnTo>
                <a:cubicBezTo>
                  <a:pt x="164530" y="103310"/>
                  <a:pt x="160704" y="95657"/>
                  <a:pt x="156878" y="88005"/>
                </a:cubicBezTo>
                <a:cubicBezTo>
                  <a:pt x="143486" y="65047"/>
                  <a:pt x="122441" y="47829"/>
                  <a:pt x="99483" y="42089"/>
                </a:cubicBezTo>
                <a:cubicBezTo>
                  <a:pt x="86091" y="38263"/>
                  <a:pt x="74613" y="38263"/>
                  <a:pt x="61221" y="38263"/>
                </a:cubicBezTo>
                <a:lnTo>
                  <a:pt x="53568" y="38263"/>
                </a:lnTo>
                <a:cubicBezTo>
                  <a:pt x="44002" y="38263"/>
                  <a:pt x="34437" y="38263"/>
                  <a:pt x="24871" y="38263"/>
                </a:cubicBezTo>
                <a:lnTo>
                  <a:pt x="19131" y="38263"/>
                </a:lnTo>
                <a:lnTo>
                  <a:pt x="19131" y="19131"/>
                </a:lnTo>
                <a:lnTo>
                  <a:pt x="19131" y="19131"/>
                </a:lnTo>
                <a:close/>
                <a:moveTo>
                  <a:pt x="95657" y="151138"/>
                </a:moveTo>
                <a:cubicBezTo>
                  <a:pt x="93744" y="143486"/>
                  <a:pt x="89918" y="139659"/>
                  <a:pt x="82265" y="137746"/>
                </a:cubicBezTo>
                <a:cubicBezTo>
                  <a:pt x="76526" y="135833"/>
                  <a:pt x="68873" y="137746"/>
                  <a:pt x="61221" y="145399"/>
                </a:cubicBezTo>
                <a:lnTo>
                  <a:pt x="42089" y="172183"/>
                </a:lnTo>
                <a:lnTo>
                  <a:pt x="19131" y="172183"/>
                </a:lnTo>
                <a:lnTo>
                  <a:pt x="19131" y="57394"/>
                </a:lnTo>
                <a:lnTo>
                  <a:pt x="24871" y="57394"/>
                </a:lnTo>
                <a:cubicBezTo>
                  <a:pt x="34437" y="57394"/>
                  <a:pt x="44002" y="57394"/>
                  <a:pt x="53568" y="57394"/>
                </a:cubicBezTo>
                <a:lnTo>
                  <a:pt x="61221" y="57394"/>
                </a:lnTo>
                <a:cubicBezTo>
                  <a:pt x="72699" y="57394"/>
                  <a:pt x="84178" y="57394"/>
                  <a:pt x="93744" y="61221"/>
                </a:cubicBezTo>
                <a:cubicBezTo>
                  <a:pt x="112875" y="66960"/>
                  <a:pt x="130094" y="80352"/>
                  <a:pt x="141572" y="99483"/>
                </a:cubicBezTo>
                <a:cubicBezTo>
                  <a:pt x="143486" y="105223"/>
                  <a:pt x="147312" y="112875"/>
                  <a:pt x="151138" y="120528"/>
                </a:cubicBezTo>
                <a:cubicBezTo>
                  <a:pt x="153051" y="124354"/>
                  <a:pt x="156878" y="133920"/>
                  <a:pt x="168356" y="133920"/>
                </a:cubicBezTo>
                <a:lnTo>
                  <a:pt x="321408" y="133920"/>
                </a:lnTo>
                <a:lnTo>
                  <a:pt x="321408" y="133920"/>
                </a:lnTo>
                <a:cubicBezTo>
                  <a:pt x="325234" y="133920"/>
                  <a:pt x="327147" y="133920"/>
                  <a:pt x="330974" y="135833"/>
                </a:cubicBezTo>
                <a:cubicBezTo>
                  <a:pt x="340539" y="139659"/>
                  <a:pt x="365410" y="153051"/>
                  <a:pt x="365410" y="208532"/>
                </a:cubicBezTo>
                <a:lnTo>
                  <a:pt x="365410" y="319495"/>
                </a:lnTo>
                <a:cubicBezTo>
                  <a:pt x="361584" y="317582"/>
                  <a:pt x="355844" y="317582"/>
                  <a:pt x="350105" y="317582"/>
                </a:cubicBezTo>
                <a:cubicBezTo>
                  <a:pt x="344366" y="317582"/>
                  <a:pt x="338626" y="319495"/>
                  <a:pt x="332887" y="321408"/>
                </a:cubicBezTo>
                <a:lnTo>
                  <a:pt x="317582" y="246795"/>
                </a:lnTo>
                <a:cubicBezTo>
                  <a:pt x="315668" y="237230"/>
                  <a:pt x="308016" y="231490"/>
                  <a:pt x="298450" y="231490"/>
                </a:cubicBezTo>
                <a:lnTo>
                  <a:pt x="160704" y="231490"/>
                </a:lnTo>
                <a:cubicBezTo>
                  <a:pt x="151138" y="231490"/>
                  <a:pt x="143486" y="237230"/>
                  <a:pt x="141572" y="246795"/>
                </a:cubicBezTo>
                <a:lnTo>
                  <a:pt x="126267" y="321408"/>
                </a:lnTo>
                <a:cubicBezTo>
                  <a:pt x="120528" y="317582"/>
                  <a:pt x="114789" y="315668"/>
                  <a:pt x="109049" y="315668"/>
                </a:cubicBezTo>
                <a:cubicBezTo>
                  <a:pt x="105223" y="315668"/>
                  <a:pt x="99483" y="315668"/>
                  <a:pt x="95657" y="317582"/>
                </a:cubicBezTo>
                <a:lnTo>
                  <a:pt x="95657" y="153051"/>
                </a:lnTo>
                <a:lnTo>
                  <a:pt x="95657" y="151138"/>
                </a:lnTo>
                <a:lnTo>
                  <a:pt x="95657" y="151138"/>
                </a:lnTo>
                <a:close/>
                <a:moveTo>
                  <a:pt x="143486" y="330974"/>
                </a:moveTo>
                <a:lnTo>
                  <a:pt x="160704" y="248708"/>
                </a:lnTo>
                <a:lnTo>
                  <a:pt x="298450" y="248708"/>
                </a:lnTo>
                <a:lnTo>
                  <a:pt x="315668" y="329060"/>
                </a:lnTo>
                <a:cubicBezTo>
                  <a:pt x="309929" y="334800"/>
                  <a:pt x="304190" y="344366"/>
                  <a:pt x="302276" y="353931"/>
                </a:cubicBezTo>
                <a:lnTo>
                  <a:pt x="154964" y="353931"/>
                </a:lnTo>
                <a:cubicBezTo>
                  <a:pt x="153051" y="344366"/>
                  <a:pt x="149225" y="336713"/>
                  <a:pt x="143486" y="330974"/>
                </a:cubicBezTo>
                <a:lnTo>
                  <a:pt x="143486" y="330974"/>
                </a:lnTo>
                <a:close/>
                <a:moveTo>
                  <a:pt x="109049" y="392194"/>
                </a:moveTo>
                <a:cubicBezTo>
                  <a:pt x="93744" y="392194"/>
                  <a:pt x="80352" y="378802"/>
                  <a:pt x="80352" y="363497"/>
                </a:cubicBezTo>
                <a:cubicBezTo>
                  <a:pt x="80352" y="348192"/>
                  <a:pt x="93744" y="334800"/>
                  <a:pt x="109049" y="334800"/>
                </a:cubicBezTo>
                <a:cubicBezTo>
                  <a:pt x="124354" y="334800"/>
                  <a:pt x="137746" y="348192"/>
                  <a:pt x="137746" y="363497"/>
                </a:cubicBezTo>
                <a:cubicBezTo>
                  <a:pt x="137746" y="378802"/>
                  <a:pt x="124354" y="392194"/>
                  <a:pt x="109049" y="392194"/>
                </a:cubicBezTo>
                <a:close/>
                <a:moveTo>
                  <a:pt x="348192" y="392194"/>
                </a:moveTo>
                <a:cubicBezTo>
                  <a:pt x="332887" y="392194"/>
                  <a:pt x="319495" y="378802"/>
                  <a:pt x="319495" y="363497"/>
                </a:cubicBezTo>
                <a:cubicBezTo>
                  <a:pt x="319495" y="348192"/>
                  <a:pt x="332887" y="334800"/>
                  <a:pt x="348192" y="334800"/>
                </a:cubicBezTo>
                <a:cubicBezTo>
                  <a:pt x="363497" y="334800"/>
                  <a:pt x="376889" y="348192"/>
                  <a:pt x="376889" y="363497"/>
                </a:cubicBezTo>
                <a:cubicBezTo>
                  <a:pt x="376889" y="378802"/>
                  <a:pt x="363497" y="392194"/>
                  <a:pt x="348192" y="392194"/>
                </a:cubicBezTo>
                <a:close/>
                <a:moveTo>
                  <a:pt x="403673" y="204706"/>
                </a:moveTo>
                <a:cubicBezTo>
                  <a:pt x="399847" y="221924"/>
                  <a:pt x="396020" y="239143"/>
                  <a:pt x="401760" y="258274"/>
                </a:cubicBezTo>
                <a:cubicBezTo>
                  <a:pt x="392194" y="258274"/>
                  <a:pt x="388368" y="256361"/>
                  <a:pt x="386455" y="254448"/>
                </a:cubicBezTo>
                <a:cubicBezTo>
                  <a:pt x="386455" y="254448"/>
                  <a:pt x="384541" y="252535"/>
                  <a:pt x="384541" y="252535"/>
                </a:cubicBezTo>
                <a:lnTo>
                  <a:pt x="384541" y="208532"/>
                </a:lnTo>
                <a:cubicBezTo>
                  <a:pt x="384541" y="172183"/>
                  <a:pt x="376889" y="149225"/>
                  <a:pt x="365410" y="135833"/>
                </a:cubicBezTo>
                <a:cubicBezTo>
                  <a:pt x="374976" y="133920"/>
                  <a:pt x="382628" y="132007"/>
                  <a:pt x="390281" y="135833"/>
                </a:cubicBezTo>
                <a:cubicBezTo>
                  <a:pt x="396020" y="137746"/>
                  <a:pt x="401760" y="143486"/>
                  <a:pt x="403673" y="151138"/>
                </a:cubicBezTo>
                <a:cubicBezTo>
                  <a:pt x="409412" y="168356"/>
                  <a:pt x="405586" y="185575"/>
                  <a:pt x="403673" y="204706"/>
                </a:cubicBezTo>
                <a:lnTo>
                  <a:pt x="403673" y="20470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305" descr="Dancer icon.">
            <a:extLst>
              <a:ext uri="{FF2B5EF4-FFF2-40B4-BE49-F238E27FC236}">
                <a16:creationId xmlns:a16="http://schemas.microsoft.com/office/drawing/2014/main" id="{3F282040-69EA-88BF-717C-2FBC604F24DD}"/>
              </a:ext>
            </a:extLst>
          </p:cNvPr>
          <p:cNvSpPr/>
          <p:nvPr/>
        </p:nvSpPr>
        <p:spPr>
          <a:xfrm>
            <a:off x="997497" y="4233389"/>
            <a:ext cx="382981" cy="458755"/>
          </a:xfrm>
          <a:custGeom>
            <a:avLst/>
            <a:gdLst>
              <a:gd name="connsiteX0" fmla="*/ 93461 w 382981"/>
              <a:gd name="connsiteY0" fmla="*/ 374436 h 458755"/>
              <a:gd name="connsiteX1" fmla="*/ 80233 w 382981"/>
              <a:gd name="connsiteY1" fmla="*/ 389458 h 458755"/>
              <a:gd name="connsiteX2" fmla="*/ 37962 w 382981"/>
              <a:gd name="connsiteY2" fmla="*/ 296024 h 458755"/>
              <a:gd name="connsiteX3" fmla="*/ 69164 w 382981"/>
              <a:gd name="connsiteY3" fmla="*/ 213613 h 458755"/>
              <a:gd name="connsiteX4" fmla="*/ 84166 w 382981"/>
              <a:gd name="connsiteY4" fmla="*/ 226879 h 458755"/>
              <a:gd name="connsiteX5" fmla="*/ 57991 w 382981"/>
              <a:gd name="connsiteY5" fmla="*/ 296026 h 458755"/>
              <a:gd name="connsiteX6" fmla="*/ 93461 w 382981"/>
              <a:gd name="connsiteY6" fmla="*/ 374438 h 458755"/>
              <a:gd name="connsiteX7" fmla="*/ 325607 w 382981"/>
              <a:gd name="connsiteY7" fmla="*/ 104671 h 458755"/>
              <a:gd name="connsiteX8" fmla="*/ 325588 w 382981"/>
              <a:gd name="connsiteY8" fmla="*/ 85689 h 458755"/>
              <a:gd name="connsiteX9" fmla="*/ 306456 w 382981"/>
              <a:gd name="connsiteY9" fmla="*/ 85727 h 458755"/>
              <a:gd name="connsiteX10" fmla="*/ 306475 w 382981"/>
              <a:gd name="connsiteY10" fmla="*/ 104709 h 458755"/>
              <a:gd name="connsiteX11" fmla="*/ 325607 w 382981"/>
              <a:gd name="connsiteY11" fmla="*/ 104671 h 458755"/>
              <a:gd name="connsiteX12" fmla="*/ 363851 w 382981"/>
              <a:gd name="connsiteY12" fmla="*/ 104765 h 458755"/>
              <a:gd name="connsiteX13" fmla="*/ 363701 w 382981"/>
              <a:gd name="connsiteY13" fmla="*/ 85913 h 458755"/>
              <a:gd name="connsiteX14" fmla="*/ 344570 w 382981"/>
              <a:gd name="connsiteY14" fmla="*/ 86062 h 458755"/>
              <a:gd name="connsiteX15" fmla="*/ 344719 w 382981"/>
              <a:gd name="connsiteY15" fmla="*/ 104914 h 458755"/>
              <a:gd name="connsiteX16" fmla="*/ 363851 w 382981"/>
              <a:gd name="connsiteY16" fmla="*/ 104765 h 458755"/>
              <a:gd name="connsiteX17" fmla="*/ 306456 w 382981"/>
              <a:gd name="connsiteY17" fmla="*/ 181365 h 458755"/>
              <a:gd name="connsiteX18" fmla="*/ 325588 w 382981"/>
              <a:gd name="connsiteY18" fmla="*/ 181365 h 458755"/>
              <a:gd name="connsiteX19" fmla="*/ 325588 w 382981"/>
              <a:gd name="connsiteY19" fmla="*/ 162234 h 458755"/>
              <a:gd name="connsiteX20" fmla="*/ 306456 w 382981"/>
              <a:gd name="connsiteY20" fmla="*/ 162234 h 458755"/>
              <a:gd name="connsiteX21" fmla="*/ 306456 w 382981"/>
              <a:gd name="connsiteY21" fmla="*/ 181365 h 458755"/>
              <a:gd name="connsiteX22" fmla="*/ 363851 w 382981"/>
              <a:gd name="connsiteY22" fmla="*/ 123971 h 458755"/>
              <a:gd name="connsiteX23" fmla="*/ 363851 w 382981"/>
              <a:gd name="connsiteY23" fmla="*/ 143102 h 458755"/>
              <a:gd name="connsiteX24" fmla="*/ 382982 w 382981"/>
              <a:gd name="connsiteY24" fmla="*/ 143102 h 458755"/>
              <a:gd name="connsiteX25" fmla="*/ 382982 w 382981"/>
              <a:gd name="connsiteY25" fmla="*/ 123971 h 458755"/>
              <a:gd name="connsiteX26" fmla="*/ 363851 w 382981"/>
              <a:gd name="connsiteY26" fmla="*/ 123971 h 458755"/>
              <a:gd name="connsiteX27" fmla="*/ 344719 w 382981"/>
              <a:gd name="connsiteY27" fmla="*/ 143102 h 458755"/>
              <a:gd name="connsiteX28" fmla="*/ 339301 w 382981"/>
              <a:gd name="connsiteY28" fmla="*/ 143121 h 458755"/>
              <a:gd name="connsiteX29" fmla="*/ 333342 w 382981"/>
              <a:gd name="connsiteY29" fmla="*/ 143160 h 458755"/>
              <a:gd name="connsiteX30" fmla="*/ 288054 w 382981"/>
              <a:gd name="connsiteY30" fmla="*/ 134510 h 458755"/>
              <a:gd name="connsiteX31" fmla="*/ 260422 w 382981"/>
              <a:gd name="connsiteY31" fmla="*/ 80441 h 458755"/>
              <a:gd name="connsiteX32" fmla="*/ 259096 w 382981"/>
              <a:gd name="connsiteY32" fmla="*/ 69718 h 458755"/>
              <a:gd name="connsiteX33" fmla="*/ 245046 w 382981"/>
              <a:gd name="connsiteY33" fmla="*/ 28130 h 458755"/>
              <a:gd name="connsiteX34" fmla="*/ 202785 w 382981"/>
              <a:gd name="connsiteY34" fmla="*/ 20583 h 458755"/>
              <a:gd name="connsiteX35" fmla="*/ 172536 w 382981"/>
              <a:gd name="connsiteY35" fmla="*/ 47411 h 458755"/>
              <a:gd name="connsiteX36" fmla="*/ 172640 w 382981"/>
              <a:gd name="connsiteY36" fmla="*/ 64170 h 458755"/>
              <a:gd name="connsiteX37" fmla="*/ 172638 w 382981"/>
              <a:gd name="connsiteY37" fmla="*/ 95331 h 458755"/>
              <a:gd name="connsiteX38" fmla="*/ 201197 w 382981"/>
              <a:gd name="connsiteY38" fmla="*/ 95297 h 458755"/>
              <a:gd name="connsiteX39" fmla="*/ 201253 w 382981"/>
              <a:gd name="connsiteY39" fmla="*/ 95297 h 458755"/>
              <a:gd name="connsiteX40" fmla="*/ 214742 w 382981"/>
              <a:gd name="connsiteY40" fmla="*/ 100864 h 458755"/>
              <a:gd name="connsiteX41" fmla="*/ 220365 w 382981"/>
              <a:gd name="connsiteY41" fmla="*/ 114409 h 458755"/>
              <a:gd name="connsiteX42" fmla="*/ 220365 w 382981"/>
              <a:gd name="connsiteY42" fmla="*/ 145647 h 458755"/>
              <a:gd name="connsiteX43" fmla="*/ 325494 w 382981"/>
              <a:gd name="connsiteY43" fmla="*/ 295915 h 458755"/>
              <a:gd name="connsiteX44" fmla="*/ 253210 w 382981"/>
              <a:gd name="connsiteY44" fmla="*/ 431348 h 458755"/>
              <a:gd name="connsiteX45" fmla="*/ 163009 w 382981"/>
              <a:gd name="connsiteY45" fmla="*/ 458755 h 458755"/>
              <a:gd name="connsiteX46" fmla="*/ 95200 w 382981"/>
              <a:gd name="connsiteY46" fmla="*/ 445023 h 458755"/>
              <a:gd name="connsiteX47" fmla="*/ 9594 w 382981"/>
              <a:gd name="connsiteY47" fmla="*/ 352972 h 458755"/>
              <a:gd name="connsiteX48" fmla="*/ 105242 w 382981"/>
              <a:gd name="connsiteY48" fmla="*/ 145909 h 458755"/>
              <a:gd name="connsiteX49" fmla="*/ 105439 w 382981"/>
              <a:gd name="connsiteY49" fmla="*/ 145871 h 458755"/>
              <a:gd name="connsiteX50" fmla="*/ 105578 w 382981"/>
              <a:gd name="connsiteY50" fmla="*/ 143068 h 458755"/>
              <a:gd name="connsiteX51" fmla="*/ 105588 w 382981"/>
              <a:gd name="connsiteY51" fmla="*/ 114501 h 458755"/>
              <a:gd name="connsiteX52" fmla="*/ 124700 w 382981"/>
              <a:gd name="connsiteY52" fmla="*/ 95389 h 458755"/>
              <a:gd name="connsiteX53" fmla="*/ 153504 w 382981"/>
              <a:gd name="connsiteY53" fmla="*/ 95354 h 458755"/>
              <a:gd name="connsiteX54" fmla="*/ 153510 w 382981"/>
              <a:gd name="connsiteY54" fmla="*/ 64319 h 458755"/>
              <a:gd name="connsiteX55" fmla="*/ 153407 w 382981"/>
              <a:gd name="connsiteY55" fmla="*/ 47485 h 458755"/>
              <a:gd name="connsiteX56" fmla="*/ 199049 w 382981"/>
              <a:gd name="connsiteY56" fmla="*/ 1824 h 458755"/>
              <a:gd name="connsiteX57" fmla="*/ 258012 w 382981"/>
              <a:gd name="connsiteY57" fmla="*/ 14061 h 458755"/>
              <a:gd name="connsiteX58" fmla="*/ 278096 w 382981"/>
              <a:gd name="connsiteY58" fmla="*/ 67550 h 458755"/>
              <a:gd name="connsiteX59" fmla="*/ 279366 w 382981"/>
              <a:gd name="connsiteY59" fmla="*/ 77677 h 458755"/>
              <a:gd name="connsiteX60" fmla="*/ 297415 w 382981"/>
              <a:gd name="connsiteY60" fmla="*/ 117826 h 458755"/>
              <a:gd name="connsiteX61" fmla="*/ 339171 w 382981"/>
              <a:gd name="connsiteY61" fmla="*/ 123992 h 458755"/>
              <a:gd name="connsiteX62" fmla="*/ 344719 w 382981"/>
              <a:gd name="connsiteY62" fmla="*/ 123973 h 458755"/>
              <a:gd name="connsiteX63" fmla="*/ 344719 w 382981"/>
              <a:gd name="connsiteY63" fmla="*/ 143104 h 458755"/>
              <a:gd name="connsiteX64" fmla="*/ 124708 w 382981"/>
              <a:gd name="connsiteY64" fmla="*/ 114518 h 458755"/>
              <a:gd name="connsiteX65" fmla="*/ 124708 w 382981"/>
              <a:gd name="connsiteY65" fmla="*/ 143066 h 458755"/>
              <a:gd name="connsiteX66" fmla="*/ 112161 w 382981"/>
              <a:gd name="connsiteY66" fmla="*/ 163749 h 458755"/>
              <a:gd name="connsiteX67" fmla="*/ 27771 w 382981"/>
              <a:gd name="connsiteY67" fmla="*/ 347030 h 458755"/>
              <a:gd name="connsiteX68" fmla="*/ 102466 w 382981"/>
              <a:gd name="connsiteY68" fmla="*/ 427311 h 458755"/>
              <a:gd name="connsiteX69" fmla="*/ 242561 w 382981"/>
              <a:gd name="connsiteY69" fmla="*/ 415448 h 458755"/>
              <a:gd name="connsiteX70" fmla="*/ 306364 w 382981"/>
              <a:gd name="connsiteY70" fmla="*/ 295915 h 458755"/>
              <a:gd name="connsiteX71" fmla="*/ 214538 w 382981"/>
              <a:gd name="connsiteY71" fmla="*/ 163732 h 458755"/>
              <a:gd name="connsiteX72" fmla="*/ 201235 w 382981"/>
              <a:gd name="connsiteY72" fmla="*/ 145647 h 458755"/>
              <a:gd name="connsiteX73" fmla="*/ 201235 w 382981"/>
              <a:gd name="connsiteY73" fmla="*/ 114428 h 458755"/>
              <a:gd name="connsiteX74" fmla="*/ 124710 w 382981"/>
              <a:gd name="connsiteY74" fmla="*/ 114522 h 458755"/>
              <a:gd name="connsiteX75" fmla="*/ 344719 w 382981"/>
              <a:gd name="connsiteY75" fmla="*/ 181365 h 458755"/>
              <a:gd name="connsiteX76" fmla="*/ 363851 w 382981"/>
              <a:gd name="connsiteY76" fmla="*/ 181365 h 458755"/>
              <a:gd name="connsiteX77" fmla="*/ 363851 w 382981"/>
              <a:gd name="connsiteY77" fmla="*/ 162234 h 458755"/>
              <a:gd name="connsiteX78" fmla="*/ 344719 w 382981"/>
              <a:gd name="connsiteY78" fmla="*/ 162234 h 458755"/>
              <a:gd name="connsiteX79" fmla="*/ 344719 w 382981"/>
              <a:gd name="connsiteY79" fmla="*/ 181365 h 458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382981" h="458755">
                <a:moveTo>
                  <a:pt x="93461" y="374436"/>
                </a:moveTo>
                <a:lnTo>
                  <a:pt x="80233" y="389458"/>
                </a:lnTo>
                <a:cubicBezTo>
                  <a:pt x="53367" y="365805"/>
                  <a:pt x="37962" y="331746"/>
                  <a:pt x="37962" y="296024"/>
                </a:cubicBezTo>
                <a:cubicBezTo>
                  <a:pt x="37962" y="265645"/>
                  <a:pt x="49041" y="236368"/>
                  <a:pt x="69164" y="213613"/>
                </a:cubicBezTo>
                <a:lnTo>
                  <a:pt x="84166" y="226879"/>
                </a:lnTo>
                <a:cubicBezTo>
                  <a:pt x="67287" y="245972"/>
                  <a:pt x="57991" y="270541"/>
                  <a:pt x="57991" y="296026"/>
                </a:cubicBezTo>
                <a:cubicBezTo>
                  <a:pt x="57991" y="325993"/>
                  <a:pt x="70920" y="354577"/>
                  <a:pt x="93461" y="374438"/>
                </a:cubicBezTo>
                <a:close/>
                <a:moveTo>
                  <a:pt x="325607" y="104671"/>
                </a:moveTo>
                <a:lnTo>
                  <a:pt x="325588" y="85689"/>
                </a:lnTo>
                <a:lnTo>
                  <a:pt x="306456" y="85727"/>
                </a:lnTo>
                <a:lnTo>
                  <a:pt x="306475" y="104709"/>
                </a:lnTo>
                <a:lnTo>
                  <a:pt x="325607" y="104671"/>
                </a:lnTo>
                <a:close/>
                <a:moveTo>
                  <a:pt x="363851" y="104765"/>
                </a:moveTo>
                <a:lnTo>
                  <a:pt x="363701" y="85913"/>
                </a:lnTo>
                <a:lnTo>
                  <a:pt x="344570" y="86062"/>
                </a:lnTo>
                <a:lnTo>
                  <a:pt x="344719" y="104914"/>
                </a:lnTo>
                <a:lnTo>
                  <a:pt x="363851" y="104765"/>
                </a:lnTo>
                <a:close/>
                <a:moveTo>
                  <a:pt x="306456" y="181365"/>
                </a:moveTo>
                <a:lnTo>
                  <a:pt x="325588" y="181365"/>
                </a:lnTo>
                <a:lnTo>
                  <a:pt x="325588" y="162234"/>
                </a:lnTo>
                <a:lnTo>
                  <a:pt x="306456" y="162234"/>
                </a:lnTo>
                <a:lnTo>
                  <a:pt x="306456" y="181365"/>
                </a:lnTo>
                <a:close/>
                <a:moveTo>
                  <a:pt x="363851" y="123971"/>
                </a:moveTo>
                <a:lnTo>
                  <a:pt x="363851" y="143102"/>
                </a:lnTo>
                <a:lnTo>
                  <a:pt x="382982" y="143102"/>
                </a:lnTo>
                <a:lnTo>
                  <a:pt x="382982" y="123971"/>
                </a:lnTo>
                <a:lnTo>
                  <a:pt x="363851" y="123971"/>
                </a:lnTo>
                <a:close/>
                <a:moveTo>
                  <a:pt x="344719" y="143102"/>
                </a:moveTo>
                <a:lnTo>
                  <a:pt x="339301" y="143121"/>
                </a:lnTo>
                <a:cubicBezTo>
                  <a:pt x="337357" y="143141"/>
                  <a:pt x="335358" y="143160"/>
                  <a:pt x="333342" y="143160"/>
                </a:cubicBezTo>
                <a:cubicBezTo>
                  <a:pt x="318283" y="143160"/>
                  <a:pt x="301974" y="142337"/>
                  <a:pt x="288054" y="134510"/>
                </a:cubicBezTo>
                <a:cubicBezTo>
                  <a:pt x="268792" y="123730"/>
                  <a:pt x="263057" y="98490"/>
                  <a:pt x="260422" y="80441"/>
                </a:cubicBezTo>
                <a:cubicBezTo>
                  <a:pt x="259917" y="76967"/>
                  <a:pt x="259506" y="73380"/>
                  <a:pt x="259096" y="69718"/>
                </a:cubicBezTo>
                <a:cubicBezTo>
                  <a:pt x="257302" y="53986"/>
                  <a:pt x="255454" y="37732"/>
                  <a:pt x="245046" y="28130"/>
                </a:cubicBezTo>
                <a:cubicBezTo>
                  <a:pt x="236116" y="19909"/>
                  <a:pt x="220292" y="17107"/>
                  <a:pt x="202785" y="20583"/>
                </a:cubicBezTo>
                <a:cubicBezTo>
                  <a:pt x="188148" y="23516"/>
                  <a:pt x="172500" y="34987"/>
                  <a:pt x="172536" y="47411"/>
                </a:cubicBezTo>
                <a:lnTo>
                  <a:pt x="172640" y="64170"/>
                </a:lnTo>
                <a:cubicBezTo>
                  <a:pt x="172726" y="74644"/>
                  <a:pt x="172747" y="84851"/>
                  <a:pt x="172638" y="95331"/>
                </a:cubicBezTo>
                <a:lnTo>
                  <a:pt x="201197" y="95297"/>
                </a:lnTo>
                <a:lnTo>
                  <a:pt x="201253" y="95297"/>
                </a:lnTo>
                <a:cubicBezTo>
                  <a:pt x="206353" y="95297"/>
                  <a:pt x="211136" y="97277"/>
                  <a:pt x="214742" y="100864"/>
                </a:cubicBezTo>
                <a:cubicBezTo>
                  <a:pt x="218368" y="104489"/>
                  <a:pt x="220365" y="109289"/>
                  <a:pt x="220365" y="114409"/>
                </a:cubicBezTo>
                <a:lnTo>
                  <a:pt x="220365" y="145647"/>
                </a:lnTo>
                <a:cubicBezTo>
                  <a:pt x="283290" y="166087"/>
                  <a:pt x="325494" y="226525"/>
                  <a:pt x="325494" y="295915"/>
                </a:cubicBezTo>
                <a:cubicBezTo>
                  <a:pt x="325494" y="350376"/>
                  <a:pt x="298479" y="401007"/>
                  <a:pt x="253210" y="431348"/>
                </a:cubicBezTo>
                <a:cubicBezTo>
                  <a:pt x="226081" y="449526"/>
                  <a:pt x="195012" y="458755"/>
                  <a:pt x="163009" y="458755"/>
                </a:cubicBezTo>
                <a:cubicBezTo>
                  <a:pt x="140514" y="458755"/>
                  <a:pt x="117572" y="454216"/>
                  <a:pt x="95200" y="445023"/>
                </a:cubicBezTo>
                <a:cubicBezTo>
                  <a:pt x="55060" y="428545"/>
                  <a:pt x="23055" y="394130"/>
                  <a:pt x="9594" y="352972"/>
                </a:cubicBezTo>
                <a:cubicBezTo>
                  <a:pt x="-23205" y="252720"/>
                  <a:pt x="32883" y="172924"/>
                  <a:pt x="105242" y="145909"/>
                </a:cubicBezTo>
                <a:cubicBezTo>
                  <a:pt x="105316" y="145890"/>
                  <a:pt x="105381" y="145871"/>
                  <a:pt x="105439" y="145871"/>
                </a:cubicBezTo>
                <a:cubicBezTo>
                  <a:pt x="105513" y="145255"/>
                  <a:pt x="105578" y="144357"/>
                  <a:pt x="105578" y="143068"/>
                </a:cubicBezTo>
                <a:lnTo>
                  <a:pt x="105588" y="114501"/>
                </a:lnTo>
                <a:cubicBezTo>
                  <a:pt x="105588" y="103963"/>
                  <a:pt x="114163" y="95389"/>
                  <a:pt x="124700" y="95389"/>
                </a:cubicBezTo>
                <a:lnTo>
                  <a:pt x="153504" y="95354"/>
                </a:lnTo>
                <a:cubicBezTo>
                  <a:pt x="153617" y="84912"/>
                  <a:pt x="153596" y="74759"/>
                  <a:pt x="153510" y="64319"/>
                </a:cubicBezTo>
                <a:lnTo>
                  <a:pt x="153407" y="47485"/>
                </a:lnTo>
                <a:cubicBezTo>
                  <a:pt x="153332" y="24618"/>
                  <a:pt x="176556" y="6309"/>
                  <a:pt x="199049" y="1824"/>
                </a:cubicBezTo>
                <a:cubicBezTo>
                  <a:pt x="210315" y="-454"/>
                  <a:pt x="238637" y="-3743"/>
                  <a:pt x="258012" y="14061"/>
                </a:cubicBezTo>
                <a:cubicBezTo>
                  <a:pt x="273650" y="28484"/>
                  <a:pt x="276022" y="49242"/>
                  <a:pt x="278096" y="67550"/>
                </a:cubicBezTo>
                <a:cubicBezTo>
                  <a:pt x="278507" y="71008"/>
                  <a:pt x="278880" y="74407"/>
                  <a:pt x="279366" y="77677"/>
                </a:cubicBezTo>
                <a:cubicBezTo>
                  <a:pt x="281402" y="91727"/>
                  <a:pt x="285513" y="111157"/>
                  <a:pt x="297415" y="117826"/>
                </a:cubicBezTo>
                <a:cubicBezTo>
                  <a:pt x="308775" y="124216"/>
                  <a:pt x="324206" y="124141"/>
                  <a:pt x="339171" y="123992"/>
                </a:cubicBezTo>
                <a:lnTo>
                  <a:pt x="344719" y="123973"/>
                </a:lnTo>
                <a:lnTo>
                  <a:pt x="344719" y="143104"/>
                </a:lnTo>
                <a:close/>
                <a:moveTo>
                  <a:pt x="124708" y="114518"/>
                </a:moveTo>
                <a:lnTo>
                  <a:pt x="124708" y="143066"/>
                </a:lnTo>
                <a:cubicBezTo>
                  <a:pt x="124708" y="156332"/>
                  <a:pt x="119692" y="160927"/>
                  <a:pt x="112161" y="163749"/>
                </a:cubicBezTo>
                <a:cubicBezTo>
                  <a:pt x="48125" y="187644"/>
                  <a:pt x="-1273" y="258229"/>
                  <a:pt x="27771" y="347030"/>
                </a:cubicBezTo>
                <a:cubicBezTo>
                  <a:pt x="39514" y="382920"/>
                  <a:pt x="67434" y="412943"/>
                  <a:pt x="102466" y="427311"/>
                </a:cubicBezTo>
                <a:cubicBezTo>
                  <a:pt x="150686" y="447133"/>
                  <a:pt x="201756" y="442817"/>
                  <a:pt x="242561" y="415448"/>
                </a:cubicBezTo>
                <a:cubicBezTo>
                  <a:pt x="282506" y="388675"/>
                  <a:pt x="306364" y="343984"/>
                  <a:pt x="306364" y="295915"/>
                </a:cubicBezTo>
                <a:cubicBezTo>
                  <a:pt x="306364" y="234820"/>
                  <a:pt x="269466" y="181706"/>
                  <a:pt x="214538" y="163732"/>
                </a:cubicBezTo>
                <a:cubicBezTo>
                  <a:pt x="206579" y="161117"/>
                  <a:pt x="201235" y="153868"/>
                  <a:pt x="201235" y="145647"/>
                </a:cubicBezTo>
                <a:lnTo>
                  <a:pt x="201235" y="114428"/>
                </a:lnTo>
                <a:lnTo>
                  <a:pt x="124710" y="114522"/>
                </a:lnTo>
                <a:close/>
                <a:moveTo>
                  <a:pt x="344719" y="181365"/>
                </a:moveTo>
                <a:lnTo>
                  <a:pt x="363851" y="181365"/>
                </a:lnTo>
                <a:lnTo>
                  <a:pt x="363851" y="162234"/>
                </a:lnTo>
                <a:lnTo>
                  <a:pt x="344719" y="162234"/>
                </a:lnTo>
                <a:lnTo>
                  <a:pt x="344719" y="181365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Graphic 325" descr="Hacker icon.">
            <a:extLst>
              <a:ext uri="{FF2B5EF4-FFF2-40B4-BE49-F238E27FC236}">
                <a16:creationId xmlns:a16="http://schemas.microsoft.com/office/drawing/2014/main" id="{EA94BE9B-335E-35B2-0E37-9EFBF9A53737}"/>
              </a:ext>
            </a:extLst>
          </p:cNvPr>
          <p:cNvSpPr/>
          <p:nvPr/>
        </p:nvSpPr>
        <p:spPr>
          <a:xfrm>
            <a:off x="2186607" y="4256478"/>
            <a:ext cx="420891" cy="440022"/>
          </a:xfrm>
          <a:custGeom>
            <a:avLst/>
            <a:gdLst>
              <a:gd name="connsiteX0" fmla="*/ 420891 w 420891"/>
              <a:gd name="connsiteY0" fmla="*/ 382628 h 440022"/>
              <a:gd name="connsiteX1" fmla="*/ 323321 w 420891"/>
              <a:gd name="connsiteY1" fmla="*/ 237230 h 440022"/>
              <a:gd name="connsiteX2" fmla="*/ 346279 w 420891"/>
              <a:gd name="connsiteY2" fmla="*/ 168356 h 440022"/>
              <a:gd name="connsiteX3" fmla="*/ 212359 w 420891"/>
              <a:gd name="connsiteY3" fmla="*/ 0 h 440022"/>
              <a:gd name="connsiteX4" fmla="*/ 210446 w 420891"/>
              <a:gd name="connsiteY4" fmla="*/ 0 h 440022"/>
              <a:gd name="connsiteX5" fmla="*/ 76526 w 420891"/>
              <a:gd name="connsiteY5" fmla="*/ 170270 h 440022"/>
              <a:gd name="connsiteX6" fmla="*/ 99483 w 420891"/>
              <a:gd name="connsiteY6" fmla="*/ 239143 h 440022"/>
              <a:gd name="connsiteX7" fmla="*/ 0 w 420891"/>
              <a:gd name="connsiteY7" fmla="*/ 384541 h 440022"/>
              <a:gd name="connsiteX8" fmla="*/ 0 w 420891"/>
              <a:gd name="connsiteY8" fmla="*/ 384541 h 440022"/>
              <a:gd name="connsiteX9" fmla="*/ 0 w 420891"/>
              <a:gd name="connsiteY9" fmla="*/ 392194 h 440022"/>
              <a:gd name="connsiteX10" fmla="*/ 0 w 420891"/>
              <a:gd name="connsiteY10" fmla="*/ 394107 h 440022"/>
              <a:gd name="connsiteX11" fmla="*/ 0 w 420891"/>
              <a:gd name="connsiteY11" fmla="*/ 422804 h 440022"/>
              <a:gd name="connsiteX12" fmla="*/ 19131 w 420891"/>
              <a:gd name="connsiteY12" fmla="*/ 440023 h 440022"/>
              <a:gd name="connsiteX13" fmla="*/ 401760 w 420891"/>
              <a:gd name="connsiteY13" fmla="*/ 440023 h 440022"/>
              <a:gd name="connsiteX14" fmla="*/ 420891 w 420891"/>
              <a:gd name="connsiteY14" fmla="*/ 420891 h 440022"/>
              <a:gd name="connsiteX15" fmla="*/ 420891 w 420891"/>
              <a:gd name="connsiteY15" fmla="*/ 390281 h 440022"/>
              <a:gd name="connsiteX16" fmla="*/ 420891 w 420891"/>
              <a:gd name="connsiteY16" fmla="*/ 382628 h 440022"/>
              <a:gd name="connsiteX17" fmla="*/ 420891 w 420891"/>
              <a:gd name="connsiteY17" fmla="*/ 382628 h 440022"/>
              <a:gd name="connsiteX18" fmla="*/ 210446 w 420891"/>
              <a:gd name="connsiteY18" fmla="*/ 19131 h 440022"/>
              <a:gd name="connsiteX19" fmla="*/ 315668 w 420891"/>
              <a:gd name="connsiteY19" fmla="*/ 107136 h 440022"/>
              <a:gd name="connsiteX20" fmla="*/ 210446 w 420891"/>
              <a:gd name="connsiteY20" fmla="*/ 86091 h 440022"/>
              <a:gd name="connsiteX21" fmla="*/ 105223 w 420891"/>
              <a:gd name="connsiteY21" fmla="*/ 105223 h 440022"/>
              <a:gd name="connsiteX22" fmla="*/ 210446 w 420891"/>
              <a:gd name="connsiteY22" fmla="*/ 19131 h 440022"/>
              <a:gd name="connsiteX23" fmla="*/ 210446 w 420891"/>
              <a:gd name="connsiteY23" fmla="*/ 19131 h 440022"/>
              <a:gd name="connsiteX24" fmla="*/ 296537 w 420891"/>
              <a:gd name="connsiteY24" fmla="*/ 124354 h 440022"/>
              <a:gd name="connsiteX25" fmla="*/ 210446 w 420891"/>
              <a:gd name="connsiteY25" fmla="*/ 210446 h 440022"/>
              <a:gd name="connsiteX26" fmla="*/ 124354 w 420891"/>
              <a:gd name="connsiteY26" fmla="*/ 124354 h 440022"/>
              <a:gd name="connsiteX27" fmla="*/ 124354 w 420891"/>
              <a:gd name="connsiteY27" fmla="*/ 118615 h 440022"/>
              <a:gd name="connsiteX28" fmla="*/ 210446 w 420891"/>
              <a:gd name="connsiteY28" fmla="*/ 105223 h 440022"/>
              <a:gd name="connsiteX29" fmla="*/ 296537 w 420891"/>
              <a:gd name="connsiteY29" fmla="*/ 118615 h 440022"/>
              <a:gd name="connsiteX30" fmla="*/ 296537 w 420891"/>
              <a:gd name="connsiteY30" fmla="*/ 124354 h 440022"/>
              <a:gd name="connsiteX31" fmla="*/ 296537 w 420891"/>
              <a:gd name="connsiteY31" fmla="*/ 124354 h 440022"/>
              <a:gd name="connsiteX32" fmla="*/ 110962 w 420891"/>
              <a:gd name="connsiteY32" fmla="*/ 254448 h 440022"/>
              <a:gd name="connsiteX33" fmla="*/ 122441 w 420891"/>
              <a:gd name="connsiteY33" fmla="*/ 267840 h 440022"/>
              <a:gd name="connsiteX34" fmla="*/ 147312 w 420891"/>
              <a:gd name="connsiteY34" fmla="*/ 267840 h 440022"/>
              <a:gd name="connsiteX35" fmla="*/ 141572 w 420891"/>
              <a:gd name="connsiteY35" fmla="*/ 260187 h 440022"/>
              <a:gd name="connsiteX36" fmla="*/ 95657 w 420891"/>
              <a:gd name="connsiteY36" fmla="*/ 168356 h 440022"/>
              <a:gd name="connsiteX37" fmla="*/ 97570 w 420891"/>
              <a:gd name="connsiteY37" fmla="*/ 132007 h 440022"/>
              <a:gd name="connsiteX38" fmla="*/ 105223 w 420891"/>
              <a:gd name="connsiteY38" fmla="*/ 128180 h 440022"/>
              <a:gd name="connsiteX39" fmla="*/ 210446 w 420891"/>
              <a:gd name="connsiteY39" fmla="*/ 229577 h 440022"/>
              <a:gd name="connsiteX40" fmla="*/ 315668 w 420891"/>
              <a:gd name="connsiteY40" fmla="*/ 128180 h 440022"/>
              <a:gd name="connsiteX41" fmla="*/ 323321 w 420891"/>
              <a:gd name="connsiteY41" fmla="*/ 132007 h 440022"/>
              <a:gd name="connsiteX42" fmla="*/ 325234 w 420891"/>
              <a:gd name="connsiteY42" fmla="*/ 168356 h 440022"/>
              <a:gd name="connsiteX43" fmla="*/ 279319 w 420891"/>
              <a:gd name="connsiteY43" fmla="*/ 262100 h 440022"/>
              <a:gd name="connsiteX44" fmla="*/ 273579 w 420891"/>
              <a:gd name="connsiteY44" fmla="*/ 267840 h 440022"/>
              <a:gd name="connsiteX45" fmla="*/ 298450 w 420891"/>
              <a:gd name="connsiteY45" fmla="*/ 267840 h 440022"/>
              <a:gd name="connsiteX46" fmla="*/ 309929 w 420891"/>
              <a:gd name="connsiteY46" fmla="*/ 252535 h 440022"/>
              <a:gd name="connsiteX47" fmla="*/ 309929 w 420891"/>
              <a:gd name="connsiteY47" fmla="*/ 252535 h 440022"/>
              <a:gd name="connsiteX48" fmla="*/ 401760 w 420891"/>
              <a:gd name="connsiteY48" fmla="*/ 382628 h 440022"/>
              <a:gd name="connsiteX49" fmla="*/ 317582 w 420891"/>
              <a:gd name="connsiteY49" fmla="*/ 382628 h 440022"/>
              <a:gd name="connsiteX50" fmla="*/ 332887 w 420891"/>
              <a:gd name="connsiteY50" fmla="*/ 309929 h 440022"/>
              <a:gd name="connsiteX51" fmla="*/ 329060 w 420891"/>
              <a:gd name="connsiteY51" fmla="*/ 294624 h 440022"/>
              <a:gd name="connsiteX52" fmla="*/ 313755 w 420891"/>
              <a:gd name="connsiteY52" fmla="*/ 286971 h 440022"/>
              <a:gd name="connsiteX53" fmla="*/ 283145 w 420891"/>
              <a:gd name="connsiteY53" fmla="*/ 286971 h 440022"/>
              <a:gd name="connsiteX54" fmla="*/ 283145 w 420891"/>
              <a:gd name="connsiteY54" fmla="*/ 286971 h 440022"/>
              <a:gd name="connsiteX55" fmla="*/ 248708 w 420891"/>
              <a:gd name="connsiteY55" fmla="*/ 286971 h 440022"/>
              <a:gd name="connsiteX56" fmla="*/ 248708 w 420891"/>
              <a:gd name="connsiteY56" fmla="*/ 286971 h 440022"/>
              <a:gd name="connsiteX57" fmla="*/ 172183 w 420891"/>
              <a:gd name="connsiteY57" fmla="*/ 286971 h 440022"/>
              <a:gd name="connsiteX58" fmla="*/ 172183 w 420891"/>
              <a:gd name="connsiteY58" fmla="*/ 286971 h 440022"/>
              <a:gd name="connsiteX59" fmla="*/ 139659 w 420891"/>
              <a:gd name="connsiteY59" fmla="*/ 286971 h 440022"/>
              <a:gd name="connsiteX60" fmla="*/ 139659 w 420891"/>
              <a:gd name="connsiteY60" fmla="*/ 286971 h 440022"/>
              <a:gd name="connsiteX61" fmla="*/ 107136 w 420891"/>
              <a:gd name="connsiteY61" fmla="*/ 286971 h 440022"/>
              <a:gd name="connsiteX62" fmla="*/ 91831 w 420891"/>
              <a:gd name="connsiteY62" fmla="*/ 294624 h 440022"/>
              <a:gd name="connsiteX63" fmla="*/ 88005 w 420891"/>
              <a:gd name="connsiteY63" fmla="*/ 309929 h 440022"/>
              <a:gd name="connsiteX64" fmla="*/ 103310 w 420891"/>
              <a:gd name="connsiteY64" fmla="*/ 382628 h 440022"/>
              <a:gd name="connsiteX65" fmla="*/ 19131 w 420891"/>
              <a:gd name="connsiteY65" fmla="*/ 382628 h 440022"/>
              <a:gd name="connsiteX66" fmla="*/ 110962 w 420891"/>
              <a:gd name="connsiteY66" fmla="*/ 254448 h 440022"/>
              <a:gd name="connsiteX67" fmla="*/ 313755 w 420891"/>
              <a:gd name="connsiteY67" fmla="*/ 306103 h 440022"/>
              <a:gd name="connsiteX68" fmla="*/ 298450 w 420891"/>
              <a:gd name="connsiteY68" fmla="*/ 382628 h 440022"/>
              <a:gd name="connsiteX69" fmla="*/ 122441 w 420891"/>
              <a:gd name="connsiteY69" fmla="*/ 382628 h 440022"/>
              <a:gd name="connsiteX70" fmla="*/ 107136 w 420891"/>
              <a:gd name="connsiteY70" fmla="*/ 306103 h 440022"/>
              <a:gd name="connsiteX71" fmla="*/ 313755 w 420891"/>
              <a:gd name="connsiteY71" fmla="*/ 306103 h 440022"/>
              <a:gd name="connsiteX72" fmla="*/ 401760 w 420891"/>
              <a:gd name="connsiteY72" fmla="*/ 420891 h 440022"/>
              <a:gd name="connsiteX73" fmla="*/ 19131 w 420891"/>
              <a:gd name="connsiteY73" fmla="*/ 420891 h 440022"/>
              <a:gd name="connsiteX74" fmla="*/ 19131 w 420891"/>
              <a:gd name="connsiteY74" fmla="*/ 401760 h 440022"/>
              <a:gd name="connsiteX75" fmla="*/ 401760 w 420891"/>
              <a:gd name="connsiteY75" fmla="*/ 401760 h 440022"/>
              <a:gd name="connsiteX76" fmla="*/ 401760 w 420891"/>
              <a:gd name="connsiteY76" fmla="*/ 420891 h 44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20891" h="440022">
                <a:moveTo>
                  <a:pt x="420891" y="382628"/>
                </a:moveTo>
                <a:cubicBezTo>
                  <a:pt x="417065" y="319495"/>
                  <a:pt x="374976" y="256361"/>
                  <a:pt x="323321" y="237230"/>
                </a:cubicBezTo>
                <a:cubicBezTo>
                  <a:pt x="334800" y="220011"/>
                  <a:pt x="342452" y="198967"/>
                  <a:pt x="346279" y="168356"/>
                </a:cubicBezTo>
                <a:cubicBezTo>
                  <a:pt x="350105" y="95657"/>
                  <a:pt x="296537" y="7653"/>
                  <a:pt x="212359" y="0"/>
                </a:cubicBezTo>
                <a:lnTo>
                  <a:pt x="210446" y="0"/>
                </a:lnTo>
                <a:cubicBezTo>
                  <a:pt x="124354" y="7653"/>
                  <a:pt x="70786" y="95657"/>
                  <a:pt x="76526" y="170270"/>
                </a:cubicBezTo>
                <a:cubicBezTo>
                  <a:pt x="78439" y="198967"/>
                  <a:pt x="88005" y="220011"/>
                  <a:pt x="99483" y="239143"/>
                </a:cubicBezTo>
                <a:cubicBezTo>
                  <a:pt x="45915" y="260187"/>
                  <a:pt x="3826" y="321408"/>
                  <a:pt x="0" y="384541"/>
                </a:cubicBezTo>
                <a:lnTo>
                  <a:pt x="0" y="384541"/>
                </a:lnTo>
                <a:lnTo>
                  <a:pt x="0" y="392194"/>
                </a:lnTo>
                <a:cubicBezTo>
                  <a:pt x="0" y="392194"/>
                  <a:pt x="0" y="394107"/>
                  <a:pt x="0" y="394107"/>
                </a:cubicBezTo>
                <a:lnTo>
                  <a:pt x="0" y="422804"/>
                </a:lnTo>
                <a:cubicBezTo>
                  <a:pt x="0" y="432370"/>
                  <a:pt x="7653" y="440023"/>
                  <a:pt x="19131" y="440023"/>
                </a:cubicBezTo>
                <a:lnTo>
                  <a:pt x="401760" y="440023"/>
                </a:lnTo>
                <a:cubicBezTo>
                  <a:pt x="413239" y="440023"/>
                  <a:pt x="420891" y="432370"/>
                  <a:pt x="420891" y="420891"/>
                </a:cubicBezTo>
                <a:lnTo>
                  <a:pt x="420891" y="390281"/>
                </a:lnTo>
                <a:lnTo>
                  <a:pt x="420891" y="382628"/>
                </a:lnTo>
                <a:lnTo>
                  <a:pt x="420891" y="382628"/>
                </a:lnTo>
                <a:close/>
                <a:moveTo>
                  <a:pt x="210446" y="19131"/>
                </a:moveTo>
                <a:cubicBezTo>
                  <a:pt x="260187" y="24871"/>
                  <a:pt x="296537" y="61221"/>
                  <a:pt x="315668" y="107136"/>
                </a:cubicBezTo>
                <a:cubicBezTo>
                  <a:pt x="286971" y="93744"/>
                  <a:pt x="248708" y="86091"/>
                  <a:pt x="210446" y="86091"/>
                </a:cubicBezTo>
                <a:cubicBezTo>
                  <a:pt x="172183" y="86091"/>
                  <a:pt x="133920" y="93744"/>
                  <a:pt x="105223" y="105223"/>
                </a:cubicBezTo>
                <a:cubicBezTo>
                  <a:pt x="124354" y="61221"/>
                  <a:pt x="162617" y="24871"/>
                  <a:pt x="210446" y="19131"/>
                </a:cubicBezTo>
                <a:lnTo>
                  <a:pt x="210446" y="19131"/>
                </a:lnTo>
                <a:close/>
                <a:moveTo>
                  <a:pt x="296537" y="124354"/>
                </a:moveTo>
                <a:cubicBezTo>
                  <a:pt x="296537" y="172183"/>
                  <a:pt x="258274" y="210446"/>
                  <a:pt x="210446" y="210446"/>
                </a:cubicBezTo>
                <a:cubicBezTo>
                  <a:pt x="162617" y="210446"/>
                  <a:pt x="124354" y="172183"/>
                  <a:pt x="124354" y="124354"/>
                </a:cubicBezTo>
                <a:cubicBezTo>
                  <a:pt x="124354" y="122441"/>
                  <a:pt x="124354" y="120528"/>
                  <a:pt x="124354" y="118615"/>
                </a:cubicBezTo>
                <a:cubicBezTo>
                  <a:pt x="149225" y="109049"/>
                  <a:pt x="177922" y="105223"/>
                  <a:pt x="210446" y="105223"/>
                </a:cubicBezTo>
                <a:cubicBezTo>
                  <a:pt x="241056" y="105223"/>
                  <a:pt x="271666" y="110962"/>
                  <a:pt x="296537" y="118615"/>
                </a:cubicBezTo>
                <a:cubicBezTo>
                  <a:pt x="296537" y="120528"/>
                  <a:pt x="296537" y="122441"/>
                  <a:pt x="296537" y="124354"/>
                </a:cubicBezTo>
                <a:lnTo>
                  <a:pt x="296537" y="124354"/>
                </a:lnTo>
                <a:close/>
                <a:moveTo>
                  <a:pt x="110962" y="254448"/>
                </a:moveTo>
                <a:cubicBezTo>
                  <a:pt x="114789" y="258274"/>
                  <a:pt x="118615" y="264014"/>
                  <a:pt x="122441" y="267840"/>
                </a:cubicBezTo>
                <a:lnTo>
                  <a:pt x="147312" y="267840"/>
                </a:lnTo>
                <a:lnTo>
                  <a:pt x="141572" y="260187"/>
                </a:lnTo>
                <a:cubicBezTo>
                  <a:pt x="118615" y="235316"/>
                  <a:pt x="99483" y="212359"/>
                  <a:pt x="95657" y="168356"/>
                </a:cubicBezTo>
                <a:cubicBezTo>
                  <a:pt x="95657" y="156878"/>
                  <a:pt x="95657" y="143486"/>
                  <a:pt x="97570" y="132007"/>
                </a:cubicBezTo>
                <a:cubicBezTo>
                  <a:pt x="99483" y="130094"/>
                  <a:pt x="101397" y="130094"/>
                  <a:pt x="105223" y="128180"/>
                </a:cubicBezTo>
                <a:cubicBezTo>
                  <a:pt x="107136" y="183662"/>
                  <a:pt x="153051" y="229577"/>
                  <a:pt x="210446" y="229577"/>
                </a:cubicBezTo>
                <a:cubicBezTo>
                  <a:pt x="267840" y="229577"/>
                  <a:pt x="313755" y="183662"/>
                  <a:pt x="315668" y="128180"/>
                </a:cubicBezTo>
                <a:cubicBezTo>
                  <a:pt x="317582" y="130094"/>
                  <a:pt x="321408" y="132007"/>
                  <a:pt x="323321" y="132007"/>
                </a:cubicBezTo>
                <a:cubicBezTo>
                  <a:pt x="325234" y="143486"/>
                  <a:pt x="325234" y="156878"/>
                  <a:pt x="325234" y="168356"/>
                </a:cubicBezTo>
                <a:cubicBezTo>
                  <a:pt x="321408" y="212359"/>
                  <a:pt x="302276" y="235316"/>
                  <a:pt x="279319" y="262100"/>
                </a:cubicBezTo>
                <a:lnTo>
                  <a:pt x="273579" y="267840"/>
                </a:lnTo>
                <a:lnTo>
                  <a:pt x="298450" y="267840"/>
                </a:lnTo>
                <a:cubicBezTo>
                  <a:pt x="302276" y="264014"/>
                  <a:pt x="306103" y="258274"/>
                  <a:pt x="309929" y="252535"/>
                </a:cubicBezTo>
                <a:lnTo>
                  <a:pt x="309929" y="252535"/>
                </a:lnTo>
                <a:cubicBezTo>
                  <a:pt x="357758" y="267840"/>
                  <a:pt x="397933" y="325234"/>
                  <a:pt x="401760" y="382628"/>
                </a:cubicBezTo>
                <a:lnTo>
                  <a:pt x="317582" y="382628"/>
                </a:lnTo>
                <a:lnTo>
                  <a:pt x="332887" y="309929"/>
                </a:lnTo>
                <a:cubicBezTo>
                  <a:pt x="334800" y="304190"/>
                  <a:pt x="332887" y="298450"/>
                  <a:pt x="329060" y="294624"/>
                </a:cubicBezTo>
                <a:cubicBezTo>
                  <a:pt x="325234" y="288884"/>
                  <a:pt x="319495" y="286971"/>
                  <a:pt x="313755" y="286971"/>
                </a:cubicBezTo>
                <a:lnTo>
                  <a:pt x="283145" y="286971"/>
                </a:lnTo>
                <a:cubicBezTo>
                  <a:pt x="283145" y="286971"/>
                  <a:pt x="283145" y="286971"/>
                  <a:pt x="283145" y="286971"/>
                </a:cubicBezTo>
                <a:lnTo>
                  <a:pt x="248708" y="286971"/>
                </a:lnTo>
                <a:cubicBezTo>
                  <a:pt x="248708" y="286971"/>
                  <a:pt x="248708" y="286971"/>
                  <a:pt x="248708" y="286971"/>
                </a:cubicBezTo>
                <a:lnTo>
                  <a:pt x="172183" y="286971"/>
                </a:lnTo>
                <a:cubicBezTo>
                  <a:pt x="172183" y="286971"/>
                  <a:pt x="172183" y="286971"/>
                  <a:pt x="172183" y="286971"/>
                </a:cubicBezTo>
                <a:lnTo>
                  <a:pt x="139659" y="286971"/>
                </a:lnTo>
                <a:cubicBezTo>
                  <a:pt x="139659" y="286971"/>
                  <a:pt x="139659" y="286971"/>
                  <a:pt x="139659" y="286971"/>
                </a:cubicBezTo>
                <a:lnTo>
                  <a:pt x="107136" y="286971"/>
                </a:lnTo>
                <a:cubicBezTo>
                  <a:pt x="101397" y="286971"/>
                  <a:pt x="95657" y="288884"/>
                  <a:pt x="91831" y="294624"/>
                </a:cubicBezTo>
                <a:cubicBezTo>
                  <a:pt x="88005" y="298450"/>
                  <a:pt x="86091" y="304190"/>
                  <a:pt x="88005" y="309929"/>
                </a:cubicBezTo>
                <a:lnTo>
                  <a:pt x="103310" y="382628"/>
                </a:lnTo>
                <a:lnTo>
                  <a:pt x="19131" y="382628"/>
                </a:lnTo>
                <a:cubicBezTo>
                  <a:pt x="22958" y="325234"/>
                  <a:pt x="63134" y="267840"/>
                  <a:pt x="110962" y="254448"/>
                </a:cubicBezTo>
                <a:close/>
                <a:moveTo>
                  <a:pt x="313755" y="306103"/>
                </a:moveTo>
                <a:lnTo>
                  <a:pt x="298450" y="382628"/>
                </a:lnTo>
                <a:lnTo>
                  <a:pt x="122441" y="382628"/>
                </a:lnTo>
                <a:lnTo>
                  <a:pt x="107136" y="306103"/>
                </a:lnTo>
                <a:cubicBezTo>
                  <a:pt x="107136" y="306103"/>
                  <a:pt x="313755" y="306103"/>
                  <a:pt x="313755" y="306103"/>
                </a:cubicBezTo>
                <a:close/>
                <a:moveTo>
                  <a:pt x="401760" y="420891"/>
                </a:moveTo>
                <a:lnTo>
                  <a:pt x="19131" y="420891"/>
                </a:lnTo>
                <a:lnTo>
                  <a:pt x="19131" y="401760"/>
                </a:lnTo>
                <a:lnTo>
                  <a:pt x="401760" y="401760"/>
                </a:lnTo>
                <a:lnTo>
                  <a:pt x="401760" y="42089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Graphic 393" descr="Spy icon.">
            <a:extLst>
              <a:ext uri="{FF2B5EF4-FFF2-40B4-BE49-F238E27FC236}">
                <a16:creationId xmlns:a16="http://schemas.microsoft.com/office/drawing/2014/main" id="{E73C0DD3-68EC-27BF-2BD5-B83E02EDECD9}"/>
              </a:ext>
            </a:extLst>
          </p:cNvPr>
          <p:cNvSpPr/>
          <p:nvPr/>
        </p:nvSpPr>
        <p:spPr>
          <a:xfrm>
            <a:off x="3424948" y="4313769"/>
            <a:ext cx="420891" cy="363541"/>
          </a:xfrm>
          <a:custGeom>
            <a:avLst/>
            <a:gdLst>
              <a:gd name="connsiteX0" fmla="*/ 363497 w 420891"/>
              <a:gd name="connsiteY0" fmla="*/ 248753 h 363541"/>
              <a:gd name="connsiteX1" fmla="*/ 241056 w 420891"/>
              <a:gd name="connsiteY1" fmla="*/ 248753 h 363541"/>
              <a:gd name="connsiteX2" fmla="*/ 221924 w 420891"/>
              <a:gd name="connsiteY2" fmla="*/ 267885 h 363541"/>
              <a:gd name="connsiteX3" fmla="*/ 221924 w 420891"/>
              <a:gd name="connsiteY3" fmla="*/ 273624 h 363541"/>
              <a:gd name="connsiteX4" fmla="*/ 198967 w 420891"/>
              <a:gd name="connsiteY4" fmla="*/ 273624 h 363541"/>
              <a:gd name="connsiteX5" fmla="*/ 198967 w 420891"/>
              <a:gd name="connsiteY5" fmla="*/ 267885 h 363541"/>
              <a:gd name="connsiteX6" fmla="*/ 179835 w 420891"/>
              <a:gd name="connsiteY6" fmla="*/ 248753 h 363541"/>
              <a:gd name="connsiteX7" fmla="*/ 57394 w 420891"/>
              <a:gd name="connsiteY7" fmla="*/ 248753 h 363541"/>
              <a:gd name="connsiteX8" fmla="*/ 38263 w 420891"/>
              <a:gd name="connsiteY8" fmla="*/ 267885 h 363541"/>
              <a:gd name="connsiteX9" fmla="*/ 38263 w 420891"/>
              <a:gd name="connsiteY9" fmla="*/ 296582 h 363541"/>
              <a:gd name="connsiteX10" fmla="*/ 105223 w 420891"/>
              <a:gd name="connsiteY10" fmla="*/ 363542 h 363541"/>
              <a:gd name="connsiteX11" fmla="*/ 132007 w 420891"/>
              <a:gd name="connsiteY11" fmla="*/ 363542 h 363541"/>
              <a:gd name="connsiteX12" fmla="*/ 198967 w 420891"/>
              <a:gd name="connsiteY12" fmla="*/ 296582 h 363541"/>
              <a:gd name="connsiteX13" fmla="*/ 198967 w 420891"/>
              <a:gd name="connsiteY13" fmla="*/ 294669 h 363541"/>
              <a:gd name="connsiteX14" fmla="*/ 221924 w 420891"/>
              <a:gd name="connsiteY14" fmla="*/ 292756 h 363541"/>
              <a:gd name="connsiteX15" fmla="*/ 221924 w 420891"/>
              <a:gd name="connsiteY15" fmla="*/ 296582 h 363541"/>
              <a:gd name="connsiteX16" fmla="*/ 288884 w 420891"/>
              <a:gd name="connsiteY16" fmla="*/ 363542 h 363541"/>
              <a:gd name="connsiteX17" fmla="*/ 315668 w 420891"/>
              <a:gd name="connsiteY17" fmla="*/ 363542 h 363541"/>
              <a:gd name="connsiteX18" fmla="*/ 382628 w 420891"/>
              <a:gd name="connsiteY18" fmla="*/ 296582 h 363541"/>
              <a:gd name="connsiteX19" fmla="*/ 382628 w 420891"/>
              <a:gd name="connsiteY19" fmla="*/ 267885 h 363541"/>
              <a:gd name="connsiteX20" fmla="*/ 363497 w 420891"/>
              <a:gd name="connsiteY20" fmla="*/ 248753 h 363541"/>
              <a:gd name="connsiteX21" fmla="*/ 363497 w 420891"/>
              <a:gd name="connsiteY21" fmla="*/ 248753 h 363541"/>
              <a:gd name="connsiteX22" fmla="*/ 179835 w 420891"/>
              <a:gd name="connsiteY22" fmla="*/ 296582 h 363541"/>
              <a:gd name="connsiteX23" fmla="*/ 132007 w 420891"/>
              <a:gd name="connsiteY23" fmla="*/ 344410 h 363541"/>
              <a:gd name="connsiteX24" fmla="*/ 105223 w 420891"/>
              <a:gd name="connsiteY24" fmla="*/ 344410 h 363541"/>
              <a:gd name="connsiteX25" fmla="*/ 57394 w 420891"/>
              <a:gd name="connsiteY25" fmla="*/ 296582 h 363541"/>
              <a:gd name="connsiteX26" fmla="*/ 57394 w 420891"/>
              <a:gd name="connsiteY26" fmla="*/ 267885 h 363541"/>
              <a:gd name="connsiteX27" fmla="*/ 179835 w 420891"/>
              <a:gd name="connsiteY27" fmla="*/ 267885 h 363541"/>
              <a:gd name="connsiteX28" fmla="*/ 179835 w 420891"/>
              <a:gd name="connsiteY28" fmla="*/ 296582 h 363541"/>
              <a:gd name="connsiteX29" fmla="*/ 363497 w 420891"/>
              <a:gd name="connsiteY29" fmla="*/ 296582 h 363541"/>
              <a:gd name="connsiteX30" fmla="*/ 315668 w 420891"/>
              <a:gd name="connsiteY30" fmla="*/ 344410 h 363541"/>
              <a:gd name="connsiteX31" fmla="*/ 288884 w 420891"/>
              <a:gd name="connsiteY31" fmla="*/ 344410 h 363541"/>
              <a:gd name="connsiteX32" fmla="*/ 241056 w 420891"/>
              <a:gd name="connsiteY32" fmla="*/ 296582 h 363541"/>
              <a:gd name="connsiteX33" fmla="*/ 241056 w 420891"/>
              <a:gd name="connsiteY33" fmla="*/ 267885 h 363541"/>
              <a:gd name="connsiteX34" fmla="*/ 363497 w 420891"/>
              <a:gd name="connsiteY34" fmla="*/ 267885 h 363541"/>
              <a:gd name="connsiteX35" fmla="*/ 363497 w 420891"/>
              <a:gd name="connsiteY35" fmla="*/ 296582 h 363541"/>
              <a:gd name="connsiteX36" fmla="*/ 210446 w 420891"/>
              <a:gd name="connsiteY36" fmla="*/ 38308 h 363541"/>
              <a:gd name="connsiteX37" fmla="*/ 168356 w 420891"/>
              <a:gd name="connsiteY37" fmla="*/ 13437 h 363541"/>
              <a:gd name="connsiteX38" fmla="*/ 107136 w 420891"/>
              <a:gd name="connsiteY38" fmla="*/ 9611 h 363541"/>
              <a:gd name="connsiteX39" fmla="*/ 86091 w 420891"/>
              <a:gd name="connsiteY39" fmla="*/ 51700 h 363541"/>
              <a:gd name="connsiteX40" fmla="*/ 84178 w 420891"/>
              <a:gd name="connsiteY40" fmla="*/ 61265 h 363541"/>
              <a:gd name="connsiteX41" fmla="*/ 38263 w 420891"/>
              <a:gd name="connsiteY41" fmla="*/ 210491 h 363541"/>
              <a:gd name="connsiteX42" fmla="*/ 0 w 420891"/>
              <a:gd name="connsiteY42" fmla="*/ 210491 h 363541"/>
              <a:gd name="connsiteX43" fmla="*/ 0 w 420891"/>
              <a:gd name="connsiteY43" fmla="*/ 229622 h 363541"/>
              <a:gd name="connsiteX44" fmla="*/ 420891 w 420891"/>
              <a:gd name="connsiteY44" fmla="*/ 229622 h 363541"/>
              <a:gd name="connsiteX45" fmla="*/ 420891 w 420891"/>
              <a:gd name="connsiteY45" fmla="*/ 210491 h 363541"/>
              <a:gd name="connsiteX46" fmla="*/ 382628 w 420891"/>
              <a:gd name="connsiteY46" fmla="*/ 210491 h 363541"/>
              <a:gd name="connsiteX47" fmla="*/ 382628 w 420891"/>
              <a:gd name="connsiteY47" fmla="*/ 210491 h 363541"/>
              <a:gd name="connsiteX48" fmla="*/ 336713 w 420891"/>
              <a:gd name="connsiteY48" fmla="*/ 61265 h 363541"/>
              <a:gd name="connsiteX49" fmla="*/ 334800 w 420891"/>
              <a:gd name="connsiteY49" fmla="*/ 51700 h 363541"/>
              <a:gd name="connsiteX50" fmla="*/ 313755 w 420891"/>
              <a:gd name="connsiteY50" fmla="*/ 11524 h 363541"/>
              <a:gd name="connsiteX51" fmla="*/ 254448 w 420891"/>
              <a:gd name="connsiteY51" fmla="*/ 15350 h 363541"/>
              <a:gd name="connsiteX52" fmla="*/ 210446 w 420891"/>
              <a:gd name="connsiteY52" fmla="*/ 38308 h 363541"/>
              <a:gd name="connsiteX53" fmla="*/ 210446 w 420891"/>
              <a:gd name="connsiteY53" fmla="*/ 38308 h 363541"/>
              <a:gd name="connsiteX54" fmla="*/ 101397 w 420891"/>
              <a:gd name="connsiteY54" fmla="*/ 65092 h 363541"/>
              <a:gd name="connsiteX55" fmla="*/ 103310 w 420891"/>
              <a:gd name="connsiteY55" fmla="*/ 55526 h 363541"/>
              <a:gd name="connsiteX56" fmla="*/ 118615 w 420891"/>
              <a:gd name="connsiteY56" fmla="*/ 24916 h 363541"/>
              <a:gd name="connsiteX57" fmla="*/ 153051 w 420891"/>
              <a:gd name="connsiteY57" fmla="*/ 26829 h 363541"/>
              <a:gd name="connsiteX58" fmla="*/ 212359 w 420891"/>
              <a:gd name="connsiteY58" fmla="*/ 57439 h 363541"/>
              <a:gd name="connsiteX59" fmla="*/ 216185 w 420891"/>
              <a:gd name="connsiteY59" fmla="*/ 57439 h 363541"/>
              <a:gd name="connsiteX60" fmla="*/ 269753 w 420891"/>
              <a:gd name="connsiteY60" fmla="*/ 26829 h 363541"/>
              <a:gd name="connsiteX61" fmla="*/ 304190 w 420891"/>
              <a:gd name="connsiteY61" fmla="*/ 24916 h 363541"/>
              <a:gd name="connsiteX62" fmla="*/ 319495 w 420891"/>
              <a:gd name="connsiteY62" fmla="*/ 55526 h 363541"/>
              <a:gd name="connsiteX63" fmla="*/ 321408 w 420891"/>
              <a:gd name="connsiteY63" fmla="*/ 65092 h 363541"/>
              <a:gd name="connsiteX64" fmla="*/ 348192 w 420891"/>
              <a:gd name="connsiteY64" fmla="*/ 151183 h 363541"/>
              <a:gd name="connsiteX65" fmla="*/ 76526 w 420891"/>
              <a:gd name="connsiteY65" fmla="*/ 151183 h 363541"/>
              <a:gd name="connsiteX66" fmla="*/ 101397 w 420891"/>
              <a:gd name="connsiteY66" fmla="*/ 65092 h 363541"/>
              <a:gd name="connsiteX67" fmla="*/ 70786 w 420891"/>
              <a:gd name="connsiteY67" fmla="*/ 172228 h 363541"/>
              <a:gd name="connsiteX68" fmla="*/ 352018 w 420891"/>
              <a:gd name="connsiteY68" fmla="*/ 172228 h 363541"/>
              <a:gd name="connsiteX69" fmla="*/ 363497 w 420891"/>
              <a:gd name="connsiteY69" fmla="*/ 210491 h 363541"/>
              <a:gd name="connsiteX70" fmla="*/ 57394 w 420891"/>
              <a:gd name="connsiteY70" fmla="*/ 210491 h 363541"/>
              <a:gd name="connsiteX71" fmla="*/ 70786 w 420891"/>
              <a:gd name="connsiteY71" fmla="*/ 172228 h 363541"/>
              <a:gd name="connsiteX72" fmla="*/ 70786 w 420891"/>
              <a:gd name="connsiteY72" fmla="*/ 172228 h 363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20891" h="363541">
                <a:moveTo>
                  <a:pt x="363497" y="248753"/>
                </a:moveTo>
                <a:lnTo>
                  <a:pt x="241056" y="248753"/>
                </a:lnTo>
                <a:cubicBezTo>
                  <a:pt x="229577" y="248753"/>
                  <a:pt x="221924" y="256406"/>
                  <a:pt x="221924" y="267885"/>
                </a:cubicBezTo>
                <a:lnTo>
                  <a:pt x="221924" y="273624"/>
                </a:lnTo>
                <a:cubicBezTo>
                  <a:pt x="212359" y="271711"/>
                  <a:pt x="204706" y="271711"/>
                  <a:pt x="198967" y="273624"/>
                </a:cubicBezTo>
                <a:lnTo>
                  <a:pt x="198967" y="267885"/>
                </a:lnTo>
                <a:cubicBezTo>
                  <a:pt x="198967" y="256406"/>
                  <a:pt x="191314" y="248753"/>
                  <a:pt x="179835" y="248753"/>
                </a:cubicBezTo>
                <a:lnTo>
                  <a:pt x="57394" y="248753"/>
                </a:lnTo>
                <a:cubicBezTo>
                  <a:pt x="45915" y="248753"/>
                  <a:pt x="38263" y="256406"/>
                  <a:pt x="38263" y="267885"/>
                </a:cubicBezTo>
                <a:lnTo>
                  <a:pt x="38263" y="296582"/>
                </a:lnTo>
                <a:cubicBezTo>
                  <a:pt x="38263" y="332932"/>
                  <a:pt x="68873" y="363542"/>
                  <a:pt x="105223" y="363542"/>
                </a:cubicBezTo>
                <a:lnTo>
                  <a:pt x="132007" y="363542"/>
                </a:lnTo>
                <a:cubicBezTo>
                  <a:pt x="168356" y="363542"/>
                  <a:pt x="198967" y="332932"/>
                  <a:pt x="198967" y="296582"/>
                </a:cubicBezTo>
                <a:lnTo>
                  <a:pt x="198967" y="294669"/>
                </a:lnTo>
                <a:cubicBezTo>
                  <a:pt x="202793" y="292756"/>
                  <a:pt x="210446" y="288929"/>
                  <a:pt x="221924" y="292756"/>
                </a:cubicBezTo>
                <a:lnTo>
                  <a:pt x="221924" y="296582"/>
                </a:lnTo>
                <a:cubicBezTo>
                  <a:pt x="221924" y="332932"/>
                  <a:pt x="252535" y="363542"/>
                  <a:pt x="288884" y="363542"/>
                </a:cubicBezTo>
                <a:lnTo>
                  <a:pt x="315668" y="363542"/>
                </a:lnTo>
                <a:cubicBezTo>
                  <a:pt x="352018" y="363542"/>
                  <a:pt x="382628" y="332932"/>
                  <a:pt x="382628" y="296582"/>
                </a:cubicBezTo>
                <a:lnTo>
                  <a:pt x="382628" y="267885"/>
                </a:lnTo>
                <a:cubicBezTo>
                  <a:pt x="382628" y="256406"/>
                  <a:pt x="374976" y="248753"/>
                  <a:pt x="363497" y="248753"/>
                </a:cubicBezTo>
                <a:lnTo>
                  <a:pt x="363497" y="248753"/>
                </a:lnTo>
                <a:close/>
                <a:moveTo>
                  <a:pt x="179835" y="296582"/>
                </a:moveTo>
                <a:cubicBezTo>
                  <a:pt x="179835" y="323366"/>
                  <a:pt x="158791" y="344410"/>
                  <a:pt x="132007" y="344410"/>
                </a:cubicBezTo>
                <a:lnTo>
                  <a:pt x="105223" y="344410"/>
                </a:lnTo>
                <a:cubicBezTo>
                  <a:pt x="78439" y="344410"/>
                  <a:pt x="57394" y="323366"/>
                  <a:pt x="57394" y="296582"/>
                </a:cubicBezTo>
                <a:lnTo>
                  <a:pt x="57394" y="267885"/>
                </a:lnTo>
                <a:lnTo>
                  <a:pt x="179835" y="267885"/>
                </a:lnTo>
                <a:lnTo>
                  <a:pt x="179835" y="296582"/>
                </a:lnTo>
                <a:close/>
                <a:moveTo>
                  <a:pt x="363497" y="296582"/>
                </a:moveTo>
                <a:cubicBezTo>
                  <a:pt x="363497" y="323366"/>
                  <a:pt x="342452" y="344410"/>
                  <a:pt x="315668" y="344410"/>
                </a:cubicBezTo>
                <a:lnTo>
                  <a:pt x="288884" y="344410"/>
                </a:lnTo>
                <a:cubicBezTo>
                  <a:pt x="262100" y="344410"/>
                  <a:pt x="241056" y="323366"/>
                  <a:pt x="241056" y="296582"/>
                </a:cubicBezTo>
                <a:lnTo>
                  <a:pt x="241056" y="267885"/>
                </a:lnTo>
                <a:lnTo>
                  <a:pt x="363497" y="267885"/>
                </a:lnTo>
                <a:lnTo>
                  <a:pt x="363497" y="296582"/>
                </a:lnTo>
                <a:close/>
                <a:moveTo>
                  <a:pt x="210446" y="38308"/>
                </a:moveTo>
                <a:cubicBezTo>
                  <a:pt x="197054" y="40221"/>
                  <a:pt x="174096" y="19176"/>
                  <a:pt x="168356" y="13437"/>
                </a:cubicBezTo>
                <a:cubicBezTo>
                  <a:pt x="149225" y="-3781"/>
                  <a:pt x="126267" y="-3781"/>
                  <a:pt x="107136" y="9611"/>
                </a:cubicBezTo>
                <a:cubicBezTo>
                  <a:pt x="93744" y="21090"/>
                  <a:pt x="89918" y="36395"/>
                  <a:pt x="86091" y="51700"/>
                </a:cubicBezTo>
                <a:cubicBezTo>
                  <a:pt x="86091" y="55526"/>
                  <a:pt x="84178" y="57439"/>
                  <a:pt x="84178" y="61265"/>
                </a:cubicBezTo>
                <a:lnTo>
                  <a:pt x="38263" y="210491"/>
                </a:lnTo>
                <a:lnTo>
                  <a:pt x="0" y="210491"/>
                </a:lnTo>
                <a:lnTo>
                  <a:pt x="0" y="229622"/>
                </a:lnTo>
                <a:lnTo>
                  <a:pt x="420891" y="229622"/>
                </a:lnTo>
                <a:lnTo>
                  <a:pt x="420891" y="210491"/>
                </a:lnTo>
                <a:lnTo>
                  <a:pt x="382628" y="210491"/>
                </a:lnTo>
                <a:lnTo>
                  <a:pt x="382628" y="210491"/>
                </a:lnTo>
                <a:lnTo>
                  <a:pt x="336713" y="61265"/>
                </a:lnTo>
                <a:cubicBezTo>
                  <a:pt x="336713" y="57439"/>
                  <a:pt x="334800" y="55526"/>
                  <a:pt x="334800" y="51700"/>
                </a:cubicBezTo>
                <a:cubicBezTo>
                  <a:pt x="330974" y="38308"/>
                  <a:pt x="327147" y="21090"/>
                  <a:pt x="313755" y="11524"/>
                </a:cubicBezTo>
                <a:cubicBezTo>
                  <a:pt x="294624" y="-3781"/>
                  <a:pt x="271666" y="-1868"/>
                  <a:pt x="254448" y="15350"/>
                </a:cubicBezTo>
                <a:cubicBezTo>
                  <a:pt x="248708" y="21090"/>
                  <a:pt x="225751" y="40221"/>
                  <a:pt x="210446" y="38308"/>
                </a:cubicBezTo>
                <a:lnTo>
                  <a:pt x="210446" y="38308"/>
                </a:lnTo>
                <a:close/>
                <a:moveTo>
                  <a:pt x="101397" y="65092"/>
                </a:moveTo>
                <a:cubicBezTo>
                  <a:pt x="103310" y="61265"/>
                  <a:pt x="103310" y="57439"/>
                  <a:pt x="103310" y="55526"/>
                </a:cubicBezTo>
                <a:cubicBezTo>
                  <a:pt x="107136" y="44047"/>
                  <a:pt x="109049" y="32568"/>
                  <a:pt x="118615" y="24916"/>
                </a:cubicBezTo>
                <a:cubicBezTo>
                  <a:pt x="130094" y="17263"/>
                  <a:pt x="143486" y="17263"/>
                  <a:pt x="153051" y="26829"/>
                </a:cubicBezTo>
                <a:cubicBezTo>
                  <a:pt x="156878" y="30655"/>
                  <a:pt x="183662" y="59352"/>
                  <a:pt x="212359" y="57439"/>
                </a:cubicBezTo>
                <a:lnTo>
                  <a:pt x="216185" y="57439"/>
                </a:lnTo>
                <a:cubicBezTo>
                  <a:pt x="242969" y="57439"/>
                  <a:pt x="267840" y="28742"/>
                  <a:pt x="269753" y="26829"/>
                </a:cubicBezTo>
                <a:cubicBezTo>
                  <a:pt x="281232" y="17263"/>
                  <a:pt x="292711" y="17263"/>
                  <a:pt x="304190" y="24916"/>
                </a:cubicBezTo>
                <a:cubicBezTo>
                  <a:pt x="311842" y="30655"/>
                  <a:pt x="315668" y="44047"/>
                  <a:pt x="319495" y="55526"/>
                </a:cubicBezTo>
                <a:cubicBezTo>
                  <a:pt x="319495" y="59352"/>
                  <a:pt x="321408" y="63179"/>
                  <a:pt x="321408" y="65092"/>
                </a:cubicBezTo>
                <a:lnTo>
                  <a:pt x="348192" y="151183"/>
                </a:lnTo>
                <a:lnTo>
                  <a:pt x="76526" y="151183"/>
                </a:lnTo>
                <a:lnTo>
                  <a:pt x="101397" y="65092"/>
                </a:lnTo>
                <a:close/>
                <a:moveTo>
                  <a:pt x="70786" y="172228"/>
                </a:moveTo>
                <a:lnTo>
                  <a:pt x="352018" y="172228"/>
                </a:lnTo>
                <a:lnTo>
                  <a:pt x="363497" y="210491"/>
                </a:lnTo>
                <a:lnTo>
                  <a:pt x="57394" y="210491"/>
                </a:lnTo>
                <a:lnTo>
                  <a:pt x="70786" y="172228"/>
                </a:lnTo>
                <a:lnTo>
                  <a:pt x="70786" y="17222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Graphic 341" descr="Key set icon.">
            <a:extLst>
              <a:ext uri="{FF2B5EF4-FFF2-40B4-BE49-F238E27FC236}">
                <a16:creationId xmlns:a16="http://schemas.microsoft.com/office/drawing/2014/main" id="{571FF8BC-35F2-133B-FC0A-41F8078A856B}"/>
              </a:ext>
            </a:extLst>
          </p:cNvPr>
          <p:cNvSpPr/>
          <p:nvPr/>
        </p:nvSpPr>
        <p:spPr>
          <a:xfrm>
            <a:off x="4632024" y="4246911"/>
            <a:ext cx="459154" cy="459156"/>
          </a:xfrm>
          <a:custGeom>
            <a:avLst/>
            <a:gdLst>
              <a:gd name="connsiteX0" fmla="*/ 459055 w 459154"/>
              <a:gd name="connsiteY0" fmla="*/ 86507 h 459156"/>
              <a:gd name="connsiteX1" fmla="*/ 428452 w 459154"/>
              <a:gd name="connsiteY1" fmla="*/ 23462 h 459156"/>
              <a:gd name="connsiteX2" fmla="*/ 296571 w 459154"/>
              <a:gd name="connsiteY2" fmla="*/ 29478 h 459156"/>
              <a:gd name="connsiteX3" fmla="*/ 279954 w 459154"/>
              <a:gd name="connsiteY3" fmla="*/ 54875 h 459156"/>
              <a:gd name="connsiteX4" fmla="*/ 250277 w 459154"/>
              <a:gd name="connsiteY4" fmla="*/ 56685 h 459156"/>
              <a:gd name="connsiteX5" fmla="*/ 189904 w 459154"/>
              <a:gd name="connsiteY5" fmla="*/ 104894 h 459156"/>
              <a:gd name="connsiteX6" fmla="*/ 185804 w 459154"/>
              <a:gd name="connsiteY6" fmla="*/ 167716 h 459156"/>
              <a:gd name="connsiteX7" fmla="*/ 7685 w 459154"/>
              <a:gd name="connsiteY7" fmla="*/ 277026 h 459156"/>
              <a:gd name="connsiteX8" fmla="*/ 323 w 459154"/>
              <a:gd name="connsiteY8" fmla="*/ 287825 h 459156"/>
              <a:gd name="connsiteX9" fmla="*/ 2929 w 459154"/>
              <a:gd name="connsiteY9" fmla="*/ 300439 h 459156"/>
              <a:gd name="connsiteX10" fmla="*/ 16241 w 459154"/>
              <a:gd name="connsiteY10" fmla="*/ 319815 h 459156"/>
              <a:gd name="connsiteX11" fmla="*/ 30029 w 459154"/>
              <a:gd name="connsiteY11" fmla="*/ 327158 h 459156"/>
              <a:gd name="connsiteX12" fmla="*/ 30233 w 459154"/>
              <a:gd name="connsiteY12" fmla="*/ 327158 h 459156"/>
              <a:gd name="connsiteX13" fmla="*/ 43863 w 459154"/>
              <a:gd name="connsiteY13" fmla="*/ 320207 h 459156"/>
              <a:gd name="connsiteX14" fmla="*/ 50999 w 459154"/>
              <a:gd name="connsiteY14" fmla="*/ 313817 h 459156"/>
              <a:gd name="connsiteX15" fmla="*/ 60976 w 459154"/>
              <a:gd name="connsiteY15" fmla="*/ 313612 h 459156"/>
              <a:gd name="connsiteX16" fmla="*/ 85263 w 459154"/>
              <a:gd name="connsiteY16" fmla="*/ 311296 h 459156"/>
              <a:gd name="connsiteX17" fmla="*/ 98640 w 459154"/>
              <a:gd name="connsiteY17" fmla="*/ 291058 h 459156"/>
              <a:gd name="connsiteX18" fmla="*/ 103151 w 459154"/>
              <a:gd name="connsiteY18" fmla="*/ 282930 h 459156"/>
              <a:gd name="connsiteX19" fmla="*/ 113118 w 459154"/>
              <a:gd name="connsiteY19" fmla="*/ 282725 h 459156"/>
              <a:gd name="connsiteX20" fmla="*/ 137406 w 459154"/>
              <a:gd name="connsiteY20" fmla="*/ 280427 h 459156"/>
              <a:gd name="connsiteX21" fmla="*/ 150802 w 459154"/>
              <a:gd name="connsiteY21" fmla="*/ 260173 h 459156"/>
              <a:gd name="connsiteX22" fmla="*/ 155322 w 459154"/>
              <a:gd name="connsiteY22" fmla="*/ 252027 h 459156"/>
              <a:gd name="connsiteX23" fmla="*/ 165364 w 459154"/>
              <a:gd name="connsiteY23" fmla="*/ 251803 h 459156"/>
              <a:gd name="connsiteX24" fmla="*/ 189680 w 459154"/>
              <a:gd name="connsiteY24" fmla="*/ 249448 h 459156"/>
              <a:gd name="connsiteX25" fmla="*/ 202066 w 459154"/>
              <a:gd name="connsiteY25" fmla="*/ 229258 h 459156"/>
              <a:gd name="connsiteX26" fmla="*/ 205531 w 459154"/>
              <a:gd name="connsiteY26" fmla="*/ 222821 h 459156"/>
              <a:gd name="connsiteX27" fmla="*/ 221196 w 459154"/>
              <a:gd name="connsiteY27" fmla="*/ 212767 h 459156"/>
              <a:gd name="connsiteX28" fmla="*/ 234209 w 459154"/>
              <a:gd name="connsiteY28" fmla="*/ 218768 h 459156"/>
              <a:gd name="connsiteX29" fmla="*/ 253862 w 459154"/>
              <a:gd name="connsiteY29" fmla="*/ 243898 h 459156"/>
              <a:gd name="connsiteX30" fmla="*/ 156256 w 459154"/>
              <a:gd name="connsiteY30" fmla="*/ 424494 h 459156"/>
              <a:gd name="connsiteX31" fmla="*/ 155322 w 459154"/>
              <a:gd name="connsiteY31" fmla="*/ 437351 h 459156"/>
              <a:gd name="connsiteX32" fmla="*/ 163991 w 459154"/>
              <a:gd name="connsiteY32" fmla="*/ 447087 h 459156"/>
              <a:gd name="connsiteX33" fmla="*/ 185579 w 459154"/>
              <a:gd name="connsiteY33" fmla="*/ 457475 h 459156"/>
              <a:gd name="connsiteX34" fmla="*/ 192977 w 459154"/>
              <a:gd name="connsiteY34" fmla="*/ 459157 h 459156"/>
              <a:gd name="connsiteX35" fmla="*/ 201440 w 459154"/>
              <a:gd name="connsiteY35" fmla="*/ 456914 h 459156"/>
              <a:gd name="connsiteX36" fmla="*/ 209707 w 459154"/>
              <a:gd name="connsiteY36" fmla="*/ 444077 h 459156"/>
              <a:gd name="connsiteX37" fmla="*/ 212519 w 459154"/>
              <a:gd name="connsiteY37" fmla="*/ 435239 h 459156"/>
              <a:gd name="connsiteX38" fmla="*/ 220880 w 459154"/>
              <a:gd name="connsiteY38" fmla="*/ 430398 h 459156"/>
              <a:gd name="connsiteX39" fmla="*/ 240880 w 459154"/>
              <a:gd name="connsiteY39" fmla="*/ 416496 h 459156"/>
              <a:gd name="connsiteX40" fmla="*/ 242066 w 459154"/>
              <a:gd name="connsiteY40" fmla="*/ 392279 h 459156"/>
              <a:gd name="connsiteX41" fmla="*/ 241703 w 459154"/>
              <a:gd name="connsiteY41" fmla="*/ 383272 h 459156"/>
              <a:gd name="connsiteX42" fmla="*/ 250053 w 459154"/>
              <a:gd name="connsiteY42" fmla="*/ 378451 h 459156"/>
              <a:gd name="connsiteX43" fmla="*/ 270063 w 459154"/>
              <a:gd name="connsiteY43" fmla="*/ 364548 h 459156"/>
              <a:gd name="connsiteX44" fmla="*/ 271259 w 459154"/>
              <a:gd name="connsiteY44" fmla="*/ 340312 h 459156"/>
              <a:gd name="connsiteX45" fmla="*/ 270886 w 459154"/>
              <a:gd name="connsiteY45" fmla="*/ 331288 h 459156"/>
              <a:gd name="connsiteX46" fmla="*/ 279292 w 459154"/>
              <a:gd name="connsiteY46" fmla="*/ 326411 h 459156"/>
              <a:gd name="connsiteX47" fmla="*/ 299319 w 459154"/>
              <a:gd name="connsiteY47" fmla="*/ 312472 h 459156"/>
              <a:gd name="connsiteX48" fmla="*/ 299655 w 459154"/>
              <a:gd name="connsiteY48" fmla="*/ 288778 h 459156"/>
              <a:gd name="connsiteX49" fmla="*/ 299282 w 459154"/>
              <a:gd name="connsiteY49" fmla="*/ 281734 h 459156"/>
              <a:gd name="connsiteX50" fmla="*/ 307559 w 459154"/>
              <a:gd name="connsiteY50" fmla="*/ 265627 h 459156"/>
              <a:gd name="connsiteX51" fmla="*/ 360392 w 459154"/>
              <a:gd name="connsiteY51" fmla="*/ 254565 h 459156"/>
              <a:gd name="connsiteX52" fmla="*/ 403736 w 459154"/>
              <a:gd name="connsiteY52" fmla="*/ 190923 h 459156"/>
              <a:gd name="connsiteX53" fmla="*/ 404128 w 459154"/>
              <a:gd name="connsiteY53" fmla="*/ 173217 h 459156"/>
              <a:gd name="connsiteX54" fmla="*/ 434693 w 459154"/>
              <a:gd name="connsiteY54" fmla="*/ 151833 h 459156"/>
              <a:gd name="connsiteX55" fmla="*/ 459055 w 459154"/>
              <a:gd name="connsiteY55" fmla="*/ 86509 h 459156"/>
              <a:gd name="connsiteX56" fmla="*/ 211875 w 459154"/>
              <a:gd name="connsiteY56" fmla="*/ 196014 h 459156"/>
              <a:gd name="connsiteX57" fmla="*/ 195491 w 459154"/>
              <a:gd name="connsiteY57" fmla="*/ 206534 h 459156"/>
              <a:gd name="connsiteX58" fmla="*/ 183105 w 459154"/>
              <a:gd name="connsiteY58" fmla="*/ 226733 h 459156"/>
              <a:gd name="connsiteX59" fmla="*/ 179939 w 459154"/>
              <a:gd name="connsiteY59" fmla="*/ 232983 h 459156"/>
              <a:gd name="connsiteX60" fmla="*/ 169887 w 459154"/>
              <a:gd name="connsiteY60" fmla="*/ 233197 h 459156"/>
              <a:gd name="connsiteX61" fmla="*/ 145571 w 459154"/>
              <a:gd name="connsiteY61" fmla="*/ 235552 h 459156"/>
              <a:gd name="connsiteX62" fmla="*/ 132175 w 459154"/>
              <a:gd name="connsiteY62" fmla="*/ 255799 h 459156"/>
              <a:gd name="connsiteX63" fmla="*/ 127654 w 459154"/>
              <a:gd name="connsiteY63" fmla="*/ 263945 h 459156"/>
              <a:gd name="connsiteX64" fmla="*/ 117687 w 459154"/>
              <a:gd name="connsiteY64" fmla="*/ 264150 h 459156"/>
              <a:gd name="connsiteX65" fmla="*/ 93409 w 459154"/>
              <a:gd name="connsiteY65" fmla="*/ 266448 h 459156"/>
              <a:gd name="connsiteX66" fmla="*/ 80023 w 459154"/>
              <a:gd name="connsiteY66" fmla="*/ 286685 h 459156"/>
              <a:gd name="connsiteX67" fmla="*/ 75512 w 459154"/>
              <a:gd name="connsiteY67" fmla="*/ 294831 h 459156"/>
              <a:gd name="connsiteX68" fmla="*/ 65535 w 459154"/>
              <a:gd name="connsiteY68" fmla="*/ 295036 h 459156"/>
              <a:gd name="connsiteX69" fmla="*/ 41247 w 459154"/>
              <a:gd name="connsiteY69" fmla="*/ 297353 h 459156"/>
              <a:gd name="connsiteX70" fmla="*/ 30308 w 459154"/>
              <a:gd name="connsiteY70" fmla="*/ 306509 h 459156"/>
              <a:gd name="connsiteX71" fmla="*/ 20201 w 459154"/>
              <a:gd name="connsiteY71" fmla="*/ 291785 h 459156"/>
              <a:gd name="connsiteX72" fmla="*/ 197591 w 459154"/>
              <a:gd name="connsiteY72" fmla="*/ 182924 h 459156"/>
              <a:gd name="connsiteX73" fmla="*/ 204484 w 459154"/>
              <a:gd name="connsiteY73" fmla="*/ 163247 h 459156"/>
              <a:gd name="connsiteX74" fmla="*/ 207258 w 459154"/>
              <a:gd name="connsiteY74" fmla="*/ 112945 h 459156"/>
              <a:gd name="connsiteX75" fmla="*/ 254609 w 459154"/>
              <a:gd name="connsiteY75" fmla="*/ 75321 h 459156"/>
              <a:gd name="connsiteX76" fmla="*/ 273866 w 459154"/>
              <a:gd name="connsiteY76" fmla="*/ 73869 h 459156"/>
              <a:gd name="connsiteX77" fmla="*/ 273208 w 459154"/>
              <a:gd name="connsiteY77" fmla="*/ 103521 h 459156"/>
              <a:gd name="connsiteX78" fmla="*/ 257708 w 459154"/>
              <a:gd name="connsiteY78" fmla="*/ 123997 h 459156"/>
              <a:gd name="connsiteX79" fmla="*/ 262118 w 459154"/>
              <a:gd name="connsiteY79" fmla="*/ 146859 h 459156"/>
              <a:gd name="connsiteX80" fmla="*/ 282370 w 459154"/>
              <a:gd name="connsiteY80" fmla="*/ 160303 h 459156"/>
              <a:gd name="connsiteX81" fmla="*/ 288536 w 459154"/>
              <a:gd name="connsiteY81" fmla="*/ 160902 h 459156"/>
              <a:gd name="connsiteX82" fmla="*/ 319363 w 459154"/>
              <a:gd name="connsiteY82" fmla="*/ 136329 h 459156"/>
              <a:gd name="connsiteX83" fmla="*/ 314953 w 459154"/>
              <a:gd name="connsiteY83" fmla="*/ 113448 h 459156"/>
              <a:gd name="connsiteX84" fmla="*/ 294700 w 459154"/>
              <a:gd name="connsiteY84" fmla="*/ 100014 h 459156"/>
              <a:gd name="connsiteX85" fmla="*/ 292072 w 459154"/>
              <a:gd name="connsiteY85" fmla="*/ 99773 h 459156"/>
              <a:gd name="connsiteX86" fmla="*/ 292636 w 459154"/>
              <a:gd name="connsiteY86" fmla="*/ 77691 h 459156"/>
              <a:gd name="connsiteX87" fmla="*/ 315194 w 459154"/>
              <a:gd name="connsiteY87" fmla="*/ 89886 h 459156"/>
              <a:gd name="connsiteX88" fmla="*/ 339108 w 459154"/>
              <a:gd name="connsiteY88" fmla="*/ 126463 h 459156"/>
              <a:gd name="connsiteX89" fmla="*/ 328421 w 459154"/>
              <a:gd name="connsiteY89" fmla="*/ 182118 h 459156"/>
              <a:gd name="connsiteX90" fmla="*/ 272617 w 459154"/>
              <a:gd name="connsiteY90" fmla="*/ 209614 h 459156"/>
              <a:gd name="connsiteX91" fmla="*/ 228863 w 459154"/>
              <a:gd name="connsiteY91" fmla="*/ 195199 h 459156"/>
              <a:gd name="connsiteX92" fmla="*/ 211871 w 459154"/>
              <a:gd name="connsiteY92" fmla="*/ 196012 h 459156"/>
              <a:gd name="connsiteX93" fmla="*/ 276432 w 459154"/>
              <a:gd name="connsiteY93" fmla="*/ 127923 h 459156"/>
              <a:gd name="connsiteX94" fmla="*/ 278668 w 459154"/>
              <a:gd name="connsiteY94" fmla="*/ 123393 h 459156"/>
              <a:gd name="connsiteX95" fmla="*/ 288663 w 459154"/>
              <a:gd name="connsiteY95" fmla="*/ 141548 h 459156"/>
              <a:gd name="connsiteX96" fmla="*/ 286034 w 459154"/>
              <a:gd name="connsiteY96" fmla="*/ 141525 h 459156"/>
              <a:gd name="connsiteX97" fmla="*/ 278056 w 459154"/>
              <a:gd name="connsiteY97" fmla="*/ 136293 h 459156"/>
              <a:gd name="connsiteX98" fmla="*/ 276430 w 459154"/>
              <a:gd name="connsiteY98" fmla="*/ 127921 h 459156"/>
              <a:gd name="connsiteX99" fmla="*/ 384771 w 459154"/>
              <a:gd name="connsiteY99" fmla="*/ 188380 h 459156"/>
              <a:gd name="connsiteX100" fmla="*/ 350974 w 459154"/>
              <a:gd name="connsiteY100" fmla="*/ 237896 h 459156"/>
              <a:gd name="connsiteX101" fmla="*/ 305630 w 459154"/>
              <a:gd name="connsiteY101" fmla="*/ 246547 h 459156"/>
              <a:gd name="connsiteX102" fmla="*/ 291188 w 459154"/>
              <a:gd name="connsiteY102" fmla="*/ 255648 h 459156"/>
              <a:gd name="connsiteX103" fmla="*/ 282445 w 459154"/>
              <a:gd name="connsiteY103" fmla="*/ 272671 h 459156"/>
              <a:gd name="connsiteX104" fmla="*/ 282108 w 459154"/>
              <a:gd name="connsiteY104" fmla="*/ 296366 h 459156"/>
              <a:gd name="connsiteX105" fmla="*/ 282650 w 459154"/>
              <a:gd name="connsiteY105" fmla="*/ 303092 h 459156"/>
              <a:gd name="connsiteX106" fmla="*/ 274243 w 459154"/>
              <a:gd name="connsiteY106" fmla="*/ 307969 h 459156"/>
              <a:gd name="connsiteX107" fmla="*/ 254197 w 459154"/>
              <a:gd name="connsiteY107" fmla="*/ 321927 h 459156"/>
              <a:gd name="connsiteX108" fmla="*/ 253021 w 459154"/>
              <a:gd name="connsiteY108" fmla="*/ 346163 h 459156"/>
              <a:gd name="connsiteX109" fmla="*/ 253394 w 459154"/>
              <a:gd name="connsiteY109" fmla="*/ 355170 h 459156"/>
              <a:gd name="connsiteX110" fmla="*/ 245033 w 459154"/>
              <a:gd name="connsiteY110" fmla="*/ 359991 h 459156"/>
              <a:gd name="connsiteX111" fmla="*/ 225014 w 459154"/>
              <a:gd name="connsiteY111" fmla="*/ 373894 h 459156"/>
              <a:gd name="connsiteX112" fmla="*/ 223847 w 459154"/>
              <a:gd name="connsiteY112" fmla="*/ 398129 h 459156"/>
              <a:gd name="connsiteX113" fmla="*/ 224203 w 459154"/>
              <a:gd name="connsiteY113" fmla="*/ 407117 h 459156"/>
              <a:gd name="connsiteX114" fmla="*/ 215843 w 459154"/>
              <a:gd name="connsiteY114" fmla="*/ 411958 h 459156"/>
              <a:gd name="connsiteX115" fmla="*/ 195843 w 459154"/>
              <a:gd name="connsiteY115" fmla="*/ 425860 h 459156"/>
              <a:gd name="connsiteX116" fmla="*/ 191088 w 459154"/>
              <a:gd name="connsiteY116" fmla="*/ 438996 h 459156"/>
              <a:gd name="connsiteX117" fmla="*/ 174190 w 459154"/>
              <a:gd name="connsiteY117" fmla="*/ 431540 h 459156"/>
              <a:gd name="connsiteX118" fmla="*/ 271760 w 459154"/>
              <a:gd name="connsiteY118" fmla="*/ 251037 h 459156"/>
              <a:gd name="connsiteX119" fmla="*/ 267706 w 459154"/>
              <a:gd name="connsiteY119" fmla="*/ 230557 h 459156"/>
              <a:gd name="connsiteX120" fmla="*/ 264729 w 459154"/>
              <a:gd name="connsiteY120" fmla="*/ 227862 h 459156"/>
              <a:gd name="connsiteX121" fmla="*/ 272732 w 459154"/>
              <a:gd name="connsiteY121" fmla="*/ 228753 h 459156"/>
              <a:gd name="connsiteX122" fmla="*/ 343614 w 459154"/>
              <a:gd name="connsiteY122" fmla="*/ 193764 h 459156"/>
              <a:gd name="connsiteX123" fmla="*/ 359102 w 459154"/>
              <a:gd name="connsiteY123" fmla="*/ 128895 h 459156"/>
              <a:gd name="connsiteX124" fmla="*/ 365286 w 459154"/>
              <a:gd name="connsiteY124" fmla="*/ 134026 h 459156"/>
              <a:gd name="connsiteX125" fmla="*/ 384771 w 459154"/>
              <a:gd name="connsiteY125" fmla="*/ 188382 h 459156"/>
              <a:gd name="connsiteX126" fmla="*/ 400116 w 459154"/>
              <a:gd name="connsiteY126" fmla="*/ 153974 h 459156"/>
              <a:gd name="connsiteX127" fmla="*/ 378773 w 459154"/>
              <a:gd name="connsiteY127" fmla="*/ 120439 h 459156"/>
              <a:gd name="connsiteX128" fmla="*/ 352730 w 459154"/>
              <a:gd name="connsiteY128" fmla="*/ 102426 h 459156"/>
              <a:gd name="connsiteX129" fmla="*/ 348905 w 459154"/>
              <a:gd name="connsiteY129" fmla="*/ 100988 h 459156"/>
              <a:gd name="connsiteX130" fmla="*/ 327228 w 459154"/>
              <a:gd name="connsiteY130" fmla="*/ 75015 h 459156"/>
              <a:gd name="connsiteX131" fmla="*/ 299143 w 459154"/>
              <a:gd name="connsiteY131" fmla="*/ 59256 h 459156"/>
              <a:gd name="connsiteX132" fmla="*/ 310507 w 459154"/>
              <a:gd name="connsiteY132" fmla="*/ 42595 h 459156"/>
              <a:gd name="connsiteX133" fmla="*/ 415819 w 459154"/>
              <a:gd name="connsiteY133" fmla="*/ 37812 h 459156"/>
              <a:gd name="connsiteX134" fmla="*/ 439938 w 459154"/>
              <a:gd name="connsiteY134" fmla="*/ 87405 h 459156"/>
              <a:gd name="connsiteX135" fmla="*/ 420752 w 459154"/>
              <a:gd name="connsiteY135" fmla="*/ 138715 h 459156"/>
              <a:gd name="connsiteX136" fmla="*/ 400114 w 459154"/>
              <a:gd name="connsiteY136" fmla="*/ 153976 h 45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59154" h="459156">
                <a:moveTo>
                  <a:pt x="459055" y="86507"/>
                </a:moveTo>
                <a:cubicBezTo>
                  <a:pt x="457897" y="62197"/>
                  <a:pt x="447042" y="39794"/>
                  <a:pt x="428452" y="23462"/>
                </a:cubicBezTo>
                <a:cubicBezTo>
                  <a:pt x="390396" y="-10061"/>
                  <a:pt x="331209" y="-7313"/>
                  <a:pt x="296571" y="29478"/>
                </a:cubicBezTo>
                <a:cubicBezTo>
                  <a:pt x="289374" y="37125"/>
                  <a:pt x="283970" y="45776"/>
                  <a:pt x="279954" y="54875"/>
                </a:cubicBezTo>
                <a:cubicBezTo>
                  <a:pt x="270214" y="53810"/>
                  <a:pt x="260245" y="54366"/>
                  <a:pt x="250277" y="56685"/>
                </a:cubicBezTo>
                <a:cubicBezTo>
                  <a:pt x="223608" y="62880"/>
                  <a:pt x="201039" y="80902"/>
                  <a:pt x="189904" y="104894"/>
                </a:cubicBezTo>
                <a:cubicBezTo>
                  <a:pt x="180572" y="125000"/>
                  <a:pt x="179133" y="147236"/>
                  <a:pt x="185804" y="167716"/>
                </a:cubicBezTo>
                <a:lnTo>
                  <a:pt x="7685" y="277026"/>
                </a:lnTo>
                <a:cubicBezTo>
                  <a:pt x="3826" y="279530"/>
                  <a:pt x="1211" y="283360"/>
                  <a:pt x="323" y="287825"/>
                </a:cubicBezTo>
                <a:cubicBezTo>
                  <a:pt x="-555" y="292254"/>
                  <a:pt x="369" y="296739"/>
                  <a:pt x="2929" y="300439"/>
                </a:cubicBezTo>
                <a:lnTo>
                  <a:pt x="16241" y="319815"/>
                </a:lnTo>
                <a:cubicBezTo>
                  <a:pt x="19332" y="324355"/>
                  <a:pt x="24488" y="327102"/>
                  <a:pt x="30029" y="327158"/>
                </a:cubicBezTo>
                <a:lnTo>
                  <a:pt x="30233" y="327158"/>
                </a:lnTo>
                <a:cubicBezTo>
                  <a:pt x="35642" y="327158"/>
                  <a:pt x="40723" y="324579"/>
                  <a:pt x="43863" y="320207"/>
                </a:cubicBezTo>
                <a:cubicBezTo>
                  <a:pt x="45665" y="317703"/>
                  <a:pt x="48066" y="315554"/>
                  <a:pt x="50999" y="313817"/>
                </a:cubicBezTo>
                <a:cubicBezTo>
                  <a:pt x="53997" y="312023"/>
                  <a:pt x="55912" y="312378"/>
                  <a:pt x="60976" y="313612"/>
                </a:cubicBezTo>
                <a:cubicBezTo>
                  <a:pt x="66692" y="315015"/>
                  <a:pt x="75389" y="317163"/>
                  <a:pt x="85263" y="311296"/>
                </a:cubicBezTo>
                <a:cubicBezTo>
                  <a:pt x="95286" y="305353"/>
                  <a:pt x="97304" y="296758"/>
                  <a:pt x="98640" y="291058"/>
                </a:cubicBezTo>
                <a:cubicBezTo>
                  <a:pt x="99780" y="286237"/>
                  <a:pt x="100274" y="284630"/>
                  <a:pt x="103151" y="282930"/>
                </a:cubicBezTo>
                <a:cubicBezTo>
                  <a:pt x="106158" y="281135"/>
                  <a:pt x="108073" y="281491"/>
                  <a:pt x="113118" y="282725"/>
                </a:cubicBezTo>
                <a:cubicBezTo>
                  <a:pt x="118835" y="284108"/>
                  <a:pt x="127494" y="286256"/>
                  <a:pt x="137406" y="280427"/>
                </a:cubicBezTo>
                <a:cubicBezTo>
                  <a:pt x="147438" y="274466"/>
                  <a:pt x="149466" y="265872"/>
                  <a:pt x="150802" y="260173"/>
                </a:cubicBezTo>
                <a:cubicBezTo>
                  <a:pt x="151942" y="255332"/>
                  <a:pt x="152435" y="253725"/>
                  <a:pt x="155322" y="252027"/>
                </a:cubicBezTo>
                <a:cubicBezTo>
                  <a:pt x="158349" y="250215"/>
                  <a:pt x="160273" y="250550"/>
                  <a:pt x="165364" y="251803"/>
                </a:cubicBezTo>
                <a:cubicBezTo>
                  <a:pt x="171463" y="253260"/>
                  <a:pt x="179807" y="255315"/>
                  <a:pt x="189680" y="249448"/>
                </a:cubicBezTo>
                <a:cubicBezTo>
                  <a:pt x="200218" y="243207"/>
                  <a:pt x="201375" y="234472"/>
                  <a:pt x="202066" y="229258"/>
                </a:cubicBezTo>
                <a:cubicBezTo>
                  <a:pt x="202598" y="225231"/>
                  <a:pt x="202701" y="224502"/>
                  <a:pt x="205531" y="222821"/>
                </a:cubicBezTo>
                <a:lnTo>
                  <a:pt x="221196" y="212767"/>
                </a:lnTo>
                <a:cubicBezTo>
                  <a:pt x="224775" y="214577"/>
                  <a:pt x="229317" y="216672"/>
                  <a:pt x="234209" y="218768"/>
                </a:cubicBezTo>
                <a:cubicBezTo>
                  <a:pt x="239179" y="229316"/>
                  <a:pt x="245552" y="236679"/>
                  <a:pt x="253862" y="243898"/>
                </a:cubicBezTo>
                <a:lnTo>
                  <a:pt x="156256" y="424494"/>
                </a:lnTo>
                <a:cubicBezTo>
                  <a:pt x="154201" y="428512"/>
                  <a:pt x="153874" y="433071"/>
                  <a:pt x="155322" y="437351"/>
                </a:cubicBezTo>
                <a:cubicBezTo>
                  <a:pt x="156780" y="441667"/>
                  <a:pt x="159872" y="445124"/>
                  <a:pt x="163991" y="447087"/>
                </a:cubicBezTo>
                <a:lnTo>
                  <a:pt x="185579" y="457475"/>
                </a:lnTo>
                <a:cubicBezTo>
                  <a:pt x="187924" y="458596"/>
                  <a:pt x="190455" y="459157"/>
                  <a:pt x="192977" y="459157"/>
                </a:cubicBezTo>
                <a:cubicBezTo>
                  <a:pt x="195900" y="459157"/>
                  <a:pt x="198825" y="458409"/>
                  <a:pt x="201440" y="456914"/>
                </a:cubicBezTo>
                <a:cubicBezTo>
                  <a:pt x="206149" y="454225"/>
                  <a:pt x="209240" y="449421"/>
                  <a:pt x="209707" y="444077"/>
                </a:cubicBezTo>
                <a:cubicBezTo>
                  <a:pt x="209969" y="441070"/>
                  <a:pt x="210912" y="438099"/>
                  <a:pt x="212519" y="435239"/>
                </a:cubicBezTo>
                <a:cubicBezTo>
                  <a:pt x="214127" y="432378"/>
                  <a:pt x="215919" y="431762"/>
                  <a:pt x="220880" y="430398"/>
                </a:cubicBezTo>
                <a:cubicBezTo>
                  <a:pt x="226615" y="428847"/>
                  <a:pt x="235274" y="426474"/>
                  <a:pt x="240880" y="416496"/>
                </a:cubicBezTo>
                <a:cubicBezTo>
                  <a:pt x="246587" y="406367"/>
                  <a:pt x="243868" y="397884"/>
                  <a:pt x="242066" y="392279"/>
                </a:cubicBezTo>
                <a:cubicBezTo>
                  <a:pt x="240572" y="387607"/>
                  <a:pt x="240170" y="386000"/>
                  <a:pt x="241703" y="383272"/>
                </a:cubicBezTo>
                <a:cubicBezTo>
                  <a:pt x="243300" y="380414"/>
                  <a:pt x="245102" y="379796"/>
                  <a:pt x="250053" y="378451"/>
                </a:cubicBezTo>
                <a:cubicBezTo>
                  <a:pt x="255789" y="376882"/>
                  <a:pt x="264457" y="374527"/>
                  <a:pt x="270063" y="364548"/>
                </a:cubicBezTo>
                <a:cubicBezTo>
                  <a:pt x="275760" y="354403"/>
                  <a:pt x="273051" y="345937"/>
                  <a:pt x="271259" y="340312"/>
                </a:cubicBezTo>
                <a:cubicBezTo>
                  <a:pt x="269745" y="335640"/>
                  <a:pt x="269353" y="334033"/>
                  <a:pt x="270886" y="331288"/>
                </a:cubicBezTo>
                <a:cubicBezTo>
                  <a:pt x="272512" y="328411"/>
                  <a:pt x="274324" y="327775"/>
                  <a:pt x="279292" y="326411"/>
                </a:cubicBezTo>
                <a:cubicBezTo>
                  <a:pt x="285047" y="324843"/>
                  <a:pt x="293715" y="322468"/>
                  <a:pt x="299319" y="312472"/>
                </a:cubicBezTo>
                <a:cubicBezTo>
                  <a:pt x="305316" y="301822"/>
                  <a:pt x="301766" y="293656"/>
                  <a:pt x="299655" y="288778"/>
                </a:cubicBezTo>
                <a:cubicBezTo>
                  <a:pt x="297974" y="284854"/>
                  <a:pt x="297825" y="284349"/>
                  <a:pt x="299282" y="281734"/>
                </a:cubicBezTo>
                <a:lnTo>
                  <a:pt x="307559" y="265627"/>
                </a:lnTo>
                <a:cubicBezTo>
                  <a:pt x="321551" y="265047"/>
                  <a:pt x="345820" y="262805"/>
                  <a:pt x="360392" y="254565"/>
                </a:cubicBezTo>
                <a:cubicBezTo>
                  <a:pt x="383970" y="241206"/>
                  <a:pt x="400185" y="217418"/>
                  <a:pt x="403736" y="190923"/>
                </a:cubicBezTo>
                <a:cubicBezTo>
                  <a:pt x="404540" y="184948"/>
                  <a:pt x="404612" y="179034"/>
                  <a:pt x="404128" y="173217"/>
                </a:cubicBezTo>
                <a:cubicBezTo>
                  <a:pt x="415638" y="168154"/>
                  <a:pt x="426112" y="160940"/>
                  <a:pt x="434693" y="151833"/>
                </a:cubicBezTo>
                <a:cubicBezTo>
                  <a:pt x="451544" y="133932"/>
                  <a:pt x="460195" y="110726"/>
                  <a:pt x="459055" y="86509"/>
                </a:cubicBezTo>
                <a:close/>
                <a:moveTo>
                  <a:pt x="211875" y="196014"/>
                </a:moveTo>
                <a:lnTo>
                  <a:pt x="195491" y="206534"/>
                </a:lnTo>
                <a:cubicBezTo>
                  <a:pt x="184953" y="212784"/>
                  <a:pt x="183796" y="221510"/>
                  <a:pt x="183105" y="226733"/>
                </a:cubicBezTo>
                <a:cubicBezTo>
                  <a:pt x="182573" y="230750"/>
                  <a:pt x="182470" y="231479"/>
                  <a:pt x="179939" y="232983"/>
                </a:cubicBezTo>
                <a:cubicBezTo>
                  <a:pt x="176883" y="234778"/>
                  <a:pt x="174961" y="234450"/>
                  <a:pt x="169887" y="233197"/>
                </a:cubicBezTo>
                <a:cubicBezTo>
                  <a:pt x="163796" y="231740"/>
                  <a:pt x="155464" y="229694"/>
                  <a:pt x="145571" y="235552"/>
                </a:cubicBezTo>
                <a:cubicBezTo>
                  <a:pt x="135538" y="241495"/>
                  <a:pt x="133511" y="250100"/>
                  <a:pt x="132175" y="255799"/>
                </a:cubicBezTo>
                <a:cubicBezTo>
                  <a:pt x="131035" y="260639"/>
                  <a:pt x="130541" y="262247"/>
                  <a:pt x="127654" y="263945"/>
                </a:cubicBezTo>
                <a:cubicBezTo>
                  <a:pt x="124657" y="265740"/>
                  <a:pt x="122722" y="265384"/>
                  <a:pt x="117687" y="264150"/>
                </a:cubicBezTo>
                <a:cubicBezTo>
                  <a:pt x="111951" y="262748"/>
                  <a:pt x="103273" y="260618"/>
                  <a:pt x="93409" y="266448"/>
                </a:cubicBezTo>
                <a:cubicBezTo>
                  <a:pt x="83377" y="272390"/>
                  <a:pt x="81358" y="280986"/>
                  <a:pt x="80023" y="286685"/>
                </a:cubicBezTo>
                <a:cubicBezTo>
                  <a:pt x="78883" y="291525"/>
                  <a:pt x="78389" y="293132"/>
                  <a:pt x="75512" y="294831"/>
                </a:cubicBezTo>
                <a:cubicBezTo>
                  <a:pt x="72495" y="296626"/>
                  <a:pt x="70616" y="296289"/>
                  <a:pt x="65535" y="295036"/>
                </a:cubicBezTo>
                <a:cubicBezTo>
                  <a:pt x="59790" y="293634"/>
                  <a:pt x="51112" y="291468"/>
                  <a:pt x="41247" y="297353"/>
                </a:cubicBezTo>
                <a:cubicBezTo>
                  <a:pt x="36996" y="299857"/>
                  <a:pt x="33325" y="302939"/>
                  <a:pt x="30308" y="306509"/>
                </a:cubicBezTo>
                <a:lnTo>
                  <a:pt x="20201" y="291785"/>
                </a:lnTo>
                <a:lnTo>
                  <a:pt x="197591" y="182924"/>
                </a:lnTo>
                <a:cubicBezTo>
                  <a:pt x="204280" y="178822"/>
                  <a:pt x="207109" y="170741"/>
                  <a:pt x="204484" y="163247"/>
                </a:cubicBezTo>
                <a:cubicBezTo>
                  <a:pt x="198684" y="146748"/>
                  <a:pt x="199646" y="129352"/>
                  <a:pt x="207258" y="112945"/>
                </a:cubicBezTo>
                <a:cubicBezTo>
                  <a:pt x="215927" y="94259"/>
                  <a:pt x="233629" y="80188"/>
                  <a:pt x="254609" y="75321"/>
                </a:cubicBezTo>
                <a:cubicBezTo>
                  <a:pt x="261065" y="73815"/>
                  <a:pt x="267496" y="73544"/>
                  <a:pt x="273866" y="73869"/>
                </a:cubicBezTo>
                <a:cubicBezTo>
                  <a:pt x="271980" y="83653"/>
                  <a:pt x="271773" y="93670"/>
                  <a:pt x="273208" y="103521"/>
                </a:cubicBezTo>
                <a:cubicBezTo>
                  <a:pt x="265521" y="107741"/>
                  <a:pt x="259604" y="114935"/>
                  <a:pt x="257708" y="123997"/>
                </a:cubicBezTo>
                <a:cubicBezTo>
                  <a:pt x="256045" y="131939"/>
                  <a:pt x="257595" y="140058"/>
                  <a:pt x="262118" y="146859"/>
                </a:cubicBezTo>
                <a:cubicBezTo>
                  <a:pt x="266770" y="153884"/>
                  <a:pt x="273962" y="158659"/>
                  <a:pt x="282370" y="160303"/>
                </a:cubicBezTo>
                <a:cubicBezTo>
                  <a:pt x="284444" y="160705"/>
                  <a:pt x="286499" y="160902"/>
                  <a:pt x="288536" y="160902"/>
                </a:cubicBezTo>
                <a:cubicBezTo>
                  <a:pt x="303164" y="160902"/>
                  <a:pt x="316336" y="150839"/>
                  <a:pt x="319363" y="136329"/>
                </a:cubicBezTo>
                <a:cubicBezTo>
                  <a:pt x="321025" y="128378"/>
                  <a:pt x="319476" y="120259"/>
                  <a:pt x="314953" y="113448"/>
                </a:cubicBezTo>
                <a:cubicBezTo>
                  <a:pt x="310300" y="106433"/>
                  <a:pt x="303109" y="101657"/>
                  <a:pt x="294700" y="100014"/>
                </a:cubicBezTo>
                <a:cubicBezTo>
                  <a:pt x="293818" y="99844"/>
                  <a:pt x="292950" y="99869"/>
                  <a:pt x="292072" y="99773"/>
                </a:cubicBezTo>
                <a:cubicBezTo>
                  <a:pt x="291108" y="92426"/>
                  <a:pt x="291253" y="84982"/>
                  <a:pt x="292636" y="77691"/>
                </a:cubicBezTo>
                <a:cubicBezTo>
                  <a:pt x="300539" y="80439"/>
                  <a:pt x="308205" y="84231"/>
                  <a:pt x="315194" y="89886"/>
                </a:cubicBezTo>
                <a:cubicBezTo>
                  <a:pt x="326908" y="99360"/>
                  <a:pt x="335408" y="112356"/>
                  <a:pt x="339108" y="126463"/>
                </a:cubicBezTo>
                <a:cubicBezTo>
                  <a:pt x="344358" y="146532"/>
                  <a:pt x="340566" y="166291"/>
                  <a:pt x="328421" y="182118"/>
                </a:cubicBezTo>
                <a:cubicBezTo>
                  <a:pt x="315324" y="199197"/>
                  <a:pt x="294457" y="209484"/>
                  <a:pt x="272617" y="209614"/>
                </a:cubicBezTo>
                <a:cubicBezTo>
                  <a:pt x="262623" y="209371"/>
                  <a:pt x="246658" y="204280"/>
                  <a:pt x="228863" y="195199"/>
                </a:cubicBezTo>
                <a:cubicBezTo>
                  <a:pt x="223484" y="192442"/>
                  <a:pt x="216954" y="192759"/>
                  <a:pt x="211871" y="196012"/>
                </a:cubicBezTo>
                <a:close/>
                <a:moveTo>
                  <a:pt x="276432" y="127923"/>
                </a:moveTo>
                <a:cubicBezTo>
                  <a:pt x="276793" y="126197"/>
                  <a:pt x="277637" y="124722"/>
                  <a:pt x="278668" y="123393"/>
                </a:cubicBezTo>
                <a:cubicBezTo>
                  <a:pt x="281190" y="129740"/>
                  <a:pt x="284609" y="135774"/>
                  <a:pt x="288663" y="141548"/>
                </a:cubicBezTo>
                <a:cubicBezTo>
                  <a:pt x="287784" y="141552"/>
                  <a:pt x="286931" y="141705"/>
                  <a:pt x="286034" y="141525"/>
                </a:cubicBezTo>
                <a:cubicBezTo>
                  <a:pt x="282690" y="140871"/>
                  <a:pt x="279868" y="139012"/>
                  <a:pt x="278056" y="136293"/>
                </a:cubicBezTo>
                <a:cubicBezTo>
                  <a:pt x="276394" y="133789"/>
                  <a:pt x="275833" y="130827"/>
                  <a:pt x="276430" y="127921"/>
                </a:cubicBezTo>
                <a:close/>
                <a:moveTo>
                  <a:pt x="384771" y="188380"/>
                </a:moveTo>
                <a:cubicBezTo>
                  <a:pt x="382007" y="208971"/>
                  <a:pt x="369376" y="227489"/>
                  <a:pt x="350974" y="237896"/>
                </a:cubicBezTo>
                <a:cubicBezTo>
                  <a:pt x="342697" y="242587"/>
                  <a:pt x="325753" y="245818"/>
                  <a:pt x="305630" y="246547"/>
                </a:cubicBezTo>
                <a:cubicBezTo>
                  <a:pt x="299502" y="246771"/>
                  <a:pt x="293971" y="250247"/>
                  <a:pt x="291188" y="255648"/>
                </a:cubicBezTo>
                <a:lnTo>
                  <a:pt x="282445" y="272671"/>
                </a:lnTo>
                <a:cubicBezTo>
                  <a:pt x="276447" y="283322"/>
                  <a:pt x="279998" y="291487"/>
                  <a:pt x="282108" y="296366"/>
                </a:cubicBezTo>
                <a:cubicBezTo>
                  <a:pt x="283790" y="300289"/>
                  <a:pt x="283939" y="300794"/>
                  <a:pt x="282650" y="303092"/>
                </a:cubicBezTo>
                <a:cubicBezTo>
                  <a:pt x="281023" y="305969"/>
                  <a:pt x="279212" y="306605"/>
                  <a:pt x="274243" y="307969"/>
                </a:cubicBezTo>
                <a:cubicBezTo>
                  <a:pt x="268488" y="309537"/>
                  <a:pt x="259820" y="311912"/>
                  <a:pt x="254197" y="321927"/>
                </a:cubicBezTo>
                <a:cubicBezTo>
                  <a:pt x="248517" y="332055"/>
                  <a:pt x="251226" y="340538"/>
                  <a:pt x="253021" y="346163"/>
                </a:cubicBezTo>
                <a:cubicBezTo>
                  <a:pt x="254534" y="350835"/>
                  <a:pt x="254926" y="352442"/>
                  <a:pt x="253394" y="355170"/>
                </a:cubicBezTo>
                <a:cubicBezTo>
                  <a:pt x="251787" y="358028"/>
                  <a:pt x="249994" y="358646"/>
                  <a:pt x="245033" y="359991"/>
                </a:cubicBezTo>
                <a:cubicBezTo>
                  <a:pt x="239298" y="361560"/>
                  <a:pt x="230629" y="363915"/>
                  <a:pt x="225014" y="373894"/>
                </a:cubicBezTo>
                <a:cubicBezTo>
                  <a:pt x="219325" y="384039"/>
                  <a:pt x="222043" y="392524"/>
                  <a:pt x="223847" y="398129"/>
                </a:cubicBezTo>
                <a:cubicBezTo>
                  <a:pt x="225341" y="402782"/>
                  <a:pt x="225743" y="404389"/>
                  <a:pt x="224203" y="407117"/>
                </a:cubicBezTo>
                <a:cubicBezTo>
                  <a:pt x="222596" y="409975"/>
                  <a:pt x="220803" y="410593"/>
                  <a:pt x="215843" y="411958"/>
                </a:cubicBezTo>
                <a:cubicBezTo>
                  <a:pt x="210107" y="413509"/>
                  <a:pt x="201448" y="415881"/>
                  <a:pt x="195843" y="425860"/>
                </a:cubicBezTo>
                <a:cubicBezTo>
                  <a:pt x="193480" y="430065"/>
                  <a:pt x="191882" y="434475"/>
                  <a:pt x="191088" y="438996"/>
                </a:cubicBezTo>
                <a:lnTo>
                  <a:pt x="174190" y="431540"/>
                </a:lnTo>
                <a:lnTo>
                  <a:pt x="271760" y="251037"/>
                </a:lnTo>
                <a:cubicBezTo>
                  <a:pt x="275477" y="244162"/>
                  <a:pt x="273815" y="235753"/>
                  <a:pt x="267706" y="230557"/>
                </a:cubicBezTo>
                <a:cubicBezTo>
                  <a:pt x="266617" y="229637"/>
                  <a:pt x="265720" y="228757"/>
                  <a:pt x="264729" y="227862"/>
                </a:cubicBezTo>
                <a:cubicBezTo>
                  <a:pt x="267440" y="228235"/>
                  <a:pt x="270247" y="228803"/>
                  <a:pt x="272732" y="228753"/>
                </a:cubicBezTo>
                <a:cubicBezTo>
                  <a:pt x="300457" y="228585"/>
                  <a:pt x="326948" y="215505"/>
                  <a:pt x="343614" y="193764"/>
                </a:cubicBezTo>
                <a:cubicBezTo>
                  <a:pt x="357937" y="175086"/>
                  <a:pt x="363260" y="152281"/>
                  <a:pt x="359102" y="128895"/>
                </a:cubicBezTo>
                <a:cubicBezTo>
                  <a:pt x="361211" y="130555"/>
                  <a:pt x="363384" y="132141"/>
                  <a:pt x="365286" y="134026"/>
                </a:cubicBezTo>
                <a:cubicBezTo>
                  <a:pt x="380532" y="149180"/>
                  <a:pt x="387444" y="168482"/>
                  <a:pt x="384771" y="188382"/>
                </a:cubicBezTo>
                <a:close/>
                <a:moveTo>
                  <a:pt x="400116" y="153974"/>
                </a:moveTo>
                <a:cubicBezTo>
                  <a:pt x="395919" y="141766"/>
                  <a:pt x="388758" y="130377"/>
                  <a:pt x="378773" y="120439"/>
                </a:cubicBezTo>
                <a:cubicBezTo>
                  <a:pt x="371262" y="113021"/>
                  <a:pt x="362519" y="106947"/>
                  <a:pt x="352730" y="102426"/>
                </a:cubicBezTo>
                <a:cubicBezTo>
                  <a:pt x="351505" y="101854"/>
                  <a:pt x="350162" y="101508"/>
                  <a:pt x="348905" y="100988"/>
                </a:cubicBezTo>
                <a:cubicBezTo>
                  <a:pt x="343353" y="91177"/>
                  <a:pt x="336145" y="82220"/>
                  <a:pt x="327228" y="75015"/>
                </a:cubicBezTo>
                <a:cubicBezTo>
                  <a:pt x="318506" y="67965"/>
                  <a:pt x="309041" y="62725"/>
                  <a:pt x="299143" y="59256"/>
                </a:cubicBezTo>
                <a:cubicBezTo>
                  <a:pt x="302135" y="53347"/>
                  <a:pt x="305739" y="47659"/>
                  <a:pt x="310507" y="42595"/>
                </a:cubicBezTo>
                <a:cubicBezTo>
                  <a:pt x="338177" y="13203"/>
                  <a:pt x="385404" y="11091"/>
                  <a:pt x="415819" y="37812"/>
                </a:cubicBezTo>
                <a:cubicBezTo>
                  <a:pt x="430466" y="50705"/>
                  <a:pt x="439041" y="68325"/>
                  <a:pt x="439938" y="87405"/>
                </a:cubicBezTo>
                <a:cubicBezTo>
                  <a:pt x="440836" y="106408"/>
                  <a:pt x="434015" y="124627"/>
                  <a:pt x="420752" y="138715"/>
                </a:cubicBezTo>
                <a:cubicBezTo>
                  <a:pt x="414861" y="144969"/>
                  <a:pt x="407821" y="150077"/>
                  <a:pt x="400114" y="153976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Graphic 409" descr="Video surveillance icon.">
            <a:extLst>
              <a:ext uri="{FF2B5EF4-FFF2-40B4-BE49-F238E27FC236}">
                <a16:creationId xmlns:a16="http://schemas.microsoft.com/office/drawing/2014/main" id="{16D8C4B6-DB66-B216-AA2F-5125FF36AF19}"/>
              </a:ext>
            </a:extLst>
          </p:cNvPr>
          <p:cNvSpPr/>
          <p:nvPr/>
        </p:nvSpPr>
        <p:spPr>
          <a:xfrm>
            <a:off x="5850015" y="4294700"/>
            <a:ext cx="459154" cy="382628"/>
          </a:xfrm>
          <a:custGeom>
            <a:avLst/>
            <a:gdLst>
              <a:gd name="connsiteX0" fmla="*/ 459154 w 459154"/>
              <a:gd name="connsiteY0" fmla="*/ 86091 h 382628"/>
              <a:gd name="connsiteX1" fmla="*/ 440023 w 459154"/>
              <a:gd name="connsiteY1" fmla="*/ 66960 h 382628"/>
              <a:gd name="connsiteX2" fmla="*/ 401760 w 459154"/>
              <a:gd name="connsiteY2" fmla="*/ 66960 h 382628"/>
              <a:gd name="connsiteX3" fmla="*/ 401760 w 459154"/>
              <a:gd name="connsiteY3" fmla="*/ 57394 h 382628"/>
              <a:gd name="connsiteX4" fmla="*/ 382628 w 459154"/>
              <a:gd name="connsiteY4" fmla="*/ 38263 h 382628"/>
              <a:gd name="connsiteX5" fmla="*/ 382628 w 459154"/>
              <a:gd name="connsiteY5" fmla="*/ 38263 h 382628"/>
              <a:gd name="connsiteX6" fmla="*/ 388368 w 459154"/>
              <a:gd name="connsiteY6" fmla="*/ 30610 h 382628"/>
              <a:gd name="connsiteX7" fmla="*/ 390281 w 459154"/>
              <a:gd name="connsiteY7" fmla="*/ 9566 h 382628"/>
              <a:gd name="connsiteX8" fmla="*/ 373063 w 459154"/>
              <a:gd name="connsiteY8" fmla="*/ 0 h 382628"/>
              <a:gd name="connsiteX9" fmla="*/ 38263 w 459154"/>
              <a:gd name="connsiteY9" fmla="*/ 0 h 382628"/>
              <a:gd name="connsiteX10" fmla="*/ 19131 w 459154"/>
              <a:gd name="connsiteY10" fmla="*/ 19131 h 382628"/>
              <a:gd name="connsiteX11" fmla="*/ 19131 w 459154"/>
              <a:gd name="connsiteY11" fmla="*/ 133920 h 382628"/>
              <a:gd name="connsiteX12" fmla="*/ 38263 w 459154"/>
              <a:gd name="connsiteY12" fmla="*/ 153051 h 382628"/>
              <a:gd name="connsiteX13" fmla="*/ 57394 w 459154"/>
              <a:gd name="connsiteY13" fmla="*/ 153051 h 382628"/>
              <a:gd name="connsiteX14" fmla="*/ 57394 w 459154"/>
              <a:gd name="connsiteY14" fmla="*/ 172183 h 382628"/>
              <a:gd name="connsiteX15" fmla="*/ 76526 w 459154"/>
              <a:gd name="connsiteY15" fmla="*/ 191314 h 382628"/>
              <a:gd name="connsiteX16" fmla="*/ 172183 w 459154"/>
              <a:gd name="connsiteY16" fmla="*/ 191314 h 382628"/>
              <a:gd name="connsiteX17" fmla="*/ 172183 w 459154"/>
              <a:gd name="connsiteY17" fmla="*/ 210446 h 382628"/>
              <a:gd name="connsiteX18" fmla="*/ 191314 w 459154"/>
              <a:gd name="connsiteY18" fmla="*/ 229577 h 382628"/>
              <a:gd name="connsiteX19" fmla="*/ 220011 w 459154"/>
              <a:gd name="connsiteY19" fmla="*/ 229577 h 382628"/>
              <a:gd name="connsiteX20" fmla="*/ 220011 w 459154"/>
              <a:gd name="connsiteY20" fmla="*/ 279319 h 382628"/>
              <a:gd name="connsiteX21" fmla="*/ 193227 w 459154"/>
              <a:gd name="connsiteY21" fmla="*/ 306103 h 382628"/>
              <a:gd name="connsiteX22" fmla="*/ 57394 w 459154"/>
              <a:gd name="connsiteY22" fmla="*/ 306103 h 382628"/>
              <a:gd name="connsiteX23" fmla="*/ 57394 w 459154"/>
              <a:gd name="connsiteY23" fmla="*/ 267840 h 382628"/>
              <a:gd name="connsiteX24" fmla="*/ 38263 w 459154"/>
              <a:gd name="connsiteY24" fmla="*/ 248708 h 382628"/>
              <a:gd name="connsiteX25" fmla="*/ 19131 w 459154"/>
              <a:gd name="connsiteY25" fmla="*/ 248708 h 382628"/>
              <a:gd name="connsiteX26" fmla="*/ 0 w 459154"/>
              <a:gd name="connsiteY26" fmla="*/ 267840 h 382628"/>
              <a:gd name="connsiteX27" fmla="*/ 0 w 459154"/>
              <a:gd name="connsiteY27" fmla="*/ 363497 h 382628"/>
              <a:gd name="connsiteX28" fmla="*/ 19131 w 459154"/>
              <a:gd name="connsiteY28" fmla="*/ 382628 h 382628"/>
              <a:gd name="connsiteX29" fmla="*/ 38263 w 459154"/>
              <a:gd name="connsiteY29" fmla="*/ 382628 h 382628"/>
              <a:gd name="connsiteX30" fmla="*/ 57394 w 459154"/>
              <a:gd name="connsiteY30" fmla="*/ 363497 h 382628"/>
              <a:gd name="connsiteX31" fmla="*/ 57394 w 459154"/>
              <a:gd name="connsiteY31" fmla="*/ 325234 h 382628"/>
              <a:gd name="connsiteX32" fmla="*/ 193227 w 459154"/>
              <a:gd name="connsiteY32" fmla="*/ 325234 h 382628"/>
              <a:gd name="connsiteX33" fmla="*/ 229577 w 459154"/>
              <a:gd name="connsiteY33" fmla="*/ 353931 h 382628"/>
              <a:gd name="connsiteX34" fmla="*/ 267840 w 459154"/>
              <a:gd name="connsiteY34" fmla="*/ 315668 h 382628"/>
              <a:gd name="connsiteX35" fmla="*/ 239143 w 459154"/>
              <a:gd name="connsiteY35" fmla="*/ 279319 h 382628"/>
              <a:gd name="connsiteX36" fmla="*/ 239143 w 459154"/>
              <a:gd name="connsiteY36" fmla="*/ 229577 h 382628"/>
              <a:gd name="connsiteX37" fmla="*/ 267840 w 459154"/>
              <a:gd name="connsiteY37" fmla="*/ 229577 h 382628"/>
              <a:gd name="connsiteX38" fmla="*/ 286971 w 459154"/>
              <a:gd name="connsiteY38" fmla="*/ 210446 h 382628"/>
              <a:gd name="connsiteX39" fmla="*/ 286971 w 459154"/>
              <a:gd name="connsiteY39" fmla="*/ 191314 h 382628"/>
              <a:gd name="connsiteX40" fmla="*/ 382628 w 459154"/>
              <a:gd name="connsiteY40" fmla="*/ 191314 h 382628"/>
              <a:gd name="connsiteX41" fmla="*/ 401760 w 459154"/>
              <a:gd name="connsiteY41" fmla="*/ 172183 h 382628"/>
              <a:gd name="connsiteX42" fmla="*/ 401760 w 459154"/>
              <a:gd name="connsiteY42" fmla="*/ 162617 h 382628"/>
              <a:gd name="connsiteX43" fmla="*/ 440023 w 459154"/>
              <a:gd name="connsiteY43" fmla="*/ 162617 h 382628"/>
              <a:gd name="connsiteX44" fmla="*/ 459154 w 459154"/>
              <a:gd name="connsiteY44" fmla="*/ 143486 h 382628"/>
              <a:gd name="connsiteX45" fmla="*/ 459154 w 459154"/>
              <a:gd name="connsiteY45" fmla="*/ 86091 h 382628"/>
              <a:gd name="connsiteX46" fmla="*/ 38263 w 459154"/>
              <a:gd name="connsiteY46" fmla="*/ 363497 h 382628"/>
              <a:gd name="connsiteX47" fmla="*/ 19131 w 459154"/>
              <a:gd name="connsiteY47" fmla="*/ 363497 h 382628"/>
              <a:gd name="connsiteX48" fmla="*/ 19131 w 459154"/>
              <a:gd name="connsiteY48" fmla="*/ 267840 h 382628"/>
              <a:gd name="connsiteX49" fmla="*/ 38263 w 459154"/>
              <a:gd name="connsiteY49" fmla="*/ 267840 h 382628"/>
              <a:gd name="connsiteX50" fmla="*/ 38263 w 459154"/>
              <a:gd name="connsiteY50" fmla="*/ 363497 h 382628"/>
              <a:gd name="connsiteX51" fmla="*/ 248708 w 459154"/>
              <a:gd name="connsiteY51" fmla="*/ 315668 h 382628"/>
              <a:gd name="connsiteX52" fmla="*/ 229577 w 459154"/>
              <a:gd name="connsiteY52" fmla="*/ 334800 h 382628"/>
              <a:gd name="connsiteX53" fmla="*/ 210446 w 459154"/>
              <a:gd name="connsiteY53" fmla="*/ 315668 h 382628"/>
              <a:gd name="connsiteX54" fmla="*/ 229577 w 459154"/>
              <a:gd name="connsiteY54" fmla="*/ 296537 h 382628"/>
              <a:gd name="connsiteX55" fmla="*/ 248708 w 459154"/>
              <a:gd name="connsiteY55" fmla="*/ 315668 h 382628"/>
              <a:gd name="connsiteX56" fmla="*/ 38263 w 459154"/>
              <a:gd name="connsiteY56" fmla="*/ 133920 h 382628"/>
              <a:gd name="connsiteX57" fmla="*/ 38263 w 459154"/>
              <a:gd name="connsiteY57" fmla="*/ 19131 h 382628"/>
              <a:gd name="connsiteX58" fmla="*/ 373063 w 459154"/>
              <a:gd name="connsiteY58" fmla="*/ 19131 h 382628"/>
              <a:gd name="connsiteX59" fmla="*/ 283145 w 459154"/>
              <a:gd name="connsiteY59" fmla="*/ 133920 h 382628"/>
              <a:gd name="connsiteX60" fmla="*/ 38263 w 459154"/>
              <a:gd name="connsiteY60" fmla="*/ 133920 h 382628"/>
              <a:gd name="connsiteX61" fmla="*/ 38263 w 459154"/>
              <a:gd name="connsiteY61" fmla="*/ 133920 h 382628"/>
              <a:gd name="connsiteX62" fmla="*/ 267840 w 459154"/>
              <a:gd name="connsiteY62" fmla="*/ 210446 h 382628"/>
              <a:gd name="connsiteX63" fmla="*/ 191314 w 459154"/>
              <a:gd name="connsiteY63" fmla="*/ 210446 h 382628"/>
              <a:gd name="connsiteX64" fmla="*/ 191314 w 459154"/>
              <a:gd name="connsiteY64" fmla="*/ 191314 h 382628"/>
              <a:gd name="connsiteX65" fmla="*/ 267840 w 459154"/>
              <a:gd name="connsiteY65" fmla="*/ 191314 h 382628"/>
              <a:gd name="connsiteX66" fmla="*/ 267840 w 459154"/>
              <a:gd name="connsiteY66" fmla="*/ 210446 h 382628"/>
              <a:gd name="connsiteX67" fmla="*/ 382628 w 459154"/>
              <a:gd name="connsiteY67" fmla="*/ 172183 h 382628"/>
              <a:gd name="connsiteX68" fmla="*/ 76526 w 459154"/>
              <a:gd name="connsiteY68" fmla="*/ 172183 h 382628"/>
              <a:gd name="connsiteX69" fmla="*/ 76526 w 459154"/>
              <a:gd name="connsiteY69" fmla="*/ 153051 h 382628"/>
              <a:gd name="connsiteX70" fmla="*/ 283145 w 459154"/>
              <a:gd name="connsiteY70" fmla="*/ 153051 h 382628"/>
              <a:gd name="connsiteX71" fmla="*/ 298450 w 459154"/>
              <a:gd name="connsiteY71" fmla="*/ 145399 h 382628"/>
              <a:gd name="connsiteX72" fmla="*/ 367323 w 459154"/>
              <a:gd name="connsiteY72" fmla="*/ 57394 h 382628"/>
              <a:gd name="connsiteX73" fmla="*/ 382628 w 459154"/>
              <a:gd name="connsiteY73" fmla="*/ 57394 h 382628"/>
              <a:gd name="connsiteX74" fmla="*/ 382628 w 459154"/>
              <a:gd name="connsiteY74" fmla="*/ 172183 h 382628"/>
              <a:gd name="connsiteX75" fmla="*/ 382628 w 459154"/>
              <a:gd name="connsiteY75" fmla="*/ 172183 h 382628"/>
              <a:gd name="connsiteX76" fmla="*/ 401760 w 459154"/>
              <a:gd name="connsiteY76" fmla="*/ 143486 h 382628"/>
              <a:gd name="connsiteX77" fmla="*/ 401760 w 459154"/>
              <a:gd name="connsiteY77" fmla="*/ 86091 h 382628"/>
              <a:gd name="connsiteX78" fmla="*/ 440023 w 459154"/>
              <a:gd name="connsiteY78" fmla="*/ 86091 h 382628"/>
              <a:gd name="connsiteX79" fmla="*/ 440023 w 459154"/>
              <a:gd name="connsiteY79" fmla="*/ 143486 h 382628"/>
              <a:gd name="connsiteX80" fmla="*/ 401760 w 459154"/>
              <a:gd name="connsiteY80" fmla="*/ 143486 h 38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59154" h="382628">
                <a:moveTo>
                  <a:pt x="459154" y="86091"/>
                </a:moveTo>
                <a:cubicBezTo>
                  <a:pt x="459154" y="74613"/>
                  <a:pt x="451501" y="66960"/>
                  <a:pt x="440023" y="66960"/>
                </a:cubicBezTo>
                <a:lnTo>
                  <a:pt x="401760" y="66960"/>
                </a:lnTo>
                <a:lnTo>
                  <a:pt x="401760" y="57394"/>
                </a:lnTo>
                <a:cubicBezTo>
                  <a:pt x="401760" y="45915"/>
                  <a:pt x="394107" y="38263"/>
                  <a:pt x="382628" y="38263"/>
                </a:cubicBezTo>
                <a:lnTo>
                  <a:pt x="382628" y="38263"/>
                </a:lnTo>
                <a:lnTo>
                  <a:pt x="388368" y="30610"/>
                </a:lnTo>
                <a:cubicBezTo>
                  <a:pt x="392194" y="24871"/>
                  <a:pt x="394107" y="17218"/>
                  <a:pt x="390281" y="9566"/>
                </a:cubicBezTo>
                <a:cubicBezTo>
                  <a:pt x="386455" y="3826"/>
                  <a:pt x="380715" y="0"/>
                  <a:pt x="373063" y="0"/>
                </a:cubicBezTo>
                <a:lnTo>
                  <a:pt x="38263" y="0"/>
                </a:lnTo>
                <a:cubicBezTo>
                  <a:pt x="26784" y="0"/>
                  <a:pt x="19131" y="7653"/>
                  <a:pt x="19131" y="19131"/>
                </a:cubicBezTo>
                <a:lnTo>
                  <a:pt x="19131" y="133920"/>
                </a:lnTo>
                <a:cubicBezTo>
                  <a:pt x="19131" y="145399"/>
                  <a:pt x="26784" y="153051"/>
                  <a:pt x="38263" y="153051"/>
                </a:cubicBezTo>
                <a:lnTo>
                  <a:pt x="57394" y="153051"/>
                </a:lnTo>
                <a:lnTo>
                  <a:pt x="57394" y="172183"/>
                </a:lnTo>
                <a:cubicBezTo>
                  <a:pt x="57394" y="183662"/>
                  <a:pt x="65047" y="191314"/>
                  <a:pt x="76526" y="191314"/>
                </a:cubicBezTo>
                <a:lnTo>
                  <a:pt x="172183" y="191314"/>
                </a:lnTo>
                <a:lnTo>
                  <a:pt x="172183" y="210446"/>
                </a:lnTo>
                <a:cubicBezTo>
                  <a:pt x="172183" y="221924"/>
                  <a:pt x="179835" y="229577"/>
                  <a:pt x="191314" y="229577"/>
                </a:cubicBezTo>
                <a:lnTo>
                  <a:pt x="220011" y="229577"/>
                </a:lnTo>
                <a:lnTo>
                  <a:pt x="220011" y="279319"/>
                </a:lnTo>
                <a:cubicBezTo>
                  <a:pt x="206619" y="283145"/>
                  <a:pt x="197054" y="292711"/>
                  <a:pt x="193227" y="306103"/>
                </a:cubicBezTo>
                <a:lnTo>
                  <a:pt x="57394" y="306103"/>
                </a:lnTo>
                <a:lnTo>
                  <a:pt x="57394" y="267840"/>
                </a:lnTo>
                <a:cubicBezTo>
                  <a:pt x="57394" y="256361"/>
                  <a:pt x="49742" y="248708"/>
                  <a:pt x="38263" y="248708"/>
                </a:cubicBezTo>
                <a:lnTo>
                  <a:pt x="19131" y="248708"/>
                </a:lnTo>
                <a:cubicBezTo>
                  <a:pt x="7653" y="248708"/>
                  <a:pt x="0" y="256361"/>
                  <a:pt x="0" y="267840"/>
                </a:cubicBezTo>
                <a:lnTo>
                  <a:pt x="0" y="363497"/>
                </a:lnTo>
                <a:cubicBezTo>
                  <a:pt x="0" y="374976"/>
                  <a:pt x="7653" y="382628"/>
                  <a:pt x="19131" y="382628"/>
                </a:cubicBezTo>
                <a:lnTo>
                  <a:pt x="38263" y="382628"/>
                </a:lnTo>
                <a:cubicBezTo>
                  <a:pt x="49742" y="382628"/>
                  <a:pt x="57394" y="374976"/>
                  <a:pt x="57394" y="363497"/>
                </a:cubicBezTo>
                <a:lnTo>
                  <a:pt x="57394" y="325234"/>
                </a:lnTo>
                <a:lnTo>
                  <a:pt x="193227" y="325234"/>
                </a:lnTo>
                <a:cubicBezTo>
                  <a:pt x="197054" y="342452"/>
                  <a:pt x="212359" y="353931"/>
                  <a:pt x="229577" y="353931"/>
                </a:cubicBezTo>
                <a:cubicBezTo>
                  <a:pt x="250622" y="353931"/>
                  <a:pt x="267840" y="336713"/>
                  <a:pt x="267840" y="315668"/>
                </a:cubicBezTo>
                <a:cubicBezTo>
                  <a:pt x="267840" y="298450"/>
                  <a:pt x="256361" y="283145"/>
                  <a:pt x="239143" y="279319"/>
                </a:cubicBezTo>
                <a:lnTo>
                  <a:pt x="239143" y="229577"/>
                </a:lnTo>
                <a:lnTo>
                  <a:pt x="267840" y="229577"/>
                </a:lnTo>
                <a:cubicBezTo>
                  <a:pt x="279319" y="229577"/>
                  <a:pt x="286971" y="221924"/>
                  <a:pt x="286971" y="210446"/>
                </a:cubicBezTo>
                <a:lnTo>
                  <a:pt x="286971" y="191314"/>
                </a:lnTo>
                <a:lnTo>
                  <a:pt x="382628" y="191314"/>
                </a:lnTo>
                <a:cubicBezTo>
                  <a:pt x="394107" y="191314"/>
                  <a:pt x="401760" y="183662"/>
                  <a:pt x="401760" y="172183"/>
                </a:cubicBezTo>
                <a:lnTo>
                  <a:pt x="401760" y="162617"/>
                </a:lnTo>
                <a:lnTo>
                  <a:pt x="440023" y="162617"/>
                </a:lnTo>
                <a:cubicBezTo>
                  <a:pt x="451501" y="162617"/>
                  <a:pt x="459154" y="154964"/>
                  <a:pt x="459154" y="143486"/>
                </a:cubicBezTo>
                <a:cubicBezTo>
                  <a:pt x="459154" y="143486"/>
                  <a:pt x="459154" y="86091"/>
                  <a:pt x="459154" y="86091"/>
                </a:cubicBezTo>
                <a:close/>
                <a:moveTo>
                  <a:pt x="38263" y="363497"/>
                </a:moveTo>
                <a:lnTo>
                  <a:pt x="19131" y="363497"/>
                </a:lnTo>
                <a:lnTo>
                  <a:pt x="19131" y="267840"/>
                </a:lnTo>
                <a:lnTo>
                  <a:pt x="38263" y="267840"/>
                </a:lnTo>
                <a:lnTo>
                  <a:pt x="38263" y="363497"/>
                </a:lnTo>
                <a:close/>
                <a:moveTo>
                  <a:pt x="248708" y="315668"/>
                </a:moveTo>
                <a:cubicBezTo>
                  <a:pt x="248708" y="327147"/>
                  <a:pt x="241056" y="334800"/>
                  <a:pt x="229577" y="334800"/>
                </a:cubicBezTo>
                <a:cubicBezTo>
                  <a:pt x="218098" y="334800"/>
                  <a:pt x="210446" y="327147"/>
                  <a:pt x="210446" y="315668"/>
                </a:cubicBezTo>
                <a:cubicBezTo>
                  <a:pt x="210446" y="304190"/>
                  <a:pt x="218098" y="296537"/>
                  <a:pt x="229577" y="296537"/>
                </a:cubicBezTo>
                <a:cubicBezTo>
                  <a:pt x="241056" y="296537"/>
                  <a:pt x="248708" y="304190"/>
                  <a:pt x="248708" y="315668"/>
                </a:cubicBezTo>
                <a:close/>
                <a:moveTo>
                  <a:pt x="38263" y="133920"/>
                </a:moveTo>
                <a:lnTo>
                  <a:pt x="38263" y="19131"/>
                </a:lnTo>
                <a:lnTo>
                  <a:pt x="373063" y="19131"/>
                </a:lnTo>
                <a:lnTo>
                  <a:pt x="283145" y="133920"/>
                </a:lnTo>
                <a:lnTo>
                  <a:pt x="38263" y="133920"/>
                </a:lnTo>
                <a:lnTo>
                  <a:pt x="38263" y="133920"/>
                </a:lnTo>
                <a:close/>
                <a:moveTo>
                  <a:pt x="267840" y="210446"/>
                </a:moveTo>
                <a:lnTo>
                  <a:pt x="191314" y="210446"/>
                </a:lnTo>
                <a:lnTo>
                  <a:pt x="191314" y="191314"/>
                </a:lnTo>
                <a:lnTo>
                  <a:pt x="267840" y="191314"/>
                </a:lnTo>
                <a:lnTo>
                  <a:pt x="267840" y="210446"/>
                </a:lnTo>
                <a:close/>
                <a:moveTo>
                  <a:pt x="382628" y="172183"/>
                </a:moveTo>
                <a:lnTo>
                  <a:pt x="76526" y="172183"/>
                </a:lnTo>
                <a:lnTo>
                  <a:pt x="76526" y="153051"/>
                </a:lnTo>
                <a:lnTo>
                  <a:pt x="283145" y="153051"/>
                </a:lnTo>
                <a:cubicBezTo>
                  <a:pt x="288884" y="153051"/>
                  <a:pt x="294624" y="151138"/>
                  <a:pt x="298450" y="145399"/>
                </a:cubicBezTo>
                <a:lnTo>
                  <a:pt x="367323" y="57394"/>
                </a:lnTo>
                <a:lnTo>
                  <a:pt x="382628" y="57394"/>
                </a:lnTo>
                <a:lnTo>
                  <a:pt x="382628" y="172183"/>
                </a:lnTo>
                <a:lnTo>
                  <a:pt x="382628" y="172183"/>
                </a:lnTo>
                <a:close/>
                <a:moveTo>
                  <a:pt x="401760" y="143486"/>
                </a:moveTo>
                <a:lnTo>
                  <a:pt x="401760" y="86091"/>
                </a:lnTo>
                <a:lnTo>
                  <a:pt x="440023" y="86091"/>
                </a:lnTo>
                <a:lnTo>
                  <a:pt x="440023" y="143486"/>
                </a:lnTo>
                <a:lnTo>
                  <a:pt x="401760" y="143486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Graphic 375" descr="Scanned fingerprint icon.">
            <a:extLst>
              <a:ext uri="{FF2B5EF4-FFF2-40B4-BE49-F238E27FC236}">
                <a16:creationId xmlns:a16="http://schemas.microsoft.com/office/drawing/2014/main" id="{B5029086-3F28-D512-D89C-5EEF942D9D74}"/>
              </a:ext>
            </a:extLst>
          </p:cNvPr>
          <p:cNvSpPr/>
          <p:nvPr/>
        </p:nvSpPr>
        <p:spPr>
          <a:xfrm>
            <a:off x="7086115" y="4313822"/>
            <a:ext cx="459154" cy="344384"/>
          </a:xfrm>
          <a:custGeom>
            <a:avLst/>
            <a:gdLst>
              <a:gd name="connsiteX0" fmla="*/ 19131 w 459154"/>
              <a:gd name="connsiteY0" fmla="*/ 95676 h 344384"/>
              <a:gd name="connsiteX1" fmla="*/ 0 w 459154"/>
              <a:gd name="connsiteY1" fmla="*/ 95676 h 344384"/>
              <a:gd name="connsiteX2" fmla="*/ 55 w 459154"/>
              <a:gd name="connsiteY2" fmla="*/ 19131 h 344384"/>
              <a:gd name="connsiteX3" fmla="*/ 19187 w 459154"/>
              <a:gd name="connsiteY3" fmla="*/ 0 h 344384"/>
              <a:gd name="connsiteX4" fmla="*/ 95657 w 459154"/>
              <a:gd name="connsiteY4" fmla="*/ 19 h 344384"/>
              <a:gd name="connsiteX5" fmla="*/ 95657 w 459154"/>
              <a:gd name="connsiteY5" fmla="*/ 19151 h 344384"/>
              <a:gd name="connsiteX6" fmla="*/ 19187 w 459154"/>
              <a:gd name="connsiteY6" fmla="*/ 19131 h 344384"/>
              <a:gd name="connsiteX7" fmla="*/ 19131 w 459154"/>
              <a:gd name="connsiteY7" fmla="*/ 95676 h 344384"/>
              <a:gd name="connsiteX8" fmla="*/ 440023 w 459154"/>
              <a:gd name="connsiteY8" fmla="*/ 95676 h 344384"/>
              <a:gd name="connsiteX9" fmla="*/ 459154 w 459154"/>
              <a:gd name="connsiteY9" fmla="*/ 95676 h 344384"/>
              <a:gd name="connsiteX10" fmla="*/ 459099 w 459154"/>
              <a:gd name="connsiteY10" fmla="*/ 19131 h 344384"/>
              <a:gd name="connsiteX11" fmla="*/ 439967 w 459154"/>
              <a:gd name="connsiteY11" fmla="*/ 0 h 344384"/>
              <a:gd name="connsiteX12" fmla="*/ 363497 w 459154"/>
              <a:gd name="connsiteY12" fmla="*/ 19 h 344384"/>
              <a:gd name="connsiteX13" fmla="*/ 363497 w 459154"/>
              <a:gd name="connsiteY13" fmla="*/ 19151 h 344384"/>
              <a:gd name="connsiteX14" fmla="*/ 439967 w 459154"/>
              <a:gd name="connsiteY14" fmla="*/ 19131 h 344384"/>
              <a:gd name="connsiteX15" fmla="*/ 440023 w 459154"/>
              <a:gd name="connsiteY15" fmla="*/ 95676 h 344384"/>
              <a:gd name="connsiteX16" fmla="*/ 19131 w 459154"/>
              <a:gd name="connsiteY16" fmla="*/ 248728 h 344384"/>
              <a:gd name="connsiteX17" fmla="*/ 0 w 459154"/>
              <a:gd name="connsiteY17" fmla="*/ 248728 h 344384"/>
              <a:gd name="connsiteX18" fmla="*/ 55 w 459154"/>
              <a:gd name="connsiteY18" fmla="*/ 325253 h 344384"/>
              <a:gd name="connsiteX19" fmla="*/ 19187 w 459154"/>
              <a:gd name="connsiteY19" fmla="*/ 344385 h 344384"/>
              <a:gd name="connsiteX20" fmla="*/ 95657 w 459154"/>
              <a:gd name="connsiteY20" fmla="*/ 344366 h 344384"/>
              <a:gd name="connsiteX21" fmla="*/ 95657 w 459154"/>
              <a:gd name="connsiteY21" fmla="*/ 325234 h 344384"/>
              <a:gd name="connsiteX22" fmla="*/ 19187 w 459154"/>
              <a:gd name="connsiteY22" fmla="*/ 325253 h 344384"/>
              <a:gd name="connsiteX23" fmla="*/ 19131 w 459154"/>
              <a:gd name="connsiteY23" fmla="*/ 248728 h 344384"/>
              <a:gd name="connsiteX24" fmla="*/ 439967 w 459154"/>
              <a:gd name="connsiteY24" fmla="*/ 325253 h 344384"/>
              <a:gd name="connsiteX25" fmla="*/ 363497 w 459154"/>
              <a:gd name="connsiteY25" fmla="*/ 325234 h 344384"/>
              <a:gd name="connsiteX26" fmla="*/ 363497 w 459154"/>
              <a:gd name="connsiteY26" fmla="*/ 344366 h 344384"/>
              <a:gd name="connsiteX27" fmla="*/ 439967 w 459154"/>
              <a:gd name="connsiteY27" fmla="*/ 344385 h 344384"/>
              <a:gd name="connsiteX28" fmla="*/ 459099 w 459154"/>
              <a:gd name="connsiteY28" fmla="*/ 325253 h 344384"/>
              <a:gd name="connsiteX29" fmla="*/ 459154 w 459154"/>
              <a:gd name="connsiteY29" fmla="*/ 248728 h 344384"/>
              <a:gd name="connsiteX30" fmla="*/ 440023 w 459154"/>
              <a:gd name="connsiteY30" fmla="*/ 248728 h 344384"/>
              <a:gd name="connsiteX31" fmla="*/ 439967 w 459154"/>
              <a:gd name="connsiteY31" fmla="*/ 325253 h 344384"/>
              <a:gd name="connsiteX32" fmla="*/ 194061 w 459154"/>
              <a:gd name="connsiteY32" fmla="*/ 289644 h 344384"/>
              <a:gd name="connsiteX33" fmla="*/ 207159 w 459154"/>
              <a:gd name="connsiteY33" fmla="*/ 303581 h 344384"/>
              <a:gd name="connsiteX34" fmla="*/ 239171 w 459154"/>
              <a:gd name="connsiteY34" fmla="*/ 172426 h 344384"/>
              <a:gd name="connsiteX35" fmla="*/ 220040 w 459154"/>
              <a:gd name="connsiteY35" fmla="*/ 172426 h 344384"/>
              <a:gd name="connsiteX36" fmla="*/ 194061 w 459154"/>
              <a:gd name="connsiteY36" fmla="*/ 289644 h 344384"/>
              <a:gd name="connsiteX37" fmla="*/ 250241 w 459154"/>
              <a:gd name="connsiteY37" fmla="*/ 118489 h 344384"/>
              <a:gd name="connsiteX38" fmla="*/ 204019 w 459154"/>
              <a:gd name="connsiteY38" fmla="*/ 123926 h 344384"/>
              <a:gd name="connsiteX39" fmla="*/ 182095 w 459154"/>
              <a:gd name="connsiteY39" fmla="*/ 160076 h 344384"/>
              <a:gd name="connsiteX40" fmla="*/ 174473 w 459154"/>
              <a:gd name="connsiteY40" fmla="*/ 207364 h 344384"/>
              <a:gd name="connsiteX41" fmla="*/ 174211 w 459154"/>
              <a:gd name="connsiteY41" fmla="*/ 210260 h 344384"/>
              <a:gd name="connsiteX42" fmla="*/ 174192 w 459154"/>
              <a:gd name="connsiteY42" fmla="*/ 210465 h 344384"/>
              <a:gd name="connsiteX43" fmla="*/ 193403 w 459154"/>
              <a:gd name="connsiteY43" fmla="*/ 210465 h 344384"/>
              <a:gd name="connsiteX44" fmla="*/ 193530 w 459154"/>
              <a:gd name="connsiteY44" fmla="*/ 209082 h 344384"/>
              <a:gd name="connsiteX45" fmla="*/ 200536 w 459154"/>
              <a:gd name="connsiteY45" fmla="*/ 165196 h 344384"/>
              <a:gd name="connsiteX46" fmla="*/ 215716 w 459154"/>
              <a:gd name="connsiteY46" fmla="*/ 139059 h 344384"/>
              <a:gd name="connsiteX47" fmla="*/ 243097 w 459154"/>
              <a:gd name="connsiteY47" fmla="*/ 136237 h 344384"/>
              <a:gd name="connsiteX48" fmla="*/ 263956 w 459154"/>
              <a:gd name="connsiteY48" fmla="*/ 158022 h 344384"/>
              <a:gd name="connsiteX49" fmla="*/ 269300 w 459154"/>
              <a:gd name="connsiteY49" fmla="*/ 206709 h 344384"/>
              <a:gd name="connsiteX50" fmla="*/ 249160 w 459154"/>
              <a:gd name="connsiteY50" fmla="*/ 285402 h 344384"/>
              <a:gd name="connsiteX51" fmla="*/ 243554 w 459154"/>
              <a:gd name="connsiteY51" fmla="*/ 293568 h 344384"/>
              <a:gd name="connsiteX52" fmla="*/ 258651 w 459154"/>
              <a:gd name="connsiteY52" fmla="*/ 305301 h 344384"/>
              <a:gd name="connsiteX53" fmla="*/ 265378 w 459154"/>
              <a:gd name="connsiteY53" fmla="*/ 295531 h 344384"/>
              <a:gd name="connsiteX54" fmla="*/ 288433 w 459154"/>
              <a:gd name="connsiteY54" fmla="*/ 206860 h 344384"/>
              <a:gd name="connsiteX55" fmla="*/ 281819 w 459154"/>
              <a:gd name="connsiteY55" fmla="*/ 151203 h 344384"/>
              <a:gd name="connsiteX56" fmla="*/ 250245 w 459154"/>
              <a:gd name="connsiteY56" fmla="*/ 118489 h 344384"/>
              <a:gd name="connsiteX57" fmla="*/ 166904 w 459154"/>
              <a:gd name="connsiteY57" fmla="*/ 247570 h 344384"/>
              <a:gd name="connsiteX58" fmla="*/ 144746 w 459154"/>
              <a:gd name="connsiteY58" fmla="*/ 276416 h 344384"/>
              <a:gd name="connsiteX59" fmla="*/ 156908 w 459154"/>
              <a:gd name="connsiteY59" fmla="*/ 291176 h 344384"/>
              <a:gd name="connsiteX60" fmla="*/ 184391 w 459154"/>
              <a:gd name="connsiteY60" fmla="*/ 255343 h 344384"/>
              <a:gd name="connsiteX61" fmla="*/ 191270 w 459154"/>
              <a:gd name="connsiteY61" fmla="*/ 229598 h 344384"/>
              <a:gd name="connsiteX62" fmla="*/ 171976 w 459154"/>
              <a:gd name="connsiteY62" fmla="*/ 229598 h 344384"/>
              <a:gd name="connsiteX63" fmla="*/ 166904 w 459154"/>
              <a:gd name="connsiteY63" fmla="*/ 247572 h 344384"/>
              <a:gd name="connsiteX64" fmla="*/ 320224 w 459154"/>
              <a:gd name="connsiteY64" fmla="*/ 181806 h 344384"/>
              <a:gd name="connsiteX65" fmla="*/ 339437 w 459154"/>
              <a:gd name="connsiteY65" fmla="*/ 181967 h 344384"/>
              <a:gd name="connsiteX66" fmla="*/ 334146 w 459154"/>
              <a:gd name="connsiteY66" fmla="*/ 149390 h 344384"/>
              <a:gd name="connsiteX67" fmla="*/ 262850 w 459154"/>
              <a:gd name="connsiteY67" fmla="*/ 72770 h 344384"/>
              <a:gd name="connsiteX68" fmla="*/ 206631 w 459154"/>
              <a:gd name="connsiteY68" fmla="*/ 70446 h 344384"/>
              <a:gd name="connsiteX69" fmla="*/ 213933 w 459154"/>
              <a:gd name="connsiteY69" fmla="*/ 88406 h 344384"/>
              <a:gd name="connsiteX70" fmla="*/ 256535 w 459154"/>
              <a:gd name="connsiteY70" fmla="*/ 90817 h 344384"/>
              <a:gd name="connsiteX71" fmla="*/ 315686 w 459154"/>
              <a:gd name="connsiteY71" fmla="*/ 154394 h 344384"/>
              <a:gd name="connsiteX72" fmla="*/ 320224 w 459154"/>
              <a:gd name="connsiteY72" fmla="*/ 181802 h 344384"/>
              <a:gd name="connsiteX73" fmla="*/ 166895 w 459154"/>
              <a:gd name="connsiteY73" fmla="*/ 114716 h 344384"/>
              <a:gd name="connsiteX74" fmla="*/ 195579 w 459154"/>
              <a:gd name="connsiteY74" fmla="*/ 94084 h 344384"/>
              <a:gd name="connsiteX75" fmla="*/ 188391 w 459154"/>
              <a:gd name="connsiteY75" fmla="*/ 76403 h 344384"/>
              <a:gd name="connsiteX76" fmla="*/ 152602 w 459154"/>
              <a:gd name="connsiteY76" fmla="*/ 102011 h 344384"/>
              <a:gd name="connsiteX77" fmla="*/ 125774 w 459154"/>
              <a:gd name="connsiteY77" fmla="*/ 183524 h 344384"/>
              <a:gd name="connsiteX78" fmla="*/ 123363 w 459154"/>
              <a:gd name="connsiteY78" fmla="*/ 204842 h 344384"/>
              <a:gd name="connsiteX79" fmla="*/ 113386 w 459154"/>
              <a:gd name="connsiteY79" fmla="*/ 240377 h 344384"/>
              <a:gd name="connsiteX80" fmla="*/ 129193 w 459154"/>
              <a:gd name="connsiteY80" fmla="*/ 251138 h 344384"/>
              <a:gd name="connsiteX81" fmla="*/ 142514 w 459154"/>
              <a:gd name="connsiteY81" fmla="*/ 206019 h 344384"/>
              <a:gd name="connsiteX82" fmla="*/ 144811 w 459154"/>
              <a:gd name="connsiteY82" fmla="*/ 185393 h 344384"/>
              <a:gd name="connsiteX83" fmla="*/ 166895 w 459154"/>
              <a:gd name="connsiteY83" fmla="*/ 114716 h 344384"/>
              <a:gd name="connsiteX84" fmla="*/ 296686 w 459154"/>
              <a:gd name="connsiteY84" fmla="*/ 303564 h 344384"/>
              <a:gd name="connsiteX85" fmla="*/ 314398 w 459154"/>
              <a:gd name="connsiteY85" fmla="*/ 310738 h 344384"/>
              <a:gd name="connsiteX86" fmla="*/ 340145 w 459154"/>
              <a:gd name="connsiteY86" fmla="*/ 201106 h 344384"/>
              <a:gd name="connsiteX87" fmla="*/ 321019 w 459154"/>
              <a:gd name="connsiteY87" fmla="*/ 200947 h 344384"/>
              <a:gd name="connsiteX88" fmla="*/ 296686 w 459154"/>
              <a:gd name="connsiteY88" fmla="*/ 303564 h 344384"/>
              <a:gd name="connsiteX89" fmla="*/ 229567 w 459154"/>
              <a:gd name="connsiteY89" fmla="*/ 19283 h 344384"/>
              <a:gd name="connsiteX90" fmla="*/ 121756 w 459154"/>
              <a:gd name="connsiteY90" fmla="*/ 65617 h 344384"/>
              <a:gd name="connsiteX91" fmla="*/ 102447 w 459154"/>
              <a:gd name="connsiteY91" fmla="*/ 90714 h 344384"/>
              <a:gd name="connsiteX92" fmla="*/ 119080 w 459154"/>
              <a:gd name="connsiteY92" fmla="*/ 100396 h 344384"/>
              <a:gd name="connsiteX93" fmla="*/ 136022 w 459154"/>
              <a:gd name="connsiteY93" fmla="*/ 78358 h 344384"/>
              <a:gd name="connsiteX94" fmla="*/ 229567 w 459154"/>
              <a:gd name="connsiteY94" fmla="*/ 38414 h 344384"/>
              <a:gd name="connsiteX95" fmla="*/ 363459 w 459154"/>
              <a:gd name="connsiteY95" fmla="*/ 172389 h 344384"/>
              <a:gd name="connsiteX96" fmla="*/ 382590 w 459154"/>
              <a:gd name="connsiteY96" fmla="*/ 171942 h 344384"/>
              <a:gd name="connsiteX97" fmla="*/ 229567 w 459154"/>
              <a:gd name="connsiteY97" fmla="*/ 19283 h 344384"/>
              <a:gd name="connsiteX98" fmla="*/ 91808 w 459154"/>
              <a:gd name="connsiteY98" fmla="*/ 109166 h 344384"/>
              <a:gd name="connsiteX99" fmla="*/ 76711 w 459154"/>
              <a:gd name="connsiteY99" fmla="*/ 161609 h 344384"/>
              <a:gd name="connsiteX100" fmla="*/ 95655 w 459154"/>
              <a:gd name="connsiteY100" fmla="*/ 164299 h 344384"/>
              <a:gd name="connsiteX101" fmla="*/ 108996 w 459154"/>
              <a:gd name="connsiteY101" fmla="*/ 117553 h 344384"/>
              <a:gd name="connsiteX102" fmla="*/ 109388 w 459154"/>
              <a:gd name="connsiteY102" fmla="*/ 116885 h 344384"/>
              <a:gd name="connsiteX103" fmla="*/ 92833 w 459154"/>
              <a:gd name="connsiteY103" fmla="*/ 107249 h 344384"/>
              <a:gd name="connsiteX104" fmla="*/ 91808 w 459154"/>
              <a:gd name="connsiteY104" fmla="*/ 109164 h 34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459154" h="344384">
                <a:moveTo>
                  <a:pt x="19131" y="95676"/>
                </a:moveTo>
                <a:lnTo>
                  <a:pt x="0" y="95676"/>
                </a:lnTo>
                <a:lnTo>
                  <a:pt x="55" y="19131"/>
                </a:lnTo>
                <a:cubicBezTo>
                  <a:pt x="55" y="8577"/>
                  <a:pt x="8642" y="0"/>
                  <a:pt x="19187" y="0"/>
                </a:cubicBezTo>
                <a:lnTo>
                  <a:pt x="95657" y="19"/>
                </a:lnTo>
                <a:lnTo>
                  <a:pt x="95657" y="19151"/>
                </a:lnTo>
                <a:lnTo>
                  <a:pt x="19187" y="19131"/>
                </a:lnTo>
                <a:lnTo>
                  <a:pt x="19131" y="95676"/>
                </a:lnTo>
                <a:close/>
                <a:moveTo>
                  <a:pt x="440023" y="95676"/>
                </a:moveTo>
                <a:lnTo>
                  <a:pt x="459154" y="95676"/>
                </a:lnTo>
                <a:lnTo>
                  <a:pt x="459099" y="19131"/>
                </a:lnTo>
                <a:cubicBezTo>
                  <a:pt x="459099" y="8575"/>
                  <a:pt x="450524" y="0"/>
                  <a:pt x="439967" y="0"/>
                </a:cubicBezTo>
                <a:lnTo>
                  <a:pt x="363497" y="19"/>
                </a:lnTo>
                <a:lnTo>
                  <a:pt x="363497" y="19151"/>
                </a:lnTo>
                <a:lnTo>
                  <a:pt x="439967" y="19131"/>
                </a:lnTo>
                <a:lnTo>
                  <a:pt x="440023" y="95676"/>
                </a:lnTo>
                <a:close/>
                <a:moveTo>
                  <a:pt x="19131" y="248728"/>
                </a:moveTo>
                <a:lnTo>
                  <a:pt x="0" y="248728"/>
                </a:lnTo>
                <a:lnTo>
                  <a:pt x="55" y="325253"/>
                </a:lnTo>
                <a:cubicBezTo>
                  <a:pt x="55" y="335810"/>
                  <a:pt x="8640" y="344385"/>
                  <a:pt x="19187" y="344385"/>
                </a:cubicBezTo>
                <a:lnTo>
                  <a:pt x="95657" y="344366"/>
                </a:lnTo>
                <a:lnTo>
                  <a:pt x="95657" y="325234"/>
                </a:lnTo>
                <a:lnTo>
                  <a:pt x="19187" y="325253"/>
                </a:lnTo>
                <a:lnTo>
                  <a:pt x="19131" y="248728"/>
                </a:lnTo>
                <a:close/>
                <a:moveTo>
                  <a:pt x="439967" y="325253"/>
                </a:moveTo>
                <a:lnTo>
                  <a:pt x="363497" y="325234"/>
                </a:lnTo>
                <a:lnTo>
                  <a:pt x="363497" y="344366"/>
                </a:lnTo>
                <a:lnTo>
                  <a:pt x="439967" y="344385"/>
                </a:lnTo>
                <a:cubicBezTo>
                  <a:pt x="450524" y="344385"/>
                  <a:pt x="459099" y="335810"/>
                  <a:pt x="459099" y="325253"/>
                </a:cubicBezTo>
                <a:lnTo>
                  <a:pt x="459154" y="248728"/>
                </a:lnTo>
                <a:lnTo>
                  <a:pt x="440023" y="248728"/>
                </a:lnTo>
                <a:lnTo>
                  <a:pt x="439967" y="325253"/>
                </a:lnTo>
                <a:close/>
                <a:moveTo>
                  <a:pt x="194061" y="289644"/>
                </a:moveTo>
                <a:lnTo>
                  <a:pt x="207159" y="303581"/>
                </a:lnTo>
                <a:cubicBezTo>
                  <a:pt x="234725" y="277706"/>
                  <a:pt x="239171" y="243721"/>
                  <a:pt x="239171" y="172426"/>
                </a:cubicBezTo>
                <a:lnTo>
                  <a:pt x="220040" y="172426"/>
                </a:lnTo>
                <a:cubicBezTo>
                  <a:pt x="220040" y="245290"/>
                  <a:pt x="214454" y="270493"/>
                  <a:pt x="194061" y="289644"/>
                </a:cubicBezTo>
                <a:close/>
                <a:moveTo>
                  <a:pt x="250241" y="118489"/>
                </a:moveTo>
                <a:cubicBezTo>
                  <a:pt x="234603" y="112173"/>
                  <a:pt x="216453" y="114303"/>
                  <a:pt x="204019" y="123926"/>
                </a:cubicBezTo>
                <a:cubicBezTo>
                  <a:pt x="193977" y="131697"/>
                  <a:pt x="186598" y="143861"/>
                  <a:pt x="182095" y="160076"/>
                </a:cubicBezTo>
                <a:cubicBezTo>
                  <a:pt x="177985" y="174873"/>
                  <a:pt x="176078" y="189671"/>
                  <a:pt x="174473" y="207364"/>
                </a:cubicBezTo>
                <a:lnTo>
                  <a:pt x="174211" y="210260"/>
                </a:lnTo>
                <a:cubicBezTo>
                  <a:pt x="174205" y="210327"/>
                  <a:pt x="174197" y="210398"/>
                  <a:pt x="174192" y="210465"/>
                </a:cubicBezTo>
                <a:lnTo>
                  <a:pt x="193403" y="210465"/>
                </a:lnTo>
                <a:lnTo>
                  <a:pt x="193530" y="209082"/>
                </a:lnTo>
                <a:cubicBezTo>
                  <a:pt x="195033" y="192435"/>
                  <a:pt x="196809" y="178609"/>
                  <a:pt x="200536" y="165196"/>
                </a:cubicBezTo>
                <a:cubicBezTo>
                  <a:pt x="203908" y="153034"/>
                  <a:pt x="209018" y="144234"/>
                  <a:pt x="215716" y="139059"/>
                </a:cubicBezTo>
                <a:cubicBezTo>
                  <a:pt x="222871" y="133547"/>
                  <a:pt x="233614" y="132407"/>
                  <a:pt x="243097" y="136237"/>
                </a:cubicBezTo>
                <a:cubicBezTo>
                  <a:pt x="252523" y="140029"/>
                  <a:pt x="260126" y="147951"/>
                  <a:pt x="263956" y="158022"/>
                </a:cubicBezTo>
                <a:cubicBezTo>
                  <a:pt x="269598" y="172782"/>
                  <a:pt x="269430" y="190811"/>
                  <a:pt x="269300" y="206709"/>
                </a:cubicBezTo>
                <a:cubicBezTo>
                  <a:pt x="269037" y="237480"/>
                  <a:pt x="262070" y="264700"/>
                  <a:pt x="249160" y="285402"/>
                </a:cubicBezTo>
                <a:cubicBezTo>
                  <a:pt x="247404" y="288205"/>
                  <a:pt x="245573" y="290970"/>
                  <a:pt x="243554" y="293568"/>
                </a:cubicBezTo>
                <a:lnTo>
                  <a:pt x="258651" y="305301"/>
                </a:lnTo>
                <a:cubicBezTo>
                  <a:pt x="261081" y="302181"/>
                  <a:pt x="263285" y="298892"/>
                  <a:pt x="265378" y="295531"/>
                </a:cubicBezTo>
                <a:cubicBezTo>
                  <a:pt x="280174" y="271840"/>
                  <a:pt x="288152" y="241182"/>
                  <a:pt x="288433" y="206860"/>
                </a:cubicBezTo>
                <a:cubicBezTo>
                  <a:pt x="288582" y="189281"/>
                  <a:pt x="288750" y="169326"/>
                  <a:pt x="281819" y="151203"/>
                </a:cubicBezTo>
                <a:cubicBezTo>
                  <a:pt x="276103" y="136181"/>
                  <a:pt x="264593" y="124262"/>
                  <a:pt x="250245" y="118489"/>
                </a:cubicBezTo>
                <a:close/>
                <a:moveTo>
                  <a:pt x="166904" y="247570"/>
                </a:moveTo>
                <a:cubicBezTo>
                  <a:pt x="162057" y="258500"/>
                  <a:pt x="154387" y="268477"/>
                  <a:pt x="144746" y="276416"/>
                </a:cubicBezTo>
                <a:lnTo>
                  <a:pt x="156908" y="291176"/>
                </a:lnTo>
                <a:cubicBezTo>
                  <a:pt x="168837" y="281368"/>
                  <a:pt x="178337" y="268963"/>
                  <a:pt x="184391" y="255343"/>
                </a:cubicBezTo>
                <a:cubicBezTo>
                  <a:pt x="188112" y="246954"/>
                  <a:pt x="190006" y="238284"/>
                  <a:pt x="191270" y="229598"/>
                </a:cubicBezTo>
                <a:lnTo>
                  <a:pt x="171976" y="229598"/>
                </a:lnTo>
                <a:cubicBezTo>
                  <a:pt x="170916" y="235898"/>
                  <a:pt x="169382" y="241993"/>
                  <a:pt x="166904" y="247572"/>
                </a:cubicBezTo>
                <a:close/>
                <a:moveTo>
                  <a:pt x="320224" y="181806"/>
                </a:moveTo>
                <a:lnTo>
                  <a:pt x="339437" y="181967"/>
                </a:lnTo>
                <a:cubicBezTo>
                  <a:pt x="338645" y="172139"/>
                  <a:pt x="337228" y="160712"/>
                  <a:pt x="334146" y="149390"/>
                </a:cubicBezTo>
                <a:cubicBezTo>
                  <a:pt x="324693" y="114639"/>
                  <a:pt x="296705" y="84559"/>
                  <a:pt x="262850" y="72770"/>
                </a:cubicBezTo>
                <a:cubicBezTo>
                  <a:pt x="244878" y="66485"/>
                  <a:pt x="225236" y="66063"/>
                  <a:pt x="206631" y="70446"/>
                </a:cubicBezTo>
                <a:lnTo>
                  <a:pt x="213933" y="88406"/>
                </a:lnTo>
                <a:cubicBezTo>
                  <a:pt x="228136" y="85581"/>
                  <a:pt x="242919" y="86089"/>
                  <a:pt x="256535" y="90817"/>
                </a:cubicBezTo>
                <a:cubicBezTo>
                  <a:pt x="284616" y="100606"/>
                  <a:pt x="307838" y="125567"/>
                  <a:pt x="315686" y="154394"/>
                </a:cubicBezTo>
                <a:cubicBezTo>
                  <a:pt x="318201" y="163681"/>
                  <a:pt x="319474" y="173296"/>
                  <a:pt x="320224" y="181802"/>
                </a:cubicBezTo>
                <a:close/>
                <a:moveTo>
                  <a:pt x="166895" y="114716"/>
                </a:moveTo>
                <a:cubicBezTo>
                  <a:pt x="174846" y="105772"/>
                  <a:pt x="184760" y="98865"/>
                  <a:pt x="195579" y="94084"/>
                </a:cubicBezTo>
                <a:lnTo>
                  <a:pt x="188391" y="76403"/>
                </a:lnTo>
                <a:cubicBezTo>
                  <a:pt x="174869" y="82275"/>
                  <a:pt x="162497" y="90876"/>
                  <a:pt x="152602" y="102011"/>
                </a:cubicBezTo>
                <a:cubicBezTo>
                  <a:pt x="131442" y="125776"/>
                  <a:pt x="128557" y="155127"/>
                  <a:pt x="125774" y="183524"/>
                </a:cubicBezTo>
                <a:cubicBezTo>
                  <a:pt x="125119" y="190193"/>
                  <a:pt x="124465" y="196845"/>
                  <a:pt x="123363" y="204842"/>
                </a:cubicBezTo>
                <a:cubicBezTo>
                  <a:pt x="121682" y="217098"/>
                  <a:pt x="119776" y="230979"/>
                  <a:pt x="113386" y="240377"/>
                </a:cubicBezTo>
                <a:lnTo>
                  <a:pt x="129193" y="251138"/>
                </a:lnTo>
                <a:cubicBezTo>
                  <a:pt x="138123" y="238041"/>
                  <a:pt x="140356" y="221787"/>
                  <a:pt x="142514" y="206019"/>
                </a:cubicBezTo>
                <a:cubicBezTo>
                  <a:pt x="143457" y="199217"/>
                  <a:pt x="144140" y="192305"/>
                  <a:pt x="144811" y="185393"/>
                </a:cubicBezTo>
                <a:cubicBezTo>
                  <a:pt x="147417" y="158883"/>
                  <a:pt x="149874" y="133847"/>
                  <a:pt x="166895" y="114716"/>
                </a:cubicBezTo>
                <a:close/>
                <a:moveTo>
                  <a:pt x="296686" y="303564"/>
                </a:moveTo>
                <a:lnTo>
                  <a:pt x="314398" y="310738"/>
                </a:lnTo>
                <a:cubicBezTo>
                  <a:pt x="327310" y="278930"/>
                  <a:pt x="340019" y="241421"/>
                  <a:pt x="340145" y="201106"/>
                </a:cubicBezTo>
                <a:lnTo>
                  <a:pt x="321019" y="200947"/>
                </a:lnTo>
                <a:cubicBezTo>
                  <a:pt x="320912" y="238112"/>
                  <a:pt x="308884" y="273455"/>
                  <a:pt x="296686" y="303564"/>
                </a:cubicBezTo>
                <a:close/>
                <a:moveTo>
                  <a:pt x="229567" y="19283"/>
                </a:moveTo>
                <a:cubicBezTo>
                  <a:pt x="188006" y="19283"/>
                  <a:pt x="147698" y="36602"/>
                  <a:pt x="121756" y="65617"/>
                </a:cubicBezTo>
                <a:cubicBezTo>
                  <a:pt x="114274" y="73991"/>
                  <a:pt x="107949" y="82313"/>
                  <a:pt x="102447" y="90714"/>
                </a:cubicBezTo>
                <a:lnTo>
                  <a:pt x="119080" y="100396"/>
                </a:lnTo>
                <a:cubicBezTo>
                  <a:pt x="123945" y="93063"/>
                  <a:pt x="129422" y="85749"/>
                  <a:pt x="136022" y="78358"/>
                </a:cubicBezTo>
                <a:cubicBezTo>
                  <a:pt x="158060" y="53715"/>
                  <a:pt x="193903" y="38414"/>
                  <a:pt x="229567" y="38414"/>
                </a:cubicBezTo>
                <a:cubicBezTo>
                  <a:pt x="311408" y="38414"/>
                  <a:pt x="361459" y="88504"/>
                  <a:pt x="363459" y="172389"/>
                </a:cubicBezTo>
                <a:lnTo>
                  <a:pt x="382590" y="171942"/>
                </a:lnTo>
                <a:cubicBezTo>
                  <a:pt x="379900" y="59376"/>
                  <a:pt x="301768" y="19283"/>
                  <a:pt x="229567" y="19283"/>
                </a:cubicBezTo>
                <a:close/>
                <a:moveTo>
                  <a:pt x="91808" y="109166"/>
                </a:moveTo>
                <a:cubicBezTo>
                  <a:pt x="84530" y="124094"/>
                  <a:pt x="79589" y="141245"/>
                  <a:pt x="76711" y="161609"/>
                </a:cubicBezTo>
                <a:lnTo>
                  <a:pt x="95655" y="164299"/>
                </a:lnTo>
                <a:cubicBezTo>
                  <a:pt x="98251" y="145933"/>
                  <a:pt x="102615" y="130631"/>
                  <a:pt x="108996" y="117553"/>
                </a:cubicBezTo>
                <a:cubicBezTo>
                  <a:pt x="109105" y="117329"/>
                  <a:pt x="109277" y="117111"/>
                  <a:pt x="109388" y="116885"/>
                </a:cubicBezTo>
                <a:lnTo>
                  <a:pt x="92833" y="107249"/>
                </a:lnTo>
                <a:cubicBezTo>
                  <a:pt x="92510" y="107894"/>
                  <a:pt x="92122" y="108519"/>
                  <a:pt x="91808" y="109164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21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Transportation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716A1C-092D-45A6-8AB0-09BF8AFCCB89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173119"/>
          <a:ext cx="11065095" cy="4745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1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Airplane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Delivery van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Logistics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Minivan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Scooter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Bike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No parking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Compass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Speedometer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Stopwatch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Luggage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Forklift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Palette jack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Palette –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standing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Palette –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laying down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Trailer strap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Traffic light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147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7" name="Graphic 42" descr="Airplane icon.">
            <a:extLst>
              <a:ext uri="{FF2B5EF4-FFF2-40B4-BE49-F238E27FC236}">
                <a16:creationId xmlns:a16="http://schemas.microsoft.com/office/drawing/2014/main" id="{2A5D6B0B-E1E6-457C-8404-F0BB34284CAC}"/>
              </a:ext>
            </a:extLst>
          </p:cNvPr>
          <p:cNvSpPr>
            <a:spLocks noChangeAspect="1"/>
          </p:cNvSpPr>
          <p:nvPr/>
        </p:nvSpPr>
        <p:spPr>
          <a:xfrm>
            <a:off x="966104" y="1395106"/>
            <a:ext cx="430916" cy="435319"/>
          </a:xfrm>
          <a:custGeom>
            <a:avLst/>
            <a:gdLst>
              <a:gd name="connsiteX0" fmla="*/ 89793 w 430916"/>
              <a:gd name="connsiteY0" fmla="*/ 271017 h 435319"/>
              <a:gd name="connsiteX1" fmla="*/ 36299 w 430916"/>
              <a:gd name="connsiteY1" fmla="*/ 242360 h 435319"/>
              <a:gd name="connsiteX2" fmla="*/ 13373 w 430916"/>
              <a:gd name="connsiteY2" fmla="*/ 246181 h 435319"/>
              <a:gd name="connsiteX3" fmla="*/ 5731 w 430916"/>
              <a:gd name="connsiteY3" fmla="*/ 253822 h 435319"/>
              <a:gd name="connsiteX4" fmla="*/ 5731 w 430916"/>
              <a:gd name="connsiteY4" fmla="*/ 280569 h 435319"/>
              <a:gd name="connsiteX5" fmla="*/ 57315 w 430916"/>
              <a:gd name="connsiteY5" fmla="*/ 332153 h 435319"/>
              <a:gd name="connsiteX6" fmla="*/ 53494 w 430916"/>
              <a:gd name="connsiteY6" fmla="*/ 337884 h 435319"/>
              <a:gd name="connsiteX7" fmla="*/ 59225 w 430916"/>
              <a:gd name="connsiteY7" fmla="*/ 358900 h 435319"/>
              <a:gd name="connsiteX8" fmla="*/ 76420 w 430916"/>
              <a:gd name="connsiteY8" fmla="*/ 376094 h 435319"/>
              <a:gd name="connsiteX9" fmla="*/ 89793 w 430916"/>
              <a:gd name="connsiteY9" fmla="*/ 381825 h 435319"/>
              <a:gd name="connsiteX10" fmla="*/ 97435 w 430916"/>
              <a:gd name="connsiteY10" fmla="*/ 379915 h 435319"/>
              <a:gd name="connsiteX11" fmla="*/ 103167 w 430916"/>
              <a:gd name="connsiteY11" fmla="*/ 378004 h 435319"/>
              <a:gd name="connsiteX12" fmla="*/ 154750 w 430916"/>
              <a:gd name="connsiteY12" fmla="*/ 429588 h 435319"/>
              <a:gd name="connsiteX13" fmla="*/ 181497 w 430916"/>
              <a:gd name="connsiteY13" fmla="*/ 429588 h 435319"/>
              <a:gd name="connsiteX14" fmla="*/ 189139 w 430916"/>
              <a:gd name="connsiteY14" fmla="*/ 420035 h 435319"/>
              <a:gd name="connsiteX15" fmla="*/ 192960 w 430916"/>
              <a:gd name="connsiteY15" fmla="*/ 397109 h 435319"/>
              <a:gd name="connsiteX16" fmla="*/ 166213 w 430916"/>
              <a:gd name="connsiteY16" fmla="*/ 345526 h 435319"/>
              <a:gd name="connsiteX17" fmla="*/ 171944 w 430916"/>
              <a:gd name="connsiteY17" fmla="*/ 341705 h 435319"/>
              <a:gd name="connsiteX18" fmla="*/ 256006 w 430916"/>
              <a:gd name="connsiteY18" fmla="*/ 257643 h 435319"/>
              <a:gd name="connsiteX19" fmla="*/ 370635 w 430916"/>
              <a:gd name="connsiteY19" fmla="*/ 372273 h 435319"/>
              <a:gd name="connsiteX20" fmla="*/ 384009 w 430916"/>
              <a:gd name="connsiteY20" fmla="*/ 378004 h 435319"/>
              <a:gd name="connsiteX21" fmla="*/ 397382 w 430916"/>
              <a:gd name="connsiteY21" fmla="*/ 372273 h 435319"/>
              <a:gd name="connsiteX22" fmla="*/ 416487 w 430916"/>
              <a:gd name="connsiteY22" fmla="*/ 353168 h 435319"/>
              <a:gd name="connsiteX23" fmla="*/ 420308 w 430916"/>
              <a:gd name="connsiteY23" fmla="*/ 330242 h 435319"/>
              <a:gd name="connsiteX24" fmla="*/ 347709 w 430916"/>
              <a:gd name="connsiteY24" fmla="*/ 164029 h 435319"/>
              <a:gd name="connsiteX25" fmla="*/ 389740 w 430916"/>
              <a:gd name="connsiteY25" fmla="*/ 123909 h 435319"/>
              <a:gd name="connsiteX26" fmla="*/ 391651 w 430916"/>
              <a:gd name="connsiteY26" fmla="*/ 120088 h 435319"/>
              <a:gd name="connsiteX27" fmla="*/ 424129 w 430916"/>
              <a:gd name="connsiteY27" fmla="*/ 70415 h 435319"/>
              <a:gd name="connsiteX28" fmla="*/ 424129 w 430916"/>
              <a:gd name="connsiteY28" fmla="*/ 70415 h 435319"/>
              <a:gd name="connsiteX29" fmla="*/ 418398 w 430916"/>
              <a:gd name="connsiteY29" fmla="*/ 15011 h 435319"/>
              <a:gd name="connsiteX30" fmla="*/ 416487 w 430916"/>
              <a:gd name="connsiteY30" fmla="*/ 13101 h 435319"/>
              <a:gd name="connsiteX31" fmla="*/ 361083 w 430916"/>
              <a:gd name="connsiteY31" fmla="*/ 7369 h 435319"/>
              <a:gd name="connsiteX32" fmla="*/ 311410 w 430916"/>
              <a:gd name="connsiteY32" fmla="*/ 39847 h 435319"/>
              <a:gd name="connsiteX33" fmla="*/ 307589 w 430916"/>
              <a:gd name="connsiteY33" fmla="*/ 41758 h 435319"/>
              <a:gd name="connsiteX34" fmla="*/ 265558 w 430916"/>
              <a:gd name="connsiteY34" fmla="*/ 83789 h 435319"/>
              <a:gd name="connsiteX35" fmla="*/ 105077 w 430916"/>
              <a:gd name="connsiteY35" fmla="*/ 16921 h 435319"/>
              <a:gd name="connsiteX36" fmla="*/ 82151 w 430916"/>
              <a:gd name="connsiteY36" fmla="*/ 20742 h 435319"/>
              <a:gd name="connsiteX37" fmla="*/ 63046 w 430916"/>
              <a:gd name="connsiteY37" fmla="*/ 39847 h 435319"/>
              <a:gd name="connsiteX38" fmla="*/ 63046 w 430916"/>
              <a:gd name="connsiteY38" fmla="*/ 68505 h 435319"/>
              <a:gd name="connsiteX39" fmla="*/ 175765 w 430916"/>
              <a:gd name="connsiteY39" fmla="*/ 179313 h 435319"/>
              <a:gd name="connsiteX40" fmla="*/ 97435 w 430916"/>
              <a:gd name="connsiteY40" fmla="*/ 257643 h 435319"/>
              <a:gd name="connsiteX41" fmla="*/ 89793 w 430916"/>
              <a:gd name="connsiteY41" fmla="*/ 271017 h 435319"/>
              <a:gd name="connsiteX42" fmla="*/ 19105 w 430916"/>
              <a:gd name="connsiteY42" fmla="*/ 267196 h 435319"/>
              <a:gd name="connsiteX43" fmla="*/ 26747 w 430916"/>
              <a:gd name="connsiteY43" fmla="*/ 257643 h 435319"/>
              <a:gd name="connsiteX44" fmla="*/ 80241 w 430916"/>
              <a:gd name="connsiteY44" fmla="*/ 288211 h 435319"/>
              <a:gd name="connsiteX45" fmla="*/ 66867 w 430916"/>
              <a:gd name="connsiteY45" fmla="*/ 314958 h 435319"/>
              <a:gd name="connsiteX46" fmla="*/ 19105 w 430916"/>
              <a:gd name="connsiteY46" fmla="*/ 267196 h 435319"/>
              <a:gd name="connsiteX47" fmla="*/ 177676 w 430916"/>
              <a:gd name="connsiteY47" fmla="*/ 406662 h 435319"/>
              <a:gd name="connsiteX48" fmla="*/ 170034 w 430916"/>
              <a:gd name="connsiteY48" fmla="*/ 416214 h 435319"/>
              <a:gd name="connsiteX49" fmla="*/ 122271 w 430916"/>
              <a:gd name="connsiteY49" fmla="*/ 368452 h 435319"/>
              <a:gd name="connsiteX50" fmla="*/ 149018 w 430916"/>
              <a:gd name="connsiteY50" fmla="*/ 355079 h 435319"/>
              <a:gd name="connsiteX51" fmla="*/ 177676 w 430916"/>
              <a:gd name="connsiteY51" fmla="*/ 406662 h 435319"/>
              <a:gd name="connsiteX52" fmla="*/ 403114 w 430916"/>
              <a:gd name="connsiteY52" fmla="*/ 341705 h 435319"/>
              <a:gd name="connsiteX53" fmla="*/ 384009 w 430916"/>
              <a:gd name="connsiteY53" fmla="*/ 360810 h 435319"/>
              <a:gd name="connsiteX54" fmla="*/ 269379 w 430916"/>
              <a:gd name="connsiteY54" fmla="*/ 246181 h 435319"/>
              <a:gd name="connsiteX55" fmla="*/ 334336 w 430916"/>
              <a:gd name="connsiteY55" fmla="*/ 181224 h 435319"/>
              <a:gd name="connsiteX56" fmla="*/ 403114 w 430916"/>
              <a:gd name="connsiteY56" fmla="*/ 341705 h 435319"/>
              <a:gd name="connsiteX57" fmla="*/ 76420 w 430916"/>
              <a:gd name="connsiteY57" fmla="*/ 53221 h 435319"/>
              <a:gd name="connsiteX58" fmla="*/ 95525 w 430916"/>
              <a:gd name="connsiteY58" fmla="*/ 36026 h 435319"/>
              <a:gd name="connsiteX59" fmla="*/ 252185 w 430916"/>
              <a:gd name="connsiteY59" fmla="*/ 102894 h 435319"/>
              <a:gd name="connsiteX60" fmla="*/ 189139 w 430916"/>
              <a:gd name="connsiteY60" fmla="*/ 167850 h 435319"/>
              <a:gd name="connsiteX61" fmla="*/ 76420 w 430916"/>
              <a:gd name="connsiteY61" fmla="*/ 53221 h 435319"/>
              <a:gd name="connsiteX62" fmla="*/ 322873 w 430916"/>
              <a:gd name="connsiteY62" fmla="*/ 58952 h 435319"/>
              <a:gd name="connsiteX63" fmla="*/ 372546 w 430916"/>
              <a:gd name="connsiteY63" fmla="*/ 26474 h 435319"/>
              <a:gd name="connsiteX64" fmla="*/ 405024 w 430916"/>
              <a:gd name="connsiteY64" fmla="*/ 30295 h 435319"/>
              <a:gd name="connsiteX65" fmla="*/ 406935 w 430916"/>
              <a:gd name="connsiteY65" fmla="*/ 32205 h 435319"/>
              <a:gd name="connsiteX66" fmla="*/ 408845 w 430916"/>
              <a:gd name="connsiteY66" fmla="*/ 62773 h 435319"/>
              <a:gd name="connsiteX67" fmla="*/ 376367 w 430916"/>
              <a:gd name="connsiteY67" fmla="*/ 112446 h 435319"/>
              <a:gd name="connsiteX68" fmla="*/ 162392 w 430916"/>
              <a:gd name="connsiteY68" fmla="*/ 326421 h 435319"/>
              <a:gd name="connsiteX69" fmla="*/ 89793 w 430916"/>
              <a:gd name="connsiteY69" fmla="*/ 362720 h 435319"/>
              <a:gd name="connsiteX70" fmla="*/ 72599 w 430916"/>
              <a:gd name="connsiteY70" fmla="*/ 345526 h 435319"/>
              <a:gd name="connsiteX71" fmla="*/ 108898 w 430916"/>
              <a:gd name="connsiteY71" fmla="*/ 272927 h 435319"/>
              <a:gd name="connsiteX72" fmla="*/ 322873 w 430916"/>
              <a:gd name="connsiteY72" fmla="*/ 58952 h 435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30916" h="435319">
                <a:moveTo>
                  <a:pt x="89793" y="271017"/>
                </a:moveTo>
                <a:lnTo>
                  <a:pt x="36299" y="242360"/>
                </a:lnTo>
                <a:cubicBezTo>
                  <a:pt x="28657" y="238539"/>
                  <a:pt x="19105" y="240449"/>
                  <a:pt x="13373" y="246181"/>
                </a:cubicBezTo>
                <a:lnTo>
                  <a:pt x="5731" y="253822"/>
                </a:lnTo>
                <a:cubicBezTo>
                  <a:pt x="-1910" y="261464"/>
                  <a:pt x="-1910" y="272927"/>
                  <a:pt x="5731" y="280569"/>
                </a:cubicBezTo>
                <a:lnTo>
                  <a:pt x="57315" y="332153"/>
                </a:lnTo>
                <a:lnTo>
                  <a:pt x="53494" y="337884"/>
                </a:lnTo>
                <a:cubicBezTo>
                  <a:pt x="51583" y="345526"/>
                  <a:pt x="53494" y="353168"/>
                  <a:pt x="59225" y="358900"/>
                </a:cubicBezTo>
                <a:lnTo>
                  <a:pt x="76420" y="376094"/>
                </a:lnTo>
                <a:cubicBezTo>
                  <a:pt x="80241" y="379915"/>
                  <a:pt x="84062" y="381825"/>
                  <a:pt x="89793" y="381825"/>
                </a:cubicBezTo>
                <a:cubicBezTo>
                  <a:pt x="93614" y="381825"/>
                  <a:pt x="95525" y="381825"/>
                  <a:pt x="97435" y="379915"/>
                </a:cubicBezTo>
                <a:lnTo>
                  <a:pt x="103167" y="378004"/>
                </a:lnTo>
                <a:lnTo>
                  <a:pt x="154750" y="429588"/>
                </a:lnTo>
                <a:cubicBezTo>
                  <a:pt x="162392" y="437230"/>
                  <a:pt x="173855" y="437230"/>
                  <a:pt x="181497" y="429588"/>
                </a:cubicBezTo>
                <a:lnTo>
                  <a:pt x="189139" y="420035"/>
                </a:lnTo>
                <a:cubicBezTo>
                  <a:pt x="194870" y="414304"/>
                  <a:pt x="196781" y="404751"/>
                  <a:pt x="192960" y="397109"/>
                </a:cubicBezTo>
                <a:lnTo>
                  <a:pt x="166213" y="345526"/>
                </a:lnTo>
                <a:lnTo>
                  <a:pt x="171944" y="341705"/>
                </a:lnTo>
                <a:lnTo>
                  <a:pt x="256006" y="257643"/>
                </a:lnTo>
                <a:lnTo>
                  <a:pt x="370635" y="372273"/>
                </a:lnTo>
                <a:cubicBezTo>
                  <a:pt x="374456" y="376094"/>
                  <a:pt x="380188" y="378004"/>
                  <a:pt x="384009" y="378004"/>
                </a:cubicBezTo>
                <a:cubicBezTo>
                  <a:pt x="389740" y="378004"/>
                  <a:pt x="393561" y="376094"/>
                  <a:pt x="397382" y="372273"/>
                </a:cubicBezTo>
                <a:lnTo>
                  <a:pt x="416487" y="353168"/>
                </a:lnTo>
                <a:cubicBezTo>
                  <a:pt x="422219" y="347437"/>
                  <a:pt x="424129" y="337884"/>
                  <a:pt x="420308" y="330242"/>
                </a:cubicBezTo>
                <a:lnTo>
                  <a:pt x="347709" y="164029"/>
                </a:lnTo>
                <a:lnTo>
                  <a:pt x="389740" y="123909"/>
                </a:lnTo>
                <a:cubicBezTo>
                  <a:pt x="391651" y="121999"/>
                  <a:pt x="391651" y="121999"/>
                  <a:pt x="391651" y="120088"/>
                </a:cubicBezTo>
                <a:lnTo>
                  <a:pt x="424129" y="70415"/>
                </a:lnTo>
                <a:lnTo>
                  <a:pt x="424129" y="70415"/>
                </a:lnTo>
                <a:cubicBezTo>
                  <a:pt x="435592" y="53221"/>
                  <a:pt x="431771" y="30295"/>
                  <a:pt x="418398" y="15011"/>
                </a:cubicBezTo>
                <a:lnTo>
                  <a:pt x="416487" y="13101"/>
                </a:lnTo>
                <a:cubicBezTo>
                  <a:pt x="401203" y="-2183"/>
                  <a:pt x="378277" y="-4094"/>
                  <a:pt x="361083" y="7369"/>
                </a:cubicBezTo>
                <a:lnTo>
                  <a:pt x="311410" y="39847"/>
                </a:lnTo>
                <a:cubicBezTo>
                  <a:pt x="309500" y="39847"/>
                  <a:pt x="309500" y="41758"/>
                  <a:pt x="307589" y="41758"/>
                </a:cubicBezTo>
                <a:lnTo>
                  <a:pt x="265558" y="83789"/>
                </a:lnTo>
                <a:lnTo>
                  <a:pt x="105077" y="16921"/>
                </a:lnTo>
                <a:cubicBezTo>
                  <a:pt x="97435" y="13101"/>
                  <a:pt x="87883" y="15011"/>
                  <a:pt x="82151" y="20742"/>
                </a:cubicBezTo>
                <a:lnTo>
                  <a:pt x="63046" y="39847"/>
                </a:lnTo>
                <a:cubicBezTo>
                  <a:pt x="55404" y="47489"/>
                  <a:pt x="55404" y="60863"/>
                  <a:pt x="63046" y="68505"/>
                </a:cubicBezTo>
                <a:lnTo>
                  <a:pt x="175765" y="179313"/>
                </a:lnTo>
                <a:lnTo>
                  <a:pt x="97435" y="257643"/>
                </a:lnTo>
                <a:lnTo>
                  <a:pt x="89793" y="271017"/>
                </a:lnTo>
                <a:close/>
                <a:moveTo>
                  <a:pt x="19105" y="267196"/>
                </a:moveTo>
                <a:lnTo>
                  <a:pt x="26747" y="257643"/>
                </a:lnTo>
                <a:lnTo>
                  <a:pt x="80241" y="288211"/>
                </a:lnTo>
                <a:lnTo>
                  <a:pt x="66867" y="314958"/>
                </a:lnTo>
                <a:lnTo>
                  <a:pt x="19105" y="267196"/>
                </a:lnTo>
                <a:close/>
                <a:moveTo>
                  <a:pt x="177676" y="406662"/>
                </a:moveTo>
                <a:lnTo>
                  <a:pt x="170034" y="416214"/>
                </a:lnTo>
                <a:lnTo>
                  <a:pt x="122271" y="368452"/>
                </a:lnTo>
                <a:lnTo>
                  <a:pt x="149018" y="355079"/>
                </a:lnTo>
                <a:lnTo>
                  <a:pt x="177676" y="406662"/>
                </a:lnTo>
                <a:close/>
                <a:moveTo>
                  <a:pt x="403114" y="341705"/>
                </a:moveTo>
                <a:lnTo>
                  <a:pt x="384009" y="360810"/>
                </a:lnTo>
                <a:lnTo>
                  <a:pt x="269379" y="246181"/>
                </a:lnTo>
                <a:lnTo>
                  <a:pt x="334336" y="181224"/>
                </a:lnTo>
                <a:lnTo>
                  <a:pt x="403114" y="341705"/>
                </a:lnTo>
                <a:close/>
                <a:moveTo>
                  <a:pt x="76420" y="53221"/>
                </a:moveTo>
                <a:lnTo>
                  <a:pt x="95525" y="36026"/>
                </a:lnTo>
                <a:lnTo>
                  <a:pt x="252185" y="102894"/>
                </a:lnTo>
                <a:lnTo>
                  <a:pt x="189139" y="167850"/>
                </a:lnTo>
                <a:lnTo>
                  <a:pt x="76420" y="53221"/>
                </a:lnTo>
                <a:close/>
                <a:moveTo>
                  <a:pt x="322873" y="58952"/>
                </a:moveTo>
                <a:lnTo>
                  <a:pt x="372546" y="26474"/>
                </a:lnTo>
                <a:cubicBezTo>
                  <a:pt x="384009" y="20742"/>
                  <a:pt x="395472" y="22653"/>
                  <a:pt x="405024" y="30295"/>
                </a:cubicBezTo>
                <a:lnTo>
                  <a:pt x="406935" y="32205"/>
                </a:lnTo>
                <a:cubicBezTo>
                  <a:pt x="414577" y="39847"/>
                  <a:pt x="414577" y="53221"/>
                  <a:pt x="408845" y="62773"/>
                </a:cubicBezTo>
                <a:lnTo>
                  <a:pt x="376367" y="112446"/>
                </a:lnTo>
                <a:lnTo>
                  <a:pt x="162392" y="326421"/>
                </a:lnTo>
                <a:lnTo>
                  <a:pt x="89793" y="362720"/>
                </a:lnTo>
                <a:lnTo>
                  <a:pt x="72599" y="345526"/>
                </a:lnTo>
                <a:lnTo>
                  <a:pt x="108898" y="272927"/>
                </a:lnTo>
                <a:lnTo>
                  <a:pt x="322873" y="5895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48" descr="Bus icon.">
            <a:extLst>
              <a:ext uri="{FF2B5EF4-FFF2-40B4-BE49-F238E27FC236}">
                <a16:creationId xmlns:a16="http://schemas.microsoft.com/office/drawing/2014/main" id="{00A1FAC7-15FC-437B-952D-D8A4E84E8183}"/>
              </a:ext>
            </a:extLst>
          </p:cNvPr>
          <p:cNvSpPr>
            <a:spLocks noChangeAspect="1"/>
          </p:cNvSpPr>
          <p:nvPr/>
        </p:nvSpPr>
        <p:spPr>
          <a:xfrm>
            <a:off x="2193483" y="1410117"/>
            <a:ext cx="420308" cy="420308"/>
          </a:xfrm>
          <a:custGeom>
            <a:avLst/>
            <a:gdLst>
              <a:gd name="connsiteX0" fmla="*/ 38210 w 420308"/>
              <a:gd name="connsiteY0" fmla="*/ 282753 h 420308"/>
              <a:gd name="connsiteX1" fmla="*/ 72599 w 420308"/>
              <a:gd name="connsiteY1" fmla="*/ 315231 h 420308"/>
              <a:gd name="connsiteX2" fmla="*/ 105077 w 420308"/>
              <a:gd name="connsiteY2" fmla="*/ 280842 h 420308"/>
              <a:gd name="connsiteX3" fmla="*/ 70688 w 420308"/>
              <a:gd name="connsiteY3" fmla="*/ 248364 h 420308"/>
              <a:gd name="connsiteX4" fmla="*/ 70688 w 420308"/>
              <a:gd name="connsiteY4" fmla="*/ 248364 h 420308"/>
              <a:gd name="connsiteX5" fmla="*/ 38210 w 420308"/>
              <a:gd name="connsiteY5" fmla="*/ 282753 h 420308"/>
              <a:gd name="connsiteX6" fmla="*/ 85972 w 420308"/>
              <a:gd name="connsiteY6" fmla="*/ 282753 h 420308"/>
              <a:gd name="connsiteX7" fmla="*/ 70688 w 420308"/>
              <a:gd name="connsiteY7" fmla="*/ 296126 h 420308"/>
              <a:gd name="connsiteX8" fmla="*/ 57315 w 420308"/>
              <a:gd name="connsiteY8" fmla="*/ 280842 h 420308"/>
              <a:gd name="connsiteX9" fmla="*/ 70688 w 420308"/>
              <a:gd name="connsiteY9" fmla="*/ 267469 h 420308"/>
              <a:gd name="connsiteX10" fmla="*/ 85972 w 420308"/>
              <a:gd name="connsiteY10" fmla="*/ 282753 h 420308"/>
              <a:gd name="connsiteX11" fmla="*/ 85972 w 420308"/>
              <a:gd name="connsiteY11" fmla="*/ 282753 h 420308"/>
              <a:gd name="connsiteX12" fmla="*/ 349620 w 420308"/>
              <a:gd name="connsiteY12" fmla="*/ 315231 h 420308"/>
              <a:gd name="connsiteX13" fmla="*/ 384009 w 420308"/>
              <a:gd name="connsiteY13" fmla="*/ 280842 h 420308"/>
              <a:gd name="connsiteX14" fmla="*/ 349620 w 420308"/>
              <a:gd name="connsiteY14" fmla="*/ 248364 h 420308"/>
              <a:gd name="connsiteX15" fmla="*/ 315231 w 420308"/>
              <a:gd name="connsiteY15" fmla="*/ 282753 h 420308"/>
              <a:gd name="connsiteX16" fmla="*/ 349620 w 420308"/>
              <a:gd name="connsiteY16" fmla="*/ 315231 h 420308"/>
              <a:gd name="connsiteX17" fmla="*/ 349620 w 420308"/>
              <a:gd name="connsiteY17" fmla="*/ 267469 h 420308"/>
              <a:gd name="connsiteX18" fmla="*/ 364904 w 420308"/>
              <a:gd name="connsiteY18" fmla="*/ 282753 h 420308"/>
              <a:gd name="connsiteX19" fmla="*/ 349620 w 420308"/>
              <a:gd name="connsiteY19" fmla="*/ 298037 h 420308"/>
              <a:gd name="connsiteX20" fmla="*/ 334336 w 420308"/>
              <a:gd name="connsiteY20" fmla="*/ 282753 h 420308"/>
              <a:gd name="connsiteX21" fmla="*/ 334336 w 420308"/>
              <a:gd name="connsiteY21" fmla="*/ 282753 h 420308"/>
              <a:gd name="connsiteX22" fmla="*/ 349620 w 420308"/>
              <a:gd name="connsiteY22" fmla="*/ 267469 h 420308"/>
              <a:gd name="connsiteX23" fmla="*/ 315231 w 420308"/>
              <a:gd name="connsiteY23" fmla="*/ 0 h 420308"/>
              <a:gd name="connsiteX24" fmla="*/ 105077 w 420308"/>
              <a:gd name="connsiteY24" fmla="*/ 0 h 420308"/>
              <a:gd name="connsiteX25" fmla="*/ 0 w 420308"/>
              <a:gd name="connsiteY25" fmla="*/ 105077 h 420308"/>
              <a:gd name="connsiteX26" fmla="*/ 0 w 420308"/>
              <a:gd name="connsiteY26" fmla="*/ 343889 h 420308"/>
              <a:gd name="connsiteX27" fmla="*/ 19105 w 420308"/>
              <a:gd name="connsiteY27" fmla="*/ 362993 h 420308"/>
              <a:gd name="connsiteX28" fmla="*/ 19105 w 420308"/>
              <a:gd name="connsiteY28" fmla="*/ 401203 h 420308"/>
              <a:gd name="connsiteX29" fmla="*/ 38210 w 420308"/>
              <a:gd name="connsiteY29" fmla="*/ 420308 h 420308"/>
              <a:gd name="connsiteX30" fmla="*/ 76420 w 420308"/>
              <a:gd name="connsiteY30" fmla="*/ 420308 h 420308"/>
              <a:gd name="connsiteX31" fmla="*/ 95525 w 420308"/>
              <a:gd name="connsiteY31" fmla="*/ 401203 h 420308"/>
              <a:gd name="connsiteX32" fmla="*/ 95525 w 420308"/>
              <a:gd name="connsiteY32" fmla="*/ 362993 h 420308"/>
              <a:gd name="connsiteX33" fmla="*/ 324784 w 420308"/>
              <a:gd name="connsiteY33" fmla="*/ 362993 h 420308"/>
              <a:gd name="connsiteX34" fmla="*/ 324784 w 420308"/>
              <a:gd name="connsiteY34" fmla="*/ 401203 h 420308"/>
              <a:gd name="connsiteX35" fmla="*/ 343889 w 420308"/>
              <a:gd name="connsiteY35" fmla="*/ 420308 h 420308"/>
              <a:gd name="connsiteX36" fmla="*/ 382098 w 420308"/>
              <a:gd name="connsiteY36" fmla="*/ 420308 h 420308"/>
              <a:gd name="connsiteX37" fmla="*/ 401203 w 420308"/>
              <a:gd name="connsiteY37" fmla="*/ 401203 h 420308"/>
              <a:gd name="connsiteX38" fmla="*/ 401203 w 420308"/>
              <a:gd name="connsiteY38" fmla="*/ 362993 h 420308"/>
              <a:gd name="connsiteX39" fmla="*/ 420308 w 420308"/>
              <a:gd name="connsiteY39" fmla="*/ 343889 h 420308"/>
              <a:gd name="connsiteX40" fmla="*/ 420308 w 420308"/>
              <a:gd name="connsiteY40" fmla="*/ 105077 h 420308"/>
              <a:gd name="connsiteX41" fmla="*/ 315231 w 420308"/>
              <a:gd name="connsiteY41" fmla="*/ 0 h 420308"/>
              <a:gd name="connsiteX42" fmla="*/ 105077 w 420308"/>
              <a:gd name="connsiteY42" fmla="*/ 19105 h 420308"/>
              <a:gd name="connsiteX43" fmla="*/ 315231 w 420308"/>
              <a:gd name="connsiteY43" fmla="*/ 19105 h 420308"/>
              <a:gd name="connsiteX44" fmla="*/ 391651 w 420308"/>
              <a:gd name="connsiteY44" fmla="*/ 64957 h 420308"/>
              <a:gd name="connsiteX45" fmla="*/ 28657 w 420308"/>
              <a:gd name="connsiteY45" fmla="*/ 64957 h 420308"/>
              <a:gd name="connsiteX46" fmla="*/ 105077 w 420308"/>
              <a:gd name="connsiteY46" fmla="*/ 19105 h 420308"/>
              <a:gd name="connsiteX47" fmla="*/ 238811 w 420308"/>
              <a:gd name="connsiteY47" fmla="*/ 191049 h 420308"/>
              <a:gd name="connsiteX48" fmla="*/ 303768 w 420308"/>
              <a:gd name="connsiteY48" fmla="*/ 143287 h 420308"/>
              <a:gd name="connsiteX49" fmla="*/ 351530 w 420308"/>
              <a:gd name="connsiteY49" fmla="*/ 191049 h 420308"/>
              <a:gd name="connsiteX50" fmla="*/ 238811 w 420308"/>
              <a:gd name="connsiteY50" fmla="*/ 191049 h 420308"/>
              <a:gd name="connsiteX51" fmla="*/ 76420 w 420308"/>
              <a:gd name="connsiteY51" fmla="*/ 401203 h 420308"/>
              <a:gd name="connsiteX52" fmla="*/ 38210 w 420308"/>
              <a:gd name="connsiteY52" fmla="*/ 401203 h 420308"/>
              <a:gd name="connsiteX53" fmla="*/ 38210 w 420308"/>
              <a:gd name="connsiteY53" fmla="*/ 362993 h 420308"/>
              <a:gd name="connsiteX54" fmla="*/ 76420 w 420308"/>
              <a:gd name="connsiteY54" fmla="*/ 362993 h 420308"/>
              <a:gd name="connsiteX55" fmla="*/ 76420 w 420308"/>
              <a:gd name="connsiteY55" fmla="*/ 401203 h 420308"/>
              <a:gd name="connsiteX56" fmla="*/ 382098 w 420308"/>
              <a:gd name="connsiteY56" fmla="*/ 401203 h 420308"/>
              <a:gd name="connsiteX57" fmla="*/ 343889 w 420308"/>
              <a:gd name="connsiteY57" fmla="*/ 401203 h 420308"/>
              <a:gd name="connsiteX58" fmla="*/ 343889 w 420308"/>
              <a:gd name="connsiteY58" fmla="*/ 362993 h 420308"/>
              <a:gd name="connsiteX59" fmla="*/ 382098 w 420308"/>
              <a:gd name="connsiteY59" fmla="*/ 362993 h 420308"/>
              <a:gd name="connsiteX60" fmla="*/ 382098 w 420308"/>
              <a:gd name="connsiteY60" fmla="*/ 401203 h 420308"/>
              <a:gd name="connsiteX61" fmla="*/ 401203 w 420308"/>
              <a:gd name="connsiteY61" fmla="*/ 343889 h 420308"/>
              <a:gd name="connsiteX62" fmla="*/ 19105 w 420308"/>
              <a:gd name="connsiteY62" fmla="*/ 343889 h 420308"/>
              <a:gd name="connsiteX63" fmla="*/ 19105 w 420308"/>
              <a:gd name="connsiteY63" fmla="*/ 210154 h 420308"/>
              <a:gd name="connsiteX64" fmla="*/ 401203 w 420308"/>
              <a:gd name="connsiteY64" fmla="*/ 210154 h 420308"/>
              <a:gd name="connsiteX65" fmla="*/ 401203 w 420308"/>
              <a:gd name="connsiteY65" fmla="*/ 343889 h 420308"/>
              <a:gd name="connsiteX66" fmla="*/ 387830 w 420308"/>
              <a:gd name="connsiteY66" fmla="*/ 191049 h 420308"/>
              <a:gd name="connsiteX67" fmla="*/ 370635 w 420308"/>
              <a:gd name="connsiteY67" fmla="*/ 191049 h 420308"/>
              <a:gd name="connsiteX68" fmla="*/ 284663 w 420308"/>
              <a:gd name="connsiteY68" fmla="*/ 124182 h 420308"/>
              <a:gd name="connsiteX69" fmla="*/ 217796 w 420308"/>
              <a:gd name="connsiteY69" fmla="*/ 191049 h 420308"/>
              <a:gd name="connsiteX70" fmla="*/ 19105 w 420308"/>
              <a:gd name="connsiteY70" fmla="*/ 191049 h 420308"/>
              <a:gd name="connsiteX71" fmla="*/ 19105 w 420308"/>
              <a:gd name="connsiteY71" fmla="*/ 105077 h 420308"/>
              <a:gd name="connsiteX72" fmla="*/ 21015 w 420308"/>
              <a:gd name="connsiteY72" fmla="*/ 84062 h 420308"/>
              <a:gd name="connsiteX73" fmla="*/ 397382 w 420308"/>
              <a:gd name="connsiteY73" fmla="*/ 84062 h 420308"/>
              <a:gd name="connsiteX74" fmla="*/ 401203 w 420308"/>
              <a:gd name="connsiteY74" fmla="*/ 105077 h 420308"/>
              <a:gd name="connsiteX75" fmla="*/ 401203 w 420308"/>
              <a:gd name="connsiteY75" fmla="*/ 191049 h 420308"/>
              <a:gd name="connsiteX76" fmla="*/ 387830 w 420308"/>
              <a:gd name="connsiteY76" fmla="*/ 19104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20308" h="420308">
                <a:moveTo>
                  <a:pt x="38210" y="282753"/>
                </a:moveTo>
                <a:cubicBezTo>
                  <a:pt x="38210" y="301858"/>
                  <a:pt x="53494" y="315231"/>
                  <a:pt x="72599" y="315231"/>
                </a:cubicBezTo>
                <a:cubicBezTo>
                  <a:pt x="91704" y="315231"/>
                  <a:pt x="105077" y="299947"/>
                  <a:pt x="105077" y="280842"/>
                </a:cubicBezTo>
                <a:cubicBezTo>
                  <a:pt x="105077" y="261737"/>
                  <a:pt x="89793" y="248364"/>
                  <a:pt x="70688" y="248364"/>
                </a:cubicBezTo>
                <a:cubicBezTo>
                  <a:pt x="70688" y="248364"/>
                  <a:pt x="70688" y="248364"/>
                  <a:pt x="70688" y="248364"/>
                </a:cubicBezTo>
                <a:cubicBezTo>
                  <a:pt x="53494" y="248364"/>
                  <a:pt x="38210" y="263648"/>
                  <a:pt x="38210" y="282753"/>
                </a:cubicBezTo>
                <a:close/>
                <a:moveTo>
                  <a:pt x="85972" y="282753"/>
                </a:moveTo>
                <a:cubicBezTo>
                  <a:pt x="85972" y="290395"/>
                  <a:pt x="80241" y="296126"/>
                  <a:pt x="70688" y="296126"/>
                </a:cubicBezTo>
                <a:cubicBezTo>
                  <a:pt x="61136" y="296126"/>
                  <a:pt x="57315" y="290395"/>
                  <a:pt x="57315" y="280842"/>
                </a:cubicBezTo>
                <a:cubicBezTo>
                  <a:pt x="57315" y="273200"/>
                  <a:pt x="63046" y="267469"/>
                  <a:pt x="70688" y="267469"/>
                </a:cubicBezTo>
                <a:cubicBezTo>
                  <a:pt x="78330" y="267469"/>
                  <a:pt x="85972" y="273200"/>
                  <a:pt x="85972" y="282753"/>
                </a:cubicBezTo>
                <a:lnTo>
                  <a:pt x="85972" y="282753"/>
                </a:lnTo>
                <a:close/>
                <a:moveTo>
                  <a:pt x="349620" y="315231"/>
                </a:moveTo>
                <a:cubicBezTo>
                  <a:pt x="368725" y="315231"/>
                  <a:pt x="384009" y="299947"/>
                  <a:pt x="384009" y="280842"/>
                </a:cubicBezTo>
                <a:cubicBezTo>
                  <a:pt x="384009" y="261737"/>
                  <a:pt x="366814" y="248364"/>
                  <a:pt x="349620" y="248364"/>
                </a:cubicBezTo>
                <a:cubicBezTo>
                  <a:pt x="332426" y="248364"/>
                  <a:pt x="315231" y="263648"/>
                  <a:pt x="315231" y="282753"/>
                </a:cubicBezTo>
                <a:cubicBezTo>
                  <a:pt x="315231" y="301858"/>
                  <a:pt x="330515" y="315231"/>
                  <a:pt x="349620" y="315231"/>
                </a:cubicBezTo>
                <a:close/>
                <a:moveTo>
                  <a:pt x="349620" y="267469"/>
                </a:moveTo>
                <a:cubicBezTo>
                  <a:pt x="357262" y="267469"/>
                  <a:pt x="364904" y="273200"/>
                  <a:pt x="364904" y="282753"/>
                </a:cubicBezTo>
                <a:cubicBezTo>
                  <a:pt x="364904" y="292305"/>
                  <a:pt x="359172" y="298037"/>
                  <a:pt x="349620" y="298037"/>
                </a:cubicBezTo>
                <a:cubicBezTo>
                  <a:pt x="340068" y="298037"/>
                  <a:pt x="334336" y="292305"/>
                  <a:pt x="334336" y="282753"/>
                </a:cubicBezTo>
                <a:lnTo>
                  <a:pt x="334336" y="282753"/>
                </a:lnTo>
                <a:cubicBezTo>
                  <a:pt x="334336" y="273200"/>
                  <a:pt x="341978" y="267469"/>
                  <a:pt x="349620" y="267469"/>
                </a:cubicBezTo>
                <a:close/>
                <a:moveTo>
                  <a:pt x="315231" y="0"/>
                </a:moveTo>
                <a:lnTo>
                  <a:pt x="105077" y="0"/>
                </a:lnTo>
                <a:cubicBezTo>
                  <a:pt x="47762" y="0"/>
                  <a:pt x="0" y="47762"/>
                  <a:pt x="0" y="105077"/>
                </a:cubicBezTo>
                <a:lnTo>
                  <a:pt x="0" y="343889"/>
                </a:lnTo>
                <a:cubicBezTo>
                  <a:pt x="0" y="355351"/>
                  <a:pt x="7642" y="362993"/>
                  <a:pt x="19105" y="362993"/>
                </a:cubicBezTo>
                <a:lnTo>
                  <a:pt x="19105" y="401203"/>
                </a:lnTo>
                <a:cubicBezTo>
                  <a:pt x="19105" y="412666"/>
                  <a:pt x="26747" y="420308"/>
                  <a:pt x="38210" y="420308"/>
                </a:cubicBezTo>
                <a:lnTo>
                  <a:pt x="76420" y="420308"/>
                </a:lnTo>
                <a:cubicBezTo>
                  <a:pt x="87883" y="420308"/>
                  <a:pt x="95525" y="412666"/>
                  <a:pt x="95525" y="401203"/>
                </a:cubicBezTo>
                <a:lnTo>
                  <a:pt x="95525" y="362993"/>
                </a:lnTo>
                <a:lnTo>
                  <a:pt x="324784" y="362993"/>
                </a:lnTo>
                <a:lnTo>
                  <a:pt x="324784" y="401203"/>
                </a:lnTo>
                <a:cubicBezTo>
                  <a:pt x="324784" y="412666"/>
                  <a:pt x="332426" y="420308"/>
                  <a:pt x="343889" y="420308"/>
                </a:cubicBezTo>
                <a:lnTo>
                  <a:pt x="382098" y="420308"/>
                </a:lnTo>
                <a:cubicBezTo>
                  <a:pt x="393561" y="420308"/>
                  <a:pt x="401203" y="412666"/>
                  <a:pt x="401203" y="401203"/>
                </a:cubicBezTo>
                <a:lnTo>
                  <a:pt x="401203" y="362993"/>
                </a:lnTo>
                <a:cubicBezTo>
                  <a:pt x="412666" y="362993"/>
                  <a:pt x="420308" y="355351"/>
                  <a:pt x="420308" y="343889"/>
                </a:cubicBezTo>
                <a:lnTo>
                  <a:pt x="420308" y="105077"/>
                </a:lnTo>
                <a:cubicBezTo>
                  <a:pt x="420308" y="47762"/>
                  <a:pt x="372546" y="0"/>
                  <a:pt x="315231" y="0"/>
                </a:cubicBezTo>
                <a:close/>
                <a:moveTo>
                  <a:pt x="105077" y="19105"/>
                </a:moveTo>
                <a:lnTo>
                  <a:pt x="315231" y="19105"/>
                </a:lnTo>
                <a:cubicBezTo>
                  <a:pt x="347710" y="19105"/>
                  <a:pt x="376367" y="36299"/>
                  <a:pt x="391651" y="64957"/>
                </a:cubicBezTo>
                <a:lnTo>
                  <a:pt x="28657" y="64957"/>
                </a:lnTo>
                <a:cubicBezTo>
                  <a:pt x="43941" y="36299"/>
                  <a:pt x="72599" y="19105"/>
                  <a:pt x="105077" y="19105"/>
                </a:cubicBezTo>
                <a:close/>
                <a:moveTo>
                  <a:pt x="238811" y="191049"/>
                </a:moveTo>
                <a:cubicBezTo>
                  <a:pt x="242632" y="160481"/>
                  <a:pt x="273200" y="137555"/>
                  <a:pt x="303768" y="143287"/>
                </a:cubicBezTo>
                <a:cubicBezTo>
                  <a:pt x="328605" y="147108"/>
                  <a:pt x="349620" y="166213"/>
                  <a:pt x="351530" y="191049"/>
                </a:cubicBezTo>
                <a:lnTo>
                  <a:pt x="238811" y="191049"/>
                </a:lnTo>
                <a:close/>
                <a:moveTo>
                  <a:pt x="76420" y="401203"/>
                </a:moveTo>
                <a:lnTo>
                  <a:pt x="38210" y="401203"/>
                </a:lnTo>
                <a:lnTo>
                  <a:pt x="38210" y="362993"/>
                </a:lnTo>
                <a:lnTo>
                  <a:pt x="76420" y="362993"/>
                </a:lnTo>
                <a:lnTo>
                  <a:pt x="76420" y="401203"/>
                </a:lnTo>
                <a:close/>
                <a:moveTo>
                  <a:pt x="382098" y="401203"/>
                </a:moveTo>
                <a:lnTo>
                  <a:pt x="343889" y="401203"/>
                </a:lnTo>
                <a:lnTo>
                  <a:pt x="343889" y="362993"/>
                </a:lnTo>
                <a:lnTo>
                  <a:pt x="382098" y="362993"/>
                </a:lnTo>
                <a:lnTo>
                  <a:pt x="382098" y="401203"/>
                </a:lnTo>
                <a:close/>
                <a:moveTo>
                  <a:pt x="401203" y="343889"/>
                </a:moveTo>
                <a:lnTo>
                  <a:pt x="19105" y="343889"/>
                </a:lnTo>
                <a:lnTo>
                  <a:pt x="19105" y="210154"/>
                </a:lnTo>
                <a:lnTo>
                  <a:pt x="401203" y="210154"/>
                </a:lnTo>
                <a:lnTo>
                  <a:pt x="401203" y="343889"/>
                </a:lnTo>
                <a:close/>
                <a:moveTo>
                  <a:pt x="387830" y="191049"/>
                </a:moveTo>
                <a:lnTo>
                  <a:pt x="370635" y="191049"/>
                </a:lnTo>
                <a:cubicBezTo>
                  <a:pt x="364904" y="149018"/>
                  <a:pt x="326694" y="118450"/>
                  <a:pt x="284663" y="124182"/>
                </a:cubicBezTo>
                <a:cubicBezTo>
                  <a:pt x="250274" y="128003"/>
                  <a:pt x="221617" y="156660"/>
                  <a:pt x="217796" y="191049"/>
                </a:cubicBezTo>
                <a:lnTo>
                  <a:pt x="19105" y="191049"/>
                </a:lnTo>
                <a:lnTo>
                  <a:pt x="19105" y="105077"/>
                </a:lnTo>
                <a:cubicBezTo>
                  <a:pt x="19105" y="97435"/>
                  <a:pt x="21015" y="91704"/>
                  <a:pt x="21015" y="84062"/>
                </a:cubicBezTo>
                <a:lnTo>
                  <a:pt x="397382" y="84062"/>
                </a:lnTo>
                <a:cubicBezTo>
                  <a:pt x="399293" y="91704"/>
                  <a:pt x="401203" y="97435"/>
                  <a:pt x="401203" y="105077"/>
                </a:cubicBezTo>
                <a:lnTo>
                  <a:pt x="401203" y="191049"/>
                </a:lnTo>
                <a:lnTo>
                  <a:pt x="387830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51" descr="Car icon.">
            <a:extLst>
              <a:ext uri="{FF2B5EF4-FFF2-40B4-BE49-F238E27FC236}">
                <a16:creationId xmlns:a16="http://schemas.microsoft.com/office/drawing/2014/main" id="{7334E4F5-923F-4AA4-BBE4-584F9952B264}"/>
              </a:ext>
            </a:extLst>
          </p:cNvPr>
          <p:cNvSpPr>
            <a:spLocks noChangeAspect="1"/>
          </p:cNvSpPr>
          <p:nvPr/>
        </p:nvSpPr>
        <p:spPr>
          <a:xfrm>
            <a:off x="3399348" y="1448327"/>
            <a:ext cx="458518" cy="382098"/>
          </a:xfrm>
          <a:custGeom>
            <a:avLst/>
            <a:gdLst>
              <a:gd name="connsiteX0" fmla="*/ 418398 w 458518"/>
              <a:gd name="connsiteY0" fmla="*/ 152839 h 382098"/>
              <a:gd name="connsiteX1" fmla="*/ 364904 w 458518"/>
              <a:gd name="connsiteY1" fmla="*/ 11463 h 382098"/>
              <a:gd name="connsiteX2" fmla="*/ 347710 w 458518"/>
              <a:gd name="connsiteY2" fmla="*/ 0 h 382098"/>
              <a:gd name="connsiteX3" fmla="*/ 110809 w 458518"/>
              <a:gd name="connsiteY3" fmla="*/ 0 h 382098"/>
              <a:gd name="connsiteX4" fmla="*/ 93614 w 458518"/>
              <a:gd name="connsiteY4" fmla="*/ 11463 h 382098"/>
              <a:gd name="connsiteX5" fmla="*/ 40120 w 458518"/>
              <a:gd name="connsiteY5" fmla="*/ 152839 h 382098"/>
              <a:gd name="connsiteX6" fmla="*/ 0 w 458518"/>
              <a:gd name="connsiteY6" fmla="*/ 200602 h 382098"/>
              <a:gd name="connsiteX7" fmla="*/ 0 w 458518"/>
              <a:gd name="connsiteY7" fmla="*/ 305679 h 382098"/>
              <a:gd name="connsiteX8" fmla="*/ 19105 w 458518"/>
              <a:gd name="connsiteY8" fmla="*/ 324784 h 382098"/>
              <a:gd name="connsiteX9" fmla="*/ 19105 w 458518"/>
              <a:gd name="connsiteY9" fmla="*/ 362993 h 382098"/>
              <a:gd name="connsiteX10" fmla="*/ 38210 w 458518"/>
              <a:gd name="connsiteY10" fmla="*/ 382098 h 382098"/>
              <a:gd name="connsiteX11" fmla="*/ 76420 w 458518"/>
              <a:gd name="connsiteY11" fmla="*/ 382098 h 382098"/>
              <a:gd name="connsiteX12" fmla="*/ 95525 w 458518"/>
              <a:gd name="connsiteY12" fmla="*/ 362993 h 382098"/>
              <a:gd name="connsiteX13" fmla="*/ 95525 w 458518"/>
              <a:gd name="connsiteY13" fmla="*/ 324784 h 382098"/>
              <a:gd name="connsiteX14" fmla="*/ 362993 w 458518"/>
              <a:gd name="connsiteY14" fmla="*/ 324784 h 382098"/>
              <a:gd name="connsiteX15" fmla="*/ 362993 w 458518"/>
              <a:gd name="connsiteY15" fmla="*/ 362993 h 382098"/>
              <a:gd name="connsiteX16" fmla="*/ 382098 w 458518"/>
              <a:gd name="connsiteY16" fmla="*/ 382098 h 382098"/>
              <a:gd name="connsiteX17" fmla="*/ 420308 w 458518"/>
              <a:gd name="connsiteY17" fmla="*/ 382098 h 382098"/>
              <a:gd name="connsiteX18" fmla="*/ 439413 w 458518"/>
              <a:gd name="connsiteY18" fmla="*/ 362993 h 382098"/>
              <a:gd name="connsiteX19" fmla="*/ 439413 w 458518"/>
              <a:gd name="connsiteY19" fmla="*/ 324784 h 382098"/>
              <a:gd name="connsiteX20" fmla="*/ 458518 w 458518"/>
              <a:gd name="connsiteY20" fmla="*/ 305679 h 382098"/>
              <a:gd name="connsiteX21" fmla="*/ 458518 w 458518"/>
              <a:gd name="connsiteY21" fmla="*/ 200602 h 382098"/>
              <a:gd name="connsiteX22" fmla="*/ 418398 w 458518"/>
              <a:gd name="connsiteY22" fmla="*/ 152839 h 382098"/>
              <a:gd name="connsiteX23" fmla="*/ 112719 w 458518"/>
              <a:gd name="connsiteY23" fmla="*/ 19105 h 382098"/>
              <a:gd name="connsiteX24" fmla="*/ 347710 w 458518"/>
              <a:gd name="connsiteY24" fmla="*/ 19105 h 382098"/>
              <a:gd name="connsiteX25" fmla="*/ 397382 w 458518"/>
              <a:gd name="connsiteY25" fmla="*/ 152839 h 382098"/>
              <a:gd name="connsiteX26" fmla="*/ 382098 w 458518"/>
              <a:gd name="connsiteY26" fmla="*/ 152839 h 382098"/>
              <a:gd name="connsiteX27" fmla="*/ 294216 w 458518"/>
              <a:gd name="connsiteY27" fmla="*/ 89793 h 382098"/>
              <a:gd name="connsiteX28" fmla="*/ 231170 w 458518"/>
              <a:gd name="connsiteY28" fmla="*/ 152839 h 382098"/>
              <a:gd name="connsiteX29" fmla="*/ 61136 w 458518"/>
              <a:gd name="connsiteY29" fmla="*/ 152839 h 382098"/>
              <a:gd name="connsiteX30" fmla="*/ 112719 w 458518"/>
              <a:gd name="connsiteY30" fmla="*/ 19105 h 382098"/>
              <a:gd name="connsiteX31" fmla="*/ 362993 w 458518"/>
              <a:gd name="connsiteY31" fmla="*/ 152839 h 382098"/>
              <a:gd name="connsiteX32" fmla="*/ 250274 w 458518"/>
              <a:gd name="connsiteY32" fmla="*/ 152839 h 382098"/>
              <a:gd name="connsiteX33" fmla="*/ 317142 w 458518"/>
              <a:gd name="connsiteY33" fmla="*/ 106988 h 382098"/>
              <a:gd name="connsiteX34" fmla="*/ 362993 w 458518"/>
              <a:gd name="connsiteY34" fmla="*/ 152839 h 382098"/>
              <a:gd name="connsiteX35" fmla="*/ 76420 w 458518"/>
              <a:gd name="connsiteY35" fmla="*/ 362993 h 382098"/>
              <a:gd name="connsiteX36" fmla="*/ 38210 w 458518"/>
              <a:gd name="connsiteY36" fmla="*/ 362993 h 382098"/>
              <a:gd name="connsiteX37" fmla="*/ 38210 w 458518"/>
              <a:gd name="connsiteY37" fmla="*/ 324784 h 382098"/>
              <a:gd name="connsiteX38" fmla="*/ 76420 w 458518"/>
              <a:gd name="connsiteY38" fmla="*/ 324784 h 382098"/>
              <a:gd name="connsiteX39" fmla="*/ 76420 w 458518"/>
              <a:gd name="connsiteY39" fmla="*/ 362993 h 382098"/>
              <a:gd name="connsiteX40" fmla="*/ 420308 w 458518"/>
              <a:gd name="connsiteY40" fmla="*/ 362993 h 382098"/>
              <a:gd name="connsiteX41" fmla="*/ 382098 w 458518"/>
              <a:gd name="connsiteY41" fmla="*/ 362993 h 382098"/>
              <a:gd name="connsiteX42" fmla="*/ 382098 w 458518"/>
              <a:gd name="connsiteY42" fmla="*/ 324784 h 382098"/>
              <a:gd name="connsiteX43" fmla="*/ 420308 w 458518"/>
              <a:gd name="connsiteY43" fmla="*/ 324784 h 382098"/>
              <a:gd name="connsiteX44" fmla="*/ 420308 w 458518"/>
              <a:gd name="connsiteY44" fmla="*/ 362993 h 382098"/>
              <a:gd name="connsiteX45" fmla="*/ 439413 w 458518"/>
              <a:gd name="connsiteY45" fmla="*/ 305679 h 382098"/>
              <a:gd name="connsiteX46" fmla="*/ 19105 w 458518"/>
              <a:gd name="connsiteY46" fmla="*/ 305679 h 382098"/>
              <a:gd name="connsiteX47" fmla="*/ 19105 w 458518"/>
              <a:gd name="connsiteY47" fmla="*/ 200602 h 382098"/>
              <a:gd name="connsiteX48" fmla="*/ 47762 w 458518"/>
              <a:gd name="connsiteY48" fmla="*/ 171944 h 382098"/>
              <a:gd name="connsiteX49" fmla="*/ 410756 w 458518"/>
              <a:gd name="connsiteY49" fmla="*/ 171944 h 382098"/>
              <a:gd name="connsiteX50" fmla="*/ 439413 w 458518"/>
              <a:gd name="connsiteY50" fmla="*/ 200602 h 382098"/>
              <a:gd name="connsiteX51" fmla="*/ 439413 w 458518"/>
              <a:gd name="connsiteY51" fmla="*/ 305679 h 382098"/>
              <a:gd name="connsiteX52" fmla="*/ 91704 w 458518"/>
              <a:gd name="connsiteY52" fmla="*/ 210154 h 382098"/>
              <a:gd name="connsiteX53" fmla="*/ 57315 w 458518"/>
              <a:gd name="connsiteY53" fmla="*/ 244543 h 382098"/>
              <a:gd name="connsiteX54" fmla="*/ 91704 w 458518"/>
              <a:gd name="connsiteY54" fmla="*/ 278932 h 382098"/>
              <a:gd name="connsiteX55" fmla="*/ 126092 w 458518"/>
              <a:gd name="connsiteY55" fmla="*/ 244543 h 382098"/>
              <a:gd name="connsiteX56" fmla="*/ 91704 w 458518"/>
              <a:gd name="connsiteY56" fmla="*/ 210154 h 382098"/>
              <a:gd name="connsiteX57" fmla="*/ 91704 w 458518"/>
              <a:gd name="connsiteY57" fmla="*/ 257916 h 382098"/>
              <a:gd name="connsiteX58" fmla="*/ 76420 w 458518"/>
              <a:gd name="connsiteY58" fmla="*/ 242632 h 382098"/>
              <a:gd name="connsiteX59" fmla="*/ 91704 w 458518"/>
              <a:gd name="connsiteY59" fmla="*/ 229259 h 382098"/>
              <a:gd name="connsiteX60" fmla="*/ 106988 w 458518"/>
              <a:gd name="connsiteY60" fmla="*/ 244543 h 382098"/>
              <a:gd name="connsiteX61" fmla="*/ 91704 w 458518"/>
              <a:gd name="connsiteY61" fmla="*/ 257916 h 382098"/>
              <a:gd name="connsiteX62" fmla="*/ 366814 w 458518"/>
              <a:gd name="connsiteY62" fmla="*/ 210154 h 382098"/>
              <a:gd name="connsiteX63" fmla="*/ 332426 w 458518"/>
              <a:gd name="connsiteY63" fmla="*/ 244543 h 382098"/>
              <a:gd name="connsiteX64" fmla="*/ 366814 w 458518"/>
              <a:gd name="connsiteY64" fmla="*/ 278932 h 382098"/>
              <a:gd name="connsiteX65" fmla="*/ 401203 w 458518"/>
              <a:gd name="connsiteY65" fmla="*/ 244543 h 382098"/>
              <a:gd name="connsiteX66" fmla="*/ 366814 w 458518"/>
              <a:gd name="connsiteY66" fmla="*/ 210154 h 382098"/>
              <a:gd name="connsiteX67" fmla="*/ 366814 w 458518"/>
              <a:gd name="connsiteY67" fmla="*/ 257916 h 382098"/>
              <a:gd name="connsiteX68" fmla="*/ 351530 w 458518"/>
              <a:gd name="connsiteY68" fmla="*/ 242632 h 382098"/>
              <a:gd name="connsiteX69" fmla="*/ 366814 w 458518"/>
              <a:gd name="connsiteY69" fmla="*/ 227349 h 382098"/>
              <a:gd name="connsiteX70" fmla="*/ 382098 w 458518"/>
              <a:gd name="connsiteY70" fmla="*/ 242632 h 382098"/>
              <a:gd name="connsiteX71" fmla="*/ 366814 w 458518"/>
              <a:gd name="connsiteY71" fmla="*/ 257916 h 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58518" h="382098">
                <a:moveTo>
                  <a:pt x="418398" y="152839"/>
                </a:moveTo>
                <a:lnTo>
                  <a:pt x="364904" y="11463"/>
                </a:lnTo>
                <a:cubicBezTo>
                  <a:pt x="361083" y="3821"/>
                  <a:pt x="355351" y="0"/>
                  <a:pt x="347710" y="0"/>
                </a:cubicBezTo>
                <a:lnTo>
                  <a:pt x="110809" y="0"/>
                </a:lnTo>
                <a:cubicBezTo>
                  <a:pt x="103167" y="0"/>
                  <a:pt x="97435" y="3821"/>
                  <a:pt x="93614" y="11463"/>
                </a:cubicBezTo>
                <a:lnTo>
                  <a:pt x="40120" y="152839"/>
                </a:lnTo>
                <a:cubicBezTo>
                  <a:pt x="17194" y="156660"/>
                  <a:pt x="0" y="175765"/>
                  <a:pt x="0" y="200602"/>
                </a:cubicBezTo>
                <a:lnTo>
                  <a:pt x="0" y="305679"/>
                </a:lnTo>
                <a:cubicBezTo>
                  <a:pt x="0" y="317142"/>
                  <a:pt x="7642" y="324784"/>
                  <a:pt x="19105" y="324784"/>
                </a:cubicBezTo>
                <a:lnTo>
                  <a:pt x="19105" y="362993"/>
                </a:lnTo>
                <a:cubicBezTo>
                  <a:pt x="19105" y="374456"/>
                  <a:pt x="26747" y="382098"/>
                  <a:pt x="38210" y="382098"/>
                </a:cubicBezTo>
                <a:lnTo>
                  <a:pt x="76420" y="382098"/>
                </a:lnTo>
                <a:cubicBezTo>
                  <a:pt x="87883" y="382098"/>
                  <a:pt x="95525" y="374456"/>
                  <a:pt x="95525" y="362993"/>
                </a:cubicBezTo>
                <a:lnTo>
                  <a:pt x="95525" y="324784"/>
                </a:lnTo>
                <a:lnTo>
                  <a:pt x="362993" y="324784"/>
                </a:lnTo>
                <a:lnTo>
                  <a:pt x="362993" y="362993"/>
                </a:lnTo>
                <a:cubicBezTo>
                  <a:pt x="362993" y="374456"/>
                  <a:pt x="370635" y="382098"/>
                  <a:pt x="382098" y="382098"/>
                </a:cubicBezTo>
                <a:lnTo>
                  <a:pt x="420308" y="382098"/>
                </a:lnTo>
                <a:cubicBezTo>
                  <a:pt x="431771" y="382098"/>
                  <a:pt x="439413" y="374456"/>
                  <a:pt x="439413" y="362993"/>
                </a:cubicBezTo>
                <a:lnTo>
                  <a:pt x="439413" y="324784"/>
                </a:lnTo>
                <a:cubicBezTo>
                  <a:pt x="450876" y="324784"/>
                  <a:pt x="458518" y="317142"/>
                  <a:pt x="458518" y="305679"/>
                </a:cubicBezTo>
                <a:lnTo>
                  <a:pt x="458518" y="200602"/>
                </a:lnTo>
                <a:cubicBezTo>
                  <a:pt x="458518" y="175765"/>
                  <a:pt x="441324" y="156660"/>
                  <a:pt x="418398" y="152839"/>
                </a:cubicBezTo>
                <a:close/>
                <a:moveTo>
                  <a:pt x="112719" y="19105"/>
                </a:moveTo>
                <a:lnTo>
                  <a:pt x="347710" y="19105"/>
                </a:lnTo>
                <a:lnTo>
                  <a:pt x="397382" y="152839"/>
                </a:lnTo>
                <a:lnTo>
                  <a:pt x="382098" y="152839"/>
                </a:lnTo>
                <a:cubicBezTo>
                  <a:pt x="376367" y="110809"/>
                  <a:pt x="336247" y="82151"/>
                  <a:pt x="294216" y="89793"/>
                </a:cubicBezTo>
                <a:cubicBezTo>
                  <a:pt x="261737" y="95525"/>
                  <a:pt x="236901" y="120361"/>
                  <a:pt x="231170" y="152839"/>
                </a:cubicBezTo>
                <a:lnTo>
                  <a:pt x="61136" y="152839"/>
                </a:lnTo>
                <a:lnTo>
                  <a:pt x="112719" y="19105"/>
                </a:lnTo>
                <a:close/>
                <a:moveTo>
                  <a:pt x="362993" y="152839"/>
                </a:moveTo>
                <a:lnTo>
                  <a:pt x="250274" y="152839"/>
                </a:lnTo>
                <a:cubicBezTo>
                  <a:pt x="256006" y="122271"/>
                  <a:pt x="286574" y="101256"/>
                  <a:pt x="317142" y="106988"/>
                </a:cubicBezTo>
                <a:cubicBezTo>
                  <a:pt x="340068" y="110809"/>
                  <a:pt x="359172" y="129913"/>
                  <a:pt x="362993" y="152839"/>
                </a:cubicBezTo>
                <a:close/>
                <a:moveTo>
                  <a:pt x="76420" y="362993"/>
                </a:moveTo>
                <a:lnTo>
                  <a:pt x="38210" y="362993"/>
                </a:lnTo>
                <a:lnTo>
                  <a:pt x="38210" y="324784"/>
                </a:lnTo>
                <a:lnTo>
                  <a:pt x="76420" y="324784"/>
                </a:lnTo>
                <a:lnTo>
                  <a:pt x="76420" y="362993"/>
                </a:lnTo>
                <a:close/>
                <a:moveTo>
                  <a:pt x="420308" y="362993"/>
                </a:moveTo>
                <a:lnTo>
                  <a:pt x="382098" y="362993"/>
                </a:lnTo>
                <a:lnTo>
                  <a:pt x="382098" y="324784"/>
                </a:lnTo>
                <a:lnTo>
                  <a:pt x="420308" y="324784"/>
                </a:lnTo>
                <a:lnTo>
                  <a:pt x="420308" y="362993"/>
                </a:lnTo>
                <a:close/>
                <a:moveTo>
                  <a:pt x="439413" y="305679"/>
                </a:moveTo>
                <a:lnTo>
                  <a:pt x="19105" y="305679"/>
                </a:lnTo>
                <a:lnTo>
                  <a:pt x="19105" y="200602"/>
                </a:lnTo>
                <a:cubicBezTo>
                  <a:pt x="19105" y="185318"/>
                  <a:pt x="32478" y="171944"/>
                  <a:pt x="47762" y="171944"/>
                </a:cubicBezTo>
                <a:lnTo>
                  <a:pt x="410756" y="171944"/>
                </a:lnTo>
                <a:cubicBezTo>
                  <a:pt x="426040" y="171944"/>
                  <a:pt x="439413" y="185318"/>
                  <a:pt x="439413" y="200602"/>
                </a:cubicBezTo>
                <a:lnTo>
                  <a:pt x="439413" y="305679"/>
                </a:lnTo>
                <a:close/>
                <a:moveTo>
                  <a:pt x="91704" y="210154"/>
                </a:moveTo>
                <a:cubicBezTo>
                  <a:pt x="72599" y="210154"/>
                  <a:pt x="57315" y="225438"/>
                  <a:pt x="57315" y="244543"/>
                </a:cubicBezTo>
                <a:cubicBezTo>
                  <a:pt x="57315" y="263648"/>
                  <a:pt x="72599" y="278932"/>
                  <a:pt x="91704" y="278932"/>
                </a:cubicBezTo>
                <a:cubicBezTo>
                  <a:pt x="110809" y="278932"/>
                  <a:pt x="126092" y="263648"/>
                  <a:pt x="126092" y="244543"/>
                </a:cubicBezTo>
                <a:cubicBezTo>
                  <a:pt x="124182" y="225438"/>
                  <a:pt x="108898" y="210154"/>
                  <a:pt x="91704" y="210154"/>
                </a:cubicBezTo>
                <a:close/>
                <a:moveTo>
                  <a:pt x="91704" y="257916"/>
                </a:moveTo>
                <a:cubicBezTo>
                  <a:pt x="84062" y="257916"/>
                  <a:pt x="76420" y="252185"/>
                  <a:pt x="76420" y="242632"/>
                </a:cubicBezTo>
                <a:cubicBezTo>
                  <a:pt x="76420" y="233080"/>
                  <a:pt x="82151" y="229259"/>
                  <a:pt x="91704" y="229259"/>
                </a:cubicBezTo>
                <a:cubicBezTo>
                  <a:pt x="101256" y="229259"/>
                  <a:pt x="106988" y="234990"/>
                  <a:pt x="106988" y="244543"/>
                </a:cubicBezTo>
                <a:cubicBezTo>
                  <a:pt x="105077" y="252185"/>
                  <a:pt x="99346" y="257916"/>
                  <a:pt x="91704" y="257916"/>
                </a:cubicBezTo>
                <a:close/>
                <a:moveTo>
                  <a:pt x="366814" y="210154"/>
                </a:moveTo>
                <a:cubicBezTo>
                  <a:pt x="347710" y="210154"/>
                  <a:pt x="332426" y="225438"/>
                  <a:pt x="332426" y="244543"/>
                </a:cubicBezTo>
                <a:cubicBezTo>
                  <a:pt x="332426" y="263648"/>
                  <a:pt x="347710" y="278932"/>
                  <a:pt x="366814" y="278932"/>
                </a:cubicBezTo>
                <a:cubicBezTo>
                  <a:pt x="385919" y="278932"/>
                  <a:pt x="401203" y="263648"/>
                  <a:pt x="401203" y="244543"/>
                </a:cubicBezTo>
                <a:cubicBezTo>
                  <a:pt x="401203" y="225438"/>
                  <a:pt x="385919" y="210154"/>
                  <a:pt x="366814" y="210154"/>
                </a:cubicBezTo>
                <a:close/>
                <a:moveTo>
                  <a:pt x="366814" y="257916"/>
                </a:moveTo>
                <a:cubicBezTo>
                  <a:pt x="359172" y="257916"/>
                  <a:pt x="351530" y="252185"/>
                  <a:pt x="351530" y="242632"/>
                </a:cubicBezTo>
                <a:cubicBezTo>
                  <a:pt x="351530" y="233080"/>
                  <a:pt x="357262" y="227349"/>
                  <a:pt x="366814" y="227349"/>
                </a:cubicBezTo>
                <a:cubicBezTo>
                  <a:pt x="376367" y="227349"/>
                  <a:pt x="382098" y="233080"/>
                  <a:pt x="382098" y="242632"/>
                </a:cubicBezTo>
                <a:cubicBezTo>
                  <a:pt x="382098" y="252185"/>
                  <a:pt x="376367" y="257916"/>
                  <a:pt x="366814" y="25791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57" descr="Delivery van icon.">
            <a:extLst>
              <a:ext uri="{FF2B5EF4-FFF2-40B4-BE49-F238E27FC236}">
                <a16:creationId xmlns:a16="http://schemas.microsoft.com/office/drawing/2014/main" id="{47D45295-F8CF-4838-91A2-34AEE50A3771}"/>
              </a:ext>
            </a:extLst>
          </p:cNvPr>
          <p:cNvSpPr>
            <a:spLocks noChangeAspect="1"/>
          </p:cNvSpPr>
          <p:nvPr/>
        </p:nvSpPr>
        <p:spPr>
          <a:xfrm>
            <a:off x="4618958" y="1486537"/>
            <a:ext cx="458518" cy="343888"/>
          </a:xfrm>
          <a:custGeom>
            <a:avLst/>
            <a:gdLst>
              <a:gd name="connsiteX0" fmla="*/ 458518 w 458518"/>
              <a:gd name="connsiteY0" fmla="*/ 250274 h 343888"/>
              <a:gd name="connsiteX1" fmla="*/ 458518 w 458518"/>
              <a:gd name="connsiteY1" fmla="*/ 179586 h 343888"/>
              <a:gd name="connsiteX2" fmla="*/ 458518 w 458518"/>
              <a:gd name="connsiteY2" fmla="*/ 171944 h 343888"/>
              <a:gd name="connsiteX3" fmla="*/ 458518 w 458518"/>
              <a:gd name="connsiteY3" fmla="*/ 171944 h 343888"/>
              <a:gd name="connsiteX4" fmla="*/ 458518 w 458518"/>
              <a:gd name="connsiteY4" fmla="*/ 168123 h 343888"/>
              <a:gd name="connsiteX5" fmla="*/ 382098 w 458518"/>
              <a:gd name="connsiteY5" fmla="*/ 11463 h 343888"/>
              <a:gd name="connsiteX6" fmla="*/ 364904 w 458518"/>
              <a:gd name="connsiteY6" fmla="*/ 0 h 343888"/>
              <a:gd name="connsiteX7" fmla="*/ 19105 w 458518"/>
              <a:gd name="connsiteY7" fmla="*/ 0 h 343888"/>
              <a:gd name="connsiteX8" fmla="*/ 0 w 458518"/>
              <a:gd name="connsiteY8" fmla="*/ 19105 h 343888"/>
              <a:gd name="connsiteX9" fmla="*/ 0 w 458518"/>
              <a:gd name="connsiteY9" fmla="*/ 267469 h 343888"/>
              <a:gd name="connsiteX10" fmla="*/ 19105 w 458518"/>
              <a:gd name="connsiteY10" fmla="*/ 286574 h 343888"/>
              <a:gd name="connsiteX11" fmla="*/ 57315 w 458518"/>
              <a:gd name="connsiteY11" fmla="*/ 286574 h 343888"/>
              <a:gd name="connsiteX12" fmla="*/ 114630 w 458518"/>
              <a:gd name="connsiteY12" fmla="*/ 343889 h 343888"/>
              <a:gd name="connsiteX13" fmla="*/ 171944 w 458518"/>
              <a:gd name="connsiteY13" fmla="*/ 286574 h 343888"/>
              <a:gd name="connsiteX14" fmla="*/ 286574 w 458518"/>
              <a:gd name="connsiteY14" fmla="*/ 286574 h 343888"/>
              <a:gd name="connsiteX15" fmla="*/ 343889 w 458518"/>
              <a:gd name="connsiteY15" fmla="*/ 343889 h 343888"/>
              <a:gd name="connsiteX16" fmla="*/ 401203 w 458518"/>
              <a:gd name="connsiteY16" fmla="*/ 286574 h 343888"/>
              <a:gd name="connsiteX17" fmla="*/ 439413 w 458518"/>
              <a:gd name="connsiteY17" fmla="*/ 286574 h 343888"/>
              <a:gd name="connsiteX18" fmla="*/ 458518 w 458518"/>
              <a:gd name="connsiteY18" fmla="*/ 267469 h 343888"/>
              <a:gd name="connsiteX19" fmla="*/ 458518 w 458518"/>
              <a:gd name="connsiteY19" fmla="*/ 257916 h 343888"/>
              <a:gd name="connsiteX20" fmla="*/ 458518 w 458518"/>
              <a:gd name="connsiteY20" fmla="*/ 257916 h 343888"/>
              <a:gd name="connsiteX21" fmla="*/ 458518 w 458518"/>
              <a:gd name="connsiteY21" fmla="*/ 250274 h 343888"/>
              <a:gd name="connsiteX22" fmla="*/ 437503 w 458518"/>
              <a:gd name="connsiteY22" fmla="*/ 171944 h 343888"/>
              <a:gd name="connsiteX23" fmla="*/ 343889 w 458518"/>
              <a:gd name="connsiteY23" fmla="*/ 171944 h 343888"/>
              <a:gd name="connsiteX24" fmla="*/ 343889 w 458518"/>
              <a:gd name="connsiteY24" fmla="*/ 76420 h 343888"/>
              <a:gd name="connsiteX25" fmla="*/ 391651 w 458518"/>
              <a:gd name="connsiteY25" fmla="*/ 76420 h 343888"/>
              <a:gd name="connsiteX26" fmla="*/ 437503 w 458518"/>
              <a:gd name="connsiteY26" fmla="*/ 171944 h 343888"/>
              <a:gd name="connsiteX27" fmla="*/ 114630 w 458518"/>
              <a:gd name="connsiteY27" fmla="*/ 324784 h 343888"/>
              <a:gd name="connsiteX28" fmla="*/ 76420 w 458518"/>
              <a:gd name="connsiteY28" fmla="*/ 286574 h 343888"/>
              <a:gd name="connsiteX29" fmla="*/ 76420 w 458518"/>
              <a:gd name="connsiteY29" fmla="*/ 286574 h 343888"/>
              <a:gd name="connsiteX30" fmla="*/ 114630 w 458518"/>
              <a:gd name="connsiteY30" fmla="*/ 248364 h 343888"/>
              <a:gd name="connsiteX31" fmla="*/ 152839 w 458518"/>
              <a:gd name="connsiteY31" fmla="*/ 286574 h 343888"/>
              <a:gd name="connsiteX32" fmla="*/ 114630 w 458518"/>
              <a:gd name="connsiteY32" fmla="*/ 324784 h 343888"/>
              <a:gd name="connsiteX33" fmla="*/ 343889 w 458518"/>
              <a:gd name="connsiteY33" fmla="*/ 324784 h 343888"/>
              <a:gd name="connsiteX34" fmla="*/ 305679 w 458518"/>
              <a:gd name="connsiteY34" fmla="*/ 286574 h 343888"/>
              <a:gd name="connsiteX35" fmla="*/ 343889 w 458518"/>
              <a:gd name="connsiteY35" fmla="*/ 248364 h 343888"/>
              <a:gd name="connsiteX36" fmla="*/ 382098 w 458518"/>
              <a:gd name="connsiteY36" fmla="*/ 286574 h 343888"/>
              <a:gd name="connsiteX37" fmla="*/ 343889 w 458518"/>
              <a:gd name="connsiteY37" fmla="*/ 324784 h 343888"/>
              <a:gd name="connsiteX38" fmla="*/ 397382 w 458518"/>
              <a:gd name="connsiteY38" fmla="*/ 267469 h 343888"/>
              <a:gd name="connsiteX39" fmla="*/ 324784 w 458518"/>
              <a:gd name="connsiteY39" fmla="*/ 233080 h 343888"/>
              <a:gd name="connsiteX40" fmla="*/ 290395 w 458518"/>
              <a:gd name="connsiteY40" fmla="*/ 267469 h 343888"/>
              <a:gd name="connsiteX41" fmla="*/ 168123 w 458518"/>
              <a:gd name="connsiteY41" fmla="*/ 267469 h 343888"/>
              <a:gd name="connsiteX42" fmla="*/ 95525 w 458518"/>
              <a:gd name="connsiteY42" fmla="*/ 233080 h 343888"/>
              <a:gd name="connsiteX43" fmla="*/ 61136 w 458518"/>
              <a:gd name="connsiteY43" fmla="*/ 267469 h 343888"/>
              <a:gd name="connsiteX44" fmla="*/ 19105 w 458518"/>
              <a:gd name="connsiteY44" fmla="*/ 267469 h 343888"/>
              <a:gd name="connsiteX45" fmla="*/ 19105 w 458518"/>
              <a:gd name="connsiteY45" fmla="*/ 19105 h 343888"/>
              <a:gd name="connsiteX46" fmla="*/ 364904 w 458518"/>
              <a:gd name="connsiteY46" fmla="*/ 19105 h 343888"/>
              <a:gd name="connsiteX47" fmla="*/ 382098 w 458518"/>
              <a:gd name="connsiteY47" fmla="*/ 57315 h 343888"/>
              <a:gd name="connsiteX48" fmla="*/ 343889 w 458518"/>
              <a:gd name="connsiteY48" fmla="*/ 57315 h 343888"/>
              <a:gd name="connsiteX49" fmla="*/ 324784 w 458518"/>
              <a:gd name="connsiteY49" fmla="*/ 76420 h 343888"/>
              <a:gd name="connsiteX50" fmla="*/ 324784 w 458518"/>
              <a:gd name="connsiteY50" fmla="*/ 171944 h 343888"/>
              <a:gd name="connsiteX51" fmla="*/ 343889 w 458518"/>
              <a:gd name="connsiteY51" fmla="*/ 191049 h 343888"/>
              <a:gd name="connsiteX52" fmla="*/ 439413 w 458518"/>
              <a:gd name="connsiteY52" fmla="*/ 191049 h 343888"/>
              <a:gd name="connsiteX53" fmla="*/ 439413 w 458518"/>
              <a:gd name="connsiteY53" fmla="*/ 250274 h 343888"/>
              <a:gd name="connsiteX54" fmla="*/ 439413 w 458518"/>
              <a:gd name="connsiteY54" fmla="*/ 267469 h 343888"/>
              <a:gd name="connsiteX55" fmla="*/ 397382 w 458518"/>
              <a:gd name="connsiteY55" fmla="*/ 267469 h 343888"/>
              <a:gd name="connsiteX56" fmla="*/ 240722 w 458518"/>
              <a:gd name="connsiteY56" fmla="*/ 70688 h 343888"/>
              <a:gd name="connsiteX57" fmla="*/ 229259 w 458518"/>
              <a:gd name="connsiteY57" fmla="*/ 66867 h 343888"/>
              <a:gd name="connsiteX58" fmla="*/ 217796 w 458518"/>
              <a:gd name="connsiteY58" fmla="*/ 70688 h 343888"/>
              <a:gd name="connsiteX59" fmla="*/ 198691 w 458518"/>
              <a:gd name="connsiteY59" fmla="*/ 89793 h 343888"/>
              <a:gd name="connsiteX60" fmla="*/ 179586 w 458518"/>
              <a:gd name="connsiteY60" fmla="*/ 70688 h 343888"/>
              <a:gd name="connsiteX61" fmla="*/ 168123 w 458518"/>
              <a:gd name="connsiteY61" fmla="*/ 66867 h 343888"/>
              <a:gd name="connsiteX62" fmla="*/ 156660 w 458518"/>
              <a:gd name="connsiteY62" fmla="*/ 70688 h 343888"/>
              <a:gd name="connsiteX63" fmla="*/ 131824 w 458518"/>
              <a:gd name="connsiteY63" fmla="*/ 93614 h 343888"/>
              <a:gd name="connsiteX64" fmla="*/ 131824 w 458518"/>
              <a:gd name="connsiteY64" fmla="*/ 116540 h 343888"/>
              <a:gd name="connsiteX65" fmla="*/ 131824 w 458518"/>
              <a:gd name="connsiteY65" fmla="*/ 116540 h 343888"/>
              <a:gd name="connsiteX66" fmla="*/ 198691 w 458518"/>
              <a:gd name="connsiteY66" fmla="*/ 183407 h 343888"/>
              <a:gd name="connsiteX67" fmla="*/ 265558 w 458518"/>
              <a:gd name="connsiteY67" fmla="*/ 116540 h 343888"/>
              <a:gd name="connsiteX68" fmla="*/ 265558 w 458518"/>
              <a:gd name="connsiteY68" fmla="*/ 93614 h 343888"/>
              <a:gd name="connsiteX69" fmla="*/ 265558 w 458518"/>
              <a:gd name="connsiteY69" fmla="*/ 93614 h 343888"/>
              <a:gd name="connsiteX70" fmla="*/ 240722 w 458518"/>
              <a:gd name="connsiteY70" fmla="*/ 70688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58518" h="343888">
                <a:moveTo>
                  <a:pt x="458518" y="250274"/>
                </a:moveTo>
                <a:cubicBezTo>
                  <a:pt x="458518" y="231170"/>
                  <a:pt x="458518" y="196781"/>
                  <a:pt x="458518" y="179586"/>
                </a:cubicBezTo>
                <a:lnTo>
                  <a:pt x="458518" y="171944"/>
                </a:lnTo>
                <a:lnTo>
                  <a:pt x="458518" y="171944"/>
                </a:lnTo>
                <a:cubicBezTo>
                  <a:pt x="458518" y="170034"/>
                  <a:pt x="458518" y="170034"/>
                  <a:pt x="458518" y="168123"/>
                </a:cubicBezTo>
                <a:lnTo>
                  <a:pt x="382098" y="11463"/>
                </a:lnTo>
                <a:cubicBezTo>
                  <a:pt x="380188" y="3821"/>
                  <a:pt x="372546" y="0"/>
                  <a:pt x="36490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67469"/>
                </a:lnTo>
                <a:cubicBezTo>
                  <a:pt x="0" y="278932"/>
                  <a:pt x="7642" y="286574"/>
                  <a:pt x="19105" y="286574"/>
                </a:cubicBezTo>
                <a:lnTo>
                  <a:pt x="57315" y="286574"/>
                </a:lnTo>
                <a:cubicBezTo>
                  <a:pt x="57315" y="319052"/>
                  <a:pt x="82151" y="343889"/>
                  <a:pt x="114630" y="343889"/>
                </a:cubicBezTo>
                <a:cubicBezTo>
                  <a:pt x="147108" y="343889"/>
                  <a:pt x="171944" y="319052"/>
                  <a:pt x="171944" y="286574"/>
                </a:cubicBezTo>
                <a:lnTo>
                  <a:pt x="286574" y="286574"/>
                </a:lnTo>
                <a:cubicBezTo>
                  <a:pt x="286574" y="319052"/>
                  <a:pt x="311410" y="343889"/>
                  <a:pt x="343889" y="343889"/>
                </a:cubicBezTo>
                <a:cubicBezTo>
                  <a:pt x="376367" y="343889"/>
                  <a:pt x="401203" y="319052"/>
                  <a:pt x="401203" y="286574"/>
                </a:cubicBezTo>
                <a:lnTo>
                  <a:pt x="439413" y="286574"/>
                </a:lnTo>
                <a:cubicBezTo>
                  <a:pt x="450876" y="286574"/>
                  <a:pt x="458518" y="278932"/>
                  <a:pt x="458518" y="267469"/>
                </a:cubicBezTo>
                <a:lnTo>
                  <a:pt x="458518" y="257916"/>
                </a:lnTo>
                <a:lnTo>
                  <a:pt x="458518" y="257916"/>
                </a:lnTo>
                <a:lnTo>
                  <a:pt x="458518" y="250274"/>
                </a:lnTo>
                <a:close/>
                <a:moveTo>
                  <a:pt x="437503" y="171944"/>
                </a:moveTo>
                <a:lnTo>
                  <a:pt x="343889" y="171944"/>
                </a:lnTo>
                <a:lnTo>
                  <a:pt x="343889" y="76420"/>
                </a:lnTo>
                <a:lnTo>
                  <a:pt x="391651" y="76420"/>
                </a:lnTo>
                <a:lnTo>
                  <a:pt x="437503" y="171944"/>
                </a:lnTo>
                <a:close/>
                <a:moveTo>
                  <a:pt x="114630" y="324784"/>
                </a:moveTo>
                <a:cubicBezTo>
                  <a:pt x="93614" y="324784"/>
                  <a:pt x="76420" y="307589"/>
                  <a:pt x="76420" y="286574"/>
                </a:cubicBezTo>
                <a:lnTo>
                  <a:pt x="76420" y="286574"/>
                </a:lnTo>
                <a:cubicBezTo>
                  <a:pt x="76420" y="265558"/>
                  <a:pt x="93614" y="248364"/>
                  <a:pt x="114630" y="248364"/>
                </a:cubicBezTo>
                <a:cubicBezTo>
                  <a:pt x="135645" y="248364"/>
                  <a:pt x="152839" y="265558"/>
                  <a:pt x="152839" y="286574"/>
                </a:cubicBezTo>
                <a:cubicBezTo>
                  <a:pt x="152839" y="307589"/>
                  <a:pt x="135645" y="324784"/>
                  <a:pt x="114630" y="324784"/>
                </a:cubicBezTo>
                <a:close/>
                <a:moveTo>
                  <a:pt x="343889" y="324784"/>
                </a:moveTo>
                <a:cubicBezTo>
                  <a:pt x="322873" y="324784"/>
                  <a:pt x="305679" y="307589"/>
                  <a:pt x="305679" y="286574"/>
                </a:cubicBezTo>
                <a:cubicBezTo>
                  <a:pt x="305679" y="265558"/>
                  <a:pt x="322873" y="248364"/>
                  <a:pt x="343889" y="248364"/>
                </a:cubicBezTo>
                <a:cubicBezTo>
                  <a:pt x="364904" y="248364"/>
                  <a:pt x="382098" y="265558"/>
                  <a:pt x="382098" y="286574"/>
                </a:cubicBezTo>
                <a:cubicBezTo>
                  <a:pt x="382098" y="307589"/>
                  <a:pt x="364904" y="324784"/>
                  <a:pt x="343889" y="324784"/>
                </a:cubicBezTo>
                <a:close/>
                <a:moveTo>
                  <a:pt x="397382" y="267469"/>
                </a:moveTo>
                <a:cubicBezTo>
                  <a:pt x="385919" y="236901"/>
                  <a:pt x="353441" y="221617"/>
                  <a:pt x="324784" y="233080"/>
                </a:cubicBezTo>
                <a:cubicBezTo>
                  <a:pt x="309500" y="238811"/>
                  <a:pt x="296126" y="252185"/>
                  <a:pt x="290395" y="267469"/>
                </a:cubicBezTo>
                <a:lnTo>
                  <a:pt x="168123" y="267469"/>
                </a:lnTo>
                <a:cubicBezTo>
                  <a:pt x="156660" y="236901"/>
                  <a:pt x="124182" y="221617"/>
                  <a:pt x="95525" y="233080"/>
                </a:cubicBezTo>
                <a:cubicBezTo>
                  <a:pt x="80241" y="238811"/>
                  <a:pt x="66867" y="252185"/>
                  <a:pt x="61136" y="267469"/>
                </a:cubicBezTo>
                <a:lnTo>
                  <a:pt x="19105" y="267469"/>
                </a:lnTo>
                <a:lnTo>
                  <a:pt x="19105" y="19105"/>
                </a:lnTo>
                <a:lnTo>
                  <a:pt x="364904" y="19105"/>
                </a:lnTo>
                <a:lnTo>
                  <a:pt x="382098" y="57315"/>
                </a:lnTo>
                <a:lnTo>
                  <a:pt x="343889" y="57315"/>
                </a:lnTo>
                <a:cubicBezTo>
                  <a:pt x="332426" y="57315"/>
                  <a:pt x="324784" y="64957"/>
                  <a:pt x="324784" y="76420"/>
                </a:cubicBezTo>
                <a:lnTo>
                  <a:pt x="324784" y="171944"/>
                </a:lnTo>
                <a:cubicBezTo>
                  <a:pt x="324784" y="183407"/>
                  <a:pt x="332426" y="191049"/>
                  <a:pt x="343889" y="191049"/>
                </a:cubicBezTo>
                <a:lnTo>
                  <a:pt x="439413" y="191049"/>
                </a:lnTo>
                <a:cubicBezTo>
                  <a:pt x="439413" y="210154"/>
                  <a:pt x="439413" y="234990"/>
                  <a:pt x="439413" y="250274"/>
                </a:cubicBezTo>
                <a:cubicBezTo>
                  <a:pt x="439413" y="257916"/>
                  <a:pt x="439413" y="263648"/>
                  <a:pt x="439413" y="267469"/>
                </a:cubicBezTo>
                <a:lnTo>
                  <a:pt x="397382" y="267469"/>
                </a:lnTo>
                <a:close/>
                <a:moveTo>
                  <a:pt x="240722" y="70688"/>
                </a:moveTo>
                <a:cubicBezTo>
                  <a:pt x="236901" y="66867"/>
                  <a:pt x="233080" y="64957"/>
                  <a:pt x="229259" y="66867"/>
                </a:cubicBezTo>
                <a:cubicBezTo>
                  <a:pt x="225438" y="66867"/>
                  <a:pt x="219707" y="68778"/>
                  <a:pt x="217796" y="70688"/>
                </a:cubicBezTo>
                <a:lnTo>
                  <a:pt x="198691" y="89793"/>
                </a:lnTo>
                <a:lnTo>
                  <a:pt x="179586" y="70688"/>
                </a:lnTo>
                <a:cubicBezTo>
                  <a:pt x="175765" y="66867"/>
                  <a:pt x="171944" y="66867"/>
                  <a:pt x="168123" y="66867"/>
                </a:cubicBezTo>
                <a:cubicBezTo>
                  <a:pt x="164302" y="66867"/>
                  <a:pt x="158571" y="68778"/>
                  <a:pt x="156660" y="70688"/>
                </a:cubicBezTo>
                <a:lnTo>
                  <a:pt x="131824" y="93614"/>
                </a:lnTo>
                <a:cubicBezTo>
                  <a:pt x="126092" y="99346"/>
                  <a:pt x="124182" y="110809"/>
                  <a:pt x="131824" y="116540"/>
                </a:cubicBezTo>
                <a:cubicBezTo>
                  <a:pt x="131824" y="116540"/>
                  <a:pt x="131824" y="116540"/>
                  <a:pt x="131824" y="116540"/>
                </a:cubicBezTo>
                <a:lnTo>
                  <a:pt x="198691" y="183407"/>
                </a:lnTo>
                <a:lnTo>
                  <a:pt x="265558" y="116540"/>
                </a:lnTo>
                <a:cubicBezTo>
                  <a:pt x="271290" y="110809"/>
                  <a:pt x="273200" y="99346"/>
                  <a:pt x="265558" y="93614"/>
                </a:cubicBezTo>
                <a:cubicBezTo>
                  <a:pt x="265558" y="93614"/>
                  <a:pt x="265558" y="93614"/>
                  <a:pt x="265558" y="93614"/>
                </a:cubicBezTo>
                <a:lnTo>
                  <a:pt x="240722" y="7068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63" descr="Logistics icon.">
            <a:extLst>
              <a:ext uri="{FF2B5EF4-FFF2-40B4-BE49-F238E27FC236}">
                <a16:creationId xmlns:a16="http://schemas.microsoft.com/office/drawing/2014/main" id="{9787AAD0-58AB-4AF6-981E-DEB6A6435A2D}"/>
              </a:ext>
            </a:extLst>
          </p:cNvPr>
          <p:cNvSpPr>
            <a:spLocks noChangeAspect="1"/>
          </p:cNvSpPr>
          <p:nvPr/>
        </p:nvSpPr>
        <p:spPr>
          <a:xfrm>
            <a:off x="5868211" y="1467432"/>
            <a:ext cx="458518" cy="362993"/>
          </a:xfrm>
          <a:custGeom>
            <a:avLst/>
            <a:gdLst>
              <a:gd name="connsiteX0" fmla="*/ 456608 w 458518"/>
              <a:gd name="connsiteY0" fmla="*/ 213975 h 362993"/>
              <a:gd name="connsiteX1" fmla="*/ 403114 w 458518"/>
              <a:gd name="connsiteY1" fmla="*/ 106988 h 362993"/>
              <a:gd name="connsiteX2" fmla="*/ 385919 w 458518"/>
              <a:gd name="connsiteY2" fmla="*/ 95525 h 362993"/>
              <a:gd name="connsiteX3" fmla="*/ 305679 w 458518"/>
              <a:gd name="connsiteY3" fmla="*/ 95525 h 362993"/>
              <a:gd name="connsiteX4" fmla="*/ 305679 w 458518"/>
              <a:gd name="connsiteY4" fmla="*/ 19105 h 362993"/>
              <a:gd name="connsiteX5" fmla="*/ 286574 w 458518"/>
              <a:gd name="connsiteY5" fmla="*/ 0 h 362993"/>
              <a:gd name="connsiteX6" fmla="*/ 19105 w 458518"/>
              <a:gd name="connsiteY6" fmla="*/ 0 h 362993"/>
              <a:gd name="connsiteX7" fmla="*/ 0 w 458518"/>
              <a:gd name="connsiteY7" fmla="*/ 19105 h 362993"/>
              <a:gd name="connsiteX8" fmla="*/ 0 w 458518"/>
              <a:gd name="connsiteY8" fmla="*/ 286574 h 362993"/>
              <a:gd name="connsiteX9" fmla="*/ 19105 w 458518"/>
              <a:gd name="connsiteY9" fmla="*/ 305679 h 362993"/>
              <a:gd name="connsiteX10" fmla="*/ 57315 w 458518"/>
              <a:gd name="connsiteY10" fmla="*/ 305679 h 362993"/>
              <a:gd name="connsiteX11" fmla="*/ 114630 w 458518"/>
              <a:gd name="connsiteY11" fmla="*/ 362993 h 362993"/>
              <a:gd name="connsiteX12" fmla="*/ 171944 w 458518"/>
              <a:gd name="connsiteY12" fmla="*/ 305679 h 362993"/>
              <a:gd name="connsiteX13" fmla="*/ 315231 w 458518"/>
              <a:gd name="connsiteY13" fmla="*/ 305679 h 362993"/>
              <a:gd name="connsiteX14" fmla="*/ 315231 w 458518"/>
              <a:gd name="connsiteY14" fmla="*/ 305679 h 362993"/>
              <a:gd name="connsiteX15" fmla="*/ 372546 w 458518"/>
              <a:gd name="connsiteY15" fmla="*/ 362993 h 362993"/>
              <a:gd name="connsiteX16" fmla="*/ 429861 w 458518"/>
              <a:gd name="connsiteY16" fmla="*/ 305679 h 362993"/>
              <a:gd name="connsiteX17" fmla="*/ 429861 w 458518"/>
              <a:gd name="connsiteY17" fmla="*/ 305679 h 362993"/>
              <a:gd name="connsiteX18" fmla="*/ 439413 w 458518"/>
              <a:gd name="connsiteY18" fmla="*/ 305679 h 362993"/>
              <a:gd name="connsiteX19" fmla="*/ 458518 w 458518"/>
              <a:gd name="connsiteY19" fmla="*/ 286574 h 362993"/>
              <a:gd name="connsiteX20" fmla="*/ 458518 w 458518"/>
              <a:gd name="connsiteY20" fmla="*/ 221617 h 362993"/>
              <a:gd name="connsiteX21" fmla="*/ 456608 w 458518"/>
              <a:gd name="connsiteY21" fmla="*/ 213975 h 362993"/>
              <a:gd name="connsiteX22" fmla="*/ 114630 w 458518"/>
              <a:gd name="connsiteY22" fmla="*/ 343889 h 362993"/>
              <a:gd name="connsiteX23" fmla="*/ 76420 w 458518"/>
              <a:gd name="connsiteY23" fmla="*/ 305679 h 362993"/>
              <a:gd name="connsiteX24" fmla="*/ 76420 w 458518"/>
              <a:gd name="connsiteY24" fmla="*/ 305679 h 362993"/>
              <a:gd name="connsiteX25" fmla="*/ 78330 w 458518"/>
              <a:gd name="connsiteY25" fmla="*/ 296126 h 362993"/>
              <a:gd name="connsiteX26" fmla="*/ 82151 w 458518"/>
              <a:gd name="connsiteY26" fmla="*/ 286574 h 362993"/>
              <a:gd name="connsiteX27" fmla="*/ 133734 w 458518"/>
              <a:gd name="connsiteY27" fmla="*/ 273200 h 362993"/>
              <a:gd name="connsiteX28" fmla="*/ 147108 w 458518"/>
              <a:gd name="connsiteY28" fmla="*/ 286574 h 362993"/>
              <a:gd name="connsiteX29" fmla="*/ 150929 w 458518"/>
              <a:gd name="connsiteY29" fmla="*/ 296126 h 362993"/>
              <a:gd name="connsiteX30" fmla="*/ 152839 w 458518"/>
              <a:gd name="connsiteY30" fmla="*/ 305679 h 362993"/>
              <a:gd name="connsiteX31" fmla="*/ 152839 w 458518"/>
              <a:gd name="connsiteY31" fmla="*/ 305679 h 362993"/>
              <a:gd name="connsiteX32" fmla="*/ 114630 w 458518"/>
              <a:gd name="connsiteY32" fmla="*/ 343889 h 362993"/>
              <a:gd name="connsiteX33" fmla="*/ 286574 w 458518"/>
              <a:gd name="connsiteY33" fmla="*/ 95525 h 362993"/>
              <a:gd name="connsiteX34" fmla="*/ 286574 w 458518"/>
              <a:gd name="connsiteY34" fmla="*/ 286574 h 362993"/>
              <a:gd name="connsiteX35" fmla="*/ 168123 w 458518"/>
              <a:gd name="connsiteY35" fmla="*/ 286574 h 362993"/>
              <a:gd name="connsiteX36" fmla="*/ 164302 w 458518"/>
              <a:gd name="connsiteY36" fmla="*/ 275111 h 362993"/>
              <a:gd name="connsiteX37" fmla="*/ 85972 w 458518"/>
              <a:gd name="connsiteY37" fmla="*/ 256006 h 362993"/>
              <a:gd name="connsiteX38" fmla="*/ 66867 w 458518"/>
              <a:gd name="connsiteY38" fmla="*/ 275111 h 362993"/>
              <a:gd name="connsiteX39" fmla="*/ 63046 w 458518"/>
              <a:gd name="connsiteY39" fmla="*/ 286574 h 362993"/>
              <a:gd name="connsiteX40" fmla="*/ 19105 w 458518"/>
              <a:gd name="connsiteY40" fmla="*/ 286574 h 362993"/>
              <a:gd name="connsiteX41" fmla="*/ 19105 w 458518"/>
              <a:gd name="connsiteY41" fmla="*/ 19105 h 362993"/>
              <a:gd name="connsiteX42" fmla="*/ 286574 w 458518"/>
              <a:gd name="connsiteY42" fmla="*/ 19105 h 362993"/>
              <a:gd name="connsiteX43" fmla="*/ 286574 w 458518"/>
              <a:gd name="connsiteY43" fmla="*/ 95525 h 362993"/>
              <a:gd name="connsiteX44" fmla="*/ 405024 w 458518"/>
              <a:gd name="connsiteY44" fmla="*/ 152839 h 362993"/>
              <a:gd name="connsiteX45" fmla="*/ 433682 w 458518"/>
              <a:gd name="connsiteY45" fmla="*/ 210154 h 362993"/>
              <a:gd name="connsiteX46" fmla="*/ 362993 w 458518"/>
              <a:gd name="connsiteY46" fmla="*/ 210154 h 362993"/>
              <a:gd name="connsiteX47" fmla="*/ 362993 w 458518"/>
              <a:gd name="connsiteY47" fmla="*/ 152839 h 362993"/>
              <a:gd name="connsiteX48" fmla="*/ 405024 w 458518"/>
              <a:gd name="connsiteY48" fmla="*/ 152839 h 362993"/>
              <a:gd name="connsiteX49" fmla="*/ 410756 w 458518"/>
              <a:gd name="connsiteY49" fmla="*/ 305679 h 362993"/>
              <a:gd name="connsiteX50" fmla="*/ 372546 w 458518"/>
              <a:gd name="connsiteY50" fmla="*/ 343889 h 362993"/>
              <a:gd name="connsiteX51" fmla="*/ 334336 w 458518"/>
              <a:gd name="connsiteY51" fmla="*/ 305679 h 362993"/>
              <a:gd name="connsiteX52" fmla="*/ 334336 w 458518"/>
              <a:gd name="connsiteY52" fmla="*/ 305679 h 362993"/>
              <a:gd name="connsiteX53" fmla="*/ 336247 w 458518"/>
              <a:gd name="connsiteY53" fmla="*/ 296126 h 362993"/>
              <a:gd name="connsiteX54" fmla="*/ 340068 w 458518"/>
              <a:gd name="connsiteY54" fmla="*/ 286574 h 362993"/>
              <a:gd name="connsiteX55" fmla="*/ 372546 w 458518"/>
              <a:gd name="connsiteY55" fmla="*/ 267469 h 362993"/>
              <a:gd name="connsiteX56" fmla="*/ 405024 w 458518"/>
              <a:gd name="connsiteY56" fmla="*/ 286574 h 362993"/>
              <a:gd name="connsiteX57" fmla="*/ 408845 w 458518"/>
              <a:gd name="connsiteY57" fmla="*/ 296126 h 362993"/>
              <a:gd name="connsiteX58" fmla="*/ 410756 w 458518"/>
              <a:gd name="connsiteY58" fmla="*/ 305679 h 362993"/>
              <a:gd name="connsiteX59" fmla="*/ 410756 w 458518"/>
              <a:gd name="connsiteY59" fmla="*/ 305679 h 362993"/>
              <a:gd name="connsiteX60" fmla="*/ 439413 w 458518"/>
              <a:gd name="connsiteY60" fmla="*/ 286574 h 362993"/>
              <a:gd name="connsiteX61" fmla="*/ 426040 w 458518"/>
              <a:gd name="connsiteY61" fmla="*/ 286574 h 362993"/>
              <a:gd name="connsiteX62" fmla="*/ 353441 w 458518"/>
              <a:gd name="connsiteY62" fmla="*/ 250274 h 362993"/>
              <a:gd name="connsiteX63" fmla="*/ 322873 w 458518"/>
              <a:gd name="connsiteY63" fmla="*/ 275111 h 362993"/>
              <a:gd name="connsiteX64" fmla="*/ 319052 w 458518"/>
              <a:gd name="connsiteY64" fmla="*/ 284663 h 362993"/>
              <a:gd name="connsiteX65" fmla="*/ 305679 w 458518"/>
              <a:gd name="connsiteY65" fmla="*/ 284663 h 362993"/>
              <a:gd name="connsiteX66" fmla="*/ 305679 w 458518"/>
              <a:gd name="connsiteY66" fmla="*/ 114630 h 362993"/>
              <a:gd name="connsiteX67" fmla="*/ 385919 w 458518"/>
              <a:gd name="connsiteY67" fmla="*/ 114630 h 362993"/>
              <a:gd name="connsiteX68" fmla="*/ 395472 w 458518"/>
              <a:gd name="connsiteY68" fmla="*/ 133734 h 362993"/>
              <a:gd name="connsiteX69" fmla="*/ 362993 w 458518"/>
              <a:gd name="connsiteY69" fmla="*/ 133734 h 362993"/>
              <a:gd name="connsiteX70" fmla="*/ 343889 w 458518"/>
              <a:gd name="connsiteY70" fmla="*/ 152839 h 362993"/>
              <a:gd name="connsiteX71" fmla="*/ 343889 w 458518"/>
              <a:gd name="connsiteY71" fmla="*/ 210154 h 362993"/>
              <a:gd name="connsiteX72" fmla="*/ 362993 w 458518"/>
              <a:gd name="connsiteY72" fmla="*/ 229259 h 362993"/>
              <a:gd name="connsiteX73" fmla="*/ 433682 w 458518"/>
              <a:gd name="connsiteY73" fmla="*/ 229259 h 362993"/>
              <a:gd name="connsiteX74" fmla="*/ 439413 w 458518"/>
              <a:gd name="connsiteY74" fmla="*/ 229259 h 362993"/>
              <a:gd name="connsiteX75" fmla="*/ 439413 w 458518"/>
              <a:gd name="connsiteY75" fmla="*/ 286574 h 3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58518" h="362993">
                <a:moveTo>
                  <a:pt x="456608" y="213975"/>
                </a:moveTo>
                <a:lnTo>
                  <a:pt x="403114" y="106988"/>
                </a:lnTo>
                <a:cubicBezTo>
                  <a:pt x="399293" y="99346"/>
                  <a:pt x="393561" y="95525"/>
                  <a:pt x="385919" y="95525"/>
                </a:cubicBezTo>
                <a:lnTo>
                  <a:pt x="305679" y="95525"/>
                </a:lnTo>
                <a:lnTo>
                  <a:pt x="305679" y="19105"/>
                </a:lnTo>
                <a:cubicBezTo>
                  <a:pt x="305679" y="7642"/>
                  <a:pt x="298037" y="0"/>
                  <a:pt x="28657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286574"/>
                </a:lnTo>
                <a:cubicBezTo>
                  <a:pt x="0" y="298037"/>
                  <a:pt x="7642" y="305679"/>
                  <a:pt x="19105" y="305679"/>
                </a:cubicBezTo>
                <a:lnTo>
                  <a:pt x="57315" y="305679"/>
                </a:lnTo>
                <a:cubicBezTo>
                  <a:pt x="57315" y="338157"/>
                  <a:pt x="82151" y="362993"/>
                  <a:pt x="114630" y="362993"/>
                </a:cubicBezTo>
                <a:cubicBezTo>
                  <a:pt x="147108" y="362993"/>
                  <a:pt x="171944" y="338157"/>
                  <a:pt x="171944" y="305679"/>
                </a:cubicBezTo>
                <a:lnTo>
                  <a:pt x="315231" y="305679"/>
                </a:lnTo>
                <a:lnTo>
                  <a:pt x="315231" y="305679"/>
                </a:lnTo>
                <a:cubicBezTo>
                  <a:pt x="315231" y="338157"/>
                  <a:pt x="340068" y="362993"/>
                  <a:pt x="372546" y="362993"/>
                </a:cubicBezTo>
                <a:cubicBezTo>
                  <a:pt x="405024" y="362993"/>
                  <a:pt x="429861" y="338157"/>
                  <a:pt x="429861" y="305679"/>
                </a:cubicBezTo>
                <a:lnTo>
                  <a:pt x="429861" y="305679"/>
                </a:lnTo>
                <a:lnTo>
                  <a:pt x="439413" y="305679"/>
                </a:lnTo>
                <a:cubicBezTo>
                  <a:pt x="450876" y="305679"/>
                  <a:pt x="458518" y="298037"/>
                  <a:pt x="458518" y="286574"/>
                </a:cubicBezTo>
                <a:lnTo>
                  <a:pt x="458518" y="221617"/>
                </a:lnTo>
                <a:cubicBezTo>
                  <a:pt x="458518" y="219707"/>
                  <a:pt x="458518" y="215886"/>
                  <a:pt x="456608" y="213975"/>
                </a:cubicBezTo>
                <a:close/>
                <a:moveTo>
                  <a:pt x="114630" y="343889"/>
                </a:moveTo>
                <a:cubicBezTo>
                  <a:pt x="93614" y="343889"/>
                  <a:pt x="76420" y="326694"/>
                  <a:pt x="76420" y="305679"/>
                </a:cubicBezTo>
                <a:lnTo>
                  <a:pt x="76420" y="305679"/>
                </a:lnTo>
                <a:cubicBezTo>
                  <a:pt x="76420" y="301858"/>
                  <a:pt x="76420" y="299947"/>
                  <a:pt x="78330" y="296126"/>
                </a:cubicBezTo>
                <a:cubicBezTo>
                  <a:pt x="78330" y="292305"/>
                  <a:pt x="80241" y="290395"/>
                  <a:pt x="82151" y="286574"/>
                </a:cubicBezTo>
                <a:cubicBezTo>
                  <a:pt x="93614" y="269379"/>
                  <a:pt x="116540" y="261737"/>
                  <a:pt x="133734" y="273200"/>
                </a:cubicBezTo>
                <a:cubicBezTo>
                  <a:pt x="139466" y="277021"/>
                  <a:pt x="143287" y="280842"/>
                  <a:pt x="147108" y="286574"/>
                </a:cubicBezTo>
                <a:cubicBezTo>
                  <a:pt x="149018" y="290395"/>
                  <a:pt x="150929" y="292305"/>
                  <a:pt x="150929" y="296126"/>
                </a:cubicBezTo>
                <a:cubicBezTo>
                  <a:pt x="152839" y="299947"/>
                  <a:pt x="152839" y="301858"/>
                  <a:pt x="152839" y="305679"/>
                </a:cubicBezTo>
                <a:lnTo>
                  <a:pt x="152839" y="305679"/>
                </a:lnTo>
                <a:cubicBezTo>
                  <a:pt x="152839" y="326694"/>
                  <a:pt x="135645" y="343889"/>
                  <a:pt x="114630" y="343889"/>
                </a:cubicBezTo>
                <a:close/>
                <a:moveTo>
                  <a:pt x="286574" y="95525"/>
                </a:moveTo>
                <a:lnTo>
                  <a:pt x="286574" y="286574"/>
                </a:lnTo>
                <a:lnTo>
                  <a:pt x="168123" y="286574"/>
                </a:lnTo>
                <a:cubicBezTo>
                  <a:pt x="166213" y="282753"/>
                  <a:pt x="166213" y="278932"/>
                  <a:pt x="164302" y="275111"/>
                </a:cubicBezTo>
                <a:cubicBezTo>
                  <a:pt x="149018" y="248364"/>
                  <a:pt x="112719" y="238811"/>
                  <a:pt x="85972" y="256006"/>
                </a:cubicBezTo>
                <a:cubicBezTo>
                  <a:pt x="78330" y="261737"/>
                  <a:pt x="70688" y="267469"/>
                  <a:pt x="66867" y="275111"/>
                </a:cubicBezTo>
                <a:cubicBezTo>
                  <a:pt x="64957" y="278932"/>
                  <a:pt x="63046" y="282753"/>
                  <a:pt x="63046" y="286574"/>
                </a:cubicBezTo>
                <a:lnTo>
                  <a:pt x="19105" y="286574"/>
                </a:lnTo>
                <a:lnTo>
                  <a:pt x="19105" y="19105"/>
                </a:lnTo>
                <a:lnTo>
                  <a:pt x="286574" y="19105"/>
                </a:lnTo>
                <a:lnTo>
                  <a:pt x="286574" y="95525"/>
                </a:lnTo>
                <a:close/>
                <a:moveTo>
                  <a:pt x="405024" y="152839"/>
                </a:moveTo>
                <a:lnTo>
                  <a:pt x="433682" y="210154"/>
                </a:lnTo>
                <a:lnTo>
                  <a:pt x="362993" y="210154"/>
                </a:lnTo>
                <a:lnTo>
                  <a:pt x="362993" y="152839"/>
                </a:lnTo>
                <a:lnTo>
                  <a:pt x="405024" y="152839"/>
                </a:lnTo>
                <a:close/>
                <a:moveTo>
                  <a:pt x="410756" y="305679"/>
                </a:moveTo>
                <a:cubicBezTo>
                  <a:pt x="410756" y="326694"/>
                  <a:pt x="393561" y="343889"/>
                  <a:pt x="372546" y="343889"/>
                </a:cubicBezTo>
                <a:cubicBezTo>
                  <a:pt x="351530" y="343889"/>
                  <a:pt x="334336" y="326694"/>
                  <a:pt x="334336" y="305679"/>
                </a:cubicBezTo>
                <a:lnTo>
                  <a:pt x="334336" y="305679"/>
                </a:lnTo>
                <a:cubicBezTo>
                  <a:pt x="334336" y="301858"/>
                  <a:pt x="334336" y="299947"/>
                  <a:pt x="336247" y="296126"/>
                </a:cubicBezTo>
                <a:cubicBezTo>
                  <a:pt x="336247" y="292305"/>
                  <a:pt x="338157" y="290395"/>
                  <a:pt x="340068" y="286574"/>
                </a:cubicBezTo>
                <a:cubicBezTo>
                  <a:pt x="347710" y="275111"/>
                  <a:pt x="359172" y="267469"/>
                  <a:pt x="372546" y="267469"/>
                </a:cubicBezTo>
                <a:cubicBezTo>
                  <a:pt x="385919" y="267469"/>
                  <a:pt x="399293" y="275111"/>
                  <a:pt x="405024" y="286574"/>
                </a:cubicBezTo>
                <a:cubicBezTo>
                  <a:pt x="406935" y="290395"/>
                  <a:pt x="408845" y="292305"/>
                  <a:pt x="408845" y="296126"/>
                </a:cubicBezTo>
                <a:cubicBezTo>
                  <a:pt x="408845" y="299947"/>
                  <a:pt x="410756" y="301858"/>
                  <a:pt x="410756" y="305679"/>
                </a:cubicBezTo>
                <a:cubicBezTo>
                  <a:pt x="410756" y="305679"/>
                  <a:pt x="410756" y="303768"/>
                  <a:pt x="410756" y="305679"/>
                </a:cubicBezTo>
                <a:close/>
                <a:moveTo>
                  <a:pt x="439413" y="286574"/>
                </a:moveTo>
                <a:lnTo>
                  <a:pt x="426040" y="286574"/>
                </a:lnTo>
                <a:cubicBezTo>
                  <a:pt x="416487" y="256006"/>
                  <a:pt x="384009" y="240722"/>
                  <a:pt x="353441" y="250274"/>
                </a:cubicBezTo>
                <a:cubicBezTo>
                  <a:pt x="340068" y="254095"/>
                  <a:pt x="328605" y="263648"/>
                  <a:pt x="322873" y="275111"/>
                </a:cubicBezTo>
                <a:cubicBezTo>
                  <a:pt x="320963" y="278932"/>
                  <a:pt x="319052" y="282753"/>
                  <a:pt x="319052" y="284663"/>
                </a:cubicBezTo>
                <a:lnTo>
                  <a:pt x="305679" y="284663"/>
                </a:lnTo>
                <a:lnTo>
                  <a:pt x="305679" y="114630"/>
                </a:lnTo>
                <a:lnTo>
                  <a:pt x="385919" y="114630"/>
                </a:lnTo>
                <a:lnTo>
                  <a:pt x="395472" y="133734"/>
                </a:lnTo>
                <a:lnTo>
                  <a:pt x="362993" y="133734"/>
                </a:lnTo>
                <a:cubicBezTo>
                  <a:pt x="351530" y="133734"/>
                  <a:pt x="343889" y="141376"/>
                  <a:pt x="343889" y="152839"/>
                </a:cubicBezTo>
                <a:lnTo>
                  <a:pt x="343889" y="210154"/>
                </a:lnTo>
                <a:cubicBezTo>
                  <a:pt x="343889" y="221617"/>
                  <a:pt x="351530" y="229259"/>
                  <a:pt x="362993" y="229259"/>
                </a:cubicBezTo>
                <a:lnTo>
                  <a:pt x="433682" y="229259"/>
                </a:lnTo>
                <a:cubicBezTo>
                  <a:pt x="435592" y="229259"/>
                  <a:pt x="437503" y="229259"/>
                  <a:pt x="439413" y="229259"/>
                </a:cubicBezTo>
                <a:lnTo>
                  <a:pt x="439413" y="28657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64" descr="Minivan icon.">
            <a:extLst>
              <a:ext uri="{FF2B5EF4-FFF2-40B4-BE49-F238E27FC236}">
                <a16:creationId xmlns:a16="http://schemas.microsoft.com/office/drawing/2014/main" id="{CB160398-C440-40E4-B278-096BF95F1932}"/>
              </a:ext>
            </a:extLst>
          </p:cNvPr>
          <p:cNvSpPr>
            <a:spLocks noChangeAspect="1"/>
          </p:cNvSpPr>
          <p:nvPr/>
        </p:nvSpPr>
        <p:spPr>
          <a:xfrm>
            <a:off x="7083285" y="1505642"/>
            <a:ext cx="458518" cy="324783"/>
          </a:xfrm>
          <a:custGeom>
            <a:avLst/>
            <a:gdLst>
              <a:gd name="connsiteX0" fmla="*/ 248364 w 458518"/>
              <a:gd name="connsiteY0" fmla="*/ 57315 h 324783"/>
              <a:gd name="connsiteX1" fmla="*/ 152839 w 458518"/>
              <a:gd name="connsiteY1" fmla="*/ 57315 h 324783"/>
              <a:gd name="connsiteX2" fmla="*/ 133734 w 458518"/>
              <a:gd name="connsiteY2" fmla="*/ 76420 h 324783"/>
              <a:gd name="connsiteX3" fmla="*/ 133734 w 458518"/>
              <a:gd name="connsiteY3" fmla="*/ 152839 h 324783"/>
              <a:gd name="connsiteX4" fmla="*/ 152839 w 458518"/>
              <a:gd name="connsiteY4" fmla="*/ 171944 h 324783"/>
              <a:gd name="connsiteX5" fmla="*/ 248364 w 458518"/>
              <a:gd name="connsiteY5" fmla="*/ 171944 h 324783"/>
              <a:gd name="connsiteX6" fmla="*/ 261737 w 458518"/>
              <a:gd name="connsiteY6" fmla="*/ 166213 h 324783"/>
              <a:gd name="connsiteX7" fmla="*/ 267469 w 458518"/>
              <a:gd name="connsiteY7" fmla="*/ 152839 h 324783"/>
              <a:gd name="connsiteX8" fmla="*/ 267469 w 458518"/>
              <a:gd name="connsiteY8" fmla="*/ 76420 h 324783"/>
              <a:gd name="connsiteX9" fmla="*/ 248364 w 458518"/>
              <a:gd name="connsiteY9" fmla="*/ 57315 h 324783"/>
              <a:gd name="connsiteX10" fmla="*/ 152839 w 458518"/>
              <a:gd name="connsiteY10" fmla="*/ 152839 h 324783"/>
              <a:gd name="connsiteX11" fmla="*/ 152839 w 458518"/>
              <a:gd name="connsiteY11" fmla="*/ 76420 h 324783"/>
              <a:gd name="connsiteX12" fmla="*/ 248364 w 458518"/>
              <a:gd name="connsiteY12" fmla="*/ 76420 h 324783"/>
              <a:gd name="connsiteX13" fmla="*/ 248364 w 458518"/>
              <a:gd name="connsiteY13" fmla="*/ 152839 h 324783"/>
              <a:gd name="connsiteX14" fmla="*/ 152839 w 458518"/>
              <a:gd name="connsiteY14" fmla="*/ 152839 h 324783"/>
              <a:gd name="connsiteX15" fmla="*/ 382098 w 458518"/>
              <a:gd name="connsiteY15" fmla="*/ 24836 h 324783"/>
              <a:gd name="connsiteX16" fmla="*/ 340068 w 458518"/>
              <a:gd name="connsiteY16" fmla="*/ 0 h 324783"/>
              <a:gd name="connsiteX17" fmla="*/ 105077 w 458518"/>
              <a:gd name="connsiteY17" fmla="*/ 0 h 324783"/>
              <a:gd name="connsiteX18" fmla="*/ 0 w 458518"/>
              <a:gd name="connsiteY18" fmla="*/ 105077 h 324783"/>
              <a:gd name="connsiteX19" fmla="*/ 0 w 458518"/>
              <a:gd name="connsiteY19" fmla="*/ 248364 h 324783"/>
              <a:gd name="connsiteX20" fmla="*/ 19105 w 458518"/>
              <a:gd name="connsiteY20" fmla="*/ 267469 h 324783"/>
              <a:gd name="connsiteX21" fmla="*/ 57315 w 458518"/>
              <a:gd name="connsiteY21" fmla="*/ 267469 h 324783"/>
              <a:gd name="connsiteX22" fmla="*/ 114630 w 458518"/>
              <a:gd name="connsiteY22" fmla="*/ 324784 h 324783"/>
              <a:gd name="connsiteX23" fmla="*/ 171944 w 458518"/>
              <a:gd name="connsiteY23" fmla="*/ 267469 h 324783"/>
              <a:gd name="connsiteX24" fmla="*/ 286574 w 458518"/>
              <a:gd name="connsiteY24" fmla="*/ 267469 h 324783"/>
              <a:gd name="connsiteX25" fmla="*/ 343889 w 458518"/>
              <a:gd name="connsiteY25" fmla="*/ 324784 h 324783"/>
              <a:gd name="connsiteX26" fmla="*/ 401203 w 458518"/>
              <a:gd name="connsiteY26" fmla="*/ 267469 h 324783"/>
              <a:gd name="connsiteX27" fmla="*/ 439413 w 458518"/>
              <a:gd name="connsiteY27" fmla="*/ 267469 h 324783"/>
              <a:gd name="connsiteX28" fmla="*/ 458518 w 458518"/>
              <a:gd name="connsiteY28" fmla="*/ 248364 h 324783"/>
              <a:gd name="connsiteX29" fmla="*/ 458518 w 458518"/>
              <a:gd name="connsiteY29" fmla="*/ 164302 h 324783"/>
              <a:gd name="connsiteX30" fmla="*/ 382098 w 458518"/>
              <a:gd name="connsiteY30" fmla="*/ 24836 h 324783"/>
              <a:gd name="connsiteX31" fmla="*/ 433682 w 458518"/>
              <a:gd name="connsiteY31" fmla="*/ 152839 h 324783"/>
              <a:gd name="connsiteX32" fmla="*/ 324784 w 458518"/>
              <a:gd name="connsiteY32" fmla="*/ 152839 h 324783"/>
              <a:gd name="connsiteX33" fmla="*/ 324784 w 458518"/>
              <a:gd name="connsiteY33" fmla="*/ 76420 h 324783"/>
              <a:gd name="connsiteX34" fmla="*/ 389740 w 458518"/>
              <a:gd name="connsiteY34" fmla="*/ 76420 h 324783"/>
              <a:gd name="connsiteX35" fmla="*/ 433682 w 458518"/>
              <a:gd name="connsiteY35" fmla="*/ 152839 h 324783"/>
              <a:gd name="connsiteX36" fmla="*/ 19105 w 458518"/>
              <a:gd name="connsiteY36" fmla="*/ 171944 h 324783"/>
              <a:gd name="connsiteX37" fmla="*/ 38210 w 458518"/>
              <a:gd name="connsiteY37" fmla="*/ 171944 h 324783"/>
              <a:gd name="connsiteX38" fmla="*/ 38210 w 458518"/>
              <a:gd name="connsiteY38" fmla="*/ 191049 h 324783"/>
              <a:gd name="connsiteX39" fmla="*/ 19105 w 458518"/>
              <a:gd name="connsiteY39" fmla="*/ 191049 h 324783"/>
              <a:gd name="connsiteX40" fmla="*/ 19105 w 458518"/>
              <a:gd name="connsiteY40" fmla="*/ 171944 h 324783"/>
              <a:gd name="connsiteX41" fmla="*/ 114630 w 458518"/>
              <a:gd name="connsiteY41" fmla="*/ 305679 h 324783"/>
              <a:gd name="connsiteX42" fmla="*/ 76420 w 458518"/>
              <a:gd name="connsiteY42" fmla="*/ 267469 h 324783"/>
              <a:gd name="connsiteX43" fmla="*/ 76420 w 458518"/>
              <a:gd name="connsiteY43" fmla="*/ 267469 h 324783"/>
              <a:gd name="connsiteX44" fmla="*/ 82151 w 458518"/>
              <a:gd name="connsiteY44" fmla="*/ 248364 h 324783"/>
              <a:gd name="connsiteX45" fmla="*/ 133734 w 458518"/>
              <a:gd name="connsiteY45" fmla="*/ 234990 h 324783"/>
              <a:gd name="connsiteX46" fmla="*/ 152839 w 458518"/>
              <a:gd name="connsiteY46" fmla="*/ 267469 h 324783"/>
              <a:gd name="connsiteX47" fmla="*/ 152839 w 458518"/>
              <a:gd name="connsiteY47" fmla="*/ 267469 h 324783"/>
              <a:gd name="connsiteX48" fmla="*/ 114630 w 458518"/>
              <a:gd name="connsiteY48" fmla="*/ 305679 h 324783"/>
              <a:gd name="connsiteX49" fmla="*/ 382098 w 458518"/>
              <a:gd name="connsiteY49" fmla="*/ 267469 h 324783"/>
              <a:gd name="connsiteX50" fmla="*/ 343889 w 458518"/>
              <a:gd name="connsiteY50" fmla="*/ 305679 h 324783"/>
              <a:gd name="connsiteX51" fmla="*/ 305679 w 458518"/>
              <a:gd name="connsiteY51" fmla="*/ 267469 h 324783"/>
              <a:gd name="connsiteX52" fmla="*/ 305679 w 458518"/>
              <a:gd name="connsiteY52" fmla="*/ 267469 h 324783"/>
              <a:gd name="connsiteX53" fmla="*/ 311410 w 458518"/>
              <a:gd name="connsiteY53" fmla="*/ 248364 h 324783"/>
              <a:gd name="connsiteX54" fmla="*/ 362993 w 458518"/>
              <a:gd name="connsiteY54" fmla="*/ 234990 h 324783"/>
              <a:gd name="connsiteX55" fmla="*/ 376367 w 458518"/>
              <a:gd name="connsiteY55" fmla="*/ 248364 h 324783"/>
              <a:gd name="connsiteX56" fmla="*/ 382098 w 458518"/>
              <a:gd name="connsiteY56" fmla="*/ 267469 h 324783"/>
              <a:gd name="connsiteX57" fmla="*/ 397382 w 458518"/>
              <a:gd name="connsiteY57" fmla="*/ 248364 h 324783"/>
              <a:gd name="connsiteX58" fmla="*/ 343889 w 458518"/>
              <a:gd name="connsiteY58" fmla="*/ 210154 h 324783"/>
              <a:gd name="connsiteX59" fmla="*/ 290395 w 458518"/>
              <a:gd name="connsiteY59" fmla="*/ 248364 h 324783"/>
              <a:gd name="connsiteX60" fmla="*/ 168123 w 458518"/>
              <a:gd name="connsiteY60" fmla="*/ 248364 h 324783"/>
              <a:gd name="connsiteX61" fmla="*/ 93614 w 458518"/>
              <a:gd name="connsiteY61" fmla="*/ 213975 h 324783"/>
              <a:gd name="connsiteX62" fmla="*/ 59225 w 458518"/>
              <a:gd name="connsiteY62" fmla="*/ 248364 h 324783"/>
              <a:gd name="connsiteX63" fmla="*/ 19105 w 458518"/>
              <a:gd name="connsiteY63" fmla="*/ 248364 h 324783"/>
              <a:gd name="connsiteX64" fmla="*/ 19105 w 458518"/>
              <a:gd name="connsiteY64" fmla="*/ 210154 h 324783"/>
              <a:gd name="connsiteX65" fmla="*/ 38210 w 458518"/>
              <a:gd name="connsiteY65" fmla="*/ 210154 h 324783"/>
              <a:gd name="connsiteX66" fmla="*/ 57315 w 458518"/>
              <a:gd name="connsiteY66" fmla="*/ 191049 h 324783"/>
              <a:gd name="connsiteX67" fmla="*/ 57315 w 458518"/>
              <a:gd name="connsiteY67" fmla="*/ 171944 h 324783"/>
              <a:gd name="connsiteX68" fmla="*/ 38210 w 458518"/>
              <a:gd name="connsiteY68" fmla="*/ 152839 h 324783"/>
              <a:gd name="connsiteX69" fmla="*/ 19105 w 458518"/>
              <a:gd name="connsiteY69" fmla="*/ 152839 h 324783"/>
              <a:gd name="connsiteX70" fmla="*/ 19105 w 458518"/>
              <a:gd name="connsiteY70" fmla="*/ 105077 h 324783"/>
              <a:gd name="connsiteX71" fmla="*/ 105077 w 458518"/>
              <a:gd name="connsiteY71" fmla="*/ 19105 h 324783"/>
              <a:gd name="connsiteX72" fmla="*/ 340068 w 458518"/>
              <a:gd name="connsiteY72" fmla="*/ 19105 h 324783"/>
              <a:gd name="connsiteX73" fmla="*/ 364904 w 458518"/>
              <a:gd name="connsiteY73" fmla="*/ 34389 h 324783"/>
              <a:gd name="connsiteX74" fmla="*/ 378277 w 458518"/>
              <a:gd name="connsiteY74" fmla="*/ 57315 h 324783"/>
              <a:gd name="connsiteX75" fmla="*/ 324784 w 458518"/>
              <a:gd name="connsiteY75" fmla="*/ 57315 h 324783"/>
              <a:gd name="connsiteX76" fmla="*/ 324784 w 458518"/>
              <a:gd name="connsiteY76" fmla="*/ 57315 h 324783"/>
              <a:gd name="connsiteX77" fmla="*/ 311410 w 458518"/>
              <a:gd name="connsiteY77" fmla="*/ 63046 h 324783"/>
              <a:gd name="connsiteX78" fmla="*/ 305679 w 458518"/>
              <a:gd name="connsiteY78" fmla="*/ 76420 h 324783"/>
              <a:gd name="connsiteX79" fmla="*/ 305679 w 458518"/>
              <a:gd name="connsiteY79" fmla="*/ 152839 h 324783"/>
              <a:gd name="connsiteX80" fmla="*/ 324784 w 458518"/>
              <a:gd name="connsiteY80" fmla="*/ 171944 h 324783"/>
              <a:gd name="connsiteX81" fmla="*/ 439413 w 458518"/>
              <a:gd name="connsiteY81" fmla="*/ 171944 h 324783"/>
              <a:gd name="connsiteX82" fmla="*/ 439413 w 458518"/>
              <a:gd name="connsiteY82" fmla="*/ 248364 h 324783"/>
              <a:gd name="connsiteX83" fmla="*/ 397382 w 458518"/>
              <a:gd name="connsiteY83" fmla="*/ 248364 h 32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58518" h="324783">
                <a:moveTo>
                  <a:pt x="248364" y="57315"/>
                </a:moveTo>
                <a:lnTo>
                  <a:pt x="152839" y="57315"/>
                </a:lnTo>
                <a:cubicBezTo>
                  <a:pt x="141376" y="57315"/>
                  <a:pt x="133734" y="64957"/>
                  <a:pt x="133734" y="76420"/>
                </a:cubicBezTo>
                <a:lnTo>
                  <a:pt x="133734" y="152839"/>
                </a:lnTo>
                <a:cubicBezTo>
                  <a:pt x="133734" y="164302"/>
                  <a:pt x="141376" y="171944"/>
                  <a:pt x="152839" y="171944"/>
                </a:cubicBezTo>
                <a:lnTo>
                  <a:pt x="248364" y="171944"/>
                </a:lnTo>
                <a:cubicBezTo>
                  <a:pt x="254095" y="171944"/>
                  <a:pt x="257916" y="170034"/>
                  <a:pt x="261737" y="166213"/>
                </a:cubicBezTo>
                <a:cubicBezTo>
                  <a:pt x="265558" y="162392"/>
                  <a:pt x="267469" y="158571"/>
                  <a:pt x="267469" y="152839"/>
                </a:cubicBezTo>
                <a:lnTo>
                  <a:pt x="267469" y="76420"/>
                </a:lnTo>
                <a:cubicBezTo>
                  <a:pt x="267469" y="64957"/>
                  <a:pt x="259827" y="57315"/>
                  <a:pt x="248364" y="57315"/>
                </a:cubicBezTo>
                <a:close/>
                <a:moveTo>
                  <a:pt x="152839" y="152839"/>
                </a:moveTo>
                <a:lnTo>
                  <a:pt x="152839" y="76420"/>
                </a:lnTo>
                <a:lnTo>
                  <a:pt x="248364" y="76420"/>
                </a:lnTo>
                <a:lnTo>
                  <a:pt x="248364" y="152839"/>
                </a:lnTo>
                <a:lnTo>
                  <a:pt x="152839" y="152839"/>
                </a:lnTo>
                <a:close/>
                <a:moveTo>
                  <a:pt x="382098" y="24836"/>
                </a:moveTo>
                <a:cubicBezTo>
                  <a:pt x="374456" y="9552"/>
                  <a:pt x="357262" y="0"/>
                  <a:pt x="340068" y="0"/>
                </a:cubicBezTo>
                <a:lnTo>
                  <a:pt x="105077" y="0"/>
                </a:lnTo>
                <a:cubicBezTo>
                  <a:pt x="47762" y="0"/>
                  <a:pt x="0" y="47762"/>
                  <a:pt x="0" y="105077"/>
                </a:cubicBezTo>
                <a:lnTo>
                  <a:pt x="0" y="248364"/>
                </a:lnTo>
                <a:cubicBezTo>
                  <a:pt x="0" y="259827"/>
                  <a:pt x="7642" y="267469"/>
                  <a:pt x="19105" y="267469"/>
                </a:cubicBezTo>
                <a:lnTo>
                  <a:pt x="57315" y="267469"/>
                </a:lnTo>
                <a:cubicBezTo>
                  <a:pt x="57315" y="299947"/>
                  <a:pt x="82151" y="324784"/>
                  <a:pt x="114630" y="324784"/>
                </a:cubicBezTo>
                <a:cubicBezTo>
                  <a:pt x="147108" y="324784"/>
                  <a:pt x="171944" y="299947"/>
                  <a:pt x="171944" y="267469"/>
                </a:cubicBezTo>
                <a:lnTo>
                  <a:pt x="286574" y="267469"/>
                </a:lnTo>
                <a:cubicBezTo>
                  <a:pt x="286574" y="299947"/>
                  <a:pt x="311410" y="324784"/>
                  <a:pt x="343889" y="324784"/>
                </a:cubicBezTo>
                <a:cubicBezTo>
                  <a:pt x="376367" y="324784"/>
                  <a:pt x="401203" y="299947"/>
                  <a:pt x="401203" y="267469"/>
                </a:cubicBezTo>
                <a:lnTo>
                  <a:pt x="439413" y="267469"/>
                </a:lnTo>
                <a:cubicBezTo>
                  <a:pt x="450876" y="267469"/>
                  <a:pt x="458518" y="259827"/>
                  <a:pt x="458518" y="248364"/>
                </a:cubicBezTo>
                <a:lnTo>
                  <a:pt x="458518" y="164302"/>
                </a:lnTo>
                <a:lnTo>
                  <a:pt x="382098" y="24836"/>
                </a:lnTo>
                <a:close/>
                <a:moveTo>
                  <a:pt x="433682" y="152839"/>
                </a:moveTo>
                <a:lnTo>
                  <a:pt x="324784" y="152839"/>
                </a:lnTo>
                <a:lnTo>
                  <a:pt x="324784" y="76420"/>
                </a:lnTo>
                <a:lnTo>
                  <a:pt x="389740" y="76420"/>
                </a:lnTo>
                <a:lnTo>
                  <a:pt x="433682" y="152839"/>
                </a:lnTo>
                <a:close/>
                <a:moveTo>
                  <a:pt x="19105" y="171944"/>
                </a:moveTo>
                <a:lnTo>
                  <a:pt x="38210" y="171944"/>
                </a:lnTo>
                <a:lnTo>
                  <a:pt x="38210" y="191049"/>
                </a:lnTo>
                <a:lnTo>
                  <a:pt x="19105" y="191049"/>
                </a:lnTo>
                <a:lnTo>
                  <a:pt x="19105" y="171944"/>
                </a:lnTo>
                <a:close/>
                <a:moveTo>
                  <a:pt x="114630" y="305679"/>
                </a:moveTo>
                <a:cubicBezTo>
                  <a:pt x="93614" y="305679"/>
                  <a:pt x="76420" y="288484"/>
                  <a:pt x="76420" y="267469"/>
                </a:cubicBezTo>
                <a:lnTo>
                  <a:pt x="76420" y="267469"/>
                </a:lnTo>
                <a:cubicBezTo>
                  <a:pt x="76420" y="259827"/>
                  <a:pt x="78330" y="254095"/>
                  <a:pt x="82151" y="248364"/>
                </a:cubicBezTo>
                <a:cubicBezTo>
                  <a:pt x="93614" y="231170"/>
                  <a:pt x="116540" y="223528"/>
                  <a:pt x="133734" y="234990"/>
                </a:cubicBezTo>
                <a:cubicBezTo>
                  <a:pt x="145197" y="242632"/>
                  <a:pt x="152839" y="254095"/>
                  <a:pt x="152839" y="267469"/>
                </a:cubicBezTo>
                <a:lnTo>
                  <a:pt x="152839" y="267469"/>
                </a:lnTo>
                <a:cubicBezTo>
                  <a:pt x="152839" y="288484"/>
                  <a:pt x="135645" y="305679"/>
                  <a:pt x="114630" y="305679"/>
                </a:cubicBezTo>
                <a:close/>
                <a:moveTo>
                  <a:pt x="382098" y="267469"/>
                </a:moveTo>
                <a:cubicBezTo>
                  <a:pt x="382098" y="288484"/>
                  <a:pt x="364904" y="305679"/>
                  <a:pt x="343889" y="305679"/>
                </a:cubicBezTo>
                <a:cubicBezTo>
                  <a:pt x="322873" y="305679"/>
                  <a:pt x="305679" y="288484"/>
                  <a:pt x="305679" y="267469"/>
                </a:cubicBezTo>
                <a:lnTo>
                  <a:pt x="305679" y="267469"/>
                </a:lnTo>
                <a:cubicBezTo>
                  <a:pt x="305679" y="259827"/>
                  <a:pt x="307589" y="254095"/>
                  <a:pt x="311410" y="248364"/>
                </a:cubicBezTo>
                <a:cubicBezTo>
                  <a:pt x="320963" y="229259"/>
                  <a:pt x="345799" y="223528"/>
                  <a:pt x="362993" y="234990"/>
                </a:cubicBezTo>
                <a:cubicBezTo>
                  <a:pt x="368725" y="238811"/>
                  <a:pt x="374456" y="242632"/>
                  <a:pt x="376367" y="248364"/>
                </a:cubicBezTo>
                <a:cubicBezTo>
                  <a:pt x="380188" y="254095"/>
                  <a:pt x="382098" y="259827"/>
                  <a:pt x="382098" y="267469"/>
                </a:cubicBezTo>
                <a:close/>
                <a:moveTo>
                  <a:pt x="397382" y="248364"/>
                </a:moveTo>
                <a:cubicBezTo>
                  <a:pt x="389740" y="225438"/>
                  <a:pt x="366814" y="210154"/>
                  <a:pt x="343889" y="210154"/>
                </a:cubicBezTo>
                <a:cubicBezTo>
                  <a:pt x="319052" y="210154"/>
                  <a:pt x="298037" y="225438"/>
                  <a:pt x="290395" y="248364"/>
                </a:cubicBezTo>
                <a:lnTo>
                  <a:pt x="168123" y="248364"/>
                </a:lnTo>
                <a:cubicBezTo>
                  <a:pt x="156660" y="217796"/>
                  <a:pt x="124182" y="202512"/>
                  <a:pt x="93614" y="213975"/>
                </a:cubicBezTo>
                <a:cubicBezTo>
                  <a:pt x="78330" y="219707"/>
                  <a:pt x="64957" y="233080"/>
                  <a:pt x="59225" y="248364"/>
                </a:cubicBezTo>
                <a:lnTo>
                  <a:pt x="19105" y="248364"/>
                </a:lnTo>
                <a:lnTo>
                  <a:pt x="19105" y="210154"/>
                </a:lnTo>
                <a:lnTo>
                  <a:pt x="38210" y="210154"/>
                </a:lnTo>
                <a:cubicBezTo>
                  <a:pt x="49673" y="210154"/>
                  <a:pt x="57315" y="202512"/>
                  <a:pt x="57315" y="191049"/>
                </a:cubicBezTo>
                <a:lnTo>
                  <a:pt x="57315" y="171944"/>
                </a:lnTo>
                <a:cubicBezTo>
                  <a:pt x="57315" y="160481"/>
                  <a:pt x="49673" y="152839"/>
                  <a:pt x="38210" y="152839"/>
                </a:cubicBezTo>
                <a:lnTo>
                  <a:pt x="19105" y="152839"/>
                </a:lnTo>
                <a:lnTo>
                  <a:pt x="19105" y="105077"/>
                </a:lnTo>
                <a:cubicBezTo>
                  <a:pt x="19105" y="57315"/>
                  <a:pt x="57315" y="19105"/>
                  <a:pt x="105077" y="19105"/>
                </a:cubicBezTo>
                <a:lnTo>
                  <a:pt x="340068" y="19105"/>
                </a:lnTo>
                <a:cubicBezTo>
                  <a:pt x="349620" y="19105"/>
                  <a:pt x="359172" y="24836"/>
                  <a:pt x="364904" y="34389"/>
                </a:cubicBezTo>
                <a:lnTo>
                  <a:pt x="378277" y="57315"/>
                </a:lnTo>
                <a:lnTo>
                  <a:pt x="324784" y="57315"/>
                </a:lnTo>
                <a:lnTo>
                  <a:pt x="324784" y="57315"/>
                </a:lnTo>
                <a:cubicBezTo>
                  <a:pt x="319052" y="57315"/>
                  <a:pt x="315231" y="59225"/>
                  <a:pt x="311410" y="63046"/>
                </a:cubicBezTo>
                <a:cubicBezTo>
                  <a:pt x="307589" y="66867"/>
                  <a:pt x="305679" y="70688"/>
                  <a:pt x="305679" y="76420"/>
                </a:cubicBezTo>
                <a:lnTo>
                  <a:pt x="305679" y="152839"/>
                </a:lnTo>
                <a:cubicBezTo>
                  <a:pt x="305679" y="164302"/>
                  <a:pt x="313321" y="171944"/>
                  <a:pt x="324784" y="171944"/>
                </a:cubicBezTo>
                <a:lnTo>
                  <a:pt x="439413" y="171944"/>
                </a:lnTo>
                <a:lnTo>
                  <a:pt x="439413" y="248364"/>
                </a:lnTo>
                <a:lnTo>
                  <a:pt x="397382" y="24836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70" descr="Scooter icon.">
            <a:extLst>
              <a:ext uri="{FF2B5EF4-FFF2-40B4-BE49-F238E27FC236}">
                <a16:creationId xmlns:a16="http://schemas.microsoft.com/office/drawing/2014/main" id="{9493C020-2E94-4C5B-9D3D-C5A87395F1ED}"/>
              </a:ext>
            </a:extLst>
          </p:cNvPr>
          <p:cNvSpPr>
            <a:spLocks noChangeAspect="1"/>
          </p:cNvSpPr>
          <p:nvPr/>
        </p:nvSpPr>
        <p:spPr>
          <a:xfrm>
            <a:off x="8324518" y="1478895"/>
            <a:ext cx="426039" cy="351530"/>
          </a:xfrm>
          <a:custGeom>
            <a:avLst/>
            <a:gdLst>
              <a:gd name="connsiteX0" fmla="*/ 326694 w 426039"/>
              <a:gd name="connsiteY0" fmla="*/ 192960 h 351530"/>
              <a:gd name="connsiteX1" fmla="*/ 412666 w 426039"/>
              <a:gd name="connsiteY1" fmla="*/ 213975 h 351530"/>
              <a:gd name="connsiteX2" fmla="*/ 426040 w 426039"/>
              <a:gd name="connsiteY2" fmla="*/ 200602 h 351530"/>
              <a:gd name="connsiteX3" fmla="*/ 330515 w 426039"/>
              <a:gd name="connsiteY3" fmla="*/ 173855 h 351530"/>
              <a:gd name="connsiteX4" fmla="*/ 315231 w 426039"/>
              <a:gd name="connsiteY4" fmla="*/ 112719 h 351530"/>
              <a:gd name="connsiteX5" fmla="*/ 324784 w 426039"/>
              <a:gd name="connsiteY5" fmla="*/ 112719 h 351530"/>
              <a:gd name="connsiteX6" fmla="*/ 343889 w 426039"/>
              <a:gd name="connsiteY6" fmla="*/ 112719 h 351530"/>
              <a:gd name="connsiteX7" fmla="*/ 362993 w 426039"/>
              <a:gd name="connsiteY7" fmla="*/ 93614 h 351530"/>
              <a:gd name="connsiteX8" fmla="*/ 362993 w 426039"/>
              <a:gd name="connsiteY8" fmla="*/ 55404 h 351530"/>
              <a:gd name="connsiteX9" fmla="*/ 357262 w 426039"/>
              <a:gd name="connsiteY9" fmla="*/ 42031 h 351530"/>
              <a:gd name="connsiteX10" fmla="*/ 343889 w 426039"/>
              <a:gd name="connsiteY10" fmla="*/ 36299 h 351530"/>
              <a:gd name="connsiteX11" fmla="*/ 324784 w 426039"/>
              <a:gd name="connsiteY11" fmla="*/ 36299 h 351530"/>
              <a:gd name="connsiteX12" fmla="*/ 298037 w 426039"/>
              <a:gd name="connsiteY12" fmla="*/ 47762 h 351530"/>
              <a:gd name="connsiteX13" fmla="*/ 286574 w 426039"/>
              <a:gd name="connsiteY13" fmla="*/ 13373 h 351530"/>
              <a:gd name="connsiteX14" fmla="*/ 267469 w 426039"/>
              <a:gd name="connsiteY14" fmla="*/ 0 h 351530"/>
              <a:gd name="connsiteX15" fmla="*/ 210154 w 426039"/>
              <a:gd name="connsiteY15" fmla="*/ 0 h 351530"/>
              <a:gd name="connsiteX16" fmla="*/ 210154 w 426039"/>
              <a:gd name="connsiteY16" fmla="*/ 19105 h 351530"/>
              <a:gd name="connsiteX17" fmla="*/ 269379 w 426039"/>
              <a:gd name="connsiteY17" fmla="*/ 19105 h 351530"/>
              <a:gd name="connsiteX18" fmla="*/ 292305 w 426039"/>
              <a:gd name="connsiteY18" fmla="*/ 97435 h 351530"/>
              <a:gd name="connsiteX19" fmla="*/ 311410 w 426039"/>
              <a:gd name="connsiteY19" fmla="*/ 179586 h 351530"/>
              <a:gd name="connsiteX20" fmla="*/ 248364 w 426039"/>
              <a:gd name="connsiteY20" fmla="*/ 265558 h 351530"/>
              <a:gd name="connsiteX21" fmla="*/ 19105 w 426039"/>
              <a:gd name="connsiteY21" fmla="*/ 265558 h 351530"/>
              <a:gd name="connsiteX22" fmla="*/ 19105 w 426039"/>
              <a:gd name="connsiteY22" fmla="*/ 265558 h 351530"/>
              <a:gd name="connsiteX23" fmla="*/ 19105 w 426039"/>
              <a:gd name="connsiteY23" fmla="*/ 265558 h 351530"/>
              <a:gd name="connsiteX24" fmla="*/ 19105 w 426039"/>
              <a:gd name="connsiteY24" fmla="*/ 256006 h 351530"/>
              <a:gd name="connsiteX25" fmla="*/ 105077 w 426039"/>
              <a:gd name="connsiteY25" fmla="*/ 170034 h 351530"/>
              <a:gd name="connsiteX26" fmla="*/ 171944 w 426039"/>
              <a:gd name="connsiteY26" fmla="*/ 170034 h 351530"/>
              <a:gd name="connsiteX27" fmla="*/ 171944 w 426039"/>
              <a:gd name="connsiteY27" fmla="*/ 265558 h 351530"/>
              <a:gd name="connsiteX28" fmla="*/ 191049 w 426039"/>
              <a:gd name="connsiteY28" fmla="*/ 265558 h 351530"/>
              <a:gd name="connsiteX29" fmla="*/ 191049 w 426039"/>
              <a:gd name="connsiteY29" fmla="*/ 170034 h 351530"/>
              <a:gd name="connsiteX30" fmla="*/ 210154 w 426039"/>
              <a:gd name="connsiteY30" fmla="*/ 150929 h 351530"/>
              <a:gd name="connsiteX31" fmla="*/ 210154 w 426039"/>
              <a:gd name="connsiteY31" fmla="*/ 131824 h 351530"/>
              <a:gd name="connsiteX32" fmla="*/ 191049 w 426039"/>
              <a:gd name="connsiteY32" fmla="*/ 112719 h 351530"/>
              <a:gd name="connsiteX33" fmla="*/ 76420 w 426039"/>
              <a:gd name="connsiteY33" fmla="*/ 112719 h 351530"/>
              <a:gd name="connsiteX34" fmla="*/ 57315 w 426039"/>
              <a:gd name="connsiteY34" fmla="*/ 131824 h 351530"/>
              <a:gd name="connsiteX35" fmla="*/ 57315 w 426039"/>
              <a:gd name="connsiteY35" fmla="*/ 150929 h 351530"/>
              <a:gd name="connsiteX36" fmla="*/ 61136 w 426039"/>
              <a:gd name="connsiteY36" fmla="*/ 160481 h 351530"/>
              <a:gd name="connsiteX37" fmla="*/ 0 w 426039"/>
              <a:gd name="connsiteY37" fmla="*/ 256006 h 351530"/>
              <a:gd name="connsiteX38" fmla="*/ 0 w 426039"/>
              <a:gd name="connsiteY38" fmla="*/ 265558 h 351530"/>
              <a:gd name="connsiteX39" fmla="*/ 19105 w 426039"/>
              <a:gd name="connsiteY39" fmla="*/ 284663 h 351530"/>
              <a:gd name="connsiteX40" fmla="*/ 38210 w 426039"/>
              <a:gd name="connsiteY40" fmla="*/ 284663 h 351530"/>
              <a:gd name="connsiteX41" fmla="*/ 105077 w 426039"/>
              <a:gd name="connsiteY41" fmla="*/ 351530 h 351530"/>
              <a:gd name="connsiteX42" fmla="*/ 171944 w 426039"/>
              <a:gd name="connsiteY42" fmla="*/ 284663 h 351530"/>
              <a:gd name="connsiteX43" fmla="*/ 171944 w 426039"/>
              <a:gd name="connsiteY43" fmla="*/ 284663 h 351530"/>
              <a:gd name="connsiteX44" fmla="*/ 248364 w 426039"/>
              <a:gd name="connsiteY44" fmla="*/ 284663 h 351530"/>
              <a:gd name="connsiteX45" fmla="*/ 267469 w 426039"/>
              <a:gd name="connsiteY45" fmla="*/ 267469 h 351530"/>
              <a:gd name="connsiteX46" fmla="*/ 326694 w 426039"/>
              <a:gd name="connsiteY46" fmla="*/ 192960 h 351530"/>
              <a:gd name="connsiteX47" fmla="*/ 313321 w 426039"/>
              <a:gd name="connsiteY47" fmla="*/ 61136 h 351530"/>
              <a:gd name="connsiteX48" fmla="*/ 324784 w 426039"/>
              <a:gd name="connsiteY48" fmla="*/ 55404 h 351530"/>
              <a:gd name="connsiteX49" fmla="*/ 343889 w 426039"/>
              <a:gd name="connsiteY49" fmla="*/ 55404 h 351530"/>
              <a:gd name="connsiteX50" fmla="*/ 343889 w 426039"/>
              <a:gd name="connsiteY50" fmla="*/ 93614 h 351530"/>
              <a:gd name="connsiteX51" fmla="*/ 324784 w 426039"/>
              <a:gd name="connsiteY51" fmla="*/ 93614 h 351530"/>
              <a:gd name="connsiteX52" fmla="*/ 307589 w 426039"/>
              <a:gd name="connsiteY52" fmla="*/ 74509 h 351530"/>
              <a:gd name="connsiteX53" fmla="*/ 307589 w 426039"/>
              <a:gd name="connsiteY53" fmla="*/ 74509 h 351530"/>
              <a:gd name="connsiteX54" fmla="*/ 313321 w 426039"/>
              <a:gd name="connsiteY54" fmla="*/ 61136 h 351530"/>
              <a:gd name="connsiteX55" fmla="*/ 76420 w 426039"/>
              <a:gd name="connsiteY55" fmla="*/ 131824 h 351530"/>
              <a:gd name="connsiteX56" fmla="*/ 191049 w 426039"/>
              <a:gd name="connsiteY56" fmla="*/ 131824 h 351530"/>
              <a:gd name="connsiteX57" fmla="*/ 191049 w 426039"/>
              <a:gd name="connsiteY57" fmla="*/ 150929 h 351530"/>
              <a:gd name="connsiteX58" fmla="*/ 76420 w 426039"/>
              <a:gd name="connsiteY58" fmla="*/ 150929 h 351530"/>
              <a:gd name="connsiteX59" fmla="*/ 76420 w 426039"/>
              <a:gd name="connsiteY59" fmla="*/ 131824 h 351530"/>
              <a:gd name="connsiteX60" fmla="*/ 105077 w 426039"/>
              <a:gd name="connsiteY60" fmla="*/ 328605 h 351530"/>
              <a:gd name="connsiteX61" fmla="*/ 59225 w 426039"/>
              <a:gd name="connsiteY61" fmla="*/ 284663 h 351530"/>
              <a:gd name="connsiteX62" fmla="*/ 152839 w 426039"/>
              <a:gd name="connsiteY62" fmla="*/ 284663 h 351530"/>
              <a:gd name="connsiteX63" fmla="*/ 105077 w 426039"/>
              <a:gd name="connsiteY63" fmla="*/ 328605 h 351530"/>
              <a:gd name="connsiteX64" fmla="*/ 353441 w 426039"/>
              <a:gd name="connsiteY64" fmla="*/ 208244 h 351530"/>
              <a:gd name="connsiteX65" fmla="*/ 286574 w 426039"/>
              <a:gd name="connsiteY65" fmla="*/ 275111 h 351530"/>
              <a:gd name="connsiteX66" fmla="*/ 353441 w 426039"/>
              <a:gd name="connsiteY66" fmla="*/ 341978 h 351530"/>
              <a:gd name="connsiteX67" fmla="*/ 420308 w 426039"/>
              <a:gd name="connsiteY67" fmla="*/ 275111 h 351530"/>
              <a:gd name="connsiteX68" fmla="*/ 353441 w 426039"/>
              <a:gd name="connsiteY68" fmla="*/ 208244 h 351530"/>
              <a:gd name="connsiteX69" fmla="*/ 353441 w 426039"/>
              <a:gd name="connsiteY69" fmla="*/ 322873 h 351530"/>
              <a:gd name="connsiteX70" fmla="*/ 305679 w 426039"/>
              <a:gd name="connsiteY70" fmla="*/ 275111 h 351530"/>
              <a:gd name="connsiteX71" fmla="*/ 353441 w 426039"/>
              <a:gd name="connsiteY71" fmla="*/ 227349 h 351530"/>
              <a:gd name="connsiteX72" fmla="*/ 401203 w 426039"/>
              <a:gd name="connsiteY72" fmla="*/ 275111 h 351530"/>
              <a:gd name="connsiteX73" fmla="*/ 353441 w 426039"/>
              <a:gd name="connsiteY73" fmla="*/ 322873 h 35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26039" h="351530">
                <a:moveTo>
                  <a:pt x="326694" y="192960"/>
                </a:moveTo>
                <a:cubicBezTo>
                  <a:pt x="357262" y="183407"/>
                  <a:pt x="389740" y="191049"/>
                  <a:pt x="412666" y="213975"/>
                </a:cubicBezTo>
                <a:lnTo>
                  <a:pt x="426040" y="200602"/>
                </a:lnTo>
                <a:cubicBezTo>
                  <a:pt x="401203" y="175765"/>
                  <a:pt x="364904" y="166213"/>
                  <a:pt x="330515" y="173855"/>
                </a:cubicBezTo>
                <a:lnTo>
                  <a:pt x="315231" y="112719"/>
                </a:lnTo>
                <a:cubicBezTo>
                  <a:pt x="319052" y="112719"/>
                  <a:pt x="322873" y="112719"/>
                  <a:pt x="324784" y="112719"/>
                </a:cubicBezTo>
                <a:lnTo>
                  <a:pt x="343889" y="112719"/>
                </a:lnTo>
                <a:cubicBezTo>
                  <a:pt x="355351" y="112719"/>
                  <a:pt x="362993" y="105077"/>
                  <a:pt x="362993" y="93614"/>
                </a:cubicBezTo>
                <a:lnTo>
                  <a:pt x="362993" y="55404"/>
                </a:lnTo>
                <a:cubicBezTo>
                  <a:pt x="362993" y="49673"/>
                  <a:pt x="361083" y="45852"/>
                  <a:pt x="357262" y="42031"/>
                </a:cubicBezTo>
                <a:cubicBezTo>
                  <a:pt x="353441" y="38210"/>
                  <a:pt x="349620" y="36299"/>
                  <a:pt x="343889" y="36299"/>
                </a:cubicBezTo>
                <a:lnTo>
                  <a:pt x="324784" y="36299"/>
                </a:lnTo>
                <a:cubicBezTo>
                  <a:pt x="315231" y="36299"/>
                  <a:pt x="305679" y="40120"/>
                  <a:pt x="298037" y="47762"/>
                </a:cubicBezTo>
                <a:lnTo>
                  <a:pt x="286574" y="13373"/>
                </a:lnTo>
                <a:cubicBezTo>
                  <a:pt x="284663" y="5731"/>
                  <a:pt x="277021" y="0"/>
                  <a:pt x="267469" y="0"/>
                </a:cubicBezTo>
                <a:lnTo>
                  <a:pt x="210154" y="0"/>
                </a:lnTo>
                <a:lnTo>
                  <a:pt x="210154" y="19105"/>
                </a:lnTo>
                <a:lnTo>
                  <a:pt x="269379" y="19105"/>
                </a:lnTo>
                <a:lnTo>
                  <a:pt x="292305" y="97435"/>
                </a:lnTo>
                <a:lnTo>
                  <a:pt x="311410" y="179586"/>
                </a:lnTo>
                <a:cubicBezTo>
                  <a:pt x="277021" y="192960"/>
                  <a:pt x="252185" y="227349"/>
                  <a:pt x="248364" y="265558"/>
                </a:cubicBezTo>
                <a:lnTo>
                  <a:pt x="19105" y="265558"/>
                </a:lnTo>
                <a:lnTo>
                  <a:pt x="19105" y="265558"/>
                </a:lnTo>
                <a:lnTo>
                  <a:pt x="19105" y="265558"/>
                </a:lnTo>
                <a:lnTo>
                  <a:pt x="19105" y="256006"/>
                </a:lnTo>
                <a:cubicBezTo>
                  <a:pt x="19105" y="208244"/>
                  <a:pt x="57315" y="170034"/>
                  <a:pt x="105077" y="170034"/>
                </a:cubicBezTo>
                <a:lnTo>
                  <a:pt x="171944" y="170034"/>
                </a:lnTo>
                <a:lnTo>
                  <a:pt x="171944" y="265558"/>
                </a:lnTo>
                <a:lnTo>
                  <a:pt x="191049" y="265558"/>
                </a:lnTo>
                <a:lnTo>
                  <a:pt x="191049" y="170034"/>
                </a:lnTo>
                <a:cubicBezTo>
                  <a:pt x="202512" y="170034"/>
                  <a:pt x="210154" y="162392"/>
                  <a:pt x="210154" y="150929"/>
                </a:cubicBezTo>
                <a:lnTo>
                  <a:pt x="210154" y="131824"/>
                </a:lnTo>
                <a:cubicBezTo>
                  <a:pt x="210154" y="120361"/>
                  <a:pt x="202512" y="112719"/>
                  <a:pt x="191049" y="112719"/>
                </a:cubicBezTo>
                <a:lnTo>
                  <a:pt x="76420" y="112719"/>
                </a:lnTo>
                <a:cubicBezTo>
                  <a:pt x="64957" y="112719"/>
                  <a:pt x="57315" y="120361"/>
                  <a:pt x="57315" y="131824"/>
                </a:cubicBezTo>
                <a:lnTo>
                  <a:pt x="57315" y="150929"/>
                </a:lnTo>
                <a:cubicBezTo>
                  <a:pt x="57315" y="154750"/>
                  <a:pt x="59225" y="158571"/>
                  <a:pt x="61136" y="160481"/>
                </a:cubicBezTo>
                <a:cubicBezTo>
                  <a:pt x="24836" y="177676"/>
                  <a:pt x="0" y="213975"/>
                  <a:pt x="0" y="256006"/>
                </a:cubicBezTo>
                <a:lnTo>
                  <a:pt x="0" y="265558"/>
                </a:lnTo>
                <a:cubicBezTo>
                  <a:pt x="0" y="277021"/>
                  <a:pt x="7642" y="284663"/>
                  <a:pt x="19105" y="284663"/>
                </a:cubicBezTo>
                <a:lnTo>
                  <a:pt x="38210" y="284663"/>
                </a:lnTo>
                <a:cubicBezTo>
                  <a:pt x="38210" y="320963"/>
                  <a:pt x="68778" y="351530"/>
                  <a:pt x="105077" y="351530"/>
                </a:cubicBezTo>
                <a:cubicBezTo>
                  <a:pt x="141376" y="351530"/>
                  <a:pt x="171944" y="320963"/>
                  <a:pt x="171944" y="284663"/>
                </a:cubicBezTo>
                <a:lnTo>
                  <a:pt x="171944" y="284663"/>
                </a:lnTo>
                <a:lnTo>
                  <a:pt x="248364" y="284663"/>
                </a:lnTo>
                <a:cubicBezTo>
                  <a:pt x="257916" y="284663"/>
                  <a:pt x="267469" y="277021"/>
                  <a:pt x="267469" y="267469"/>
                </a:cubicBezTo>
                <a:cubicBezTo>
                  <a:pt x="271290" y="233080"/>
                  <a:pt x="294216" y="202512"/>
                  <a:pt x="326694" y="192960"/>
                </a:cubicBezTo>
                <a:close/>
                <a:moveTo>
                  <a:pt x="313321" y="61136"/>
                </a:moveTo>
                <a:cubicBezTo>
                  <a:pt x="315231" y="57315"/>
                  <a:pt x="320963" y="55404"/>
                  <a:pt x="324784" y="55404"/>
                </a:cubicBezTo>
                <a:lnTo>
                  <a:pt x="343889" y="55404"/>
                </a:lnTo>
                <a:lnTo>
                  <a:pt x="343889" y="93614"/>
                </a:lnTo>
                <a:lnTo>
                  <a:pt x="324784" y="93614"/>
                </a:lnTo>
                <a:cubicBezTo>
                  <a:pt x="315231" y="93614"/>
                  <a:pt x="307589" y="84062"/>
                  <a:pt x="307589" y="74509"/>
                </a:cubicBezTo>
                <a:lnTo>
                  <a:pt x="307589" y="74509"/>
                </a:lnTo>
                <a:cubicBezTo>
                  <a:pt x="307589" y="68778"/>
                  <a:pt x="309500" y="64957"/>
                  <a:pt x="313321" y="61136"/>
                </a:cubicBezTo>
                <a:close/>
                <a:moveTo>
                  <a:pt x="76420" y="131824"/>
                </a:moveTo>
                <a:lnTo>
                  <a:pt x="191049" y="131824"/>
                </a:lnTo>
                <a:lnTo>
                  <a:pt x="191049" y="150929"/>
                </a:lnTo>
                <a:lnTo>
                  <a:pt x="76420" y="150929"/>
                </a:lnTo>
                <a:lnTo>
                  <a:pt x="76420" y="131824"/>
                </a:lnTo>
                <a:close/>
                <a:moveTo>
                  <a:pt x="105077" y="328605"/>
                </a:moveTo>
                <a:cubicBezTo>
                  <a:pt x="82151" y="328605"/>
                  <a:pt x="63046" y="315231"/>
                  <a:pt x="59225" y="284663"/>
                </a:cubicBezTo>
                <a:lnTo>
                  <a:pt x="152839" y="284663"/>
                </a:lnTo>
                <a:cubicBezTo>
                  <a:pt x="149018" y="313321"/>
                  <a:pt x="128003" y="328605"/>
                  <a:pt x="105077" y="328605"/>
                </a:cubicBezTo>
                <a:close/>
                <a:moveTo>
                  <a:pt x="353441" y="208244"/>
                </a:moveTo>
                <a:cubicBezTo>
                  <a:pt x="317142" y="208244"/>
                  <a:pt x="286574" y="238811"/>
                  <a:pt x="286574" y="275111"/>
                </a:cubicBezTo>
                <a:cubicBezTo>
                  <a:pt x="286574" y="311410"/>
                  <a:pt x="317142" y="341978"/>
                  <a:pt x="353441" y="341978"/>
                </a:cubicBezTo>
                <a:cubicBezTo>
                  <a:pt x="389740" y="341978"/>
                  <a:pt x="420308" y="311410"/>
                  <a:pt x="420308" y="275111"/>
                </a:cubicBezTo>
                <a:cubicBezTo>
                  <a:pt x="420308" y="238811"/>
                  <a:pt x="389740" y="208244"/>
                  <a:pt x="353441" y="208244"/>
                </a:cubicBezTo>
                <a:close/>
                <a:moveTo>
                  <a:pt x="353441" y="322873"/>
                </a:moveTo>
                <a:cubicBezTo>
                  <a:pt x="326694" y="322873"/>
                  <a:pt x="305679" y="301858"/>
                  <a:pt x="305679" y="275111"/>
                </a:cubicBezTo>
                <a:cubicBezTo>
                  <a:pt x="305679" y="248364"/>
                  <a:pt x="326694" y="227349"/>
                  <a:pt x="353441" y="227349"/>
                </a:cubicBezTo>
                <a:cubicBezTo>
                  <a:pt x="380188" y="227349"/>
                  <a:pt x="401203" y="248364"/>
                  <a:pt x="401203" y="275111"/>
                </a:cubicBezTo>
                <a:cubicBezTo>
                  <a:pt x="401203" y="301858"/>
                  <a:pt x="380188" y="322873"/>
                  <a:pt x="353441" y="32287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Graphic 45" descr="Bike icon.">
            <a:extLst>
              <a:ext uri="{FF2B5EF4-FFF2-40B4-BE49-F238E27FC236}">
                <a16:creationId xmlns:a16="http://schemas.microsoft.com/office/drawing/2014/main" id="{D7ED4C9F-174A-4EE8-8DEF-A8E88FD93B86}"/>
              </a:ext>
            </a:extLst>
          </p:cNvPr>
          <p:cNvSpPr>
            <a:spLocks noChangeAspect="1"/>
          </p:cNvSpPr>
          <p:nvPr/>
        </p:nvSpPr>
        <p:spPr>
          <a:xfrm>
            <a:off x="9534851" y="1524208"/>
            <a:ext cx="459056" cy="306217"/>
          </a:xfrm>
          <a:custGeom>
            <a:avLst/>
            <a:gdLst>
              <a:gd name="connsiteX0" fmla="*/ 372546 w 459056"/>
              <a:gd name="connsiteY0" fmla="*/ 133734 h 306217"/>
              <a:gd name="connsiteX1" fmla="*/ 361083 w 459056"/>
              <a:gd name="connsiteY1" fmla="*/ 135645 h 306217"/>
              <a:gd name="connsiteX2" fmla="*/ 328605 w 459056"/>
              <a:gd name="connsiteY2" fmla="*/ 19105 h 306217"/>
              <a:gd name="connsiteX3" fmla="*/ 382098 w 459056"/>
              <a:gd name="connsiteY3" fmla="*/ 19105 h 306217"/>
              <a:gd name="connsiteX4" fmla="*/ 382098 w 459056"/>
              <a:gd name="connsiteY4" fmla="*/ 0 h 306217"/>
              <a:gd name="connsiteX5" fmla="*/ 328605 w 459056"/>
              <a:gd name="connsiteY5" fmla="*/ 0 h 306217"/>
              <a:gd name="connsiteX6" fmla="*/ 309500 w 459056"/>
              <a:gd name="connsiteY6" fmla="*/ 19105 h 306217"/>
              <a:gd name="connsiteX7" fmla="*/ 309500 w 459056"/>
              <a:gd name="connsiteY7" fmla="*/ 24836 h 306217"/>
              <a:gd name="connsiteX8" fmla="*/ 324784 w 459056"/>
              <a:gd name="connsiteY8" fmla="*/ 76420 h 306217"/>
              <a:gd name="connsiteX9" fmla="*/ 177676 w 459056"/>
              <a:gd name="connsiteY9" fmla="*/ 76420 h 306217"/>
              <a:gd name="connsiteX10" fmla="*/ 168123 w 459056"/>
              <a:gd name="connsiteY10" fmla="*/ 57315 h 306217"/>
              <a:gd name="connsiteX11" fmla="*/ 181497 w 459056"/>
              <a:gd name="connsiteY11" fmla="*/ 57315 h 306217"/>
              <a:gd name="connsiteX12" fmla="*/ 181497 w 459056"/>
              <a:gd name="connsiteY12" fmla="*/ 38210 h 306217"/>
              <a:gd name="connsiteX13" fmla="*/ 114630 w 459056"/>
              <a:gd name="connsiteY13" fmla="*/ 38210 h 306217"/>
              <a:gd name="connsiteX14" fmla="*/ 114630 w 459056"/>
              <a:gd name="connsiteY14" fmla="*/ 57315 h 306217"/>
              <a:gd name="connsiteX15" fmla="*/ 147108 w 459056"/>
              <a:gd name="connsiteY15" fmla="*/ 57315 h 306217"/>
              <a:gd name="connsiteX16" fmla="*/ 160481 w 459056"/>
              <a:gd name="connsiteY16" fmla="*/ 84062 h 306217"/>
              <a:gd name="connsiteX17" fmla="*/ 120361 w 459056"/>
              <a:gd name="connsiteY17" fmla="*/ 139466 h 306217"/>
              <a:gd name="connsiteX18" fmla="*/ 85972 w 459056"/>
              <a:gd name="connsiteY18" fmla="*/ 133734 h 306217"/>
              <a:gd name="connsiteX19" fmla="*/ 0 w 459056"/>
              <a:gd name="connsiteY19" fmla="*/ 219707 h 306217"/>
              <a:gd name="connsiteX20" fmla="*/ 85972 w 459056"/>
              <a:gd name="connsiteY20" fmla="*/ 305679 h 306217"/>
              <a:gd name="connsiteX21" fmla="*/ 170034 w 459056"/>
              <a:gd name="connsiteY21" fmla="*/ 229259 h 306217"/>
              <a:gd name="connsiteX22" fmla="*/ 233080 w 459056"/>
              <a:gd name="connsiteY22" fmla="*/ 229259 h 306217"/>
              <a:gd name="connsiteX23" fmla="*/ 248364 w 459056"/>
              <a:gd name="connsiteY23" fmla="*/ 221617 h 306217"/>
              <a:gd name="connsiteX24" fmla="*/ 330515 w 459056"/>
              <a:gd name="connsiteY24" fmla="*/ 103167 h 306217"/>
              <a:gd name="connsiteX25" fmla="*/ 340068 w 459056"/>
              <a:gd name="connsiteY25" fmla="*/ 141376 h 306217"/>
              <a:gd name="connsiteX26" fmla="*/ 294216 w 459056"/>
              <a:gd name="connsiteY26" fmla="*/ 254095 h 306217"/>
              <a:gd name="connsiteX27" fmla="*/ 406935 w 459056"/>
              <a:gd name="connsiteY27" fmla="*/ 299947 h 306217"/>
              <a:gd name="connsiteX28" fmla="*/ 452787 w 459056"/>
              <a:gd name="connsiteY28" fmla="*/ 187228 h 306217"/>
              <a:gd name="connsiteX29" fmla="*/ 372546 w 459056"/>
              <a:gd name="connsiteY29" fmla="*/ 133734 h 306217"/>
              <a:gd name="connsiteX30" fmla="*/ 170034 w 459056"/>
              <a:gd name="connsiteY30" fmla="*/ 105077 h 306217"/>
              <a:gd name="connsiteX31" fmla="*/ 223528 w 459056"/>
              <a:gd name="connsiteY31" fmla="*/ 210154 h 306217"/>
              <a:gd name="connsiteX32" fmla="*/ 171944 w 459056"/>
              <a:gd name="connsiteY32" fmla="*/ 210154 h 306217"/>
              <a:gd name="connsiteX33" fmla="*/ 137555 w 459056"/>
              <a:gd name="connsiteY33" fmla="*/ 150929 h 306217"/>
              <a:gd name="connsiteX34" fmla="*/ 170034 w 459056"/>
              <a:gd name="connsiteY34" fmla="*/ 105077 h 306217"/>
              <a:gd name="connsiteX35" fmla="*/ 85972 w 459056"/>
              <a:gd name="connsiteY35" fmla="*/ 286574 h 306217"/>
              <a:gd name="connsiteX36" fmla="*/ 19105 w 459056"/>
              <a:gd name="connsiteY36" fmla="*/ 219707 h 306217"/>
              <a:gd name="connsiteX37" fmla="*/ 85972 w 459056"/>
              <a:gd name="connsiteY37" fmla="*/ 152839 h 306217"/>
              <a:gd name="connsiteX38" fmla="*/ 152839 w 459056"/>
              <a:gd name="connsiteY38" fmla="*/ 219707 h 306217"/>
              <a:gd name="connsiteX39" fmla="*/ 85972 w 459056"/>
              <a:gd name="connsiteY39" fmla="*/ 286574 h 306217"/>
              <a:gd name="connsiteX40" fmla="*/ 240722 w 459056"/>
              <a:gd name="connsiteY40" fmla="*/ 200602 h 306217"/>
              <a:gd name="connsiteX41" fmla="*/ 187228 w 459056"/>
              <a:gd name="connsiteY41" fmla="*/ 95525 h 306217"/>
              <a:gd name="connsiteX42" fmla="*/ 313321 w 459056"/>
              <a:gd name="connsiteY42" fmla="*/ 95525 h 306217"/>
              <a:gd name="connsiteX43" fmla="*/ 240722 w 459056"/>
              <a:gd name="connsiteY43" fmla="*/ 200602 h 306217"/>
              <a:gd name="connsiteX44" fmla="*/ 372546 w 459056"/>
              <a:gd name="connsiteY44" fmla="*/ 286574 h 306217"/>
              <a:gd name="connsiteX45" fmla="*/ 305679 w 459056"/>
              <a:gd name="connsiteY45" fmla="*/ 219707 h 306217"/>
              <a:gd name="connsiteX46" fmla="*/ 372546 w 459056"/>
              <a:gd name="connsiteY46" fmla="*/ 152839 h 306217"/>
              <a:gd name="connsiteX47" fmla="*/ 439413 w 459056"/>
              <a:gd name="connsiteY47" fmla="*/ 219707 h 306217"/>
              <a:gd name="connsiteX48" fmla="*/ 372546 w 459056"/>
              <a:gd name="connsiteY48" fmla="*/ 286574 h 30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59056" h="306217">
                <a:moveTo>
                  <a:pt x="372546" y="133734"/>
                </a:moveTo>
                <a:cubicBezTo>
                  <a:pt x="368725" y="133734"/>
                  <a:pt x="364904" y="133734"/>
                  <a:pt x="361083" y="135645"/>
                </a:cubicBezTo>
                <a:lnTo>
                  <a:pt x="328605" y="19105"/>
                </a:lnTo>
                <a:lnTo>
                  <a:pt x="382098" y="19105"/>
                </a:lnTo>
                <a:lnTo>
                  <a:pt x="382098" y="0"/>
                </a:lnTo>
                <a:lnTo>
                  <a:pt x="328605" y="0"/>
                </a:lnTo>
                <a:cubicBezTo>
                  <a:pt x="317142" y="0"/>
                  <a:pt x="309500" y="7642"/>
                  <a:pt x="309500" y="19105"/>
                </a:cubicBezTo>
                <a:cubicBezTo>
                  <a:pt x="309500" y="21015"/>
                  <a:pt x="309500" y="22926"/>
                  <a:pt x="309500" y="24836"/>
                </a:cubicBezTo>
                <a:lnTo>
                  <a:pt x="324784" y="76420"/>
                </a:lnTo>
                <a:lnTo>
                  <a:pt x="177676" y="76420"/>
                </a:lnTo>
                <a:lnTo>
                  <a:pt x="168123" y="57315"/>
                </a:lnTo>
                <a:lnTo>
                  <a:pt x="181497" y="57315"/>
                </a:lnTo>
                <a:lnTo>
                  <a:pt x="181497" y="38210"/>
                </a:lnTo>
                <a:lnTo>
                  <a:pt x="114630" y="38210"/>
                </a:lnTo>
                <a:lnTo>
                  <a:pt x="114630" y="57315"/>
                </a:lnTo>
                <a:lnTo>
                  <a:pt x="147108" y="57315"/>
                </a:lnTo>
                <a:lnTo>
                  <a:pt x="160481" y="84062"/>
                </a:lnTo>
                <a:lnTo>
                  <a:pt x="120361" y="139466"/>
                </a:lnTo>
                <a:cubicBezTo>
                  <a:pt x="108898" y="135645"/>
                  <a:pt x="97435" y="133734"/>
                  <a:pt x="85972" y="133734"/>
                </a:cubicBezTo>
                <a:cubicBezTo>
                  <a:pt x="38210" y="133734"/>
                  <a:pt x="0" y="171944"/>
                  <a:pt x="0" y="219707"/>
                </a:cubicBezTo>
                <a:cubicBezTo>
                  <a:pt x="0" y="267469"/>
                  <a:pt x="38210" y="305679"/>
                  <a:pt x="85972" y="305679"/>
                </a:cubicBezTo>
                <a:cubicBezTo>
                  <a:pt x="129913" y="305679"/>
                  <a:pt x="166213" y="273200"/>
                  <a:pt x="170034" y="229259"/>
                </a:cubicBezTo>
                <a:lnTo>
                  <a:pt x="233080" y="229259"/>
                </a:lnTo>
                <a:cubicBezTo>
                  <a:pt x="238811" y="229259"/>
                  <a:pt x="244543" y="225438"/>
                  <a:pt x="248364" y="221617"/>
                </a:cubicBezTo>
                <a:lnTo>
                  <a:pt x="330515" y="103167"/>
                </a:lnTo>
                <a:lnTo>
                  <a:pt x="340068" y="141376"/>
                </a:lnTo>
                <a:cubicBezTo>
                  <a:pt x="296126" y="160481"/>
                  <a:pt x="277021" y="210154"/>
                  <a:pt x="294216" y="254095"/>
                </a:cubicBezTo>
                <a:cubicBezTo>
                  <a:pt x="313321" y="298037"/>
                  <a:pt x="362993" y="317142"/>
                  <a:pt x="406935" y="299947"/>
                </a:cubicBezTo>
                <a:cubicBezTo>
                  <a:pt x="450876" y="280842"/>
                  <a:pt x="469981" y="231170"/>
                  <a:pt x="452787" y="187228"/>
                </a:cubicBezTo>
                <a:cubicBezTo>
                  <a:pt x="441324" y="152839"/>
                  <a:pt x="408845" y="131824"/>
                  <a:pt x="372546" y="133734"/>
                </a:cubicBezTo>
                <a:close/>
                <a:moveTo>
                  <a:pt x="170034" y="105077"/>
                </a:moveTo>
                <a:lnTo>
                  <a:pt x="223528" y="210154"/>
                </a:lnTo>
                <a:lnTo>
                  <a:pt x="171944" y="210154"/>
                </a:lnTo>
                <a:cubicBezTo>
                  <a:pt x="170034" y="187228"/>
                  <a:pt x="156660" y="164302"/>
                  <a:pt x="137555" y="150929"/>
                </a:cubicBezTo>
                <a:lnTo>
                  <a:pt x="170034" y="105077"/>
                </a:lnTo>
                <a:close/>
                <a:moveTo>
                  <a:pt x="85972" y="286574"/>
                </a:moveTo>
                <a:cubicBezTo>
                  <a:pt x="49673" y="286574"/>
                  <a:pt x="19105" y="256006"/>
                  <a:pt x="19105" y="219707"/>
                </a:cubicBezTo>
                <a:cubicBezTo>
                  <a:pt x="19105" y="183407"/>
                  <a:pt x="49673" y="152839"/>
                  <a:pt x="85972" y="152839"/>
                </a:cubicBezTo>
                <a:cubicBezTo>
                  <a:pt x="122271" y="152839"/>
                  <a:pt x="152839" y="183407"/>
                  <a:pt x="152839" y="219707"/>
                </a:cubicBezTo>
                <a:cubicBezTo>
                  <a:pt x="152839" y="256006"/>
                  <a:pt x="122271" y="286574"/>
                  <a:pt x="85972" y="286574"/>
                </a:cubicBezTo>
                <a:close/>
                <a:moveTo>
                  <a:pt x="240722" y="200602"/>
                </a:moveTo>
                <a:lnTo>
                  <a:pt x="187228" y="95525"/>
                </a:lnTo>
                <a:lnTo>
                  <a:pt x="313321" y="95525"/>
                </a:lnTo>
                <a:lnTo>
                  <a:pt x="240722" y="200602"/>
                </a:lnTo>
                <a:close/>
                <a:moveTo>
                  <a:pt x="372546" y="286574"/>
                </a:moveTo>
                <a:cubicBezTo>
                  <a:pt x="336247" y="286574"/>
                  <a:pt x="305679" y="256006"/>
                  <a:pt x="305679" y="219707"/>
                </a:cubicBezTo>
                <a:cubicBezTo>
                  <a:pt x="305679" y="183407"/>
                  <a:pt x="336247" y="152839"/>
                  <a:pt x="372546" y="152839"/>
                </a:cubicBezTo>
                <a:cubicBezTo>
                  <a:pt x="408845" y="152839"/>
                  <a:pt x="439413" y="183407"/>
                  <a:pt x="439413" y="219707"/>
                </a:cubicBezTo>
                <a:cubicBezTo>
                  <a:pt x="439413" y="256006"/>
                  <a:pt x="408845" y="286574"/>
                  <a:pt x="372546" y="286574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4" descr="No parking icon.">
            <a:extLst>
              <a:ext uri="{FF2B5EF4-FFF2-40B4-BE49-F238E27FC236}">
                <a16:creationId xmlns:a16="http://schemas.microsoft.com/office/drawing/2014/main" id="{4D341FF9-D0EB-4398-AFB9-44A74169221F}"/>
              </a:ext>
            </a:extLst>
          </p:cNvPr>
          <p:cNvSpPr/>
          <p:nvPr/>
        </p:nvSpPr>
        <p:spPr>
          <a:xfrm>
            <a:off x="10776921" y="1401126"/>
            <a:ext cx="457560" cy="457560"/>
          </a:xfrm>
          <a:custGeom>
            <a:avLst/>
            <a:gdLst>
              <a:gd name="connsiteX0" fmla="*/ 228780 w 457560"/>
              <a:gd name="connsiteY0" fmla="*/ 0 h 457560"/>
              <a:gd name="connsiteX1" fmla="*/ 0 w 457560"/>
              <a:gd name="connsiteY1" fmla="*/ 228780 h 457560"/>
              <a:gd name="connsiteX2" fmla="*/ 228780 w 457560"/>
              <a:gd name="connsiteY2" fmla="*/ 457560 h 457560"/>
              <a:gd name="connsiteX3" fmla="*/ 457560 w 457560"/>
              <a:gd name="connsiteY3" fmla="*/ 228780 h 457560"/>
              <a:gd name="connsiteX4" fmla="*/ 228780 w 457560"/>
              <a:gd name="connsiteY4" fmla="*/ 0 h 457560"/>
              <a:gd name="connsiteX5" fmla="*/ 384541 w 457560"/>
              <a:gd name="connsiteY5" fmla="*/ 368717 h 457560"/>
              <a:gd name="connsiteX6" fmla="*/ 366811 w 457560"/>
              <a:gd name="connsiteY6" fmla="*/ 349652 h 457560"/>
              <a:gd name="connsiteX7" fmla="*/ 352893 w 457560"/>
              <a:gd name="connsiteY7" fmla="*/ 362616 h 457560"/>
              <a:gd name="connsiteX8" fmla="*/ 371196 w 457560"/>
              <a:gd name="connsiteY8" fmla="*/ 382444 h 457560"/>
              <a:gd name="connsiteX9" fmla="*/ 228971 w 457560"/>
              <a:gd name="connsiteY9" fmla="*/ 438495 h 457560"/>
              <a:gd name="connsiteX10" fmla="*/ 19256 w 457560"/>
              <a:gd name="connsiteY10" fmla="*/ 228780 h 457560"/>
              <a:gd name="connsiteX11" fmla="*/ 73782 w 457560"/>
              <a:gd name="connsiteY11" fmla="*/ 88271 h 457560"/>
              <a:gd name="connsiteX12" fmla="*/ 117440 w 457560"/>
              <a:gd name="connsiteY12" fmla="*/ 130786 h 457560"/>
              <a:gd name="connsiteX13" fmla="*/ 130786 w 457560"/>
              <a:gd name="connsiteY13" fmla="*/ 117059 h 457560"/>
              <a:gd name="connsiteX14" fmla="*/ 87127 w 457560"/>
              <a:gd name="connsiteY14" fmla="*/ 74735 h 457560"/>
              <a:gd name="connsiteX15" fmla="*/ 228971 w 457560"/>
              <a:gd name="connsiteY15" fmla="*/ 19065 h 457560"/>
              <a:gd name="connsiteX16" fmla="*/ 438686 w 457560"/>
              <a:gd name="connsiteY16" fmla="*/ 228780 h 457560"/>
              <a:gd name="connsiteX17" fmla="*/ 384732 w 457560"/>
              <a:gd name="connsiteY17" fmla="*/ 368717 h 457560"/>
              <a:gd name="connsiteX18" fmla="*/ 144513 w 457560"/>
              <a:gd name="connsiteY18" fmla="*/ 237931 h 457560"/>
              <a:gd name="connsiteX19" fmla="*/ 120681 w 457560"/>
              <a:gd name="connsiteY19" fmla="*/ 262144 h 457560"/>
              <a:gd name="connsiteX20" fmla="*/ 144513 w 457560"/>
              <a:gd name="connsiteY20" fmla="*/ 286356 h 457560"/>
              <a:gd name="connsiteX21" fmla="*/ 168344 w 457560"/>
              <a:gd name="connsiteY21" fmla="*/ 262144 h 457560"/>
              <a:gd name="connsiteX22" fmla="*/ 144513 w 457560"/>
              <a:gd name="connsiteY22" fmla="*/ 237931 h 457560"/>
              <a:gd name="connsiteX23" fmla="*/ 139746 w 457560"/>
              <a:gd name="connsiteY23" fmla="*/ 262144 h 457560"/>
              <a:gd name="connsiteX24" fmla="*/ 144513 w 457560"/>
              <a:gd name="connsiteY24" fmla="*/ 256996 h 457560"/>
              <a:gd name="connsiteX25" fmla="*/ 149279 w 457560"/>
              <a:gd name="connsiteY25" fmla="*/ 262144 h 457560"/>
              <a:gd name="connsiteX26" fmla="*/ 139746 w 457560"/>
              <a:gd name="connsiteY26" fmla="*/ 262144 h 457560"/>
              <a:gd name="connsiteX27" fmla="*/ 313047 w 457560"/>
              <a:gd name="connsiteY27" fmla="*/ 237931 h 457560"/>
              <a:gd name="connsiteX28" fmla="*/ 289025 w 457560"/>
              <a:gd name="connsiteY28" fmla="*/ 262525 h 457560"/>
              <a:gd name="connsiteX29" fmla="*/ 313047 w 457560"/>
              <a:gd name="connsiteY29" fmla="*/ 287119 h 457560"/>
              <a:gd name="connsiteX30" fmla="*/ 337069 w 457560"/>
              <a:gd name="connsiteY30" fmla="*/ 262525 h 457560"/>
              <a:gd name="connsiteX31" fmla="*/ 313047 w 457560"/>
              <a:gd name="connsiteY31" fmla="*/ 237931 h 457560"/>
              <a:gd name="connsiteX32" fmla="*/ 313047 w 457560"/>
              <a:gd name="connsiteY32" fmla="*/ 268054 h 457560"/>
              <a:gd name="connsiteX33" fmla="*/ 308090 w 457560"/>
              <a:gd name="connsiteY33" fmla="*/ 262525 h 457560"/>
              <a:gd name="connsiteX34" fmla="*/ 313047 w 457560"/>
              <a:gd name="connsiteY34" fmla="*/ 256996 h 457560"/>
              <a:gd name="connsiteX35" fmla="*/ 318004 w 457560"/>
              <a:gd name="connsiteY35" fmla="*/ 262525 h 457560"/>
              <a:gd name="connsiteX36" fmla="*/ 313047 w 457560"/>
              <a:gd name="connsiteY36" fmla="*/ 268054 h 457560"/>
              <a:gd name="connsiteX37" fmla="*/ 346030 w 457560"/>
              <a:gd name="connsiteY37" fmla="*/ 201136 h 457560"/>
              <a:gd name="connsiteX38" fmla="*/ 315144 w 457560"/>
              <a:gd name="connsiteY38" fmla="*/ 114581 h 457560"/>
              <a:gd name="connsiteX39" fmla="*/ 301036 w 457560"/>
              <a:gd name="connsiteY39" fmla="*/ 105239 h 457560"/>
              <a:gd name="connsiteX40" fmla="*/ 157668 w 457560"/>
              <a:gd name="connsiteY40" fmla="*/ 105239 h 457560"/>
              <a:gd name="connsiteX41" fmla="*/ 143369 w 457560"/>
              <a:gd name="connsiteY41" fmla="*/ 115153 h 457560"/>
              <a:gd name="connsiteX42" fmla="*/ 112674 w 457560"/>
              <a:gd name="connsiteY42" fmla="*/ 201136 h 457560"/>
              <a:gd name="connsiteX43" fmla="*/ 85793 w 457560"/>
              <a:gd name="connsiteY43" fmla="*/ 233928 h 457560"/>
              <a:gd name="connsiteX44" fmla="*/ 85793 w 457560"/>
              <a:gd name="connsiteY44" fmla="*/ 299511 h 457560"/>
              <a:gd name="connsiteX45" fmla="*/ 95325 w 457560"/>
              <a:gd name="connsiteY45" fmla="*/ 313810 h 457560"/>
              <a:gd name="connsiteX46" fmla="*/ 95325 w 457560"/>
              <a:gd name="connsiteY46" fmla="*/ 334209 h 457560"/>
              <a:gd name="connsiteX47" fmla="*/ 114390 w 457560"/>
              <a:gd name="connsiteY47" fmla="*/ 353274 h 457560"/>
              <a:gd name="connsiteX48" fmla="*/ 133455 w 457560"/>
              <a:gd name="connsiteY48" fmla="*/ 353274 h 457560"/>
              <a:gd name="connsiteX49" fmla="*/ 152520 w 457560"/>
              <a:gd name="connsiteY49" fmla="*/ 334209 h 457560"/>
              <a:gd name="connsiteX50" fmla="*/ 152520 w 457560"/>
              <a:gd name="connsiteY50" fmla="*/ 315144 h 457560"/>
              <a:gd name="connsiteX51" fmla="*/ 305231 w 457560"/>
              <a:gd name="connsiteY51" fmla="*/ 315144 h 457560"/>
              <a:gd name="connsiteX52" fmla="*/ 305231 w 457560"/>
              <a:gd name="connsiteY52" fmla="*/ 334209 h 457560"/>
              <a:gd name="connsiteX53" fmla="*/ 324296 w 457560"/>
              <a:gd name="connsiteY53" fmla="*/ 353274 h 457560"/>
              <a:gd name="connsiteX54" fmla="*/ 343361 w 457560"/>
              <a:gd name="connsiteY54" fmla="*/ 353274 h 457560"/>
              <a:gd name="connsiteX55" fmla="*/ 362426 w 457560"/>
              <a:gd name="connsiteY55" fmla="*/ 334209 h 457560"/>
              <a:gd name="connsiteX56" fmla="*/ 362426 w 457560"/>
              <a:gd name="connsiteY56" fmla="*/ 313810 h 457560"/>
              <a:gd name="connsiteX57" fmla="*/ 371768 w 457560"/>
              <a:gd name="connsiteY57" fmla="*/ 299511 h 457560"/>
              <a:gd name="connsiteX58" fmla="*/ 371768 w 457560"/>
              <a:gd name="connsiteY58" fmla="*/ 233928 h 457560"/>
              <a:gd name="connsiteX59" fmla="*/ 346030 w 457560"/>
              <a:gd name="connsiteY59" fmla="*/ 201326 h 457560"/>
              <a:gd name="connsiteX60" fmla="*/ 160337 w 457560"/>
              <a:gd name="connsiteY60" fmla="*/ 123923 h 457560"/>
              <a:gd name="connsiteX61" fmla="*/ 298177 w 457560"/>
              <a:gd name="connsiteY61" fmla="*/ 123923 h 457560"/>
              <a:gd name="connsiteX62" fmla="*/ 318386 w 457560"/>
              <a:gd name="connsiteY62" fmla="*/ 180546 h 457560"/>
              <a:gd name="connsiteX63" fmla="*/ 278349 w 457560"/>
              <a:gd name="connsiteY63" fmla="*/ 159574 h 457560"/>
              <a:gd name="connsiteX64" fmla="*/ 229352 w 457560"/>
              <a:gd name="connsiteY64" fmla="*/ 200183 h 457560"/>
              <a:gd name="connsiteX65" fmla="*/ 133074 w 457560"/>
              <a:gd name="connsiteY65" fmla="*/ 200183 h 457560"/>
              <a:gd name="connsiteX66" fmla="*/ 160337 w 457560"/>
              <a:gd name="connsiteY66" fmla="*/ 123923 h 457560"/>
              <a:gd name="connsiteX67" fmla="*/ 307518 w 457560"/>
              <a:gd name="connsiteY67" fmla="*/ 200183 h 457560"/>
              <a:gd name="connsiteX68" fmla="*/ 249370 w 457560"/>
              <a:gd name="connsiteY68" fmla="*/ 200183 h 457560"/>
              <a:gd name="connsiteX69" fmla="*/ 278540 w 457560"/>
              <a:gd name="connsiteY69" fmla="*/ 178639 h 457560"/>
              <a:gd name="connsiteX70" fmla="*/ 307709 w 457560"/>
              <a:gd name="connsiteY70" fmla="*/ 200183 h 457560"/>
              <a:gd name="connsiteX71" fmla="*/ 133455 w 457560"/>
              <a:gd name="connsiteY71" fmla="*/ 333638 h 457560"/>
              <a:gd name="connsiteX72" fmla="*/ 114390 w 457560"/>
              <a:gd name="connsiteY72" fmla="*/ 333638 h 457560"/>
              <a:gd name="connsiteX73" fmla="*/ 114390 w 457560"/>
              <a:gd name="connsiteY73" fmla="*/ 314573 h 457560"/>
              <a:gd name="connsiteX74" fmla="*/ 133455 w 457560"/>
              <a:gd name="connsiteY74" fmla="*/ 314573 h 457560"/>
              <a:gd name="connsiteX75" fmla="*/ 133455 w 457560"/>
              <a:gd name="connsiteY75" fmla="*/ 333638 h 457560"/>
              <a:gd name="connsiteX76" fmla="*/ 343361 w 457560"/>
              <a:gd name="connsiteY76" fmla="*/ 333638 h 457560"/>
              <a:gd name="connsiteX77" fmla="*/ 324296 w 457560"/>
              <a:gd name="connsiteY77" fmla="*/ 333638 h 457560"/>
              <a:gd name="connsiteX78" fmla="*/ 324296 w 457560"/>
              <a:gd name="connsiteY78" fmla="*/ 314573 h 457560"/>
              <a:gd name="connsiteX79" fmla="*/ 343361 w 457560"/>
              <a:gd name="connsiteY79" fmla="*/ 314573 h 457560"/>
              <a:gd name="connsiteX80" fmla="*/ 343361 w 457560"/>
              <a:gd name="connsiteY80" fmla="*/ 333638 h 457560"/>
              <a:gd name="connsiteX81" fmla="*/ 352703 w 457560"/>
              <a:gd name="connsiteY81" fmla="*/ 295508 h 457560"/>
              <a:gd name="connsiteX82" fmla="*/ 104858 w 457560"/>
              <a:gd name="connsiteY82" fmla="*/ 295508 h 457560"/>
              <a:gd name="connsiteX83" fmla="*/ 104858 w 457560"/>
              <a:gd name="connsiteY83" fmla="*/ 233546 h 457560"/>
              <a:gd name="connsiteX84" fmla="*/ 118584 w 457560"/>
              <a:gd name="connsiteY84" fmla="*/ 219248 h 457560"/>
              <a:gd name="connsiteX85" fmla="*/ 339166 w 457560"/>
              <a:gd name="connsiteY85" fmla="*/ 219248 h 457560"/>
              <a:gd name="connsiteX86" fmla="*/ 352893 w 457560"/>
              <a:gd name="connsiteY86" fmla="*/ 233546 h 457560"/>
              <a:gd name="connsiteX87" fmla="*/ 352893 w 457560"/>
              <a:gd name="connsiteY87" fmla="*/ 295508 h 457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57560" h="457560">
                <a:moveTo>
                  <a:pt x="228780" y="0"/>
                </a:moveTo>
                <a:cubicBezTo>
                  <a:pt x="102570" y="0"/>
                  <a:pt x="0" y="102570"/>
                  <a:pt x="0" y="228780"/>
                </a:cubicBezTo>
                <a:cubicBezTo>
                  <a:pt x="0" y="354990"/>
                  <a:pt x="102570" y="457560"/>
                  <a:pt x="228780" y="457560"/>
                </a:cubicBezTo>
                <a:cubicBezTo>
                  <a:pt x="354990" y="457560"/>
                  <a:pt x="457560" y="354990"/>
                  <a:pt x="457560" y="228780"/>
                </a:cubicBezTo>
                <a:cubicBezTo>
                  <a:pt x="457560" y="102570"/>
                  <a:pt x="354990" y="0"/>
                  <a:pt x="228780" y="0"/>
                </a:cubicBezTo>
                <a:close/>
                <a:moveTo>
                  <a:pt x="384541" y="368717"/>
                </a:moveTo>
                <a:lnTo>
                  <a:pt x="366811" y="349652"/>
                </a:lnTo>
                <a:lnTo>
                  <a:pt x="352893" y="362616"/>
                </a:lnTo>
                <a:lnTo>
                  <a:pt x="371196" y="382444"/>
                </a:lnTo>
                <a:cubicBezTo>
                  <a:pt x="333828" y="417142"/>
                  <a:pt x="283878" y="438495"/>
                  <a:pt x="228971" y="438495"/>
                </a:cubicBezTo>
                <a:cubicBezTo>
                  <a:pt x="113246" y="438495"/>
                  <a:pt x="19256" y="344505"/>
                  <a:pt x="19256" y="228780"/>
                </a:cubicBezTo>
                <a:cubicBezTo>
                  <a:pt x="19256" y="174635"/>
                  <a:pt x="40037" y="125448"/>
                  <a:pt x="73782" y="88271"/>
                </a:cubicBezTo>
                <a:lnTo>
                  <a:pt x="117440" y="130786"/>
                </a:lnTo>
                <a:lnTo>
                  <a:pt x="130786" y="117059"/>
                </a:lnTo>
                <a:lnTo>
                  <a:pt x="87127" y="74735"/>
                </a:lnTo>
                <a:cubicBezTo>
                  <a:pt x="124494" y="40227"/>
                  <a:pt x="174254" y="19065"/>
                  <a:pt x="228971" y="19065"/>
                </a:cubicBezTo>
                <a:cubicBezTo>
                  <a:pt x="344695" y="19065"/>
                  <a:pt x="438686" y="113055"/>
                  <a:pt x="438686" y="228780"/>
                </a:cubicBezTo>
                <a:cubicBezTo>
                  <a:pt x="438686" y="282543"/>
                  <a:pt x="418095" y="331540"/>
                  <a:pt x="384732" y="368717"/>
                </a:cubicBezTo>
                <a:close/>
                <a:moveTo>
                  <a:pt x="144513" y="237931"/>
                </a:moveTo>
                <a:cubicBezTo>
                  <a:pt x="131358" y="237931"/>
                  <a:pt x="120681" y="248798"/>
                  <a:pt x="120681" y="262144"/>
                </a:cubicBezTo>
                <a:cubicBezTo>
                  <a:pt x="120681" y="275489"/>
                  <a:pt x="131358" y="286356"/>
                  <a:pt x="144513" y="286356"/>
                </a:cubicBezTo>
                <a:cubicBezTo>
                  <a:pt x="157668" y="286356"/>
                  <a:pt x="168344" y="275489"/>
                  <a:pt x="168344" y="262144"/>
                </a:cubicBezTo>
                <a:cubicBezTo>
                  <a:pt x="168344" y="248798"/>
                  <a:pt x="157668" y="237931"/>
                  <a:pt x="144513" y="237931"/>
                </a:cubicBezTo>
                <a:close/>
                <a:moveTo>
                  <a:pt x="139746" y="262144"/>
                </a:moveTo>
                <a:cubicBezTo>
                  <a:pt x="139746" y="259284"/>
                  <a:pt x="141844" y="256996"/>
                  <a:pt x="144513" y="256996"/>
                </a:cubicBezTo>
                <a:cubicBezTo>
                  <a:pt x="147182" y="256996"/>
                  <a:pt x="149279" y="259284"/>
                  <a:pt x="149279" y="262144"/>
                </a:cubicBezTo>
                <a:cubicBezTo>
                  <a:pt x="149279" y="267863"/>
                  <a:pt x="139746" y="267863"/>
                  <a:pt x="139746" y="262144"/>
                </a:cubicBezTo>
                <a:close/>
                <a:moveTo>
                  <a:pt x="313047" y="237931"/>
                </a:moveTo>
                <a:cubicBezTo>
                  <a:pt x="299702" y="237931"/>
                  <a:pt x="289025" y="248989"/>
                  <a:pt x="289025" y="262525"/>
                </a:cubicBezTo>
                <a:cubicBezTo>
                  <a:pt x="289025" y="276061"/>
                  <a:pt x="299892" y="287119"/>
                  <a:pt x="313047" y="287119"/>
                </a:cubicBezTo>
                <a:cubicBezTo>
                  <a:pt x="326202" y="287119"/>
                  <a:pt x="337069" y="276061"/>
                  <a:pt x="337069" y="262525"/>
                </a:cubicBezTo>
                <a:cubicBezTo>
                  <a:pt x="337069" y="248989"/>
                  <a:pt x="326202" y="237931"/>
                  <a:pt x="313047" y="237931"/>
                </a:cubicBezTo>
                <a:close/>
                <a:moveTo>
                  <a:pt x="313047" y="268054"/>
                </a:moveTo>
                <a:cubicBezTo>
                  <a:pt x="310378" y="268054"/>
                  <a:pt x="308090" y="265575"/>
                  <a:pt x="308090" y="262525"/>
                </a:cubicBezTo>
                <a:cubicBezTo>
                  <a:pt x="308090" y="259475"/>
                  <a:pt x="310378" y="256996"/>
                  <a:pt x="313047" y="256996"/>
                </a:cubicBezTo>
                <a:cubicBezTo>
                  <a:pt x="315716" y="256996"/>
                  <a:pt x="318004" y="259475"/>
                  <a:pt x="318004" y="262525"/>
                </a:cubicBezTo>
                <a:cubicBezTo>
                  <a:pt x="318004" y="265575"/>
                  <a:pt x="315716" y="268054"/>
                  <a:pt x="313047" y="268054"/>
                </a:cubicBezTo>
                <a:close/>
                <a:moveTo>
                  <a:pt x="346030" y="201136"/>
                </a:moveTo>
                <a:lnTo>
                  <a:pt x="315144" y="114581"/>
                </a:lnTo>
                <a:cubicBezTo>
                  <a:pt x="312666" y="108861"/>
                  <a:pt x="307137" y="105239"/>
                  <a:pt x="301036" y="105239"/>
                </a:cubicBezTo>
                <a:lnTo>
                  <a:pt x="157668" y="105239"/>
                </a:lnTo>
                <a:cubicBezTo>
                  <a:pt x="151567" y="105239"/>
                  <a:pt x="146038" y="108861"/>
                  <a:pt x="143369" y="115153"/>
                </a:cubicBezTo>
                <a:lnTo>
                  <a:pt x="112674" y="201136"/>
                </a:lnTo>
                <a:cubicBezTo>
                  <a:pt x="97422" y="203996"/>
                  <a:pt x="85793" y="217532"/>
                  <a:pt x="85793" y="233928"/>
                </a:cubicBezTo>
                <a:lnTo>
                  <a:pt x="85793" y="299511"/>
                </a:lnTo>
                <a:cubicBezTo>
                  <a:pt x="85793" y="305993"/>
                  <a:pt x="89796" y="311522"/>
                  <a:pt x="95325" y="313810"/>
                </a:cubicBezTo>
                <a:lnTo>
                  <a:pt x="95325" y="334209"/>
                </a:lnTo>
                <a:cubicBezTo>
                  <a:pt x="95325" y="344695"/>
                  <a:pt x="103904" y="353274"/>
                  <a:pt x="114390" y="353274"/>
                </a:cubicBezTo>
                <a:lnTo>
                  <a:pt x="133455" y="353274"/>
                </a:lnTo>
                <a:cubicBezTo>
                  <a:pt x="143941" y="353274"/>
                  <a:pt x="152520" y="344695"/>
                  <a:pt x="152520" y="334209"/>
                </a:cubicBezTo>
                <a:lnTo>
                  <a:pt x="152520" y="315144"/>
                </a:lnTo>
                <a:lnTo>
                  <a:pt x="305231" y="315144"/>
                </a:lnTo>
                <a:lnTo>
                  <a:pt x="305231" y="334209"/>
                </a:lnTo>
                <a:cubicBezTo>
                  <a:pt x="305231" y="344695"/>
                  <a:pt x="313810" y="353274"/>
                  <a:pt x="324296" y="353274"/>
                </a:cubicBezTo>
                <a:lnTo>
                  <a:pt x="343361" y="353274"/>
                </a:lnTo>
                <a:cubicBezTo>
                  <a:pt x="353846" y="353274"/>
                  <a:pt x="362426" y="344695"/>
                  <a:pt x="362426" y="334209"/>
                </a:cubicBezTo>
                <a:lnTo>
                  <a:pt x="362426" y="313810"/>
                </a:lnTo>
                <a:cubicBezTo>
                  <a:pt x="367955" y="311522"/>
                  <a:pt x="371768" y="305993"/>
                  <a:pt x="371768" y="299511"/>
                </a:cubicBezTo>
                <a:lnTo>
                  <a:pt x="371768" y="233928"/>
                </a:lnTo>
                <a:cubicBezTo>
                  <a:pt x="371768" y="217913"/>
                  <a:pt x="360710" y="204567"/>
                  <a:pt x="346030" y="201326"/>
                </a:cubicBezTo>
                <a:close/>
                <a:moveTo>
                  <a:pt x="160337" y="123923"/>
                </a:moveTo>
                <a:lnTo>
                  <a:pt x="298177" y="123923"/>
                </a:lnTo>
                <a:lnTo>
                  <a:pt x="318386" y="180546"/>
                </a:lnTo>
                <a:cubicBezTo>
                  <a:pt x="309234" y="167963"/>
                  <a:pt x="294745" y="159574"/>
                  <a:pt x="278349" y="159574"/>
                </a:cubicBezTo>
                <a:cubicBezTo>
                  <a:pt x="254327" y="159574"/>
                  <a:pt x="234309" y="176923"/>
                  <a:pt x="229352" y="200183"/>
                </a:cubicBezTo>
                <a:lnTo>
                  <a:pt x="133074" y="200183"/>
                </a:lnTo>
                <a:lnTo>
                  <a:pt x="160337" y="123923"/>
                </a:lnTo>
                <a:close/>
                <a:moveTo>
                  <a:pt x="307518" y="200183"/>
                </a:moveTo>
                <a:lnTo>
                  <a:pt x="249370" y="200183"/>
                </a:lnTo>
                <a:cubicBezTo>
                  <a:pt x="253755" y="187600"/>
                  <a:pt x="265004" y="178639"/>
                  <a:pt x="278540" y="178639"/>
                </a:cubicBezTo>
                <a:cubicBezTo>
                  <a:pt x="292076" y="178639"/>
                  <a:pt x="303324" y="187600"/>
                  <a:pt x="307709" y="200183"/>
                </a:cubicBezTo>
                <a:close/>
                <a:moveTo>
                  <a:pt x="133455" y="333638"/>
                </a:moveTo>
                <a:lnTo>
                  <a:pt x="114390" y="333638"/>
                </a:lnTo>
                <a:lnTo>
                  <a:pt x="114390" y="314573"/>
                </a:lnTo>
                <a:lnTo>
                  <a:pt x="133455" y="314573"/>
                </a:lnTo>
                <a:lnTo>
                  <a:pt x="133455" y="333638"/>
                </a:lnTo>
                <a:close/>
                <a:moveTo>
                  <a:pt x="343361" y="333638"/>
                </a:moveTo>
                <a:lnTo>
                  <a:pt x="324296" y="333638"/>
                </a:lnTo>
                <a:lnTo>
                  <a:pt x="324296" y="314573"/>
                </a:lnTo>
                <a:lnTo>
                  <a:pt x="343361" y="314573"/>
                </a:lnTo>
                <a:lnTo>
                  <a:pt x="343361" y="333638"/>
                </a:lnTo>
                <a:close/>
                <a:moveTo>
                  <a:pt x="352703" y="295508"/>
                </a:moveTo>
                <a:lnTo>
                  <a:pt x="104858" y="295508"/>
                </a:lnTo>
                <a:lnTo>
                  <a:pt x="104858" y="233546"/>
                </a:lnTo>
                <a:cubicBezTo>
                  <a:pt x="104858" y="225730"/>
                  <a:pt x="110958" y="219248"/>
                  <a:pt x="118584" y="219248"/>
                </a:cubicBezTo>
                <a:lnTo>
                  <a:pt x="339166" y="219248"/>
                </a:lnTo>
                <a:cubicBezTo>
                  <a:pt x="346792" y="219248"/>
                  <a:pt x="352893" y="225730"/>
                  <a:pt x="352893" y="233546"/>
                </a:cubicBezTo>
                <a:lnTo>
                  <a:pt x="352893" y="2955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56" descr="Compass icon.">
            <a:extLst>
              <a:ext uri="{FF2B5EF4-FFF2-40B4-BE49-F238E27FC236}">
                <a16:creationId xmlns:a16="http://schemas.microsoft.com/office/drawing/2014/main" id="{C514AD70-5ECC-45E8-892D-7EA9512EBBFB}"/>
              </a:ext>
            </a:extLst>
          </p:cNvPr>
          <p:cNvSpPr>
            <a:spLocks noChangeAspect="1"/>
          </p:cNvSpPr>
          <p:nvPr/>
        </p:nvSpPr>
        <p:spPr>
          <a:xfrm>
            <a:off x="944654" y="2322981"/>
            <a:ext cx="458518" cy="458518"/>
          </a:xfrm>
          <a:custGeom>
            <a:avLst/>
            <a:gdLst>
              <a:gd name="connsiteX0" fmla="*/ 458518 w 458518"/>
              <a:gd name="connsiteY0" fmla="*/ 219707 h 458518"/>
              <a:gd name="connsiteX1" fmla="*/ 458518 w 458518"/>
              <a:gd name="connsiteY1" fmla="*/ 219707 h 458518"/>
              <a:gd name="connsiteX2" fmla="*/ 238811 w 458518"/>
              <a:gd name="connsiteY2" fmla="*/ 0 h 458518"/>
              <a:gd name="connsiteX3" fmla="*/ 238811 w 458518"/>
              <a:gd name="connsiteY3" fmla="*/ 0 h 458518"/>
              <a:gd name="connsiteX4" fmla="*/ 219707 w 458518"/>
              <a:gd name="connsiteY4" fmla="*/ 0 h 458518"/>
              <a:gd name="connsiteX5" fmla="*/ 219707 w 458518"/>
              <a:gd name="connsiteY5" fmla="*/ 0 h 458518"/>
              <a:gd name="connsiteX6" fmla="*/ 0 w 458518"/>
              <a:gd name="connsiteY6" fmla="*/ 219707 h 458518"/>
              <a:gd name="connsiteX7" fmla="*/ 0 w 458518"/>
              <a:gd name="connsiteY7" fmla="*/ 219707 h 458518"/>
              <a:gd name="connsiteX8" fmla="*/ 0 w 458518"/>
              <a:gd name="connsiteY8" fmla="*/ 229259 h 458518"/>
              <a:gd name="connsiteX9" fmla="*/ 0 w 458518"/>
              <a:gd name="connsiteY9" fmla="*/ 238811 h 458518"/>
              <a:gd name="connsiteX10" fmla="*/ 0 w 458518"/>
              <a:gd name="connsiteY10" fmla="*/ 238811 h 458518"/>
              <a:gd name="connsiteX11" fmla="*/ 219707 w 458518"/>
              <a:gd name="connsiteY11" fmla="*/ 458518 h 458518"/>
              <a:gd name="connsiteX12" fmla="*/ 219707 w 458518"/>
              <a:gd name="connsiteY12" fmla="*/ 458518 h 458518"/>
              <a:gd name="connsiteX13" fmla="*/ 238811 w 458518"/>
              <a:gd name="connsiteY13" fmla="*/ 458518 h 458518"/>
              <a:gd name="connsiteX14" fmla="*/ 238811 w 458518"/>
              <a:gd name="connsiteY14" fmla="*/ 458518 h 458518"/>
              <a:gd name="connsiteX15" fmla="*/ 458518 w 458518"/>
              <a:gd name="connsiteY15" fmla="*/ 238811 h 458518"/>
              <a:gd name="connsiteX16" fmla="*/ 458518 w 458518"/>
              <a:gd name="connsiteY16" fmla="*/ 238811 h 458518"/>
              <a:gd name="connsiteX17" fmla="*/ 458518 w 458518"/>
              <a:gd name="connsiteY17" fmla="*/ 219707 h 458518"/>
              <a:gd name="connsiteX18" fmla="*/ 238811 w 458518"/>
              <a:gd name="connsiteY18" fmla="*/ 439413 h 458518"/>
              <a:gd name="connsiteX19" fmla="*/ 238811 w 458518"/>
              <a:gd name="connsiteY19" fmla="*/ 401203 h 458518"/>
              <a:gd name="connsiteX20" fmla="*/ 219707 w 458518"/>
              <a:gd name="connsiteY20" fmla="*/ 401203 h 458518"/>
              <a:gd name="connsiteX21" fmla="*/ 219707 w 458518"/>
              <a:gd name="connsiteY21" fmla="*/ 439413 h 458518"/>
              <a:gd name="connsiteX22" fmla="*/ 19105 w 458518"/>
              <a:gd name="connsiteY22" fmla="*/ 238811 h 458518"/>
              <a:gd name="connsiteX23" fmla="*/ 57315 w 458518"/>
              <a:gd name="connsiteY23" fmla="*/ 238811 h 458518"/>
              <a:gd name="connsiteX24" fmla="*/ 57315 w 458518"/>
              <a:gd name="connsiteY24" fmla="*/ 219707 h 458518"/>
              <a:gd name="connsiteX25" fmla="*/ 19105 w 458518"/>
              <a:gd name="connsiteY25" fmla="*/ 219707 h 458518"/>
              <a:gd name="connsiteX26" fmla="*/ 219707 w 458518"/>
              <a:gd name="connsiteY26" fmla="*/ 19105 h 458518"/>
              <a:gd name="connsiteX27" fmla="*/ 219707 w 458518"/>
              <a:gd name="connsiteY27" fmla="*/ 57315 h 458518"/>
              <a:gd name="connsiteX28" fmla="*/ 238811 w 458518"/>
              <a:gd name="connsiteY28" fmla="*/ 57315 h 458518"/>
              <a:gd name="connsiteX29" fmla="*/ 238811 w 458518"/>
              <a:gd name="connsiteY29" fmla="*/ 19105 h 458518"/>
              <a:gd name="connsiteX30" fmla="*/ 439413 w 458518"/>
              <a:gd name="connsiteY30" fmla="*/ 219707 h 458518"/>
              <a:gd name="connsiteX31" fmla="*/ 401203 w 458518"/>
              <a:gd name="connsiteY31" fmla="*/ 219707 h 458518"/>
              <a:gd name="connsiteX32" fmla="*/ 401203 w 458518"/>
              <a:gd name="connsiteY32" fmla="*/ 238811 h 458518"/>
              <a:gd name="connsiteX33" fmla="*/ 439413 w 458518"/>
              <a:gd name="connsiteY33" fmla="*/ 238811 h 458518"/>
              <a:gd name="connsiteX34" fmla="*/ 238811 w 458518"/>
              <a:gd name="connsiteY34" fmla="*/ 439413 h 458518"/>
              <a:gd name="connsiteX35" fmla="*/ 319052 w 458518"/>
              <a:gd name="connsiteY35" fmla="*/ 112719 h 458518"/>
              <a:gd name="connsiteX36" fmla="*/ 192960 w 458518"/>
              <a:gd name="connsiteY36" fmla="*/ 185318 h 458518"/>
              <a:gd name="connsiteX37" fmla="*/ 185318 w 458518"/>
              <a:gd name="connsiteY37" fmla="*/ 192960 h 458518"/>
              <a:gd name="connsiteX38" fmla="*/ 112719 w 458518"/>
              <a:gd name="connsiteY38" fmla="*/ 319052 h 458518"/>
              <a:gd name="connsiteX39" fmla="*/ 116540 w 458518"/>
              <a:gd name="connsiteY39" fmla="*/ 341978 h 458518"/>
              <a:gd name="connsiteX40" fmla="*/ 129913 w 458518"/>
              <a:gd name="connsiteY40" fmla="*/ 347710 h 458518"/>
              <a:gd name="connsiteX41" fmla="*/ 139466 w 458518"/>
              <a:gd name="connsiteY41" fmla="*/ 345799 h 458518"/>
              <a:gd name="connsiteX42" fmla="*/ 265558 w 458518"/>
              <a:gd name="connsiteY42" fmla="*/ 273200 h 458518"/>
              <a:gd name="connsiteX43" fmla="*/ 273200 w 458518"/>
              <a:gd name="connsiteY43" fmla="*/ 265558 h 458518"/>
              <a:gd name="connsiteX44" fmla="*/ 345799 w 458518"/>
              <a:gd name="connsiteY44" fmla="*/ 139466 h 458518"/>
              <a:gd name="connsiteX45" fmla="*/ 338157 w 458518"/>
              <a:gd name="connsiteY45" fmla="*/ 112719 h 458518"/>
              <a:gd name="connsiteX46" fmla="*/ 319052 w 458518"/>
              <a:gd name="connsiteY46" fmla="*/ 112719 h 458518"/>
              <a:gd name="connsiteX47" fmla="*/ 129913 w 458518"/>
              <a:gd name="connsiteY47" fmla="*/ 328605 h 458518"/>
              <a:gd name="connsiteX48" fmla="*/ 196781 w 458518"/>
              <a:gd name="connsiteY48" fmla="*/ 210154 h 458518"/>
              <a:gd name="connsiteX49" fmla="*/ 248364 w 458518"/>
              <a:gd name="connsiteY49" fmla="*/ 261737 h 458518"/>
              <a:gd name="connsiteX50" fmla="*/ 129913 w 458518"/>
              <a:gd name="connsiteY50" fmla="*/ 328605 h 458518"/>
              <a:gd name="connsiteX51" fmla="*/ 328605 w 458518"/>
              <a:gd name="connsiteY51" fmla="*/ 129913 h 458518"/>
              <a:gd name="connsiteX52" fmla="*/ 261737 w 458518"/>
              <a:gd name="connsiteY52" fmla="*/ 248364 h 458518"/>
              <a:gd name="connsiteX53" fmla="*/ 210154 w 458518"/>
              <a:gd name="connsiteY53" fmla="*/ 196781 h 458518"/>
              <a:gd name="connsiteX54" fmla="*/ 328605 w 458518"/>
              <a:gd name="connsiteY54" fmla="*/ 12991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8518" h="458518">
                <a:moveTo>
                  <a:pt x="458518" y="219707"/>
                </a:moveTo>
                <a:lnTo>
                  <a:pt x="458518" y="219707"/>
                </a:lnTo>
                <a:cubicBezTo>
                  <a:pt x="452787" y="101256"/>
                  <a:pt x="357262" y="5731"/>
                  <a:pt x="238811" y="0"/>
                </a:cubicBezTo>
                <a:lnTo>
                  <a:pt x="238811" y="0"/>
                </a:lnTo>
                <a:lnTo>
                  <a:pt x="219707" y="0"/>
                </a:lnTo>
                <a:lnTo>
                  <a:pt x="219707" y="0"/>
                </a:lnTo>
                <a:cubicBezTo>
                  <a:pt x="101256" y="5731"/>
                  <a:pt x="5731" y="101256"/>
                  <a:pt x="0" y="219707"/>
                </a:cubicBezTo>
                <a:lnTo>
                  <a:pt x="0" y="219707"/>
                </a:lnTo>
                <a:cubicBezTo>
                  <a:pt x="0" y="223528"/>
                  <a:pt x="0" y="225438"/>
                  <a:pt x="0" y="229259"/>
                </a:cubicBezTo>
                <a:cubicBezTo>
                  <a:pt x="0" y="233080"/>
                  <a:pt x="0" y="234990"/>
                  <a:pt x="0" y="238811"/>
                </a:cubicBezTo>
                <a:lnTo>
                  <a:pt x="0" y="238811"/>
                </a:lnTo>
                <a:cubicBezTo>
                  <a:pt x="3821" y="357262"/>
                  <a:pt x="101256" y="452787"/>
                  <a:pt x="219707" y="458518"/>
                </a:cubicBezTo>
                <a:lnTo>
                  <a:pt x="219707" y="458518"/>
                </a:lnTo>
                <a:lnTo>
                  <a:pt x="238811" y="458518"/>
                </a:lnTo>
                <a:lnTo>
                  <a:pt x="238811" y="458518"/>
                </a:lnTo>
                <a:cubicBezTo>
                  <a:pt x="357262" y="452787"/>
                  <a:pt x="452787" y="357262"/>
                  <a:pt x="458518" y="238811"/>
                </a:cubicBezTo>
                <a:lnTo>
                  <a:pt x="458518" y="238811"/>
                </a:lnTo>
                <a:lnTo>
                  <a:pt x="458518" y="219707"/>
                </a:lnTo>
                <a:close/>
                <a:moveTo>
                  <a:pt x="238811" y="439413"/>
                </a:moveTo>
                <a:lnTo>
                  <a:pt x="238811" y="401203"/>
                </a:lnTo>
                <a:lnTo>
                  <a:pt x="219707" y="401203"/>
                </a:lnTo>
                <a:lnTo>
                  <a:pt x="219707" y="439413"/>
                </a:lnTo>
                <a:cubicBezTo>
                  <a:pt x="110809" y="435592"/>
                  <a:pt x="24836" y="347710"/>
                  <a:pt x="19105" y="238811"/>
                </a:cubicBezTo>
                <a:lnTo>
                  <a:pt x="57315" y="238811"/>
                </a:lnTo>
                <a:lnTo>
                  <a:pt x="57315" y="219707"/>
                </a:lnTo>
                <a:lnTo>
                  <a:pt x="19105" y="219707"/>
                </a:lnTo>
                <a:cubicBezTo>
                  <a:pt x="24836" y="110809"/>
                  <a:pt x="110809" y="22926"/>
                  <a:pt x="219707" y="19105"/>
                </a:cubicBezTo>
                <a:lnTo>
                  <a:pt x="219707" y="57315"/>
                </a:lnTo>
                <a:lnTo>
                  <a:pt x="238811" y="57315"/>
                </a:lnTo>
                <a:lnTo>
                  <a:pt x="238811" y="19105"/>
                </a:lnTo>
                <a:cubicBezTo>
                  <a:pt x="347710" y="24836"/>
                  <a:pt x="433682" y="110809"/>
                  <a:pt x="439413" y="219707"/>
                </a:cubicBezTo>
                <a:lnTo>
                  <a:pt x="401203" y="219707"/>
                </a:lnTo>
                <a:lnTo>
                  <a:pt x="401203" y="238811"/>
                </a:lnTo>
                <a:lnTo>
                  <a:pt x="439413" y="238811"/>
                </a:lnTo>
                <a:cubicBezTo>
                  <a:pt x="433682" y="347710"/>
                  <a:pt x="347710" y="433682"/>
                  <a:pt x="238811" y="439413"/>
                </a:cubicBezTo>
                <a:close/>
                <a:moveTo>
                  <a:pt x="319052" y="112719"/>
                </a:moveTo>
                <a:lnTo>
                  <a:pt x="192960" y="185318"/>
                </a:lnTo>
                <a:cubicBezTo>
                  <a:pt x="189139" y="187228"/>
                  <a:pt x="187228" y="189139"/>
                  <a:pt x="185318" y="192960"/>
                </a:cubicBezTo>
                <a:lnTo>
                  <a:pt x="112719" y="319052"/>
                </a:lnTo>
                <a:cubicBezTo>
                  <a:pt x="108898" y="326694"/>
                  <a:pt x="108898" y="336247"/>
                  <a:pt x="116540" y="341978"/>
                </a:cubicBezTo>
                <a:cubicBezTo>
                  <a:pt x="120361" y="345799"/>
                  <a:pt x="124182" y="347710"/>
                  <a:pt x="129913" y="347710"/>
                </a:cubicBezTo>
                <a:cubicBezTo>
                  <a:pt x="133734" y="347710"/>
                  <a:pt x="135645" y="345799"/>
                  <a:pt x="139466" y="345799"/>
                </a:cubicBezTo>
                <a:lnTo>
                  <a:pt x="265558" y="273200"/>
                </a:lnTo>
                <a:cubicBezTo>
                  <a:pt x="269379" y="271290"/>
                  <a:pt x="271290" y="269379"/>
                  <a:pt x="273200" y="265558"/>
                </a:cubicBezTo>
                <a:lnTo>
                  <a:pt x="345799" y="139466"/>
                </a:lnTo>
                <a:cubicBezTo>
                  <a:pt x="351530" y="129913"/>
                  <a:pt x="347710" y="118450"/>
                  <a:pt x="338157" y="112719"/>
                </a:cubicBezTo>
                <a:cubicBezTo>
                  <a:pt x="332426" y="110809"/>
                  <a:pt x="324784" y="110809"/>
                  <a:pt x="319052" y="112719"/>
                </a:cubicBezTo>
                <a:close/>
                <a:moveTo>
                  <a:pt x="129913" y="328605"/>
                </a:moveTo>
                <a:lnTo>
                  <a:pt x="196781" y="210154"/>
                </a:lnTo>
                <a:lnTo>
                  <a:pt x="248364" y="261737"/>
                </a:lnTo>
                <a:lnTo>
                  <a:pt x="129913" y="328605"/>
                </a:lnTo>
                <a:close/>
                <a:moveTo>
                  <a:pt x="328605" y="129913"/>
                </a:moveTo>
                <a:lnTo>
                  <a:pt x="261737" y="248364"/>
                </a:lnTo>
                <a:lnTo>
                  <a:pt x="210154" y="196781"/>
                </a:lnTo>
                <a:lnTo>
                  <a:pt x="328605" y="129913"/>
                </a:ln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74" descr="Speedometer icon.">
            <a:extLst>
              <a:ext uri="{FF2B5EF4-FFF2-40B4-BE49-F238E27FC236}">
                <a16:creationId xmlns:a16="http://schemas.microsoft.com/office/drawing/2014/main" id="{7E634CA8-11FD-4692-9F77-4D039AB75052}"/>
              </a:ext>
            </a:extLst>
          </p:cNvPr>
          <p:cNvSpPr>
            <a:spLocks noChangeAspect="1"/>
          </p:cNvSpPr>
          <p:nvPr/>
        </p:nvSpPr>
        <p:spPr>
          <a:xfrm>
            <a:off x="2152419" y="2368168"/>
            <a:ext cx="460428" cy="355351"/>
          </a:xfrm>
          <a:custGeom>
            <a:avLst/>
            <a:gdLst>
              <a:gd name="connsiteX0" fmla="*/ 229259 w 460428"/>
              <a:gd name="connsiteY0" fmla="*/ 192960 h 355351"/>
              <a:gd name="connsiteX1" fmla="*/ 192960 w 460428"/>
              <a:gd name="connsiteY1" fmla="*/ 219707 h 355351"/>
              <a:gd name="connsiteX2" fmla="*/ 57315 w 460428"/>
              <a:gd name="connsiteY2" fmla="*/ 219707 h 355351"/>
              <a:gd name="connsiteX3" fmla="*/ 57315 w 460428"/>
              <a:gd name="connsiteY3" fmla="*/ 238811 h 355351"/>
              <a:gd name="connsiteX4" fmla="*/ 192960 w 460428"/>
              <a:gd name="connsiteY4" fmla="*/ 238811 h 355351"/>
              <a:gd name="connsiteX5" fmla="*/ 238811 w 460428"/>
              <a:gd name="connsiteY5" fmla="*/ 267469 h 355351"/>
              <a:gd name="connsiteX6" fmla="*/ 267469 w 460428"/>
              <a:gd name="connsiteY6" fmla="*/ 221617 h 355351"/>
              <a:gd name="connsiteX7" fmla="*/ 229259 w 460428"/>
              <a:gd name="connsiteY7" fmla="*/ 192960 h 355351"/>
              <a:gd name="connsiteX8" fmla="*/ 229259 w 460428"/>
              <a:gd name="connsiteY8" fmla="*/ 250274 h 355351"/>
              <a:gd name="connsiteX9" fmla="*/ 210154 w 460428"/>
              <a:gd name="connsiteY9" fmla="*/ 231169 h 355351"/>
              <a:gd name="connsiteX10" fmla="*/ 229259 w 460428"/>
              <a:gd name="connsiteY10" fmla="*/ 212065 h 355351"/>
              <a:gd name="connsiteX11" fmla="*/ 248364 w 460428"/>
              <a:gd name="connsiteY11" fmla="*/ 231169 h 355351"/>
              <a:gd name="connsiteX12" fmla="*/ 229259 w 460428"/>
              <a:gd name="connsiteY12" fmla="*/ 250274 h 355351"/>
              <a:gd name="connsiteX13" fmla="*/ 328605 w 460428"/>
              <a:gd name="connsiteY13" fmla="*/ 118450 h 355351"/>
              <a:gd name="connsiteX14" fmla="*/ 355351 w 460428"/>
              <a:gd name="connsiteY14" fmla="*/ 91704 h 355351"/>
              <a:gd name="connsiteX15" fmla="*/ 368725 w 460428"/>
              <a:gd name="connsiteY15" fmla="*/ 105077 h 355351"/>
              <a:gd name="connsiteX16" fmla="*/ 341978 w 460428"/>
              <a:gd name="connsiteY16" fmla="*/ 131824 h 355351"/>
              <a:gd name="connsiteX17" fmla="*/ 328605 w 460428"/>
              <a:gd name="connsiteY17" fmla="*/ 118450 h 355351"/>
              <a:gd name="connsiteX18" fmla="*/ 219707 w 460428"/>
              <a:gd name="connsiteY18" fmla="*/ 38210 h 355351"/>
              <a:gd name="connsiteX19" fmla="*/ 238811 w 460428"/>
              <a:gd name="connsiteY19" fmla="*/ 38210 h 355351"/>
              <a:gd name="connsiteX20" fmla="*/ 238811 w 460428"/>
              <a:gd name="connsiteY20" fmla="*/ 76420 h 355351"/>
              <a:gd name="connsiteX21" fmla="*/ 219707 w 460428"/>
              <a:gd name="connsiteY21" fmla="*/ 76420 h 355351"/>
              <a:gd name="connsiteX22" fmla="*/ 219707 w 460428"/>
              <a:gd name="connsiteY22" fmla="*/ 38210 h 355351"/>
              <a:gd name="connsiteX23" fmla="*/ 382098 w 460428"/>
              <a:gd name="connsiteY23" fmla="*/ 210154 h 355351"/>
              <a:gd name="connsiteX24" fmla="*/ 420308 w 460428"/>
              <a:gd name="connsiteY24" fmla="*/ 210154 h 355351"/>
              <a:gd name="connsiteX25" fmla="*/ 420308 w 460428"/>
              <a:gd name="connsiteY25" fmla="*/ 229259 h 355351"/>
              <a:gd name="connsiteX26" fmla="*/ 382098 w 460428"/>
              <a:gd name="connsiteY26" fmla="*/ 229259 h 355351"/>
              <a:gd name="connsiteX27" fmla="*/ 382098 w 460428"/>
              <a:gd name="connsiteY27" fmla="*/ 210154 h 355351"/>
              <a:gd name="connsiteX28" fmla="*/ 87883 w 460428"/>
              <a:gd name="connsiteY28" fmla="*/ 103167 h 355351"/>
              <a:gd name="connsiteX29" fmla="*/ 101256 w 460428"/>
              <a:gd name="connsiteY29" fmla="*/ 87883 h 355351"/>
              <a:gd name="connsiteX30" fmla="*/ 129913 w 460428"/>
              <a:gd name="connsiteY30" fmla="*/ 116540 h 355351"/>
              <a:gd name="connsiteX31" fmla="*/ 116540 w 460428"/>
              <a:gd name="connsiteY31" fmla="*/ 131824 h 355351"/>
              <a:gd name="connsiteX32" fmla="*/ 87883 w 460428"/>
              <a:gd name="connsiteY32" fmla="*/ 103167 h 355351"/>
              <a:gd name="connsiteX33" fmla="*/ 229259 w 460428"/>
              <a:gd name="connsiteY33" fmla="*/ 0 h 355351"/>
              <a:gd name="connsiteX34" fmla="*/ 0 w 460428"/>
              <a:gd name="connsiteY34" fmla="*/ 229259 h 355351"/>
              <a:gd name="connsiteX35" fmla="*/ 0 w 460428"/>
              <a:gd name="connsiteY35" fmla="*/ 229259 h 355351"/>
              <a:gd name="connsiteX36" fmla="*/ 26747 w 460428"/>
              <a:gd name="connsiteY36" fmla="*/ 343889 h 355351"/>
              <a:gd name="connsiteX37" fmla="*/ 43941 w 460428"/>
              <a:gd name="connsiteY37" fmla="*/ 355351 h 355351"/>
              <a:gd name="connsiteX38" fmla="*/ 43941 w 460428"/>
              <a:gd name="connsiteY38" fmla="*/ 355351 h 355351"/>
              <a:gd name="connsiteX39" fmla="*/ 414577 w 460428"/>
              <a:gd name="connsiteY39" fmla="*/ 355351 h 355351"/>
              <a:gd name="connsiteX40" fmla="*/ 431771 w 460428"/>
              <a:gd name="connsiteY40" fmla="*/ 345799 h 355351"/>
              <a:gd name="connsiteX41" fmla="*/ 460429 w 460428"/>
              <a:gd name="connsiteY41" fmla="*/ 231169 h 355351"/>
              <a:gd name="connsiteX42" fmla="*/ 229259 w 460428"/>
              <a:gd name="connsiteY42" fmla="*/ 0 h 355351"/>
              <a:gd name="connsiteX43" fmla="*/ 229259 w 460428"/>
              <a:gd name="connsiteY43" fmla="*/ 0 h 355351"/>
              <a:gd name="connsiteX44" fmla="*/ 414577 w 460428"/>
              <a:gd name="connsiteY44" fmla="*/ 334336 h 355351"/>
              <a:gd name="connsiteX45" fmla="*/ 43941 w 460428"/>
              <a:gd name="connsiteY45" fmla="*/ 336247 h 355351"/>
              <a:gd name="connsiteX46" fmla="*/ 43941 w 460428"/>
              <a:gd name="connsiteY46" fmla="*/ 336247 h 355351"/>
              <a:gd name="connsiteX47" fmla="*/ 19105 w 460428"/>
              <a:gd name="connsiteY47" fmla="*/ 229259 h 355351"/>
              <a:gd name="connsiteX48" fmla="*/ 229259 w 460428"/>
              <a:gd name="connsiteY48" fmla="*/ 19105 h 355351"/>
              <a:gd name="connsiteX49" fmla="*/ 439413 w 460428"/>
              <a:gd name="connsiteY49" fmla="*/ 229259 h 355351"/>
              <a:gd name="connsiteX50" fmla="*/ 414577 w 460428"/>
              <a:gd name="connsiteY50" fmla="*/ 334336 h 355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60428" h="355351">
                <a:moveTo>
                  <a:pt x="229259" y="192960"/>
                </a:moveTo>
                <a:cubicBezTo>
                  <a:pt x="212065" y="192960"/>
                  <a:pt x="196781" y="204423"/>
                  <a:pt x="192960" y="219707"/>
                </a:cubicBezTo>
                <a:lnTo>
                  <a:pt x="57315" y="219707"/>
                </a:lnTo>
                <a:lnTo>
                  <a:pt x="57315" y="238811"/>
                </a:lnTo>
                <a:lnTo>
                  <a:pt x="192960" y="238811"/>
                </a:lnTo>
                <a:cubicBezTo>
                  <a:pt x="196781" y="259827"/>
                  <a:pt x="217796" y="273200"/>
                  <a:pt x="238811" y="267469"/>
                </a:cubicBezTo>
                <a:cubicBezTo>
                  <a:pt x="259827" y="261737"/>
                  <a:pt x="273200" y="242632"/>
                  <a:pt x="267469" y="221617"/>
                </a:cubicBezTo>
                <a:cubicBezTo>
                  <a:pt x="263648" y="204423"/>
                  <a:pt x="246453" y="191049"/>
                  <a:pt x="229259" y="192960"/>
                </a:cubicBezTo>
                <a:close/>
                <a:moveTo>
                  <a:pt x="229259" y="250274"/>
                </a:moveTo>
                <a:cubicBezTo>
                  <a:pt x="217796" y="250274"/>
                  <a:pt x="210154" y="242632"/>
                  <a:pt x="210154" y="231169"/>
                </a:cubicBezTo>
                <a:cubicBezTo>
                  <a:pt x="210154" y="219707"/>
                  <a:pt x="217796" y="212065"/>
                  <a:pt x="229259" y="212065"/>
                </a:cubicBezTo>
                <a:cubicBezTo>
                  <a:pt x="240722" y="212065"/>
                  <a:pt x="248364" y="219707"/>
                  <a:pt x="248364" y="231169"/>
                </a:cubicBezTo>
                <a:cubicBezTo>
                  <a:pt x="248364" y="242632"/>
                  <a:pt x="240722" y="250274"/>
                  <a:pt x="229259" y="250274"/>
                </a:cubicBezTo>
                <a:close/>
                <a:moveTo>
                  <a:pt x="328605" y="118450"/>
                </a:moveTo>
                <a:lnTo>
                  <a:pt x="355351" y="91704"/>
                </a:lnTo>
                <a:lnTo>
                  <a:pt x="368725" y="105077"/>
                </a:lnTo>
                <a:lnTo>
                  <a:pt x="341978" y="131824"/>
                </a:lnTo>
                <a:lnTo>
                  <a:pt x="328605" y="118450"/>
                </a:lnTo>
                <a:close/>
                <a:moveTo>
                  <a:pt x="219707" y="38210"/>
                </a:moveTo>
                <a:lnTo>
                  <a:pt x="238811" y="38210"/>
                </a:lnTo>
                <a:lnTo>
                  <a:pt x="238811" y="76420"/>
                </a:lnTo>
                <a:lnTo>
                  <a:pt x="219707" y="76420"/>
                </a:lnTo>
                <a:lnTo>
                  <a:pt x="219707" y="38210"/>
                </a:lnTo>
                <a:close/>
                <a:moveTo>
                  <a:pt x="382098" y="210154"/>
                </a:moveTo>
                <a:lnTo>
                  <a:pt x="420308" y="210154"/>
                </a:lnTo>
                <a:lnTo>
                  <a:pt x="420308" y="229259"/>
                </a:lnTo>
                <a:lnTo>
                  <a:pt x="382098" y="229259"/>
                </a:lnTo>
                <a:lnTo>
                  <a:pt x="382098" y="210154"/>
                </a:lnTo>
                <a:close/>
                <a:moveTo>
                  <a:pt x="87883" y="103167"/>
                </a:moveTo>
                <a:lnTo>
                  <a:pt x="101256" y="87883"/>
                </a:lnTo>
                <a:lnTo>
                  <a:pt x="129913" y="116540"/>
                </a:lnTo>
                <a:lnTo>
                  <a:pt x="116540" y="131824"/>
                </a:lnTo>
                <a:lnTo>
                  <a:pt x="87883" y="103167"/>
                </a:lnTo>
                <a:close/>
                <a:moveTo>
                  <a:pt x="229259" y="0"/>
                </a:moveTo>
                <a:cubicBezTo>
                  <a:pt x="103167" y="0"/>
                  <a:pt x="0" y="103167"/>
                  <a:pt x="0" y="229259"/>
                </a:cubicBezTo>
                <a:lnTo>
                  <a:pt x="0" y="229259"/>
                </a:lnTo>
                <a:cubicBezTo>
                  <a:pt x="0" y="269379"/>
                  <a:pt x="9552" y="307589"/>
                  <a:pt x="26747" y="343889"/>
                </a:cubicBezTo>
                <a:cubicBezTo>
                  <a:pt x="28657" y="351530"/>
                  <a:pt x="36299" y="355351"/>
                  <a:pt x="43941" y="355351"/>
                </a:cubicBezTo>
                <a:lnTo>
                  <a:pt x="43941" y="355351"/>
                </a:lnTo>
                <a:lnTo>
                  <a:pt x="414577" y="355351"/>
                </a:lnTo>
                <a:cubicBezTo>
                  <a:pt x="422219" y="355351"/>
                  <a:pt x="427950" y="351530"/>
                  <a:pt x="431771" y="345799"/>
                </a:cubicBezTo>
                <a:cubicBezTo>
                  <a:pt x="448966" y="309500"/>
                  <a:pt x="458518" y="271290"/>
                  <a:pt x="460429" y="231169"/>
                </a:cubicBezTo>
                <a:cubicBezTo>
                  <a:pt x="458518" y="103167"/>
                  <a:pt x="355351" y="0"/>
                  <a:pt x="229259" y="0"/>
                </a:cubicBezTo>
                <a:cubicBezTo>
                  <a:pt x="229259" y="0"/>
                  <a:pt x="229259" y="0"/>
                  <a:pt x="229259" y="0"/>
                </a:cubicBezTo>
                <a:close/>
                <a:moveTo>
                  <a:pt x="414577" y="334336"/>
                </a:moveTo>
                <a:lnTo>
                  <a:pt x="43941" y="336247"/>
                </a:lnTo>
                <a:lnTo>
                  <a:pt x="43941" y="336247"/>
                </a:lnTo>
                <a:cubicBezTo>
                  <a:pt x="28657" y="303768"/>
                  <a:pt x="19105" y="267469"/>
                  <a:pt x="19105" y="229259"/>
                </a:cubicBezTo>
                <a:cubicBezTo>
                  <a:pt x="19105" y="112719"/>
                  <a:pt x="112719" y="19105"/>
                  <a:pt x="229259" y="19105"/>
                </a:cubicBezTo>
                <a:cubicBezTo>
                  <a:pt x="345799" y="19105"/>
                  <a:pt x="439413" y="112719"/>
                  <a:pt x="439413" y="229259"/>
                </a:cubicBezTo>
                <a:cubicBezTo>
                  <a:pt x="439413" y="265558"/>
                  <a:pt x="429861" y="301858"/>
                  <a:pt x="414577" y="33433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75" descr="Stopwatch icon.">
            <a:extLst>
              <a:ext uri="{FF2B5EF4-FFF2-40B4-BE49-F238E27FC236}">
                <a16:creationId xmlns:a16="http://schemas.microsoft.com/office/drawing/2014/main" id="{CA13CF04-C63C-4FEF-9ECD-48917FAF05C9}"/>
              </a:ext>
            </a:extLst>
          </p:cNvPr>
          <p:cNvSpPr>
            <a:spLocks noChangeAspect="1"/>
          </p:cNvSpPr>
          <p:nvPr/>
        </p:nvSpPr>
        <p:spPr>
          <a:xfrm>
            <a:off x="3411277" y="2324621"/>
            <a:ext cx="401744" cy="456878"/>
          </a:xfrm>
          <a:custGeom>
            <a:avLst/>
            <a:gdLst>
              <a:gd name="connsiteX0" fmla="*/ 72869 w 401744"/>
              <a:gd name="connsiteY0" fmla="*/ 170034 h 456878"/>
              <a:gd name="connsiteX1" fmla="*/ 191320 w 401744"/>
              <a:gd name="connsiteY1" fmla="*/ 234990 h 456878"/>
              <a:gd name="connsiteX2" fmla="*/ 191320 w 401744"/>
              <a:gd name="connsiteY2" fmla="*/ 343889 h 456878"/>
              <a:gd name="connsiteX3" fmla="*/ 210425 w 401744"/>
              <a:gd name="connsiteY3" fmla="*/ 343889 h 456878"/>
              <a:gd name="connsiteX4" fmla="*/ 210425 w 401744"/>
              <a:gd name="connsiteY4" fmla="*/ 223528 h 456878"/>
              <a:gd name="connsiteX5" fmla="*/ 80511 w 401744"/>
              <a:gd name="connsiteY5" fmla="*/ 154750 h 456878"/>
              <a:gd name="connsiteX6" fmla="*/ 72869 w 401744"/>
              <a:gd name="connsiteY6" fmla="*/ 170034 h 456878"/>
              <a:gd name="connsiteX7" fmla="*/ 302128 w 401744"/>
              <a:gd name="connsiteY7" fmla="*/ 84062 h 456878"/>
              <a:gd name="connsiteX8" fmla="*/ 313591 w 401744"/>
              <a:gd name="connsiteY8" fmla="*/ 63046 h 456878"/>
              <a:gd name="connsiteX9" fmla="*/ 296397 w 401744"/>
              <a:gd name="connsiteY9" fmla="*/ 53494 h 456878"/>
              <a:gd name="connsiteX10" fmla="*/ 284934 w 401744"/>
              <a:gd name="connsiteY10" fmla="*/ 74509 h 456878"/>
              <a:gd name="connsiteX11" fmla="*/ 208514 w 401744"/>
              <a:gd name="connsiteY11" fmla="*/ 55404 h 456878"/>
              <a:gd name="connsiteX12" fmla="*/ 208514 w 401744"/>
              <a:gd name="connsiteY12" fmla="*/ 19105 h 456878"/>
              <a:gd name="connsiteX13" fmla="*/ 239082 w 401744"/>
              <a:gd name="connsiteY13" fmla="*/ 19105 h 456878"/>
              <a:gd name="connsiteX14" fmla="*/ 239082 w 401744"/>
              <a:gd name="connsiteY14" fmla="*/ 0 h 456878"/>
              <a:gd name="connsiteX15" fmla="*/ 162663 w 401744"/>
              <a:gd name="connsiteY15" fmla="*/ 0 h 456878"/>
              <a:gd name="connsiteX16" fmla="*/ 162663 w 401744"/>
              <a:gd name="connsiteY16" fmla="*/ 19105 h 456878"/>
              <a:gd name="connsiteX17" fmla="*/ 191320 w 401744"/>
              <a:gd name="connsiteY17" fmla="*/ 19105 h 456878"/>
              <a:gd name="connsiteX18" fmla="*/ 191320 w 401744"/>
              <a:gd name="connsiteY18" fmla="*/ 55404 h 456878"/>
              <a:gd name="connsiteX19" fmla="*/ 271 w 401744"/>
              <a:gd name="connsiteY19" fmla="*/ 265558 h 456878"/>
              <a:gd name="connsiteX20" fmla="*/ 210425 w 401744"/>
              <a:gd name="connsiteY20" fmla="*/ 456608 h 456878"/>
              <a:gd name="connsiteX21" fmla="*/ 401474 w 401744"/>
              <a:gd name="connsiteY21" fmla="*/ 246453 h 456878"/>
              <a:gd name="connsiteX22" fmla="*/ 302128 w 401744"/>
              <a:gd name="connsiteY22" fmla="*/ 84062 h 456878"/>
              <a:gd name="connsiteX23" fmla="*/ 200872 w 401744"/>
              <a:gd name="connsiteY23" fmla="*/ 437503 h 456878"/>
              <a:gd name="connsiteX24" fmla="*/ 19376 w 401744"/>
              <a:gd name="connsiteY24" fmla="*/ 256006 h 456878"/>
              <a:gd name="connsiteX25" fmla="*/ 200872 w 401744"/>
              <a:gd name="connsiteY25" fmla="*/ 74509 h 456878"/>
              <a:gd name="connsiteX26" fmla="*/ 382369 w 401744"/>
              <a:gd name="connsiteY26" fmla="*/ 256006 h 456878"/>
              <a:gd name="connsiteX27" fmla="*/ 200872 w 401744"/>
              <a:gd name="connsiteY27" fmla="*/ 437503 h 45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01744" h="456878">
                <a:moveTo>
                  <a:pt x="72869" y="170034"/>
                </a:moveTo>
                <a:lnTo>
                  <a:pt x="191320" y="234990"/>
                </a:lnTo>
                <a:lnTo>
                  <a:pt x="191320" y="343889"/>
                </a:lnTo>
                <a:lnTo>
                  <a:pt x="210425" y="343889"/>
                </a:lnTo>
                <a:lnTo>
                  <a:pt x="210425" y="223528"/>
                </a:lnTo>
                <a:lnTo>
                  <a:pt x="80511" y="154750"/>
                </a:lnTo>
                <a:lnTo>
                  <a:pt x="72869" y="170034"/>
                </a:lnTo>
                <a:close/>
                <a:moveTo>
                  <a:pt x="302128" y="84062"/>
                </a:moveTo>
                <a:lnTo>
                  <a:pt x="313591" y="63046"/>
                </a:lnTo>
                <a:lnTo>
                  <a:pt x="296397" y="53494"/>
                </a:lnTo>
                <a:lnTo>
                  <a:pt x="284934" y="74509"/>
                </a:lnTo>
                <a:cubicBezTo>
                  <a:pt x="260098" y="63046"/>
                  <a:pt x="235261" y="57315"/>
                  <a:pt x="208514" y="55404"/>
                </a:cubicBezTo>
                <a:lnTo>
                  <a:pt x="208514" y="19105"/>
                </a:lnTo>
                <a:lnTo>
                  <a:pt x="239082" y="19105"/>
                </a:lnTo>
                <a:lnTo>
                  <a:pt x="239082" y="0"/>
                </a:lnTo>
                <a:lnTo>
                  <a:pt x="162663" y="0"/>
                </a:lnTo>
                <a:lnTo>
                  <a:pt x="162663" y="19105"/>
                </a:lnTo>
                <a:lnTo>
                  <a:pt x="191320" y="19105"/>
                </a:lnTo>
                <a:lnTo>
                  <a:pt x="191320" y="55404"/>
                </a:lnTo>
                <a:cubicBezTo>
                  <a:pt x="80511" y="61136"/>
                  <a:pt x="-5461" y="154750"/>
                  <a:pt x="271" y="265558"/>
                </a:cubicBezTo>
                <a:cubicBezTo>
                  <a:pt x="6002" y="376367"/>
                  <a:pt x="99616" y="462339"/>
                  <a:pt x="210425" y="456608"/>
                </a:cubicBezTo>
                <a:cubicBezTo>
                  <a:pt x="321233" y="450876"/>
                  <a:pt x="407205" y="357262"/>
                  <a:pt x="401474" y="246453"/>
                </a:cubicBezTo>
                <a:cubicBezTo>
                  <a:pt x="397653" y="179586"/>
                  <a:pt x="361354" y="118450"/>
                  <a:pt x="302128" y="84062"/>
                </a:cubicBezTo>
                <a:close/>
                <a:moveTo>
                  <a:pt x="200872" y="437503"/>
                </a:moveTo>
                <a:cubicBezTo>
                  <a:pt x="101527" y="437503"/>
                  <a:pt x="19376" y="355351"/>
                  <a:pt x="19376" y="256006"/>
                </a:cubicBezTo>
                <a:cubicBezTo>
                  <a:pt x="19376" y="156660"/>
                  <a:pt x="101527" y="74509"/>
                  <a:pt x="200872" y="74509"/>
                </a:cubicBezTo>
                <a:cubicBezTo>
                  <a:pt x="300218" y="74509"/>
                  <a:pt x="382369" y="156660"/>
                  <a:pt x="382369" y="256006"/>
                </a:cubicBezTo>
                <a:cubicBezTo>
                  <a:pt x="382369" y="355351"/>
                  <a:pt x="300218" y="437503"/>
                  <a:pt x="200872" y="437503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35" descr="Luggage icon.">
            <a:extLst>
              <a:ext uri="{FF2B5EF4-FFF2-40B4-BE49-F238E27FC236}">
                <a16:creationId xmlns:a16="http://schemas.microsoft.com/office/drawing/2014/main" id="{C00C4FB5-8D3D-4035-98A4-552B991395F1}"/>
              </a:ext>
            </a:extLst>
          </p:cNvPr>
          <p:cNvSpPr/>
          <p:nvPr/>
        </p:nvSpPr>
        <p:spPr>
          <a:xfrm>
            <a:off x="4715741" y="2327081"/>
            <a:ext cx="264952" cy="455014"/>
          </a:xfrm>
          <a:custGeom>
            <a:avLst/>
            <a:gdLst>
              <a:gd name="connsiteX0" fmla="*/ 245852 w 264952"/>
              <a:gd name="connsiteY0" fmla="*/ 76214 h 455014"/>
              <a:gd name="connsiteX1" fmla="*/ 208217 w 264952"/>
              <a:gd name="connsiteY1" fmla="*/ 76214 h 455014"/>
              <a:gd name="connsiteX2" fmla="*/ 208217 w 264952"/>
              <a:gd name="connsiteY2" fmla="*/ 18912 h 455014"/>
              <a:gd name="connsiteX3" fmla="*/ 189306 w 264952"/>
              <a:gd name="connsiteY3" fmla="*/ 0 h 455014"/>
              <a:gd name="connsiteX4" fmla="*/ 75836 w 264952"/>
              <a:gd name="connsiteY4" fmla="*/ 0 h 455014"/>
              <a:gd name="connsiteX5" fmla="*/ 56924 w 264952"/>
              <a:gd name="connsiteY5" fmla="*/ 18912 h 455014"/>
              <a:gd name="connsiteX6" fmla="*/ 56924 w 264952"/>
              <a:gd name="connsiteY6" fmla="*/ 76214 h 455014"/>
              <a:gd name="connsiteX7" fmla="*/ 18912 w 264952"/>
              <a:gd name="connsiteY7" fmla="*/ 76214 h 455014"/>
              <a:gd name="connsiteX8" fmla="*/ 0 w 264952"/>
              <a:gd name="connsiteY8" fmla="*/ 95126 h 455014"/>
              <a:gd name="connsiteX9" fmla="*/ 0 w 264952"/>
              <a:gd name="connsiteY9" fmla="*/ 416624 h 455014"/>
              <a:gd name="connsiteX10" fmla="*/ 18912 w 264952"/>
              <a:gd name="connsiteY10" fmla="*/ 435536 h 455014"/>
              <a:gd name="connsiteX11" fmla="*/ 56735 w 264952"/>
              <a:gd name="connsiteY11" fmla="*/ 435536 h 455014"/>
              <a:gd name="connsiteX12" fmla="*/ 56735 w 264952"/>
              <a:gd name="connsiteY12" fmla="*/ 455015 h 455014"/>
              <a:gd name="connsiteX13" fmla="*/ 75647 w 264952"/>
              <a:gd name="connsiteY13" fmla="*/ 455015 h 455014"/>
              <a:gd name="connsiteX14" fmla="*/ 75647 w 264952"/>
              <a:gd name="connsiteY14" fmla="*/ 435536 h 455014"/>
              <a:gd name="connsiteX15" fmla="*/ 189306 w 264952"/>
              <a:gd name="connsiteY15" fmla="*/ 435536 h 455014"/>
              <a:gd name="connsiteX16" fmla="*/ 189306 w 264952"/>
              <a:gd name="connsiteY16" fmla="*/ 455015 h 455014"/>
              <a:gd name="connsiteX17" fmla="*/ 208217 w 264952"/>
              <a:gd name="connsiteY17" fmla="*/ 455015 h 455014"/>
              <a:gd name="connsiteX18" fmla="*/ 208217 w 264952"/>
              <a:gd name="connsiteY18" fmla="*/ 435536 h 455014"/>
              <a:gd name="connsiteX19" fmla="*/ 246041 w 264952"/>
              <a:gd name="connsiteY19" fmla="*/ 435536 h 455014"/>
              <a:gd name="connsiteX20" fmla="*/ 264952 w 264952"/>
              <a:gd name="connsiteY20" fmla="*/ 416624 h 455014"/>
              <a:gd name="connsiteX21" fmla="*/ 264952 w 264952"/>
              <a:gd name="connsiteY21" fmla="*/ 95126 h 455014"/>
              <a:gd name="connsiteX22" fmla="*/ 246041 w 264952"/>
              <a:gd name="connsiteY22" fmla="*/ 76214 h 455014"/>
              <a:gd name="connsiteX23" fmla="*/ 75836 w 264952"/>
              <a:gd name="connsiteY23" fmla="*/ 18912 h 455014"/>
              <a:gd name="connsiteX24" fmla="*/ 189306 w 264952"/>
              <a:gd name="connsiteY24" fmla="*/ 18912 h 455014"/>
              <a:gd name="connsiteX25" fmla="*/ 189306 w 264952"/>
              <a:gd name="connsiteY25" fmla="*/ 76214 h 455014"/>
              <a:gd name="connsiteX26" fmla="*/ 75836 w 264952"/>
              <a:gd name="connsiteY26" fmla="*/ 76214 h 455014"/>
              <a:gd name="connsiteX27" fmla="*/ 75836 w 264952"/>
              <a:gd name="connsiteY27" fmla="*/ 18912 h 455014"/>
              <a:gd name="connsiteX28" fmla="*/ 245852 w 264952"/>
              <a:gd name="connsiteY28" fmla="*/ 416624 h 455014"/>
              <a:gd name="connsiteX29" fmla="*/ 18912 w 264952"/>
              <a:gd name="connsiteY29" fmla="*/ 416624 h 455014"/>
              <a:gd name="connsiteX30" fmla="*/ 18912 w 264952"/>
              <a:gd name="connsiteY30" fmla="*/ 95126 h 455014"/>
              <a:gd name="connsiteX31" fmla="*/ 245852 w 264952"/>
              <a:gd name="connsiteY31" fmla="*/ 95126 h 455014"/>
              <a:gd name="connsiteX32" fmla="*/ 245852 w 264952"/>
              <a:gd name="connsiteY32" fmla="*/ 416624 h 455014"/>
              <a:gd name="connsiteX33" fmla="*/ 75647 w 264952"/>
              <a:gd name="connsiteY33" fmla="*/ 388257 h 455014"/>
              <a:gd name="connsiteX34" fmla="*/ 56735 w 264952"/>
              <a:gd name="connsiteY34" fmla="*/ 388257 h 455014"/>
              <a:gd name="connsiteX35" fmla="*/ 56735 w 264952"/>
              <a:gd name="connsiteY35" fmla="*/ 123493 h 455014"/>
              <a:gd name="connsiteX36" fmla="*/ 75647 w 264952"/>
              <a:gd name="connsiteY36" fmla="*/ 123493 h 455014"/>
              <a:gd name="connsiteX37" fmla="*/ 75647 w 264952"/>
              <a:gd name="connsiteY37" fmla="*/ 388257 h 455014"/>
              <a:gd name="connsiteX38" fmla="*/ 208028 w 264952"/>
              <a:gd name="connsiteY38" fmla="*/ 388257 h 455014"/>
              <a:gd name="connsiteX39" fmla="*/ 189117 w 264952"/>
              <a:gd name="connsiteY39" fmla="*/ 388257 h 455014"/>
              <a:gd name="connsiteX40" fmla="*/ 189117 w 264952"/>
              <a:gd name="connsiteY40" fmla="*/ 123493 h 455014"/>
              <a:gd name="connsiteX41" fmla="*/ 208028 w 264952"/>
              <a:gd name="connsiteY41" fmla="*/ 123493 h 455014"/>
              <a:gd name="connsiteX42" fmla="*/ 208028 w 264952"/>
              <a:gd name="connsiteY42" fmla="*/ 388257 h 455014"/>
              <a:gd name="connsiteX43" fmla="*/ 141838 w 264952"/>
              <a:gd name="connsiteY43" fmla="*/ 388257 h 455014"/>
              <a:gd name="connsiteX44" fmla="*/ 122926 w 264952"/>
              <a:gd name="connsiteY44" fmla="*/ 388257 h 455014"/>
              <a:gd name="connsiteX45" fmla="*/ 122926 w 264952"/>
              <a:gd name="connsiteY45" fmla="*/ 123493 h 455014"/>
              <a:gd name="connsiteX46" fmla="*/ 141838 w 264952"/>
              <a:gd name="connsiteY46" fmla="*/ 123493 h 455014"/>
              <a:gd name="connsiteX47" fmla="*/ 141838 w 264952"/>
              <a:gd name="connsiteY47" fmla="*/ 388257 h 455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64952" h="455014">
                <a:moveTo>
                  <a:pt x="245852" y="76214"/>
                </a:moveTo>
                <a:lnTo>
                  <a:pt x="208217" y="76214"/>
                </a:lnTo>
                <a:lnTo>
                  <a:pt x="208217" y="18912"/>
                </a:lnTo>
                <a:cubicBezTo>
                  <a:pt x="208217" y="8510"/>
                  <a:pt x="199896" y="0"/>
                  <a:pt x="189306" y="0"/>
                </a:cubicBezTo>
                <a:lnTo>
                  <a:pt x="75836" y="0"/>
                </a:lnTo>
                <a:cubicBezTo>
                  <a:pt x="65434" y="0"/>
                  <a:pt x="56924" y="8510"/>
                  <a:pt x="56924" y="18912"/>
                </a:cubicBezTo>
                <a:lnTo>
                  <a:pt x="56924" y="76214"/>
                </a:lnTo>
                <a:lnTo>
                  <a:pt x="18912" y="76214"/>
                </a:lnTo>
                <a:cubicBezTo>
                  <a:pt x="8510" y="76214"/>
                  <a:pt x="0" y="84724"/>
                  <a:pt x="0" y="95126"/>
                </a:cubicBezTo>
                <a:lnTo>
                  <a:pt x="0" y="416624"/>
                </a:lnTo>
                <a:cubicBezTo>
                  <a:pt x="0" y="427025"/>
                  <a:pt x="8510" y="435536"/>
                  <a:pt x="18912" y="435536"/>
                </a:cubicBezTo>
                <a:lnTo>
                  <a:pt x="56735" y="435536"/>
                </a:lnTo>
                <a:lnTo>
                  <a:pt x="56735" y="455015"/>
                </a:lnTo>
                <a:lnTo>
                  <a:pt x="75647" y="455015"/>
                </a:lnTo>
                <a:lnTo>
                  <a:pt x="75647" y="435536"/>
                </a:lnTo>
                <a:lnTo>
                  <a:pt x="189306" y="435536"/>
                </a:lnTo>
                <a:lnTo>
                  <a:pt x="189306" y="455015"/>
                </a:lnTo>
                <a:lnTo>
                  <a:pt x="208217" y="455015"/>
                </a:lnTo>
                <a:lnTo>
                  <a:pt x="208217" y="435536"/>
                </a:lnTo>
                <a:lnTo>
                  <a:pt x="246041" y="435536"/>
                </a:lnTo>
                <a:cubicBezTo>
                  <a:pt x="256442" y="435536"/>
                  <a:pt x="264952" y="427025"/>
                  <a:pt x="264952" y="416624"/>
                </a:cubicBezTo>
                <a:lnTo>
                  <a:pt x="264952" y="95126"/>
                </a:lnTo>
                <a:cubicBezTo>
                  <a:pt x="264952" y="84724"/>
                  <a:pt x="256442" y="76214"/>
                  <a:pt x="246041" y="76214"/>
                </a:cubicBezTo>
                <a:close/>
                <a:moveTo>
                  <a:pt x="75836" y="18912"/>
                </a:moveTo>
                <a:lnTo>
                  <a:pt x="189306" y="18912"/>
                </a:lnTo>
                <a:lnTo>
                  <a:pt x="189306" y="76214"/>
                </a:lnTo>
                <a:lnTo>
                  <a:pt x="75836" y="76214"/>
                </a:lnTo>
                <a:lnTo>
                  <a:pt x="75836" y="18912"/>
                </a:lnTo>
                <a:close/>
                <a:moveTo>
                  <a:pt x="245852" y="416624"/>
                </a:moveTo>
                <a:lnTo>
                  <a:pt x="18912" y="416624"/>
                </a:lnTo>
                <a:lnTo>
                  <a:pt x="18912" y="95126"/>
                </a:lnTo>
                <a:lnTo>
                  <a:pt x="245852" y="95126"/>
                </a:lnTo>
                <a:lnTo>
                  <a:pt x="245852" y="416624"/>
                </a:lnTo>
                <a:close/>
                <a:moveTo>
                  <a:pt x="75647" y="388257"/>
                </a:moveTo>
                <a:lnTo>
                  <a:pt x="56735" y="388257"/>
                </a:lnTo>
                <a:lnTo>
                  <a:pt x="56735" y="123493"/>
                </a:lnTo>
                <a:lnTo>
                  <a:pt x="75647" y="123493"/>
                </a:lnTo>
                <a:lnTo>
                  <a:pt x="75647" y="388257"/>
                </a:lnTo>
                <a:close/>
                <a:moveTo>
                  <a:pt x="208028" y="388257"/>
                </a:moveTo>
                <a:lnTo>
                  <a:pt x="189117" y="388257"/>
                </a:lnTo>
                <a:lnTo>
                  <a:pt x="189117" y="123493"/>
                </a:lnTo>
                <a:lnTo>
                  <a:pt x="208028" y="123493"/>
                </a:lnTo>
                <a:lnTo>
                  <a:pt x="208028" y="388257"/>
                </a:lnTo>
                <a:close/>
                <a:moveTo>
                  <a:pt x="141838" y="388257"/>
                </a:moveTo>
                <a:lnTo>
                  <a:pt x="122926" y="388257"/>
                </a:lnTo>
                <a:lnTo>
                  <a:pt x="122926" y="123493"/>
                </a:lnTo>
                <a:lnTo>
                  <a:pt x="141838" y="123493"/>
                </a:lnTo>
                <a:lnTo>
                  <a:pt x="141838" y="38825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85" descr="Forklift icon.">
            <a:extLst>
              <a:ext uri="{FF2B5EF4-FFF2-40B4-BE49-F238E27FC236}">
                <a16:creationId xmlns:a16="http://schemas.microsoft.com/office/drawing/2014/main" id="{BF21961D-706F-0914-2DE6-F21985FB3231}"/>
              </a:ext>
            </a:extLst>
          </p:cNvPr>
          <p:cNvSpPr/>
          <p:nvPr/>
        </p:nvSpPr>
        <p:spPr>
          <a:xfrm>
            <a:off x="5857727" y="2411992"/>
            <a:ext cx="461044" cy="345859"/>
          </a:xfrm>
          <a:custGeom>
            <a:avLst/>
            <a:gdLst>
              <a:gd name="connsiteX0" fmla="*/ 442064 w 461044"/>
              <a:gd name="connsiteY0" fmla="*/ 192227 h 345859"/>
              <a:gd name="connsiteX1" fmla="*/ 441797 w 461044"/>
              <a:gd name="connsiteY1" fmla="*/ 151527 h 345859"/>
              <a:gd name="connsiteX2" fmla="*/ 422700 w 461044"/>
              <a:gd name="connsiteY2" fmla="*/ 134812 h 345859"/>
              <a:gd name="connsiteX3" fmla="*/ 384478 w 461044"/>
              <a:gd name="connsiteY3" fmla="*/ 134549 h 345859"/>
              <a:gd name="connsiteX4" fmla="*/ 369836 w 461044"/>
              <a:gd name="connsiteY4" fmla="*/ 140214 h 345859"/>
              <a:gd name="connsiteX5" fmla="*/ 365072 w 461044"/>
              <a:gd name="connsiteY5" fmla="*/ 151319 h 345859"/>
              <a:gd name="connsiteX6" fmla="*/ 365010 w 461044"/>
              <a:gd name="connsiteY6" fmla="*/ 192179 h 345859"/>
              <a:gd name="connsiteX7" fmla="*/ 364997 w 461044"/>
              <a:gd name="connsiteY7" fmla="*/ 192179 h 345859"/>
              <a:gd name="connsiteX8" fmla="*/ 345786 w 461044"/>
              <a:gd name="connsiteY8" fmla="*/ 211390 h 345859"/>
              <a:gd name="connsiteX9" fmla="*/ 345786 w 461044"/>
              <a:gd name="connsiteY9" fmla="*/ 288231 h 345859"/>
              <a:gd name="connsiteX10" fmla="*/ 326576 w 461044"/>
              <a:gd name="connsiteY10" fmla="*/ 288231 h 345859"/>
              <a:gd name="connsiteX11" fmla="*/ 326567 w 461044"/>
              <a:gd name="connsiteY11" fmla="*/ 58 h 345859"/>
              <a:gd name="connsiteX12" fmla="*/ 307356 w 461044"/>
              <a:gd name="connsiteY12" fmla="*/ 58 h 345859"/>
              <a:gd name="connsiteX13" fmla="*/ 307364 w 461044"/>
              <a:gd name="connsiteY13" fmla="*/ 249810 h 345859"/>
              <a:gd name="connsiteX14" fmla="*/ 288156 w 461044"/>
              <a:gd name="connsiteY14" fmla="*/ 249810 h 345859"/>
              <a:gd name="connsiteX15" fmla="*/ 288156 w 461044"/>
              <a:gd name="connsiteY15" fmla="*/ 213153 h 345859"/>
              <a:gd name="connsiteX16" fmla="*/ 286899 w 461044"/>
              <a:gd name="connsiteY16" fmla="*/ 206324 h 345859"/>
              <a:gd name="connsiteX17" fmla="*/ 213136 w 461044"/>
              <a:gd name="connsiteY17" fmla="*/ 12364 h 345859"/>
              <a:gd name="connsiteX18" fmla="*/ 195165 w 461044"/>
              <a:gd name="connsiteY18" fmla="*/ 0 h 345859"/>
              <a:gd name="connsiteX19" fmla="*/ 115256 w 461044"/>
              <a:gd name="connsiteY19" fmla="*/ 75 h 345859"/>
              <a:gd name="connsiteX20" fmla="*/ 96055 w 461044"/>
              <a:gd name="connsiteY20" fmla="*/ 19285 h 345859"/>
              <a:gd name="connsiteX21" fmla="*/ 96055 w 461044"/>
              <a:gd name="connsiteY21" fmla="*/ 172967 h 345859"/>
              <a:gd name="connsiteX22" fmla="*/ 19172 w 461044"/>
              <a:gd name="connsiteY22" fmla="*/ 172967 h 345859"/>
              <a:gd name="connsiteX23" fmla="*/ 0 w 461044"/>
              <a:gd name="connsiteY23" fmla="*/ 192177 h 345859"/>
              <a:gd name="connsiteX24" fmla="*/ 75 w 461044"/>
              <a:gd name="connsiteY24" fmla="*/ 287948 h 345859"/>
              <a:gd name="connsiteX25" fmla="*/ 19210 w 461044"/>
              <a:gd name="connsiteY25" fmla="*/ 307439 h 345859"/>
              <a:gd name="connsiteX26" fmla="*/ 39237 w 461044"/>
              <a:gd name="connsiteY26" fmla="*/ 307439 h 345859"/>
              <a:gd name="connsiteX27" fmla="*/ 81878 w 461044"/>
              <a:gd name="connsiteY27" fmla="*/ 345859 h 345859"/>
              <a:gd name="connsiteX28" fmla="*/ 124611 w 461044"/>
              <a:gd name="connsiteY28" fmla="*/ 307439 h 345859"/>
              <a:gd name="connsiteX29" fmla="*/ 163802 w 461044"/>
              <a:gd name="connsiteY29" fmla="*/ 307439 h 345859"/>
              <a:gd name="connsiteX30" fmla="*/ 206443 w 461044"/>
              <a:gd name="connsiteY30" fmla="*/ 345859 h 345859"/>
              <a:gd name="connsiteX31" fmla="*/ 249176 w 461044"/>
              <a:gd name="connsiteY31" fmla="*/ 307439 h 345859"/>
              <a:gd name="connsiteX32" fmla="*/ 268867 w 461044"/>
              <a:gd name="connsiteY32" fmla="*/ 307439 h 345859"/>
              <a:gd name="connsiteX33" fmla="*/ 288152 w 461044"/>
              <a:gd name="connsiteY33" fmla="*/ 288229 h 345859"/>
              <a:gd name="connsiteX34" fmla="*/ 288152 w 461044"/>
              <a:gd name="connsiteY34" fmla="*/ 269018 h 345859"/>
              <a:gd name="connsiteX35" fmla="*/ 307360 w 461044"/>
              <a:gd name="connsiteY35" fmla="*/ 269018 h 345859"/>
              <a:gd name="connsiteX36" fmla="*/ 307360 w 461044"/>
              <a:gd name="connsiteY36" fmla="*/ 288229 h 345859"/>
              <a:gd name="connsiteX37" fmla="*/ 326572 w 461044"/>
              <a:gd name="connsiteY37" fmla="*/ 307439 h 345859"/>
              <a:gd name="connsiteX38" fmla="*/ 461044 w 461044"/>
              <a:gd name="connsiteY38" fmla="*/ 307439 h 345859"/>
              <a:gd name="connsiteX39" fmla="*/ 461044 w 461044"/>
              <a:gd name="connsiteY39" fmla="*/ 211388 h 345859"/>
              <a:gd name="connsiteX40" fmla="*/ 442062 w 461044"/>
              <a:gd name="connsiteY40" fmla="*/ 192224 h 345859"/>
              <a:gd name="connsiteX41" fmla="*/ 246352 w 461044"/>
              <a:gd name="connsiteY41" fmla="*/ 153761 h 345859"/>
              <a:gd name="connsiteX42" fmla="*/ 153672 w 461044"/>
              <a:gd name="connsiteY42" fmla="*/ 153761 h 345859"/>
              <a:gd name="connsiteX43" fmla="*/ 153578 w 461044"/>
              <a:gd name="connsiteY43" fmla="*/ 57710 h 345859"/>
              <a:gd name="connsiteX44" fmla="*/ 209741 w 461044"/>
              <a:gd name="connsiteY44" fmla="*/ 57504 h 345859"/>
              <a:gd name="connsiteX45" fmla="*/ 246352 w 461044"/>
              <a:gd name="connsiteY45" fmla="*/ 153761 h 345859"/>
              <a:gd name="connsiteX46" fmla="*/ 81878 w 461044"/>
              <a:gd name="connsiteY46" fmla="*/ 326653 h 345859"/>
              <a:gd name="connsiteX47" fmla="*/ 57930 w 461044"/>
              <a:gd name="connsiteY47" fmla="*/ 302283 h 345859"/>
              <a:gd name="connsiteX48" fmla="*/ 81878 w 461044"/>
              <a:gd name="connsiteY48" fmla="*/ 278627 h 345859"/>
              <a:gd name="connsiteX49" fmla="*/ 105956 w 461044"/>
              <a:gd name="connsiteY49" fmla="*/ 301872 h 345859"/>
              <a:gd name="connsiteX50" fmla="*/ 81878 w 461044"/>
              <a:gd name="connsiteY50" fmla="*/ 326653 h 345859"/>
              <a:gd name="connsiteX51" fmla="*/ 206445 w 461044"/>
              <a:gd name="connsiteY51" fmla="*/ 326653 h 345859"/>
              <a:gd name="connsiteX52" fmla="*/ 182497 w 461044"/>
              <a:gd name="connsiteY52" fmla="*/ 302283 h 345859"/>
              <a:gd name="connsiteX53" fmla="*/ 206445 w 461044"/>
              <a:gd name="connsiteY53" fmla="*/ 278627 h 345859"/>
              <a:gd name="connsiteX54" fmla="*/ 230523 w 461044"/>
              <a:gd name="connsiteY54" fmla="*/ 301872 h 345859"/>
              <a:gd name="connsiteX55" fmla="*/ 206445 w 461044"/>
              <a:gd name="connsiteY55" fmla="*/ 326653 h 345859"/>
              <a:gd name="connsiteX56" fmla="*/ 268869 w 461044"/>
              <a:gd name="connsiteY56" fmla="*/ 288233 h 345859"/>
              <a:gd name="connsiteX57" fmla="*/ 247324 w 461044"/>
              <a:gd name="connsiteY57" fmla="*/ 288233 h 345859"/>
              <a:gd name="connsiteX58" fmla="*/ 206443 w 461044"/>
              <a:gd name="connsiteY58" fmla="*/ 259417 h 345859"/>
              <a:gd name="connsiteX59" fmla="*/ 165861 w 461044"/>
              <a:gd name="connsiteY59" fmla="*/ 288233 h 345859"/>
              <a:gd name="connsiteX60" fmla="*/ 122757 w 461044"/>
              <a:gd name="connsiteY60" fmla="*/ 288233 h 345859"/>
              <a:gd name="connsiteX61" fmla="*/ 81876 w 461044"/>
              <a:gd name="connsiteY61" fmla="*/ 259417 h 345859"/>
              <a:gd name="connsiteX62" fmla="*/ 41315 w 461044"/>
              <a:gd name="connsiteY62" fmla="*/ 288167 h 345859"/>
              <a:gd name="connsiteX63" fmla="*/ 19283 w 461044"/>
              <a:gd name="connsiteY63" fmla="*/ 287952 h 345859"/>
              <a:gd name="connsiteX64" fmla="*/ 19208 w 461044"/>
              <a:gd name="connsiteY64" fmla="*/ 192181 h 345859"/>
              <a:gd name="connsiteX65" fmla="*/ 96049 w 461044"/>
              <a:gd name="connsiteY65" fmla="*/ 192181 h 345859"/>
              <a:gd name="connsiteX66" fmla="*/ 115260 w 461044"/>
              <a:gd name="connsiteY66" fmla="*/ 172971 h 345859"/>
              <a:gd name="connsiteX67" fmla="*/ 115260 w 461044"/>
              <a:gd name="connsiteY67" fmla="*/ 19289 h 345859"/>
              <a:gd name="connsiteX68" fmla="*/ 195178 w 461044"/>
              <a:gd name="connsiteY68" fmla="*/ 19214 h 345859"/>
              <a:gd name="connsiteX69" fmla="*/ 202445 w 461044"/>
              <a:gd name="connsiteY69" fmla="*/ 38321 h 345859"/>
              <a:gd name="connsiteX70" fmla="*/ 153503 w 461044"/>
              <a:gd name="connsiteY70" fmla="*/ 38499 h 345859"/>
              <a:gd name="connsiteX71" fmla="*/ 134349 w 461044"/>
              <a:gd name="connsiteY71" fmla="*/ 57748 h 345859"/>
              <a:gd name="connsiteX72" fmla="*/ 134462 w 461044"/>
              <a:gd name="connsiteY72" fmla="*/ 153780 h 345859"/>
              <a:gd name="connsiteX73" fmla="*/ 153672 w 461044"/>
              <a:gd name="connsiteY73" fmla="*/ 172971 h 345859"/>
              <a:gd name="connsiteX74" fmla="*/ 253660 w 461044"/>
              <a:gd name="connsiteY74" fmla="*/ 172971 h 345859"/>
              <a:gd name="connsiteX75" fmla="*/ 268944 w 461044"/>
              <a:gd name="connsiteY75" fmla="*/ 213155 h 345859"/>
              <a:gd name="connsiteX76" fmla="*/ 268869 w 461044"/>
              <a:gd name="connsiteY76" fmla="*/ 288233 h 345859"/>
              <a:gd name="connsiteX77" fmla="*/ 384280 w 461044"/>
              <a:gd name="connsiteY77" fmla="*/ 153761 h 345859"/>
              <a:gd name="connsiteX78" fmla="*/ 384345 w 461044"/>
              <a:gd name="connsiteY78" fmla="*/ 153761 h 345859"/>
              <a:gd name="connsiteX79" fmla="*/ 422606 w 461044"/>
              <a:gd name="connsiteY79" fmla="*/ 154229 h 345859"/>
              <a:gd name="connsiteX80" fmla="*/ 422854 w 461044"/>
              <a:gd name="connsiteY80" fmla="*/ 192181 h 345859"/>
              <a:gd name="connsiteX81" fmla="*/ 384220 w 461044"/>
              <a:gd name="connsiteY81" fmla="*/ 192181 h 345859"/>
              <a:gd name="connsiteX82" fmla="*/ 384280 w 461044"/>
              <a:gd name="connsiteY82" fmla="*/ 153761 h 345859"/>
              <a:gd name="connsiteX83" fmla="*/ 364995 w 461044"/>
              <a:gd name="connsiteY83" fmla="*/ 288233 h 345859"/>
              <a:gd name="connsiteX84" fmla="*/ 364995 w 461044"/>
              <a:gd name="connsiteY84" fmla="*/ 211392 h 345859"/>
              <a:gd name="connsiteX85" fmla="*/ 441836 w 461044"/>
              <a:gd name="connsiteY85" fmla="*/ 211392 h 345859"/>
              <a:gd name="connsiteX86" fmla="*/ 441836 w 461044"/>
              <a:gd name="connsiteY86" fmla="*/ 288233 h 345859"/>
              <a:gd name="connsiteX87" fmla="*/ 364995 w 461044"/>
              <a:gd name="connsiteY87" fmla="*/ 288233 h 345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61044" h="345859">
                <a:moveTo>
                  <a:pt x="442064" y="192227"/>
                </a:moveTo>
                <a:lnTo>
                  <a:pt x="441797" y="151527"/>
                </a:lnTo>
                <a:cubicBezTo>
                  <a:pt x="441751" y="142221"/>
                  <a:pt x="433364" y="134887"/>
                  <a:pt x="422700" y="134812"/>
                </a:cubicBezTo>
                <a:lnTo>
                  <a:pt x="384478" y="134549"/>
                </a:lnTo>
                <a:cubicBezTo>
                  <a:pt x="379141" y="134210"/>
                  <a:pt x="373503" y="136575"/>
                  <a:pt x="369836" y="140214"/>
                </a:cubicBezTo>
                <a:cubicBezTo>
                  <a:pt x="366758" y="143272"/>
                  <a:pt x="365072" y="147212"/>
                  <a:pt x="365072" y="151319"/>
                </a:cubicBezTo>
                <a:lnTo>
                  <a:pt x="365010" y="192179"/>
                </a:lnTo>
                <a:lnTo>
                  <a:pt x="364997" y="192179"/>
                </a:lnTo>
                <a:cubicBezTo>
                  <a:pt x="354406" y="192179"/>
                  <a:pt x="345786" y="200789"/>
                  <a:pt x="345786" y="211390"/>
                </a:cubicBezTo>
                <a:lnTo>
                  <a:pt x="345786" y="288231"/>
                </a:lnTo>
                <a:lnTo>
                  <a:pt x="326576" y="288231"/>
                </a:lnTo>
                <a:lnTo>
                  <a:pt x="326567" y="58"/>
                </a:lnTo>
                <a:lnTo>
                  <a:pt x="307356" y="58"/>
                </a:lnTo>
                <a:lnTo>
                  <a:pt x="307364" y="249810"/>
                </a:lnTo>
                <a:lnTo>
                  <a:pt x="288156" y="249810"/>
                </a:lnTo>
                <a:lnTo>
                  <a:pt x="288156" y="213153"/>
                </a:lnTo>
                <a:cubicBezTo>
                  <a:pt x="288156" y="210827"/>
                  <a:pt x="287733" y="208520"/>
                  <a:pt x="286899" y="206324"/>
                </a:cubicBezTo>
                <a:lnTo>
                  <a:pt x="213136" y="12364"/>
                </a:lnTo>
                <a:cubicBezTo>
                  <a:pt x="210285" y="4935"/>
                  <a:pt x="203296" y="676"/>
                  <a:pt x="195165" y="0"/>
                </a:cubicBezTo>
                <a:lnTo>
                  <a:pt x="115256" y="75"/>
                </a:lnTo>
                <a:cubicBezTo>
                  <a:pt x="104665" y="75"/>
                  <a:pt x="96055" y="8685"/>
                  <a:pt x="96055" y="19285"/>
                </a:cubicBezTo>
                <a:lnTo>
                  <a:pt x="96055" y="172967"/>
                </a:lnTo>
                <a:lnTo>
                  <a:pt x="19172" y="172967"/>
                </a:lnTo>
                <a:cubicBezTo>
                  <a:pt x="8600" y="173006"/>
                  <a:pt x="0" y="181616"/>
                  <a:pt x="0" y="192177"/>
                </a:cubicBezTo>
                <a:lnTo>
                  <a:pt x="75" y="287948"/>
                </a:lnTo>
                <a:cubicBezTo>
                  <a:pt x="75" y="298698"/>
                  <a:pt x="8658" y="307439"/>
                  <a:pt x="19210" y="307439"/>
                </a:cubicBezTo>
                <a:lnTo>
                  <a:pt x="39237" y="307439"/>
                </a:lnTo>
                <a:cubicBezTo>
                  <a:pt x="41800" y="329018"/>
                  <a:pt x="59830" y="345859"/>
                  <a:pt x="81878" y="345859"/>
                </a:cubicBezTo>
                <a:cubicBezTo>
                  <a:pt x="103874" y="345859"/>
                  <a:pt x="121883" y="329047"/>
                  <a:pt x="124611" y="307439"/>
                </a:cubicBezTo>
                <a:lnTo>
                  <a:pt x="163802" y="307439"/>
                </a:lnTo>
                <a:cubicBezTo>
                  <a:pt x="166365" y="329018"/>
                  <a:pt x="184395" y="345859"/>
                  <a:pt x="206443" y="345859"/>
                </a:cubicBezTo>
                <a:cubicBezTo>
                  <a:pt x="228439" y="345859"/>
                  <a:pt x="246448" y="329047"/>
                  <a:pt x="249176" y="307439"/>
                </a:cubicBezTo>
                <a:lnTo>
                  <a:pt x="268867" y="307439"/>
                </a:lnTo>
                <a:cubicBezTo>
                  <a:pt x="279503" y="307439"/>
                  <a:pt x="288152" y="298829"/>
                  <a:pt x="288152" y="288229"/>
                </a:cubicBezTo>
                <a:lnTo>
                  <a:pt x="288152" y="269018"/>
                </a:lnTo>
                <a:lnTo>
                  <a:pt x="307360" y="269018"/>
                </a:lnTo>
                <a:lnTo>
                  <a:pt x="307360" y="288229"/>
                </a:lnTo>
                <a:cubicBezTo>
                  <a:pt x="307360" y="298829"/>
                  <a:pt x="315982" y="307439"/>
                  <a:pt x="326572" y="307439"/>
                </a:cubicBezTo>
                <a:lnTo>
                  <a:pt x="461044" y="307439"/>
                </a:lnTo>
                <a:lnTo>
                  <a:pt x="461044" y="211388"/>
                </a:lnTo>
                <a:cubicBezTo>
                  <a:pt x="461044" y="200870"/>
                  <a:pt x="452542" y="192354"/>
                  <a:pt x="442062" y="192224"/>
                </a:cubicBezTo>
                <a:close/>
                <a:moveTo>
                  <a:pt x="246352" y="153761"/>
                </a:moveTo>
                <a:lnTo>
                  <a:pt x="153672" y="153761"/>
                </a:lnTo>
                <a:lnTo>
                  <a:pt x="153578" y="57710"/>
                </a:lnTo>
                <a:lnTo>
                  <a:pt x="209741" y="57504"/>
                </a:lnTo>
                <a:lnTo>
                  <a:pt x="246352" y="153761"/>
                </a:lnTo>
                <a:close/>
                <a:moveTo>
                  <a:pt x="81878" y="326653"/>
                </a:moveTo>
                <a:cubicBezTo>
                  <a:pt x="68671" y="326653"/>
                  <a:pt x="57930" y="315717"/>
                  <a:pt x="57930" y="302283"/>
                </a:cubicBezTo>
                <a:cubicBezTo>
                  <a:pt x="57930" y="289020"/>
                  <a:pt x="68446" y="278627"/>
                  <a:pt x="81878" y="278627"/>
                </a:cubicBezTo>
                <a:cubicBezTo>
                  <a:pt x="95375" y="278627"/>
                  <a:pt x="105956" y="288832"/>
                  <a:pt x="105956" y="301872"/>
                </a:cubicBezTo>
                <a:cubicBezTo>
                  <a:pt x="105956" y="315304"/>
                  <a:pt x="94926" y="326653"/>
                  <a:pt x="81878" y="326653"/>
                </a:cubicBezTo>
                <a:close/>
                <a:moveTo>
                  <a:pt x="206445" y="326653"/>
                </a:moveTo>
                <a:cubicBezTo>
                  <a:pt x="193238" y="326653"/>
                  <a:pt x="182497" y="315717"/>
                  <a:pt x="182497" y="302283"/>
                </a:cubicBezTo>
                <a:cubicBezTo>
                  <a:pt x="182497" y="289020"/>
                  <a:pt x="193013" y="278627"/>
                  <a:pt x="206445" y="278627"/>
                </a:cubicBezTo>
                <a:cubicBezTo>
                  <a:pt x="219942" y="278627"/>
                  <a:pt x="230523" y="288832"/>
                  <a:pt x="230523" y="301872"/>
                </a:cubicBezTo>
                <a:cubicBezTo>
                  <a:pt x="230523" y="315304"/>
                  <a:pt x="219492" y="326653"/>
                  <a:pt x="206445" y="326653"/>
                </a:cubicBezTo>
                <a:close/>
                <a:moveTo>
                  <a:pt x="268869" y="288233"/>
                </a:moveTo>
                <a:lnTo>
                  <a:pt x="247324" y="288233"/>
                </a:lnTo>
                <a:cubicBezTo>
                  <a:pt x="241630" y="271358"/>
                  <a:pt x="225801" y="259417"/>
                  <a:pt x="206443" y="259417"/>
                </a:cubicBezTo>
                <a:cubicBezTo>
                  <a:pt x="187627" y="259417"/>
                  <a:pt x="171753" y="271516"/>
                  <a:pt x="165861" y="288233"/>
                </a:cubicBezTo>
                <a:lnTo>
                  <a:pt x="122757" y="288233"/>
                </a:lnTo>
                <a:cubicBezTo>
                  <a:pt x="117063" y="271358"/>
                  <a:pt x="101234" y="259417"/>
                  <a:pt x="81876" y="259417"/>
                </a:cubicBezTo>
                <a:cubicBezTo>
                  <a:pt x="63083" y="259417"/>
                  <a:pt x="47226" y="271483"/>
                  <a:pt x="41315" y="288167"/>
                </a:cubicBezTo>
                <a:lnTo>
                  <a:pt x="19283" y="287952"/>
                </a:lnTo>
                <a:lnTo>
                  <a:pt x="19208" y="192181"/>
                </a:lnTo>
                <a:lnTo>
                  <a:pt x="96049" y="192181"/>
                </a:lnTo>
                <a:cubicBezTo>
                  <a:pt x="106640" y="192181"/>
                  <a:pt x="115260" y="183571"/>
                  <a:pt x="115260" y="172971"/>
                </a:cubicBezTo>
                <a:lnTo>
                  <a:pt x="115260" y="19289"/>
                </a:lnTo>
                <a:lnTo>
                  <a:pt x="195178" y="19214"/>
                </a:lnTo>
                <a:lnTo>
                  <a:pt x="202445" y="38321"/>
                </a:lnTo>
                <a:lnTo>
                  <a:pt x="153503" y="38499"/>
                </a:lnTo>
                <a:cubicBezTo>
                  <a:pt x="142922" y="38538"/>
                  <a:pt x="134332" y="47167"/>
                  <a:pt x="134349" y="57748"/>
                </a:cubicBezTo>
                <a:lnTo>
                  <a:pt x="134462" y="153780"/>
                </a:lnTo>
                <a:cubicBezTo>
                  <a:pt x="134462" y="164361"/>
                  <a:pt x="143082" y="172971"/>
                  <a:pt x="153672" y="172971"/>
                </a:cubicBezTo>
                <a:lnTo>
                  <a:pt x="253660" y="172971"/>
                </a:lnTo>
                <a:lnTo>
                  <a:pt x="268944" y="213155"/>
                </a:lnTo>
                <a:lnTo>
                  <a:pt x="268869" y="288233"/>
                </a:lnTo>
                <a:close/>
                <a:moveTo>
                  <a:pt x="384280" y="153761"/>
                </a:moveTo>
                <a:lnTo>
                  <a:pt x="384345" y="153761"/>
                </a:lnTo>
                <a:lnTo>
                  <a:pt x="422606" y="154229"/>
                </a:lnTo>
                <a:lnTo>
                  <a:pt x="422854" y="192181"/>
                </a:lnTo>
                <a:lnTo>
                  <a:pt x="384220" y="192181"/>
                </a:lnTo>
                <a:lnTo>
                  <a:pt x="384280" y="153761"/>
                </a:lnTo>
                <a:close/>
                <a:moveTo>
                  <a:pt x="364995" y="288233"/>
                </a:moveTo>
                <a:lnTo>
                  <a:pt x="364995" y="211392"/>
                </a:lnTo>
                <a:lnTo>
                  <a:pt x="441836" y="211392"/>
                </a:lnTo>
                <a:lnTo>
                  <a:pt x="441836" y="288233"/>
                </a:lnTo>
                <a:lnTo>
                  <a:pt x="364995" y="288233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279" descr="Palette jack icon.">
            <a:extLst>
              <a:ext uri="{FF2B5EF4-FFF2-40B4-BE49-F238E27FC236}">
                <a16:creationId xmlns:a16="http://schemas.microsoft.com/office/drawing/2014/main" id="{61EB4363-88F0-6DCA-124F-6F91098FD643}"/>
              </a:ext>
            </a:extLst>
          </p:cNvPr>
          <p:cNvSpPr/>
          <p:nvPr/>
        </p:nvSpPr>
        <p:spPr>
          <a:xfrm>
            <a:off x="7082099" y="2392868"/>
            <a:ext cx="441839" cy="364983"/>
          </a:xfrm>
          <a:custGeom>
            <a:avLst/>
            <a:gdLst>
              <a:gd name="connsiteX0" fmla="*/ 422647 w 441839"/>
              <a:gd name="connsiteY0" fmla="*/ 268941 h 364983"/>
              <a:gd name="connsiteX1" fmla="*/ 422647 w 441839"/>
              <a:gd name="connsiteY1" fmla="*/ 38414 h 364983"/>
              <a:gd name="connsiteX2" fmla="*/ 403784 w 441839"/>
              <a:gd name="connsiteY2" fmla="*/ 19194 h 364983"/>
              <a:gd name="connsiteX3" fmla="*/ 172577 w 441839"/>
              <a:gd name="connsiteY3" fmla="*/ 19233 h 364983"/>
              <a:gd name="connsiteX4" fmla="*/ 153724 w 441839"/>
              <a:gd name="connsiteY4" fmla="*/ 38453 h 364983"/>
              <a:gd name="connsiteX5" fmla="*/ 153688 w 441839"/>
              <a:gd name="connsiteY5" fmla="*/ 268937 h 364983"/>
              <a:gd name="connsiteX6" fmla="*/ 140892 w 441839"/>
              <a:gd name="connsiteY6" fmla="*/ 268937 h 364983"/>
              <a:gd name="connsiteX7" fmla="*/ 98109 w 441839"/>
              <a:gd name="connsiteY7" fmla="*/ 165484 h 364983"/>
              <a:gd name="connsiteX8" fmla="*/ 80324 w 441839"/>
              <a:gd name="connsiteY8" fmla="*/ 153599 h 364983"/>
              <a:gd name="connsiteX9" fmla="*/ 65252 w 441839"/>
              <a:gd name="connsiteY9" fmla="*/ 153618 h 364983"/>
              <a:gd name="connsiteX10" fmla="*/ 43214 w 441839"/>
              <a:gd name="connsiteY10" fmla="*/ 53216 h 364983"/>
              <a:gd name="connsiteX11" fmla="*/ 48619 w 441839"/>
              <a:gd name="connsiteY11" fmla="*/ 49752 h 364983"/>
              <a:gd name="connsiteX12" fmla="*/ 57625 w 441839"/>
              <a:gd name="connsiteY12" fmla="*/ 29622 h 364983"/>
              <a:gd name="connsiteX13" fmla="*/ 29617 w 441839"/>
              <a:gd name="connsiteY13" fmla="*/ 9 h 364983"/>
              <a:gd name="connsiteX14" fmla="*/ 9017 w 441839"/>
              <a:gd name="connsiteY14" fmla="*/ 7889 h 364983"/>
              <a:gd name="connsiteX15" fmla="*/ 12 w 441839"/>
              <a:gd name="connsiteY15" fmla="*/ 28021 h 364983"/>
              <a:gd name="connsiteX16" fmla="*/ 24414 w 441839"/>
              <a:gd name="connsiteY16" fmla="*/ 57167 h 364983"/>
              <a:gd name="connsiteX17" fmla="*/ 45592 w 441839"/>
              <a:gd name="connsiteY17" fmla="*/ 153649 h 364983"/>
              <a:gd name="connsiteX18" fmla="*/ 38386 w 441839"/>
              <a:gd name="connsiteY18" fmla="*/ 153658 h 364983"/>
              <a:gd name="connsiteX19" fmla="*/ 19214 w 441839"/>
              <a:gd name="connsiteY19" fmla="*/ 172869 h 364983"/>
              <a:gd name="connsiteX20" fmla="*/ 19214 w 441839"/>
              <a:gd name="connsiteY20" fmla="*/ 307360 h 364983"/>
              <a:gd name="connsiteX21" fmla="*/ 38432 w 441839"/>
              <a:gd name="connsiteY21" fmla="*/ 326570 h 364983"/>
              <a:gd name="connsiteX22" fmla="*/ 39268 w 441839"/>
              <a:gd name="connsiteY22" fmla="*/ 334534 h 364983"/>
              <a:gd name="connsiteX23" fmla="*/ 61805 w 441839"/>
              <a:gd name="connsiteY23" fmla="*/ 361947 h 364983"/>
              <a:gd name="connsiteX24" fmla="*/ 98458 w 441839"/>
              <a:gd name="connsiteY24" fmla="*/ 358257 h 364983"/>
              <a:gd name="connsiteX25" fmla="*/ 101138 w 441839"/>
              <a:gd name="connsiteY25" fmla="*/ 356257 h 364983"/>
              <a:gd name="connsiteX26" fmla="*/ 104010 w 441839"/>
              <a:gd name="connsiteY26" fmla="*/ 353658 h 364983"/>
              <a:gd name="connsiteX27" fmla="*/ 115260 w 441839"/>
              <a:gd name="connsiteY27" fmla="*/ 326568 h 364983"/>
              <a:gd name="connsiteX28" fmla="*/ 350749 w 441839"/>
              <a:gd name="connsiteY28" fmla="*/ 326568 h 364983"/>
              <a:gd name="connsiteX29" fmla="*/ 350311 w 441839"/>
              <a:gd name="connsiteY29" fmla="*/ 330733 h 364983"/>
              <a:gd name="connsiteX30" fmla="*/ 383929 w 441839"/>
              <a:gd name="connsiteY30" fmla="*/ 364341 h 364983"/>
              <a:gd name="connsiteX31" fmla="*/ 417546 w 441839"/>
              <a:gd name="connsiteY31" fmla="*/ 330733 h 364983"/>
              <a:gd name="connsiteX32" fmla="*/ 417043 w 441839"/>
              <a:gd name="connsiteY32" fmla="*/ 326568 h 364983"/>
              <a:gd name="connsiteX33" fmla="*/ 422629 w 441839"/>
              <a:gd name="connsiteY33" fmla="*/ 326568 h 364983"/>
              <a:gd name="connsiteX34" fmla="*/ 441840 w 441839"/>
              <a:gd name="connsiteY34" fmla="*/ 307358 h 364983"/>
              <a:gd name="connsiteX35" fmla="*/ 441840 w 441839"/>
              <a:gd name="connsiteY35" fmla="*/ 288147 h 364983"/>
              <a:gd name="connsiteX36" fmla="*/ 422649 w 441839"/>
              <a:gd name="connsiteY36" fmla="*/ 268941 h 364983"/>
              <a:gd name="connsiteX37" fmla="*/ 28554 w 441839"/>
              <a:gd name="connsiteY37" fmla="*/ 38424 h 364983"/>
              <a:gd name="connsiteX38" fmla="*/ 19222 w 441839"/>
              <a:gd name="connsiteY38" fmla="*/ 28565 h 364983"/>
              <a:gd name="connsiteX39" fmla="*/ 19222 w 441839"/>
              <a:gd name="connsiteY39" fmla="*/ 28555 h 364983"/>
              <a:gd name="connsiteX40" fmla="*/ 22215 w 441839"/>
              <a:gd name="connsiteY40" fmla="*/ 21849 h 364983"/>
              <a:gd name="connsiteX41" fmla="*/ 28810 w 441839"/>
              <a:gd name="connsiteY41" fmla="*/ 19213 h 364983"/>
              <a:gd name="connsiteX42" fmla="*/ 29083 w 441839"/>
              <a:gd name="connsiteY42" fmla="*/ 19223 h 364983"/>
              <a:gd name="connsiteX43" fmla="*/ 38415 w 441839"/>
              <a:gd name="connsiteY43" fmla="*/ 29091 h 364983"/>
              <a:gd name="connsiteX44" fmla="*/ 28556 w 441839"/>
              <a:gd name="connsiteY44" fmla="*/ 38424 h 364983"/>
              <a:gd name="connsiteX45" fmla="*/ 297628 w 441839"/>
              <a:gd name="connsiteY45" fmla="*/ 38428 h 364983"/>
              <a:gd name="connsiteX46" fmla="*/ 403435 w 441839"/>
              <a:gd name="connsiteY46" fmla="*/ 38414 h 364983"/>
              <a:gd name="connsiteX47" fmla="*/ 403435 w 441839"/>
              <a:gd name="connsiteY47" fmla="*/ 144097 h 364983"/>
              <a:gd name="connsiteX48" fmla="*/ 297628 w 441839"/>
              <a:gd name="connsiteY48" fmla="*/ 144086 h 364983"/>
              <a:gd name="connsiteX49" fmla="*/ 297628 w 441839"/>
              <a:gd name="connsiteY49" fmla="*/ 38428 h 364983"/>
              <a:gd name="connsiteX50" fmla="*/ 297628 w 441839"/>
              <a:gd name="connsiteY50" fmla="*/ 163296 h 364983"/>
              <a:gd name="connsiteX51" fmla="*/ 403435 w 441839"/>
              <a:gd name="connsiteY51" fmla="*/ 163308 h 364983"/>
              <a:gd name="connsiteX52" fmla="*/ 403435 w 441839"/>
              <a:gd name="connsiteY52" fmla="*/ 268937 h 364983"/>
              <a:gd name="connsiteX53" fmla="*/ 297628 w 441839"/>
              <a:gd name="connsiteY53" fmla="*/ 268937 h 364983"/>
              <a:gd name="connsiteX54" fmla="*/ 297628 w 441839"/>
              <a:gd name="connsiteY54" fmla="*/ 163296 h 364983"/>
              <a:gd name="connsiteX55" fmla="*/ 278418 w 441839"/>
              <a:gd name="connsiteY55" fmla="*/ 38429 h 364983"/>
              <a:gd name="connsiteX56" fmla="*/ 278418 w 441839"/>
              <a:gd name="connsiteY56" fmla="*/ 144084 h 364983"/>
              <a:gd name="connsiteX57" fmla="*/ 172716 w 441839"/>
              <a:gd name="connsiteY57" fmla="*/ 144072 h 364983"/>
              <a:gd name="connsiteX58" fmla="*/ 172575 w 441839"/>
              <a:gd name="connsiteY58" fmla="*/ 38443 h 364983"/>
              <a:gd name="connsiteX59" fmla="*/ 278420 w 441839"/>
              <a:gd name="connsiteY59" fmla="*/ 38429 h 364983"/>
              <a:gd name="connsiteX60" fmla="*/ 278418 w 441839"/>
              <a:gd name="connsiteY60" fmla="*/ 163294 h 364983"/>
              <a:gd name="connsiteX61" fmla="*/ 278418 w 441839"/>
              <a:gd name="connsiteY61" fmla="*/ 268937 h 364983"/>
              <a:gd name="connsiteX62" fmla="*/ 172881 w 441839"/>
              <a:gd name="connsiteY62" fmla="*/ 268937 h 364983"/>
              <a:gd name="connsiteX63" fmla="*/ 172741 w 441839"/>
              <a:gd name="connsiteY63" fmla="*/ 163283 h 364983"/>
              <a:gd name="connsiteX64" fmla="*/ 278420 w 441839"/>
              <a:gd name="connsiteY64" fmla="*/ 163294 h 364983"/>
              <a:gd name="connsiteX65" fmla="*/ 90425 w 441839"/>
              <a:gd name="connsiteY65" fmla="*/ 340076 h 364983"/>
              <a:gd name="connsiteX66" fmla="*/ 76853 w 441839"/>
              <a:gd name="connsiteY66" fmla="*/ 345696 h 364983"/>
              <a:gd name="connsiteX67" fmla="*/ 76824 w 441839"/>
              <a:gd name="connsiteY67" fmla="*/ 345696 h 364983"/>
              <a:gd name="connsiteX68" fmla="*/ 63260 w 441839"/>
              <a:gd name="connsiteY68" fmla="*/ 340076 h 364983"/>
              <a:gd name="connsiteX69" fmla="*/ 57631 w 441839"/>
              <a:gd name="connsiteY69" fmla="*/ 326495 h 364983"/>
              <a:gd name="connsiteX70" fmla="*/ 76832 w 441839"/>
              <a:gd name="connsiteY70" fmla="*/ 307275 h 364983"/>
              <a:gd name="connsiteX71" fmla="*/ 96051 w 441839"/>
              <a:gd name="connsiteY71" fmla="*/ 326485 h 364983"/>
              <a:gd name="connsiteX72" fmla="*/ 90423 w 441839"/>
              <a:gd name="connsiteY72" fmla="*/ 340076 h 364983"/>
              <a:gd name="connsiteX73" fmla="*/ 383925 w 441839"/>
              <a:gd name="connsiteY73" fmla="*/ 345133 h 364983"/>
              <a:gd name="connsiteX74" fmla="*/ 369517 w 441839"/>
              <a:gd name="connsiteY74" fmla="*/ 330735 h 364983"/>
              <a:gd name="connsiteX75" fmla="*/ 370406 w 441839"/>
              <a:gd name="connsiteY75" fmla="*/ 326570 h 364983"/>
              <a:gd name="connsiteX76" fmla="*/ 397322 w 441839"/>
              <a:gd name="connsiteY76" fmla="*/ 326570 h 364983"/>
              <a:gd name="connsiteX77" fmla="*/ 398332 w 441839"/>
              <a:gd name="connsiteY77" fmla="*/ 330725 h 364983"/>
              <a:gd name="connsiteX78" fmla="*/ 383925 w 441839"/>
              <a:gd name="connsiteY78" fmla="*/ 345133 h 364983"/>
              <a:gd name="connsiteX79" fmla="*/ 422626 w 441839"/>
              <a:gd name="connsiteY79" fmla="*/ 307360 h 364983"/>
              <a:gd name="connsiteX80" fmla="*/ 109960 w 441839"/>
              <a:gd name="connsiteY80" fmla="*/ 307360 h 364983"/>
              <a:gd name="connsiteX81" fmla="*/ 76833 w 441839"/>
              <a:gd name="connsiteY81" fmla="*/ 288065 h 364983"/>
              <a:gd name="connsiteX82" fmla="*/ 43727 w 441839"/>
              <a:gd name="connsiteY82" fmla="*/ 307360 h 364983"/>
              <a:gd name="connsiteX83" fmla="*/ 38423 w 441839"/>
              <a:gd name="connsiteY83" fmla="*/ 307360 h 364983"/>
              <a:gd name="connsiteX84" fmla="*/ 38413 w 441839"/>
              <a:gd name="connsiteY84" fmla="*/ 172869 h 364983"/>
              <a:gd name="connsiteX85" fmla="*/ 80351 w 441839"/>
              <a:gd name="connsiteY85" fmla="*/ 172813 h 364983"/>
              <a:gd name="connsiteX86" fmla="*/ 123142 w 441839"/>
              <a:gd name="connsiteY86" fmla="*/ 276293 h 364983"/>
              <a:gd name="connsiteX87" fmla="*/ 140898 w 441839"/>
              <a:gd name="connsiteY87" fmla="*/ 288149 h 364983"/>
              <a:gd name="connsiteX88" fmla="*/ 422626 w 441839"/>
              <a:gd name="connsiteY88" fmla="*/ 288149 h 364983"/>
              <a:gd name="connsiteX89" fmla="*/ 422626 w 441839"/>
              <a:gd name="connsiteY89" fmla="*/ 307360 h 364983"/>
              <a:gd name="connsiteX90" fmla="*/ 201710 w 441839"/>
              <a:gd name="connsiteY90" fmla="*/ 67229 h 364983"/>
              <a:gd name="connsiteX91" fmla="*/ 182499 w 441839"/>
              <a:gd name="connsiteY91" fmla="*/ 67229 h 364983"/>
              <a:gd name="connsiteX92" fmla="*/ 182499 w 441839"/>
              <a:gd name="connsiteY92" fmla="*/ 48019 h 364983"/>
              <a:gd name="connsiteX93" fmla="*/ 201656 w 441839"/>
              <a:gd name="connsiteY93" fmla="*/ 48023 h 364983"/>
              <a:gd name="connsiteX94" fmla="*/ 201710 w 441839"/>
              <a:gd name="connsiteY94" fmla="*/ 67229 h 364983"/>
              <a:gd name="connsiteX95" fmla="*/ 307366 w 441839"/>
              <a:gd name="connsiteY95" fmla="*/ 48019 h 364983"/>
              <a:gd name="connsiteX96" fmla="*/ 326576 w 441839"/>
              <a:gd name="connsiteY96" fmla="*/ 48019 h 364983"/>
              <a:gd name="connsiteX97" fmla="*/ 326576 w 441839"/>
              <a:gd name="connsiteY97" fmla="*/ 67229 h 364983"/>
              <a:gd name="connsiteX98" fmla="*/ 307366 w 441839"/>
              <a:gd name="connsiteY98" fmla="*/ 67229 h 364983"/>
              <a:gd name="connsiteX99" fmla="*/ 307366 w 441839"/>
              <a:gd name="connsiteY99" fmla="*/ 48019 h 364983"/>
              <a:gd name="connsiteX100" fmla="*/ 201710 w 441839"/>
              <a:gd name="connsiteY100" fmla="*/ 192096 h 364983"/>
              <a:gd name="connsiteX101" fmla="*/ 182499 w 441839"/>
              <a:gd name="connsiteY101" fmla="*/ 192096 h 364983"/>
              <a:gd name="connsiteX102" fmla="*/ 182499 w 441839"/>
              <a:gd name="connsiteY102" fmla="*/ 172886 h 364983"/>
              <a:gd name="connsiteX103" fmla="*/ 201710 w 441839"/>
              <a:gd name="connsiteY103" fmla="*/ 172886 h 364983"/>
              <a:gd name="connsiteX104" fmla="*/ 201710 w 441839"/>
              <a:gd name="connsiteY104" fmla="*/ 192096 h 364983"/>
              <a:gd name="connsiteX105" fmla="*/ 307366 w 441839"/>
              <a:gd name="connsiteY105" fmla="*/ 172886 h 364983"/>
              <a:gd name="connsiteX106" fmla="*/ 326576 w 441839"/>
              <a:gd name="connsiteY106" fmla="*/ 172886 h 364983"/>
              <a:gd name="connsiteX107" fmla="*/ 326576 w 441839"/>
              <a:gd name="connsiteY107" fmla="*/ 192096 h 364983"/>
              <a:gd name="connsiteX108" fmla="*/ 307366 w 441839"/>
              <a:gd name="connsiteY108" fmla="*/ 192096 h 364983"/>
              <a:gd name="connsiteX109" fmla="*/ 307366 w 441839"/>
              <a:gd name="connsiteY109" fmla="*/ 172886 h 36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41839" h="364983">
                <a:moveTo>
                  <a:pt x="422647" y="268941"/>
                </a:moveTo>
                <a:lnTo>
                  <a:pt x="422647" y="38414"/>
                </a:lnTo>
                <a:cubicBezTo>
                  <a:pt x="422647" y="27814"/>
                  <a:pt x="414187" y="19194"/>
                  <a:pt x="403784" y="19194"/>
                </a:cubicBezTo>
                <a:lnTo>
                  <a:pt x="172577" y="19233"/>
                </a:lnTo>
                <a:cubicBezTo>
                  <a:pt x="162185" y="19233"/>
                  <a:pt x="153724" y="27852"/>
                  <a:pt x="153724" y="38453"/>
                </a:cubicBezTo>
                <a:lnTo>
                  <a:pt x="153688" y="268937"/>
                </a:lnTo>
                <a:lnTo>
                  <a:pt x="140892" y="268937"/>
                </a:lnTo>
                <a:lnTo>
                  <a:pt x="98109" y="165484"/>
                </a:lnTo>
                <a:cubicBezTo>
                  <a:pt x="95135" y="158261"/>
                  <a:pt x="88175" y="153599"/>
                  <a:pt x="80324" y="153599"/>
                </a:cubicBezTo>
                <a:lnTo>
                  <a:pt x="65252" y="153618"/>
                </a:lnTo>
                <a:lnTo>
                  <a:pt x="43214" y="53216"/>
                </a:lnTo>
                <a:cubicBezTo>
                  <a:pt x="45056" y="52124"/>
                  <a:pt x="47025" y="51260"/>
                  <a:pt x="48619" y="49752"/>
                </a:cubicBezTo>
                <a:cubicBezTo>
                  <a:pt x="54210" y="44461"/>
                  <a:pt x="57408" y="37313"/>
                  <a:pt x="57625" y="29622"/>
                </a:cubicBezTo>
                <a:cubicBezTo>
                  <a:pt x="58075" y="13740"/>
                  <a:pt x="45515" y="458"/>
                  <a:pt x="29617" y="9"/>
                </a:cubicBezTo>
                <a:cubicBezTo>
                  <a:pt x="21690" y="-179"/>
                  <a:pt x="14600" y="2608"/>
                  <a:pt x="9017" y="7889"/>
                </a:cubicBezTo>
                <a:cubicBezTo>
                  <a:pt x="3425" y="13181"/>
                  <a:pt x="227" y="20330"/>
                  <a:pt x="12" y="28021"/>
                </a:cubicBezTo>
                <a:cubicBezTo>
                  <a:pt x="-403" y="42665"/>
                  <a:pt x="10287" y="54966"/>
                  <a:pt x="24414" y="57167"/>
                </a:cubicBezTo>
                <a:lnTo>
                  <a:pt x="45592" y="153649"/>
                </a:lnTo>
                <a:lnTo>
                  <a:pt x="38386" y="153658"/>
                </a:lnTo>
                <a:cubicBezTo>
                  <a:pt x="27815" y="153678"/>
                  <a:pt x="19214" y="162297"/>
                  <a:pt x="19214" y="172869"/>
                </a:cubicBezTo>
                <a:lnTo>
                  <a:pt x="19214" y="307360"/>
                </a:lnTo>
                <a:cubicBezTo>
                  <a:pt x="19214" y="317950"/>
                  <a:pt x="27834" y="326570"/>
                  <a:pt x="38432" y="326570"/>
                </a:cubicBezTo>
                <a:cubicBezTo>
                  <a:pt x="38123" y="326570"/>
                  <a:pt x="39130" y="333879"/>
                  <a:pt x="39268" y="334534"/>
                </a:cubicBezTo>
                <a:cubicBezTo>
                  <a:pt x="41804" y="346518"/>
                  <a:pt x="50619" y="357051"/>
                  <a:pt x="61805" y="361947"/>
                </a:cubicBezTo>
                <a:cubicBezTo>
                  <a:pt x="73670" y="367142"/>
                  <a:pt x="87766" y="365515"/>
                  <a:pt x="98458" y="358257"/>
                </a:cubicBezTo>
                <a:cubicBezTo>
                  <a:pt x="99381" y="357631"/>
                  <a:pt x="100274" y="356964"/>
                  <a:pt x="101138" y="356257"/>
                </a:cubicBezTo>
                <a:cubicBezTo>
                  <a:pt x="102137" y="355439"/>
                  <a:pt x="103096" y="354573"/>
                  <a:pt x="104010" y="353658"/>
                </a:cubicBezTo>
                <a:cubicBezTo>
                  <a:pt x="111243" y="346426"/>
                  <a:pt x="115231" y="336809"/>
                  <a:pt x="115260" y="326568"/>
                </a:cubicBezTo>
                <a:lnTo>
                  <a:pt x="350749" y="326568"/>
                </a:lnTo>
                <a:cubicBezTo>
                  <a:pt x="350578" y="327951"/>
                  <a:pt x="350311" y="329317"/>
                  <a:pt x="350311" y="330733"/>
                </a:cubicBezTo>
                <a:cubicBezTo>
                  <a:pt x="350311" y="349267"/>
                  <a:pt x="365394" y="364341"/>
                  <a:pt x="383929" y="364341"/>
                </a:cubicBezTo>
                <a:cubicBezTo>
                  <a:pt x="402455" y="364341"/>
                  <a:pt x="417537" y="349267"/>
                  <a:pt x="417546" y="330733"/>
                </a:cubicBezTo>
                <a:cubicBezTo>
                  <a:pt x="417546" y="329328"/>
                  <a:pt x="417220" y="327959"/>
                  <a:pt x="417043" y="326568"/>
                </a:cubicBezTo>
                <a:lnTo>
                  <a:pt x="422629" y="326568"/>
                </a:lnTo>
                <a:cubicBezTo>
                  <a:pt x="433220" y="326568"/>
                  <a:pt x="441840" y="317948"/>
                  <a:pt x="441840" y="307358"/>
                </a:cubicBezTo>
                <a:lnTo>
                  <a:pt x="441840" y="288147"/>
                </a:lnTo>
                <a:cubicBezTo>
                  <a:pt x="441840" y="277564"/>
                  <a:pt x="433230" y="268952"/>
                  <a:pt x="422649" y="268941"/>
                </a:cubicBezTo>
                <a:close/>
                <a:moveTo>
                  <a:pt x="28554" y="38424"/>
                </a:moveTo>
                <a:cubicBezTo>
                  <a:pt x="23254" y="38274"/>
                  <a:pt x="19070" y="33855"/>
                  <a:pt x="19222" y="28565"/>
                </a:cubicBezTo>
                <a:lnTo>
                  <a:pt x="19222" y="28555"/>
                </a:lnTo>
                <a:cubicBezTo>
                  <a:pt x="19287" y="25995"/>
                  <a:pt x="20357" y="23613"/>
                  <a:pt x="22215" y="21849"/>
                </a:cubicBezTo>
                <a:cubicBezTo>
                  <a:pt x="24017" y="20141"/>
                  <a:pt x="26351" y="19213"/>
                  <a:pt x="28810" y="19213"/>
                </a:cubicBezTo>
                <a:cubicBezTo>
                  <a:pt x="28904" y="19213"/>
                  <a:pt x="28988" y="19213"/>
                  <a:pt x="29083" y="19223"/>
                </a:cubicBezTo>
                <a:cubicBezTo>
                  <a:pt x="34383" y="19373"/>
                  <a:pt x="38567" y="23791"/>
                  <a:pt x="38415" y="29091"/>
                </a:cubicBezTo>
                <a:cubicBezTo>
                  <a:pt x="38275" y="34382"/>
                  <a:pt x="33772" y="38762"/>
                  <a:pt x="28556" y="38424"/>
                </a:cubicBezTo>
                <a:close/>
                <a:moveTo>
                  <a:pt x="297628" y="38428"/>
                </a:moveTo>
                <a:lnTo>
                  <a:pt x="403435" y="38414"/>
                </a:lnTo>
                <a:lnTo>
                  <a:pt x="403435" y="144097"/>
                </a:lnTo>
                <a:lnTo>
                  <a:pt x="297628" y="144086"/>
                </a:lnTo>
                <a:lnTo>
                  <a:pt x="297628" y="38428"/>
                </a:lnTo>
                <a:close/>
                <a:moveTo>
                  <a:pt x="297628" y="163296"/>
                </a:moveTo>
                <a:lnTo>
                  <a:pt x="403435" y="163308"/>
                </a:lnTo>
                <a:lnTo>
                  <a:pt x="403435" y="268937"/>
                </a:lnTo>
                <a:lnTo>
                  <a:pt x="297628" y="268937"/>
                </a:lnTo>
                <a:lnTo>
                  <a:pt x="297628" y="163296"/>
                </a:lnTo>
                <a:close/>
                <a:moveTo>
                  <a:pt x="278418" y="38429"/>
                </a:moveTo>
                <a:lnTo>
                  <a:pt x="278418" y="144084"/>
                </a:lnTo>
                <a:lnTo>
                  <a:pt x="172716" y="144072"/>
                </a:lnTo>
                <a:lnTo>
                  <a:pt x="172575" y="38443"/>
                </a:lnTo>
                <a:lnTo>
                  <a:pt x="278420" y="38429"/>
                </a:lnTo>
                <a:close/>
                <a:moveTo>
                  <a:pt x="278418" y="163294"/>
                </a:moveTo>
                <a:lnTo>
                  <a:pt x="278418" y="268937"/>
                </a:lnTo>
                <a:lnTo>
                  <a:pt x="172881" y="268937"/>
                </a:lnTo>
                <a:lnTo>
                  <a:pt x="172741" y="163283"/>
                </a:lnTo>
                <a:lnTo>
                  <a:pt x="278420" y="163294"/>
                </a:lnTo>
                <a:close/>
                <a:moveTo>
                  <a:pt x="90425" y="340076"/>
                </a:moveTo>
                <a:cubicBezTo>
                  <a:pt x="86794" y="343698"/>
                  <a:pt x="81982" y="345696"/>
                  <a:pt x="76853" y="345696"/>
                </a:cubicBezTo>
                <a:lnTo>
                  <a:pt x="76824" y="345696"/>
                </a:lnTo>
                <a:cubicBezTo>
                  <a:pt x="71702" y="345696"/>
                  <a:pt x="66881" y="343698"/>
                  <a:pt x="63260" y="340076"/>
                </a:cubicBezTo>
                <a:cubicBezTo>
                  <a:pt x="59629" y="336446"/>
                  <a:pt x="57631" y="331626"/>
                  <a:pt x="57631" y="326495"/>
                </a:cubicBezTo>
                <a:cubicBezTo>
                  <a:pt x="57631" y="315904"/>
                  <a:pt x="66251" y="307285"/>
                  <a:pt x="76832" y="307275"/>
                </a:cubicBezTo>
                <a:cubicBezTo>
                  <a:pt x="87432" y="307285"/>
                  <a:pt x="96051" y="315904"/>
                  <a:pt x="96051" y="326485"/>
                </a:cubicBezTo>
                <a:cubicBezTo>
                  <a:pt x="96051" y="331626"/>
                  <a:pt x="94044" y="336448"/>
                  <a:pt x="90423" y="340076"/>
                </a:cubicBezTo>
                <a:close/>
                <a:moveTo>
                  <a:pt x="383925" y="345133"/>
                </a:moveTo>
                <a:cubicBezTo>
                  <a:pt x="375979" y="345133"/>
                  <a:pt x="369517" y="338670"/>
                  <a:pt x="369517" y="330735"/>
                </a:cubicBezTo>
                <a:cubicBezTo>
                  <a:pt x="369517" y="329275"/>
                  <a:pt x="369992" y="327928"/>
                  <a:pt x="370406" y="326570"/>
                </a:cubicBezTo>
                <a:lnTo>
                  <a:pt x="397322" y="326570"/>
                </a:lnTo>
                <a:cubicBezTo>
                  <a:pt x="397745" y="327934"/>
                  <a:pt x="398332" y="329255"/>
                  <a:pt x="398332" y="330725"/>
                </a:cubicBezTo>
                <a:cubicBezTo>
                  <a:pt x="398323" y="338670"/>
                  <a:pt x="391860" y="345133"/>
                  <a:pt x="383925" y="345133"/>
                </a:cubicBezTo>
                <a:close/>
                <a:moveTo>
                  <a:pt x="422626" y="307360"/>
                </a:moveTo>
                <a:lnTo>
                  <a:pt x="109960" y="307360"/>
                </a:lnTo>
                <a:cubicBezTo>
                  <a:pt x="103305" y="295891"/>
                  <a:pt x="91028" y="288071"/>
                  <a:pt x="76833" y="288065"/>
                </a:cubicBezTo>
                <a:cubicBezTo>
                  <a:pt x="62651" y="288071"/>
                  <a:pt x="50379" y="295891"/>
                  <a:pt x="43727" y="307360"/>
                </a:cubicBezTo>
                <a:lnTo>
                  <a:pt x="38423" y="307360"/>
                </a:lnTo>
                <a:lnTo>
                  <a:pt x="38413" y="172869"/>
                </a:lnTo>
                <a:lnTo>
                  <a:pt x="80351" y="172813"/>
                </a:lnTo>
                <a:lnTo>
                  <a:pt x="123142" y="276293"/>
                </a:lnTo>
                <a:cubicBezTo>
                  <a:pt x="126135" y="283497"/>
                  <a:pt x="133104" y="288149"/>
                  <a:pt x="140898" y="288149"/>
                </a:cubicBezTo>
                <a:lnTo>
                  <a:pt x="422626" y="288149"/>
                </a:lnTo>
                <a:lnTo>
                  <a:pt x="422626" y="307360"/>
                </a:lnTo>
                <a:close/>
                <a:moveTo>
                  <a:pt x="201710" y="67229"/>
                </a:moveTo>
                <a:lnTo>
                  <a:pt x="182499" y="67229"/>
                </a:lnTo>
                <a:lnTo>
                  <a:pt x="182499" y="48019"/>
                </a:lnTo>
                <a:lnTo>
                  <a:pt x="201656" y="48023"/>
                </a:lnTo>
                <a:lnTo>
                  <a:pt x="201710" y="67229"/>
                </a:lnTo>
                <a:close/>
                <a:moveTo>
                  <a:pt x="307366" y="48019"/>
                </a:moveTo>
                <a:lnTo>
                  <a:pt x="326576" y="48019"/>
                </a:lnTo>
                <a:lnTo>
                  <a:pt x="326576" y="67229"/>
                </a:lnTo>
                <a:lnTo>
                  <a:pt x="307366" y="67229"/>
                </a:lnTo>
                <a:lnTo>
                  <a:pt x="307366" y="48019"/>
                </a:lnTo>
                <a:close/>
                <a:moveTo>
                  <a:pt x="201710" y="192096"/>
                </a:moveTo>
                <a:lnTo>
                  <a:pt x="182499" y="192096"/>
                </a:lnTo>
                <a:lnTo>
                  <a:pt x="182499" y="172886"/>
                </a:lnTo>
                <a:lnTo>
                  <a:pt x="201710" y="172886"/>
                </a:lnTo>
                <a:lnTo>
                  <a:pt x="201710" y="192096"/>
                </a:lnTo>
                <a:close/>
                <a:moveTo>
                  <a:pt x="307366" y="172886"/>
                </a:moveTo>
                <a:lnTo>
                  <a:pt x="326576" y="172886"/>
                </a:lnTo>
                <a:lnTo>
                  <a:pt x="326576" y="192096"/>
                </a:lnTo>
                <a:lnTo>
                  <a:pt x="307366" y="192096"/>
                </a:lnTo>
                <a:lnTo>
                  <a:pt x="307366" y="172886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21" descr="Palette - standing icon.">
            <a:extLst>
              <a:ext uri="{FF2B5EF4-FFF2-40B4-BE49-F238E27FC236}">
                <a16:creationId xmlns:a16="http://schemas.microsoft.com/office/drawing/2014/main" id="{4C1ADDDF-BA15-AFFB-2B07-0F29B54E0F5A}"/>
              </a:ext>
            </a:extLst>
          </p:cNvPr>
          <p:cNvSpPr/>
          <p:nvPr/>
        </p:nvSpPr>
        <p:spPr>
          <a:xfrm>
            <a:off x="8334043" y="2276158"/>
            <a:ext cx="422746" cy="422673"/>
          </a:xfrm>
          <a:custGeom>
            <a:avLst/>
            <a:gdLst>
              <a:gd name="connsiteX0" fmla="*/ 422626 w 422746"/>
              <a:gd name="connsiteY0" fmla="*/ 345765 h 422673"/>
              <a:gd name="connsiteX1" fmla="*/ 422626 w 422746"/>
              <a:gd name="connsiteY1" fmla="*/ 19210 h 422673"/>
              <a:gd name="connsiteX2" fmla="*/ 403415 w 422746"/>
              <a:gd name="connsiteY2" fmla="*/ 0 h 422673"/>
              <a:gd name="connsiteX3" fmla="*/ 19210 w 422746"/>
              <a:gd name="connsiteY3" fmla="*/ 0 h 422673"/>
              <a:gd name="connsiteX4" fmla="*/ 0 w 422746"/>
              <a:gd name="connsiteY4" fmla="*/ 19201 h 422673"/>
              <a:gd name="connsiteX5" fmla="*/ 0 w 422746"/>
              <a:gd name="connsiteY5" fmla="*/ 345785 h 422673"/>
              <a:gd name="connsiteX6" fmla="*/ 0 w 422746"/>
              <a:gd name="connsiteY6" fmla="*/ 345785 h 422673"/>
              <a:gd name="connsiteX7" fmla="*/ 8 w 422746"/>
              <a:gd name="connsiteY7" fmla="*/ 403415 h 422673"/>
              <a:gd name="connsiteX8" fmla="*/ 19218 w 422746"/>
              <a:gd name="connsiteY8" fmla="*/ 422626 h 422673"/>
              <a:gd name="connsiteX9" fmla="*/ 86340 w 422746"/>
              <a:gd name="connsiteY9" fmla="*/ 422626 h 422673"/>
              <a:gd name="connsiteX10" fmla="*/ 105551 w 422746"/>
              <a:gd name="connsiteY10" fmla="*/ 403434 h 422673"/>
              <a:gd name="connsiteX11" fmla="*/ 105637 w 422746"/>
              <a:gd name="connsiteY11" fmla="*/ 355370 h 422673"/>
              <a:gd name="connsiteX12" fmla="*/ 158277 w 422746"/>
              <a:gd name="connsiteY12" fmla="*/ 355370 h 422673"/>
              <a:gd name="connsiteX13" fmla="*/ 158004 w 422746"/>
              <a:gd name="connsiteY13" fmla="*/ 403406 h 422673"/>
              <a:gd name="connsiteX14" fmla="*/ 177270 w 422746"/>
              <a:gd name="connsiteY14" fmla="*/ 422672 h 422673"/>
              <a:gd name="connsiteX15" fmla="*/ 244779 w 422746"/>
              <a:gd name="connsiteY15" fmla="*/ 422672 h 422673"/>
              <a:gd name="connsiteX16" fmla="*/ 263791 w 422746"/>
              <a:gd name="connsiteY16" fmla="*/ 403611 h 422673"/>
              <a:gd name="connsiteX17" fmla="*/ 263565 w 422746"/>
              <a:gd name="connsiteY17" fmla="*/ 355370 h 422673"/>
              <a:gd name="connsiteX18" fmla="*/ 316977 w 422746"/>
              <a:gd name="connsiteY18" fmla="*/ 355370 h 422673"/>
              <a:gd name="connsiteX19" fmla="*/ 316977 w 422746"/>
              <a:gd name="connsiteY19" fmla="*/ 403265 h 422673"/>
              <a:gd name="connsiteX20" fmla="*/ 336131 w 422746"/>
              <a:gd name="connsiteY20" fmla="*/ 422476 h 422673"/>
              <a:gd name="connsiteX21" fmla="*/ 403471 w 422746"/>
              <a:gd name="connsiteY21" fmla="*/ 422674 h 422673"/>
              <a:gd name="connsiteX22" fmla="*/ 403546 w 422746"/>
              <a:gd name="connsiteY22" fmla="*/ 422674 h 422673"/>
              <a:gd name="connsiteX23" fmla="*/ 417091 w 422746"/>
              <a:gd name="connsiteY23" fmla="*/ 417064 h 422673"/>
              <a:gd name="connsiteX24" fmla="*/ 422747 w 422746"/>
              <a:gd name="connsiteY24" fmla="*/ 403444 h 422673"/>
              <a:gd name="connsiteX25" fmla="*/ 422626 w 422746"/>
              <a:gd name="connsiteY25" fmla="*/ 345767 h 422673"/>
              <a:gd name="connsiteX26" fmla="*/ 403415 w 422746"/>
              <a:gd name="connsiteY26" fmla="*/ 288108 h 422673"/>
              <a:gd name="connsiteX27" fmla="*/ 220918 w 422746"/>
              <a:gd name="connsiteY27" fmla="*/ 288129 h 422673"/>
              <a:gd name="connsiteX28" fmla="*/ 220918 w 422746"/>
              <a:gd name="connsiteY28" fmla="*/ 163287 h 422673"/>
              <a:gd name="connsiteX29" fmla="*/ 403415 w 422746"/>
              <a:gd name="connsiteY29" fmla="*/ 163287 h 422673"/>
              <a:gd name="connsiteX30" fmla="*/ 403415 w 422746"/>
              <a:gd name="connsiteY30" fmla="*/ 288108 h 422673"/>
              <a:gd name="connsiteX31" fmla="*/ 201708 w 422746"/>
              <a:gd name="connsiteY31" fmla="*/ 288131 h 422673"/>
              <a:gd name="connsiteX32" fmla="*/ 19210 w 422746"/>
              <a:gd name="connsiteY32" fmla="*/ 288152 h 422673"/>
              <a:gd name="connsiteX33" fmla="*/ 19210 w 422746"/>
              <a:gd name="connsiteY33" fmla="*/ 163287 h 422673"/>
              <a:gd name="connsiteX34" fmla="*/ 201708 w 422746"/>
              <a:gd name="connsiteY34" fmla="*/ 163287 h 422673"/>
              <a:gd name="connsiteX35" fmla="*/ 201708 w 422746"/>
              <a:gd name="connsiteY35" fmla="*/ 288131 h 422673"/>
              <a:gd name="connsiteX36" fmla="*/ 403415 w 422746"/>
              <a:gd name="connsiteY36" fmla="*/ 307318 h 422673"/>
              <a:gd name="connsiteX37" fmla="*/ 403415 w 422746"/>
              <a:gd name="connsiteY37" fmla="*/ 336160 h 422673"/>
              <a:gd name="connsiteX38" fmla="*/ 19210 w 422746"/>
              <a:gd name="connsiteY38" fmla="*/ 336160 h 422673"/>
              <a:gd name="connsiteX39" fmla="*/ 19210 w 422746"/>
              <a:gd name="connsiteY39" fmla="*/ 307362 h 422673"/>
              <a:gd name="connsiteX40" fmla="*/ 403415 w 422746"/>
              <a:gd name="connsiteY40" fmla="*/ 307318 h 422673"/>
              <a:gd name="connsiteX41" fmla="*/ 403415 w 422746"/>
              <a:gd name="connsiteY41" fmla="*/ 144077 h 422673"/>
              <a:gd name="connsiteX42" fmla="*/ 220918 w 422746"/>
              <a:gd name="connsiteY42" fmla="*/ 144077 h 422673"/>
              <a:gd name="connsiteX43" fmla="*/ 220918 w 422746"/>
              <a:gd name="connsiteY43" fmla="*/ 19210 h 422673"/>
              <a:gd name="connsiteX44" fmla="*/ 403415 w 422746"/>
              <a:gd name="connsiteY44" fmla="*/ 19210 h 422673"/>
              <a:gd name="connsiteX45" fmla="*/ 403415 w 422746"/>
              <a:gd name="connsiteY45" fmla="*/ 144077 h 422673"/>
              <a:gd name="connsiteX46" fmla="*/ 201708 w 422746"/>
              <a:gd name="connsiteY46" fmla="*/ 19210 h 422673"/>
              <a:gd name="connsiteX47" fmla="*/ 201708 w 422746"/>
              <a:gd name="connsiteY47" fmla="*/ 144077 h 422673"/>
              <a:gd name="connsiteX48" fmla="*/ 19210 w 422746"/>
              <a:gd name="connsiteY48" fmla="*/ 144077 h 422673"/>
              <a:gd name="connsiteX49" fmla="*/ 19210 w 422746"/>
              <a:gd name="connsiteY49" fmla="*/ 19210 h 422673"/>
              <a:gd name="connsiteX50" fmla="*/ 201708 w 422746"/>
              <a:gd name="connsiteY50" fmla="*/ 19210 h 422673"/>
              <a:gd name="connsiteX51" fmla="*/ 86342 w 422746"/>
              <a:gd name="connsiteY51" fmla="*/ 403415 h 422673"/>
              <a:gd name="connsiteX52" fmla="*/ 19220 w 422746"/>
              <a:gd name="connsiteY52" fmla="*/ 403415 h 422673"/>
              <a:gd name="connsiteX53" fmla="*/ 19212 w 422746"/>
              <a:gd name="connsiteY53" fmla="*/ 355370 h 422673"/>
              <a:gd name="connsiteX54" fmla="*/ 86429 w 422746"/>
              <a:gd name="connsiteY54" fmla="*/ 355370 h 422673"/>
              <a:gd name="connsiteX55" fmla="*/ 86342 w 422746"/>
              <a:gd name="connsiteY55" fmla="*/ 403415 h 422673"/>
              <a:gd name="connsiteX56" fmla="*/ 244781 w 422746"/>
              <a:gd name="connsiteY56" fmla="*/ 403461 h 422673"/>
              <a:gd name="connsiteX57" fmla="*/ 177216 w 422746"/>
              <a:gd name="connsiteY57" fmla="*/ 403461 h 422673"/>
              <a:gd name="connsiteX58" fmla="*/ 177491 w 422746"/>
              <a:gd name="connsiteY58" fmla="*/ 355370 h 422673"/>
              <a:gd name="connsiteX59" fmla="*/ 244389 w 422746"/>
              <a:gd name="connsiteY59" fmla="*/ 355370 h 422673"/>
              <a:gd name="connsiteX60" fmla="*/ 244781 w 422746"/>
              <a:gd name="connsiteY60" fmla="*/ 403461 h 422673"/>
              <a:gd name="connsiteX61" fmla="*/ 336189 w 422746"/>
              <a:gd name="connsiteY61" fmla="*/ 403264 h 422673"/>
              <a:gd name="connsiteX62" fmla="*/ 336189 w 422746"/>
              <a:gd name="connsiteY62" fmla="*/ 355368 h 422673"/>
              <a:gd name="connsiteX63" fmla="*/ 403415 w 422746"/>
              <a:gd name="connsiteY63" fmla="*/ 355368 h 422673"/>
              <a:gd name="connsiteX64" fmla="*/ 403415 w 422746"/>
              <a:gd name="connsiteY64" fmla="*/ 355388 h 422673"/>
              <a:gd name="connsiteX65" fmla="*/ 403434 w 422746"/>
              <a:gd name="connsiteY65" fmla="*/ 355388 h 422673"/>
              <a:gd name="connsiteX66" fmla="*/ 403536 w 422746"/>
              <a:gd name="connsiteY66" fmla="*/ 403459 h 422673"/>
              <a:gd name="connsiteX67" fmla="*/ 336187 w 422746"/>
              <a:gd name="connsiteY67" fmla="*/ 403262 h 422673"/>
              <a:gd name="connsiteX68" fmla="*/ 357209 w 422746"/>
              <a:gd name="connsiteY68" fmla="*/ 97932 h 422673"/>
              <a:gd name="connsiteX69" fmla="*/ 369160 w 422746"/>
              <a:gd name="connsiteY69" fmla="*/ 82324 h 422673"/>
              <a:gd name="connsiteX70" fmla="*/ 380743 w 422746"/>
              <a:gd name="connsiteY70" fmla="*/ 82395 h 422673"/>
              <a:gd name="connsiteX71" fmla="*/ 392287 w 422746"/>
              <a:gd name="connsiteY71" fmla="*/ 97863 h 422673"/>
              <a:gd name="connsiteX72" fmla="*/ 388426 w 422746"/>
              <a:gd name="connsiteY72" fmla="*/ 105560 h 422673"/>
              <a:gd name="connsiteX73" fmla="*/ 384207 w 422746"/>
              <a:gd name="connsiteY73" fmla="*/ 105656 h 422673"/>
              <a:gd name="connsiteX74" fmla="*/ 384207 w 422746"/>
              <a:gd name="connsiteY74" fmla="*/ 134472 h 422673"/>
              <a:gd name="connsiteX75" fmla="*/ 365037 w 422746"/>
              <a:gd name="connsiteY75" fmla="*/ 134378 h 422673"/>
              <a:gd name="connsiteX76" fmla="*/ 365100 w 422746"/>
              <a:gd name="connsiteY76" fmla="*/ 105560 h 422673"/>
              <a:gd name="connsiteX77" fmla="*/ 360978 w 422746"/>
              <a:gd name="connsiteY77" fmla="*/ 105560 h 422673"/>
              <a:gd name="connsiteX78" fmla="*/ 357211 w 422746"/>
              <a:gd name="connsiteY78" fmla="*/ 97934 h 422673"/>
              <a:gd name="connsiteX79" fmla="*/ 357209 w 422746"/>
              <a:gd name="connsiteY79" fmla="*/ 242170 h 422673"/>
              <a:gd name="connsiteX80" fmla="*/ 369160 w 422746"/>
              <a:gd name="connsiteY80" fmla="*/ 226562 h 422673"/>
              <a:gd name="connsiteX81" fmla="*/ 380743 w 422746"/>
              <a:gd name="connsiteY81" fmla="*/ 226633 h 422673"/>
              <a:gd name="connsiteX82" fmla="*/ 392287 w 422746"/>
              <a:gd name="connsiteY82" fmla="*/ 242099 h 422673"/>
              <a:gd name="connsiteX83" fmla="*/ 388426 w 422746"/>
              <a:gd name="connsiteY83" fmla="*/ 249799 h 422673"/>
              <a:gd name="connsiteX84" fmla="*/ 384207 w 422746"/>
              <a:gd name="connsiteY84" fmla="*/ 249733 h 422673"/>
              <a:gd name="connsiteX85" fmla="*/ 384207 w 422746"/>
              <a:gd name="connsiteY85" fmla="*/ 278549 h 422673"/>
              <a:gd name="connsiteX86" fmla="*/ 365100 w 422746"/>
              <a:gd name="connsiteY86" fmla="*/ 278503 h 422673"/>
              <a:gd name="connsiteX87" fmla="*/ 364997 w 422746"/>
              <a:gd name="connsiteY87" fmla="*/ 249733 h 422673"/>
              <a:gd name="connsiteX88" fmla="*/ 360978 w 422746"/>
              <a:gd name="connsiteY88" fmla="*/ 249799 h 422673"/>
              <a:gd name="connsiteX89" fmla="*/ 357211 w 422746"/>
              <a:gd name="connsiteY89" fmla="*/ 242172 h 422673"/>
              <a:gd name="connsiteX90" fmla="*/ 155346 w 422746"/>
              <a:gd name="connsiteY90" fmla="*/ 98084 h 422673"/>
              <a:gd name="connsiteX91" fmla="*/ 167296 w 422746"/>
              <a:gd name="connsiteY91" fmla="*/ 82473 h 422673"/>
              <a:gd name="connsiteX92" fmla="*/ 178880 w 422746"/>
              <a:gd name="connsiteY92" fmla="*/ 82545 h 422673"/>
              <a:gd name="connsiteX93" fmla="*/ 190422 w 422746"/>
              <a:gd name="connsiteY93" fmla="*/ 98011 h 422673"/>
              <a:gd name="connsiteX94" fmla="*/ 186562 w 422746"/>
              <a:gd name="connsiteY94" fmla="*/ 105708 h 422673"/>
              <a:gd name="connsiteX95" fmla="*/ 182444 w 422746"/>
              <a:gd name="connsiteY95" fmla="*/ 105708 h 422673"/>
              <a:gd name="connsiteX96" fmla="*/ 182444 w 422746"/>
              <a:gd name="connsiteY96" fmla="*/ 134405 h 422673"/>
              <a:gd name="connsiteX97" fmla="*/ 163233 w 422746"/>
              <a:gd name="connsiteY97" fmla="*/ 134405 h 422673"/>
              <a:gd name="connsiteX98" fmla="*/ 163289 w 422746"/>
              <a:gd name="connsiteY98" fmla="*/ 105654 h 422673"/>
              <a:gd name="connsiteX99" fmla="*/ 159113 w 422746"/>
              <a:gd name="connsiteY99" fmla="*/ 105706 h 422673"/>
              <a:gd name="connsiteX100" fmla="*/ 155348 w 422746"/>
              <a:gd name="connsiteY100" fmla="*/ 98080 h 422673"/>
              <a:gd name="connsiteX101" fmla="*/ 155246 w 422746"/>
              <a:gd name="connsiteY101" fmla="*/ 242218 h 422673"/>
              <a:gd name="connsiteX102" fmla="*/ 167194 w 422746"/>
              <a:gd name="connsiteY102" fmla="*/ 226608 h 422673"/>
              <a:gd name="connsiteX103" fmla="*/ 178778 w 422746"/>
              <a:gd name="connsiteY103" fmla="*/ 226679 h 422673"/>
              <a:gd name="connsiteX104" fmla="*/ 190322 w 422746"/>
              <a:gd name="connsiteY104" fmla="*/ 242145 h 422673"/>
              <a:gd name="connsiteX105" fmla="*/ 186597 w 422746"/>
              <a:gd name="connsiteY105" fmla="*/ 249639 h 422673"/>
              <a:gd name="connsiteX106" fmla="*/ 182499 w 422746"/>
              <a:gd name="connsiteY106" fmla="*/ 249733 h 422673"/>
              <a:gd name="connsiteX107" fmla="*/ 182340 w 422746"/>
              <a:gd name="connsiteY107" fmla="*/ 278549 h 422673"/>
              <a:gd name="connsiteX108" fmla="*/ 163289 w 422746"/>
              <a:gd name="connsiteY108" fmla="*/ 278549 h 422673"/>
              <a:gd name="connsiteX109" fmla="*/ 163289 w 422746"/>
              <a:gd name="connsiteY109" fmla="*/ 249733 h 422673"/>
              <a:gd name="connsiteX110" fmla="*/ 158890 w 422746"/>
              <a:gd name="connsiteY110" fmla="*/ 249639 h 422673"/>
              <a:gd name="connsiteX111" fmla="*/ 155246 w 422746"/>
              <a:gd name="connsiteY111" fmla="*/ 242216 h 42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422746" h="422673">
                <a:moveTo>
                  <a:pt x="422626" y="345765"/>
                </a:moveTo>
                <a:lnTo>
                  <a:pt x="422626" y="19210"/>
                </a:lnTo>
                <a:cubicBezTo>
                  <a:pt x="422626" y="8620"/>
                  <a:pt x="414006" y="0"/>
                  <a:pt x="403415" y="0"/>
                </a:cubicBezTo>
                <a:lnTo>
                  <a:pt x="19210" y="0"/>
                </a:lnTo>
                <a:cubicBezTo>
                  <a:pt x="8620" y="0"/>
                  <a:pt x="0" y="8610"/>
                  <a:pt x="0" y="19201"/>
                </a:cubicBezTo>
                <a:lnTo>
                  <a:pt x="0" y="345785"/>
                </a:lnTo>
                <a:lnTo>
                  <a:pt x="0" y="345785"/>
                </a:lnTo>
                <a:lnTo>
                  <a:pt x="8" y="403415"/>
                </a:lnTo>
                <a:cubicBezTo>
                  <a:pt x="8" y="414006"/>
                  <a:pt x="8627" y="422626"/>
                  <a:pt x="19218" y="422626"/>
                </a:cubicBezTo>
                <a:lnTo>
                  <a:pt x="86340" y="422626"/>
                </a:lnTo>
                <a:cubicBezTo>
                  <a:pt x="96931" y="422626"/>
                  <a:pt x="105551" y="414006"/>
                  <a:pt x="105551" y="403434"/>
                </a:cubicBezTo>
                <a:lnTo>
                  <a:pt x="105637" y="355370"/>
                </a:lnTo>
                <a:lnTo>
                  <a:pt x="158277" y="355370"/>
                </a:lnTo>
                <a:lnTo>
                  <a:pt x="158004" y="403406"/>
                </a:lnTo>
                <a:cubicBezTo>
                  <a:pt x="158004" y="414033"/>
                  <a:pt x="166643" y="422672"/>
                  <a:pt x="177270" y="422672"/>
                </a:cubicBezTo>
                <a:lnTo>
                  <a:pt x="244779" y="422672"/>
                </a:lnTo>
                <a:cubicBezTo>
                  <a:pt x="255266" y="422672"/>
                  <a:pt x="263791" y="414146"/>
                  <a:pt x="263791" y="403611"/>
                </a:cubicBezTo>
                <a:lnTo>
                  <a:pt x="263565" y="355370"/>
                </a:lnTo>
                <a:lnTo>
                  <a:pt x="316977" y="355370"/>
                </a:lnTo>
                <a:lnTo>
                  <a:pt x="316977" y="403265"/>
                </a:lnTo>
                <a:cubicBezTo>
                  <a:pt x="316977" y="413818"/>
                  <a:pt x="325570" y="422437"/>
                  <a:pt x="336131" y="422476"/>
                </a:cubicBezTo>
                <a:lnTo>
                  <a:pt x="403471" y="422674"/>
                </a:lnTo>
                <a:lnTo>
                  <a:pt x="403546" y="422674"/>
                </a:lnTo>
                <a:cubicBezTo>
                  <a:pt x="408648" y="422674"/>
                  <a:pt x="413460" y="420685"/>
                  <a:pt x="417091" y="417064"/>
                </a:cubicBezTo>
                <a:cubicBezTo>
                  <a:pt x="420739" y="413433"/>
                  <a:pt x="422747" y="408604"/>
                  <a:pt x="422747" y="403444"/>
                </a:cubicBezTo>
                <a:lnTo>
                  <a:pt x="422626" y="345767"/>
                </a:lnTo>
                <a:close/>
                <a:moveTo>
                  <a:pt x="403415" y="288108"/>
                </a:moveTo>
                <a:lnTo>
                  <a:pt x="220918" y="288129"/>
                </a:lnTo>
                <a:lnTo>
                  <a:pt x="220918" y="163287"/>
                </a:lnTo>
                <a:lnTo>
                  <a:pt x="403415" y="163287"/>
                </a:lnTo>
                <a:lnTo>
                  <a:pt x="403415" y="288108"/>
                </a:lnTo>
                <a:close/>
                <a:moveTo>
                  <a:pt x="201708" y="288131"/>
                </a:moveTo>
                <a:lnTo>
                  <a:pt x="19210" y="288152"/>
                </a:lnTo>
                <a:lnTo>
                  <a:pt x="19210" y="163287"/>
                </a:lnTo>
                <a:lnTo>
                  <a:pt x="201708" y="163287"/>
                </a:lnTo>
                <a:lnTo>
                  <a:pt x="201708" y="288131"/>
                </a:lnTo>
                <a:close/>
                <a:moveTo>
                  <a:pt x="403415" y="307318"/>
                </a:moveTo>
                <a:lnTo>
                  <a:pt x="403415" y="336160"/>
                </a:lnTo>
                <a:lnTo>
                  <a:pt x="19210" y="336160"/>
                </a:lnTo>
                <a:lnTo>
                  <a:pt x="19210" y="307362"/>
                </a:lnTo>
                <a:lnTo>
                  <a:pt x="403415" y="307318"/>
                </a:lnTo>
                <a:close/>
                <a:moveTo>
                  <a:pt x="403415" y="144077"/>
                </a:moveTo>
                <a:lnTo>
                  <a:pt x="220918" y="144077"/>
                </a:lnTo>
                <a:lnTo>
                  <a:pt x="220918" y="19210"/>
                </a:lnTo>
                <a:lnTo>
                  <a:pt x="403415" y="19210"/>
                </a:lnTo>
                <a:lnTo>
                  <a:pt x="403415" y="144077"/>
                </a:lnTo>
                <a:close/>
                <a:moveTo>
                  <a:pt x="201708" y="19210"/>
                </a:moveTo>
                <a:lnTo>
                  <a:pt x="201708" y="144077"/>
                </a:lnTo>
                <a:lnTo>
                  <a:pt x="19210" y="144077"/>
                </a:lnTo>
                <a:lnTo>
                  <a:pt x="19210" y="19210"/>
                </a:lnTo>
                <a:lnTo>
                  <a:pt x="201708" y="19210"/>
                </a:lnTo>
                <a:close/>
                <a:moveTo>
                  <a:pt x="86342" y="403415"/>
                </a:moveTo>
                <a:lnTo>
                  <a:pt x="19220" y="403415"/>
                </a:lnTo>
                <a:lnTo>
                  <a:pt x="19212" y="355370"/>
                </a:lnTo>
                <a:lnTo>
                  <a:pt x="86429" y="355370"/>
                </a:lnTo>
                <a:lnTo>
                  <a:pt x="86342" y="403415"/>
                </a:lnTo>
                <a:close/>
                <a:moveTo>
                  <a:pt x="244781" y="403461"/>
                </a:moveTo>
                <a:lnTo>
                  <a:pt x="177216" y="403461"/>
                </a:lnTo>
                <a:lnTo>
                  <a:pt x="177491" y="355370"/>
                </a:lnTo>
                <a:lnTo>
                  <a:pt x="244389" y="355370"/>
                </a:lnTo>
                <a:lnTo>
                  <a:pt x="244781" y="403461"/>
                </a:lnTo>
                <a:close/>
                <a:moveTo>
                  <a:pt x="336189" y="403264"/>
                </a:moveTo>
                <a:lnTo>
                  <a:pt x="336189" y="355368"/>
                </a:lnTo>
                <a:lnTo>
                  <a:pt x="403415" y="355368"/>
                </a:lnTo>
                <a:lnTo>
                  <a:pt x="403415" y="355388"/>
                </a:lnTo>
                <a:lnTo>
                  <a:pt x="403434" y="355388"/>
                </a:lnTo>
                <a:lnTo>
                  <a:pt x="403536" y="403459"/>
                </a:lnTo>
                <a:lnTo>
                  <a:pt x="336187" y="403262"/>
                </a:lnTo>
                <a:close/>
                <a:moveTo>
                  <a:pt x="357209" y="97932"/>
                </a:moveTo>
                <a:lnTo>
                  <a:pt x="369160" y="82324"/>
                </a:lnTo>
                <a:cubicBezTo>
                  <a:pt x="372372" y="78128"/>
                  <a:pt x="377583" y="78161"/>
                  <a:pt x="380743" y="82395"/>
                </a:cubicBezTo>
                <a:lnTo>
                  <a:pt x="392287" y="97863"/>
                </a:lnTo>
                <a:cubicBezTo>
                  <a:pt x="395445" y="102095"/>
                  <a:pt x="393708" y="105560"/>
                  <a:pt x="388426" y="105560"/>
                </a:cubicBezTo>
                <a:lnTo>
                  <a:pt x="384207" y="105656"/>
                </a:lnTo>
                <a:lnTo>
                  <a:pt x="384207" y="134472"/>
                </a:lnTo>
                <a:lnTo>
                  <a:pt x="365037" y="134378"/>
                </a:lnTo>
                <a:lnTo>
                  <a:pt x="365100" y="105560"/>
                </a:lnTo>
                <a:lnTo>
                  <a:pt x="360978" y="105560"/>
                </a:lnTo>
                <a:cubicBezTo>
                  <a:pt x="355695" y="105560"/>
                  <a:pt x="353999" y="102129"/>
                  <a:pt x="357211" y="97934"/>
                </a:cubicBezTo>
                <a:close/>
                <a:moveTo>
                  <a:pt x="357209" y="242170"/>
                </a:moveTo>
                <a:lnTo>
                  <a:pt x="369160" y="226562"/>
                </a:lnTo>
                <a:cubicBezTo>
                  <a:pt x="372372" y="222366"/>
                  <a:pt x="377583" y="222399"/>
                  <a:pt x="380743" y="226633"/>
                </a:cubicBezTo>
                <a:lnTo>
                  <a:pt x="392287" y="242099"/>
                </a:lnTo>
                <a:cubicBezTo>
                  <a:pt x="395445" y="246333"/>
                  <a:pt x="393708" y="249799"/>
                  <a:pt x="388426" y="249799"/>
                </a:cubicBezTo>
                <a:lnTo>
                  <a:pt x="384207" y="249733"/>
                </a:lnTo>
                <a:lnTo>
                  <a:pt x="384207" y="278549"/>
                </a:lnTo>
                <a:lnTo>
                  <a:pt x="365100" y="278503"/>
                </a:lnTo>
                <a:lnTo>
                  <a:pt x="364997" y="249733"/>
                </a:lnTo>
                <a:lnTo>
                  <a:pt x="360978" y="249799"/>
                </a:lnTo>
                <a:cubicBezTo>
                  <a:pt x="355695" y="249799"/>
                  <a:pt x="353999" y="246366"/>
                  <a:pt x="357211" y="242172"/>
                </a:cubicBezTo>
                <a:close/>
                <a:moveTo>
                  <a:pt x="155346" y="98084"/>
                </a:moveTo>
                <a:lnTo>
                  <a:pt x="167296" y="82473"/>
                </a:lnTo>
                <a:cubicBezTo>
                  <a:pt x="170508" y="78280"/>
                  <a:pt x="175720" y="78311"/>
                  <a:pt x="178880" y="82545"/>
                </a:cubicBezTo>
                <a:lnTo>
                  <a:pt x="190422" y="98011"/>
                </a:lnTo>
                <a:cubicBezTo>
                  <a:pt x="193582" y="102245"/>
                  <a:pt x="191845" y="105708"/>
                  <a:pt x="186562" y="105708"/>
                </a:cubicBezTo>
                <a:lnTo>
                  <a:pt x="182444" y="105708"/>
                </a:lnTo>
                <a:lnTo>
                  <a:pt x="182444" y="134405"/>
                </a:lnTo>
                <a:lnTo>
                  <a:pt x="163233" y="134405"/>
                </a:lnTo>
                <a:lnTo>
                  <a:pt x="163289" y="105654"/>
                </a:lnTo>
                <a:lnTo>
                  <a:pt x="159113" y="105706"/>
                </a:lnTo>
                <a:cubicBezTo>
                  <a:pt x="153830" y="105706"/>
                  <a:pt x="152136" y="102275"/>
                  <a:pt x="155348" y="98080"/>
                </a:cubicBezTo>
                <a:close/>
                <a:moveTo>
                  <a:pt x="155246" y="242218"/>
                </a:moveTo>
                <a:lnTo>
                  <a:pt x="167194" y="226608"/>
                </a:lnTo>
                <a:cubicBezTo>
                  <a:pt x="170406" y="222414"/>
                  <a:pt x="175618" y="222445"/>
                  <a:pt x="178778" y="226679"/>
                </a:cubicBezTo>
                <a:lnTo>
                  <a:pt x="190322" y="242145"/>
                </a:lnTo>
                <a:cubicBezTo>
                  <a:pt x="193482" y="246379"/>
                  <a:pt x="191880" y="249639"/>
                  <a:pt x="186597" y="249639"/>
                </a:cubicBezTo>
                <a:lnTo>
                  <a:pt x="182499" y="249733"/>
                </a:lnTo>
                <a:lnTo>
                  <a:pt x="182340" y="278549"/>
                </a:lnTo>
                <a:lnTo>
                  <a:pt x="163289" y="278549"/>
                </a:lnTo>
                <a:lnTo>
                  <a:pt x="163289" y="249733"/>
                </a:lnTo>
                <a:lnTo>
                  <a:pt x="158890" y="249639"/>
                </a:lnTo>
                <a:cubicBezTo>
                  <a:pt x="153607" y="249639"/>
                  <a:pt x="152036" y="246412"/>
                  <a:pt x="155246" y="242216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215" descr="Palette - laying down icon.">
            <a:extLst>
              <a:ext uri="{FF2B5EF4-FFF2-40B4-BE49-F238E27FC236}">
                <a16:creationId xmlns:a16="http://schemas.microsoft.com/office/drawing/2014/main" id="{83283C5F-1A7F-0613-3078-9444FFD56ABB}"/>
              </a:ext>
            </a:extLst>
          </p:cNvPr>
          <p:cNvSpPr/>
          <p:nvPr/>
        </p:nvSpPr>
        <p:spPr>
          <a:xfrm>
            <a:off x="9569249" y="2276183"/>
            <a:ext cx="422700" cy="422623"/>
          </a:xfrm>
          <a:custGeom>
            <a:avLst/>
            <a:gdLst>
              <a:gd name="connsiteX0" fmla="*/ 403492 w 422700"/>
              <a:gd name="connsiteY0" fmla="*/ 0 h 422623"/>
              <a:gd name="connsiteX1" fmla="*/ 19287 w 422700"/>
              <a:gd name="connsiteY1" fmla="*/ 0 h 422623"/>
              <a:gd name="connsiteX2" fmla="*/ 1629 w 422700"/>
              <a:gd name="connsiteY2" fmla="*/ 11778 h 422623"/>
              <a:gd name="connsiteX3" fmla="*/ 38 w 422700"/>
              <a:gd name="connsiteY3" fmla="*/ 19210 h 422623"/>
              <a:gd name="connsiteX4" fmla="*/ 0 w 422700"/>
              <a:gd name="connsiteY4" fmla="*/ 403302 h 422623"/>
              <a:gd name="connsiteX5" fmla="*/ 5719 w 422700"/>
              <a:gd name="connsiteY5" fmla="*/ 416935 h 422623"/>
              <a:gd name="connsiteX6" fmla="*/ 19333 w 422700"/>
              <a:gd name="connsiteY6" fmla="*/ 422624 h 422623"/>
              <a:gd name="connsiteX7" fmla="*/ 57754 w 422700"/>
              <a:gd name="connsiteY7" fmla="*/ 422624 h 422623"/>
              <a:gd name="connsiteX8" fmla="*/ 58309 w 422700"/>
              <a:gd name="connsiteY8" fmla="*/ 422510 h 422623"/>
              <a:gd name="connsiteX9" fmla="*/ 403490 w 422700"/>
              <a:gd name="connsiteY9" fmla="*/ 422624 h 422623"/>
              <a:gd name="connsiteX10" fmla="*/ 422700 w 422700"/>
              <a:gd name="connsiteY10" fmla="*/ 403413 h 422623"/>
              <a:gd name="connsiteX11" fmla="*/ 422700 w 422700"/>
              <a:gd name="connsiteY11" fmla="*/ 19210 h 422623"/>
              <a:gd name="connsiteX12" fmla="*/ 403490 w 422700"/>
              <a:gd name="connsiteY12" fmla="*/ 0 h 422623"/>
              <a:gd name="connsiteX13" fmla="*/ 288250 w 422700"/>
              <a:gd name="connsiteY13" fmla="*/ 172938 h 422623"/>
              <a:gd name="connsiteX14" fmla="*/ 249774 w 422700"/>
              <a:gd name="connsiteY14" fmla="*/ 172892 h 422623"/>
              <a:gd name="connsiteX15" fmla="*/ 249774 w 422700"/>
              <a:gd name="connsiteY15" fmla="*/ 76841 h 422623"/>
              <a:gd name="connsiteX16" fmla="*/ 288194 w 422700"/>
              <a:gd name="connsiteY16" fmla="*/ 76841 h 422623"/>
              <a:gd name="connsiteX17" fmla="*/ 288250 w 422700"/>
              <a:gd name="connsiteY17" fmla="*/ 172938 h 422623"/>
              <a:gd name="connsiteX18" fmla="*/ 307404 w 422700"/>
              <a:gd name="connsiteY18" fmla="*/ 76841 h 422623"/>
              <a:gd name="connsiteX19" fmla="*/ 345825 w 422700"/>
              <a:gd name="connsiteY19" fmla="*/ 76841 h 422623"/>
              <a:gd name="connsiteX20" fmla="*/ 345863 w 422700"/>
              <a:gd name="connsiteY20" fmla="*/ 172938 h 422623"/>
              <a:gd name="connsiteX21" fmla="*/ 307462 w 422700"/>
              <a:gd name="connsiteY21" fmla="*/ 172938 h 422623"/>
              <a:gd name="connsiteX22" fmla="*/ 307406 w 422700"/>
              <a:gd name="connsiteY22" fmla="*/ 76841 h 422623"/>
              <a:gd name="connsiteX23" fmla="*/ 134474 w 422700"/>
              <a:gd name="connsiteY23" fmla="*/ 192103 h 422623"/>
              <a:gd name="connsiteX24" fmla="*/ 173008 w 422700"/>
              <a:gd name="connsiteY24" fmla="*/ 192149 h 422623"/>
              <a:gd name="connsiteX25" fmla="*/ 172894 w 422700"/>
              <a:gd name="connsiteY25" fmla="*/ 230523 h 422623"/>
              <a:gd name="connsiteX26" fmla="*/ 134474 w 422700"/>
              <a:gd name="connsiteY26" fmla="*/ 230523 h 422623"/>
              <a:gd name="connsiteX27" fmla="*/ 134474 w 422700"/>
              <a:gd name="connsiteY27" fmla="*/ 192103 h 422623"/>
              <a:gd name="connsiteX28" fmla="*/ 115338 w 422700"/>
              <a:gd name="connsiteY28" fmla="*/ 230523 h 422623"/>
              <a:gd name="connsiteX29" fmla="*/ 76879 w 422700"/>
              <a:gd name="connsiteY29" fmla="*/ 230523 h 422623"/>
              <a:gd name="connsiteX30" fmla="*/ 76918 w 422700"/>
              <a:gd name="connsiteY30" fmla="*/ 192103 h 422623"/>
              <a:gd name="connsiteX31" fmla="*/ 115377 w 422700"/>
              <a:gd name="connsiteY31" fmla="*/ 192149 h 422623"/>
              <a:gd name="connsiteX32" fmla="*/ 115338 w 422700"/>
              <a:gd name="connsiteY32" fmla="*/ 230523 h 422623"/>
              <a:gd name="connsiteX33" fmla="*/ 192104 w 422700"/>
              <a:gd name="connsiteY33" fmla="*/ 192103 h 422623"/>
              <a:gd name="connsiteX34" fmla="*/ 230619 w 422700"/>
              <a:gd name="connsiteY34" fmla="*/ 192149 h 422623"/>
              <a:gd name="connsiteX35" fmla="*/ 230619 w 422700"/>
              <a:gd name="connsiteY35" fmla="*/ 230569 h 422623"/>
              <a:gd name="connsiteX36" fmla="*/ 192218 w 422700"/>
              <a:gd name="connsiteY36" fmla="*/ 230569 h 422623"/>
              <a:gd name="connsiteX37" fmla="*/ 192104 w 422700"/>
              <a:gd name="connsiteY37" fmla="*/ 192103 h 422623"/>
              <a:gd name="connsiteX38" fmla="*/ 249810 w 422700"/>
              <a:gd name="connsiteY38" fmla="*/ 192103 h 422623"/>
              <a:gd name="connsiteX39" fmla="*/ 288231 w 422700"/>
              <a:gd name="connsiteY39" fmla="*/ 192103 h 422623"/>
              <a:gd name="connsiteX40" fmla="*/ 288250 w 422700"/>
              <a:gd name="connsiteY40" fmla="*/ 230569 h 422623"/>
              <a:gd name="connsiteX41" fmla="*/ 249829 w 422700"/>
              <a:gd name="connsiteY41" fmla="*/ 230569 h 422623"/>
              <a:gd name="connsiteX42" fmla="*/ 249810 w 422700"/>
              <a:gd name="connsiteY42" fmla="*/ 192103 h 422623"/>
              <a:gd name="connsiteX43" fmla="*/ 230619 w 422700"/>
              <a:gd name="connsiteY43" fmla="*/ 172938 h 422623"/>
              <a:gd name="connsiteX44" fmla="*/ 192104 w 422700"/>
              <a:gd name="connsiteY44" fmla="*/ 172892 h 422623"/>
              <a:gd name="connsiteX45" fmla="*/ 192143 w 422700"/>
              <a:gd name="connsiteY45" fmla="*/ 76841 h 422623"/>
              <a:gd name="connsiteX46" fmla="*/ 230563 w 422700"/>
              <a:gd name="connsiteY46" fmla="*/ 76841 h 422623"/>
              <a:gd name="connsiteX47" fmla="*/ 230619 w 422700"/>
              <a:gd name="connsiteY47" fmla="*/ 172938 h 422623"/>
              <a:gd name="connsiteX48" fmla="*/ 173008 w 422700"/>
              <a:gd name="connsiteY48" fmla="*/ 172938 h 422623"/>
              <a:gd name="connsiteX49" fmla="*/ 134474 w 422700"/>
              <a:gd name="connsiteY49" fmla="*/ 172892 h 422623"/>
              <a:gd name="connsiteX50" fmla="*/ 134474 w 422700"/>
              <a:gd name="connsiteY50" fmla="*/ 76841 h 422623"/>
              <a:gd name="connsiteX51" fmla="*/ 172933 w 422700"/>
              <a:gd name="connsiteY51" fmla="*/ 76841 h 422623"/>
              <a:gd name="connsiteX52" fmla="*/ 173008 w 422700"/>
              <a:gd name="connsiteY52" fmla="*/ 172938 h 422623"/>
              <a:gd name="connsiteX53" fmla="*/ 115377 w 422700"/>
              <a:gd name="connsiteY53" fmla="*/ 172938 h 422623"/>
              <a:gd name="connsiteX54" fmla="*/ 76966 w 422700"/>
              <a:gd name="connsiteY54" fmla="*/ 172938 h 422623"/>
              <a:gd name="connsiteX55" fmla="*/ 76881 w 422700"/>
              <a:gd name="connsiteY55" fmla="*/ 76841 h 422623"/>
              <a:gd name="connsiteX56" fmla="*/ 115340 w 422700"/>
              <a:gd name="connsiteY56" fmla="*/ 76841 h 422623"/>
              <a:gd name="connsiteX57" fmla="*/ 115379 w 422700"/>
              <a:gd name="connsiteY57" fmla="*/ 172938 h 422623"/>
              <a:gd name="connsiteX58" fmla="*/ 57708 w 422700"/>
              <a:gd name="connsiteY58" fmla="*/ 172892 h 422623"/>
              <a:gd name="connsiteX59" fmla="*/ 19249 w 422700"/>
              <a:gd name="connsiteY59" fmla="*/ 172892 h 422623"/>
              <a:gd name="connsiteX60" fmla="*/ 19249 w 422700"/>
              <a:gd name="connsiteY60" fmla="*/ 76841 h 422623"/>
              <a:gd name="connsiteX61" fmla="*/ 57669 w 422700"/>
              <a:gd name="connsiteY61" fmla="*/ 76841 h 422623"/>
              <a:gd name="connsiteX62" fmla="*/ 57708 w 422700"/>
              <a:gd name="connsiteY62" fmla="*/ 172892 h 422623"/>
              <a:gd name="connsiteX63" fmla="*/ 57669 w 422700"/>
              <a:gd name="connsiteY63" fmla="*/ 192103 h 422623"/>
              <a:gd name="connsiteX64" fmla="*/ 57708 w 422700"/>
              <a:gd name="connsiteY64" fmla="*/ 230523 h 422623"/>
              <a:gd name="connsiteX65" fmla="*/ 19333 w 422700"/>
              <a:gd name="connsiteY65" fmla="*/ 230569 h 422623"/>
              <a:gd name="connsiteX66" fmla="*/ 19249 w 422700"/>
              <a:gd name="connsiteY66" fmla="*/ 192103 h 422623"/>
              <a:gd name="connsiteX67" fmla="*/ 57669 w 422700"/>
              <a:gd name="connsiteY67" fmla="*/ 192103 h 422623"/>
              <a:gd name="connsiteX68" fmla="*/ 57708 w 422700"/>
              <a:gd name="connsiteY68" fmla="*/ 249733 h 422623"/>
              <a:gd name="connsiteX69" fmla="*/ 57708 w 422700"/>
              <a:gd name="connsiteY69" fmla="*/ 345785 h 422623"/>
              <a:gd name="connsiteX70" fmla="*/ 19287 w 422700"/>
              <a:gd name="connsiteY70" fmla="*/ 345785 h 422623"/>
              <a:gd name="connsiteX71" fmla="*/ 19287 w 422700"/>
              <a:gd name="connsiteY71" fmla="*/ 249733 h 422623"/>
              <a:gd name="connsiteX72" fmla="*/ 57708 w 422700"/>
              <a:gd name="connsiteY72" fmla="*/ 249733 h 422623"/>
              <a:gd name="connsiteX73" fmla="*/ 76879 w 422700"/>
              <a:gd name="connsiteY73" fmla="*/ 249733 h 422623"/>
              <a:gd name="connsiteX74" fmla="*/ 115338 w 422700"/>
              <a:gd name="connsiteY74" fmla="*/ 249733 h 422623"/>
              <a:gd name="connsiteX75" fmla="*/ 115338 w 422700"/>
              <a:gd name="connsiteY75" fmla="*/ 345785 h 422623"/>
              <a:gd name="connsiteX76" fmla="*/ 76879 w 422700"/>
              <a:gd name="connsiteY76" fmla="*/ 345785 h 422623"/>
              <a:gd name="connsiteX77" fmla="*/ 76879 w 422700"/>
              <a:gd name="connsiteY77" fmla="*/ 249733 h 422623"/>
              <a:gd name="connsiteX78" fmla="*/ 134472 w 422700"/>
              <a:gd name="connsiteY78" fmla="*/ 249733 h 422623"/>
              <a:gd name="connsiteX79" fmla="*/ 172892 w 422700"/>
              <a:gd name="connsiteY79" fmla="*/ 249733 h 422623"/>
              <a:gd name="connsiteX80" fmla="*/ 172967 w 422700"/>
              <a:gd name="connsiteY80" fmla="*/ 345785 h 422623"/>
              <a:gd name="connsiteX81" fmla="*/ 134472 w 422700"/>
              <a:gd name="connsiteY81" fmla="*/ 345785 h 422623"/>
              <a:gd name="connsiteX82" fmla="*/ 134472 w 422700"/>
              <a:gd name="connsiteY82" fmla="*/ 249733 h 422623"/>
              <a:gd name="connsiteX83" fmla="*/ 192177 w 422700"/>
              <a:gd name="connsiteY83" fmla="*/ 249733 h 422623"/>
              <a:gd name="connsiteX84" fmla="*/ 230617 w 422700"/>
              <a:gd name="connsiteY84" fmla="*/ 249779 h 422623"/>
              <a:gd name="connsiteX85" fmla="*/ 230598 w 422700"/>
              <a:gd name="connsiteY85" fmla="*/ 345785 h 422623"/>
              <a:gd name="connsiteX86" fmla="*/ 192177 w 422700"/>
              <a:gd name="connsiteY86" fmla="*/ 345785 h 422623"/>
              <a:gd name="connsiteX87" fmla="*/ 192177 w 422700"/>
              <a:gd name="connsiteY87" fmla="*/ 249733 h 422623"/>
              <a:gd name="connsiteX88" fmla="*/ 249827 w 422700"/>
              <a:gd name="connsiteY88" fmla="*/ 249779 h 422623"/>
              <a:gd name="connsiteX89" fmla="*/ 288248 w 422700"/>
              <a:gd name="connsiteY89" fmla="*/ 249779 h 422623"/>
              <a:gd name="connsiteX90" fmla="*/ 288248 w 422700"/>
              <a:gd name="connsiteY90" fmla="*/ 345671 h 422623"/>
              <a:gd name="connsiteX91" fmla="*/ 249827 w 422700"/>
              <a:gd name="connsiteY91" fmla="*/ 345671 h 422623"/>
              <a:gd name="connsiteX92" fmla="*/ 249827 w 422700"/>
              <a:gd name="connsiteY92" fmla="*/ 249779 h 422623"/>
              <a:gd name="connsiteX93" fmla="*/ 307458 w 422700"/>
              <a:gd name="connsiteY93" fmla="*/ 249779 h 422623"/>
              <a:gd name="connsiteX94" fmla="*/ 345859 w 422700"/>
              <a:gd name="connsiteY94" fmla="*/ 249779 h 422623"/>
              <a:gd name="connsiteX95" fmla="*/ 345859 w 422700"/>
              <a:gd name="connsiteY95" fmla="*/ 345671 h 422623"/>
              <a:gd name="connsiteX96" fmla="*/ 307458 w 422700"/>
              <a:gd name="connsiteY96" fmla="*/ 345671 h 422623"/>
              <a:gd name="connsiteX97" fmla="*/ 307458 w 422700"/>
              <a:gd name="connsiteY97" fmla="*/ 249779 h 422623"/>
              <a:gd name="connsiteX98" fmla="*/ 307458 w 422700"/>
              <a:gd name="connsiteY98" fmla="*/ 230569 h 422623"/>
              <a:gd name="connsiteX99" fmla="*/ 307439 w 422700"/>
              <a:gd name="connsiteY99" fmla="*/ 192103 h 422623"/>
              <a:gd name="connsiteX100" fmla="*/ 345859 w 422700"/>
              <a:gd name="connsiteY100" fmla="*/ 192103 h 422623"/>
              <a:gd name="connsiteX101" fmla="*/ 345859 w 422700"/>
              <a:gd name="connsiteY101" fmla="*/ 230569 h 422623"/>
              <a:gd name="connsiteX102" fmla="*/ 307458 w 422700"/>
              <a:gd name="connsiteY102" fmla="*/ 230569 h 422623"/>
              <a:gd name="connsiteX103" fmla="*/ 365070 w 422700"/>
              <a:gd name="connsiteY103" fmla="*/ 192103 h 422623"/>
              <a:gd name="connsiteX104" fmla="*/ 403490 w 422700"/>
              <a:gd name="connsiteY104" fmla="*/ 192103 h 422623"/>
              <a:gd name="connsiteX105" fmla="*/ 403415 w 422700"/>
              <a:gd name="connsiteY105" fmla="*/ 230569 h 422623"/>
              <a:gd name="connsiteX106" fmla="*/ 365070 w 422700"/>
              <a:gd name="connsiteY106" fmla="*/ 230569 h 422623"/>
              <a:gd name="connsiteX107" fmla="*/ 365070 w 422700"/>
              <a:gd name="connsiteY107" fmla="*/ 192103 h 422623"/>
              <a:gd name="connsiteX108" fmla="*/ 365070 w 422700"/>
              <a:gd name="connsiteY108" fmla="*/ 172938 h 422623"/>
              <a:gd name="connsiteX109" fmla="*/ 365031 w 422700"/>
              <a:gd name="connsiteY109" fmla="*/ 76841 h 422623"/>
              <a:gd name="connsiteX110" fmla="*/ 403452 w 422700"/>
              <a:gd name="connsiteY110" fmla="*/ 76841 h 422623"/>
              <a:gd name="connsiteX111" fmla="*/ 403490 w 422700"/>
              <a:gd name="connsiteY111" fmla="*/ 77031 h 422623"/>
              <a:gd name="connsiteX112" fmla="*/ 403490 w 422700"/>
              <a:gd name="connsiteY112" fmla="*/ 172954 h 422623"/>
              <a:gd name="connsiteX113" fmla="*/ 403415 w 422700"/>
              <a:gd name="connsiteY113" fmla="*/ 172938 h 422623"/>
              <a:gd name="connsiteX114" fmla="*/ 365070 w 422700"/>
              <a:gd name="connsiteY114" fmla="*/ 172938 h 422623"/>
              <a:gd name="connsiteX115" fmla="*/ 403452 w 422700"/>
              <a:gd name="connsiteY115" fmla="*/ 19210 h 422623"/>
              <a:gd name="connsiteX116" fmla="*/ 403452 w 422700"/>
              <a:gd name="connsiteY116" fmla="*/ 57631 h 422623"/>
              <a:gd name="connsiteX117" fmla="*/ 365031 w 422700"/>
              <a:gd name="connsiteY117" fmla="*/ 57631 h 422623"/>
              <a:gd name="connsiteX118" fmla="*/ 365031 w 422700"/>
              <a:gd name="connsiteY118" fmla="*/ 19210 h 422623"/>
              <a:gd name="connsiteX119" fmla="*/ 403452 w 422700"/>
              <a:gd name="connsiteY119" fmla="*/ 19210 h 422623"/>
              <a:gd name="connsiteX120" fmla="*/ 345859 w 422700"/>
              <a:gd name="connsiteY120" fmla="*/ 57631 h 422623"/>
              <a:gd name="connsiteX121" fmla="*/ 307401 w 422700"/>
              <a:gd name="connsiteY121" fmla="*/ 57631 h 422623"/>
              <a:gd name="connsiteX122" fmla="*/ 307401 w 422700"/>
              <a:gd name="connsiteY122" fmla="*/ 19210 h 422623"/>
              <a:gd name="connsiteX123" fmla="*/ 345821 w 422700"/>
              <a:gd name="connsiteY123" fmla="*/ 19210 h 422623"/>
              <a:gd name="connsiteX124" fmla="*/ 345859 w 422700"/>
              <a:gd name="connsiteY124" fmla="*/ 57631 h 422623"/>
              <a:gd name="connsiteX125" fmla="*/ 288190 w 422700"/>
              <a:gd name="connsiteY125" fmla="*/ 19210 h 422623"/>
              <a:gd name="connsiteX126" fmla="*/ 288190 w 422700"/>
              <a:gd name="connsiteY126" fmla="*/ 57631 h 422623"/>
              <a:gd name="connsiteX127" fmla="*/ 249770 w 422700"/>
              <a:gd name="connsiteY127" fmla="*/ 57631 h 422623"/>
              <a:gd name="connsiteX128" fmla="*/ 249770 w 422700"/>
              <a:gd name="connsiteY128" fmla="*/ 19210 h 422623"/>
              <a:gd name="connsiteX129" fmla="*/ 288190 w 422700"/>
              <a:gd name="connsiteY129" fmla="*/ 19210 h 422623"/>
              <a:gd name="connsiteX130" fmla="*/ 230560 w 422700"/>
              <a:gd name="connsiteY130" fmla="*/ 57631 h 422623"/>
              <a:gd name="connsiteX131" fmla="*/ 192139 w 422700"/>
              <a:gd name="connsiteY131" fmla="*/ 57631 h 422623"/>
              <a:gd name="connsiteX132" fmla="*/ 192139 w 422700"/>
              <a:gd name="connsiteY132" fmla="*/ 19210 h 422623"/>
              <a:gd name="connsiteX133" fmla="*/ 230560 w 422700"/>
              <a:gd name="connsiteY133" fmla="*/ 19210 h 422623"/>
              <a:gd name="connsiteX134" fmla="*/ 230560 w 422700"/>
              <a:gd name="connsiteY134" fmla="*/ 57631 h 422623"/>
              <a:gd name="connsiteX135" fmla="*/ 172890 w 422700"/>
              <a:gd name="connsiteY135" fmla="*/ 19210 h 422623"/>
              <a:gd name="connsiteX136" fmla="*/ 172929 w 422700"/>
              <a:gd name="connsiteY136" fmla="*/ 57631 h 422623"/>
              <a:gd name="connsiteX137" fmla="*/ 134470 w 422700"/>
              <a:gd name="connsiteY137" fmla="*/ 57631 h 422623"/>
              <a:gd name="connsiteX138" fmla="*/ 134470 w 422700"/>
              <a:gd name="connsiteY138" fmla="*/ 19210 h 422623"/>
              <a:gd name="connsiteX139" fmla="*/ 172890 w 422700"/>
              <a:gd name="connsiteY139" fmla="*/ 19210 h 422623"/>
              <a:gd name="connsiteX140" fmla="*/ 115335 w 422700"/>
              <a:gd name="connsiteY140" fmla="*/ 57631 h 422623"/>
              <a:gd name="connsiteX141" fmla="*/ 76876 w 422700"/>
              <a:gd name="connsiteY141" fmla="*/ 57631 h 422623"/>
              <a:gd name="connsiteX142" fmla="*/ 76876 w 422700"/>
              <a:gd name="connsiteY142" fmla="*/ 19210 h 422623"/>
              <a:gd name="connsiteX143" fmla="*/ 115335 w 422700"/>
              <a:gd name="connsiteY143" fmla="*/ 19210 h 422623"/>
              <a:gd name="connsiteX144" fmla="*/ 115335 w 422700"/>
              <a:gd name="connsiteY144" fmla="*/ 57631 h 422623"/>
              <a:gd name="connsiteX145" fmla="*/ 57665 w 422700"/>
              <a:gd name="connsiteY145" fmla="*/ 19210 h 422623"/>
              <a:gd name="connsiteX146" fmla="*/ 57665 w 422700"/>
              <a:gd name="connsiteY146" fmla="*/ 57631 h 422623"/>
              <a:gd name="connsiteX147" fmla="*/ 19249 w 422700"/>
              <a:gd name="connsiteY147" fmla="*/ 57631 h 422623"/>
              <a:gd name="connsiteX148" fmla="*/ 19249 w 422700"/>
              <a:gd name="connsiteY148" fmla="*/ 19210 h 422623"/>
              <a:gd name="connsiteX149" fmla="*/ 57669 w 422700"/>
              <a:gd name="connsiteY149" fmla="*/ 19210 h 422623"/>
              <a:gd name="connsiteX150" fmla="*/ 19283 w 422700"/>
              <a:gd name="connsiteY150" fmla="*/ 403415 h 422623"/>
              <a:gd name="connsiteX151" fmla="*/ 19283 w 422700"/>
              <a:gd name="connsiteY151" fmla="*/ 364995 h 422623"/>
              <a:gd name="connsiteX152" fmla="*/ 57704 w 422700"/>
              <a:gd name="connsiteY152" fmla="*/ 364995 h 422623"/>
              <a:gd name="connsiteX153" fmla="*/ 57704 w 422700"/>
              <a:gd name="connsiteY153" fmla="*/ 403415 h 422623"/>
              <a:gd name="connsiteX154" fmla="*/ 19287 w 422700"/>
              <a:gd name="connsiteY154" fmla="*/ 403415 h 422623"/>
              <a:gd name="connsiteX155" fmla="*/ 76876 w 422700"/>
              <a:gd name="connsiteY155" fmla="*/ 364995 h 422623"/>
              <a:gd name="connsiteX156" fmla="*/ 115296 w 422700"/>
              <a:gd name="connsiteY156" fmla="*/ 364995 h 422623"/>
              <a:gd name="connsiteX157" fmla="*/ 115335 w 422700"/>
              <a:gd name="connsiteY157" fmla="*/ 403415 h 422623"/>
              <a:gd name="connsiteX158" fmla="*/ 76914 w 422700"/>
              <a:gd name="connsiteY158" fmla="*/ 403415 h 422623"/>
              <a:gd name="connsiteX159" fmla="*/ 76876 w 422700"/>
              <a:gd name="connsiteY159" fmla="*/ 364995 h 422623"/>
              <a:gd name="connsiteX160" fmla="*/ 134468 w 422700"/>
              <a:gd name="connsiteY160" fmla="*/ 403415 h 422623"/>
              <a:gd name="connsiteX161" fmla="*/ 134468 w 422700"/>
              <a:gd name="connsiteY161" fmla="*/ 364995 h 422623"/>
              <a:gd name="connsiteX162" fmla="*/ 172963 w 422700"/>
              <a:gd name="connsiteY162" fmla="*/ 364995 h 422623"/>
              <a:gd name="connsiteX163" fmla="*/ 172888 w 422700"/>
              <a:gd name="connsiteY163" fmla="*/ 403415 h 422623"/>
              <a:gd name="connsiteX164" fmla="*/ 134468 w 422700"/>
              <a:gd name="connsiteY164" fmla="*/ 403415 h 422623"/>
              <a:gd name="connsiteX165" fmla="*/ 192099 w 422700"/>
              <a:gd name="connsiteY165" fmla="*/ 364995 h 422623"/>
              <a:gd name="connsiteX166" fmla="*/ 230594 w 422700"/>
              <a:gd name="connsiteY166" fmla="*/ 364995 h 422623"/>
              <a:gd name="connsiteX167" fmla="*/ 230594 w 422700"/>
              <a:gd name="connsiteY167" fmla="*/ 403415 h 422623"/>
              <a:gd name="connsiteX168" fmla="*/ 192099 w 422700"/>
              <a:gd name="connsiteY168" fmla="*/ 403415 h 422623"/>
              <a:gd name="connsiteX169" fmla="*/ 192099 w 422700"/>
              <a:gd name="connsiteY169" fmla="*/ 364995 h 422623"/>
              <a:gd name="connsiteX170" fmla="*/ 249804 w 422700"/>
              <a:gd name="connsiteY170" fmla="*/ 403415 h 422623"/>
              <a:gd name="connsiteX171" fmla="*/ 249824 w 422700"/>
              <a:gd name="connsiteY171" fmla="*/ 364881 h 422623"/>
              <a:gd name="connsiteX172" fmla="*/ 288244 w 422700"/>
              <a:gd name="connsiteY172" fmla="*/ 364881 h 422623"/>
              <a:gd name="connsiteX173" fmla="*/ 288225 w 422700"/>
              <a:gd name="connsiteY173" fmla="*/ 403415 h 422623"/>
              <a:gd name="connsiteX174" fmla="*/ 249804 w 422700"/>
              <a:gd name="connsiteY174" fmla="*/ 403415 h 422623"/>
              <a:gd name="connsiteX175" fmla="*/ 307454 w 422700"/>
              <a:gd name="connsiteY175" fmla="*/ 364881 h 422623"/>
              <a:gd name="connsiteX176" fmla="*/ 345856 w 422700"/>
              <a:gd name="connsiteY176" fmla="*/ 364881 h 422623"/>
              <a:gd name="connsiteX177" fmla="*/ 345856 w 422700"/>
              <a:gd name="connsiteY177" fmla="*/ 403302 h 422623"/>
              <a:gd name="connsiteX178" fmla="*/ 307454 w 422700"/>
              <a:gd name="connsiteY178" fmla="*/ 403302 h 422623"/>
              <a:gd name="connsiteX179" fmla="*/ 307454 w 422700"/>
              <a:gd name="connsiteY179" fmla="*/ 364881 h 422623"/>
              <a:gd name="connsiteX180" fmla="*/ 365066 w 422700"/>
              <a:gd name="connsiteY180" fmla="*/ 364881 h 422623"/>
              <a:gd name="connsiteX181" fmla="*/ 403411 w 422700"/>
              <a:gd name="connsiteY181" fmla="*/ 364881 h 422623"/>
              <a:gd name="connsiteX182" fmla="*/ 403411 w 422700"/>
              <a:gd name="connsiteY182" fmla="*/ 403302 h 422623"/>
              <a:gd name="connsiteX183" fmla="*/ 365066 w 422700"/>
              <a:gd name="connsiteY183" fmla="*/ 403302 h 422623"/>
              <a:gd name="connsiteX184" fmla="*/ 365066 w 422700"/>
              <a:gd name="connsiteY184" fmla="*/ 364881 h 422623"/>
              <a:gd name="connsiteX185" fmla="*/ 403411 w 422700"/>
              <a:gd name="connsiteY185" fmla="*/ 345671 h 422623"/>
              <a:gd name="connsiteX186" fmla="*/ 365066 w 422700"/>
              <a:gd name="connsiteY186" fmla="*/ 345671 h 422623"/>
              <a:gd name="connsiteX187" fmla="*/ 365066 w 422700"/>
              <a:gd name="connsiteY187" fmla="*/ 249779 h 422623"/>
              <a:gd name="connsiteX188" fmla="*/ 403411 w 422700"/>
              <a:gd name="connsiteY188" fmla="*/ 249779 h 422623"/>
              <a:gd name="connsiteX189" fmla="*/ 403486 w 422700"/>
              <a:gd name="connsiteY189" fmla="*/ 249764 h 422623"/>
              <a:gd name="connsiteX190" fmla="*/ 403486 w 422700"/>
              <a:gd name="connsiteY190" fmla="*/ 345687 h 422623"/>
              <a:gd name="connsiteX191" fmla="*/ 403411 w 422700"/>
              <a:gd name="connsiteY191" fmla="*/ 345671 h 422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422700" h="422623">
                <a:moveTo>
                  <a:pt x="403492" y="0"/>
                </a:moveTo>
                <a:lnTo>
                  <a:pt x="19287" y="0"/>
                </a:lnTo>
                <a:cubicBezTo>
                  <a:pt x="11332" y="0"/>
                  <a:pt x="4541" y="4868"/>
                  <a:pt x="1629" y="11778"/>
                </a:cubicBezTo>
                <a:cubicBezTo>
                  <a:pt x="603" y="14127"/>
                  <a:pt x="38" y="16488"/>
                  <a:pt x="38" y="19210"/>
                </a:cubicBezTo>
                <a:lnTo>
                  <a:pt x="0" y="403302"/>
                </a:lnTo>
                <a:cubicBezTo>
                  <a:pt x="0" y="408633"/>
                  <a:pt x="2198" y="413451"/>
                  <a:pt x="5719" y="416935"/>
                </a:cubicBezTo>
                <a:cubicBezTo>
                  <a:pt x="9202" y="420443"/>
                  <a:pt x="14014" y="422624"/>
                  <a:pt x="19333" y="422624"/>
                </a:cubicBezTo>
                <a:lnTo>
                  <a:pt x="57754" y="422624"/>
                </a:lnTo>
                <a:cubicBezTo>
                  <a:pt x="57952" y="422624"/>
                  <a:pt x="58113" y="422516"/>
                  <a:pt x="58309" y="422510"/>
                </a:cubicBezTo>
                <a:lnTo>
                  <a:pt x="403490" y="422624"/>
                </a:lnTo>
                <a:cubicBezTo>
                  <a:pt x="414081" y="422624"/>
                  <a:pt x="422700" y="414004"/>
                  <a:pt x="422700" y="403413"/>
                </a:cubicBezTo>
                <a:lnTo>
                  <a:pt x="422700" y="19210"/>
                </a:lnTo>
                <a:cubicBezTo>
                  <a:pt x="422700" y="8620"/>
                  <a:pt x="414081" y="0"/>
                  <a:pt x="403490" y="0"/>
                </a:cubicBezTo>
                <a:close/>
                <a:moveTo>
                  <a:pt x="288250" y="172938"/>
                </a:moveTo>
                <a:lnTo>
                  <a:pt x="249774" y="172892"/>
                </a:lnTo>
                <a:lnTo>
                  <a:pt x="249774" y="76841"/>
                </a:lnTo>
                <a:lnTo>
                  <a:pt x="288194" y="76841"/>
                </a:lnTo>
                <a:lnTo>
                  <a:pt x="288250" y="172938"/>
                </a:lnTo>
                <a:close/>
                <a:moveTo>
                  <a:pt x="307404" y="76841"/>
                </a:moveTo>
                <a:lnTo>
                  <a:pt x="345825" y="76841"/>
                </a:lnTo>
                <a:lnTo>
                  <a:pt x="345863" y="172938"/>
                </a:lnTo>
                <a:lnTo>
                  <a:pt x="307462" y="172938"/>
                </a:lnTo>
                <a:lnTo>
                  <a:pt x="307406" y="76841"/>
                </a:lnTo>
                <a:close/>
                <a:moveTo>
                  <a:pt x="134474" y="192103"/>
                </a:moveTo>
                <a:lnTo>
                  <a:pt x="173008" y="192149"/>
                </a:lnTo>
                <a:lnTo>
                  <a:pt x="172894" y="230523"/>
                </a:lnTo>
                <a:lnTo>
                  <a:pt x="134474" y="230523"/>
                </a:lnTo>
                <a:lnTo>
                  <a:pt x="134474" y="192103"/>
                </a:lnTo>
                <a:close/>
                <a:moveTo>
                  <a:pt x="115338" y="230523"/>
                </a:moveTo>
                <a:lnTo>
                  <a:pt x="76879" y="230523"/>
                </a:lnTo>
                <a:cubicBezTo>
                  <a:pt x="76879" y="230523"/>
                  <a:pt x="76918" y="192103"/>
                  <a:pt x="76918" y="192103"/>
                </a:cubicBezTo>
                <a:lnTo>
                  <a:pt x="115377" y="192149"/>
                </a:lnTo>
                <a:lnTo>
                  <a:pt x="115338" y="230523"/>
                </a:lnTo>
                <a:close/>
                <a:moveTo>
                  <a:pt x="192104" y="192103"/>
                </a:moveTo>
                <a:lnTo>
                  <a:pt x="230619" y="192149"/>
                </a:lnTo>
                <a:lnTo>
                  <a:pt x="230619" y="230569"/>
                </a:lnTo>
                <a:lnTo>
                  <a:pt x="192218" y="230569"/>
                </a:lnTo>
                <a:lnTo>
                  <a:pt x="192104" y="192103"/>
                </a:lnTo>
                <a:close/>
                <a:moveTo>
                  <a:pt x="249810" y="192103"/>
                </a:moveTo>
                <a:lnTo>
                  <a:pt x="288231" y="192103"/>
                </a:lnTo>
                <a:lnTo>
                  <a:pt x="288250" y="230569"/>
                </a:lnTo>
                <a:lnTo>
                  <a:pt x="249829" y="230569"/>
                </a:lnTo>
                <a:lnTo>
                  <a:pt x="249810" y="192103"/>
                </a:lnTo>
                <a:close/>
                <a:moveTo>
                  <a:pt x="230619" y="172938"/>
                </a:moveTo>
                <a:lnTo>
                  <a:pt x="192104" y="172892"/>
                </a:lnTo>
                <a:lnTo>
                  <a:pt x="192143" y="76841"/>
                </a:lnTo>
                <a:lnTo>
                  <a:pt x="230563" y="76841"/>
                </a:lnTo>
                <a:lnTo>
                  <a:pt x="230619" y="172938"/>
                </a:lnTo>
                <a:close/>
                <a:moveTo>
                  <a:pt x="173008" y="172938"/>
                </a:moveTo>
                <a:lnTo>
                  <a:pt x="134474" y="172892"/>
                </a:lnTo>
                <a:lnTo>
                  <a:pt x="134474" y="76841"/>
                </a:lnTo>
                <a:cubicBezTo>
                  <a:pt x="134474" y="76841"/>
                  <a:pt x="172933" y="76841"/>
                  <a:pt x="172933" y="76841"/>
                </a:cubicBezTo>
                <a:lnTo>
                  <a:pt x="173008" y="172938"/>
                </a:lnTo>
                <a:close/>
                <a:moveTo>
                  <a:pt x="115377" y="172938"/>
                </a:moveTo>
                <a:lnTo>
                  <a:pt x="76966" y="172938"/>
                </a:lnTo>
                <a:lnTo>
                  <a:pt x="76881" y="76841"/>
                </a:lnTo>
                <a:lnTo>
                  <a:pt x="115340" y="76841"/>
                </a:lnTo>
                <a:lnTo>
                  <a:pt x="115379" y="172938"/>
                </a:lnTo>
                <a:close/>
                <a:moveTo>
                  <a:pt x="57708" y="172892"/>
                </a:moveTo>
                <a:lnTo>
                  <a:pt x="19249" y="172892"/>
                </a:lnTo>
                <a:lnTo>
                  <a:pt x="19249" y="76841"/>
                </a:lnTo>
                <a:lnTo>
                  <a:pt x="57669" y="76841"/>
                </a:lnTo>
                <a:lnTo>
                  <a:pt x="57708" y="172892"/>
                </a:lnTo>
                <a:close/>
                <a:moveTo>
                  <a:pt x="57669" y="192103"/>
                </a:moveTo>
                <a:lnTo>
                  <a:pt x="57708" y="230523"/>
                </a:lnTo>
                <a:lnTo>
                  <a:pt x="19333" y="230569"/>
                </a:lnTo>
                <a:lnTo>
                  <a:pt x="19249" y="192103"/>
                </a:lnTo>
                <a:lnTo>
                  <a:pt x="57669" y="192103"/>
                </a:lnTo>
                <a:close/>
                <a:moveTo>
                  <a:pt x="57708" y="249733"/>
                </a:moveTo>
                <a:lnTo>
                  <a:pt x="57708" y="345785"/>
                </a:lnTo>
                <a:lnTo>
                  <a:pt x="19287" y="345785"/>
                </a:lnTo>
                <a:lnTo>
                  <a:pt x="19287" y="249733"/>
                </a:lnTo>
                <a:lnTo>
                  <a:pt x="57708" y="249733"/>
                </a:lnTo>
                <a:close/>
                <a:moveTo>
                  <a:pt x="76879" y="249733"/>
                </a:moveTo>
                <a:lnTo>
                  <a:pt x="115338" y="249733"/>
                </a:lnTo>
                <a:cubicBezTo>
                  <a:pt x="115338" y="249733"/>
                  <a:pt x="115338" y="345785"/>
                  <a:pt x="115338" y="345785"/>
                </a:cubicBezTo>
                <a:lnTo>
                  <a:pt x="76879" y="345785"/>
                </a:lnTo>
                <a:cubicBezTo>
                  <a:pt x="76879" y="345785"/>
                  <a:pt x="76879" y="249733"/>
                  <a:pt x="76879" y="249733"/>
                </a:cubicBezTo>
                <a:close/>
                <a:moveTo>
                  <a:pt x="134472" y="249733"/>
                </a:moveTo>
                <a:lnTo>
                  <a:pt x="172892" y="249733"/>
                </a:lnTo>
                <a:lnTo>
                  <a:pt x="172967" y="345785"/>
                </a:lnTo>
                <a:lnTo>
                  <a:pt x="134472" y="345785"/>
                </a:lnTo>
                <a:cubicBezTo>
                  <a:pt x="134472" y="345785"/>
                  <a:pt x="134472" y="249733"/>
                  <a:pt x="134472" y="249733"/>
                </a:cubicBezTo>
                <a:close/>
                <a:moveTo>
                  <a:pt x="192177" y="249733"/>
                </a:moveTo>
                <a:lnTo>
                  <a:pt x="230617" y="249779"/>
                </a:lnTo>
                <a:lnTo>
                  <a:pt x="230598" y="345785"/>
                </a:lnTo>
                <a:lnTo>
                  <a:pt x="192177" y="345785"/>
                </a:lnTo>
                <a:lnTo>
                  <a:pt x="192177" y="249733"/>
                </a:lnTo>
                <a:close/>
                <a:moveTo>
                  <a:pt x="249827" y="249779"/>
                </a:moveTo>
                <a:lnTo>
                  <a:pt x="288248" y="249779"/>
                </a:lnTo>
                <a:lnTo>
                  <a:pt x="288248" y="345671"/>
                </a:lnTo>
                <a:lnTo>
                  <a:pt x="249827" y="345671"/>
                </a:lnTo>
                <a:lnTo>
                  <a:pt x="249827" y="249779"/>
                </a:lnTo>
                <a:close/>
                <a:moveTo>
                  <a:pt x="307458" y="249779"/>
                </a:moveTo>
                <a:lnTo>
                  <a:pt x="345859" y="249779"/>
                </a:lnTo>
                <a:lnTo>
                  <a:pt x="345859" y="345671"/>
                </a:lnTo>
                <a:lnTo>
                  <a:pt x="307458" y="345671"/>
                </a:lnTo>
                <a:lnTo>
                  <a:pt x="307458" y="249779"/>
                </a:lnTo>
                <a:close/>
                <a:moveTo>
                  <a:pt x="307458" y="230569"/>
                </a:moveTo>
                <a:lnTo>
                  <a:pt x="307439" y="192103"/>
                </a:lnTo>
                <a:lnTo>
                  <a:pt x="345859" y="192103"/>
                </a:lnTo>
                <a:lnTo>
                  <a:pt x="345859" y="230569"/>
                </a:lnTo>
                <a:lnTo>
                  <a:pt x="307458" y="230569"/>
                </a:lnTo>
                <a:close/>
                <a:moveTo>
                  <a:pt x="365070" y="192103"/>
                </a:moveTo>
                <a:lnTo>
                  <a:pt x="403490" y="192103"/>
                </a:lnTo>
                <a:cubicBezTo>
                  <a:pt x="403490" y="192103"/>
                  <a:pt x="403415" y="230569"/>
                  <a:pt x="403415" y="230569"/>
                </a:cubicBezTo>
                <a:lnTo>
                  <a:pt x="365070" y="230569"/>
                </a:lnTo>
                <a:lnTo>
                  <a:pt x="365070" y="192103"/>
                </a:lnTo>
                <a:close/>
                <a:moveTo>
                  <a:pt x="365070" y="172938"/>
                </a:moveTo>
                <a:lnTo>
                  <a:pt x="365031" y="76841"/>
                </a:lnTo>
                <a:lnTo>
                  <a:pt x="403452" y="76841"/>
                </a:lnTo>
                <a:cubicBezTo>
                  <a:pt x="403479" y="76841"/>
                  <a:pt x="403461" y="77031"/>
                  <a:pt x="403490" y="77031"/>
                </a:cubicBezTo>
                <a:lnTo>
                  <a:pt x="403490" y="172954"/>
                </a:lnTo>
                <a:cubicBezTo>
                  <a:pt x="403463" y="172954"/>
                  <a:pt x="403442" y="172938"/>
                  <a:pt x="403415" y="172938"/>
                </a:cubicBezTo>
                <a:lnTo>
                  <a:pt x="365070" y="172938"/>
                </a:lnTo>
                <a:close/>
                <a:moveTo>
                  <a:pt x="403452" y="19210"/>
                </a:moveTo>
                <a:lnTo>
                  <a:pt x="403452" y="57631"/>
                </a:lnTo>
                <a:lnTo>
                  <a:pt x="365031" y="57631"/>
                </a:lnTo>
                <a:cubicBezTo>
                  <a:pt x="365031" y="57631"/>
                  <a:pt x="365031" y="19210"/>
                  <a:pt x="365031" y="19210"/>
                </a:cubicBezTo>
                <a:lnTo>
                  <a:pt x="403452" y="19210"/>
                </a:lnTo>
                <a:close/>
                <a:moveTo>
                  <a:pt x="345859" y="57631"/>
                </a:moveTo>
                <a:lnTo>
                  <a:pt x="307401" y="57631"/>
                </a:lnTo>
                <a:lnTo>
                  <a:pt x="307401" y="19210"/>
                </a:lnTo>
                <a:lnTo>
                  <a:pt x="345821" y="19210"/>
                </a:lnTo>
                <a:lnTo>
                  <a:pt x="345859" y="57631"/>
                </a:lnTo>
                <a:close/>
                <a:moveTo>
                  <a:pt x="288190" y="19210"/>
                </a:moveTo>
                <a:lnTo>
                  <a:pt x="288190" y="57631"/>
                </a:lnTo>
                <a:lnTo>
                  <a:pt x="249770" y="57631"/>
                </a:lnTo>
                <a:lnTo>
                  <a:pt x="249770" y="19210"/>
                </a:lnTo>
                <a:lnTo>
                  <a:pt x="288190" y="19210"/>
                </a:lnTo>
                <a:close/>
                <a:moveTo>
                  <a:pt x="230560" y="57631"/>
                </a:moveTo>
                <a:lnTo>
                  <a:pt x="192139" y="57631"/>
                </a:lnTo>
                <a:lnTo>
                  <a:pt x="192139" y="19210"/>
                </a:lnTo>
                <a:lnTo>
                  <a:pt x="230560" y="19210"/>
                </a:lnTo>
                <a:lnTo>
                  <a:pt x="230560" y="57631"/>
                </a:lnTo>
                <a:close/>
                <a:moveTo>
                  <a:pt x="172890" y="19210"/>
                </a:moveTo>
                <a:lnTo>
                  <a:pt x="172929" y="57631"/>
                </a:lnTo>
                <a:lnTo>
                  <a:pt x="134470" y="57631"/>
                </a:lnTo>
                <a:lnTo>
                  <a:pt x="134470" y="19210"/>
                </a:lnTo>
                <a:lnTo>
                  <a:pt x="172890" y="19210"/>
                </a:lnTo>
                <a:close/>
                <a:moveTo>
                  <a:pt x="115335" y="57631"/>
                </a:moveTo>
                <a:lnTo>
                  <a:pt x="76876" y="57631"/>
                </a:lnTo>
                <a:cubicBezTo>
                  <a:pt x="76876" y="57631"/>
                  <a:pt x="76876" y="19210"/>
                  <a:pt x="76876" y="19210"/>
                </a:cubicBezTo>
                <a:lnTo>
                  <a:pt x="115335" y="19210"/>
                </a:lnTo>
                <a:cubicBezTo>
                  <a:pt x="115335" y="19210"/>
                  <a:pt x="115335" y="57631"/>
                  <a:pt x="115335" y="57631"/>
                </a:cubicBezTo>
                <a:close/>
                <a:moveTo>
                  <a:pt x="57665" y="19210"/>
                </a:moveTo>
                <a:lnTo>
                  <a:pt x="57665" y="57631"/>
                </a:lnTo>
                <a:lnTo>
                  <a:pt x="19249" y="57631"/>
                </a:lnTo>
                <a:lnTo>
                  <a:pt x="19249" y="19210"/>
                </a:lnTo>
                <a:lnTo>
                  <a:pt x="57669" y="19210"/>
                </a:lnTo>
                <a:close/>
                <a:moveTo>
                  <a:pt x="19283" y="403415"/>
                </a:moveTo>
                <a:lnTo>
                  <a:pt x="19283" y="364995"/>
                </a:lnTo>
                <a:lnTo>
                  <a:pt x="57704" y="364995"/>
                </a:lnTo>
                <a:lnTo>
                  <a:pt x="57704" y="403415"/>
                </a:lnTo>
                <a:lnTo>
                  <a:pt x="19287" y="403415"/>
                </a:lnTo>
                <a:close/>
                <a:moveTo>
                  <a:pt x="76876" y="364995"/>
                </a:moveTo>
                <a:lnTo>
                  <a:pt x="115296" y="364995"/>
                </a:lnTo>
                <a:lnTo>
                  <a:pt x="115335" y="403415"/>
                </a:lnTo>
                <a:lnTo>
                  <a:pt x="76914" y="403415"/>
                </a:lnTo>
                <a:lnTo>
                  <a:pt x="76876" y="364995"/>
                </a:lnTo>
                <a:close/>
                <a:moveTo>
                  <a:pt x="134468" y="403415"/>
                </a:moveTo>
                <a:lnTo>
                  <a:pt x="134468" y="364995"/>
                </a:lnTo>
                <a:lnTo>
                  <a:pt x="172963" y="364995"/>
                </a:lnTo>
                <a:cubicBezTo>
                  <a:pt x="172963" y="364995"/>
                  <a:pt x="172888" y="403415"/>
                  <a:pt x="172888" y="403415"/>
                </a:cubicBezTo>
                <a:lnTo>
                  <a:pt x="134468" y="403415"/>
                </a:lnTo>
                <a:close/>
                <a:moveTo>
                  <a:pt x="192099" y="364995"/>
                </a:moveTo>
                <a:lnTo>
                  <a:pt x="230594" y="364995"/>
                </a:lnTo>
                <a:lnTo>
                  <a:pt x="230594" y="403415"/>
                </a:lnTo>
                <a:lnTo>
                  <a:pt x="192099" y="403415"/>
                </a:lnTo>
                <a:lnTo>
                  <a:pt x="192099" y="364995"/>
                </a:lnTo>
                <a:close/>
                <a:moveTo>
                  <a:pt x="249804" y="403415"/>
                </a:moveTo>
                <a:lnTo>
                  <a:pt x="249824" y="364881"/>
                </a:lnTo>
                <a:lnTo>
                  <a:pt x="288244" y="364881"/>
                </a:lnTo>
                <a:lnTo>
                  <a:pt x="288225" y="403415"/>
                </a:lnTo>
                <a:lnTo>
                  <a:pt x="249804" y="403415"/>
                </a:lnTo>
                <a:close/>
                <a:moveTo>
                  <a:pt x="307454" y="364881"/>
                </a:moveTo>
                <a:lnTo>
                  <a:pt x="345856" y="364881"/>
                </a:lnTo>
                <a:lnTo>
                  <a:pt x="345856" y="403302"/>
                </a:lnTo>
                <a:lnTo>
                  <a:pt x="307454" y="403302"/>
                </a:lnTo>
                <a:lnTo>
                  <a:pt x="307454" y="364881"/>
                </a:lnTo>
                <a:close/>
                <a:moveTo>
                  <a:pt x="365066" y="364881"/>
                </a:moveTo>
                <a:lnTo>
                  <a:pt x="403411" y="364881"/>
                </a:lnTo>
                <a:lnTo>
                  <a:pt x="403411" y="403302"/>
                </a:lnTo>
                <a:lnTo>
                  <a:pt x="365066" y="403302"/>
                </a:lnTo>
                <a:lnTo>
                  <a:pt x="365066" y="364881"/>
                </a:lnTo>
                <a:close/>
                <a:moveTo>
                  <a:pt x="403411" y="345671"/>
                </a:moveTo>
                <a:lnTo>
                  <a:pt x="365066" y="345671"/>
                </a:lnTo>
                <a:lnTo>
                  <a:pt x="365066" y="249779"/>
                </a:lnTo>
                <a:lnTo>
                  <a:pt x="403411" y="249779"/>
                </a:lnTo>
                <a:cubicBezTo>
                  <a:pt x="403438" y="249779"/>
                  <a:pt x="403459" y="249764"/>
                  <a:pt x="403486" y="249764"/>
                </a:cubicBezTo>
                <a:lnTo>
                  <a:pt x="403486" y="345687"/>
                </a:lnTo>
                <a:cubicBezTo>
                  <a:pt x="403459" y="345687"/>
                  <a:pt x="403438" y="345671"/>
                  <a:pt x="403411" y="345671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371" descr="Trailer strap icon.">
            <a:extLst>
              <a:ext uri="{FF2B5EF4-FFF2-40B4-BE49-F238E27FC236}">
                <a16:creationId xmlns:a16="http://schemas.microsoft.com/office/drawing/2014/main" id="{E8CD353A-BBFD-9ECB-C190-8C3D2168740D}"/>
              </a:ext>
            </a:extLst>
          </p:cNvPr>
          <p:cNvSpPr/>
          <p:nvPr/>
        </p:nvSpPr>
        <p:spPr>
          <a:xfrm>
            <a:off x="10835570" y="2320272"/>
            <a:ext cx="336373" cy="461046"/>
          </a:xfrm>
          <a:custGeom>
            <a:avLst/>
            <a:gdLst>
              <a:gd name="connsiteX0" fmla="*/ 307285 w 336373"/>
              <a:gd name="connsiteY0" fmla="*/ 260439 h 461046"/>
              <a:gd name="connsiteX1" fmla="*/ 307233 w 336373"/>
              <a:gd name="connsiteY1" fmla="*/ 68381 h 461046"/>
              <a:gd name="connsiteX2" fmla="*/ 289871 w 336373"/>
              <a:gd name="connsiteY2" fmla="*/ 13161 h 461046"/>
              <a:gd name="connsiteX3" fmla="*/ 271646 w 336373"/>
              <a:gd name="connsiteY3" fmla="*/ 0 h 461046"/>
              <a:gd name="connsiteX4" fmla="*/ 73748 w 336373"/>
              <a:gd name="connsiteY4" fmla="*/ 0 h 461046"/>
              <a:gd name="connsiteX5" fmla="*/ 55495 w 336373"/>
              <a:gd name="connsiteY5" fmla="*/ 13245 h 461046"/>
              <a:gd name="connsiteX6" fmla="*/ 39567 w 336373"/>
              <a:gd name="connsiteY6" fmla="*/ 61955 h 461046"/>
              <a:gd name="connsiteX7" fmla="*/ 38497 w 336373"/>
              <a:gd name="connsiteY7" fmla="*/ 67236 h 461046"/>
              <a:gd name="connsiteX8" fmla="*/ 38497 w 336373"/>
              <a:gd name="connsiteY8" fmla="*/ 192103 h 461046"/>
              <a:gd name="connsiteX9" fmla="*/ 28460 w 336373"/>
              <a:gd name="connsiteY9" fmla="*/ 207496 h 461046"/>
              <a:gd name="connsiteX10" fmla="*/ 20015 w 336373"/>
              <a:gd name="connsiteY10" fmla="*/ 326499 h 461046"/>
              <a:gd name="connsiteX11" fmla="*/ 19210 w 336373"/>
              <a:gd name="connsiteY11" fmla="*/ 326499 h 461046"/>
              <a:gd name="connsiteX12" fmla="*/ 0 w 336373"/>
              <a:gd name="connsiteY12" fmla="*/ 345710 h 461046"/>
              <a:gd name="connsiteX13" fmla="*/ 0 w 336373"/>
              <a:gd name="connsiteY13" fmla="*/ 441836 h 461046"/>
              <a:gd name="connsiteX14" fmla="*/ 19210 w 336373"/>
              <a:gd name="connsiteY14" fmla="*/ 461046 h 461046"/>
              <a:gd name="connsiteX15" fmla="*/ 38420 w 336373"/>
              <a:gd name="connsiteY15" fmla="*/ 461046 h 461046"/>
              <a:gd name="connsiteX16" fmla="*/ 57706 w 336373"/>
              <a:gd name="connsiteY16" fmla="*/ 441836 h 461046"/>
              <a:gd name="connsiteX17" fmla="*/ 96059 w 336373"/>
              <a:gd name="connsiteY17" fmla="*/ 441870 h 461046"/>
              <a:gd name="connsiteX18" fmla="*/ 115262 w 336373"/>
              <a:gd name="connsiteY18" fmla="*/ 461046 h 461046"/>
              <a:gd name="connsiteX19" fmla="*/ 134472 w 336373"/>
              <a:gd name="connsiteY19" fmla="*/ 461046 h 461046"/>
              <a:gd name="connsiteX20" fmla="*/ 153682 w 336373"/>
              <a:gd name="connsiteY20" fmla="*/ 441836 h 461046"/>
              <a:gd name="connsiteX21" fmla="*/ 153682 w 336373"/>
              <a:gd name="connsiteY21" fmla="*/ 345710 h 461046"/>
              <a:gd name="connsiteX22" fmla="*/ 134472 w 336373"/>
              <a:gd name="connsiteY22" fmla="*/ 326499 h 461046"/>
              <a:gd name="connsiteX23" fmla="*/ 133796 w 336373"/>
              <a:gd name="connsiteY23" fmla="*/ 326499 h 461046"/>
              <a:gd name="connsiteX24" fmla="*/ 125345 w 336373"/>
              <a:gd name="connsiteY24" fmla="*/ 210047 h 461046"/>
              <a:gd name="connsiteX25" fmla="*/ 115336 w 336373"/>
              <a:gd name="connsiteY25" fmla="*/ 192103 h 461046"/>
              <a:gd name="connsiteX26" fmla="*/ 115331 w 336373"/>
              <a:gd name="connsiteY26" fmla="*/ 76564 h 461046"/>
              <a:gd name="connsiteX27" fmla="*/ 230477 w 336373"/>
              <a:gd name="connsiteY27" fmla="*/ 76820 h 461046"/>
              <a:gd name="connsiteX28" fmla="*/ 230494 w 336373"/>
              <a:gd name="connsiteY28" fmla="*/ 260141 h 461046"/>
              <a:gd name="connsiteX29" fmla="*/ 204015 w 336373"/>
              <a:gd name="connsiteY29" fmla="*/ 292347 h 461046"/>
              <a:gd name="connsiteX30" fmla="*/ 210477 w 336373"/>
              <a:gd name="connsiteY30" fmla="*/ 340411 h 461046"/>
              <a:gd name="connsiteX31" fmla="*/ 254019 w 336373"/>
              <a:gd name="connsiteY31" fmla="*/ 376290 h 461046"/>
              <a:gd name="connsiteX32" fmla="*/ 284523 w 336373"/>
              <a:gd name="connsiteY32" fmla="*/ 397320 h 461046"/>
              <a:gd name="connsiteX33" fmla="*/ 291135 w 336373"/>
              <a:gd name="connsiteY33" fmla="*/ 425357 h 461046"/>
              <a:gd name="connsiteX34" fmla="*/ 279213 w 336373"/>
              <a:gd name="connsiteY34" fmla="*/ 438929 h 461046"/>
              <a:gd name="connsiteX35" fmla="*/ 236684 w 336373"/>
              <a:gd name="connsiteY35" fmla="*/ 421773 h 461046"/>
              <a:gd name="connsiteX36" fmla="*/ 219031 w 336373"/>
              <a:gd name="connsiteY36" fmla="*/ 429370 h 461046"/>
              <a:gd name="connsiteX37" fmla="*/ 264750 w 336373"/>
              <a:gd name="connsiteY37" fmla="*/ 460812 h 461046"/>
              <a:gd name="connsiteX38" fmla="*/ 285610 w 336373"/>
              <a:gd name="connsiteY38" fmla="*/ 457050 h 461046"/>
              <a:gd name="connsiteX39" fmla="*/ 309717 w 336373"/>
              <a:gd name="connsiteY39" fmla="*/ 430233 h 461046"/>
              <a:gd name="connsiteX40" fmla="*/ 299006 w 336373"/>
              <a:gd name="connsiteY40" fmla="*/ 384693 h 461046"/>
              <a:gd name="connsiteX41" fmla="*/ 293020 w 336373"/>
              <a:gd name="connsiteY41" fmla="*/ 378878 h 461046"/>
              <a:gd name="connsiteX42" fmla="*/ 325429 w 336373"/>
              <a:gd name="connsiteY42" fmla="*/ 346647 h 461046"/>
              <a:gd name="connsiteX43" fmla="*/ 333177 w 336373"/>
              <a:gd name="connsiteY43" fmla="*/ 330729 h 461046"/>
              <a:gd name="connsiteX44" fmla="*/ 307283 w 336373"/>
              <a:gd name="connsiteY44" fmla="*/ 260437 h 461046"/>
              <a:gd name="connsiteX45" fmla="*/ 271637 w 336373"/>
              <a:gd name="connsiteY45" fmla="*/ 19220 h 461046"/>
              <a:gd name="connsiteX46" fmla="*/ 284473 w 336373"/>
              <a:gd name="connsiteY46" fmla="*/ 57725 h 461046"/>
              <a:gd name="connsiteX47" fmla="*/ 61317 w 336373"/>
              <a:gd name="connsiteY47" fmla="*/ 57729 h 461046"/>
              <a:gd name="connsiteX48" fmla="*/ 73748 w 336373"/>
              <a:gd name="connsiteY48" fmla="*/ 19212 h 461046"/>
              <a:gd name="connsiteX49" fmla="*/ 271639 w 336373"/>
              <a:gd name="connsiteY49" fmla="*/ 19222 h 461046"/>
              <a:gd name="connsiteX50" fmla="*/ 57633 w 336373"/>
              <a:gd name="connsiteY50" fmla="*/ 364929 h 461046"/>
              <a:gd name="connsiteX51" fmla="*/ 96128 w 336373"/>
              <a:gd name="connsiteY51" fmla="*/ 364995 h 461046"/>
              <a:gd name="connsiteX52" fmla="*/ 96128 w 336373"/>
              <a:gd name="connsiteY52" fmla="*/ 384205 h 461046"/>
              <a:gd name="connsiteX53" fmla="*/ 57633 w 336373"/>
              <a:gd name="connsiteY53" fmla="*/ 384167 h 461046"/>
              <a:gd name="connsiteX54" fmla="*/ 57633 w 336373"/>
              <a:gd name="connsiteY54" fmla="*/ 364928 h 461046"/>
              <a:gd name="connsiteX55" fmla="*/ 57633 w 336373"/>
              <a:gd name="connsiteY55" fmla="*/ 403379 h 461046"/>
              <a:gd name="connsiteX56" fmla="*/ 96053 w 336373"/>
              <a:gd name="connsiteY56" fmla="*/ 403379 h 461046"/>
              <a:gd name="connsiteX57" fmla="*/ 96128 w 336373"/>
              <a:gd name="connsiteY57" fmla="*/ 422627 h 461046"/>
              <a:gd name="connsiteX58" fmla="*/ 57708 w 336373"/>
              <a:gd name="connsiteY58" fmla="*/ 422627 h 461046"/>
              <a:gd name="connsiteX59" fmla="*/ 57633 w 336373"/>
              <a:gd name="connsiteY59" fmla="*/ 403379 h 461046"/>
              <a:gd name="connsiteX60" fmla="*/ 96053 w 336373"/>
              <a:gd name="connsiteY60" fmla="*/ 345710 h 461046"/>
              <a:gd name="connsiteX61" fmla="*/ 96053 w 336373"/>
              <a:gd name="connsiteY61" fmla="*/ 345719 h 461046"/>
              <a:gd name="connsiteX62" fmla="*/ 57633 w 336373"/>
              <a:gd name="connsiteY62" fmla="*/ 345719 h 461046"/>
              <a:gd name="connsiteX63" fmla="*/ 57633 w 336373"/>
              <a:gd name="connsiteY63" fmla="*/ 345710 h 461046"/>
              <a:gd name="connsiteX64" fmla="*/ 39254 w 336373"/>
              <a:gd name="connsiteY64" fmla="*/ 326668 h 461046"/>
              <a:gd name="connsiteX65" fmla="*/ 41997 w 336373"/>
              <a:gd name="connsiteY65" fmla="*/ 288042 h 461046"/>
              <a:gd name="connsiteX66" fmla="*/ 111754 w 336373"/>
              <a:gd name="connsiteY66" fmla="*/ 288042 h 461046"/>
              <a:gd name="connsiteX67" fmla="*/ 114555 w 336373"/>
              <a:gd name="connsiteY67" fmla="*/ 326643 h 461046"/>
              <a:gd name="connsiteX68" fmla="*/ 96053 w 336373"/>
              <a:gd name="connsiteY68" fmla="*/ 345712 h 461046"/>
              <a:gd name="connsiteX69" fmla="*/ 105733 w 336373"/>
              <a:gd name="connsiteY69" fmla="*/ 211513 h 461046"/>
              <a:gd name="connsiteX70" fmla="*/ 110359 w 336373"/>
              <a:gd name="connsiteY70" fmla="*/ 269030 h 461046"/>
              <a:gd name="connsiteX71" fmla="*/ 43477 w 336373"/>
              <a:gd name="connsiteY71" fmla="*/ 269011 h 461046"/>
              <a:gd name="connsiteX72" fmla="*/ 48102 w 336373"/>
              <a:gd name="connsiteY72" fmla="*/ 211313 h 461046"/>
              <a:gd name="connsiteX73" fmla="*/ 105733 w 336373"/>
              <a:gd name="connsiteY73" fmla="*/ 211513 h 461046"/>
              <a:gd name="connsiteX74" fmla="*/ 38497 w 336373"/>
              <a:gd name="connsiteY74" fmla="*/ 441836 h 461046"/>
              <a:gd name="connsiteX75" fmla="*/ 19212 w 336373"/>
              <a:gd name="connsiteY75" fmla="*/ 441836 h 461046"/>
              <a:gd name="connsiteX76" fmla="*/ 19212 w 336373"/>
              <a:gd name="connsiteY76" fmla="*/ 345710 h 461046"/>
              <a:gd name="connsiteX77" fmla="*/ 38422 w 336373"/>
              <a:gd name="connsiteY77" fmla="*/ 345710 h 461046"/>
              <a:gd name="connsiteX78" fmla="*/ 38497 w 336373"/>
              <a:gd name="connsiteY78" fmla="*/ 441836 h 461046"/>
              <a:gd name="connsiteX79" fmla="*/ 134474 w 336373"/>
              <a:gd name="connsiteY79" fmla="*/ 441836 h 461046"/>
              <a:gd name="connsiteX80" fmla="*/ 115263 w 336373"/>
              <a:gd name="connsiteY80" fmla="*/ 441836 h 461046"/>
              <a:gd name="connsiteX81" fmla="*/ 115263 w 336373"/>
              <a:gd name="connsiteY81" fmla="*/ 345710 h 461046"/>
              <a:gd name="connsiteX82" fmla="*/ 134474 w 336373"/>
              <a:gd name="connsiteY82" fmla="*/ 345710 h 461046"/>
              <a:gd name="connsiteX83" fmla="*/ 134474 w 336373"/>
              <a:gd name="connsiteY83" fmla="*/ 441836 h 461046"/>
              <a:gd name="connsiteX84" fmla="*/ 96197 w 336373"/>
              <a:gd name="connsiteY84" fmla="*/ 192216 h 461046"/>
              <a:gd name="connsiteX85" fmla="*/ 57646 w 336373"/>
              <a:gd name="connsiteY85" fmla="*/ 192216 h 461046"/>
              <a:gd name="connsiteX86" fmla="*/ 57708 w 336373"/>
              <a:gd name="connsiteY86" fmla="*/ 76841 h 461046"/>
              <a:gd name="connsiteX87" fmla="*/ 96128 w 336373"/>
              <a:gd name="connsiteY87" fmla="*/ 76841 h 461046"/>
              <a:gd name="connsiteX88" fmla="*/ 96197 w 336373"/>
              <a:gd name="connsiteY88" fmla="*/ 192216 h 461046"/>
              <a:gd name="connsiteX89" fmla="*/ 288231 w 336373"/>
              <a:gd name="connsiteY89" fmla="*/ 76841 h 461046"/>
              <a:gd name="connsiteX90" fmla="*/ 288231 w 336373"/>
              <a:gd name="connsiteY90" fmla="*/ 278549 h 461046"/>
              <a:gd name="connsiteX91" fmla="*/ 249810 w 336373"/>
              <a:gd name="connsiteY91" fmla="*/ 278549 h 461046"/>
              <a:gd name="connsiteX92" fmla="*/ 249810 w 336373"/>
              <a:gd name="connsiteY92" fmla="*/ 76841 h 461046"/>
              <a:gd name="connsiteX93" fmla="*/ 288231 w 336373"/>
              <a:gd name="connsiteY93" fmla="*/ 76841 h 461046"/>
              <a:gd name="connsiteX94" fmla="*/ 314766 w 336373"/>
              <a:gd name="connsiteY94" fmla="*/ 325243 h 461046"/>
              <a:gd name="connsiteX95" fmla="*/ 309531 w 336373"/>
              <a:gd name="connsiteY95" fmla="*/ 335870 h 461046"/>
              <a:gd name="connsiteX96" fmla="*/ 276568 w 336373"/>
              <a:gd name="connsiteY96" fmla="*/ 367037 h 461046"/>
              <a:gd name="connsiteX97" fmla="*/ 263211 w 336373"/>
              <a:gd name="connsiteY97" fmla="*/ 359424 h 461046"/>
              <a:gd name="connsiteX98" fmla="*/ 227323 w 336373"/>
              <a:gd name="connsiteY98" fmla="*/ 331181 h 461046"/>
              <a:gd name="connsiteX99" fmla="*/ 222380 w 336373"/>
              <a:gd name="connsiteY99" fmla="*/ 297976 h 461046"/>
              <a:gd name="connsiteX100" fmla="*/ 231485 w 336373"/>
              <a:gd name="connsiteY100" fmla="*/ 283328 h 461046"/>
              <a:gd name="connsiteX101" fmla="*/ 249572 w 336373"/>
              <a:gd name="connsiteY101" fmla="*/ 297628 h 461046"/>
              <a:gd name="connsiteX102" fmla="*/ 288227 w 336373"/>
              <a:gd name="connsiteY102" fmla="*/ 297759 h 461046"/>
              <a:gd name="connsiteX103" fmla="*/ 301612 w 336373"/>
              <a:gd name="connsiteY103" fmla="*/ 292309 h 461046"/>
              <a:gd name="connsiteX104" fmla="*/ 306363 w 336373"/>
              <a:gd name="connsiteY104" fmla="*/ 283332 h 461046"/>
              <a:gd name="connsiteX105" fmla="*/ 314764 w 336373"/>
              <a:gd name="connsiteY105" fmla="*/ 325241 h 4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6373" h="461046">
                <a:moveTo>
                  <a:pt x="307285" y="260439"/>
                </a:moveTo>
                <a:lnTo>
                  <a:pt x="307233" y="68381"/>
                </a:lnTo>
                <a:lnTo>
                  <a:pt x="289871" y="13161"/>
                </a:lnTo>
                <a:cubicBezTo>
                  <a:pt x="287264" y="5291"/>
                  <a:pt x="279938" y="0"/>
                  <a:pt x="271646" y="0"/>
                </a:cubicBezTo>
                <a:lnTo>
                  <a:pt x="73748" y="0"/>
                </a:lnTo>
                <a:cubicBezTo>
                  <a:pt x="65428" y="0"/>
                  <a:pt x="58094" y="5319"/>
                  <a:pt x="55495" y="13245"/>
                </a:cubicBezTo>
                <a:lnTo>
                  <a:pt x="39567" y="61955"/>
                </a:lnTo>
                <a:cubicBezTo>
                  <a:pt x="38807" y="64272"/>
                  <a:pt x="38497" y="64796"/>
                  <a:pt x="38497" y="67236"/>
                </a:cubicBezTo>
                <a:lnTo>
                  <a:pt x="38497" y="192103"/>
                </a:lnTo>
                <a:cubicBezTo>
                  <a:pt x="33009" y="194471"/>
                  <a:pt x="28902" y="201204"/>
                  <a:pt x="28460" y="207496"/>
                </a:cubicBezTo>
                <a:lnTo>
                  <a:pt x="20015" y="326499"/>
                </a:lnTo>
                <a:lnTo>
                  <a:pt x="19210" y="326499"/>
                </a:lnTo>
                <a:cubicBezTo>
                  <a:pt x="8620" y="326499"/>
                  <a:pt x="0" y="335119"/>
                  <a:pt x="0" y="345710"/>
                </a:cubicBezTo>
                <a:lnTo>
                  <a:pt x="0" y="441836"/>
                </a:lnTo>
                <a:cubicBezTo>
                  <a:pt x="0" y="452426"/>
                  <a:pt x="8620" y="461046"/>
                  <a:pt x="19210" y="461046"/>
                </a:cubicBezTo>
                <a:lnTo>
                  <a:pt x="38420" y="461046"/>
                </a:lnTo>
                <a:cubicBezTo>
                  <a:pt x="48846" y="461046"/>
                  <a:pt x="57444" y="452202"/>
                  <a:pt x="57706" y="441836"/>
                </a:cubicBezTo>
                <a:lnTo>
                  <a:pt x="96059" y="441870"/>
                </a:lnTo>
                <a:cubicBezTo>
                  <a:pt x="96080" y="452444"/>
                  <a:pt x="104684" y="461046"/>
                  <a:pt x="115262" y="461046"/>
                </a:cubicBezTo>
                <a:lnTo>
                  <a:pt x="134472" y="461046"/>
                </a:lnTo>
                <a:cubicBezTo>
                  <a:pt x="145062" y="461046"/>
                  <a:pt x="153682" y="452426"/>
                  <a:pt x="153682" y="441836"/>
                </a:cubicBezTo>
                <a:lnTo>
                  <a:pt x="153682" y="345710"/>
                </a:lnTo>
                <a:cubicBezTo>
                  <a:pt x="153682" y="335119"/>
                  <a:pt x="145062" y="326499"/>
                  <a:pt x="134472" y="326499"/>
                </a:cubicBezTo>
                <a:lnTo>
                  <a:pt x="133796" y="326499"/>
                </a:lnTo>
                <a:lnTo>
                  <a:pt x="125345" y="210047"/>
                </a:lnTo>
                <a:cubicBezTo>
                  <a:pt x="124869" y="203437"/>
                  <a:pt x="120779" y="195184"/>
                  <a:pt x="115336" y="192103"/>
                </a:cubicBezTo>
                <a:lnTo>
                  <a:pt x="115331" y="76564"/>
                </a:lnTo>
                <a:lnTo>
                  <a:pt x="230477" y="76820"/>
                </a:lnTo>
                <a:lnTo>
                  <a:pt x="230494" y="260141"/>
                </a:lnTo>
                <a:cubicBezTo>
                  <a:pt x="217577" y="267720"/>
                  <a:pt x="208124" y="278931"/>
                  <a:pt x="204015" y="292347"/>
                </a:cubicBezTo>
                <a:cubicBezTo>
                  <a:pt x="199343" y="307552"/>
                  <a:pt x="201585" y="324173"/>
                  <a:pt x="210477" y="340411"/>
                </a:cubicBezTo>
                <a:cubicBezTo>
                  <a:pt x="219952" y="357708"/>
                  <a:pt x="237266" y="367154"/>
                  <a:pt x="254019" y="376290"/>
                </a:cubicBezTo>
                <a:cubicBezTo>
                  <a:pt x="265951" y="382801"/>
                  <a:pt x="277225" y="388944"/>
                  <a:pt x="284523" y="397320"/>
                </a:cubicBezTo>
                <a:cubicBezTo>
                  <a:pt x="290949" y="404683"/>
                  <a:pt x="293604" y="415948"/>
                  <a:pt x="291135" y="425357"/>
                </a:cubicBezTo>
                <a:cubicBezTo>
                  <a:pt x="289896" y="430066"/>
                  <a:pt x="286821" y="436248"/>
                  <a:pt x="279213" y="438929"/>
                </a:cubicBezTo>
                <a:cubicBezTo>
                  <a:pt x="259815" y="445795"/>
                  <a:pt x="244301" y="439529"/>
                  <a:pt x="236684" y="421773"/>
                </a:cubicBezTo>
                <a:lnTo>
                  <a:pt x="219031" y="429370"/>
                </a:lnTo>
                <a:cubicBezTo>
                  <a:pt x="227755" y="449641"/>
                  <a:pt x="244658" y="460812"/>
                  <a:pt x="264750" y="460812"/>
                </a:cubicBezTo>
                <a:cubicBezTo>
                  <a:pt x="271410" y="460812"/>
                  <a:pt x="278426" y="459582"/>
                  <a:pt x="285610" y="457050"/>
                </a:cubicBezTo>
                <a:cubicBezTo>
                  <a:pt x="297730" y="452764"/>
                  <a:pt x="306294" y="443242"/>
                  <a:pt x="309717" y="430233"/>
                </a:cubicBezTo>
                <a:cubicBezTo>
                  <a:pt x="313798" y="414709"/>
                  <a:pt x="309596" y="396830"/>
                  <a:pt x="299006" y="384693"/>
                </a:cubicBezTo>
                <a:cubicBezTo>
                  <a:pt x="297175" y="382591"/>
                  <a:pt x="295098" y="380734"/>
                  <a:pt x="293020" y="378878"/>
                </a:cubicBezTo>
                <a:cubicBezTo>
                  <a:pt x="304619" y="370137"/>
                  <a:pt x="317332" y="358573"/>
                  <a:pt x="325429" y="346647"/>
                </a:cubicBezTo>
                <a:cubicBezTo>
                  <a:pt x="328985" y="341405"/>
                  <a:pt x="331582" y="336047"/>
                  <a:pt x="333177" y="330729"/>
                </a:cubicBezTo>
                <a:cubicBezTo>
                  <a:pt x="342075" y="300750"/>
                  <a:pt x="332065" y="274593"/>
                  <a:pt x="307283" y="260437"/>
                </a:cubicBezTo>
                <a:close/>
                <a:moveTo>
                  <a:pt x="271637" y="19220"/>
                </a:moveTo>
                <a:lnTo>
                  <a:pt x="284473" y="57725"/>
                </a:lnTo>
                <a:lnTo>
                  <a:pt x="61317" y="57729"/>
                </a:lnTo>
                <a:lnTo>
                  <a:pt x="73748" y="19212"/>
                </a:lnTo>
                <a:lnTo>
                  <a:pt x="271639" y="19222"/>
                </a:lnTo>
                <a:close/>
                <a:moveTo>
                  <a:pt x="57633" y="364929"/>
                </a:moveTo>
                <a:lnTo>
                  <a:pt x="96128" y="364995"/>
                </a:lnTo>
                <a:lnTo>
                  <a:pt x="96128" y="384205"/>
                </a:lnTo>
                <a:lnTo>
                  <a:pt x="57633" y="384167"/>
                </a:lnTo>
                <a:lnTo>
                  <a:pt x="57633" y="364928"/>
                </a:lnTo>
                <a:close/>
                <a:moveTo>
                  <a:pt x="57633" y="403379"/>
                </a:moveTo>
                <a:lnTo>
                  <a:pt x="96053" y="403379"/>
                </a:lnTo>
                <a:lnTo>
                  <a:pt x="96128" y="422627"/>
                </a:lnTo>
                <a:lnTo>
                  <a:pt x="57708" y="422627"/>
                </a:lnTo>
                <a:lnTo>
                  <a:pt x="57633" y="403379"/>
                </a:lnTo>
                <a:close/>
                <a:moveTo>
                  <a:pt x="96053" y="345710"/>
                </a:moveTo>
                <a:lnTo>
                  <a:pt x="96053" y="345719"/>
                </a:lnTo>
                <a:lnTo>
                  <a:pt x="57633" y="345719"/>
                </a:lnTo>
                <a:lnTo>
                  <a:pt x="57633" y="345710"/>
                </a:lnTo>
                <a:cubicBezTo>
                  <a:pt x="57633" y="335415"/>
                  <a:pt x="49438" y="327129"/>
                  <a:pt x="39254" y="326668"/>
                </a:cubicBezTo>
                <a:lnTo>
                  <a:pt x="41997" y="288042"/>
                </a:lnTo>
                <a:lnTo>
                  <a:pt x="111754" y="288042"/>
                </a:lnTo>
                <a:lnTo>
                  <a:pt x="114555" y="326643"/>
                </a:lnTo>
                <a:cubicBezTo>
                  <a:pt x="104310" y="327039"/>
                  <a:pt x="96053" y="335371"/>
                  <a:pt x="96053" y="345712"/>
                </a:cubicBezTo>
                <a:close/>
                <a:moveTo>
                  <a:pt x="105733" y="211513"/>
                </a:moveTo>
                <a:lnTo>
                  <a:pt x="110359" y="269030"/>
                </a:lnTo>
                <a:lnTo>
                  <a:pt x="43477" y="269011"/>
                </a:lnTo>
                <a:lnTo>
                  <a:pt x="48102" y="211313"/>
                </a:lnTo>
                <a:lnTo>
                  <a:pt x="105733" y="211513"/>
                </a:lnTo>
                <a:close/>
                <a:moveTo>
                  <a:pt x="38497" y="441836"/>
                </a:moveTo>
                <a:lnTo>
                  <a:pt x="19212" y="441836"/>
                </a:lnTo>
                <a:lnTo>
                  <a:pt x="19212" y="345710"/>
                </a:lnTo>
                <a:lnTo>
                  <a:pt x="38422" y="345710"/>
                </a:lnTo>
                <a:lnTo>
                  <a:pt x="38497" y="441836"/>
                </a:lnTo>
                <a:close/>
                <a:moveTo>
                  <a:pt x="134474" y="441836"/>
                </a:moveTo>
                <a:lnTo>
                  <a:pt x="115263" y="441836"/>
                </a:lnTo>
                <a:lnTo>
                  <a:pt x="115263" y="345710"/>
                </a:lnTo>
                <a:lnTo>
                  <a:pt x="134474" y="345710"/>
                </a:lnTo>
                <a:lnTo>
                  <a:pt x="134474" y="441836"/>
                </a:lnTo>
                <a:close/>
                <a:moveTo>
                  <a:pt x="96197" y="192216"/>
                </a:moveTo>
                <a:lnTo>
                  <a:pt x="57646" y="192216"/>
                </a:lnTo>
                <a:lnTo>
                  <a:pt x="57708" y="76841"/>
                </a:lnTo>
                <a:lnTo>
                  <a:pt x="96128" y="76841"/>
                </a:lnTo>
                <a:lnTo>
                  <a:pt x="96197" y="192216"/>
                </a:lnTo>
                <a:close/>
                <a:moveTo>
                  <a:pt x="288231" y="76841"/>
                </a:moveTo>
                <a:lnTo>
                  <a:pt x="288231" y="278549"/>
                </a:lnTo>
                <a:cubicBezTo>
                  <a:pt x="288231" y="278549"/>
                  <a:pt x="249810" y="278549"/>
                  <a:pt x="249810" y="278549"/>
                </a:cubicBezTo>
                <a:lnTo>
                  <a:pt x="249810" y="76841"/>
                </a:lnTo>
                <a:cubicBezTo>
                  <a:pt x="249810" y="76841"/>
                  <a:pt x="288231" y="76841"/>
                  <a:pt x="288231" y="76841"/>
                </a:cubicBezTo>
                <a:close/>
                <a:moveTo>
                  <a:pt x="314766" y="325243"/>
                </a:moveTo>
                <a:cubicBezTo>
                  <a:pt x="313744" y="328676"/>
                  <a:pt x="311980" y="332259"/>
                  <a:pt x="309531" y="335870"/>
                </a:cubicBezTo>
                <a:cubicBezTo>
                  <a:pt x="301570" y="347581"/>
                  <a:pt x="287587" y="359349"/>
                  <a:pt x="276568" y="367037"/>
                </a:cubicBezTo>
                <a:cubicBezTo>
                  <a:pt x="272165" y="364395"/>
                  <a:pt x="267687" y="361862"/>
                  <a:pt x="263211" y="359424"/>
                </a:cubicBezTo>
                <a:cubicBezTo>
                  <a:pt x="248241" y="351254"/>
                  <a:pt x="234096" y="343543"/>
                  <a:pt x="227323" y="331181"/>
                </a:cubicBezTo>
                <a:cubicBezTo>
                  <a:pt x="220981" y="319597"/>
                  <a:pt x="219266" y="308115"/>
                  <a:pt x="222380" y="297976"/>
                </a:cubicBezTo>
                <a:cubicBezTo>
                  <a:pt x="224063" y="292484"/>
                  <a:pt x="227271" y="287566"/>
                  <a:pt x="231485" y="283328"/>
                </a:cubicBezTo>
                <a:cubicBezTo>
                  <a:pt x="233697" y="291431"/>
                  <a:pt x="240787" y="297567"/>
                  <a:pt x="249572" y="297628"/>
                </a:cubicBezTo>
                <a:cubicBezTo>
                  <a:pt x="249572" y="297628"/>
                  <a:pt x="288181" y="297759"/>
                  <a:pt x="288227" y="297759"/>
                </a:cubicBezTo>
                <a:cubicBezTo>
                  <a:pt x="293329" y="297759"/>
                  <a:pt x="297982" y="295911"/>
                  <a:pt x="301612" y="292309"/>
                </a:cubicBezTo>
                <a:cubicBezTo>
                  <a:pt x="304117" y="289823"/>
                  <a:pt x="305518" y="286669"/>
                  <a:pt x="306363" y="283332"/>
                </a:cubicBezTo>
                <a:cubicBezTo>
                  <a:pt x="316762" y="293440"/>
                  <a:pt x="319876" y="308029"/>
                  <a:pt x="314764" y="325241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324" descr="Traffic light icon.">
            <a:extLst>
              <a:ext uri="{FF2B5EF4-FFF2-40B4-BE49-F238E27FC236}">
                <a16:creationId xmlns:a16="http://schemas.microsoft.com/office/drawing/2014/main" id="{9C635950-4531-2363-D570-8F52FD082321}"/>
              </a:ext>
            </a:extLst>
          </p:cNvPr>
          <p:cNvSpPr/>
          <p:nvPr/>
        </p:nvSpPr>
        <p:spPr>
          <a:xfrm>
            <a:off x="1019201" y="3278107"/>
            <a:ext cx="307364" cy="461046"/>
          </a:xfrm>
          <a:custGeom>
            <a:avLst/>
            <a:gdLst>
              <a:gd name="connsiteX0" fmla="*/ 153682 w 307364"/>
              <a:gd name="connsiteY0" fmla="*/ 134472 h 461046"/>
              <a:gd name="connsiteX1" fmla="*/ 201708 w 307364"/>
              <a:gd name="connsiteY1" fmla="*/ 86446 h 461046"/>
              <a:gd name="connsiteX2" fmla="*/ 153682 w 307364"/>
              <a:gd name="connsiteY2" fmla="*/ 38421 h 461046"/>
              <a:gd name="connsiteX3" fmla="*/ 105656 w 307364"/>
              <a:gd name="connsiteY3" fmla="*/ 86446 h 461046"/>
              <a:gd name="connsiteX4" fmla="*/ 153682 w 307364"/>
              <a:gd name="connsiteY4" fmla="*/ 134472 h 461046"/>
              <a:gd name="connsiteX5" fmla="*/ 153682 w 307364"/>
              <a:gd name="connsiteY5" fmla="*/ 57631 h 461046"/>
              <a:gd name="connsiteX6" fmla="*/ 182497 w 307364"/>
              <a:gd name="connsiteY6" fmla="*/ 86446 h 461046"/>
              <a:gd name="connsiteX7" fmla="*/ 153682 w 307364"/>
              <a:gd name="connsiteY7" fmla="*/ 115262 h 461046"/>
              <a:gd name="connsiteX8" fmla="*/ 124867 w 307364"/>
              <a:gd name="connsiteY8" fmla="*/ 86446 h 461046"/>
              <a:gd name="connsiteX9" fmla="*/ 153682 w 307364"/>
              <a:gd name="connsiteY9" fmla="*/ 57631 h 461046"/>
              <a:gd name="connsiteX10" fmla="*/ 153682 w 307364"/>
              <a:gd name="connsiteY10" fmla="*/ 249733 h 461046"/>
              <a:gd name="connsiteX11" fmla="*/ 201708 w 307364"/>
              <a:gd name="connsiteY11" fmla="*/ 201708 h 461046"/>
              <a:gd name="connsiteX12" fmla="*/ 153682 w 307364"/>
              <a:gd name="connsiteY12" fmla="*/ 153682 h 461046"/>
              <a:gd name="connsiteX13" fmla="*/ 105656 w 307364"/>
              <a:gd name="connsiteY13" fmla="*/ 201708 h 461046"/>
              <a:gd name="connsiteX14" fmla="*/ 153682 w 307364"/>
              <a:gd name="connsiteY14" fmla="*/ 249733 h 461046"/>
              <a:gd name="connsiteX15" fmla="*/ 153682 w 307364"/>
              <a:gd name="connsiteY15" fmla="*/ 172892 h 461046"/>
              <a:gd name="connsiteX16" fmla="*/ 182497 w 307364"/>
              <a:gd name="connsiteY16" fmla="*/ 201708 h 461046"/>
              <a:gd name="connsiteX17" fmla="*/ 153682 w 307364"/>
              <a:gd name="connsiteY17" fmla="*/ 230523 h 461046"/>
              <a:gd name="connsiteX18" fmla="*/ 124867 w 307364"/>
              <a:gd name="connsiteY18" fmla="*/ 201708 h 461046"/>
              <a:gd name="connsiteX19" fmla="*/ 153682 w 307364"/>
              <a:gd name="connsiteY19" fmla="*/ 172892 h 461046"/>
              <a:gd name="connsiteX20" fmla="*/ 153682 w 307364"/>
              <a:gd name="connsiteY20" fmla="*/ 364995 h 461046"/>
              <a:gd name="connsiteX21" fmla="*/ 201708 w 307364"/>
              <a:gd name="connsiteY21" fmla="*/ 316969 h 461046"/>
              <a:gd name="connsiteX22" fmla="*/ 153682 w 307364"/>
              <a:gd name="connsiteY22" fmla="*/ 268944 h 461046"/>
              <a:gd name="connsiteX23" fmla="*/ 105656 w 307364"/>
              <a:gd name="connsiteY23" fmla="*/ 316969 h 461046"/>
              <a:gd name="connsiteX24" fmla="*/ 153682 w 307364"/>
              <a:gd name="connsiteY24" fmla="*/ 364995 h 461046"/>
              <a:gd name="connsiteX25" fmla="*/ 153682 w 307364"/>
              <a:gd name="connsiteY25" fmla="*/ 288154 h 461046"/>
              <a:gd name="connsiteX26" fmla="*/ 182497 w 307364"/>
              <a:gd name="connsiteY26" fmla="*/ 316969 h 461046"/>
              <a:gd name="connsiteX27" fmla="*/ 153682 w 307364"/>
              <a:gd name="connsiteY27" fmla="*/ 345785 h 461046"/>
              <a:gd name="connsiteX28" fmla="*/ 124867 w 307364"/>
              <a:gd name="connsiteY28" fmla="*/ 316969 h 461046"/>
              <a:gd name="connsiteX29" fmla="*/ 153682 w 307364"/>
              <a:gd name="connsiteY29" fmla="*/ 288154 h 461046"/>
              <a:gd name="connsiteX30" fmla="*/ 263503 w 307364"/>
              <a:gd name="connsiteY30" fmla="*/ 134472 h 461046"/>
              <a:gd name="connsiteX31" fmla="*/ 279974 w 307364"/>
              <a:gd name="connsiteY31" fmla="*/ 125147 h 461046"/>
              <a:gd name="connsiteX32" fmla="*/ 304615 w 307364"/>
              <a:gd name="connsiteY32" fmla="*/ 84081 h 461046"/>
              <a:gd name="connsiteX33" fmla="*/ 307364 w 307364"/>
              <a:gd name="connsiteY33" fmla="*/ 74177 h 461046"/>
              <a:gd name="connsiteX34" fmla="*/ 307364 w 307364"/>
              <a:gd name="connsiteY34" fmla="*/ 57631 h 461046"/>
              <a:gd name="connsiteX35" fmla="*/ 288154 w 307364"/>
              <a:gd name="connsiteY35" fmla="*/ 38421 h 461046"/>
              <a:gd name="connsiteX36" fmla="*/ 249733 w 307364"/>
              <a:gd name="connsiteY36" fmla="*/ 38421 h 461046"/>
              <a:gd name="connsiteX37" fmla="*/ 249733 w 307364"/>
              <a:gd name="connsiteY37" fmla="*/ 19210 h 461046"/>
              <a:gd name="connsiteX38" fmla="*/ 230523 w 307364"/>
              <a:gd name="connsiteY38" fmla="*/ 0 h 461046"/>
              <a:gd name="connsiteX39" fmla="*/ 76841 w 307364"/>
              <a:gd name="connsiteY39" fmla="*/ 0 h 461046"/>
              <a:gd name="connsiteX40" fmla="*/ 57631 w 307364"/>
              <a:gd name="connsiteY40" fmla="*/ 19210 h 461046"/>
              <a:gd name="connsiteX41" fmla="*/ 57631 w 307364"/>
              <a:gd name="connsiteY41" fmla="*/ 38421 h 461046"/>
              <a:gd name="connsiteX42" fmla="*/ 19210 w 307364"/>
              <a:gd name="connsiteY42" fmla="*/ 38421 h 461046"/>
              <a:gd name="connsiteX43" fmla="*/ 0 w 307364"/>
              <a:gd name="connsiteY43" fmla="*/ 57631 h 461046"/>
              <a:gd name="connsiteX44" fmla="*/ 0 w 307364"/>
              <a:gd name="connsiteY44" fmla="*/ 74177 h 461046"/>
              <a:gd name="connsiteX45" fmla="*/ 2739 w 307364"/>
              <a:gd name="connsiteY45" fmla="*/ 84062 h 461046"/>
              <a:gd name="connsiteX46" fmla="*/ 27390 w 307364"/>
              <a:gd name="connsiteY46" fmla="*/ 125147 h 461046"/>
              <a:gd name="connsiteX47" fmla="*/ 43861 w 307364"/>
              <a:gd name="connsiteY47" fmla="*/ 134472 h 461046"/>
              <a:gd name="connsiteX48" fmla="*/ 57631 w 307364"/>
              <a:gd name="connsiteY48" fmla="*/ 134472 h 461046"/>
              <a:gd name="connsiteX49" fmla="*/ 57631 w 307364"/>
              <a:gd name="connsiteY49" fmla="*/ 153682 h 461046"/>
              <a:gd name="connsiteX50" fmla="*/ 19210 w 307364"/>
              <a:gd name="connsiteY50" fmla="*/ 153682 h 461046"/>
              <a:gd name="connsiteX51" fmla="*/ 0 w 307364"/>
              <a:gd name="connsiteY51" fmla="*/ 172892 h 461046"/>
              <a:gd name="connsiteX52" fmla="*/ 0 w 307364"/>
              <a:gd name="connsiteY52" fmla="*/ 189438 h 461046"/>
              <a:gd name="connsiteX53" fmla="*/ 2739 w 307364"/>
              <a:gd name="connsiteY53" fmla="*/ 199324 h 461046"/>
              <a:gd name="connsiteX54" fmla="*/ 27390 w 307364"/>
              <a:gd name="connsiteY54" fmla="*/ 240409 h 461046"/>
              <a:gd name="connsiteX55" fmla="*/ 43861 w 307364"/>
              <a:gd name="connsiteY55" fmla="*/ 249733 h 461046"/>
              <a:gd name="connsiteX56" fmla="*/ 57631 w 307364"/>
              <a:gd name="connsiteY56" fmla="*/ 249733 h 461046"/>
              <a:gd name="connsiteX57" fmla="*/ 57631 w 307364"/>
              <a:gd name="connsiteY57" fmla="*/ 268944 h 461046"/>
              <a:gd name="connsiteX58" fmla="*/ 19210 w 307364"/>
              <a:gd name="connsiteY58" fmla="*/ 268944 h 461046"/>
              <a:gd name="connsiteX59" fmla="*/ 0 w 307364"/>
              <a:gd name="connsiteY59" fmla="*/ 288154 h 461046"/>
              <a:gd name="connsiteX60" fmla="*/ 0 w 307364"/>
              <a:gd name="connsiteY60" fmla="*/ 304700 h 461046"/>
              <a:gd name="connsiteX61" fmla="*/ 2739 w 307364"/>
              <a:gd name="connsiteY61" fmla="*/ 314585 h 461046"/>
              <a:gd name="connsiteX62" fmla="*/ 27390 w 307364"/>
              <a:gd name="connsiteY62" fmla="*/ 355670 h 461046"/>
              <a:gd name="connsiteX63" fmla="*/ 43861 w 307364"/>
              <a:gd name="connsiteY63" fmla="*/ 364995 h 461046"/>
              <a:gd name="connsiteX64" fmla="*/ 57631 w 307364"/>
              <a:gd name="connsiteY64" fmla="*/ 364995 h 461046"/>
              <a:gd name="connsiteX65" fmla="*/ 57631 w 307364"/>
              <a:gd name="connsiteY65" fmla="*/ 384205 h 461046"/>
              <a:gd name="connsiteX66" fmla="*/ 76841 w 307364"/>
              <a:gd name="connsiteY66" fmla="*/ 403415 h 461046"/>
              <a:gd name="connsiteX67" fmla="*/ 105656 w 307364"/>
              <a:gd name="connsiteY67" fmla="*/ 403415 h 461046"/>
              <a:gd name="connsiteX68" fmla="*/ 105656 w 307364"/>
              <a:gd name="connsiteY68" fmla="*/ 441836 h 461046"/>
              <a:gd name="connsiteX69" fmla="*/ 124867 w 307364"/>
              <a:gd name="connsiteY69" fmla="*/ 461046 h 461046"/>
              <a:gd name="connsiteX70" fmla="*/ 182497 w 307364"/>
              <a:gd name="connsiteY70" fmla="*/ 461046 h 461046"/>
              <a:gd name="connsiteX71" fmla="*/ 201708 w 307364"/>
              <a:gd name="connsiteY71" fmla="*/ 441836 h 461046"/>
              <a:gd name="connsiteX72" fmla="*/ 201708 w 307364"/>
              <a:gd name="connsiteY72" fmla="*/ 403415 h 461046"/>
              <a:gd name="connsiteX73" fmla="*/ 230523 w 307364"/>
              <a:gd name="connsiteY73" fmla="*/ 403415 h 461046"/>
              <a:gd name="connsiteX74" fmla="*/ 249733 w 307364"/>
              <a:gd name="connsiteY74" fmla="*/ 384205 h 461046"/>
              <a:gd name="connsiteX75" fmla="*/ 249733 w 307364"/>
              <a:gd name="connsiteY75" fmla="*/ 364995 h 461046"/>
              <a:gd name="connsiteX76" fmla="*/ 263503 w 307364"/>
              <a:gd name="connsiteY76" fmla="*/ 364995 h 461046"/>
              <a:gd name="connsiteX77" fmla="*/ 279974 w 307364"/>
              <a:gd name="connsiteY77" fmla="*/ 355670 h 461046"/>
              <a:gd name="connsiteX78" fmla="*/ 304615 w 307364"/>
              <a:gd name="connsiteY78" fmla="*/ 314604 h 461046"/>
              <a:gd name="connsiteX79" fmla="*/ 307364 w 307364"/>
              <a:gd name="connsiteY79" fmla="*/ 304700 h 461046"/>
              <a:gd name="connsiteX80" fmla="*/ 307364 w 307364"/>
              <a:gd name="connsiteY80" fmla="*/ 288154 h 461046"/>
              <a:gd name="connsiteX81" fmla="*/ 288154 w 307364"/>
              <a:gd name="connsiteY81" fmla="*/ 268944 h 461046"/>
              <a:gd name="connsiteX82" fmla="*/ 249733 w 307364"/>
              <a:gd name="connsiteY82" fmla="*/ 268944 h 461046"/>
              <a:gd name="connsiteX83" fmla="*/ 249733 w 307364"/>
              <a:gd name="connsiteY83" fmla="*/ 249733 h 461046"/>
              <a:gd name="connsiteX84" fmla="*/ 263503 w 307364"/>
              <a:gd name="connsiteY84" fmla="*/ 249733 h 461046"/>
              <a:gd name="connsiteX85" fmla="*/ 279974 w 307364"/>
              <a:gd name="connsiteY85" fmla="*/ 240409 h 461046"/>
              <a:gd name="connsiteX86" fmla="*/ 304615 w 307364"/>
              <a:gd name="connsiteY86" fmla="*/ 199343 h 461046"/>
              <a:gd name="connsiteX87" fmla="*/ 307364 w 307364"/>
              <a:gd name="connsiteY87" fmla="*/ 189438 h 461046"/>
              <a:gd name="connsiteX88" fmla="*/ 307364 w 307364"/>
              <a:gd name="connsiteY88" fmla="*/ 172892 h 461046"/>
              <a:gd name="connsiteX89" fmla="*/ 288154 w 307364"/>
              <a:gd name="connsiteY89" fmla="*/ 153682 h 461046"/>
              <a:gd name="connsiteX90" fmla="*/ 249733 w 307364"/>
              <a:gd name="connsiteY90" fmla="*/ 153682 h 461046"/>
              <a:gd name="connsiteX91" fmla="*/ 249733 w 307364"/>
              <a:gd name="connsiteY91" fmla="*/ 134472 h 461046"/>
              <a:gd name="connsiteX92" fmla="*/ 263503 w 307364"/>
              <a:gd name="connsiteY92" fmla="*/ 134472 h 461046"/>
              <a:gd name="connsiteX93" fmla="*/ 43861 w 307364"/>
              <a:gd name="connsiteY93" fmla="*/ 115262 h 461046"/>
              <a:gd name="connsiteX94" fmla="*/ 19210 w 307364"/>
              <a:gd name="connsiteY94" fmla="*/ 74177 h 461046"/>
              <a:gd name="connsiteX95" fmla="*/ 19210 w 307364"/>
              <a:gd name="connsiteY95" fmla="*/ 57631 h 461046"/>
              <a:gd name="connsiteX96" fmla="*/ 57631 w 307364"/>
              <a:gd name="connsiteY96" fmla="*/ 57631 h 461046"/>
              <a:gd name="connsiteX97" fmla="*/ 57631 w 307364"/>
              <a:gd name="connsiteY97" fmla="*/ 115262 h 461046"/>
              <a:gd name="connsiteX98" fmla="*/ 43861 w 307364"/>
              <a:gd name="connsiteY98" fmla="*/ 115262 h 461046"/>
              <a:gd name="connsiteX99" fmla="*/ 43861 w 307364"/>
              <a:gd name="connsiteY99" fmla="*/ 230523 h 461046"/>
              <a:gd name="connsiteX100" fmla="*/ 19210 w 307364"/>
              <a:gd name="connsiteY100" fmla="*/ 189438 h 461046"/>
              <a:gd name="connsiteX101" fmla="*/ 19210 w 307364"/>
              <a:gd name="connsiteY101" fmla="*/ 172892 h 461046"/>
              <a:gd name="connsiteX102" fmla="*/ 57631 w 307364"/>
              <a:gd name="connsiteY102" fmla="*/ 172892 h 461046"/>
              <a:gd name="connsiteX103" fmla="*/ 57631 w 307364"/>
              <a:gd name="connsiteY103" fmla="*/ 230523 h 461046"/>
              <a:gd name="connsiteX104" fmla="*/ 43861 w 307364"/>
              <a:gd name="connsiteY104" fmla="*/ 230523 h 461046"/>
              <a:gd name="connsiteX105" fmla="*/ 43861 w 307364"/>
              <a:gd name="connsiteY105" fmla="*/ 345785 h 461046"/>
              <a:gd name="connsiteX106" fmla="*/ 19210 w 307364"/>
              <a:gd name="connsiteY106" fmla="*/ 304700 h 461046"/>
              <a:gd name="connsiteX107" fmla="*/ 19210 w 307364"/>
              <a:gd name="connsiteY107" fmla="*/ 288154 h 461046"/>
              <a:gd name="connsiteX108" fmla="*/ 57631 w 307364"/>
              <a:gd name="connsiteY108" fmla="*/ 288154 h 461046"/>
              <a:gd name="connsiteX109" fmla="*/ 57631 w 307364"/>
              <a:gd name="connsiteY109" fmla="*/ 345785 h 461046"/>
              <a:gd name="connsiteX110" fmla="*/ 43861 w 307364"/>
              <a:gd name="connsiteY110" fmla="*/ 345785 h 461046"/>
              <a:gd name="connsiteX111" fmla="*/ 182497 w 307364"/>
              <a:gd name="connsiteY111" fmla="*/ 441836 h 461046"/>
              <a:gd name="connsiteX112" fmla="*/ 124867 w 307364"/>
              <a:gd name="connsiteY112" fmla="*/ 441836 h 461046"/>
              <a:gd name="connsiteX113" fmla="*/ 124867 w 307364"/>
              <a:gd name="connsiteY113" fmla="*/ 403415 h 461046"/>
              <a:gd name="connsiteX114" fmla="*/ 182497 w 307364"/>
              <a:gd name="connsiteY114" fmla="*/ 403415 h 461046"/>
              <a:gd name="connsiteX115" fmla="*/ 182497 w 307364"/>
              <a:gd name="connsiteY115" fmla="*/ 441836 h 461046"/>
              <a:gd name="connsiteX116" fmla="*/ 230523 w 307364"/>
              <a:gd name="connsiteY116" fmla="*/ 384205 h 461046"/>
              <a:gd name="connsiteX117" fmla="*/ 76841 w 307364"/>
              <a:gd name="connsiteY117" fmla="*/ 384205 h 461046"/>
              <a:gd name="connsiteX118" fmla="*/ 76841 w 307364"/>
              <a:gd name="connsiteY118" fmla="*/ 19210 h 461046"/>
              <a:gd name="connsiteX119" fmla="*/ 230523 w 307364"/>
              <a:gd name="connsiteY119" fmla="*/ 19210 h 461046"/>
              <a:gd name="connsiteX120" fmla="*/ 230523 w 307364"/>
              <a:gd name="connsiteY120" fmla="*/ 384205 h 461046"/>
              <a:gd name="connsiteX121" fmla="*/ 288154 w 307364"/>
              <a:gd name="connsiteY121" fmla="*/ 57631 h 461046"/>
              <a:gd name="connsiteX122" fmla="*/ 288154 w 307364"/>
              <a:gd name="connsiteY122" fmla="*/ 74177 h 461046"/>
              <a:gd name="connsiteX123" fmla="*/ 263503 w 307364"/>
              <a:gd name="connsiteY123" fmla="*/ 115262 h 461046"/>
              <a:gd name="connsiteX124" fmla="*/ 249733 w 307364"/>
              <a:gd name="connsiteY124" fmla="*/ 115262 h 461046"/>
              <a:gd name="connsiteX125" fmla="*/ 249733 w 307364"/>
              <a:gd name="connsiteY125" fmla="*/ 57631 h 461046"/>
              <a:gd name="connsiteX126" fmla="*/ 288154 w 307364"/>
              <a:gd name="connsiteY126" fmla="*/ 57631 h 461046"/>
              <a:gd name="connsiteX127" fmla="*/ 288154 w 307364"/>
              <a:gd name="connsiteY127" fmla="*/ 288154 h 461046"/>
              <a:gd name="connsiteX128" fmla="*/ 288154 w 307364"/>
              <a:gd name="connsiteY128" fmla="*/ 304700 h 461046"/>
              <a:gd name="connsiteX129" fmla="*/ 263503 w 307364"/>
              <a:gd name="connsiteY129" fmla="*/ 345785 h 461046"/>
              <a:gd name="connsiteX130" fmla="*/ 249733 w 307364"/>
              <a:gd name="connsiteY130" fmla="*/ 345785 h 461046"/>
              <a:gd name="connsiteX131" fmla="*/ 249733 w 307364"/>
              <a:gd name="connsiteY131" fmla="*/ 288154 h 461046"/>
              <a:gd name="connsiteX132" fmla="*/ 288154 w 307364"/>
              <a:gd name="connsiteY132" fmla="*/ 288154 h 461046"/>
              <a:gd name="connsiteX133" fmla="*/ 288154 w 307364"/>
              <a:gd name="connsiteY133" fmla="*/ 172892 h 461046"/>
              <a:gd name="connsiteX134" fmla="*/ 288154 w 307364"/>
              <a:gd name="connsiteY134" fmla="*/ 189438 h 461046"/>
              <a:gd name="connsiteX135" fmla="*/ 263503 w 307364"/>
              <a:gd name="connsiteY135" fmla="*/ 230523 h 461046"/>
              <a:gd name="connsiteX136" fmla="*/ 249733 w 307364"/>
              <a:gd name="connsiteY136" fmla="*/ 230523 h 461046"/>
              <a:gd name="connsiteX137" fmla="*/ 249733 w 307364"/>
              <a:gd name="connsiteY137" fmla="*/ 172892 h 461046"/>
              <a:gd name="connsiteX138" fmla="*/ 288154 w 307364"/>
              <a:gd name="connsiteY138" fmla="*/ 172892 h 4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307364" h="461046">
                <a:moveTo>
                  <a:pt x="153682" y="134472"/>
                </a:moveTo>
                <a:cubicBezTo>
                  <a:pt x="180161" y="134472"/>
                  <a:pt x="201708" y="112926"/>
                  <a:pt x="201708" y="86446"/>
                </a:cubicBezTo>
                <a:cubicBezTo>
                  <a:pt x="201708" y="59967"/>
                  <a:pt x="180161" y="38421"/>
                  <a:pt x="153682" y="38421"/>
                </a:cubicBezTo>
                <a:cubicBezTo>
                  <a:pt x="127203" y="38421"/>
                  <a:pt x="105656" y="59967"/>
                  <a:pt x="105656" y="86446"/>
                </a:cubicBezTo>
                <a:cubicBezTo>
                  <a:pt x="105656" y="112926"/>
                  <a:pt x="127203" y="134472"/>
                  <a:pt x="153682" y="134472"/>
                </a:cubicBezTo>
                <a:close/>
                <a:moveTo>
                  <a:pt x="153682" y="57631"/>
                </a:moveTo>
                <a:cubicBezTo>
                  <a:pt x="169571" y="57631"/>
                  <a:pt x="182497" y="70557"/>
                  <a:pt x="182497" y="86446"/>
                </a:cubicBezTo>
                <a:cubicBezTo>
                  <a:pt x="182497" y="102335"/>
                  <a:pt x="169571" y="115262"/>
                  <a:pt x="153682" y="115262"/>
                </a:cubicBezTo>
                <a:cubicBezTo>
                  <a:pt x="137793" y="115262"/>
                  <a:pt x="124867" y="102335"/>
                  <a:pt x="124867" y="86446"/>
                </a:cubicBezTo>
                <a:cubicBezTo>
                  <a:pt x="124867" y="70557"/>
                  <a:pt x="137793" y="57631"/>
                  <a:pt x="153682" y="57631"/>
                </a:cubicBezTo>
                <a:close/>
                <a:moveTo>
                  <a:pt x="153682" y="249733"/>
                </a:moveTo>
                <a:cubicBezTo>
                  <a:pt x="180161" y="249733"/>
                  <a:pt x="201708" y="228187"/>
                  <a:pt x="201708" y="201708"/>
                </a:cubicBezTo>
                <a:cubicBezTo>
                  <a:pt x="201708" y="175228"/>
                  <a:pt x="180161" y="153682"/>
                  <a:pt x="153682" y="153682"/>
                </a:cubicBezTo>
                <a:cubicBezTo>
                  <a:pt x="127203" y="153682"/>
                  <a:pt x="105656" y="175228"/>
                  <a:pt x="105656" y="201708"/>
                </a:cubicBezTo>
                <a:cubicBezTo>
                  <a:pt x="105656" y="228187"/>
                  <a:pt x="127203" y="249733"/>
                  <a:pt x="153682" y="249733"/>
                </a:cubicBezTo>
                <a:close/>
                <a:moveTo>
                  <a:pt x="153682" y="172892"/>
                </a:moveTo>
                <a:cubicBezTo>
                  <a:pt x="169571" y="172892"/>
                  <a:pt x="182497" y="185819"/>
                  <a:pt x="182497" y="201708"/>
                </a:cubicBezTo>
                <a:cubicBezTo>
                  <a:pt x="182497" y="217596"/>
                  <a:pt x="169571" y="230523"/>
                  <a:pt x="153682" y="230523"/>
                </a:cubicBezTo>
                <a:cubicBezTo>
                  <a:pt x="137793" y="230523"/>
                  <a:pt x="124867" y="217596"/>
                  <a:pt x="124867" y="201708"/>
                </a:cubicBezTo>
                <a:cubicBezTo>
                  <a:pt x="124867" y="185819"/>
                  <a:pt x="137793" y="172892"/>
                  <a:pt x="153682" y="172892"/>
                </a:cubicBezTo>
                <a:close/>
                <a:moveTo>
                  <a:pt x="153682" y="364995"/>
                </a:moveTo>
                <a:cubicBezTo>
                  <a:pt x="180161" y="364995"/>
                  <a:pt x="201708" y="343449"/>
                  <a:pt x="201708" y="316969"/>
                </a:cubicBezTo>
                <a:cubicBezTo>
                  <a:pt x="201708" y="290490"/>
                  <a:pt x="180161" y="268944"/>
                  <a:pt x="153682" y="268944"/>
                </a:cubicBezTo>
                <a:cubicBezTo>
                  <a:pt x="127203" y="268944"/>
                  <a:pt x="105656" y="290490"/>
                  <a:pt x="105656" y="316969"/>
                </a:cubicBezTo>
                <a:cubicBezTo>
                  <a:pt x="105656" y="343449"/>
                  <a:pt x="127203" y="364995"/>
                  <a:pt x="153682" y="364995"/>
                </a:cubicBezTo>
                <a:close/>
                <a:moveTo>
                  <a:pt x="153682" y="288154"/>
                </a:moveTo>
                <a:cubicBezTo>
                  <a:pt x="169571" y="288154"/>
                  <a:pt x="182497" y="301080"/>
                  <a:pt x="182497" y="316969"/>
                </a:cubicBezTo>
                <a:cubicBezTo>
                  <a:pt x="182497" y="332858"/>
                  <a:pt x="169571" y="345785"/>
                  <a:pt x="153682" y="345785"/>
                </a:cubicBezTo>
                <a:cubicBezTo>
                  <a:pt x="137793" y="345785"/>
                  <a:pt x="124867" y="332858"/>
                  <a:pt x="124867" y="316969"/>
                </a:cubicBezTo>
                <a:cubicBezTo>
                  <a:pt x="124867" y="301080"/>
                  <a:pt x="137793" y="288154"/>
                  <a:pt x="153682" y="288154"/>
                </a:cubicBezTo>
                <a:close/>
                <a:moveTo>
                  <a:pt x="263503" y="134472"/>
                </a:moveTo>
                <a:cubicBezTo>
                  <a:pt x="270209" y="134472"/>
                  <a:pt x="276522" y="130899"/>
                  <a:pt x="279974" y="125147"/>
                </a:cubicBezTo>
                <a:lnTo>
                  <a:pt x="304615" y="84081"/>
                </a:lnTo>
                <a:cubicBezTo>
                  <a:pt x="306417" y="81098"/>
                  <a:pt x="307364" y="77675"/>
                  <a:pt x="307364" y="74177"/>
                </a:cubicBezTo>
                <a:lnTo>
                  <a:pt x="307364" y="57631"/>
                </a:lnTo>
                <a:cubicBezTo>
                  <a:pt x="307364" y="47040"/>
                  <a:pt x="298744" y="38421"/>
                  <a:pt x="288154" y="38421"/>
                </a:cubicBezTo>
                <a:lnTo>
                  <a:pt x="249733" y="38421"/>
                </a:lnTo>
                <a:lnTo>
                  <a:pt x="249733" y="19210"/>
                </a:lnTo>
                <a:cubicBezTo>
                  <a:pt x="249733" y="8620"/>
                  <a:pt x="241114" y="0"/>
                  <a:pt x="230523" y="0"/>
                </a:cubicBezTo>
                <a:lnTo>
                  <a:pt x="76841" y="0"/>
                </a:lnTo>
                <a:cubicBezTo>
                  <a:pt x="66250" y="0"/>
                  <a:pt x="57631" y="8620"/>
                  <a:pt x="57631" y="19210"/>
                </a:cubicBezTo>
                <a:lnTo>
                  <a:pt x="57631" y="38421"/>
                </a:lnTo>
                <a:lnTo>
                  <a:pt x="19210" y="38421"/>
                </a:lnTo>
                <a:cubicBezTo>
                  <a:pt x="8620" y="38421"/>
                  <a:pt x="0" y="47040"/>
                  <a:pt x="0" y="57631"/>
                </a:cubicBezTo>
                <a:lnTo>
                  <a:pt x="0" y="74177"/>
                </a:lnTo>
                <a:cubicBezTo>
                  <a:pt x="0" y="77675"/>
                  <a:pt x="947" y="81100"/>
                  <a:pt x="2739" y="84062"/>
                </a:cubicBezTo>
                <a:lnTo>
                  <a:pt x="27390" y="125147"/>
                </a:lnTo>
                <a:cubicBezTo>
                  <a:pt x="30842" y="130897"/>
                  <a:pt x="37155" y="134472"/>
                  <a:pt x="43861" y="134472"/>
                </a:cubicBezTo>
                <a:lnTo>
                  <a:pt x="57631" y="134472"/>
                </a:lnTo>
                <a:lnTo>
                  <a:pt x="57631" y="153682"/>
                </a:lnTo>
                <a:lnTo>
                  <a:pt x="19210" y="153682"/>
                </a:lnTo>
                <a:cubicBezTo>
                  <a:pt x="8620" y="153682"/>
                  <a:pt x="0" y="162302"/>
                  <a:pt x="0" y="172892"/>
                </a:cubicBezTo>
                <a:lnTo>
                  <a:pt x="0" y="189438"/>
                </a:lnTo>
                <a:cubicBezTo>
                  <a:pt x="0" y="192936"/>
                  <a:pt x="947" y="196361"/>
                  <a:pt x="2739" y="199324"/>
                </a:cubicBezTo>
                <a:lnTo>
                  <a:pt x="27390" y="240409"/>
                </a:lnTo>
                <a:cubicBezTo>
                  <a:pt x="30842" y="246158"/>
                  <a:pt x="37155" y="249733"/>
                  <a:pt x="43861" y="249733"/>
                </a:cubicBezTo>
                <a:lnTo>
                  <a:pt x="57631" y="249733"/>
                </a:lnTo>
                <a:lnTo>
                  <a:pt x="57631" y="268944"/>
                </a:lnTo>
                <a:lnTo>
                  <a:pt x="19210" y="268944"/>
                </a:lnTo>
                <a:cubicBezTo>
                  <a:pt x="8620" y="268944"/>
                  <a:pt x="0" y="277563"/>
                  <a:pt x="0" y="288154"/>
                </a:cubicBezTo>
                <a:lnTo>
                  <a:pt x="0" y="304700"/>
                </a:lnTo>
                <a:cubicBezTo>
                  <a:pt x="0" y="308198"/>
                  <a:pt x="947" y="311623"/>
                  <a:pt x="2739" y="314585"/>
                </a:cubicBezTo>
                <a:lnTo>
                  <a:pt x="27390" y="355670"/>
                </a:lnTo>
                <a:cubicBezTo>
                  <a:pt x="30842" y="361420"/>
                  <a:pt x="37155" y="364995"/>
                  <a:pt x="43861" y="364995"/>
                </a:cubicBezTo>
                <a:lnTo>
                  <a:pt x="57631" y="364995"/>
                </a:lnTo>
                <a:lnTo>
                  <a:pt x="57631" y="384205"/>
                </a:lnTo>
                <a:cubicBezTo>
                  <a:pt x="57631" y="394796"/>
                  <a:pt x="66250" y="403415"/>
                  <a:pt x="76841" y="403415"/>
                </a:cubicBezTo>
                <a:lnTo>
                  <a:pt x="105656" y="403415"/>
                </a:lnTo>
                <a:lnTo>
                  <a:pt x="105656" y="441836"/>
                </a:lnTo>
                <a:cubicBezTo>
                  <a:pt x="105656" y="452426"/>
                  <a:pt x="114276" y="461046"/>
                  <a:pt x="124867" y="461046"/>
                </a:cubicBezTo>
                <a:lnTo>
                  <a:pt x="182497" y="461046"/>
                </a:lnTo>
                <a:cubicBezTo>
                  <a:pt x="193088" y="461046"/>
                  <a:pt x="201708" y="452426"/>
                  <a:pt x="201708" y="441836"/>
                </a:cubicBezTo>
                <a:lnTo>
                  <a:pt x="201708" y="403415"/>
                </a:lnTo>
                <a:lnTo>
                  <a:pt x="230523" y="403415"/>
                </a:lnTo>
                <a:cubicBezTo>
                  <a:pt x="241114" y="403415"/>
                  <a:pt x="249733" y="394796"/>
                  <a:pt x="249733" y="384205"/>
                </a:cubicBezTo>
                <a:lnTo>
                  <a:pt x="249733" y="364995"/>
                </a:lnTo>
                <a:lnTo>
                  <a:pt x="263503" y="364995"/>
                </a:lnTo>
                <a:cubicBezTo>
                  <a:pt x="270209" y="364995"/>
                  <a:pt x="276522" y="361422"/>
                  <a:pt x="279974" y="355670"/>
                </a:cubicBezTo>
                <a:lnTo>
                  <a:pt x="304615" y="314604"/>
                </a:lnTo>
                <a:cubicBezTo>
                  <a:pt x="306417" y="311621"/>
                  <a:pt x="307364" y="308198"/>
                  <a:pt x="307364" y="304700"/>
                </a:cubicBezTo>
                <a:lnTo>
                  <a:pt x="307364" y="288154"/>
                </a:lnTo>
                <a:cubicBezTo>
                  <a:pt x="307364" y="277563"/>
                  <a:pt x="298744" y="268944"/>
                  <a:pt x="288154" y="268944"/>
                </a:cubicBezTo>
                <a:lnTo>
                  <a:pt x="249733" y="268944"/>
                </a:lnTo>
                <a:lnTo>
                  <a:pt x="249733" y="249733"/>
                </a:lnTo>
                <a:lnTo>
                  <a:pt x="263503" y="249733"/>
                </a:lnTo>
                <a:cubicBezTo>
                  <a:pt x="270209" y="249733"/>
                  <a:pt x="276522" y="246160"/>
                  <a:pt x="279974" y="240409"/>
                </a:cubicBezTo>
                <a:lnTo>
                  <a:pt x="304615" y="199343"/>
                </a:lnTo>
                <a:cubicBezTo>
                  <a:pt x="306417" y="196359"/>
                  <a:pt x="307364" y="192936"/>
                  <a:pt x="307364" y="189438"/>
                </a:cubicBezTo>
                <a:lnTo>
                  <a:pt x="307364" y="172892"/>
                </a:lnTo>
                <a:cubicBezTo>
                  <a:pt x="307364" y="162302"/>
                  <a:pt x="298744" y="153682"/>
                  <a:pt x="288154" y="153682"/>
                </a:cubicBezTo>
                <a:lnTo>
                  <a:pt x="249733" y="153682"/>
                </a:lnTo>
                <a:lnTo>
                  <a:pt x="249733" y="134472"/>
                </a:lnTo>
                <a:lnTo>
                  <a:pt x="263503" y="134472"/>
                </a:lnTo>
                <a:close/>
                <a:moveTo>
                  <a:pt x="43861" y="115262"/>
                </a:moveTo>
                <a:lnTo>
                  <a:pt x="19210" y="74177"/>
                </a:lnTo>
                <a:lnTo>
                  <a:pt x="19210" y="57631"/>
                </a:lnTo>
                <a:lnTo>
                  <a:pt x="57631" y="57631"/>
                </a:lnTo>
                <a:lnTo>
                  <a:pt x="57631" y="115262"/>
                </a:lnTo>
                <a:lnTo>
                  <a:pt x="43861" y="115262"/>
                </a:lnTo>
                <a:close/>
                <a:moveTo>
                  <a:pt x="43861" y="230523"/>
                </a:moveTo>
                <a:lnTo>
                  <a:pt x="19210" y="189438"/>
                </a:lnTo>
                <a:lnTo>
                  <a:pt x="19210" y="172892"/>
                </a:lnTo>
                <a:lnTo>
                  <a:pt x="57631" y="172892"/>
                </a:lnTo>
                <a:lnTo>
                  <a:pt x="57631" y="230523"/>
                </a:lnTo>
                <a:lnTo>
                  <a:pt x="43861" y="230523"/>
                </a:lnTo>
                <a:close/>
                <a:moveTo>
                  <a:pt x="43861" y="345785"/>
                </a:moveTo>
                <a:lnTo>
                  <a:pt x="19210" y="304700"/>
                </a:lnTo>
                <a:lnTo>
                  <a:pt x="19210" y="288154"/>
                </a:lnTo>
                <a:lnTo>
                  <a:pt x="57631" y="288154"/>
                </a:lnTo>
                <a:lnTo>
                  <a:pt x="57631" y="345785"/>
                </a:lnTo>
                <a:lnTo>
                  <a:pt x="43861" y="345785"/>
                </a:lnTo>
                <a:close/>
                <a:moveTo>
                  <a:pt x="182497" y="441836"/>
                </a:moveTo>
                <a:lnTo>
                  <a:pt x="124867" y="441836"/>
                </a:lnTo>
                <a:lnTo>
                  <a:pt x="124867" y="403415"/>
                </a:lnTo>
                <a:lnTo>
                  <a:pt x="182497" y="403415"/>
                </a:lnTo>
                <a:lnTo>
                  <a:pt x="182497" y="441836"/>
                </a:lnTo>
                <a:close/>
                <a:moveTo>
                  <a:pt x="230523" y="384205"/>
                </a:moveTo>
                <a:lnTo>
                  <a:pt x="76841" y="384205"/>
                </a:lnTo>
                <a:lnTo>
                  <a:pt x="76841" y="19210"/>
                </a:lnTo>
                <a:lnTo>
                  <a:pt x="230523" y="19210"/>
                </a:lnTo>
                <a:lnTo>
                  <a:pt x="230523" y="384205"/>
                </a:lnTo>
                <a:close/>
                <a:moveTo>
                  <a:pt x="288154" y="57631"/>
                </a:moveTo>
                <a:lnTo>
                  <a:pt x="288154" y="74177"/>
                </a:lnTo>
                <a:lnTo>
                  <a:pt x="263503" y="115262"/>
                </a:lnTo>
                <a:lnTo>
                  <a:pt x="249733" y="115262"/>
                </a:lnTo>
                <a:lnTo>
                  <a:pt x="249733" y="57631"/>
                </a:lnTo>
                <a:lnTo>
                  <a:pt x="288154" y="57631"/>
                </a:lnTo>
                <a:close/>
                <a:moveTo>
                  <a:pt x="288154" y="288154"/>
                </a:moveTo>
                <a:lnTo>
                  <a:pt x="288154" y="304700"/>
                </a:lnTo>
                <a:lnTo>
                  <a:pt x="263503" y="345785"/>
                </a:lnTo>
                <a:lnTo>
                  <a:pt x="249733" y="345785"/>
                </a:lnTo>
                <a:lnTo>
                  <a:pt x="249733" y="288154"/>
                </a:lnTo>
                <a:lnTo>
                  <a:pt x="288154" y="288154"/>
                </a:lnTo>
                <a:close/>
                <a:moveTo>
                  <a:pt x="288154" y="172892"/>
                </a:moveTo>
                <a:lnTo>
                  <a:pt x="288154" y="189438"/>
                </a:lnTo>
                <a:lnTo>
                  <a:pt x="263503" y="230523"/>
                </a:lnTo>
                <a:lnTo>
                  <a:pt x="249733" y="230523"/>
                </a:lnTo>
                <a:lnTo>
                  <a:pt x="249733" y="172892"/>
                </a:lnTo>
                <a:lnTo>
                  <a:pt x="288154" y="172892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85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B957-CB78-459A-9119-127C5C0B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Utilities </a:t>
            </a:r>
            <a:r>
              <a:rPr lang="en-US" sz="2000" b="0" noProof="0" dirty="0"/>
              <a:t>(1 of 2)</a:t>
            </a:r>
            <a:endParaRPr lang="en-US" b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ADDEDD-ACA6-4A20-A6A2-EF3D8AA395D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3" y="1173119"/>
          <a:ext cx="11064240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360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Angle down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Angle left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Angle right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Arrow right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Arrow 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Upload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Download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Expand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Minimize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External link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Hide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Show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Show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Save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Share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Open pop-up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Plus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Minus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Check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Refresh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Hidden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Menu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Barcode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Fast forward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Forward start play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Search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Trash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Zoom 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Zoom out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Sign out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Edit pencil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Forms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Photo upload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Print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Lock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Unlocked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Profile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Switch account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Accessibility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House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Map pin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Gear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Conversation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Conversation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Phone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4" name="Graphic 106" descr="Angle down icon.">
            <a:extLst>
              <a:ext uri="{FF2B5EF4-FFF2-40B4-BE49-F238E27FC236}">
                <a16:creationId xmlns:a16="http://schemas.microsoft.com/office/drawing/2014/main" id="{FECA8A3A-C20C-41FB-938F-A81F03010666}"/>
              </a:ext>
            </a:extLst>
          </p:cNvPr>
          <p:cNvSpPr>
            <a:spLocks noChangeAspect="1"/>
          </p:cNvSpPr>
          <p:nvPr/>
        </p:nvSpPr>
        <p:spPr>
          <a:xfrm>
            <a:off x="1009205" y="1532242"/>
            <a:ext cx="343888" cy="177675"/>
          </a:xfrm>
          <a:custGeom>
            <a:avLst/>
            <a:gdLst>
              <a:gd name="connsiteX0" fmla="*/ 171944 w 343888"/>
              <a:gd name="connsiteY0" fmla="*/ 177676 h 177675"/>
              <a:gd name="connsiteX1" fmla="*/ 158571 w 343888"/>
              <a:gd name="connsiteY1" fmla="*/ 171944 h 177675"/>
              <a:gd name="connsiteX2" fmla="*/ 0 w 343888"/>
              <a:gd name="connsiteY2" fmla="*/ 13373 h 177675"/>
              <a:gd name="connsiteX3" fmla="*/ 13373 w 343888"/>
              <a:gd name="connsiteY3" fmla="*/ 0 h 177675"/>
              <a:gd name="connsiteX4" fmla="*/ 171944 w 343888"/>
              <a:gd name="connsiteY4" fmla="*/ 158571 h 177675"/>
              <a:gd name="connsiteX5" fmla="*/ 330515 w 343888"/>
              <a:gd name="connsiteY5" fmla="*/ 0 h 177675"/>
              <a:gd name="connsiteX6" fmla="*/ 343889 w 343888"/>
              <a:gd name="connsiteY6" fmla="*/ 13373 h 177675"/>
              <a:gd name="connsiteX7" fmla="*/ 185318 w 343888"/>
              <a:gd name="connsiteY7" fmla="*/ 171944 h 177675"/>
              <a:gd name="connsiteX8" fmla="*/ 171944 w 343888"/>
              <a:gd name="connsiteY8" fmla="*/ 177676 h 17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888" h="177675">
                <a:moveTo>
                  <a:pt x="171944" y="177676"/>
                </a:moveTo>
                <a:cubicBezTo>
                  <a:pt x="166213" y="177676"/>
                  <a:pt x="162392" y="175765"/>
                  <a:pt x="158571" y="171944"/>
                </a:cubicBezTo>
                <a:lnTo>
                  <a:pt x="0" y="13373"/>
                </a:lnTo>
                <a:lnTo>
                  <a:pt x="13373" y="0"/>
                </a:lnTo>
                <a:lnTo>
                  <a:pt x="171944" y="158571"/>
                </a:lnTo>
                <a:lnTo>
                  <a:pt x="330515" y="0"/>
                </a:lnTo>
                <a:lnTo>
                  <a:pt x="343889" y="13373"/>
                </a:lnTo>
                <a:lnTo>
                  <a:pt x="185318" y="171944"/>
                </a:lnTo>
                <a:cubicBezTo>
                  <a:pt x="181497" y="175765"/>
                  <a:pt x="177676" y="177676"/>
                  <a:pt x="171944" y="17767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107" descr="Angle left icon.">
            <a:extLst>
              <a:ext uri="{FF2B5EF4-FFF2-40B4-BE49-F238E27FC236}">
                <a16:creationId xmlns:a16="http://schemas.microsoft.com/office/drawing/2014/main" id="{65437410-D1AD-4975-9D6E-472C201A3FD5}"/>
              </a:ext>
            </a:extLst>
          </p:cNvPr>
          <p:cNvSpPr>
            <a:spLocks noChangeAspect="1"/>
          </p:cNvSpPr>
          <p:nvPr/>
        </p:nvSpPr>
        <p:spPr>
          <a:xfrm>
            <a:off x="2316745" y="1445720"/>
            <a:ext cx="177675" cy="343888"/>
          </a:xfrm>
          <a:custGeom>
            <a:avLst/>
            <a:gdLst>
              <a:gd name="connsiteX0" fmla="*/ 164302 w 177675"/>
              <a:gd name="connsiteY0" fmla="*/ 343889 h 343888"/>
              <a:gd name="connsiteX1" fmla="*/ 5731 w 177675"/>
              <a:gd name="connsiteY1" fmla="*/ 185318 h 343888"/>
              <a:gd name="connsiteX2" fmla="*/ 5731 w 177675"/>
              <a:gd name="connsiteY2" fmla="*/ 158571 h 343888"/>
              <a:gd name="connsiteX3" fmla="*/ 5731 w 177675"/>
              <a:gd name="connsiteY3" fmla="*/ 158571 h 343888"/>
              <a:gd name="connsiteX4" fmla="*/ 164302 w 177675"/>
              <a:gd name="connsiteY4" fmla="*/ 0 h 343888"/>
              <a:gd name="connsiteX5" fmla="*/ 177676 w 177675"/>
              <a:gd name="connsiteY5" fmla="*/ 13373 h 343888"/>
              <a:gd name="connsiteX6" fmla="*/ 19105 w 177675"/>
              <a:gd name="connsiteY6" fmla="*/ 171944 h 343888"/>
              <a:gd name="connsiteX7" fmla="*/ 177676 w 177675"/>
              <a:gd name="connsiteY7" fmla="*/ 330515 h 343888"/>
              <a:gd name="connsiteX8" fmla="*/ 164302 w 177675"/>
              <a:gd name="connsiteY8" fmla="*/ 343889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675" h="343888">
                <a:moveTo>
                  <a:pt x="164302" y="343889"/>
                </a:moveTo>
                <a:lnTo>
                  <a:pt x="5731" y="185318"/>
                </a:lnTo>
                <a:cubicBezTo>
                  <a:pt x="-1910" y="177676"/>
                  <a:pt x="-1910" y="166213"/>
                  <a:pt x="5731" y="158571"/>
                </a:cubicBezTo>
                <a:cubicBezTo>
                  <a:pt x="5731" y="158571"/>
                  <a:pt x="5731" y="158571"/>
                  <a:pt x="5731" y="158571"/>
                </a:cubicBezTo>
                <a:lnTo>
                  <a:pt x="164302" y="0"/>
                </a:lnTo>
                <a:lnTo>
                  <a:pt x="177676" y="13373"/>
                </a:lnTo>
                <a:lnTo>
                  <a:pt x="19105" y="171944"/>
                </a:lnTo>
                <a:lnTo>
                  <a:pt x="177676" y="330515"/>
                </a:lnTo>
                <a:lnTo>
                  <a:pt x="164302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09" descr="Angle right icon.">
            <a:extLst>
              <a:ext uri="{FF2B5EF4-FFF2-40B4-BE49-F238E27FC236}">
                <a16:creationId xmlns:a16="http://schemas.microsoft.com/office/drawing/2014/main" id="{D6336DA1-33FD-4047-A38B-FB26D9651EA0}"/>
              </a:ext>
            </a:extLst>
          </p:cNvPr>
          <p:cNvSpPr>
            <a:spLocks noChangeAspect="1"/>
          </p:cNvSpPr>
          <p:nvPr/>
        </p:nvSpPr>
        <p:spPr>
          <a:xfrm>
            <a:off x="3551174" y="1444035"/>
            <a:ext cx="177675" cy="343888"/>
          </a:xfrm>
          <a:custGeom>
            <a:avLst/>
            <a:gdLst>
              <a:gd name="connsiteX0" fmla="*/ 13373 w 177675"/>
              <a:gd name="connsiteY0" fmla="*/ 343889 h 343888"/>
              <a:gd name="connsiteX1" fmla="*/ 0 w 177675"/>
              <a:gd name="connsiteY1" fmla="*/ 330515 h 343888"/>
              <a:gd name="connsiteX2" fmla="*/ 158571 w 177675"/>
              <a:gd name="connsiteY2" fmla="*/ 171944 h 343888"/>
              <a:gd name="connsiteX3" fmla="*/ 0 w 177675"/>
              <a:gd name="connsiteY3" fmla="*/ 13373 h 343888"/>
              <a:gd name="connsiteX4" fmla="*/ 13373 w 177675"/>
              <a:gd name="connsiteY4" fmla="*/ 0 h 343888"/>
              <a:gd name="connsiteX5" fmla="*/ 171944 w 177675"/>
              <a:gd name="connsiteY5" fmla="*/ 158571 h 343888"/>
              <a:gd name="connsiteX6" fmla="*/ 171944 w 177675"/>
              <a:gd name="connsiteY6" fmla="*/ 185318 h 343888"/>
              <a:gd name="connsiteX7" fmla="*/ 13373 w 177675"/>
              <a:gd name="connsiteY7" fmla="*/ 343889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75" h="343888">
                <a:moveTo>
                  <a:pt x="13373" y="343889"/>
                </a:moveTo>
                <a:lnTo>
                  <a:pt x="0" y="330515"/>
                </a:lnTo>
                <a:lnTo>
                  <a:pt x="158571" y="171944"/>
                </a:lnTo>
                <a:lnTo>
                  <a:pt x="0" y="13373"/>
                </a:lnTo>
                <a:lnTo>
                  <a:pt x="13373" y="0"/>
                </a:lnTo>
                <a:lnTo>
                  <a:pt x="171944" y="158571"/>
                </a:lnTo>
                <a:cubicBezTo>
                  <a:pt x="179586" y="166213"/>
                  <a:pt x="179586" y="177676"/>
                  <a:pt x="171944" y="185318"/>
                </a:cubicBezTo>
                <a:lnTo>
                  <a:pt x="13373" y="34388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110" descr="Arrow right icon.">
            <a:extLst>
              <a:ext uri="{FF2B5EF4-FFF2-40B4-BE49-F238E27FC236}">
                <a16:creationId xmlns:a16="http://schemas.microsoft.com/office/drawing/2014/main" id="{2EF1731B-B7D0-4F54-95D3-DFF5355A3F28}"/>
              </a:ext>
            </a:extLst>
          </p:cNvPr>
          <p:cNvSpPr>
            <a:spLocks noChangeAspect="1"/>
          </p:cNvSpPr>
          <p:nvPr/>
        </p:nvSpPr>
        <p:spPr>
          <a:xfrm>
            <a:off x="4646550" y="1466449"/>
            <a:ext cx="420785" cy="305678"/>
          </a:xfrm>
          <a:custGeom>
            <a:avLst/>
            <a:gdLst>
              <a:gd name="connsiteX0" fmla="*/ 416487 w 420785"/>
              <a:gd name="connsiteY0" fmla="*/ 141376 h 305678"/>
              <a:gd name="connsiteX1" fmla="*/ 273200 w 420785"/>
              <a:gd name="connsiteY1" fmla="*/ 0 h 305678"/>
              <a:gd name="connsiteX2" fmla="*/ 259827 w 420785"/>
              <a:gd name="connsiteY2" fmla="*/ 13373 h 305678"/>
              <a:gd name="connsiteX3" fmla="*/ 391651 w 420785"/>
              <a:gd name="connsiteY3" fmla="*/ 143287 h 305678"/>
              <a:gd name="connsiteX4" fmla="*/ 0 w 420785"/>
              <a:gd name="connsiteY4" fmla="*/ 143287 h 305678"/>
              <a:gd name="connsiteX5" fmla="*/ 0 w 420785"/>
              <a:gd name="connsiteY5" fmla="*/ 162392 h 305678"/>
              <a:gd name="connsiteX6" fmla="*/ 391651 w 420785"/>
              <a:gd name="connsiteY6" fmla="*/ 162392 h 305678"/>
              <a:gd name="connsiteX7" fmla="*/ 259827 w 420785"/>
              <a:gd name="connsiteY7" fmla="*/ 292305 h 305678"/>
              <a:gd name="connsiteX8" fmla="*/ 273200 w 420785"/>
              <a:gd name="connsiteY8" fmla="*/ 305679 h 305678"/>
              <a:gd name="connsiteX9" fmla="*/ 416487 w 420785"/>
              <a:gd name="connsiteY9" fmla="*/ 164302 h 305678"/>
              <a:gd name="connsiteX10" fmla="*/ 416487 w 420785"/>
              <a:gd name="connsiteY10" fmla="*/ 141376 h 30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785" h="305678">
                <a:moveTo>
                  <a:pt x="416487" y="141376"/>
                </a:moveTo>
                <a:lnTo>
                  <a:pt x="273200" y="0"/>
                </a:lnTo>
                <a:lnTo>
                  <a:pt x="259827" y="13373"/>
                </a:lnTo>
                <a:lnTo>
                  <a:pt x="391651" y="143287"/>
                </a:lnTo>
                <a:lnTo>
                  <a:pt x="0" y="143287"/>
                </a:lnTo>
                <a:lnTo>
                  <a:pt x="0" y="162392"/>
                </a:lnTo>
                <a:lnTo>
                  <a:pt x="391651" y="162392"/>
                </a:lnTo>
                <a:lnTo>
                  <a:pt x="259827" y="292305"/>
                </a:lnTo>
                <a:lnTo>
                  <a:pt x="273200" y="305679"/>
                </a:lnTo>
                <a:lnTo>
                  <a:pt x="416487" y="164302"/>
                </a:lnTo>
                <a:cubicBezTo>
                  <a:pt x="422219" y="158571"/>
                  <a:pt x="422219" y="147108"/>
                  <a:pt x="416487" y="14137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14" descr="Arrow up icon.">
            <a:extLst>
              <a:ext uri="{FF2B5EF4-FFF2-40B4-BE49-F238E27FC236}">
                <a16:creationId xmlns:a16="http://schemas.microsoft.com/office/drawing/2014/main" id="{795EE9DE-2F64-441E-9B78-0CB37045087D}"/>
              </a:ext>
            </a:extLst>
          </p:cNvPr>
          <p:cNvSpPr>
            <a:spLocks noChangeAspect="1"/>
          </p:cNvSpPr>
          <p:nvPr/>
        </p:nvSpPr>
        <p:spPr>
          <a:xfrm>
            <a:off x="5954690" y="1409750"/>
            <a:ext cx="271289" cy="420308"/>
          </a:xfrm>
          <a:custGeom>
            <a:avLst/>
            <a:gdLst>
              <a:gd name="connsiteX0" fmla="*/ 145197 w 271289"/>
              <a:gd name="connsiteY0" fmla="*/ 420308 h 420308"/>
              <a:gd name="connsiteX1" fmla="*/ 145197 w 271289"/>
              <a:gd name="connsiteY1" fmla="*/ 28657 h 420308"/>
              <a:gd name="connsiteX2" fmla="*/ 257916 w 271289"/>
              <a:gd name="connsiteY2" fmla="*/ 141376 h 420308"/>
              <a:gd name="connsiteX3" fmla="*/ 271290 w 271289"/>
              <a:gd name="connsiteY3" fmla="*/ 128003 h 420308"/>
              <a:gd name="connsiteX4" fmla="*/ 150929 w 271289"/>
              <a:gd name="connsiteY4" fmla="*/ 5731 h 420308"/>
              <a:gd name="connsiteX5" fmla="*/ 124182 w 271289"/>
              <a:gd name="connsiteY5" fmla="*/ 5731 h 420308"/>
              <a:gd name="connsiteX6" fmla="*/ 124182 w 271289"/>
              <a:gd name="connsiteY6" fmla="*/ 5731 h 420308"/>
              <a:gd name="connsiteX7" fmla="*/ 0 w 271289"/>
              <a:gd name="connsiteY7" fmla="*/ 128003 h 420308"/>
              <a:gd name="connsiteX8" fmla="*/ 13373 w 271289"/>
              <a:gd name="connsiteY8" fmla="*/ 141376 h 420308"/>
              <a:gd name="connsiteX9" fmla="*/ 126092 w 271289"/>
              <a:gd name="connsiteY9" fmla="*/ 28657 h 420308"/>
              <a:gd name="connsiteX10" fmla="*/ 126092 w 271289"/>
              <a:gd name="connsiteY10" fmla="*/ 420308 h 420308"/>
              <a:gd name="connsiteX11" fmla="*/ 145197 w 271289"/>
              <a:gd name="connsiteY11" fmla="*/ 420308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289" h="420308">
                <a:moveTo>
                  <a:pt x="145197" y="420308"/>
                </a:moveTo>
                <a:lnTo>
                  <a:pt x="145197" y="28657"/>
                </a:lnTo>
                <a:lnTo>
                  <a:pt x="257916" y="141376"/>
                </a:lnTo>
                <a:lnTo>
                  <a:pt x="271290" y="128003"/>
                </a:lnTo>
                <a:lnTo>
                  <a:pt x="150929" y="5731"/>
                </a:lnTo>
                <a:cubicBezTo>
                  <a:pt x="143287" y="-1910"/>
                  <a:pt x="131824" y="-1910"/>
                  <a:pt x="124182" y="5731"/>
                </a:cubicBezTo>
                <a:cubicBezTo>
                  <a:pt x="124182" y="5731"/>
                  <a:pt x="124182" y="5731"/>
                  <a:pt x="124182" y="5731"/>
                </a:cubicBezTo>
                <a:lnTo>
                  <a:pt x="0" y="128003"/>
                </a:lnTo>
                <a:lnTo>
                  <a:pt x="13373" y="141376"/>
                </a:lnTo>
                <a:lnTo>
                  <a:pt x="126092" y="28657"/>
                </a:lnTo>
                <a:lnTo>
                  <a:pt x="126092" y="420308"/>
                </a:lnTo>
                <a:lnTo>
                  <a:pt x="145197" y="42030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197" descr="Upload icon.">
            <a:extLst>
              <a:ext uri="{FF2B5EF4-FFF2-40B4-BE49-F238E27FC236}">
                <a16:creationId xmlns:a16="http://schemas.microsoft.com/office/drawing/2014/main" id="{FB44F0B3-EC28-462E-8755-1BA5441018C5}"/>
              </a:ext>
            </a:extLst>
          </p:cNvPr>
          <p:cNvSpPr>
            <a:spLocks noChangeAspect="1"/>
          </p:cNvSpPr>
          <p:nvPr/>
        </p:nvSpPr>
        <p:spPr>
          <a:xfrm>
            <a:off x="7110586" y="1409810"/>
            <a:ext cx="420308" cy="420308"/>
          </a:xfrm>
          <a:custGeom>
            <a:avLst/>
            <a:gdLst>
              <a:gd name="connsiteX0" fmla="*/ 0 w 420308"/>
              <a:gd name="connsiteY0" fmla="*/ 401203 h 420308"/>
              <a:gd name="connsiteX1" fmla="*/ 420308 w 420308"/>
              <a:gd name="connsiteY1" fmla="*/ 401203 h 420308"/>
              <a:gd name="connsiteX2" fmla="*/ 420308 w 420308"/>
              <a:gd name="connsiteY2" fmla="*/ 420308 h 420308"/>
              <a:gd name="connsiteX3" fmla="*/ 0 w 420308"/>
              <a:gd name="connsiteY3" fmla="*/ 420308 h 420308"/>
              <a:gd name="connsiteX4" fmla="*/ 0 w 420308"/>
              <a:gd name="connsiteY4" fmla="*/ 401203 h 420308"/>
              <a:gd name="connsiteX5" fmla="*/ 210154 w 420308"/>
              <a:gd name="connsiteY5" fmla="*/ 382098 h 420308"/>
              <a:gd name="connsiteX6" fmla="*/ 210154 w 420308"/>
              <a:gd name="connsiteY6" fmla="*/ 28657 h 420308"/>
              <a:gd name="connsiteX7" fmla="*/ 322873 w 420308"/>
              <a:gd name="connsiteY7" fmla="*/ 141376 h 420308"/>
              <a:gd name="connsiteX8" fmla="*/ 336247 w 420308"/>
              <a:gd name="connsiteY8" fmla="*/ 128003 h 420308"/>
              <a:gd name="connsiteX9" fmla="*/ 213975 w 420308"/>
              <a:gd name="connsiteY9" fmla="*/ 5731 h 420308"/>
              <a:gd name="connsiteX10" fmla="*/ 187228 w 420308"/>
              <a:gd name="connsiteY10" fmla="*/ 5731 h 420308"/>
              <a:gd name="connsiteX11" fmla="*/ 64957 w 420308"/>
              <a:gd name="connsiteY11" fmla="*/ 128003 h 420308"/>
              <a:gd name="connsiteX12" fmla="*/ 78330 w 420308"/>
              <a:gd name="connsiteY12" fmla="*/ 141376 h 420308"/>
              <a:gd name="connsiteX13" fmla="*/ 191049 w 420308"/>
              <a:gd name="connsiteY13" fmla="*/ 28657 h 420308"/>
              <a:gd name="connsiteX14" fmla="*/ 191049 w 420308"/>
              <a:gd name="connsiteY14" fmla="*/ 382098 h 420308"/>
              <a:gd name="connsiteX15" fmla="*/ 210154 w 420308"/>
              <a:gd name="connsiteY15" fmla="*/ 382098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0308" h="420308">
                <a:moveTo>
                  <a:pt x="0" y="401203"/>
                </a:moveTo>
                <a:lnTo>
                  <a:pt x="420308" y="401203"/>
                </a:lnTo>
                <a:lnTo>
                  <a:pt x="420308" y="420308"/>
                </a:lnTo>
                <a:lnTo>
                  <a:pt x="0" y="420308"/>
                </a:lnTo>
                <a:lnTo>
                  <a:pt x="0" y="401203"/>
                </a:lnTo>
                <a:close/>
                <a:moveTo>
                  <a:pt x="210154" y="382098"/>
                </a:moveTo>
                <a:lnTo>
                  <a:pt x="210154" y="28657"/>
                </a:lnTo>
                <a:lnTo>
                  <a:pt x="322873" y="141376"/>
                </a:lnTo>
                <a:lnTo>
                  <a:pt x="336247" y="128003"/>
                </a:lnTo>
                <a:lnTo>
                  <a:pt x="213975" y="5731"/>
                </a:lnTo>
                <a:cubicBezTo>
                  <a:pt x="206333" y="-1910"/>
                  <a:pt x="194870" y="-1910"/>
                  <a:pt x="187228" y="5731"/>
                </a:cubicBezTo>
                <a:lnTo>
                  <a:pt x="64957" y="128003"/>
                </a:lnTo>
                <a:lnTo>
                  <a:pt x="78330" y="141376"/>
                </a:lnTo>
                <a:lnTo>
                  <a:pt x="191049" y="28657"/>
                </a:lnTo>
                <a:lnTo>
                  <a:pt x="191049" y="382098"/>
                </a:lnTo>
                <a:lnTo>
                  <a:pt x="210154" y="38209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31" descr="Download icon.">
            <a:extLst>
              <a:ext uri="{FF2B5EF4-FFF2-40B4-BE49-F238E27FC236}">
                <a16:creationId xmlns:a16="http://schemas.microsoft.com/office/drawing/2014/main" id="{0ED445BB-223E-488D-9671-458EF48C2A69}"/>
              </a:ext>
            </a:extLst>
          </p:cNvPr>
          <p:cNvSpPr>
            <a:spLocks noChangeAspect="1"/>
          </p:cNvSpPr>
          <p:nvPr/>
        </p:nvSpPr>
        <p:spPr>
          <a:xfrm>
            <a:off x="8375410" y="1409396"/>
            <a:ext cx="420308" cy="420308"/>
          </a:xfrm>
          <a:custGeom>
            <a:avLst/>
            <a:gdLst>
              <a:gd name="connsiteX0" fmla="*/ 0 w 420308"/>
              <a:gd name="connsiteY0" fmla="*/ 401203 h 420308"/>
              <a:gd name="connsiteX1" fmla="*/ 420308 w 420308"/>
              <a:gd name="connsiteY1" fmla="*/ 401203 h 420308"/>
              <a:gd name="connsiteX2" fmla="*/ 420308 w 420308"/>
              <a:gd name="connsiteY2" fmla="*/ 420308 h 420308"/>
              <a:gd name="connsiteX3" fmla="*/ 0 w 420308"/>
              <a:gd name="connsiteY3" fmla="*/ 420308 h 420308"/>
              <a:gd name="connsiteX4" fmla="*/ 0 w 420308"/>
              <a:gd name="connsiteY4" fmla="*/ 401203 h 420308"/>
              <a:gd name="connsiteX5" fmla="*/ 315231 w 420308"/>
              <a:gd name="connsiteY5" fmla="*/ 244543 h 420308"/>
              <a:gd name="connsiteX6" fmla="*/ 210154 w 420308"/>
              <a:gd name="connsiteY6" fmla="*/ 353441 h 420308"/>
              <a:gd name="connsiteX7" fmla="*/ 210154 w 420308"/>
              <a:gd name="connsiteY7" fmla="*/ 0 h 420308"/>
              <a:gd name="connsiteX8" fmla="*/ 191049 w 420308"/>
              <a:gd name="connsiteY8" fmla="*/ 0 h 420308"/>
              <a:gd name="connsiteX9" fmla="*/ 191049 w 420308"/>
              <a:gd name="connsiteY9" fmla="*/ 353441 h 420308"/>
              <a:gd name="connsiteX10" fmla="*/ 85972 w 420308"/>
              <a:gd name="connsiteY10" fmla="*/ 244543 h 420308"/>
              <a:gd name="connsiteX11" fmla="*/ 72599 w 420308"/>
              <a:gd name="connsiteY11" fmla="*/ 257916 h 420308"/>
              <a:gd name="connsiteX12" fmla="*/ 187228 w 420308"/>
              <a:gd name="connsiteY12" fmla="*/ 376367 h 420308"/>
              <a:gd name="connsiteX13" fmla="*/ 200602 w 420308"/>
              <a:gd name="connsiteY13" fmla="*/ 382098 h 420308"/>
              <a:gd name="connsiteX14" fmla="*/ 213975 w 420308"/>
              <a:gd name="connsiteY14" fmla="*/ 376367 h 420308"/>
              <a:gd name="connsiteX15" fmla="*/ 328605 w 420308"/>
              <a:gd name="connsiteY15" fmla="*/ 257916 h 420308"/>
              <a:gd name="connsiteX16" fmla="*/ 315231 w 420308"/>
              <a:gd name="connsiteY16" fmla="*/ 244543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0308" h="420308">
                <a:moveTo>
                  <a:pt x="0" y="401203"/>
                </a:moveTo>
                <a:lnTo>
                  <a:pt x="420308" y="401203"/>
                </a:lnTo>
                <a:lnTo>
                  <a:pt x="420308" y="420308"/>
                </a:lnTo>
                <a:lnTo>
                  <a:pt x="0" y="420308"/>
                </a:lnTo>
                <a:lnTo>
                  <a:pt x="0" y="401203"/>
                </a:lnTo>
                <a:close/>
                <a:moveTo>
                  <a:pt x="315231" y="244543"/>
                </a:moveTo>
                <a:lnTo>
                  <a:pt x="210154" y="353441"/>
                </a:lnTo>
                <a:lnTo>
                  <a:pt x="210154" y="0"/>
                </a:lnTo>
                <a:lnTo>
                  <a:pt x="191049" y="0"/>
                </a:lnTo>
                <a:lnTo>
                  <a:pt x="191049" y="353441"/>
                </a:lnTo>
                <a:lnTo>
                  <a:pt x="85972" y="244543"/>
                </a:lnTo>
                <a:lnTo>
                  <a:pt x="72599" y="257916"/>
                </a:lnTo>
                <a:lnTo>
                  <a:pt x="187228" y="376367"/>
                </a:lnTo>
                <a:cubicBezTo>
                  <a:pt x="191049" y="380188"/>
                  <a:pt x="194870" y="382098"/>
                  <a:pt x="200602" y="382098"/>
                </a:cubicBezTo>
                <a:cubicBezTo>
                  <a:pt x="206333" y="382098"/>
                  <a:pt x="210154" y="380188"/>
                  <a:pt x="213975" y="376367"/>
                </a:cubicBezTo>
                <a:lnTo>
                  <a:pt x="328605" y="257916"/>
                </a:lnTo>
                <a:lnTo>
                  <a:pt x="315231" y="24454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Graphic 136" descr="Expand icon.">
            <a:extLst>
              <a:ext uri="{FF2B5EF4-FFF2-40B4-BE49-F238E27FC236}">
                <a16:creationId xmlns:a16="http://schemas.microsoft.com/office/drawing/2014/main" id="{F461ED47-5D1F-4DEE-8078-112E5D960477}"/>
              </a:ext>
            </a:extLst>
          </p:cNvPr>
          <p:cNvSpPr>
            <a:spLocks noChangeAspect="1"/>
          </p:cNvSpPr>
          <p:nvPr/>
        </p:nvSpPr>
        <p:spPr>
          <a:xfrm>
            <a:off x="9575383" y="1409396"/>
            <a:ext cx="420308" cy="420308"/>
          </a:xfrm>
          <a:custGeom>
            <a:avLst/>
            <a:gdLst>
              <a:gd name="connsiteX0" fmla="*/ 198691 w 420308"/>
              <a:gd name="connsiteY0" fmla="*/ 236901 h 420308"/>
              <a:gd name="connsiteX1" fmla="*/ 185318 w 420308"/>
              <a:gd name="connsiteY1" fmla="*/ 223528 h 420308"/>
              <a:gd name="connsiteX2" fmla="*/ 19105 w 420308"/>
              <a:gd name="connsiteY2" fmla="*/ 387830 h 420308"/>
              <a:gd name="connsiteX3" fmla="*/ 19105 w 420308"/>
              <a:gd name="connsiteY3" fmla="*/ 210154 h 420308"/>
              <a:gd name="connsiteX4" fmla="*/ 0 w 420308"/>
              <a:gd name="connsiteY4" fmla="*/ 210154 h 420308"/>
              <a:gd name="connsiteX5" fmla="*/ 0 w 420308"/>
              <a:gd name="connsiteY5" fmla="*/ 391651 h 420308"/>
              <a:gd name="connsiteX6" fmla="*/ 19105 w 420308"/>
              <a:gd name="connsiteY6" fmla="*/ 420308 h 420308"/>
              <a:gd name="connsiteX7" fmla="*/ 210154 w 420308"/>
              <a:gd name="connsiteY7" fmla="*/ 420308 h 420308"/>
              <a:gd name="connsiteX8" fmla="*/ 210154 w 420308"/>
              <a:gd name="connsiteY8" fmla="*/ 401203 h 420308"/>
              <a:gd name="connsiteX9" fmla="*/ 32478 w 420308"/>
              <a:gd name="connsiteY9" fmla="*/ 401203 h 420308"/>
              <a:gd name="connsiteX10" fmla="*/ 198691 w 420308"/>
              <a:gd name="connsiteY10" fmla="*/ 236901 h 420308"/>
              <a:gd name="connsiteX11" fmla="*/ 401203 w 420308"/>
              <a:gd name="connsiteY11" fmla="*/ 0 h 420308"/>
              <a:gd name="connsiteX12" fmla="*/ 210154 w 420308"/>
              <a:gd name="connsiteY12" fmla="*/ 0 h 420308"/>
              <a:gd name="connsiteX13" fmla="*/ 210154 w 420308"/>
              <a:gd name="connsiteY13" fmla="*/ 19105 h 420308"/>
              <a:gd name="connsiteX14" fmla="*/ 387830 w 420308"/>
              <a:gd name="connsiteY14" fmla="*/ 19105 h 420308"/>
              <a:gd name="connsiteX15" fmla="*/ 223528 w 420308"/>
              <a:gd name="connsiteY15" fmla="*/ 183407 h 420308"/>
              <a:gd name="connsiteX16" fmla="*/ 236901 w 420308"/>
              <a:gd name="connsiteY16" fmla="*/ 196781 h 420308"/>
              <a:gd name="connsiteX17" fmla="*/ 401203 w 420308"/>
              <a:gd name="connsiteY17" fmla="*/ 32478 h 420308"/>
              <a:gd name="connsiteX18" fmla="*/ 401203 w 420308"/>
              <a:gd name="connsiteY18" fmla="*/ 210154 h 420308"/>
              <a:gd name="connsiteX19" fmla="*/ 420308 w 420308"/>
              <a:gd name="connsiteY19" fmla="*/ 210154 h 420308"/>
              <a:gd name="connsiteX20" fmla="*/ 420308 w 420308"/>
              <a:gd name="connsiteY20" fmla="*/ 19105 h 420308"/>
              <a:gd name="connsiteX21" fmla="*/ 401203 w 420308"/>
              <a:gd name="connsiteY21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0308" h="420308">
                <a:moveTo>
                  <a:pt x="198691" y="236901"/>
                </a:moveTo>
                <a:lnTo>
                  <a:pt x="185318" y="223528"/>
                </a:lnTo>
                <a:lnTo>
                  <a:pt x="19105" y="387830"/>
                </a:lnTo>
                <a:lnTo>
                  <a:pt x="19105" y="210154"/>
                </a:lnTo>
                <a:lnTo>
                  <a:pt x="0" y="210154"/>
                </a:lnTo>
                <a:lnTo>
                  <a:pt x="0" y="391651"/>
                </a:lnTo>
                <a:cubicBezTo>
                  <a:pt x="0" y="416487"/>
                  <a:pt x="11463" y="420308"/>
                  <a:pt x="19105" y="420308"/>
                </a:cubicBezTo>
                <a:lnTo>
                  <a:pt x="210154" y="420308"/>
                </a:lnTo>
                <a:lnTo>
                  <a:pt x="210154" y="401203"/>
                </a:lnTo>
                <a:lnTo>
                  <a:pt x="32478" y="401203"/>
                </a:lnTo>
                <a:lnTo>
                  <a:pt x="198691" y="236901"/>
                </a:lnTo>
                <a:close/>
                <a:moveTo>
                  <a:pt x="401203" y="0"/>
                </a:moveTo>
                <a:lnTo>
                  <a:pt x="210154" y="0"/>
                </a:lnTo>
                <a:lnTo>
                  <a:pt x="210154" y="19105"/>
                </a:lnTo>
                <a:lnTo>
                  <a:pt x="387830" y="19105"/>
                </a:lnTo>
                <a:lnTo>
                  <a:pt x="223528" y="183407"/>
                </a:lnTo>
                <a:lnTo>
                  <a:pt x="236901" y="196781"/>
                </a:lnTo>
                <a:lnTo>
                  <a:pt x="401203" y="32478"/>
                </a:lnTo>
                <a:lnTo>
                  <a:pt x="401203" y="210154"/>
                </a:lnTo>
                <a:lnTo>
                  <a:pt x="420308" y="210154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Graphic 165" descr="Minimize icon.">
            <a:extLst>
              <a:ext uri="{FF2B5EF4-FFF2-40B4-BE49-F238E27FC236}">
                <a16:creationId xmlns:a16="http://schemas.microsoft.com/office/drawing/2014/main" id="{2B39C011-A3BB-4EF9-9381-E3BAF8252665}"/>
              </a:ext>
            </a:extLst>
          </p:cNvPr>
          <p:cNvSpPr>
            <a:spLocks noChangeAspect="1"/>
          </p:cNvSpPr>
          <p:nvPr/>
        </p:nvSpPr>
        <p:spPr>
          <a:xfrm>
            <a:off x="10797398" y="1398975"/>
            <a:ext cx="426039" cy="426039"/>
          </a:xfrm>
          <a:custGeom>
            <a:avLst/>
            <a:gdLst>
              <a:gd name="connsiteX0" fmla="*/ 426040 w 426039"/>
              <a:gd name="connsiteY0" fmla="*/ 13373 h 426039"/>
              <a:gd name="connsiteX1" fmla="*/ 412666 w 426039"/>
              <a:gd name="connsiteY1" fmla="*/ 0 h 426039"/>
              <a:gd name="connsiteX2" fmla="*/ 250274 w 426039"/>
              <a:gd name="connsiteY2" fmla="*/ 162392 h 426039"/>
              <a:gd name="connsiteX3" fmla="*/ 250274 w 426039"/>
              <a:gd name="connsiteY3" fmla="*/ 3821 h 426039"/>
              <a:gd name="connsiteX4" fmla="*/ 231169 w 426039"/>
              <a:gd name="connsiteY4" fmla="*/ 3821 h 426039"/>
              <a:gd name="connsiteX5" fmla="*/ 231169 w 426039"/>
              <a:gd name="connsiteY5" fmla="*/ 175765 h 426039"/>
              <a:gd name="connsiteX6" fmla="*/ 250274 w 426039"/>
              <a:gd name="connsiteY6" fmla="*/ 194870 h 426039"/>
              <a:gd name="connsiteX7" fmla="*/ 422219 w 426039"/>
              <a:gd name="connsiteY7" fmla="*/ 194870 h 426039"/>
              <a:gd name="connsiteX8" fmla="*/ 422219 w 426039"/>
              <a:gd name="connsiteY8" fmla="*/ 175765 h 426039"/>
              <a:gd name="connsiteX9" fmla="*/ 263648 w 426039"/>
              <a:gd name="connsiteY9" fmla="*/ 175765 h 426039"/>
              <a:gd name="connsiteX10" fmla="*/ 426040 w 426039"/>
              <a:gd name="connsiteY10" fmla="*/ 13373 h 426039"/>
              <a:gd name="connsiteX11" fmla="*/ 173855 w 426039"/>
              <a:gd name="connsiteY11" fmla="*/ 233080 h 426039"/>
              <a:gd name="connsiteX12" fmla="*/ 1910 w 426039"/>
              <a:gd name="connsiteY12" fmla="*/ 233080 h 426039"/>
              <a:gd name="connsiteX13" fmla="*/ 1910 w 426039"/>
              <a:gd name="connsiteY13" fmla="*/ 252185 h 426039"/>
              <a:gd name="connsiteX14" fmla="*/ 160481 w 426039"/>
              <a:gd name="connsiteY14" fmla="*/ 252185 h 426039"/>
              <a:gd name="connsiteX15" fmla="*/ 0 w 426039"/>
              <a:gd name="connsiteY15" fmla="*/ 412666 h 426039"/>
              <a:gd name="connsiteX16" fmla="*/ 13373 w 426039"/>
              <a:gd name="connsiteY16" fmla="*/ 426040 h 426039"/>
              <a:gd name="connsiteX17" fmla="*/ 173855 w 426039"/>
              <a:gd name="connsiteY17" fmla="*/ 265558 h 426039"/>
              <a:gd name="connsiteX18" fmla="*/ 173855 w 426039"/>
              <a:gd name="connsiteY18" fmla="*/ 424129 h 426039"/>
              <a:gd name="connsiteX19" fmla="*/ 192960 w 426039"/>
              <a:gd name="connsiteY19" fmla="*/ 424129 h 426039"/>
              <a:gd name="connsiteX20" fmla="*/ 192960 w 426039"/>
              <a:gd name="connsiteY20" fmla="*/ 252185 h 426039"/>
              <a:gd name="connsiteX21" fmla="*/ 173855 w 426039"/>
              <a:gd name="connsiteY21" fmla="*/ 233080 h 42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6039" h="426039">
                <a:moveTo>
                  <a:pt x="426040" y="13373"/>
                </a:moveTo>
                <a:lnTo>
                  <a:pt x="412666" y="0"/>
                </a:lnTo>
                <a:lnTo>
                  <a:pt x="250274" y="162392"/>
                </a:lnTo>
                <a:lnTo>
                  <a:pt x="250274" y="3821"/>
                </a:lnTo>
                <a:lnTo>
                  <a:pt x="231169" y="3821"/>
                </a:lnTo>
                <a:lnTo>
                  <a:pt x="231169" y="175765"/>
                </a:lnTo>
                <a:cubicBezTo>
                  <a:pt x="231169" y="187228"/>
                  <a:pt x="238811" y="194870"/>
                  <a:pt x="250274" y="194870"/>
                </a:cubicBezTo>
                <a:lnTo>
                  <a:pt x="422219" y="194870"/>
                </a:lnTo>
                <a:lnTo>
                  <a:pt x="422219" y="175765"/>
                </a:lnTo>
                <a:lnTo>
                  <a:pt x="263648" y="175765"/>
                </a:lnTo>
                <a:lnTo>
                  <a:pt x="426040" y="13373"/>
                </a:lnTo>
                <a:close/>
                <a:moveTo>
                  <a:pt x="173855" y="233080"/>
                </a:moveTo>
                <a:lnTo>
                  <a:pt x="1910" y="233080"/>
                </a:lnTo>
                <a:lnTo>
                  <a:pt x="1910" y="252185"/>
                </a:lnTo>
                <a:lnTo>
                  <a:pt x="160481" y="252185"/>
                </a:lnTo>
                <a:lnTo>
                  <a:pt x="0" y="412666"/>
                </a:lnTo>
                <a:lnTo>
                  <a:pt x="13373" y="426040"/>
                </a:lnTo>
                <a:lnTo>
                  <a:pt x="173855" y="265558"/>
                </a:lnTo>
                <a:lnTo>
                  <a:pt x="173855" y="424129"/>
                </a:lnTo>
                <a:lnTo>
                  <a:pt x="192960" y="424129"/>
                </a:lnTo>
                <a:lnTo>
                  <a:pt x="192960" y="252185"/>
                </a:lnTo>
                <a:cubicBezTo>
                  <a:pt x="192960" y="240722"/>
                  <a:pt x="185318" y="233080"/>
                  <a:pt x="173855" y="23308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Graphic 137" descr="External link icon.">
            <a:extLst>
              <a:ext uri="{FF2B5EF4-FFF2-40B4-BE49-F238E27FC236}">
                <a16:creationId xmlns:a16="http://schemas.microsoft.com/office/drawing/2014/main" id="{37F522EA-024E-4929-A1D4-031F54A90035}"/>
              </a:ext>
            </a:extLst>
          </p:cNvPr>
          <p:cNvSpPr>
            <a:spLocks noChangeAspect="1"/>
          </p:cNvSpPr>
          <p:nvPr/>
        </p:nvSpPr>
        <p:spPr>
          <a:xfrm>
            <a:off x="970995" y="2359949"/>
            <a:ext cx="420308" cy="420308"/>
          </a:xfrm>
          <a:custGeom>
            <a:avLst/>
            <a:gdLst>
              <a:gd name="connsiteX0" fmla="*/ 324784 w 420308"/>
              <a:gd name="connsiteY0" fmla="*/ 401203 h 420308"/>
              <a:gd name="connsiteX1" fmla="*/ 19105 w 420308"/>
              <a:gd name="connsiteY1" fmla="*/ 401203 h 420308"/>
              <a:gd name="connsiteX2" fmla="*/ 19105 w 420308"/>
              <a:gd name="connsiteY2" fmla="*/ 95525 h 420308"/>
              <a:gd name="connsiteX3" fmla="*/ 210154 w 420308"/>
              <a:gd name="connsiteY3" fmla="*/ 95525 h 420308"/>
              <a:gd name="connsiteX4" fmla="*/ 210154 w 420308"/>
              <a:gd name="connsiteY4" fmla="*/ 76420 h 420308"/>
              <a:gd name="connsiteX5" fmla="*/ 19105 w 420308"/>
              <a:gd name="connsiteY5" fmla="*/ 76420 h 420308"/>
              <a:gd name="connsiteX6" fmla="*/ 0 w 420308"/>
              <a:gd name="connsiteY6" fmla="*/ 95525 h 420308"/>
              <a:gd name="connsiteX7" fmla="*/ 0 w 420308"/>
              <a:gd name="connsiteY7" fmla="*/ 401203 h 420308"/>
              <a:gd name="connsiteX8" fmla="*/ 19105 w 420308"/>
              <a:gd name="connsiteY8" fmla="*/ 420308 h 420308"/>
              <a:gd name="connsiteX9" fmla="*/ 324784 w 420308"/>
              <a:gd name="connsiteY9" fmla="*/ 420308 h 420308"/>
              <a:gd name="connsiteX10" fmla="*/ 343889 w 420308"/>
              <a:gd name="connsiteY10" fmla="*/ 401203 h 420308"/>
              <a:gd name="connsiteX11" fmla="*/ 343889 w 420308"/>
              <a:gd name="connsiteY11" fmla="*/ 210154 h 420308"/>
              <a:gd name="connsiteX12" fmla="*/ 324784 w 420308"/>
              <a:gd name="connsiteY12" fmla="*/ 210154 h 420308"/>
              <a:gd name="connsiteX13" fmla="*/ 324784 w 420308"/>
              <a:gd name="connsiteY13" fmla="*/ 401203 h 420308"/>
              <a:gd name="connsiteX14" fmla="*/ 401203 w 420308"/>
              <a:gd name="connsiteY14" fmla="*/ 0 h 420308"/>
              <a:gd name="connsiteX15" fmla="*/ 210154 w 420308"/>
              <a:gd name="connsiteY15" fmla="*/ 0 h 420308"/>
              <a:gd name="connsiteX16" fmla="*/ 210154 w 420308"/>
              <a:gd name="connsiteY16" fmla="*/ 19105 h 420308"/>
              <a:gd name="connsiteX17" fmla="*/ 387830 w 420308"/>
              <a:gd name="connsiteY17" fmla="*/ 19105 h 420308"/>
              <a:gd name="connsiteX18" fmla="*/ 177676 w 420308"/>
              <a:gd name="connsiteY18" fmla="*/ 229259 h 420308"/>
              <a:gd name="connsiteX19" fmla="*/ 191049 w 420308"/>
              <a:gd name="connsiteY19" fmla="*/ 242632 h 420308"/>
              <a:gd name="connsiteX20" fmla="*/ 401203 w 420308"/>
              <a:gd name="connsiteY20" fmla="*/ 32478 h 420308"/>
              <a:gd name="connsiteX21" fmla="*/ 401203 w 420308"/>
              <a:gd name="connsiteY21" fmla="*/ 210154 h 420308"/>
              <a:gd name="connsiteX22" fmla="*/ 420308 w 420308"/>
              <a:gd name="connsiteY22" fmla="*/ 210154 h 420308"/>
              <a:gd name="connsiteX23" fmla="*/ 420308 w 420308"/>
              <a:gd name="connsiteY23" fmla="*/ 19105 h 420308"/>
              <a:gd name="connsiteX24" fmla="*/ 401203 w 420308"/>
              <a:gd name="connsiteY24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20308" h="420308">
                <a:moveTo>
                  <a:pt x="324784" y="401203"/>
                </a:moveTo>
                <a:lnTo>
                  <a:pt x="19105" y="401203"/>
                </a:lnTo>
                <a:lnTo>
                  <a:pt x="19105" y="95525"/>
                </a:lnTo>
                <a:lnTo>
                  <a:pt x="210154" y="95525"/>
                </a:lnTo>
                <a:lnTo>
                  <a:pt x="210154" y="76420"/>
                </a:lnTo>
                <a:lnTo>
                  <a:pt x="19105" y="76420"/>
                </a:lnTo>
                <a:cubicBezTo>
                  <a:pt x="7642" y="76420"/>
                  <a:pt x="0" y="84062"/>
                  <a:pt x="0" y="9552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324784" y="420308"/>
                </a:lnTo>
                <a:cubicBezTo>
                  <a:pt x="336247" y="420308"/>
                  <a:pt x="343889" y="412666"/>
                  <a:pt x="343889" y="401203"/>
                </a:cubicBezTo>
                <a:lnTo>
                  <a:pt x="343889" y="210154"/>
                </a:lnTo>
                <a:lnTo>
                  <a:pt x="324784" y="210154"/>
                </a:lnTo>
                <a:lnTo>
                  <a:pt x="324784" y="401203"/>
                </a:lnTo>
                <a:close/>
                <a:moveTo>
                  <a:pt x="401203" y="0"/>
                </a:moveTo>
                <a:lnTo>
                  <a:pt x="210154" y="0"/>
                </a:lnTo>
                <a:lnTo>
                  <a:pt x="210154" y="19105"/>
                </a:lnTo>
                <a:lnTo>
                  <a:pt x="387830" y="19105"/>
                </a:lnTo>
                <a:lnTo>
                  <a:pt x="177676" y="229259"/>
                </a:lnTo>
                <a:lnTo>
                  <a:pt x="191049" y="242632"/>
                </a:lnTo>
                <a:lnTo>
                  <a:pt x="401203" y="32478"/>
                </a:lnTo>
                <a:lnTo>
                  <a:pt x="401203" y="210154"/>
                </a:lnTo>
                <a:lnTo>
                  <a:pt x="420308" y="210154"/>
                </a:ln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0" descr="Hide icon.">
            <a:extLst>
              <a:ext uri="{FF2B5EF4-FFF2-40B4-BE49-F238E27FC236}">
                <a16:creationId xmlns:a16="http://schemas.microsoft.com/office/drawing/2014/main" id="{7AA5EEB0-96C6-485F-B597-D5EDFA665442}"/>
              </a:ext>
            </a:extLst>
          </p:cNvPr>
          <p:cNvSpPr>
            <a:spLocks noChangeAspect="1"/>
          </p:cNvSpPr>
          <p:nvPr/>
        </p:nvSpPr>
        <p:spPr>
          <a:xfrm>
            <a:off x="2195428" y="2359949"/>
            <a:ext cx="420308" cy="420308"/>
          </a:xfrm>
          <a:custGeom>
            <a:avLst/>
            <a:gdLst>
              <a:gd name="connsiteX0" fmla="*/ 95525 w 420308"/>
              <a:gd name="connsiteY0" fmla="*/ 191049 h 420308"/>
              <a:gd name="connsiteX1" fmla="*/ 324784 w 420308"/>
              <a:gd name="connsiteY1" fmla="*/ 191049 h 420308"/>
              <a:gd name="connsiteX2" fmla="*/ 324784 w 420308"/>
              <a:gd name="connsiteY2" fmla="*/ 210154 h 420308"/>
              <a:gd name="connsiteX3" fmla="*/ 95525 w 420308"/>
              <a:gd name="connsiteY3" fmla="*/ 210154 h 420308"/>
              <a:gd name="connsiteX4" fmla="*/ 95525 w 420308"/>
              <a:gd name="connsiteY4" fmla="*/ 191049 h 420308"/>
              <a:gd name="connsiteX5" fmla="*/ 401203 w 420308"/>
              <a:gd name="connsiteY5" fmla="*/ 420308 h 420308"/>
              <a:gd name="connsiteX6" fmla="*/ 19105 w 420308"/>
              <a:gd name="connsiteY6" fmla="*/ 420308 h 420308"/>
              <a:gd name="connsiteX7" fmla="*/ 0 w 420308"/>
              <a:gd name="connsiteY7" fmla="*/ 401203 h 420308"/>
              <a:gd name="connsiteX8" fmla="*/ 0 w 420308"/>
              <a:gd name="connsiteY8" fmla="*/ 19105 h 420308"/>
              <a:gd name="connsiteX9" fmla="*/ 19105 w 420308"/>
              <a:gd name="connsiteY9" fmla="*/ 0 h 420308"/>
              <a:gd name="connsiteX10" fmla="*/ 401203 w 420308"/>
              <a:gd name="connsiteY10" fmla="*/ 0 h 420308"/>
              <a:gd name="connsiteX11" fmla="*/ 420308 w 420308"/>
              <a:gd name="connsiteY11" fmla="*/ 19105 h 420308"/>
              <a:gd name="connsiteX12" fmla="*/ 420308 w 420308"/>
              <a:gd name="connsiteY12" fmla="*/ 401203 h 420308"/>
              <a:gd name="connsiteX13" fmla="*/ 401203 w 420308"/>
              <a:gd name="connsiteY13" fmla="*/ 420308 h 420308"/>
              <a:gd name="connsiteX14" fmla="*/ 401203 w 420308"/>
              <a:gd name="connsiteY14" fmla="*/ 401203 h 420308"/>
              <a:gd name="connsiteX15" fmla="*/ 401203 w 420308"/>
              <a:gd name="connsiteY15" fmla="*/ 401203 h 420308"/>
              <a:gd name="connsiteX16" fmla="*/ 19105 w 420308"/>
              <a:gd name="connsiteY16" fmla="*/ 19105 h 420308"/>
              <a:gd name="connsiteX17" fmla="*/ 19105 w 420308"/>
              <a:gd name="connsiteY17" fmla="*/ 401203 h 420308"/>
              <a:gd name="connsiteX18" fmla="*/ 401203 w 420308"/>
              <a:gd name="connsiteY18" fmla="*/ 401203 h 420308"/>
              <a:gd name="connsiteX19" fmla="*/ 401203 w 420308"/>
              <a:gd name="connsiteY19" fmla="*/ 19105 h 420308"/>
              <a:gd name="connsiteX20" fmla="*/ 19105 w 420308"/>
              <a:gd name="connsiteY20" fmla="*/ 19105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20308" h="420308">
                <a:moveTo>
                  <a:pt x="95525" y="191049"/>
                </a:moveTo>
                <a:lnTo>
                  <a:pt x="324784" y="191049"/>
                </a:lnTo>
                <a:lnTo>
                  <a:pt x="324784" y="210154"/>
                </a:lnTo>
                <a:lnTo>
                  <a:pt x="95525" y="210154"/>
                </a:lnTo>
                <a:lnTo>
                  <a:pt x="95525" y="191049"/>
                </a:lnTo>
                <a:close/>
                <a:moveTo>
                  <a:pt x="401203" y="420308"/>
                </a:moveTo>
                <a:lnTo>
                  <a:pt x="19105" y="420308"/>
                </a:lnTo>
                <a:cubicBezTo>
                  <a:pt x="7642" y="420308"/>
                  <a:pt x="0" y="412666"/>
                  <a:pt x="0" y="401203"/>
                </a:cubicBezTo>
                <a:lnTo>
                  <a:pt x="0" y="19105"/>
                </a:lnTo>
                <a:cubicBezTo>
                  <a:pt x="0" y="7642"/>
                  <a:pt x="7642" y="0"/>
                  <a:pt x="19105" y="0"/>
                </a:cubicBezTo>
                <a:lnTo>
                  <a:pt x="401203" y="0"/>
                </a:lnTo>
                <a:cubicBezTo>
                  <a:pt x="412666" y="0"/>
                  <a:pt x="420308" y="7642"/>
                  <a:pt x="420308" y="19105"/>
                </a:cubicBezTo>
                <a:lnTo>
                  <a:pt x="420308" y="401203"/>
                </a:lnTo>
                <a:cubicBezTo>
                  <a:pt x="420308" y="412666"/>
                  <a:pt x="412666" y="420308"/>
                  <a:pt x="401203" y="420308"/>
                </a:cubicBezTo>
                <a:close/>
                <a:moveTo>
                  <a:pt x="401203" y="401203"/>
                </a:moveTo>
                <a:lnTo>
                  <a:pt x="401203" y="401203"/>
                </a:lnTo>
                <a:close/>
                <a:moveTo>
                  <a:pt x="19105" y="19105"/>
                </a:moveTo>
                <a:lnTo>
                  <a:pt x="19105" y="401203"/>
                </a:lnTo>
                <a:lnTo>
                  <a:pt x="401203" y="401203"/>
                </a:lnTo>
                <a:lnTo>
                  <a:pt x="401203" y="19105"/>
                </a:lnTo>
                <a:lnTo>
                  <a:pt x="19105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Graphic 187" descr="Show 1 icon.">
            <a:extLst>
              <a:ext uri="{FF2B5EF4-FFF2-40B4-BE49-F238E27FC236}">
                <a16:creationId xmlns:a16="http://schemas.microsoft.com/office/drawing/2014/main" id="{8FDC3506-E728-407F-92C2-8E40EB63E996}"/>
              </a:ext>
            </a:extLst>
          </p:cNvPr>
          <p:cNvSpPr>
            <a:spLocks noChangeAspect="1"/>
          </p:cNvSpPr>
          <p:nvPr/>
        </p:nvSpPr>
        <p:spPr>
          <a:xfrm>
            <a:off x="3429857" y="2359949"/>
            <a:ext cx="420308" cy="420308"/>
          </a:xfrm>
          <a:custGeom>
            <a:avLst/>
            <a:gdLst>
              <a:gd name="connsiteX0" fmla="*/ 0 w 420308"/>
              <a:gd name="connsiteY0" fmla="*/ 401203 h 420308"/>
              <a:gd name="connsiteX1" fmla="*/ 19105 w 420308"/>
              <a:gd name="connsiteY1" fmla="*/ 420308 h 420308"/>
              <a:gd name="connsiteX2" fmla="*/ 401203 w 420308"/>
              <a:gd name="connsiteY2" fmla="*/ 420308 h 420308"/>
              <a:gd name="connsiteX3" fmla="*/ 420308 w 420308"/>
              <a:gd name="connsiteY3" fmla="*/ 401203 h 420308"/>
              <a:gd name="connsiteX4" fmla="*/ 420308 w 420308"/>
              <a:gd name="connsiteY4" fmla="*/ 19105 h 420308"/>
              <a:gd name="connsiteX5" fmla="*/ 401203 w 420308"/>
              <a:gd name="connsiteY5" fmla="*/ 0 h 420308"/>
              <a:gd name="connsiteX6" fmla="*/ 19105 w 420308"/>
              <a:gd name="connsiteY6" fmla="*/ 0 h 420308"/>
              <a:gd name="connsiteX7" fmla="*/ 0 w 420308"/>
              <a:gd name="connsiteY7" fmla="*/ 19105 h 420308"/>
              <a:gd name="connsiteX8" fmla="*/ 0 w 420308"/>
              <a:gd name="connsiteY8" fmla="*/ 401203 h 420308"/>
              <a:gd name="connsiteX9" fmla="*/ 19105 w 420308"/>
              <a:gd name="connsiteY9" fmla="*/ 19105 h 420308"/>
              <a:gd name="connsiteX10" fmla="*/ 401203 w 420308"/>
              <a:gd name="connsiteY10" fmla="*/ 19105 h 420308"/>
              <a:gd name="connsiteX11" fmla="*/ 401203 w 420308"/>
              <a:gd name="connsiteY11" fmla="*/ 401203 h 420308"/>
              <a:gd name="connsiteX12" fmla="*/ 401203 w 420308"/>
              <a:gd name="connsiteY12" fmla="*/ 401203 h 420308"/>
              <a:gd name="connsiteX13" fmla="*/ 401203 w 420308"/>
              <a:gd name="connsiteY13" fmla="*/ 401203 h 420308"/>
              <a:gd name="connsiteX14" fmla="*/ 19105 w 420308"/>
              <a:gd name="connsiteY14" fmla="*/ 401203 h 420308"/>
              <a:gd name="connsiteX15" fmla="*/ 19105 w 420308"/>
              <a:gd name="connsiteY15" fmla="*/ 19105 h 420308"/>
              <a:gd name="connsiteX16" fmla="*/ 219707 w 420308"/>
              <a:gd name="connsiteY16" fmla="*/ 114630 h 420308"/>
              <a:gd name="connsiteX17" fmla="*/ 200602 w 420308"/>
              <a:gd name="connsiteY17" fmla="*/ 114630 h 420308"/>
              <a:gd name="connsiteX18" fmla="*/ 200602 w 420308"/>
              <a:gd name="connsiteY18" fmla="*/ 200602 h 420308"/>
              <a:gd name="connsiteX19" fmla="*/ 114630 w 420308"/>
              <a:gd name="connsiteY19" fmla="*/ 200602 h 420308"/>
              <a:gd name="connsiteX20" fmla="*/ 114630 w 420308"/>
              <a:gd name="connsiteY20" fmla="*/ 219707 h 420308"/>
              <a:gd name="connsiteX21" fmla="*/ 200602 w 420308"/>
              <a:gd name="connsiteY21" fmla="*/ 219707 h 420308"/>
              <a:gd name="connsiteX22" fmla="*/ 200602 w 420308"/>
              <a:gd name="connsiteY22" fmla="*/ 305679 h 420308"/>
              <a:gd name="connsiteX23" fmla="*/ 219707 w 420308"/>
              <a:gd name="connsiteY23" fmla="*/ 305679 h 420308"/>
              <a:gd name="connsiteX24" fmla="*/ 219707 w 420308"/>
              <a:gd name="connsiteY24" fmla="*/ 219707 h 420308"/>
              <a:gd name="connsiteX25" fmla="*/ 305679 w 420308"/>
              <a:gd name="connsiteY25" fmla="*/ 219707 h 420308"/>
              <a:gd name="connsiteX26" fmla="*/ 305679 w 420308"/>
              <a:gd name="connsiteY26" fmla="*/ 200602 h 420308"/>
              <a:gd name="connsiteX27" fmla="*/ 219707 w 420308"/>
              <a:gd name="connsiteY27" fmla="*/ 200602 h 420308"/>
              <a:gd name="connsiteX28" fmla="*/ 219707 w 420308"/>
              <a:gd name="connsiteY28" fmla="*/ 11463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0308" h="420308">
                <a:moveTo>
                  <a:pt x="0" y="401203"/>
                </a:move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19105"/>
                </a:lnTo>
                <a:cubicBezTo>
                  <a:pt x="420308" y="7642"/>
                  <a:pt x="412666" y="0"/>
                  <a:pt x="40120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401203"/>
                </a:lnTo>
                <a:close/>
                <a:moveTo>
                  <a:pt x="19105" y="19105"/>
                </a:moveTo>
                <a:lnTo>
                  <a:pt x="401203" y="19105"/>
                </a:lnTo>
                <a:lnTo>
                  <a:pt x="401203" y="401203"/>
                </a:lnTo>
                <a:lnTo>
                  <a:pt x="401203" y="401203"/>
                </a:lnTo>
                <a:lnTo>
                  <a:pt x="401203" y="401203"/>
                </a:lnTo>
                <a:lnTo>
                  <a:pt x="19105" y="401203"/>
                </a:lnTo>
                <a:lnTo>
                  <a:pt x="19105" y="19105"/>
                </a:lnTo>
                <a:close/>
                <a:moveTo>
                  <a:pt x="219707" y="114630"/>
                </a:moveTo>
                <a:lnTo>
                  <a:pt x="200602" y="114630"/>
                </a:lnTo>
                <a:lnTo>
                  <a:pt x="200602" y="200602"/>
                </a:lnTo>
                <a:lnTo>
                  <a:pt x="114630" y="200602"/>
                </a:lnTo>
                <a:lnTo>
                  <a:pt x="114630" y="219707"/>
                </a:lnTo>
                <a:lnTo>
                  <a:pt x="200602" y="219707"/>
                </a:lnTo>
                <a:lnTo>
                  <a:pt x="200602" y="305679"/>
                </a:lnTo>
                <a:lnTo>
                  <a:pt x="219707" y="305679"/>
                </a:lnTo>
                <a:lnTo>
                  <a:pt x="219707" y="219707"/>
                </a:lnTo>
                <a:lnTo>
                  <a:pt x="305679" y="219707"/>
                </a:lnTo>
                <a:lnTo>
                  <a:pt x="305679" y="200602"/>
                </a:lnTo>
                <a:lnTo>
                  <a:pt x="219707" y="200602"/>
                </a:lnTo>
                <a:lnTo>
                  <a:pt x="219707" y="11463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191" descr="Show 2 icon.">
            <a:extLst>
              <a:ext uri="{FF2B5EF4-FFF2-40B4-BE49-F238E27FC236}">
                <a16:creationId xmlns:a16="http://schemas.microsoft.com/office/drawing/2014/main" id="{CFF1AEE2-40AB-4D7B-8CC9-30A7B71FFDBE}"/>
              </a:ext>
            </a:extLst>
          </p:cNvPr>
          <p:cNvSpPr>
            <a:spLocks noChangeAspect="1"/>
          </p:cNvSpPr>
          <p:nvPr/>
        </p:nvSpPr>
        <p:spPr>
          <a:xfrm>
            <a:off x="4646788" y="2359949"/>
            <a:ext cx="420308" cy="420308"/>
          </a:xfrm>
          <a:custGeom>
            <a:avLst/>
            <a:gdLst>
              <a:gd name="connsiteX0" fmla="*/ 401203 w 420308"/>
              <a:gd name="connsiteY0" fmla="*/ 38210 h 420308"/>
              <a:gd name="connsiteX1" fmla="*/ 343889 w 420308"/>
              <a:gd name="connsiteY1" fmla="*/ 38210 h 420308"/>
              <a:gd name="connsiteX2" fmla="*/ 343889 w 420308"/>
              <a:gd name="connsiteY2" fmla="*/ 19105 h 420308"/>
              <a:gd name="connsiteX3" fmla="*/ 324784 w 420308"/>
              <a:gd name="connsiteY3" fmla="*/ 0 h 420308"/>
              <a:gd name="connsiteX4" fmla="*/ 19105 w 420308"/>
              <a:gd name="connsiteY4" fmla="*/ 0 h 420308"/>
              <a:gd name="connsiteX5" fmla="*/ 0 w 420308"/>
              <a:gd name="connsiteY5" fmla="*/ 19105 h 420308"/>
              <a:gd name="connsiteX6" fmla="*/ 0 w 420308"/>
              <a:gd name="connsiteY6" fmla="*/ 362993 h 420308"/>
              <a:gd name="connsiteX7" fmla="*/ 19105 w 420308"/>
              <a:gd name="connsiteY7" fmla="*/ 382098 h 420308"/>
              <a:gd name="connsiteX8" fmla="*/ 76420 w 420308"/>
              <a:gd name="connsiteY8" fmla="*/ 382098 h 420308"/>
              <a:gd name="connsiteX9" fmla="*/ 76420 w 420308"/>
              <a:gd name="connsiteY9" fmla="*/ 401203 h 420308"/>
              <a:gd name="connsiteX10" fmla="*/ 95525 w 420308"/>
              <a:gd name="connsiteY10" fmla="*/ 420308 h 420308"/>
              <a:gd name="connsiteX11" fmla="*/ 401203 w 420308"/>
              <a:gd name="connsiteY11" fmla="*/ 420308 h 420308"/>
              <a:gd name="connsiteX12" fmla="*/ 420308 w 420308"/>
              <a:gd name="connsiteY12" fmla="*/ 401203 h 420308"/>
              <a:gd name="connsiteX13" fmla="*/ 420308 w 420308"/>
              <a:gd name="connsiteY13" fmla="*/ 57315 h 420308"/>
              <a:gd name="connsiteX14" fmla="*/ 401203 w 420308"/>
              <a:gd name="connsiteY14" fmla="*/ 38210 h 420308"/>
              <a:gd name="connsiteX15" fmla="*/ 76420 w 420308"/>
              <a:gd name="connsiteY15" fmla="*/ 57315 h 420308"/>
              <a:gd name="connsiteX16" fmla="*/ 76420 w 420308"/>
              <a:gd name="connsiteY16" fmla="*/ 362993 h 420308"/>
              <a:gd name="connsiteX17" fmla="*/ 19105 w 420308"/>
              <a:gd name="connsiteY17" fmla="*/ 362993 h 420308"/>
              <a:gd name="connsiteX18" fmla="*/ 19105 w 420308"/>
              <a:gd name="connsiteY18" fmla="*/ 19105 h 420308"/>
              <a:gd name="connsiteX19" fmla="*/ 324784 w 420308"/>
              <a:gd name="connsiteY19" fmla="*/ 19105 h 420308"/>
              <a:gd name="connsiteX20" fmla="*/ 324784 w 420308"/>
              <a:gd name="connsiteY20" fmla="*/ 38210 h 420308"/>
              <a:gd name="connsiteX21" fmla="*/ 95525 w 420308"/>
              <a:gd name="connsiteY21" fmla="*/ 38210 h 420308"/>
              <a:gd name="connsiteX22" fmla="*/ 76420 w 420308"/>
              <a:gd name="connsiteY22" fmla="*/ 57315 h 420308"/>
              <a:gd name="connsiteX23" fmla="*/ 401203 w 420308"/>
              <a:gd name="connsiteY23" fmla="*/ 401203 h 420308"/>
              <a:gd name="connsiteX24" fmla="*/ 95525 w 420308"/>
              <a:gd name="connsiteY24" fmla="*/ 401203 h 420308"/>
              <a:gd name="connsiteX25" fmla="*/ 95525 w 420308"/>
              <a:gd name="connsiteY25" fmla="*/ 57315 h 420308"/>
              <a:gd name="connsiteX26" fmla="*/ 401203 w 420308"/>
              <a:gd name="connsiteY26" fmla="*/ 57315 h 420308"/>
              <a:gd name="connsiteX27" fmla="*/ 401203 w 420308"/>
              <a:gd name="connsiteY27" fmla="*/ 401203 h 420308"/>
              <a:gd name="connsiteX28" fmla="*/ 238811 w 420308"/>
              <a:gd name="connsiteY28" fmla="*/ 305679 h 420308"/>
              <a:gd name="connsiteX29" fmla="*/ 257916 w 420308"/>
              <a:gd name="connsiteY29" fmla="*/ 305679 h 420308"/>
              <a:gd name="connsiteX30" fmla="*/ 257916 w 420308"/>
              <a:gd name="connsiteY30" fmla="*/ 238811 h 420308"/>
              <a:gd name="connsiteX31" fmla="*/ 324784 w 420308"/>
              <a:gd name="connsiteY31" fmla="*/ 238811 h 420308"/>
              <a:gd name="connsiteX32" fmla="*/ 324784 w 420308"/>
              <a:gd name="connsiteY32" fmla="*/ 219707 h 420308"/>
              <a:gd name="connsiteX33" fmla="*/ 257916 w 420308"/>
              <a:gd name="connsiteY33" fmla="*/ 219707 h 420308"/>
              <a:gd name="connsiteX34" fmla="*/ 257916 w 420308"/>
              <a:gd name="connsiteY34" fmla="*/ 152839 h 420308"/>
              <a:gd name="connsiteX35" fmla="*/ 238811 w 420308"/>
              <a:gd name="connsiteY35" fmla="*/ 152839 h 420308"/>
              <a:gd name="connsiteX36" fmla="*/ 238811 w 420308"/>
              <a:gd name="connsiteY36" fmla="*/ 219707 h 420308"/>
              <a:gd name="connsiteX37" fmla="*/ 171944 w 420308"/>
              <a:gd name="connsiteY37" fmla="*/ 219707 h 420308"/>
              <a:gd name="connsiteX38" fmla="*/ 171944 w 420308"/>
              <a:gd name="connsiteY38" fmla="*/ 238811 h 420308"/>
              <a:gd name="connsiteX39" fmla="*/ 238811 w 420308"/>
              <a:gd name="connsiteY39" fmla="*/ 238811 h 420308"/>
              <a:gd name="connsiteX40" fmla="*/ 238811 w 420308"/>
              <a:gd name="connsiteY40" fmla="*/ 30567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20308" h="420308">
                <a:moveTo>
                  <a:pt x="401203" y="38210"/>
                </a:moveTo>
                <a:lnTo>
                  <a:pt x="343889" y="38210"/>
                </a:lnTo>
                <a:lnTo>
                  <a:pt x="343889" y="19105"/>
                </a:lnTo>
                <a:cubicBezTo>
                  <a:pt x="343889" y="7642"/>
                  <a:pt x="336247" y="0"/>
                  <a:pt x="324784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62993"/>
                </a:lnTo>
                <a:cubicBezTo>
                  <a:pt x="0" y="374456"/>
                  <a:pt x="7642" y="382098"/>
                  <a:pt x="19105" y="382098"/>
                </a:cubicBezTo>
                <a:lnTo>
                  <a:pt x="76420" y="382098"/>
                </a:lnTo>
                <a:lnTo>
                  <a:pt x="76420" y="401203"/>
                </a:lnTo>
                <a:cubicBezTo>
                  <a:pt x="76420" y="412666"/>
                  <a:pt x="84062" y="420308"/>
                  <a:pt x="9552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57315"/>
                </a:lnTo>
                <a:cubicBezTo>
                  <a:pt x="420308" y="45852"/>
                  <a:pt x="412666" y="38210"/>
                  <a:pt x="401203" y="38210"/>
                </a:cubicBezTo>
                <a:close/>
                <a:moveTo>
                  <a:pt x="76420" y="57315"/>
                </a:moveTo>
                <a:lnTo>
                  <a:pt x="76420" y="362993"/>
                </a:lnTo>
                <a:lnTo>
                  <a:pt x="19105" y="362993"/>
                </a:lnTo>
                <a:lnTo>
                  <a:pt x="19105" y="19105"/>
                </a:lnTo>
                <a:lnTo>
                  <a:pt x="324784" y="19105"/>
                </a:lnTo>
                <a:lnTo>
                  <a:pt x="324784" y="38210"/>
                </a:lnTo>
                <a:lnTo>
                  <a:pt x="95525" y="38210"/>
                </a:lnTo>
                <a:cubicBezTo>
                  <a:pt x="84062" y="38210"/>
                  <a:pt x="76420" y="45852"/>
                  <a:pt x="76420" y="57315"/>
                </a:cubicBezTo>
                <a:close/>
                <a:moveTo>
                  <a:pt x="401203" y="401203"/>
                </a:moveTo>
                <a:lnTo>
                  <a:pt x="95525" y="401203"/>
                </a:lnTo>
                <a:lnTo>
                  <a:pt x="95525" y="57315"/>
                </a:lnTo>
                <a:lnTo>
                  <a:pt x="401203" y="57315"/>
                </a:lnTo>
                <a:lnTo>
                  <a:pt x="401203" y="401203"/>
                </a:lnTo>
                <a:close/>
                <a:moveTo>
                  <a:pt x="238811" y="305679"/>
                </a:moveTo>
                <a:lnTo>
                  <a:pt x="257916" y="305679"/>
                </a:lnTo>
                <a:lnTo>
                  <a:pt x="257916" y="238811"/>
                </a:lnTo>
                <a:lnTo>
                  <a:pt x="324784" y="238811"/>
                </a:lnTo>
                <a:lnTo>
                  <a:pt x="324784" y="219707"/>
                </a:lnTo>
                <a:lnTo>
                  <a:pt x="257916" y="219707"/>
                </a:lnTo>
                <a:lnTo>
                  <a:pt x="257916" y="152839"/>
                </a:lnTo>
                <a:lnTo>
                  <a:pt x="238811" y="152839"/>
                </a:lnTo>
                <a:lnTo>
                  <a:pt x="238811" y="219707"/>
                </a:lnTo>
                <a:lnTo>
                  <a:pt x="171944" y="219707"/>
                </a:lnTo>
                <a:lnTo>
                  <a:pt x="171944" y="238811"/>
                </a:lnTo>
                <a:lnTo>
                  <a:pt x="238811" y="238811"/>
                </a:lnTo>
                <a:lnTo>
                  <a:pt x="238811" y="30567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Graphic 183" descr="Save icon.">
            <a:extLst>
              <a:ext uri="{FF2B5EF4-FFF2-40B4-BE49-F238E27FC236}">
                <a16:creationId xmlns:a16="http://schemas.microsoft.com/office/drawing/2014/main" id="{F9DF7FEC-2FCF-443A-9315-DD935849D247}"/>
              </a:ext>
            </a:extLst>
          </p:cNvPr>
          <p:cNvSpPr>
            <a:spLocks noChangeAspect="1"/>
          </p:cNvSpPr>
          <p:nvPr/>
        </p:nvSpPr>
        <p:spPr>
          <a:xfrm>
            <a:off x="5880180" y="2359949"/>
            <a:ext cx="420308" cy="420308"/>
          </a:xfrm>
          <a:custGeom>
            <a:avLst/>
            <a:gdLst>
              <a:gd name="connsiteX0" fmla="*/ 200602 w 420308"/>
              <a:gd name="connsiteY0" fmla="*/ 0 h 420308"/>
              <a:gd name="connsiteX1" fmla="*/ 200602 w 420308"/>
              <a:gd name="connsiteY1" fmla="*/ 296126 h 420308"/>
              <a:gd name="connsiteX2" fmla="*/ 74509 w 420308"/>
              <a:gd name="connsiteY2" fmla="*/ 170034 h 420308"/>
              <a:gd name="connsiteX3" fmla="*/ 61136 w 420308"/>
              <a:gd name="connsiteY3" fmla="*/ 183407 h 420308"/>
              <a:gd name="connsiteX4" fmla="*/ 196781 w 420308"/>
              <a:gd name="connsiteY4" fmla="*/ 319052 h 420308"/>
              <a:gd name="connsiteX5" fmla="*/ 223528 w 420308"/>
              <a:gd name="connsiteY5" fmla="*/ 319052 h 420308"/>
              <a:gd name="connsiteX6" fmla="*/ 223528 w 420308"/>
              <a:gd name="connsiteY6" fmla="*/ 319052 h 420308"/>
              <a:gd name="connsiteX7" fmla="*/ 359172 w 420308"/>
              <a:gd name="connsiteY7" fmla="*/ 183407 h 420308"/>
              <a:gd name="connsiteX8" fmla="*/ 345799 w 420308"/>
              <a:gd name="connsiteY8" fmla="*/ 170034 h 420308"/>
              <a:gd name="connsiteX9" fmla="*/ 219707 w 420308"/>
              <a:gd name="connsiteY9" fmla="*/ 296126 h 420308"/>
              <a:gd name="connsiteX10" fmla="*/ 219707 w 420308"/>
              <a:gd name="connsiteY10" fmla="*/ 0 h 420308"/>
              <a:gd name="connsiteX11" fmla="*/ 200602 w 420308"/>
              <a:gd name="connsiteY11" fmla="*/ 0 h 420308"/>
              <a:gd name="connsiteX12" fmla="*/ 0 w 420308"/>
              <a:gd name="connsiteY12" fmla="*/ 210154 h 420308"/>
              <a:gd name="connsiteX13" fmla="*/ 0 w 420308"/>
              <a:gd name="connsiteY13" fmla="*/ 401203 h 420308"/>
              <a:gd name="connsiteX14" fmla="*/ 19105 w 420308"/>
              <a:gd name="connsiteY14" fmla="*/ 420308 h 420308"/>
              <a:gd name="connsiteX15" fmla="*/ 401203 w 420308"/>
              <a:gd name="connsiteY15" fmla="*/ 420308 h 420308"/>
              <a:gd name="connsiteX16" fmla="*/ 420308 w 420308"/>
              <a:gd name="connsiteY16" fmla="*/ 401203 h 420308"/>
              <a:gd name="connsiteX17" fmla="*/ 420308 w 420308"/>
              <a:gd name="connsiteY17" fmla="*/ 210154 h 420308"/>
              <a:gd name="connsiteX18" fmla="*/ 401203 w 420308"/>
              <a:gd name="connsiteY18" fmla="*/ 210154 h 420308"/>
              <a:gd name="connsiteX19" fmla="*/ 401203 w 420308"/>
              <a:gd name="connsiteY19" fmla="*/ 401203 h 420308"/>
              <a:gd name="connsiteX20" fmla="*/ 19105 w 420308"/>
              <a:gd name="connsiteY20" fmla="*/ 401203 h 420308"/>
              <a:gd name="connsiteX21" fmla="*/ 19105 w 420308"/>
              <a:gd name="connsiteY21" fmla="*/ 210154 h 420308"/>
              <a:gd name="connsiteX22" fmla="*/ 0 w 420308"/>
              <a:gd name="connsiteY22" fmla="*/ 21015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0308" h="420308">
                <a:moveTo>
                  <a:pt x="200602" y="0"/>
                </a:moveTo>
                <a:lnTo>
                  <a:pt x="200602" y="296126"/>
                </a:lnTo>
                <a:lnTo>
                  <a:pt x="74509" y="170034"/>
                </a:lnTo>
                <a:lnTo>
                  <a:pt x="61136" y="183407"/>
                </a:lnTo>
                <a:lnTo>
                  <a:pt x="196781" y="319052"/>
                </a:lnTo>
                <a:cubicBezTo>
                  <a:pt x="204423" y="326694"/>
                  <a:pt x="215886" y="326694"/>
                  <a:pt x="223528" y="319052"/>
                </a:cubicBezTo>
                <a:cubicBezTo>
                  <a:pt x="223528" y="319052"/>
                  <a:pt x="223528" y="319052"/>
                  <a:pt x="223528" y="319052"/>
                </a:cubicBezTo>
                <a:lnTo>
                  <a:pt x="359172" y="183407"/>
                </a:lnTo>
                <a:lnTo>
                  <a:pt x="345799" y="170034"/>
                </a:lnTo>
                <a:lnTo>
                  <a:pt x="219707" y="296126"/>
                </a:lnTo>
                <a:lnTo>
                  <a:pt x="219707" y="0"/>
                </a:lnTo>
                <a:lnTo>
                  <a:pt x="200602" y="0"/>
                </a:lnTo>
                <a:close/>
                <a:moveTo>
                  <a:pt x="0" y="210154"/>
                </a:move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401203" y="420308"/>
                </a:lnTo>
                <a:cubicBezTo>
                  <a:pt x="412666" y="420308"/>
                  <a:pt x="420308" y="412666"/>
                  <a:pt x="420308" y="401203"/>
                </a:cubicBezTo>
                <a:lnTo>
                  <a:pt x="420308" y="210154"/>
                </a:lnTo>
                <a:lnTo>
                  <a:pt x="401203" y="210154"/>
                </a:lnTo>
                <a:lnTo>
                  <a:pt x="401203" y="401203"/>
                </a:lnTo>
                <a:lnTo>
                  <a:pt x="19105" y="401203"/>
                </a:lnTo>
                <a:lnTo>
                  <a:pt x="19105" y="210154"/>
                </a:lnTo>
                <a:lnTo>
                  <a:pt x="0" y="21015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Graphic 186" descr="Share icon.">
            <a:extLst>
              <a:ext uri="{FF2B5EF4-FFF2-40B4-BE49-F238E27FC236}">
                <a16:creationId xmlns:a16="http://schemas.microsoft.com/office/drawing/2014/main" id="{D25ECFBE-7464-45BC-9C18-51A089DF0B32}"/>
              </a:ext>
            </a:extLst>
          </p:cNvPr>
          <p:cNvSpPr>
            <a:spLocks noChangeAspect="1"/>
          </p:cNvSpPr>
          <p:nvPr/>
        </p:nvSpPr>
        <p:spPr>
          <a:xfrm>
            <a:off x="7110454" y="2359949"/>
            <a:ext cx="420572" cy="420308"/>
          </a:xfrm>
          <a:custGeom>
            <a:avLst/>
            <a:gdLst>
              <a:gd name="connsiteX0" fmla="*/ 200602 w 420572"/>
              <a:gd name="connsiteY0" fmla="*/ 248364 h 420308"/>
              <a:gd name="connsiteX1" fmla="*/ 200602 w 420572"/>
              <a:gd name="connsiteY1" fmla="*/ 401203 h 420308"/>
              <a:gd name="connsiteX2" fmla="*/ 19105 w 420572"/>
              <a:gd name="connsiteY2" fmla="*/ 401203 h 420308"/>
              <a:gd name="connsiteX3" fmla="*/ 19105 w 420572"/>
              <a:gd name="connsiteY3" fmla="*/ 19105 h 420308"/>
              <a:gd name="connsiteX4" fmla="*/ 200602 w 420572"/>
              <a:gd name="connsiteY4" fmla="*/ 19105 h 420308"/>
              <a:gd name="connsiteX5" fmla="*/ 200602 w 420572"/>
              <a:gd name="connsiteY5" fmla="*/ 152839 h 420308"/>
              <a:gd name="connsiteX6" fmla="*/ 219707 w 420572"/>
              <a:gd name="connsiteY6" fmla="*/ 152839 h 420308"/>
              <a:gd name="connsiteX7" fmla="*/ 219707 w 420572"/>
              <a:gd name="connsiteY7" fmla="*/ 19105 h 420308"/>
              <a:gd name="connsiteX8" fmla="*/ 200602 w 420572"/>
              <a:gd name="connsiteY8" fmla="*/ 0 h 420308"/>
              <a:gd name="connsiteX9" fmla="*/ 19105 w 420572"/>
              <a:gd name="connsiteY9" fmla="*/ 0 h 420308"/>
              <a:gd name="connsiteX10" fmla="*/ 5731 w 420572"/>
              <a:gd name="connsiteY10" fmla="*/ 5731 h 420308"/>
              <a:gd name="connsiteX11" fmla="*/ 0 w 420572"/>
              <a:gd name="connsiteY11" fmla="*/ 19105 h 420308"/>
              <a:gd name="connsiteX12" fmla="*/ 0 w 420572"/>
              <a:gd name="connsiteY12" fmla="*/ 401203 h 420308"/>
              <a:gd name="connsiteX13" fmla="*/ 19105 w 420572"/>
              <a:gd name="connsiteY13" fmla="*/ 420308 h 420308"/>
              <a:gd name="connsiteX14" fmla="*/ 200602 w 420572"/>
              <a:gd name="connsiteY14" fmla="*/ 420308 h 420308"/>
              <a:gd name="connsiteX15" fmla="*/ 213975 w 420572"/>
              <a:gd name="connsiteY15" fmla="*/ 414577 h 420308"/>
              <a:gd name="connsiteX16" fmla="*/ 219707 w 420572"/>
              <a:gd name="connsiteY16" fmla="*/ 401203 h 420308"/>
              <a:gd name="connsiteX17" fmla="*/ 219707 w 420572"/>
              <a:gd name="connsiteY17" fmla="*/ 248364 h 420308"/>
              <a:gd name="connsiteX18" fmla="*/ 200602 w 420572"/>
              <a:gd name="connsiteY18" fmla="*/ 248364 h 420308"/>
              <a:gd name="connsiteX19" fmla="*/ 416487 w 420572"/>
              <a:gd name="connsiteY19" fmla="*/ 187228 h 420308"/>
              <a:gd name="connsiteX20" fmla="*/ 290395 w 420572"/>
              <a:gd name="connsiteY20" fmla="*/ 61136 h 420308"/>
              <a:gd name="connsiteX21" fmla="*/ 277021 w 420572"/>
              <a:gd name="connsiteY21" fmla="*/ 74509 h 420308"/>
              <a:gd name="connsiteX22" fmla="*/ 393561 w 420572"/>
              <a:gd name="connsiteY22" fmla="*/ 191049 h 420308"/>
              <a:gd name="connsiteX23" fmla="*/ 95525 w 420572"/>
              <a:gd name="connsiteY23" fmla="*/ 191049 h 420308"/>
              <a:gd name="connsiteX24" fmla="*/ 95525 w 420572"/>
              <a:gd name="connsiteY24" fmla="*/ 210154 h 420308"/>
              <a:gd name="connsiteX25" fmla="*/ 387830 w 420572"/>
              <a:gd name="connsiteY25" fmla="*/ 210154 h 420308"/>
              <a:gd name="connsiteX26" fmla="*/ 275111 w 420572"/>
              <a:gd name="connsiteY26" fmla="*/ 322873 h 420308"/>
              <a:gd name="connsiteX27" fmla="*/ 288484 w 420572"/>
              <a:gd name="connsiteY27" fmla="*/ 336247 h 420308"/>
              <a:gd name="connsiteX28" fmla="*/ 414577 w 420572"/>
              <a:gd name="connsiteY28" fmla="*/ 210154 h 420308"/>
              <a:gd name="connsiteX29" fmla="*/ 416487 w 420572"/>
              <a:gd name="connsiteY29" fmla="*/ 187228 h 420308"/>
              <a:gd name="connsiteX30" fmla="*/ 416487 w 420572"/>
              <a:gd name="connsiteY30" fmla="*/ 187228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0572" h="420308">
                <a:moveTo>
                  <a:pt x="200602" y="248364"/>
                </a:moveTo>
                <a:lnTo>
                  <a:pt x="200602" y="401203"/>
                </a:lnTo>
                <a:lnTo>
                  <a:pt x="19105" y="401203"/>
                </a:lnTo>
                <a:lnTo>
                  <a:pt x="19105" y="19105"/>
                </a:lnTo>
                <a:lnTo>
                  <a:pt x="200602" y="19105"/>
                </a:lnTo>
                <a:lnTo>
                  <a:pt x="200602" y="152839"/>
                </a:lnTo>
                <a:lnTo>
                  <a:pt x="219707" y="152839"/>
                </a:lnTo>
                <a:lnTo>
                  <a:pt x="219707" y="19105"/>
                </a:lnTo>
                <a:cubicBezTo>
                  <a:pt x="219707" y="7642"/>
                  <a:pt x="212065" y="0"/>
                  <a:pt x="200602" y="0"/>
                </a:cubicBezTo>
                <a:lnTo>
                  <a:pt x="19105" y="0"/>
                </a:lnTo>
                <a:cubicBezTo>
                  <a:pt x="13373" y="0"/>
                  <a:pt x="9552" y="1910"/>
                  <a:pt x="5731" y="5731"/>
                </a:cubicBezTo>
                <a:cubicBezTo>
                  <a:pt x="1910" y="9552"/>
                  <a:pt x="0" y="13373"/>
                  <a:pt x="0" y="19105"/>
                </a:cubicBezTo>
                <a:lnTo>
                  <a:pt x="0" y="401203"/>
                </a:lnTo>
                <a:cubicBezTo>
                  <a:pt x="0" y="412666"/>
                  <a:pt x="7642" y="420308"/>
                  <a:pt x="19105" y="420308"/>
                </a:cubicBezTo>
                <a:lnTo>
                  <a:pt x="200602" y="420308"/>
                </a:lnTo>
                <a:cubicBezTo>
                  <a:pt x="206333" y="420308"/>
                  <a:pt x="210154" y="418398"/>
                  <a:pt x="213975" y="414577"/>
                </a:cubicBezTo>
                <a:cubicBezTo>
                  <a:pt x="217796" y="410756"/>
                  <a:pt x="219707" y="406935"/>
                  <a:pt x="219707" y="401203"/>
                </a:cubicBezTo>
                <a:lnTo>
                  <a:pt x="219707" y="248364"/>
                </a:lnTo>
                <a:lnTo>
                  <a:pt x="200602" y="248364"/>
                </a:lnTo>
                <a:close/>
                <a:moveTo>
                  <a:pt x="416487" y="187228"/>
                </a:moveTo>
                <a:lnTo>
                  <a:pt x="290395" y="61136"/>
                </a:lnTo>
                <a:lnTo>
                  <a:pt x="277021" y="74509"/>
                </a:lnTo>
                <a:lnTo>
                  <a:pt x="393561" y="191049"/>
                </a:lnTo>
                <a:lnTo>
                  <a:pt x="95525" y="191049"/>
                </a:lnTo>
                <a:lnTo>
                  <a:pt x="95525" y="210154"/>
                </a:lnTo>
                <a:lnTo>
                  <a:pt x="387830" y="210154"/>
                </a:lnTo>
                <a:lnTo>
                  <a:pt x="275111" y="322873"/>
                </a:lnTo>
                <a:lnTo>
                  <a:pt x="288484" y="336247"/>
                </a:lnTo>
                <a:lnTo>
                  <a:pt x="414577" y="210154"/>
                </a:lnTo>
                <a:cubicBezTo>
                  <a:pt x="422219" y="204423"/>
                  <a:pt x="422219" y="194870"/>
                  <a:pt x="416487" y="187228"/>
                </a:cubicBezTo>
                <a:cubicBezTo>
                  <a:pt x="416487" y="187228"/>
                  <a:pt x="416487" y="187228"/>
                  <a:pt x="416487" y="18722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Graphic 168" descr="Open pop-up icon.">
            <a:extLst>
              <a:ext uri="{FF2B5EF4-FFF2-40B4-BE49-F238E27FC236}">
                <a16:creationId xmlns:a16="http://schemas.microsoft.com/office/drawing/2014/main" id="{A467121A-A78B-4D91-B2DA-40A48BA404A3}"/>
              </a:ext>
            </a:extLst>
          </p:cNvPr>
          <p:cNvSpPr>
            <a:spLocks noChangeAspect="1"/>
          </p:cNvSpPr>
          <p:nvPr/>
        </p:nvSpPr>
        <p:spPr>
          <a:xfrm>
            <a:off x="8375410" y="2359949"/>
            <a:ext cx="420308" cy="420308"/>
          </a:xfrm>
          <a:custGeom>
            <a:avLst/>
            <a:gdLst>
              <a:gd name="connsiteX0" fmla="*/ 401203 w 420308"/>
              <a:gd name="connsiteY0" fmla="*/ 0 h 420308"/>
              <a:gd name="connsiteX1" fmla="*/ 114630 w 420308"/>
              <a:gd name="connsiteY1" fmla="*/ 0 h 420308"/>
              <a:gd name="connsiteX2" fmla="*/ 95525 w 420308"/>
              <a:gd name="connsiteY2" fmla="*/ 19105 h 420308"/>
              <a:gd name="connsiteX3" fmla="*/ 95525 w 420308"/>
              <a:gd name="connsiteY3" fmla="*/ 95525 h 420308"/>
              <a:gd name="connsiteX4" fmla="*/ 19105 w 420308"/>
              <a:gd name="connsiteY4" fmla="*/ 95525 h 420308"/>
              <a:gd name="connsiteX5" fmla="*/ 0 w 420308"/>
              <a:gd name="connsiteY5" fmla="*/ 114630 h 420308"/>
              <a:gd name="connsiteX6" fmla="*/ 0 w 420308"/>
              <a:gd name="connsiteY6" fmla="*/ 401203 h 420308"/>
              <a:gd name="connsiteX7" fmla="*/ 19105 w 420308"/>
              <a:gd name="connsiteY7" fmla="*/ 420308 h 420308"/>
              <a:gd name="connsiteX8" fmla="*/ 305679 w 420308"/>
              <a:gd name="connsiteY8" fmla="*/ 420308 h 420308"/>
              <a:gd name="connsiteX9" fmla="*/ 324784 w 420308"/>
              <a:gd name="connsiteY9" fmla="*/ 401203 h 420308"/>
              <a:gd name="connsiteX10" fmla="*/ 324784 w 420308"/>
              <a:gd name="connsiteY10" fmla="*/ 324784 h 420308"/>
              <a:gd name="connsiteX11" fmla="*/ 401203 w 420308"/>
              <a:gd name="connsiteY11" fmla="*/ 324784 h 420308"/>
              <a:gd name="connsiteX12" fmla="*/ 420308 w 420308"/>
              <a:gd name="connsiteY12" fmla="*/ 305679 h 420308"/>
              <a:gd name="connsiteX13" fmla="*/ 420308 w 420308"/>
              <a:gd name="connsiteY13" fmla="*/ 19105 h 420308"/>
              <a:gd name="connsiteX14" fmla="*/ 401203 w 420308"/>
              <a:gd name="connsiteY14" fmla="*/ 0 h 420308"/>
              <a:gd name="connsiteX15" fmla="*/ 305679 w 420308"/>
              <a:gd name="connsiteY15" fmla="*/ 401203 h 420308"/>
              <a:gd name="connsiteX16" fmla="*/ 19105 w 420308"/>
              <a:gd name="connsiteY16" fmla="*/ 401203 h 420308"/>
              <a:gd name="connsiteX17" fmla="*/ 19105 w 420308"/>
              <a:gd name="connsiteY17" fmla="*/ 114630 h 420308"/>
              <a:gd name="connsiteX18" fmla="*/ 95525 w 420308"/>
              <a:gd name="connsiteY18" fmla="*/ 114630 h 420308"/>
              <a:gd name="connsiteX19" fmla="*/ 95525 w 420308"/>
              <a:gd name="connsiteY19" fmla="*/ 305679 h 420308"/>
              <a:gd name="connsiteX20" fmla="*/ 114630 w 420308"/>
              <a:gd name="connsiteY20" fmla="*/ 324784 h 420308"/>
              <a:gd name="connsiteX21" fmla="*/ 305679 w 420308"/>
              <a:gd name="connsiteY21" fmla="*/ 324784 h 420308"/>
              <a:gd name="connsiteX22" fmla="*/ 401203 w 420308"/>
              <a:gd name="connsiteY22" fmla="*/ 315231 h 420308"/>
              <a:gd name="connsiteX23" fmla="*/ 401203 w 420308"/>
              <a:gd name="connsiteY23" fmla="*/ 305679 h 420308"/>
              <a:gd name="connsiteX24" fmla="*/ 114630 w 420308"/>
              <a:gd name="connsiteY24" fmla="*/ 305679 h 420308"/>
              <a:gd name="connsiteX25" fmla="*/ 114630 w 420308"/>
              <a:gd name="connsiteY25" fmla="*/ 19105 h 420308"/>
              <a:gd name="connsiteX26" fmla="*/ 401203 w 420308"/>
              <a:gd name="connsiteY26" fmla="*/ 19105 h 420308"/>
              <a:gd name="connsiteX27" fmla="*/ 401203 w 420308"/>
              <a:gd name="connsiteY27" fmla="*/ 305679 h 420308"/>
              <a:gd name="connsiteX28" fmla="*/ 401203 w 420308"/>
              <a:gd name="connsiteY28" fmla="*/ 305679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0308" h="420308">
                <a:moveTo>
                  <a:pt x="401203" y="0"/>
                </a:moveTo>
                <a:lnTo>
                  <a:pt x="114630" y="0"/>
                </a:lnTo>
                <a:cubicBezTo>
                  <a:pt x="104078" y="0"/>
                  <a:pt x="95525" y="8554"/>
                  <a:pt x="95525" y="19105"/>
                </a:cubicBezTo>
                <a:lnTo>
                  <a:pt x="95525" y="95525"/>
                </a:lnTo>
                <a:lnTo>
                  <a:pt x="19105" y="95525"/>
                </a:lnTo>
                <a:cubicBezTo>
                  <a:pt x="8554" y="95525"/>
                  <a:pt x="0" y="104078"/>
                  <a:pt x="0" y="114630"/>
                </a:cubicBezTo>
                <a:lnTo>
                  <a:pt x="0" y="401203"/>
                </a:lnTo>
                <a:cubicBezTo>
                  <a:pt x="0" y="411755"/>
                  <a:pt x="8554" y="420308"/>
                  <a:pt x="19105" y="420308"/>
                </a:cubicBezTo>
                <a:lnTo>
                  <a:pt x="305679" y="420308"/>
                </a:lnTo>
                <a:cubicBezTo>
                  <a:pt x="316230" y="420308"/>
                  <a:pt x="324784" y="411755"/>
                  <a:pt x="324784" y="401203"/>
                </a:cubicBezTo>
                <a:lnTo>
                  <a:pt x="324784" y="324784"/>
                </a:lnTo>
                <a:lnTo>
                  <a:pt x="401203" y="324784"/>
                </a:lnTo>
                <a:cubicBezTo>
                  <a:pt x="411755" y="324784"/>
                  <a:pt x="420308" y="316230"/>
                  <a:pt x="420308" y="305679"/>
                </a:cubicBezTo>
                <a:lnTo>
                  <a:pt x="420308" y="19105"/>
                </a:lnTo>
                <a:cubicBezTo>
                  <a:pt x="420308" y="8554"/>
                  <a:pt x="411755" y="0"/>
                  <a:pt x="401203" y="0"/>
                </a:cubicBezTo>
                <a:close/>
                <a:moveTo>
                  <a:pt x="305679" y="401203"/>
                </a:moveTo>
                <a:lnTo>
                  <a:pt x="19105" y="401203"/>
                </a:lnTo>
                <a:lnTo>
                  <a:pt x="19105" y="114630"/>
                </a:lnTo>
                <a:lnTo>
                  <a:pt x="95525" y="114630"/>
                </a:lnTo>
                <a:lnTo>
                  <a:pt x="95525" y="305679"/>
                </a:lnTo>
                <a:cubicBezTo>
                  <a:pt x="95525" y="316230"/>
                  <a:pt x="104078" y="324784"/>
                  <a:pt x="114630" y="324784"/>
                </a:cubicBezTo>
                <a:lnTo>
                  <a:pt x="305679" y="324784"/>
                </a:lnTo>
                <a:close/>
                <a:moveTo>
                  <a:pt x="401203" y="315231"/>
                </a:moveTo>
                <a:lnTo>
                  <a:pt x="401203" y="305679"/>
                </a:lnTo>
                <a:lnTo>
                  <a:pt x="114630" y="305679"/>
                </a:lnTo>
                <a:lnTo>
                  <a:pt x="114630" y="19105"/>
                </a:lnTo>
                <a:lnTo>
                  <a:pt x="401203" y="19105"/>
                </a:lnTo>
                <a:lnTo>
                  <a:pt x="401203" y="305679"/>
                </a:lnTo>
                <a:lnTo>
                  <a:pt x="401203" y="30567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Graphic 174" descr="Plus icon.">
            <a:extLst>
              <a:ext uri="{FF2B5EF4-FFF2-40B4-BE49-F238E27FC236}">
                <a16:creationId xmlns:a16="http://schemas.microsoft.com/office/drawing/2014/main" id="{5EA151C5-890A-4CF6-824A-7F03EFBA4152}"/>
              </a:ext>
            </a:extLst>
          </p:cNvPr>
          <p:cNvSpPr>
            <a:spLocks noChangeAspect="1"/>
          </p:cNvSpPr>
          <p:nvPr/>
        </p:nvSpPr>
        <p:spPr>
          <a:xfrm>
            <a:off x="9575383" y="2359949"/>
            <a:ext cx="420308" cy="420308"/>
          </a:xfrm>
          <a:custGeom>
            <a:avLst/>
            <a:gdLst>
              <a:gd name="connsiteX0" fmla="*/ 0 w 420308"/>
              <a:gd name="connsiteY0" fmla="*/ 219707 h 420308"/>
              <a:gd name="connsiteX1" fmla="*/ 200602 w 420308"/>
              <a:gd name="connsiteY1" fmla="*/ 219707 h 420308"/>
              <a:gd name="connsiteX2" fmla="*/ 200602 w 420308"/>
              <a:gd name="connsiteY2" fmla="*/ 420308 h 420308"/>
              <a:gd name="connsiteX3" fmla="*/ 219707 w 420308"/>
              <a:gd name="connsiteY3" fmla="*/ 420308 h 420308"/>
              <a:gd name="connsiteX4" fmla="*/ 219707 w 420308"/>
              <a:gd name="connsiteY4" fmla="*/ 219707 h 420308"/>
              <a:gd name="connsiteX5" fmla="*/ 420308 w 420308"/>
              <a:gd name="connsiteY5" fmla="*/ 219707 h 420308"/>
              <a:gd name="connsiteX6" fmla="*/ 420308 w 420308"/>
              <a:gd name="connsiteY6" fmla="*/ 200602 h 420308"/>
              <a:gd name="connsiteX7" fmla="*/ 219707 w 420308"/>
              <a:gd name="connsiteY7" fmla="*/ 200602 h 420308"/>
              <a:gd name="connsiteX8" fmla="*/ 219707 w 420308"/>
              <a:gd name="connsiteY8" fmla="*/ 0 h 420308"/>
              <a:gd name="connsiteX9" fmla="*/ 200602 w 420308"/>
              <a:gd name="connsiteY9" fmla="*/ 0 h 420308"/>
              <a:gd name="connsiteX10" fmla="*/ 200602 w 420308"/>
              <a:gd name="connsiteY10" fmla="*/ 200602 h 420308"/>
              <a:gd name="connsiteX11" fmla="*/ 0 w 420308"/>
              <a:gd name="connsiteY11" fmla="*/ 200602 h 420308"/>
              <a:gd name="connsiteX12" fmla="*/ 0 w 420308"/>
              <a:gd name="connsiteY12" fmla="*/ 219707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0308" h="420308">
                <a:moveTo>
                  <a:pt x="0" y="219707"/>
                </a:moveTo>
                <a:lnTo>
                  <a:pt x="200602" y="219707"/>
                </a:lnTo>
                <a:lnTo>
                  <a:pt x="200602" y="420308"/>
                </a:lnTo>
                <a:lnTo>
                  <a:pt x="219707" y="420308"/>
                </a:lnTo>
                <a:lnTo>
                  <a:pt x="219707" y="219707"/>
                </a:lnTo>
                <a:lnTo>
                  <a:pt x="420308" y="219707"/>
                </a:lnTo>
                <a:lnTo>
                  <a:pt x="420308" y="200602"/>
                </a:lnTo>
                <a:lnTo>
                  <a:pt x="219707" y="200602"/>
                </a:lnTo>
                <a:lnTo>
                  <a:pt x="219707" y="0"/>
                </a:lnTo>
                <a:lnTo>
                  <a:pt x="200602" y="0"/>
                </a:lnTo>
                <a:lnTo>
                  <a:pt x="200602" y="200602"/>
                </a:lnTo>
                <a:lnTo>
                  <a:pt x="0" y="200602"/>
                </a:lnTo>
                <a:lnTo>
                  <a:pt x="0" y="21970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Graphic 166" descr="Minus icon.">
            <a:extLst>
              <a:ext uri="{FF2B5EF4-FFF2-40B4-BE49-F238E27FC236}">
                <a16:creationId xmlns:a16="http://schemas.microsoft.com/office/drawing/2014/main" id="{FDDF4BD5-01CD-4B4B-9C37-CFD6BE837854}"/>
              </a:ext>
            </a:extLst>
          </p:cNvPr>
          <p:cNvSpPr>
            <a:spLocks noChangeAspect="1"/>
          </p:cNvSpPr>
          <p:nvPr/>
        </p:nvSpPr>
        <p:spPr>
          <a:xfrm>
            <a:off x="10838473" y="2594353"/>
            <a:ext cx="343888" cy="19104"/>
          </a:xfrm>
          <a:custGeom>
            <a:avLst/>
            <a:gdLst>
              <a:gd name="connsiteX0" fmla="*/ 0 w 343888"/>
              <a:gd name="connsiteY0" fmla="*/ 0 h 19104"/>
              <a:gd name="connsiteX1" fmla="*/ 343889 w 343888"/>
              <a:gd name="connsiteY1" fmla="*/ 0 h 19104"/>
              <a:gd name="connsiteX2" fmla="*/ 343889 w 343888"/>
              <a:gd name="connsiteY2" fmla="*/ 19105 h 19104"/>
              <a:gd name="connsiteX3" fmla="*/ 0 w 343888"/>
              <a:gd name="connsiteY3" fmla="*/ 19105 h 19104"/>
              <a:gd name="connsiteX4" fmla="*/ 0 w 343888"/>
              <a:gd name="connsiteY4" fmla="*/ 0 h 19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888" h="19104">
                <a:moveTo>
                  <a:pt x="0" y="0"/>
                </a:moveTo>
                <a:lnTo>
                  <a:pt x="343889" y="0"/>
                </a:lnTo>
                <a:lnTo>
                  <a:pt x="343889" y="19105"/>
                </a:lnTo>
                <a:lnTo>
                  <a:pt x="0" y="19105"/>
                </a:lnTo>
                <a:lnTo>
                  <a:pt x="0" y="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07" descr="Check icon.">
            <a:extLst>
              <a:ext uri="{FF2B5EF4-FFF2-40B4-BE49-F238E27FC236}">
                <a16:creationId xmlns:a16="http://schemas.microsoft.com/office/drawing/2014/main" id="{5BCFEE27-07A2-4419-AC13-106B6945431A}"/>
              </a:ext>
            </a:extLst>
          </p:cNvPr>
          <p:cNvSpPr>
            <a:spLocks noChangeAspect="1"/>
          </p:cNvSpPr>
          <p:nvPr/>
        </p:nvSpPr>
        <p:spPr>
          <a:xfrm>
            <a:off x="969085" y="3314571"/>
            <a:ext cx="424129" cy="420308"/>
          </a:xfrm>
          <a:custGeom>
            <a:avLst/>
            <a:gdLst>
              <a:gd name="connsiteX0" fmla="*/ 408845 w 424129"/>
              <a:gd name="connsiteY0" fmla="*/ 0 h 420308"/>
              <a:gd name="connsiteX1" fmla="*/ 110809 w 424129"/>
              <a:gd name="connsiteY1" fmla="*/ 401203 h 420308"/>
              <a:gd name="connsiteX2" fmla="*/ 15284 w 424129"/>
              <a:gd name="connsiteY2" fmla="*/ 273200 h 420308"/>
              <a:gd name="connsiteX3" fmla="*/ 0 w 424129"/>
              <a:gd name="connsiteY3" fmla="*/ 284663 h 420308"/>
              <a:gd name="connsiteX4" fmla="*/ 95525 w 424129"/>
              <a:gd name="connsiteY4" fmla="*/ 412666 h 420308"/>
              <a:gd name="connsiteX5" fmla="*/ 110809 w 424129"/>
              <a:gd name="connsiteY5" fmla="*/ 420308 h 420308"/>
              <a:gd name="connsiteX6" fmla="*/ 110809 w 424129"/>
              <a:gd name="connsiteY6" fmla="*/ 420308 h 420308"/>
              <a:gd name="connsiteX7" fmla="*/ 126092 w 424129"/>
              <a:gd name="connsiteY7" fmla="*/ 412666 h 420308"/>
              <a:gd name="connsiteX8" fmla="*/ 424129 w 424129"/>
              <a:gd name="connsiteY8" fmla="*/ 11463 h 420308"/>
              <a:gd name="connsiteX9" fmla="*/ 408845 w 424129"/>
              <a:gd name="connsiteY9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4129" h="420308">
                <a:moveTo>
                  <a:pt x="408845" y="0"/>
                </a:moveTo>
                <a:lnTo>
                  <a:pt x="110809" y="401203"/>
                </a:lnTo>
                <a:lnTo>
                  <a:pt x="15284" y="273200"/>
                </a:lnTo>
                <a:lnTo>
                  <a:pt x="0" y="284663"/>
                </a:lnTo>
                <a:lnTo>
                  <a:pt x="95525" y="412666"/>
                </a:lnTo>
                <a:cubicBezTo>
                  <a:pt x="99346" y="416487"/>
                  <a:pt x="105077" y="420308"/>
                  <a:pt x="110809" y="420308"/>
                </a:cubicBezTo>
                <a:lnTo>
                  <a:pt x="110809" y="420308"/>
                </a:lnTo>
                <a:cubicBezTo>
                  <a:pt x="116540" y="420308"/>
                  <a:pt x="122271" y="416487"/>
                  <a:pt x="126092" y="412666"/>
                </a:cubicBezTo>
                <a:lnTo>
                  <a:pt x="424129" y="11463"/>
                </a:lnTo>
                <a:lnTo>
                  <a:pt x="408845" y="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Graphic 178" descr="Refresh icon.">
            <a:extLst>
              <a:ext uri="{FF2B5EF4-FFF2-40B4-BE49-F238E27FC236}">
                <a16:creationId xmlns:a16="http://schemas.microsoft.com/office/drawing/2014/main" id="{3EDFCCC1-076C-43E1-9E08-013125A08B6B}"/>
              </a:ext>
            </a:extLst>
          </p:cNvPr>
          <p:cNvSpPr>
            <a:spLocks noChangeAspect="1"/>
          </p:cNvSpPr>
          <p:nvPr/>
        </p:nvSpPr>
        <p:spPr>
          <a:xfrm>
            <a:off x="2176643" y="3285877"/>
            <a:ext cx="457879" cy="458527"/>
          </a:xfrm>
          <a:custGeom>
            <a:avLst/>
            <a:gdLst>
              <a:gd name="connsiteX0" fmla="*/ 228620 w 457879"/>
              <a:gd name="connsiteY0" fmla="*/ 458528 h 458527"/>
              <a:gd name="connsiteX1" fmla="*/ 457879 w 457879"/>
              <a:gd name="connsiteY1" fmla="*/ 229269 h 458527"/>
              <a:gd name="connsiteX2" fmla="*/ 438774 w 457879"/>
              <a:gd name="connsiteY2" fmla="*/ 229269 h 458527"/>
              <a:gd name="connsiteX3" fmla="*/ 228620 w 457879"/>
              <a:gd name="connsiteY3" fmla="*/ 439423 h 458527"/>
              <a:gd name="connsiteX4" fmla="*/ 18466 w 457879"/>
              <a:gd name="connsiteY4" fmla="*/ 229269 h 458527"/>
              <a:gd name="connsiteX5" fmla="*/ 228620 w 457879"/>
              <a:gd name="connsiteY5" fmla="*/ 19114 h 458527"/>
              <a:gd name="connsiteX6" fmla="*/ 391012 w 457879"/>
              <a:gd name="connsiteY6" fmla="*/ 95534 h 458527"/>
              <a:gd name="connsiteX7" fmla="*/ 305040 w 457879"/>
              <a:gd name="connsiteY7" fmla="*/ 95534 h 458527"/>
              <a:gd name="connsiteX8" fmla="*/ 305040 w 457879"/>
              <a:gd name="connsiteY8" fmla="*/ 114639 h 458527"/>
              <a:gd name="connsiteX9" fmla="*/ 402475 w 457879"/>
              <a:gd name="connsiteY9" fmla="*/ 114639 h 458527"/>
              <a:gd name="connsiteX10" fmla="*/ 419669 w 457879"/>
              <a:gd name="connsiteY10" fmla="*/ 97445 h 458527"/>
              <a:gd name="connsiteX11" fmla="*/ 419669 w 457879"/>
              <a:gd name="connsiteY11" fmla="*/ 10 h 458527"/>
              <a:gd name="connsiteX12" fmla="*/ 400565 w 457879"/>
              <a:gd name="connsiteY12" fmla="*/ 10 h 458527"/>
              <a:gd name="connsiteX13" fmla="*/ 400565 w 457879"/>
              <a:gd name="connsiteY13" fmla="*/ 78340 h 458527"/>
              <a:gd name="connsiteX14" fmla="*/ 77691 w 457879"/>
              <a:gd name="connsiteY14" fmla="*/ 57324 h 458527"/>
              <a:gd name="connsiteX15" fmla="*/ 56676 w 457879"/>
              <a:gd name="connsiteY15" fmla="*/ 380197 h 458527"/>
              <a:gd name="connsiteX16" fmla="*/ 228620 w 457879"/>
              <a:gd name="connsiteY16" fmla="*/ 458528 h 458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879" h="458527">
                <a:moveTo>
                  <a:pt x="228620" y="458528"/>
                </a:moveTo>
                <a:cubicBezTo>
                  <a:pt x="354713" y="458528"/>
                  <a:pt x="457879" y="355361"/>
                  <a:pt x="457879" y="229269"/>
                </a:cubicBezTo>
                <a:lnTo>
                  <a:pt x="438774" y="229269"/>
                </a:lnTo>
                <a:cubicBezTo>
                  <a:pt x="438774" y="345809"/>
                  <a:pt x="345160" y="439423"/>
                  <a:pt x="228620" y="439423"/>
                </a:cubicBezTo>
                <a:cubicBezTo>
                  <a:pt x="112080" y="439423"/>
                  <a:pt x="18466" y="345809"/>
                  <a:pt x="18466" y="229269"/>
                </a:cubicBezTo>
                <a:cubicBezTo>
                  <a:pt x="18466" y="114639"/>
                  <a:pt x="112080" y="19114"/>
                  <a:pt x="228620" y="19114"/>
                </a:cubicBezTo>
                <a:cubicBezTo>
                  <a:pt x="291667" y="19114"/>
                  <a:pt x="350892" y="47772"/>
                  <a:pt x="391012" y="95534"/>
                </a:cubicBezTo>
                <a:lnTo>
                  <a:pt x="305040" y="95534"/>
                </a:lnTo>
                <a:lnTo>
                  <a:pt x="305040" y="114639"/>
                </a:lnTo>
                <a:lnTo>
                  <a:pt x="402475" y="114639"/>
                </a:lnTo>
                <a:cubicBezTo>
                  <a:pt x="412027" y="114639"/>
                  <a:pt x="419669" y="106997"/>
                  <a:pt x="419669" y="97445"/>
                </a:cubicBezTo>
                <a:lnTo>
                  <a:pt x="419669" y="10"/>
                </a:lnTo>
                <a:lnTo>
                  <a:pt x="400565" y="10"/>
                </a:lnTo>
                <a:lnTo>
                  <a:pt x="400565" y="78340"/>
                </a:lnTo>
                <a:cubicBezTo>
                  <a:pt x="316503" y="-17185"/>
                  <a:pt x="171306" y="-26737"/>
                  <a:pt x="77691" y="57324"/>
                </a:cubicBezTo>
                <a:cubicBezTo>
                  <a:pt x="-15923" y="141386"/>
                  <a:pt x="-27386" y="286583"/>
                  <a:pt x="56676" y="380197"/>
                </a:cubicBezTo>
                <a:cubicBezTo>
                  <a:pt x="98707" y="429870"/>
                  <a:pt x="161753" y="458528"/>
                  <a:pt x="228620" y="45852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52" descr="Hidden icon.">
            <a:extLst>
              <a:ext uri="{FF2B5EF4-FFF2-40B4-BE49-F238E27FC236}">
                <a16:creationId xmlns:a16="http://schemas.microsoft.com/office/drawing/2014/main" id="{77C5059A-E81A-4085-AA45-EAFFDB314C3B}"/>
              </a:ext>
            </a:extLst>
          </p:cNvPr>
          <p:cNvSpPr>
            <a:spLocks noChangeAspect="1"/>
          </p:cNvSpPr>
          <p:nvPr/>
        </p:nvSpPr>
        <p:spPr>
          <a:xfrm>
            <a:off x="3411072" y="3381097"/>
            <a:ext cx="457879" cy="334732"/>
          </a:xfrm>
          <a:custGeom>
            <a:avLst/>
            <a:gdLst>
              <a:gd name="connsiteX0" fmla="*/ 211042 w 420773"/>
              <a:gd name="connsiteY0" fmla="*/ 248182 h 307606"/>
              <a:gd name="connsiteX1" fmla="*/ 259980 w 420773"/>
              <a:gd name="connsiteY1" fmla="*/ 232452 h 307606"/>
              <a:gd name="connsiteX2" fmla="*/ 245998 w 420773"/>
              <a:gd name="connsiteY2" fmla="*/ 220218 h 307606"/>
              <a:gd name="connsiteX3" fmla="*/ 211042 w 420773"/>
              <a:gd name="connsiteY3" fmla="*/ 230705 h 307606"/>
              <a:gd name="connsiteX4" fmla="*/ 141132 w 420773"/>
              <a:gd name="connsiteY4" fmla="*/ 160794 h 307606"/>
              <a:gd name="connsiteX5" fmla="*/ 149871 w 420773"/>
              <a:gd name="connsiteY5" fmla="*/ 125839 h 307606"/>
              <a:gd name="connsiteX6" fmla="*/ 137636 w 420773"/>
              <a:gd name="connsiteY6" fmla="*/ 113605 h 307606"/>
              <a:gd name="connsiteX7" fmla="*/ 163853 w 420773"/>
              <a:gd name="connsiteY7" fmla="*/ 234200 h 307606"/>
              <a:gd name="connsiteX8" fmla="*/ 211042 w 420773"/>
              <a:gd name="connsiteY8" fmla="*/ 248182 h 307606"/>
              <a:gd name="connsiteX9" fmla="*/ 211042 w 420773"/>
              <a:gd name="connsiteY9" fmla="*/ 283138 h 307606"/>
              <a:gd name="connsiteX10" fmla="*/ 18788 w 420773"/>
              <a:gd name="connsiteY10" fmla="*/ 160794 h 307606"/>
              <a:gd name="connsiteX11" fmla="*/ 95690 w 420773"/>
              <a:gd name="connsiteY11" fmla="*/ 69911 h 307606"/>
              <a:gd name="connsiteX12" fmla="*/ 81708 w 420773"/>
              <a:gd name="connsiteY12" fmla="*/ 57676 h 307606"/>
              <a:gd name="connsiteX13" fmla="*/ 1311 w 420773"/>
              <a:gd name="connsiteY13" fmla="*/ 155551 h 307606"/>
              <a:gd name="connsiteX14" fmla="*/ 1311 w 420773"/>
              <a:gd name="connsiteY14" fmla="*/ 166037 h 307606"/>
              <a:gd name="connsiteX15" fmla="*/ 211042 w 420773"/>
              <a:gd name="connsiteY15" fmla="*/ 300615 h 307606"/>
              <a:gd name="connsiteX16" fmla="*/ 307169 w 420773"/>
              <a:gd name="connsiteY16" fmla="*/ 281390 h 307606"/>
              <a:gd name="connsiteX17" fmla="*/ 293187 w 420773"/>
              <a:gd name="connsiteY17" fmla="*/ 267408 h 307606"/>
              <a:gd name="connsiteX18" fmla="*/ 211042 w 420773"/>
              <a:gd name="connsiteY18" fmla="*/ 283138 h 307606"/>
              <a:gd name="connsiteX19" fmla="*/ 419026 w 420773"/>
              <a:gd name="connsiteY19" fmla="*/ 155551 h 307606"/>
              <a:gd name="connsiteX20" fmla="*/ 211042 w 420773"/>
              <a:gd name="connsiteY20" fmla="*/ 20973 h 307606"/>
              <a:gd name="connsiteX21" fmla="*/ 114915 w 420773"/>
              <a:gd name="connsiteY21" fmla="*/ 40199 h 307606"/>
              <a:gd name="connsiteX22" fmla="*/ 74717 w 420773"/>
              <a:gd name="connsiteY22" fmla="*/ 0 h 307606"/>
              <a:gd name="connsiteX23" fmla="*/ 62483 w 420773"/>
              <a:gd name="connsiteY23" fmla="*/ 12234 h 307606"/>
              <a:gd name="connsiteX24" fmla="*/ 97438 w 420773"/>
              <a:gd name="connsiteY24" fmla="*/ 47190 h 307606"/>
              <a:gd name="connsiteX25" fmla="*/ 97438 w 420773"/>
              <a:gd name="connsiteY25" fmla="*/ 47190 h 307606"/>
              <a:gd name="connsiteX26" fmla="*/ 109672 w 420773"/>
              <a:gd name="connsiteY26" fmla="*/ 59424 h 307606"/>
              <a:gd name="connsiteX27" fmla="*/ 359602 w 420773"/>
              <a:gd name="connsiteY27" fmla="*/ 307606 h 307606"/>
              <a:gd name="connsiteX28" fmla="*/ 371837 w 420773"/>
              <a:gd name="connsiteY28" fmla="*/ 295372 h 307606"/>
              <a:gd name="connsiteX29" fmla="*/ 340377 w 420773"/>
              <a:gd name="connsiteY29" fmla="*/ 263912 h 307606"/>
              <a:gd name="connsiteX30" fmla="*/ 420774 w 420773"/>
              <a:gd name="connsiteY30" fmla="*/ 166037 h 307606"/>
              <a:gd name="connsiteX31" fmla="*/ 419026 w 420773"/>
              <a:gd name="connsiteY31" fmla="*/ 155551 h 307606"/>
              <a:gd name="connsiteX32" fmla="*/ 237259 w 420773"/>
              <a:gd name="connsiteY32" fmla="*/ 162542 h 307606"/>
              <a:gd name="connsiteX33" fmla="*/ 209295 w 420773"/>
              <a:gd name="connsiteY33" fmla="*/ 134578 h 307606"/>
              <a:gd name="connsiteX34" fmla="*/ 211042 w 420773"/>
              <a:gd name="connsiteY34" fmla="*/ 134578 h 307606"/>
              <a:gd name="connsiteX35" fmla="*/ 239007 w 420773"/>
              <a:gd name="connsiteY35" fmla="*/ 160794 h 307606"/>
              <a:gd name="connsiteX36" fmla="*/ 237259 w 420773"/>
              <a:gd name="connsiteY36" fmla="*/ 162542 h 307606"/>
              <a:gd name="connsiteX37" fmla="*/ 237259 w 420773"/>
              <a:gd name="connsiteY37" fmla="*/ 162542 h 307606"/>
              <a:gd name="connsiteX38" fmla="*/ 270466 w 420773"/>
              <a:gd name="connsiteY38" fmla="*/ 195749 h 307606"/>
              <a:gd name="connsiteX39" fmla="*/ 251241 w 420773"/>
              <a:gd name="connsiteY39" fmla="*/ 176524 h 307606"/>
              <a:gd name="connsiteX40" fmla="*/ 254736 w 420773"/>
              <a:gd name="connsiteY40" fmla="*/ 160794 h 307606"/>
              <a:gd name="connsiteX41" fmla="*/ 211042 w 420773"/>
              <a:gd name="connsiteY41" fmla="*/ 117100 h 307606"/>
              <a:gd name="connsiteX42" fmla="*/ 195312 w 420773"/>
              <a:gd name="connsiteY42" fmla="*/ 120596 h 307606"/>
              <a:gd name="connsiteX43" fmla="*/ 176087 w 420773"/>
              <a:gd name="connsiteY43" fmla="*/ 101370 h 307606"/>
              <a:gd name="connsiteX44" fmla="*/ 211042 w 420773"/>
              <a:gd name="connsiteY44" fmla="*/ 90884 h 307606"/>
              <a:gd name="connsiteX45" fmla="*/ 280953 w 420773"/>
              <a:gd name="connsiteY45" fmla="*/ 160794 h 307606"/>
              <a:gd name="connsiteX46" fmla="*/ 270466 w 420773"/>
              <a:gd name="connsiteY46" fmla="*/ 195749 h 307606"/>
              <a:gd name="connsiteX47" fmla="*/ 326395 w 420773"/>
              <a:gd name="connsiteY47" fmla="*/ 251678 h 307606"/>
              <a:gd name="connsiteX48" fmla="*/ 284448 w 420773"/>
              <a:gd name="connsiteY48" fmla="*/ 209732 h 307606"/>
              <a:gd name="connsiteX49" fmla="*/ 258232 w 420773"/>
              <a:gd name="connsiteY49" fmla="*/ 89136 h 307606"/>
              <a:gd name="connsiteX50" fmla="*/ 163853 w 420773"/>
              <a:gd name="connsiteY50" fmla="*/ 89136 h 307606"/>
              <a:gd name="connsiteX51" fmla="*/ 128897 w 420773"/>
              <a:gd name="connsiteY51" fmla="*/ 54181 h 307606"/>
              <a:gd name="connsiteX52" fmla="*/ 211042 w 420773"/>
              <a:gd name="connsiteY52" fmla="*/ 38451 h 307606"/>
              <a:gd name="connsiteX53" fmla="*/ 403296 w 420773"/>
              <a:gd name="connsiteY53" fmla="*/ 160794 h 307606"/>
              <a:gd name="connsiteX54" fmla="*/ 326395 w 420773"/>
              <a:gd name="connsiteY54" fmla="*/ 251678 h 307606"/>
              <a:gd name="connsiteX55" fmla="*/ 326395 w 420773"/>
              <a:gd name="connsiteY55" fmla="*/ 251678 h 307606"/>
              <a:gd name="connsiteX56" fmla="*/ 211042 w 420773"/>
              <a:gd name="connsiteY56" fmla="*/ 188758 h 307606"/>
              <a:gd name="connsiteX57" fmla="*/ 183078 w 420773"/>
              <a:gd name="connsiteY57" fmla="*/ 160794 h 307606"/>
              <a:gd name="connsiteX58" fmla="*/ 183078 w 420773"/>
              <a:gd name="connsiteY58" fmla="*/ 159046 h 307606"/>
              <a:gd name="connsiteX59" fmla="*/ 169096 w 420773"/>
              <a:gd name="connsiteY59" fmla="*/ 145064 h 307606"/>
              <a:gd name="connsiteX60" fmla="*/ 165600 w 420773"/>
              <a:gd name="connsiteY60" fmla="*/ 160794 h 307606"/>
              <a:gd name="connsiteX61" fmla="*/ 211042 w 420773"/>
              <a:gd name="connsiteY61" fmla="*/ 206236 h 307606"/>
              <a:gd name="connsiteX62" fmla="*/ 211042 w 420773"/>
              <a:gd name="connsiteY62" fmla="*/ 206236 h 307606"/>
              <a:gd name="connsiteX63" fmla="*/ 228520 w 420773"/>
              <a:gd name="connsiteY63" fmla="*/ 202740 h 307606"/>
              <a:gd name="connsiteX64" fmla="*/ 214538 w 420773"/>
              <a:gd name="connsiteY64" fmla="*/ 188758 h 307606"/>
              <a:gd name="connsiteX65" fmla="*/ 211042 w 420773"/>
              <a:gd name="connsiteY65" fmla="*/ 188758 h 307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0773" h="307606">
                <a:moveTo>
                  <a:pt x="211042" y="248182"/>
                </a:moveTo>
                <a:cubicBezTo>
                  <a:pt x="228520" y="248182"/>
                  <a:pt x="245998" y="242939"/>
                  <a:pt x="259980" y="232452"/>
                </a:cubicBezTo>
                <a:lnTo>
                  <a:pt x="245998" y="220218"/>
                </a:lnTo>
                <a:cubicBezTo>
                  <a:pt x="235511" y="227209"/>
                  <a:pt x="223277" y="230705"/>
                  <a:pt x="211042" y="230705"/>
                </a:cubicBezTo>
                <a:cubicBezTo>
                  <a:pt x="172592" y="230705"/>
                  <a:pt x="141132" y="199245"/>
                  <a:pt x="141132" y="160794"/>
                </a:cubicBezTo>
                <a:cubicBezTo>
                  <a:pt x="141132" y="148560"/>
                  <a:pt x="144627" y="136325"/>
                  <a:pt x="149871" y="125839"/>
                </a:cubicBezTo>
                <a:lnTo>
                  <a:pt x="137636" y="113605"/>
                </a:lnTo>
                <a:cubicBezTo>
                  <a:pt x="111420" y="153803"/>
                  <a:pt x="121906" y="207984"/>
                  <a:pt x="163853" y="234200"/>
                </a:cubicBezTo>
                <a:cubicBezTo>
                  <a:pt x="177835" y="242939"/>
                  <a:pt x="193565" y="248182"/>
                  <a:pt x="211042" y="248182"/>
                </a:cubicBezTo>
                <a:close/>
                <a:moveTo>
                  <a:pt x="211042" y="283138"/>
                </a:moveTo>
                <a:cubicBezTo>
                  <a:pt x="123654" y="283138"/>
                  <a:pt x="45005" y="232452"/>
                  <a:pt x="18788" y="160794"/>
                </a:cubicBezTo>
                <a:cubicBezTo>
                  <a:pt x="32771" y="122343"/>
                  <a:pt x="60735" y="90884"/>
                  <a:pt x="95690" y="69911"/>
                </a:cubicBezTo>
                <a:lnTo>
                  <a:pt x="81708" y="57676"/>
                </a:lnTo>
                <a:cubicBezTo>
                  <a:pt x="45005" y="80397"/>
                  <a:pt x="17041" y="115352"/>
                  <a:pt x="1311" y="155551"/>
                </a:cubicBezTo>
                <a:cubicBezTo>
                  <a:pt x="-437" y="159046"/>
                  <a:pt x="-437" y="162542"/>
                  <a:pt x="1311" y="166037"/>
                </a:cubicBezTo>
                <a:cubicBezTo>
                  <a:pt x="31023" y="246435"/>
                  <a:pt x="114915" y="300615"/>
                  <a:pt x="211042" y="300615"/>
                </a:cubicBezTo>
                <a:cubicBezTo>
                  <a:pt x="244250" y="300615"/>
                  <a:pt x="277457" y="293624"/>
                  <a:pt x="307169" y="281390"/>
                </a:cubicBezTo>
                <a:lnTo>
                  <a:pt x="293187" y="267408"/>
                </a:lnTo>
                <a:cubicBezTo>
                  <a:pt x="266971" y="277894"/>
                  <a:pt x="239007" y="283138"/>
                  <a:pt x="211042" y="283138"/>
                </a:cubicBezTo>
                <a:close/>
                <a:moveTo>
                  <a:pt x="419026" y="155551"/>
                </a:moveTo>
                <a:cubicBezTo>
                  <a:pt x="391062" y="75154"/>
                  <a:pt x="307169" y="20973"/>
                  <a:pt x="211042" y="20973"/>
                </a:cubicBezTo>
                <a:cubicBezTo>
                  <a:pt x="177835" y="20973"/>
                  <a:pt x="146375" y="27964"/>
                  <a:pt x="114915" y="40199"/>
                </a:cubicBezTo>
                <a:lnTo>
                  <a:pt x="74717" y="0"/>
                </a:lnTo>
                <a:lnTo>
                  <a:pt x="62483" y="12234"/>
                </a:lnTo>
                <a:lnTo>
                  <a:pt x="97438" y="47190"/>
                </a:lnTo>
                <a:lnTo>
                  <a:pt x="97438" y="47190"/>
                </a:lnTo>
                <a:lnTo>
                  <a:pt x="109672" y="59424"/>
                </a:lnTo>
                <a:lnTo>
                  <a:pt x="359602" y="307606"/>
                </a:lnTo>
                <a:lnTo>
                  <a:pt x="371837" y="295372"/>
                </a:lnTo>
                <a:lnTo>
                  <a:pt x="340377" y="263912"/>
                </a:lnTo>
                <a:cubicBezTo>
                  <a:pt x="377080" y="241191"/>
                  <a:pt x="405044" y="206236"/>
                  <a:pt x="420774" y="166037"/>
                </a:cubicBezTo>
                <a:cubicBezTo>
                  <a:pt x="420774" y="162542"/>
                  <a:pt x="420774" y="159046"/>
                  <a:pt x="419026" y="155551"/>
                </a:cubicBezTo>
                <a:close/>
                <a:moveTo>
                  <a:pt x="237259" y="162542"/>
                </a:moveTo>
                <a:cubicBezTo>
                  <a:pt x="235511" y="162542"/>
                  <a:pt x="209295" y="134578"/>
                  <a:pt x="209295" y="134578"/>
                </a:cubicBezTo>
                <a:lnTo>
                  <a:pt x="211042" y="134578"/>
                </a:lnTo>
                <a:cubicBezTo>
                  <a:pt x="225024" y="134578"/>
                  <a:pt x="237259" y="146812"/>
                  <a:pt x="239007" y="160794"/>
                </a:cubicBezTo>
                <a:cubicBezTo>
                  <a:pt x="239007" y="160794"/>
                  <a:pt x="239007" y="162542"/>
                  <a:pt x="237259" y="162542"/>
                </a:cubicBezTo>
                <a:cubicBezTo>
                  <a:pt x="239007" y="164290"/>
                  <a:pt x="239007" y="162542"/>
                  <a:pt x="237259" y="162542"/>
                </a:cubicBezTo>
                <a:close/>
                <a:moveTo>
                  <a:pt x="270466" y="195749"/>
                </a:moveTo>
                <a:lnTo>
                  <a:pt x="251241" y="176524"/>
                </a:lnTo>
                <a:cubicBezTo>
                  <a:pt x="252989" y="171281"/>
                  <a:pt x="254736" y="166037"/>
                  <a:pt x="254736" y="160794"/>
                </a:cubicBezTo>
                <a:cubicBezTo>
                  <a:pt x="254736" y="136325"/>
                  <a:pt x="235511" y="117100"/>
                  <a:pt x="211042" y="117100"/>
                </a:cubicBezTo>
                <a:cubicBezTo>
                  <a:pt x="205799" y="117100"/>
                  <a:pt x="200556" y="118848"/>
                  <a:pt x="195312" y="120596"/>
                </a:cubicBezTo>
                <a:lnTo>
                  <a:pt x="176087" y="101370"/>
                </a:lnTo>
                <a:cubicBezTo>
                  <a:pt x="186574" y="94379"/>
                  <a:pt x="198808" y="90884"/>
                  <a:pt x="211042" y="90884"/>
                </a:cubicBezTo>
                <a:cubicBezTo>
                  <a:pt x="249493" y="90884"/>
                  <a:pt x="280953" y="122343"/>
                  <a:pt x="280953" y="160794"/>
                </a:cubicBezTo>
                <a:cubicBezTo>
                  <a:pt x="280953" y="173028"/>
                  <a:pt x="277457" y="185263"/>
                  <a:pt x="270466" y="195749"/>
                </a:cubicBezTo>
                <a:close/>
                <a:moveTo>
                  <a:pt x="326395" y="251678"/>
                </a:moveTo>
                <a:lnTo>
                  <a:pt x="284448" y="209732"/>
                </a:lnTo>
                <a:cubicBezTo>
                  <a:pt x="310665" y="169533"/>
                  <a:pt x="298430" y="115352"/>
                  <a:pt x="258232" y="89136"/>
                </a:cubicBezTo>
                <a:cubicBezTo>
                  <a:pt x="228520" y="69911"/>
                  <a:pt x="191817" y="69911"/>
                  <a:pt x="163853" y="89136"/>
                </a:cubicBezTo>
                <a:lnTo>
                  <a:pt x="128897" y="54181"/>
                </a:lnTo>
                <a:cubicBezTo>
                  <a:pt x="155114" y="43694"/>
                  <a:pt x="183078" y="38451"/>
                  <a:pt x="211042" y="38451"/>
                </a:cubicBezTo>
                <a:cubicBezTo>
                  <a:pt x="300178" y="38451"/>
                  <a:pt x="377080" y="87388"/>
                  <a:pt x="403296" y="160794"/>
                </a:cubicBezTo>
                <a:cubicBezTo>
                  <a:pt x="389314" y="199245"/>
                  <a:pt x="361350" y="230705"/>
                  <a:pt x="326395" y="251678"/>
                </a:cubicBezTo>
                <a:lnTo>
                  <a:pt x="326395" y="251678"/>
                </a:lnTo>
                <a:close/>
                <a:moveTo>
                  <a:pt x="211042" y="188758"/>
                </a:moveTo>
                <a:cubicBezTo>
                  <a:pt x="195312" y="188758"/>
                  <a:pt x="184826" y="176524"/>
                  <a:pt x="183078" y="160794"/>
                </a:cubicBezTo>
                <a:lnTo>
                  <a:pt x="183078" y="159046"/>
                </a:lnTo>
                <a:lnTo>
                  <a:pt x="169096" y="145064"/>
                </a:lnTo>
                <a:cubicBezTo>
                  <a:pt x="167348" y="150308"/>
                  <a:pt x="165600" y="155551"/>
                  <a:pt x="165600" y="160794"/>
                </a:cubicBezTo>
                <a:cubicBezTo>
                  <a:pt x="165600" y="185263"/>
                  <a:pt x="186574" y="206236"/>
                  <a:pt x="211042" y="206236"/>
                </a:cubicBezTo>
                <a:lnTo>
                  <a:pt x="211042" y="206236"/>
                </a:lnTo>
                <a:cubicBezTo>
                  <a:pt x="216286" y="206236"/>
                  <a:pt x="223277" y="204488"/>
                  <a:pt x="228520" y="202740"/>
                </a:cubicBezTo>
                <a:lnTo>
                  <a:pt x="214538" y="188758"/>
                </a:lnTo>
                <a:lnTo>
                  <a:pt x="211042" y="188758"/>
                </a:lnTo>
                <a:close/>
              </a:path>
            </a:pathLst>
          </a:custGeom>
          <a:solidFill>
            <a:srgbClr val="0B315E"/>
          </a:solidFill>
          <a:ln w="174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Graphic 161" descr="Menu icon.">
            <a:extLst>
              <a:ext uri="{FF2B5EF4-FFF2-40B4-BE49-F238E27FC236}">
                <a16:creationId xmlns:a16="http://schemas.microsoft.com/office/drawing/2014/main" id="{89E8432B-02CC-423A-9906-F8CE74CB7558}"/>
              </a:ext>
            </a:extLst>
          </p:cNvPr>
          <p:cNvSpPr>
            <a:spLocks noChangeAspect="1"/>
          </p:cNvSpPr>
          <p:nvPr/>
        </p:nvSpPr>
        <p:spPr>
          <a:xfrm>
            <a:off x="4646788" y="3391046"/>
            <a:ext cx="420308" cy="324783"/>
          </a:xfrm>
          <a:custGeom>
            <a:avLst/>
            <a:gdLst>
              <a:gd name="connsiteX0" fmla="*/ 0 w 420308"/>
              <a:gd name="connsiteY0" fmla="*/ 305679 h 324783"/>
              <a:gd name="connsiteX1" fmla="*/ 420308 w 420308"/>
              <a:gd name="connsiteY1" fmla="*/ 305679 h 324783"/>
              <a:gd name="connsiteX2" fmla="*/ 420308 w 420308"/>
              <a:gd name="connsiteY2" fmla="*/ 324784 h 324783"/>
              <a:gd name="connsiteX3" fmla="*/ 0 w 420308"/>
              <a:gd name="connsiteY3" fmla="*/ 324784 h 324783"/>
              <a:gd name="connsiteX4" fmla="*/ 0 w 420308"/>
              <a:gd name="connsiteY4" fmla="*/ 305679 h 324783"/>
              <a:gd name="connsiteX5" fmla="*/ 0 w 420308"/>
              <a:gd name="connsiteY5" fmla="*/ 152839 h 324783"/>
              <a:gd name="connsiteX6" fmla="*/ 420308 w 420308"/>
              <a:gd name="connsiteY6" fmla="*/ 152839 h 324783"/>
              <a:gd name="connsiteX7" fmla="*/ 420308 w 420308"/>
              <a:gd name="connsiteY7" fmla="*/ 171944 h 324783"/>
              <a:gd name="connsiteX8" fmla="*/ 0 w 420308"/>
              <a:gd name="connsiteY8" fmla="*/ 171944 h 324783"/>
              <a:gd name="connsiteX9" fmla="*/ 0 w 420308"/>
              <a:gd name="connsiteY9" fmla="*/ 152839 h 324783"/>
              <a:gd name="connsiteX10" fmla="*/ 0 w 420308"/>
              <a:gd name="connsiteY10" fmla="*/ 0 h 324783"/>
              <a:gd name="connsiteX11" fmla="*/ 420308 w 420308"/>
              <a:gd name="connsiteY11" fmla="*/ 0 h 324783"/>
              <a:gd name="connsiteX12" fmla="*/ 420308 w 420308"/>
              <a:gd name="connsiteY12" fmla="*/ 19105 h 324783"/>
              <a:gd name="connsiteX13" fmla="*/ 0 w 420308"/>
              <a:gd name="connsiteY13" fmla="*/ 19105 h 324783"/>
              <a:gd name="connsiteX14" fmla="*/ 0 w 420308"/>
              <a:gd name="connsiteY14" fmla="*/ 0 h 32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0308" h="324783">
                <a:moveTo>
                  <a:pt x="0" y="305679"/>
                </a:moveTo>
                <a:lnTo>
                  <a:pt x="420308" y="305679"/>
                </a:lnTo>
                <a:lnTo>
                  <a:pt x="420308" y="324784"/>
                </a:lnTo>
                <a:lnTo>
                  <a:pt x="0" y="324784"/>
                </a:lnTo>
                <a:lnTo>
                  <a:pt x="0" y="305679"/>
                </a:lnTo>
                <a:close/>
                <a:moveTo>
                  <a:pt x="0" y="152839"/>
                </a:moveTo>
                <a:lnTo>
                  <a:pt x="420308" y="152839"/>
                </a:lnTo>
                <a:lnTo>
                  <a:pt x="420308" y="171944"/>
                </a:lnTo>
                <a:lnTo>
                  <a:pt x="0" y="171944"/>
                </a:lnTo>
                <a:lnTo>
                  <a:pt x="0" y="152839"/>
                </a:lnTo>
                <a:close/>
                <a:moveTo>
                  <a:pt x="0" y="0"/>
                </a:moveTo>
                <a:lnTo>
                  <a:pt x="420308" y="0"/>
                </a:lnTo>
                <a:lnTo>
                  <a:pt x="420308" y="19105"/>
                </a:lnTo>
                <a:lnTo>
                  <a:pt x="0" y="19105"/>
                </a:lnTo>
                <a:lnTo>
                  <a:pt x="0" y="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" name="Graphic 115" descr="Barcode icon.">
            <a:extLst>
              <a:ext uri="{FF2B5EF4-FFF2-40B4-BE49-F238E27FC236}">
                <a16:creationId xmlns:a16="http://schemas.microsoft.com/office/drawing/2014/main" id="{7D0E9A65-748E-43AC-8D76-6A63B97F4F7F}"/>
              </a:ext>
            </a:extLst>
          </p:cNvPr>
          <p:cNvSpPr>
            <a:spLocks noChangeAspect="1"/>
          </p:cNvSpPr>
          <p:nvPr/>
        </p:nvSpPr>
        <p:spPr>
          <a:xfrm>
            <a:off x="5861075" y="3390991"/>
            <a:ext cx="458518" cy="343888"/>
          </a:xfrm>
          <a:custGeom>
            <a:avLst/>
            <a:gdLst>
              <a:gd name="connsiteX0" fmla="*/ 57315 w 458518"/>
              <a:gd name="connsiteY0" fmla="*/ 38210 h 343888"/>
              <a:gd name="connsiteX1" fmla="*/ 76420 w 458518"/>
              <a:gd name="connsiteY1" fmla="*/ 38210 h 343888"/>
              <a:gd name="connsiteX2" fmla="*/ 76420 w 458518"/>
              <a:gd name="connsiteY2" fmla="*/ 305679 h 343888"/>
              <a:gd name="connsiteX3" fmla="*/ 57315 w 458518"/>
              <a:gd name="connsiteY3" fmla="*/ 305679 h 343888"/>
              <a:gd name="connsiteX4" fmla="*/ 57315 w 458518"/>
              <a:gd name="connsiteY4" fmla="*/ 38210 h 343888"/>
              <a:gd name="connsiteX5" fmla="*/ 95525 w 458518"/>
              <a:gd name="connsiteY5" fmla="*/ 38210 h 343888"/>
              <a:gd name="connsiteX6" fmla="*/ 114630 w 458518"/>
              <a:gd name="connsiteY6" fmla="*/ 38210 h 343888"/>
              <a:gd name="connsiteX7" fmla="*/ 114630 w 458518"/>
              <a:gd name="connsiteY7" fmla="*/ 286574 h 343888"/>
              <a:gd name="connsiteX8" fmla="*/ 95525 w 458518"/>
              <a:gd name="connsiteY8" fmla="*/ 286574 h 343888"/>
              <a:gd name="connsiteX9" fmla="*/ 95525 w 458518"/>
              <a:gd name="connsiteY9" fmla="*/ 38210 h 343888"/>
              <a:gd name="connsiteX10" fmla="*/ 152839 w 458518"/>
              <a:gd name="connsiteY10" fmla="*/ 38210 h 343888"/>
              <a:gd name="connsiteX11" fmla="*/ 171944 w 458518"/>
              <a:gd name="connsiteY11" fmla="*/ 38210 h 343888"/>
              <a:gd name="connsiteX12" fmla="*/ 171944 w 458518"/>
              <a:gd name="connsiteY12" fmla="*/ 286574 h 343888"/>
              <a:gd name="connsiteX13" fmla="*/ 152839 w 458518"/>
              <a:gd name="connsiteY13" fmla="*/ 286574 h 343888"/>
              <a:gd name="connsiteX14" fmla="*/ 152839 w 458518"/>
              <a:gd name="connsiteY14" fmla="*/ 38210 h 343888"/>
              <a:gd name="connsiteX15" fmla="*/ 248364 w 458518"/>
              <a:gd name="connsiteY15" fmla="*/ 38210 h 343888"/>
              <a:gd name="connsiteX16" fmla="*/ 267469 w 458518"/>
              <a:gd name="connsiteY16" fmla="*/ 38210 h 343888"/>
              <a:gd name="connsiteX17" fmla="*/ 267469 w 458518"/>
              <a:gd name="connsiteY17" fmla="*/ 286574 h 343888"/>
              <a:gd name="connsiteX18" fmla="*/ 248364 w 458518"/>
              <a:gd name="connsiteY18" fmla="*/ 286574 h 343888"/>
              <a:gd name="connsiteX19" fmla="*/ 248364 w 458518"/>
              <a:gd name="connsiteY19" fmla="*/ 38210 h 343888"/>
              <a:gd name="connsiteX20" fmla="*/ 191049 w 458518"/>
              <a:gd name="connsiteY20" fmla="*/ 38210 h 343888"/>
              <a:gd name="connsiteX21" fmla="*/ 210154 w 458518"/>
              <a:gd name="connsiteY21" fmla="*/ 38210 h 343888"/>
              <a:gd name="connsiteX22" fmla="*/ 210154 w 458518"/>
              <a:gd name="connsiteY22" fmla="*/ 286574 h 343888"/>
              <a:gd name="connsiteX23" fmla="*/ 191049 w 458518"/>
              <a:gd name="connsiteY23" fmla="*/ 286574 h 343888"/>
              <a:gd name="connsiteX24" fmla="*/ 191049 w 458518"/>
              <a:gd name="connsiteY24" fmla="*/ 38210 h 343888"/>
              <a:gd name="connsiteX25" fmla="*/ 286574 w 458518"/>
              <a:gd name="connsiteY25" fmla="*/ 38210 h 343888"/>
              <a:gd name="connsiteX26" fmla="*/ 305679 w 458518"/>
              <a:gd name="connsiteY26" fmla="*/ 38210 h 343888"/>
              <a:gd name="connsiteX27" fmla="*/ 305679 w 458518"/>
              <a:gd name="connsiteY27" fmla="*/ 286574 h 343888"/>
              <a:gd name="connsiteX28" fmla="*/ 286574 w 458518"/>
              <a:gd name="connsiteY28" fmla="*/ 286574 h 343888"/>
              <a:gd name="connsiteX29" fmla="*/ 286574 w 458518"/>
              <a:gd name="connsiteY29" fmla="*/ 38210 h 343888"/>
              <a:gd name="connsiteX30" fmla="*/ 343889 w 458518"/>
              <a:gd name="connsiteY30" fmla="*/ 38210 h 343888"/>
              <a:gd name="connsiteX31" fmla="*/ 362993 w 458518"/>
              <a:gd name="connsiteY31" fmla="*/ 38210 h 343888"/>
              <a:gd name="connsiteX32" fmla="*/ 362993 w 458518"/>
              <a:gd name="connsiteY32" fmla="*/ 286574 h 343888"/>
              <a:gd name="connsiteX33" fmla="*/ 343889 w 458518"/>
              <a:gd name="connsiteY33" fmla="*/ 286574 h 343888"/>
              <a:gd name="connsiteX34" fmla="*/ 343889 w 458518"/>
              <a:gd name="connsiteY34" fmla="*/ 38210 h 343888"/>
              <a:gd name="connsiteX35" fmla="*/ 382098 w 458518"/>
              <a:gd name="connsiteY35" fmla="*/ 38210 h 343888"/>
              <a:gd name="connsiteX36" fmla="*/ 401203 w 458518"/>
              <a:gd name="connsiteY36" fmla="*/ 38210 h 343888"/>
              <a:gd name="connsiteX37" fmla="*/ 401203 w 458518"/>
              <a:gd name="connsiteY37" fmla="*/ 305679 h 343888"/>
              <a:gd name="connsiteX38" fmla="*/ 382098 w 458518"/>
              <a:gd name="connsiteY38" fmla="*/ 305679 h 343888"/>
              <a:gd name="connsiteX39" fmla="*/ 382098 w 458518"/>
              <a:gd name="connsiteY39" fmla="*/ 38210 h 343888"/>
              <a:gd name="connsiteX40" fmla="*/ 439413 w 458518"/>
              <a:gd name="connsiteY40" fmla="*/ 0 h 343888"/>
              <a:gd name="connsiteX41" fmla="*/ 19105 w 458518"/>
              <a:gd name="connsiteY41" fmla="*/ 0 h 343888"/>
              <a:gd name="connsiteX42" fmla="*/ 0 w 458518"/>
              <a:gd name="connsiteY42" fmla="*/ 19105 h 343888"/>
              <a:gd name="connsiteX43" fmla="*/ 0 w 458518"/>
              <a:gd name="connsiteY43" fmla="*/ 324784 h 343888"/>
              <a:gd name="connsiteX44" fmla="*/ 19105 w 458518"/>
              <a:gd name="connsiteY44" fmla="*/ 343889 h 343888"/>
              <a:gd name="connsiteX45" fmla="*/ 439413 w 458518"/>
              <a:gd name="connsiteY45" fmla="*/ 343889 h 343888"/>
              <a:gd name="connsiteX46" fmla="*/ 458518 w 458518"/>
              <a:gd name="connsiteY46" fmla="*/ 324784 h 343888"/>
              <a:gd name="connsiteX47" fmla="*/ 458518 w 458518"/>
              <a:gd name="connsiteY47" fmla="*/ 19105 h 343888"/>
              <a:gd name="connsiteX48" fmla="*/ 439413 w 458518"/>
              <a:gd name="connsiteY48" fmla="*/ 0 h 343888"/>
              <a:gd name="connsiteX49" fmla="*/ 439413 w 458518"/>
              <a:gd name="connsiteY49" fmla="*/ 324784 h 343888"/>
              <a:gd name="connsiteX50" fmla="*/ 19105 w 458518"/>
              <a:gd name="connsiteY50" fmla="*/ 324784 h 343888"/>
              <a:gd name="connsiteX51" fmla="*/ 19105 w 458518"/>
              <a:gd name="connsiteY51" fmla="*/ 19105 h 343888"/>
              <a:gd name="connsiteX52" fmla="*/ 439413 w 458518"/>
              <a:gd name="connsiteY52" fmla="*/ 19105 h 343888"/>
              <a:gd name="connsiteX53" fmla="*/ 439413 w 458518"/>
              <a:gd name="connsiteY53" fmla="*/ 32478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58518" h="343888">
                <a:moveTo>
                  <a:pt x="57315" y="38210"/>
                </a:moveTo>
                <a:lnTo>
                  <a:pt x="76420" y="38210"/>
                </a:lnTo>
                <a:lnTo>
                  <a:pt x="76420" y="305679"/>
                </a:lnTo>
                <a:lnTo>
                  <a:pt x="57315" y="305679"/>
                </a:lnTo>
                <a:lnTo>
                  <a:pt x="57315" y="38210"/>
                </a:lnTo>
                <a:close/>
                <a:moveTo>
                  <a:pt x="95525" y="38210"/>
                </a:moveTo>
                <a:lnTo>
                  <a:pt x="114630" y="38210"/>
                </a:lnTo>
                <a:lnTo>
                  <a:pt x="114630" y="286574"/>
                </a:lnTo>
                <a:lnTo>
                  <a:pt x="95525" y="286574"/>
                </a:lnTo>
                <a:lnTo>
                  <a:pt x="95525" y="38210"/>
                </a:lnTo>
                <a:close/>
                <a:moveTo>
                  <a:pt x="152839" y="38210"/>
                </a:moveTo>
                <a:lnTo>
                  <a:pt x="171944" y="38210"/>
                </a:lnTo>
                <a:lnTo>
                  <a:pt x="171944" y="286574"/>
                </a:lnTo>
                <a:lnTo>
                  <a:pt x="152839" y="286574"/>
                </a:lnTo>
                <a:lnTo>
                  <a:pt x="152839" y="38210"/>
                </a:lnTo>
                <a:close/>
                <a:moveTo>
                  <a:pt x="248364" y="38210"/>
                </a:moveTo>
                <a:lnTo>
                  <a:pt x="267469" y="38210"/>
                </a:lnTo>
                <a:lnTo>
                  <a:pt x="267469" y="286574"/>
                </a:lnTo>
                <a:lnTo>
                  <a:pt x="248364" y="286574"/>
                </a:lnTo>
                <a:lnTo>
                  <a:pt x="248364" y="38210"/>
                </a:lnTo>
                <a:close/>
                <a:moveTo>
                  <a:pt x="191049" y="38210"/>
                </a:moveTo>
                <a:lnTo>
                  <a:pt x="210154" y="38210"/>
                </a:lnTo>
                <a:lnTo>
                  <a:pt x="210154" y="286574"/>
                </a:lnTo>
                <a:lnTo>
                  <a:pt x="191049" y="286574"/>
                </a:lnTo>
                <a:lnTo>
                  <a:pt x="191049" y="38210"/>
                </a:lnTo>
                <a:close/>
                <a:moveTo>
                  <a:pt x="286574" y="38210"/>
                </a:moveTo>
                <a:lnTo>
                  <a:pt x="305679" y="38210"/>
                </a:lnTo>
                <a:lnTo>
                  <a:pt x="305679" y="286574"/>
                </a:lnTo>
                <a:lnTo>
                  <a:pt x="286574" y="286574"/>
                </a:lnTo>
                <a:lnTo>
                  <a:pt x="286574" y="38210"/>
                </a:lnTo>
                <a:close/>
                <a:moveTo>
                  <a:pt x="343889" y="38210"/>
                </a:moveTo>
                <a:lnTo>
                  <a:pt x="362993" y="38210"/>
                </a:lnTo>
                <a:lnTo>
                  <a:pt x="362993" y="286574"/>
                </a:lnTo>
                <a:lnTo>
                  <a:pt x="343889" y="286574"/>
                </a:lnTo>
                <a:lnTo>
                  <a:pt x="343889" y="38210"/>
                </a:lnTo>
                <a:close/>
                <a:moveTo>
                  <a:pt x="382098" y="38210"/>
                </a:moveTo>
                <a:lnTo>
                  <a:pt x="401203" y="38210"/>
                </a:lnTo>
                <a:lnTo>
                  <a:pt x="401203" y="305679"/>
                </a:lnTo>
                <a:lnTo>
                  <a:pt x="382098" y="305679"/>
                </a:lnTo>
                <a:lnTo>
                  <a:pt x="382098" y="38210"/>
                </a:lnTo>
                <a:close/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39413" y="324784"/>
                </a:moveTo>
                <a:lnTo>
                  <a:pt x="19105" y="324784"/>
                </a:lnTo>
                <a:lnTo>
                  <a:pt x="19105" y="19105"/>
                </a:lnTo>
                <a:lnTo>
                  <a:pt x="439413" y="19105"/>
                </a:lnTo>
                <a:lnTo>
                  <a:pt x="439413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Graphic 103" descr="Fast forward icon.">
            <a:extLst>
              <a:ext uri="{FF2B5EF4-FFF2-40B4-BE49-F238E27FC236}">
                <a16:creationId xmlns:a16="http://schemas.microsoft.com/office/drawing/2014/main" id="{B249E705-8751-4BE7-A21C-C790E15BE9D5}"/>
              </a:ext>
            </a:extLst>
          </p:cNvPr>
          <p:cNvSpPr>
            <a:spLocks noChangeAspect="1"/>
          </p:cNvSpPr>
          <p:nvPr/>
        </p:nvSpPr>
        <p:spPr>
          <a:xfrm>
            <a:off x="7111020" y="3318392"/>
            <a:ext cx="419441" cy="416487"/>
          </a:xfrm>
          <a:custGeom>
            <a:avLst/>
            <a:gdLst>
              <a:gd name="connsiteX0" fmla="*/ 19105 w 419441"/>
              <a:gd name="connsiteY0" fmla="*/ 416487 h 416487"/>
              <a:gd name="connsiteX1" fmla="*/ 11463 w 419441"/>
              <a:gd name="connsiteY1" fmla="*/ 414577 h 416487"/>
              <a:gd name="connsiteX2" fmla="*/ 0 w 419441"/>
              <a:gd name="connsiteY2" fmla="*/ 397382 h 416487"/>
              <a:gd name="connsiteX3" fmla="*/ 0 w 419441"/>
              <a:gd name="connsiteY3" fmla="*/ 19105 h 416487"/>
              <a:gd name="connsiteX4" fmla="*/ 19105 w 419441"/>
              <a:gd name="connsiteY4" fmla="*/ 0 h 416487"/>
              <a:gd name="connsiteX5" fmla="*/ 30568 w 419441"/>
              <a:gd name="connsiteY5" fmla="*/ 3821 h 416487"/>
              <a:gd name="connsiteX6" fmla="*/ 171944 w 419441"/>
              <a:gd name="connsiteY6" fmla="*/ 131824 h 416487"/>
              <a:gd name="connsiteX7" fmla="*/ 171944 w 419441"/>
              <a:gd name="connsiteY7" fmla="*/ 19105 h 416487"/>
              <a:gd name="connsiteX8" fmla="*/ 191049 w 419441"/>
              <a:gd name="connsiteY8" fmla="*/ 0 h 416487"/>
              <a:gd name="connsiteX9" fmla="*/ 202512 w 419441"/>
              <a:gd name="connsiteY9" fmla="*/ 3821 h 416487"/>
              <a:gd name="connsiteX10" fmla="*/ 412666 w 419441"/>
              <a:gd name="connsiteY10" fmla="*/ 192960 h 416487"/>
              <a:gd name="connsiteX11" fmla="*/ 414577 w 419441"/>
              <a:gd name="connsiteY11" fmla="*/ 219707 h 416487"/>
              <a:gd name="connsiteX12" fmla="*/ 412666 w 419441"/>
              <a:gd name="connsiteY12" fmla="*/ 221617 h 416487"/>
              <a:gd name="connsiteX13" fmla="*/ 202512 w 419441"/>
              <a:gd name="connsiteY13" fmla="*/ 410756 h 416487"/>
              <a:gd name="connsiteX14" fmla="*/ 181497 w 419441"/>
              <a:gd name="connsiteY14" fmla="*/ 414577 h 416487"/>
              <a:gd name="connsiteX15" fmla="*/ 170034 w 419441"/>
              <a:gd name="connsiteY15" fmla="*/ 397382 h 416487"/>
              <a:gd name="connsiteX16" fmla="*/ 170034 w 419441"/>
              <a:gd name="connsiteY16" fmla="*/ 284663 h 416487"/>
              <a:gd name="connsiteX17" fmla="*/ 30568 w 419441"/>
              <a:gd name="connsiteY17" fmla="*/ 410756 h 416487"/>
              <a:gd name="connsiteX18" fmla="*/ 19105 w 419441"/>
              <a:gd name="connsiteY18" fmla="*/ 416487 h 416487"/>
              <a:gd name="connsiteX19" fmla="*/ 191049 w 419441"/>
              <a:gd name="connsiteY19" fmla="*/ 267469 h 416487"/>
              <a:gd name="connsiteX20" fmla="*/ 191049 w 419441"/>
              <a:gd name="connsiteY20" fmla="*/ 397382 h 416487"/>
              <a:gd name="connsiteX21" fmla="*/ 401203 w 419441"/>
              <a:gd name="connsiteY21" fmla="*/ 208244 h 416487"/>
              <a:gd name="connsiteX22" fmla="*/ 191049 w 419441"/>
              <a:gd name="connsiteY22" fmla="*/ 19105 h 416487"/>
              <a:gd name="connsiteX23" fmla="*/ 191049 w 419441"/>
              <a:gd name="connsiteY23" fmla="*/ 149018 h 416487"/>
              <a:gd name="connsiteX24" fmla="*/ 242632 w 419441"/>
              <a:gd name="connsiteY24" fmla="*/ 194870 h 416487"/>
              <a:gd name="connsiteX25" fmla="*/ 244543 w 419441"/>
              <a:gd name="connsiteY25" fmla="*/ 221617 h 416487"/>
              <a:gd name="connsiteX26" fmla="*/ 242632 w 419441"/>
              <a:gd name="connsiteY26" fmla="*/ 223528 h 416487"/>
              <a:gd name="connsiteX27" fmla="*/ 191049 w 419441"/>
              <a:gd name="connsiteY27" fmla="*/ 267469 h 416487"/>
              <a:gd name="connsiteX28" fmla="*/ 19105 w 419441"/>
              <a:gd name="connsiteY28" fmla="*/ 19105 h 416487"/>
              <a:gd name="connsiteX29" fmla="*/ 19105 w 419441"/>
              <a:gd name="connsiteY29" fmla="*/ 397382 h 416487"/>
              <a:gd name="connsiteX30" fmla="*/ 229259 w 419441"/>
              <a:gd name="connsiteY30" fmla="*/ 208244 h 416487"/>
              <a:gd name="connsiteX31" fmla="*/ 19105 w 419441"/>
              <a:gd name="connsiteY31" fmla="*/ 19105 h 416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19441" h="416487">
                <a:moveTo>
                  <a:pt x="19105" y="416487"/>
                </a:moveTo>
                <a:cubicBezTo>
                  <a:pt x="17194" y="416487"/>
                  <a:pt x="13373" y="416487"/>
                  <a:pt x="11463" y="414577"/>
                </a:cubicBezTo>
                <a:cubicBezTo>
                  <a:pt x="3821" y="412666"/>
                  <a:pt x="0" y="405024"/>
                  <a:pt x="0" y="397382"/>
                </a:cubicBezTo>
                <a:lnTo>
                  <a:pt x="0" y="19105"/>
                </a:lnTo>
                <a:cubicBezTo>
                  <a:pt x="0" y="7642"/>
                  <a:pt x="9552" y="0"/>
                  <a:pt x="19105" y="0"/>
                </a:cubicBezTo>
                <a:cubicBezTo>
                  <a:pt x="22926" y="0"/>
                  <a:pt x="28657" y="1910"/>
                  <a:pt x="30568" y="3821"/>
                </a:cubicBezTo>
                <a:lnTo>
                  <a:pt x="171944" y="131824"/>
                </a:lnTo>
                <a:lnTo>
                  <a:pt x="171944" y="19105"/>
                </a:lnTo>
                <a:cubicBezTo>
                  <a:pt x="171944" y="7642"/>
                  <a:pt x="181497" y="0"/>
                  <a:pt x="191049" y="0"/>
                </a:cubicBezTo>
                <a:cubicBezTo>
                  <a:pt x="194870" y="0"/>
                  <a:pt x="200602" y="1910"/>
                  <a:pt x="202512" y="3821"/>
                </a:cubicBezTo>
                <a:lnTo>
                  <a:pt x="412666" y="192960"/>
                </a:lnTo>
                <a:cubicBezTo>
                  <a:pt x="420308" y="200602"/>
                  <a:pt x="422219" y="212065"/>
                  <a:pt x="414577" y="219707"/>
                </a:cubicBezTo>
                <a:cubicBezTo>
                  <a:pt x="414577" y="219707"/>
                  <a:pt x="412666" y="221617"/>
                  <a:pt x="412666" y="221617"/>
                </a:cubicBezTo>
                <a:lnTo>
                  <a:pt x="202512" y="410756"/>
                </a:lnTo>
                <a:cubicBezTo>
                  <a:pt x="196781" y="416487"/>
                  <a:pt x="189139" y="416487"/>
                  <a:pt x="181497" y="414577"/>
                </a:cubicBezTo>
                <a:cubicBezTo>
                  <a:pt x="173855" y="410756"/>
                  <a:pt x="170034" y="405024"/>
                  <a:pt x="170034" y="397382"/>
                </a:cubicBezTo>
                <a:lnTo>
                  <a:pt x="170034" y="284663"/>
                </a:lnTo>
                <a:lnTo>
                  <a:pt x="30568" y="410756"/>
                </a:lnTo>
                <a:cubicBezTo>
                  <a:pt x="28657" y="414577"/>
                  <a:pt x="22926" y="416487"/>
                  <a:pt x="19105" y="416487"/>
                </a:cubicBezTo>
                <a:close/>
                <a:moveTo>
                  <a:pt x="191049" y="267469"/>
                </a:moveTo>
                <a:lnTo>
                  <a:pt x="191049" y="397382"/>
                </a:lnTo>
                <a:lnTo>
                  <a:pt x="401203" y="208244"/>
                </a:lnTo>
                <a:lnTo>
                  <a:pt x="191049" y="19105"/>
                </a:lnTo>
                <a:lnTo>
                  <a:pt x="191049" y="149018"/>
                </a:lnTo>
                <a:lnTo>
                  <a:pt x="242632" y="194870"/>
                </a:lnTo>
                <a:cubicBezTo>
                  <a:pt x="250274" y="202512"/>
                  <a:pt x="252185" y="213975"/>
                  <a:pt x="244543" y="221617"/>
                </a:cubicBezTo>
                <a:cubicBezTo>
                  <a:pt x="244543" y="221617"/>
                  <a:pt x="242632" y="223528"/>
                  <a:pt x="242632" y="223528"/>
                </a:cubicBezTo>
                <a:lnTo>
                  <a:pt x="191049" y="267469"/>
                </a:lnTo>
                <a:close/>
                <a:moveTo>
                  <a:pt x="19105" y="19105"/>
                </a:moveTo>
                <a:lnTo>
                  <a:pt x="19105" y="397382"/>
                </a:lnTo>
                <a:lnTo>
                  <a:pt x="229259" y="208244"/>
                </a:lnTo>
                <a:lnTo>
                  <a:pt x="19105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4" name="Graphic 107" descr="Forward start play icon.">
            <a:extLst>
              <a:ext uri="{FF2B5EF4-FFF2-40B4-BE49-F238E27FC236}">
                <a16:creationId xmlns:a16="http://schemas.microsoft.com/office/drawing/2014/main" id="{F1F37703-32AF-4C40-A125-F8A4AA2E202A}"/>
              </a:ext>
            </a:extLst>
          </p:cNvPr>
          <p:cNvSpPr>
            <a:spLocks noChangeAspect="1"/>
          </p:cNvSpPr>
          <p:nvPr/>
        </p:nvSpPr>
        <p:spPr>
          <a:xfrm>
            <a:off x="8462206" y="3318392"/>
            <a:ext cx="246717" cy="416487"/>
          </a:xfrm>
          <a:custGeom>
            <a:avLst/>
            <a:gdLst>
              <a:gd name="connsiteX0" fmla="*/ 19105 w 246717"/>
              <a:gd name="connsiteY0" fmla="*/ 416487 h 416487"/>
              <a:gd name="connsiteX1" fmla="*/ 0 w 246717"/>
              <a:gd name="connsiteY1" fmla="*/ 397382 h 416487"/>
              <a:gd name="connsiteX2" fmla="*/ 0 w 246717"/>
              <a:gd name="connsiteY2" fmla="*/ 19105 h 416487"/>
              <a:gd name="connsiteX3" fmla="*/ 19105 w 246717"/>
              <a:gd name="connsiteY3" fmla="*/ 0 h 416487"/>
              <a:gd name="connsiteX4" fmla="*/ 30568 w 246717"/>
              <a:gd name="connsiteY4" fmla="*/ 3821 h 416487"/>
              <a:gd name="connsiteX5" fmla="*/ 240722 w 246717"/>
              <a:gd name="connsiteY5" fmla="*/ 192960 h 416487"/>
              <a:gd name="connsiteX6" fmla="*/ 242632 w 246717"/>
              <a:gd name="connsiteY6" fmla="*/ 219707 h 416487"/>
              <a:gd name="connsiteX7" fmla="*/ 240722 w 246717"/>
              <a:gd name="connsiteY7" fmla="*/ 221617 h 416487"/>
              <a:gd name="connsiteX8" fmla="*/ 30568 w 246717"/>
              <a:gd name="connsiteY8" fmla="*/ 410756 h 416487"/>
              <a:gd name="connsiteX9" fmla="*/ 19105 w 246717"/>
              <a:gd name="connsiteY9" fmla="*/ 416487 h 416487"/>
              <a:gd name="connsiteX10" fmla="*/ 19105 w 246717"/>
              <a:gd name="connsiteY10" fmla="*/ 19105 h 416487"/>
              <a:gd name="connsiteX11" fmla="*/ 19105 w 246717"/>
              <a:gd name="connsiteY11" fmla="*/ 397382 h 416487"/>
              <a:gd name="connsiteX12" fmla="*/ 229259 w 246717"/>
              <a:gd name="connsiteY12" fmla="*/ 208244 h 416487"/>
              <a:gd name="connsiteX13" fmla="*/ 19105 w 246717"/>
              <a:gd name="connsiteY13" fmla="*/ 19105 h 416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6717" h="416487">
                <a:moveTo>
                  <a:pt x="19105" y="416487"/>
                </a:moveTo>
                <a:cubicBezTo>
                  <a:pt x="7642" y="416487"/>
                  <a:pt x="0" y="408845"/>
                  <a:pt x="0" y="397382"/>
                </a:cubicBezTo>
                <a:lnTo>
                  <a:pt x="0" y="19105"/>
                </a:lnTo>
                <a:cubicBezTo>
                  <a:pt x="0" y="7642"/>
                  <a:pt x="9552" y="0"/>
                  <a:pt x="19105" y="0"/>
                </a:cubicBezTo>
                <a:cubicBezTo>
                  <a:pt x="22926" y="0"/>
                  <a:pt x="28657" y="1910"/>
                  <a:pt x="30568" y="3821"/>
                </a:cubicBezTo>
                <a:lnTo>
                  <a:pt x="240722" y="192960"/>
                </a:lnTo>
                <a:cubicBezTo>
                  <a:pt x="248364" y="200602"/>
                  <a:pt x="248364" y="212065"/>
                  <a:pt x="242632" y="219707"/>
                </a:cubicBezTo>
                <a:cubicBezTo>
                  <a:pt x="242632" y="219707"/>
                  <a:pt x="240722" y="221617"/>
                  <a:pt x="240722" y="221617"/>
                </a:cubicBezTo>
                <a:lnTo>
                  <a:pt x="30568" y="410756"/>
                </a:lnTo>
                <a:cubicBezTo>
                  <a:pt x="26747" y="414577"/>
                  <a:pt x="22926" y="416487"/>
                  <a:pt x="19105" y="416487"/>
                </a:cubicBezTo>
                <a:close/>
                <a:moveTo>
                  <a:pt x="19105" y="19105"/>
                </a:moveTo>
                <a:lnTo>
                  <a:pt x="19105" y="397382"/>
                </a:lnTo>
                <a:lnTo>
                  <a:pt x="229259" y="208244"/>
                </a:lnTo>
                <a:lnTo>
                  <a:pt x="19105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" name="Graphic 184" descr="Search icon.">
            <a:extLst>
              <a:ext uri="{FF2B5EF4-FFF2-40B4-BE49-F238E27FC236}">
                <a16:creationId xmlns:a16="http://schemas.microsoft.com/office/drawing/2014/main" id="{67BA411C-9C08-4589-A3CE-C61D0527766F}"/>
              </a:ext>
            </a:extLst>
          </p:cNvPr>
          <p:cNvSpPr>
            <a:spLocks noChangeAspect="1"/>
          </p:cNvSpPr>
          <p:nvPr/>
        </p:nvSpPr>
        <p:spPr>
          <a:xfrm>
            <a:off x="9577294" y="3316482"/>
            <a:ext cx="416487" cy="418397"/>
          </a:xfrm>
          <a:custGeom>
            <a:avLst/>
            <a:gdLst>
              <a:gd name="connsiteX0" fmla="*/ 143287 w 416487"/>
              <a:gd name="connsiteY0" fmla="*/ 286574 h 418397"/>
              <a:gd name="connsiteX1" fmla="*/ 229259 w 416487"/>
              <a:gd name="connsiteY1" fmla="*/ 257916 h 418397"/>
              <a:gd name="connsiteX2" fmla="*/ 236901 w 416487"/>
              <a:gd name="connsiteY2" fmla="*/ 252185 h 418397"/>
              <a:gd name="connsiteX3" fmla="*/ 403114 w 416487"/>
              <a:gd name="connsiteY3" fmla="*/ 418398 h 418397"/>
              <a:gd name="connsiteX4" fmla="*/ 416487 w 416487"/>
              <a:gd name="connsiteY4" fmla="*/ 405024 h 418397"/>
              <a:gd name="connsiteX5" fmla="*/ 250274 w 416487"/>
              <a:gd name="connsiteY5" fmla="*/ 238811 h 418397"/>
              <a:gd name="connsiteX6" fmla="*/ 256006 w 416487"/>
              <a:gd name="connsiteY6" fmla="*/ 231170 h 418397"/>
              <a:gd name="connsiteX7" fmla="*/ 286574 w 416487"/>
              <a:gd name="connsiteY7" fmla="*/ 145197 h 418397"/>
              <a:gd name="connsiteX8" fmla="*/ 143287 w 416487"/>
              <a:gd name="connsiteY8" fmla="*/ 0 h 418397"/>
              <a:gd name="connsiteX9" fmla="*/ 0 w 416487"/>
              <a:gd name="connsiteY9" fmla="*/ 143287 h 418397"/>
              <a:gd name="connsiteX10" fmla="*/ 143287 w 416487"/>
              <a:gd name="connsiteY10" fmla="*/ 286574 h 418397"/>
              <a:gd name="connsiteX11" fmla="*/ 143287 w 416487"/>
              <a:gd name="connsiteY11" fmla="*/ 19105 h 418397"/>
              <a:gd name="connsiteX12" fmla="*/ 267469 w 416487"/>
              <a:gd name="connsiteY12" fmla="*/ 143287 h 418397"/>
              <a:gd name="connsiteX13" fmla="*/ 242632 w 416487"/>
              <a:gd name="connsiteY13" fmla="*/ 217796 h 418397"/>
              <a:gd name="connsiteX14" fmla="*/ 242632 w 416487"/>
              <a:gd name="connsiteY14" fmla="*/ 217796 h 418397"/>
              <a:gd name="connsiteX15" fmla="*/ 219707 w 416487"/>
              <a:gd name="connsiteY15" fmla="*/ 240722 h 418397"/>
              <a:gd name="connsiteX16" fmla="*/ 143287 w 416487"/>
              <a:gd name="connsiteY16" fmla="*/ 267469 h 418397"/>
              <a:gd name="connsiteX17" fmla="*/ 19105 w 416487"/>
              <a:gd name="connsiteY17" fmla="*/ 143287 h 418397"/>
              <a:gd name="connsiteX18" fmla="*/ 143287 w 416487"/>
              <a:gd name="connsiteY18" fmla="*/ 19105 h 418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16487" h="418397">
                <a:moveTo>
                  <a:pt x="143287" y="286574"/>
                </a:moveTo>
                <a:cubicBezTo>
                  <a:pt x="173855" y="286574"/>
                  <a:pt x="204423" y="277021"/>
                  <a:pt x="229259" y="257916"/>
                </a:cubicBezTo>
                <a:cubicBezTo>
                  <a:pt x="231170" y="256006"/>
                  <a:pt x="234990" y="254095"/>
                  <a:pt x="236901" y="252185"/>
                </a:cubicBezTo>
                <a:lnTo>
                  <a:pt x="403114" y="418398"/>
                </a:lnTo>
                <a:lnTo>
                  <a:pt x="416487" y="405024"/>
                </a:lnTo>
                <a:lnTo>
                  <a:pt x="250274" y="238811"/>
                </a:lnTo>
                <a:cubicBezTo>
                  <a:pt x="252185" y="236901"/>
                  <a:pt x="254095" y="233080"/>
                  <a:pt x="256006" y="231170"/>
                </a:cubicBezTo>
                <a:cubicBezTo>
                  <a:pt x="275111" y="206333"/>
                  <a:pt x="284663" y="175765"/>
                  <a:pt x="286574" y="145197"/>
                </a:cubicBezTo>
                <a:cubicBezTo>
                  <a:pt x="286574" y="64957"/>
                  <a:pt x="221617" y="0"/>
                  <a:pt x="143287" y="0"/>
                </a:cubicBezTo>
                <a:cubicBezTo>
                  <a:pt x="64957" y="0"/>
                  <a:pt x="0" y="64957"/>
                  <a:pt x="0" y="143287"/>
                </a:cubicBezTo>
                <a:cubicBezTo>
                  <a:pt x="0" y="221617"/>
                  <a:pt x="64957" y="286574"/>
                  <a:pt x="143287" y="286574"/>
                </a:cubicBezTo>
                <a:close/>
                <a:moveTo>
                  <a:pt x="143287" y="19105"/>
                </a:moveTo>
                <a:cubicBezTo>
                  <a:pt x="212065" y="19105"/>
                  <a:pt x="267469" y="74509"/>
                  <a:pt x="267469" y="143287"/>
                </a:cubicBezTo>
                <a:cubicBezTo>
                  <a:pt x="267469" y="170034"/>
                  <a:pt x="257916" y="196781"/>
                  <a:pt x="242632" y="217796"/>
                </a:cubicBezTo>
                <a:lnTo>
                  <a:pt x="242632" y="217796"/>
                </a:lnTo>
                <a:cubicBezTo>
                  <a:pt x="236901" y="227349"/>
                  <a:pt x="229259" y="234990"/>
                  <a:pt x="219707" y="240722"/>
                </a:cubicBezTo>
                <a:cubicBezTo>
                  <a:pt x="196781" y="257916"/>
                  <a:pt x="170034" y="267469"/>
                  <a:pt x="143287" y="267469"/>
                </a:cubicBezTo>
                <a:cubicBezTo>
                  <a:pt x="74509" y="267469"/>
                  <a:pt x="19105" y="212065"/>
                  <a:pt x="19105" y="143287"/>
                </a:cubicBezTo>
                <a:cubicBezTo>
                  <a:pt x="19105" y="74509"/>
                  <a:pt x="74509" y="19105"/>
                  <a:pt x="143287" y="19105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Graphic 192" descr="Trash icon.">
            <a:extLst>
              <a:ext uri="{FF2B5EF4-FFF2-40B4-BE49-F238E27FC236}">
                <a16:creationId xmlns:a16="http://schemas.microsoft.com/office/drawing/2014/main" id="{E3A522A0-DDFC-42AC-9F9C-45360B8D0460}"/>
              </a:ext>
            </a:extLst>
          </p:cNvPr>
          <p:cNvSpPr>
            <a:spLocks noChangeAspect="1"/>
          </p:cNvSpPr>
          <p:nvPr/>
        </p:nvSpPr>
        <p:spPr>
          <a:xfrm>
            <a:off x="10819368" y="3276361"/>
            <a:ext cx="382098" cy="458518"/>
          </a:xfrm>
          <a:custGeom>
            <a:avLst/>
            <a:gdLst>
              <a:gd name="connsiteX0" fmla="*/ 133734 w 382098"/>
              <a:gd name="connsiteY0" fmla="*/ 0 h 458518"/>
              <a:gd name="connsiteX1" fmla="*/ 133734 w 382098"/>
              <a:gd name="connsiteY1" fmla="*/ 19105 h 458518"/>
              <a:gd name="connsiteX2" fmla="*/ 19105 w 382098"/>
              <a:gd name="connsiteY2" fmla="*/ 19105 h 458518"/>
              <a:gd name="connsiteX3" fmla="*/ 0 w 382098"/>
              <a:gd name="connsiteY3" fmla="*/ 38210 h 458518"/>
              <a:gd name="connsiteX4" fmla="*/ 0 w 382098"/>
              <a:gd name="connsiteY4" fmla="*/ 76420 h 458518"/>
              <a:gd name="connsiteX5" fmla="*/ 19105 w 382098"/>
              <a:gd name="connsiteY5" fmla="*/ 95525 h 458518"/>
              <a:gd name="connsiteX6" fmla="*/ 38210 w 382098"/>
              <a:gd name="connsiteY6" fmla="*/ 95525 h 458518"/>
              <a:gd name="connsiteX7" fmla="*/ 38210 w 382098"/>
              <a:gd name="connsiteY7" fmla="*/ 439413 h 458518"/>
              <a:gd name="connsiteX8" fmla="*/ 57315 w 382098"/>
              <a:gd name="connsiteY8" fmla="*/ 458518 h 458518"/>
              <a:gd name="connsiteX9" fmla="*/ 324784 w 382098"/>
              <a:gd name="connsiteY9" fmla="*/ 458518 h 458518"/>
              <a:gd name="connsiteX10" fmla="*/ 343889 w 382098"/>
              <a:gd name="connsiteY10" fmla="*/ 439413 h 458518"/>
              <a:gd name="connsiteX11" fmla="*/ 343889 w 382098"/>
              <a:gd name="connsiteY11" fmla="*/ 95525 h 458518"/>
              <a:gd name="connsiteX12" fmla="*/ 362993 w 382098"/>
              <a:gd name="connsiteY12" fmla="*/ 95525 h 458518"/>
              <a:gd name="connsiteX13" fmla="*/ 382098 w 382098"/>
              <a:gd name="connsiteY13" fmla="*/ 76420 h 458518"/>
              <a:gd name="connsiteX14" fmla="*/ 382098 w 382098"/>
              <a:gd name="connsiteY14" fmla="*/ 38210 h 458518"/>
              <a:gd name="connsiteX15" fmla="*/ 362993 w 382098"/>
              <a:gd name="connsiteY15" fmla="*/ 19105 h 458518"/>
              <a:gd name="connsiteX16" fmla="*/ 248364 w 382098"/>
              <a:gd name="connsiteY16" fmla="*/ 19105 h 458518"/>
              <a:gd name="connsiteX17" fmla="*/ 248364 w 382098"/>
              <a:gd name="connsiteY17" fmla="*/ 0 h 458518"/>
              <a:gd name="connsiteX18" fmla="*/ 133734 w 382098"/>
              <a:gd name="connsiteY18" fmla="*/ 0 h 458518"/>
              <a:gd name="connsiteX19" fmla="*/ 324784 w 382098"/>
              <a:gd name="connsiteY19" fmla="*/ 439413 h 458518"/>
              <a:gd name="connsiteX20" fmla="*/ 57315 w 382098"/>
              <a:gd name="connsiteY20" fmla="*/ 439413 h 458518"/>
              <a:gd name="connsiteX21" fmla="*/ 57315 w 382098"/>
              <a:gd name="connsiteY21" fmla="*/ 95525 h 458518"/>
              <a:gd name="connsiteX22" fmla="*/ 324784 w 382098"/>
              <a:gd name="connsiteY22" fmla="*/ 95525 h 458518"/>
              <a:gd name="connsiteX23" fmla="*/ 324784 w 382098"/>
              <a:gd name="connsiteY23" fmla="*/ 439413 h 458518"/>
              <a:gd name="connsiteX24" fmla="*/ 362993 w 382098"/>
              <a:gd name="connsiteY24" fmla="*/ 38210 h 458518"/>
              <a:gd name="connsiteX25" fmla="*/ 362993 w 382098"/>
              <a:gd name="connsiteY25" fmla="*/ 76420 h 458518"/>
              <a:gd name="connsiteX26" fmla="*/ 19105 w 382098"/>
              <a:gd name="connsiteY26" fmla="*/ 76420 h 458518"/>
              <a:gd name="connsiteX27" fmla="*/ 19105 w 382098"/>
              <a:gd name="connsiteY27" fmla="*/ 38210 h 458518"/>
              <a:gd name="connsiteX28" fmla="*/ 362993 w 382098"/>
              <a:gd name="connsiteY28" fmla="*/ 38210 h 458518"/>
              <a:gd name="connsiteX29" fmla="*/ 133734 w 382098"/>
              <a:gd name="connsiteY29" fmla="*/ 133734 h 458518"/>
              <a:gd name="connsiteX30" fmla="*/ 152839 w 382098"/>
              <a:gd name="connsiteY30" fmla="*/ 133734 h 458518"/>
              <a:gd name="connsiteX31" fmla="*/ 152839 w 382098"/>
              <a:gd name="connsiteY31" fmla="*/ 401203 h 458518"/>
              <a:gd name="connsiteX32" fmla="*/ 133734 w 382098"/>
              <a:gd name="connsiteY32" fmla="*/ 401203 h 458518"/>
              <a:gd name="connsiteX33" fmla="*/ 133734 w 382098"/>
              <a:gd name="connsiteY33" fmla="*/ 133734 h 458518"/>
              <a:gd name="connsiteX34" fmla="*/ 229259 w 382098"/>
              <a:gd name="connsiteY34" fmla="*/ 133734 h 458518"/>
              <a:gd name="connsiteX35" fmla="*/ 248364 w 382098"/>
              <a:gd name="connsiteY35" fmla="*/ 133734 h 458518"/>
              <a:gd name="connsiteX36" fmla="*/ 248364 w 382098"/>
              <a:gd name="connsiteY36" fmla="*/ 401203 h 458518"/>
              <a:gd name="connsiteX37" fmla="*/ 229259 w 382098"/>
              <a:gd name="connsiteY37" fmla="*/ 401203 h 458518"/>
              <a:gd name="connsiteX38" fmla="*/ 229259 w 382098"/>
              <a:gd name="connsiteY38" fmla="*/ 133734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82098" h="458518">
                <a:moveTo>
                  <a:pt x="133734" y="0"/>
                </a:moveTo>
                <a:lnTo>
                  <a:pt x="133734" y="19105"/>
                </a:lnTo>
                <a:lnTo>
                  <a:pt x="19105" y="19105"/>
                </a:lnTo>
                <a:cubicBezTo>
                  <a:pt x="7642" y="19105"/>
                  <a:pt x="0" y="26747"/>
                  <a:pt x="0" y="38210"/>
                </a:cubicBezTo>
                <a:lnTo>
                  <a:pt x="0" y="76420"/>
                </a:lnTo>
                <a:cubicBezTo>
                  <a:pt x="0" y="87883"/>
                  <a:pt x="7642" y="95525"/>
                  <a:pt x="19105" y="95525"/>
                </a:cubicBezTo>
                <a:lnTo>
                  <a:pt x="38210" y="95525"/>
                </a:lnTo>
                <a:lnTo>
                  <a:pt x="38210" y="439413"/>
                </a:lnTo>
                <a:cubicBezTo>
                  <a:pt x="38210" y="450876"/>
                  <a:pt x="45852" y="458518"/>
                  <a:pt x="5731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95525"/>
                </a:lnTo>
                <a:lnTo>
                  <a:pt x="362993" y="95525"/>
                </a:lnTo>
                <a:cubicBezTo>
                  <a:pt x="374456" y="95525"/>
                  <a:pt x="382098" y="87883"/>
                  <a:pt x="382098" y="76420"/>
                </a:cubicBezTo>
                <a:lnTo>
                  <a:pt x="382098" y="38210"/>
                </a:lnTo>
                <a:cubicBezTo>
                  <a:pt x="382098" y="26747"/>
                  <a:pt x="374456" y="19105"/>
                  <a:pt x="362993" y="19105"/>
                </a:cubicBezTo>
                <a:lnTo>
                  <a:pt x="248364" y="19105"/>
                </a:lnTo>
                <a:lnTo>
                  <a:pt x="248364" y="0"/>
                </a:lnTo>
                <a:lnTo>
                  <a:pt x="133734" y="0"/>
                </a:lnTo>
                <a:close/>
                <a:moveTo>
                  <a:pt x="324784" y="439413"/>
                </a:moveTo>
                <a:lnTo>
                  <a:pt x="57315" y="439413"/>
                </a:lnTo>
                <a:lnTo>
                  <a:pt x="57315" y="95525"/>
                </a:lnTo>
                <a:lnTo>
                  <a:pt x="324784" y="95525"/>
                </a:lnTo>
                <a:lnTo>
                  <a:pt x="324784" y="439413"/>
                </a:lnTo>
                <a:close/>
                <a:moveTo>
                  <a:pt x="362993" y="38210"/>
                </a:moveTo>
                <a:lnTo>
                  <a:pt x="362993" y="76420"/>
                </a:lnTo>
                <a:lnTo>
                  <a:pt x="19105" y="76420"/>
                </a:lnTo>
                <a:lnTo>
                  <a:pt x="19105" y="38210"/>
                </a:lnTo>
                <a:lnTo>
                  <a:pt x="362993" y="38210"/>
                </a:lnTo>
                <a:close/>
                <a:moveTo>
                  <a:pt x="133734" y="133734"/>
                </a:moveTo>
                <a:lnTo>
                  <a:pt x="152839" y="133734"/>
                </a:lnTo>
                <a:lnTo>
                  <a:pt x="152839" y="401203"/>
                </a:lnTo>
                <a:lnTo>
                  <a:pt x="133734" y="401203"/>
                </a:lnTo>
                <a:lnTo>
                  <a:pt x="133734" y="133734"/>
                </a:lnTo>
                <a:close/>
                <a:moveTo>
                  <a:pt x="229259" y="133734"/>
                </a:moveTo>
                <a:lnTo>
                  <a:pt x="248364" y="133734"/>
                </a:lnTo>
                <a:lnTo>
                  <a:pt x="248364" y="401203"/>
                </a:lnTo>
                <a:lnTo>
                  <a:pt x="229259" y="401203"/>
                </a:lnTo>
                <a:lnTo>
                  <a:pt x="229259" y="13373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7" name="Freeform: Shape 56" descr="Zoom in icon.">
            <a:extLst>
              <a:ext uri="{FF2B5EF4-FFF2-40B4-BE49-F238E27FC236}">
                <a16:creationId xmlns:a16="http://schemas.microsoft.com/office/drawing/2014/main" id="{034A81B0-A5AA-489D-AEFF-F9A4CF4924FD}"/>
              </a:ext>
            </a:extLst>
          </p:cNvPr>
          <p:cNvSpPr/>
          <p:nvPr/>
        </p:nvSpPr>
        <p:spPr>
          <a:xfrm>
            <a:off x="953228" y="4242161"/>
            <a:ext cx="455842" cy="457924"/>
          </a:xfrm>
          <a:custGeom>
            <a:avLst/>
            <a:gdLst>
              <a:gd name="connsiteX0" fmla="*/ 190988 w 597521"/>
              <a:gd name="connsiteY0" fmla="*/ 81852 h 600250"/>
              <a:gd name="connsiteX1" fmla="*/ 218272 w 597521"/>
              <a:gd name="connsiteY1" fmla="*/ 81852 h 600250"/>
              <a:gd name="connsiteX2" fmla="*/ 218272 w 597521"/>
              <a:gd name="connsiteY2" fmla="*/ 190988 h 600250"/>
              <a:gd name="connsiteX3" fmla="*/ 327409 w 597521"/>
              <a:gd name="connsiteY3" fmla="*/ 190988 h 600250"/>
              <a:gd name="connsiteX4" fmla="*/ 327409 w 597521"/>
              <a:gd name="connsiteY4" fmla="*/ 218272 h 600250"/>
              <a:gd name="connsiteX5" fmla="*/ 218272 w 597521"/>
              <a:gd name="connsiteY5" fmla="*/ 218272 h 600250"/>
              <a:gd name="connsiteX6" fmla="*/ 218272 w 597521"/>
              <a:gd name="connsiteY6" fmla="*/ 327409 h 600250"/>
              <a:gd name="connsiteX7" fmla="*/ 190988 w 597521"/>
              <a:gd name="connsiteY7" fmla="*/ 327409 h 600250"/>
              <a:gd name="connsiteX8" fmla="*/ 190988 w 597521"/>
              <a:gd name="connsiteY8" fmla="*/ 218272 h 600250"/>
              <a:gd name="connsiteX9" fmla="*/ 81852 w 597521"/>
              <a:gd name="connsiteY9" fmla="*/ 218272 h 600250"/>
              <a:gd name="connsiteX10" fmla="*/ 81852 w 597521"/>
              <a:gd name="connsiteY10" fmla="*/ 190988 h 600250"/>
              <a:gd name="connsiteX11" fmla="*/ 190988 w 597521"/>
              <a:gd name="connsiteY11" fmla="*/ 190988 h 600250"/>
              <a:gd name="connsiteX12" fmla="*/ 204631 w 597521"/>
              <a:gd name="connsiteY12" fmla="*/ 27284 h 600250"/>
              <a:gd name="connsiteX13" fmla="*/ 27284 w 597521"/>
              <a:gd name="connsiteY13" fmla="*/ 204631 h 600250"/>
              <a:gd name="connsiteX14" fmla="*/ 204631 w 597521"/>
              <a:gd name="connsiteY14" fmla="*/ 381977 h 600250"/>
              <a:gd name="connsiteX15" fmla="*/ 313767 w 597521"/>
              <a:gd name="connsiteY15" fmla="*/ 346508 h 600250"/>
              <a:gd name="connsiteX16" fmla="*/ 346508 w 597521"/>
              <a:gd name="connsiteY16" fmla="*/ 311039 h 600250"/>
              <a:gd name="connsiteX17" fmla="*/ 381977 w 597521"/>
              <a:gd name="connsiteY17" fmla="*/ 204631 h 600250"/>
              <a:gd name="connsiteX18" fmla="*/ 204631 w 597521"/>
              <a:gd name="connsiteY18" fmla="*/ 27284 h 600250"/>
              <a:gd name="connsiteX19" fmla="*/ 204631 w 597521"/>
              <a:gd name="connsiteY19" fmla="*/ 0 h 600250"/>
              <a:gd name="connsiteX20" fmla="*/ 409261 w 597521"/>
              <a:gd name="connsiteY20" fmla="*/ 204631 h 600250"/>
              <a:gd name="connsiteX21" fmla="*/ 368335 w 597521"/>
              <a:gd name="connsiteY21" fmla="*/ 327409 h 600250"/>
              <a:gd name="connsiteX22" fmla="*/ 357422 w 597521"/>
              <a:gd name="connsiteY22" fmla="*/ 341051 h 600250"/>
              <a:gd name="connsiteX23" fmla="*/ 597521 w 597521"/>
              <a:gd name="connsiteY23" fmla="*/ 578423 h 600250"/>
              <a:gd name="connsiteX24" fmla="*/ 578423 w 597521"/>
              <a:gd name="connsiteY24" fmla="*/ 600250 h 600250"/>
              <a:gd name="connsiteX25" fmla="*/ 338323 w 597521"/>
              <a:gd name="connsiteY25" fmla="*/ 360150 h 600250"/>
              <a:gd name="connsiteX26" fmla="*/ 327409 w 597521"/>
              <a:gd name="connsiteY26" fmla="*/ 368335 h 600250"/>
              <a:gd name="connsiteX27" fmla="*/ 204631 w 597521"/>
              <a:gd name="connsiteY27" fmla="*/ 409261 h 600250"/>
              <a:gd name="connsiteX28" fmla="*/ 0 w 597521"/>
              <a:gd name="connsiteY28" fmla="*/ 204631 h 600250"/>
              <a:gd name="connsiteX29" fmla="*/ 204631 w 597521"/>
              <a:gd name="connsiteY29" fmla="*/ 0 h 60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97521" h="600250">
                <a:moveTo>
                  <a:pt x="190988" y="81852"/>
                </a:moveTo>
                <a:lnTo>
                  <a:pt x="218272" y="81852"/>
                </a:lnTo>
                <a:lnTo>
                  <a:pt x="218272" y="190988"/>
                </a:lnTo>
                <a:lnTo>
                  <a:pt x="327409" y="190988"/>
                </a:lnTo>
                <a:lnTo>
                  <a:pt x="327409" y="218272"/>
                </a:lnTo>
                <a:lnTo>
                  <a:pt x="218272" y="218272"/>
                </a:lnTo>
                <a:lnTo>
                  <a:pt x="218272" y="327409"/>
                </a:lnTo>
                <a:lnTo>
                  <a:pt x="190988" y="327409"/>
                </a:lnTo>
                <a:lnTo>
                  <a:pt x="190988" y="218272"/>
                </a:lnTo>
                <a:lnTo>
                  <a:pt x="81852" y="218272"/>
                </a:lnTo>
                <a:lnTo>
                  <a:pt x="81852" y="190988"/>
                </a:lnTo>
                <a:lnTo>
                  <a:pt x="190988" y="190988"/>
                </a:lnTo>
                <a:close/>
                <a:moveTo>
                  <a:pt x="204631" y="27284"/>
                </a:moveTo>
                <a:cubicBezTo>
                  <a:pt x="109136" y="27284"/>
                  <a:pt x="27284" y="106408"/>
                  <a:pt x="27284" y="204631"/>
                </a:cubicBezTo>
                <a:cubicBezTo>
                  <a:pt x="27284" y="302853"/>
                  <a:pt x="109136" y="381977"/>
                  <a:pt x="204631" y="381977"/>
                </a:cubicBezTo>
                <a:cubicBezTo>
                  <a:pt x="245557" y="381977"/>
                  <a:pt x="281026" y="368335"/>
                  <a:pt x="313767" y="346508"/>
                </a:cubicBezTo>
                <a:cubicBezTo>
                  <a:pt x="313767" y="343779"/>
                  <a:pt x="332866" y="332866"/>
                  <a:pt x="346508" y="311039"/>
                </a:cubicBezTo>
                <a:cubicBezTo>
                  <a:pt x="368335" y="281026"/>
                  <a:pt x="381977" y="242828"/>
                  <a:pt x="381977" y="204631"/>
                </a:cubicBezTo>
                <a:cubicBezTo>
                  <a:pt x="381977" y="106408"/>
                  <a:pt x="300125" y="27284"/>
                  <a:pt x="204631" y="27284"/>
                </a:cubicBezTo>
                <a:close/>
                <a:moveTo>
                  <a:pt x="204631" y="0"/>
                </a:moveTo>
                <a:cubicBezTo>
                  <a:pt x="319224" y="0"/>
                  <a:pt x="409261" y="92766"/>
                  <a:pt x="409261" y="204631"/>
                </a:cubicBezTo>
                <a:cubicBezTo>
                  <a:pt x="409261" y="248285"/>
                  <a:pt x="395619" y="291940"/>
                  <a:pt x="368335" y="327409"/>
                </a:cubicBezTo>
                <a:cubicBezTo>
                  <a:pt x="362878" y="332866"/>
                  <a:pt x="360150" y="338323"/>
                  <a:pt x="357422" y="341051"/>
                </a:cubicBezTo>
                <a:lnTo>
                  <a:pt x="597521" y="578423"/>
                </a:lnTo>
                <a:lnTo>
                  <a:pt x="578423" y="600250"/>
                </a:lnTo>
                <a:lnTo>
                  <a:pt x="338323" y="360150"/>
                </a:lnTo>
                <a:cubicBezTo>
                  <a:pt x="332866" y="365607"/>
                  <a:pt x="327409" y="368335"/>
                  <a:pt x="327409" y="368335"/>
                </a:cubicBezTo>
                <a:cubicBezTo>
                  <a:pt x="291940" y="395619"/>
                  <a:pt x="248285" y="409261"/>
                  <a:pt x="204631" y="409261"/>
                </a:cubicBezTo>
                <a:cubicBezTo>
                  <a:pt x="92766" y="409261"/>
                  <a:pt x="0" y="316495"/>
                  <a:pt x="0" y="204631"/>
                </a:cubicBezTo>
                <a:cubicBezTo>
                  <a:pt x="0" y="92766"/>
                  <a:pt x="90037" y="0"/>
                  <a:pt x="204631" y="0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58" name="Freeform: Shape 57" descr="Zoom out icon.">
            <a:extLst>
              <a:ext uri="{FF2B5EF4-FFF2-40B4-BE49-F238E27FC236}">
                <a16:creationId xmlns:a16="http://schemas.microsoft.com/office/drawing/2014/main" id="{FBC78307-CFD6-4E44-816E-CC5506BCC838}"/>
              </a:ext>
            </a:extLst>
          </p:cNvPr>
          <p:cNvSpPr/>
          <p:nvPr/>
        </p:nvSpPr>
        <p:spPr>
          <a:xfrm>
            <a:off x="2177661" y="4242161"/>
            <a:ext cx="455842" cy="457924"/>
          </a:xfrm>
          <a:custGeom>
            <a:avLst/>
            <a:gdLst>
              <a:gd name="connsiteX0" fmla="*/ 81852 w 597521"/>
              <a:gd name="connsiteY0" fmla="*/ 190988 h 600250"/>
              <a:gd name="connsiteX1" fmla="*/ 327409 w 597521"/>
              <a:gd name="connsiteY1" fmla="*/ 190988 h 600250"/>
              <a:gd name="connsiteX2" fmla="*/ 327409 w 597521"/>
              <a:gd name="connsiteY2" fmla="*/ 218272 h 600250"/>
              <a:gd name="connsiteX3" fmla="*/ 81852 w 597521"/>
              <a:gd name="connsiteY3" fmla="*/ 218272 h 600250"/>
              <a:gd name="connsiteX4" fmla="*/ 204631 w 597521"/>
              <a:gd name="connsiteY4" fmla="*/ 27284 h 600250"/>
              <a:gd name="connsiteX5" fmla="*/ 27284 w 597521"/>
              <a:gd name="connsiteY5" fmla="*/ 204631 h 600250"/>
              <a:gd name="connsiteX6" fmla="*/ 204631 w 597521"/>
              <a:gd name="connsiteY6" fmla="*/ 381977 h 600250"/>
              <a:gd name="connsiteX7" fmla="*/ 313767 w 597521"/>
              <a:gd name="connsiteY7" fmla="*/ 346508 h 600250"/>
              <a:gd name="connsiteX8" fmla="*/ 346508 w 597521"/>
              <a:gd name="connsiteY8" fmla="*/ 311039 h 600250"/>
              <a:gd name="connsiteX9" fmla="*/ 381977 w 597521"/>
              <a:gd name="connsiteY9" fmla="*/ 204631 h 600250"/>
              <a:gd name="connsiteX10" fmla="*/ 204631 w 597521"/>
              <a:gd name="connsiteY10" fmla="*/ 27284 h 600250"/>
              <a:gd name="connsiteX11" fmla="*/ 204631 w 597521"/>
              <a:gd name="connsiteY11" fmla="*/ 0 h 600250"/>
              <a:gd name="connsiteX12" fmla="*/ 409261 w 597521"/>
              <a:gd name="connsiteY12" fmla="*/ 204631 h 600250"/>
              <a:gd name="connsiteX13" fmla="*/ 368335 w 597521"/>
              <a:gd name="connsiteY13" fmla="*/ 327409 h 600250"/>
              <a:gd name="connsiteX14" fmla="*/ 357422 w 597521"/>
              <a:gd name="connsiteY14" fmla="*/ 341051 h 600250"/>
              <a:gd name="connsiteX15" fmla="*/ 597521 w 597521"/>
              <a:gd name="connsiteY15" fmla="*/ 578423 h 600250"/>
              <a:gd name="connsiteX16" fmla="*/ 578423 w 597521"/>
              <a:gd name="connsiteY16" fmla="*/ 600250 h 600250"/>
              <a:gd name="connsiteX17" fmla="*/ 338323 w 597521"/>
              <a:gd name="connsiteY17" fmla="*/ 360150 h 600250"/>
              <a:gd name="connsiteX18" fmla="*/ 327409 w 597521"/>
              <a:gd name="connsiteY18" fmla="*/ 368335 h 600250"/>
              <a:gd name="connsiteX19" fmla="*/ 204631 w 597521"/>
              <a:gd name="connsiteY19" fmla="*/ 409261 h 600250"/>
              <a:gd name="connsiteX20" fmla="*/ 0 w 597521"/>
              <a:gd name="connsiteY20" fmla="*/ 204631 h 600250"/>
              <a:gd name="connsiteX21" fmla="*/ 204631 w 597521"/>
              <a:gd name="connsiteY21" fmla="*/ 0 h 60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97521" h="600250">
                <a:moveTo>
                  <a:pt x="81852" y="190988"/>
                </a:moveTo>
                <a:lnTo>
                  <a:pt x="327409" y="190988"/>
                </a:lnTo>
                <a:lnTo>
                  <a:pt x="327409" y="218272"/>
                </a:lnTo>
                <a:lnTo>
                  <a:pt x="81852" y="218272"/>
                </a:lnTo>
                <a:close/>
                <a:moveTo>
                  <a:pt x="204631" y="27284"/>
                </a:moveTo>
                <a:cubicBezTo>
                  <a:pt x="109136" y="27284"/>
                  <a:pt x="27284" y="106408"/>
                  <a:pt x="27284" y="204631"/>
                </a:cubicBezTo>
                <a:cubicBezTo>
                  <a:pt x="27284" y="302853"/>
                  <a:pt x="109136" y="381977"/>
                  <a:pt x="204631" y="381977"/>
                </a:cubicBezTo>
                <a:cubicBezTo>
                  <a:pt x="245557" y="381977"/>
                  <a:pt x="281026" y="368335"/>
                  <a:pt x="313767" y="346508"/>
                </a:cubicBezTo>
                <a:cubicBezTo>
                  <a:pt x="313767" y="343779"/>
                  <a:pt x="332866" y="332866"/>
                  <a:pt x="346508" y="311039"/>
                </a:cubicBezTo>
                <a:cubicBezTo>
                  <a:pt x="368335" y="281026"/>
                  <a:pt x="381977" y="242828"/>
                  <a:pt x="381977" y="204631"/>
                </a:cubicBezTo>
                <a:cubicBezTo>
                  <a:pt x="381977" y="106408"/>
                  <a:pt x="300125" y="27284"/>
                  <a:pt x="204631" y="27284"/>
                </a:cubicBezTo>
                <a:close/>
                <a:moveTo>
                  <a:pt x="204631" y="0"/>
                </a:moveTo>
                <a:cubicBezTo>
                  <a:pt x="319224" y="0"/>
                  <a:pt x="409261" y="92766"/>
                  <a:pt x="409261" y="204631"/>
                </a:cubicBezTo>
                <a:cubicBezTo>
                  <a:pt x="409261" y="248285"/>
                  <a:pt x="395619" y="291940"/>
                  <a:pt x="368335" y="327409"/>
                </a:cubicBezTo>
                <a:cubicBezTo>
                  <a:pt x="362878" y="332866"/>
                  <a:pt x="360150" y="338323"/>
                  <a:pt x="357422" y="341051"/>
                </a:cubicBezTo>
                <a:lnTo>
                  <a:pt x="597521" y="578423"/>
                </a:lnTo>
                <a:lnTo>
                  <a:pt x="578423" y="600250"/>
                </a:lnTo>
                <a:lnTo>
                  <a:pt x="338323" y="360150"/>
                </a:lnTo>
                <a:cubicBezTo>
                  <a:pt x="332866" y="365607"/>
                  <a:pt x="327409" y="368335"/>
                  <a:pt x="327409" y="368335"/>
                </a:cubicBezTo>
                <a:cubicBezTo>
                  <a:pt x="291940" y="395619"/>
                  <a:pt x="248285" y="409261"/>
                  <a:pt x="204631" y="409261"/>
                </a:cubicBezTo>
                <a:cubicBezTo>
                  <a:pt x="92766" y="409261"/>
                  <a:pt x="0" y="316495"/>
                  <a:pt x="0" y="204631"/>
                </a:cubicBezTo>
                <a:cubicBezTo>
                  <a:pt x="0" y="92766"/>
                  <a:pt x="90037" y="0"/>
                  <a:pt x="204631" y="0"/>
                </a:cubicBezTo>
                <a:close/>
              </a:path>
            </a:pathLst>
          </a:custGeom>
          <a:solidFill>
            <a:srgbClr val="0B315E"/>
          </a:solidFill>
          <a:ln w="2698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64" name="Freeform: Shape 63" descr="Sign out icon.">
            <a:extLst>
              <a:ext uri="{FF2B5EF4-FFF2-40B4-BE49-F238E27FC236}">
                <a16:creationId xmlns:a16="http://schemas.microsoft.com/office/drawing/2014/main" id="{389E984E-F102-471E-A003-EFFBB452AECF}"/>
              </a:ext>
            </a:extLst>
          </p:cNvPr>
          <p:cNvSpPr/>
          <p:nvPr/>
        </p:nvSpPr>
        <p:spPr>
          <a:xfrm>
            <a:off x="3431463" y="4263985"/>
            <a:ext cx="417097" cy="417050"/>
          </a:xfrm>
          <a:custGeom>
            <a:avLst/>
            <a:gdLst>
              <a:gd name="connsiteX0" fmla="*/ 277528 w 417097"/>
              <a:gd name="connsiteY0" fmla="*/ 61041 h 417050"/>
              <a:gd name="connsiteX1" fmla="*/ 411552 w 417097"/>
              <a:gd name="connsiteY1" fmla="*/ 195066 h 417050"/>
              <a:gd name="connsiteX2" fmla="*/ 411552 w 417097"/>
              <a:gd name="connsiteY2" fmla="*/ 195255 h 417050"/>
              <a:gd name="connsiteX3" fmla="*/ 411552 w 417097"/>
              <a:gd name="connsiteY3" fmla="*/ 221985 h 417050"/>
              <a:gd name="connsiteX4" fmla="*/ 277528 w 417097"/>
              <a:gd name="connsiteY4" fmla="*/ 356009 h 417050"/>
              <a:gd name="connsiteX5" fmla="*/ 264068 w 417097"/>
              <a:gd name="connsiteY5" fmla="*/ 342550 h 417050"/>
              <a:gd name="connsiteX6" fmla="*/ 388615 w 417097"/>
              <a:gd name="connsiteY6" fmla="*/ 218004 h 417050"/>
              <a:gd name="connsiteX7" fmla="*/ 95542 w 417097"/>
              <a:gd name="connsiteY7" fmla="*/ 218004 h 417050"/>
              <a:gd name="connsiteX8" fmla="*/ 95542 w 417097"/>
              <a:gd name="connsiteY8" fmla="*/ 199047 h 417050"/>
              <a:gd name="connsiteX9" fmla="*/ 388615 w 417097"/>
              <a:gd name="connsiteY9" fmla="*/ 199047 h 417050"/>
              <a:gd name="connsiteX10" fmla="*/ 264068 w 417097"/>
              <a:gd name="connsiteY10" fmla="*/ 74500 h 417050"/>
              <a:gd name="connsiteX11" fmla="*/ 18957 w 417097"/>
              <a:gd name="connsiteY11" fmla="*/ 0 h 417050"/>
              <a:gd name="connsiteX12" fmla="*/ 208525 w 417097"/>
              <a:gd name="connsiteY12" fmla="*/ 0 h 417050"/>
              <a:gd name="connsiteX13" fmla="*/ 208525 w 417097"/>
              <a:gd name="connsiteY13" fmla="*/ 18957 h 417050"/>
              <a:gd name="connsiteX14" fmla="*/ 18957 w 417097"/>
              <a:gd name="connsiteY14" fmla="*/ 18957 h 417050"/>
              <a:gd name="connsiteX15" fmla="*/ 18957 w 417097"/>
              <a:gd name="connsiteY15" fmla="*/ 398094 h 417050"/>
              <a:gd name="connsiteX16" fmla="*/ 208525 w 417097"/>
              <a:gd name="connsiteY16" fmla="*/ 398094 h 417050"/>
              <a:gd name="connsiteX17" fmla="*/ 208525 w 417097"/>
              <a:gd name="connsiteY17" fmla="*/ 417050 h 417050"/>
              <a:gd name="connsiteX18" fmla="*/ 18957 w 417097"/>
              <a:gd name="connsiteY18" fmla="*/ 417050 h 417050"/>
              <a:gd name="connsiteX19" fmla="*/ 0 w 417097"/>
              <a:gd name="connsiteY19" fmla="*/ 398094 h 417050"/>
              <a:gd name="connsiteX20" fmla="*/ 0 w 417097"/>
              <a:gd name="connsiteY20" fmla="*/ 18957 h 417050"/>
              <a:gd name="connsiteX21" fmla="*/ 18957 w 417097"/>
              <a:gd name="connsiteY21" fmla="*/ 0 h 41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7097" h="417050">
                <a:moveTo>
                  <a:pt x="277528" y="61041"/>
                </a:moveTo>
                <a:lnTo>
                  <a:pt x="411552" y="195066"/>
                </a:lnTo>
                <a:lnTo>
                  <a:pt x="411552" y="195255"/>
                </a:lnTo>
                <a:cubicBezTo>
                  <a:pt x="418946" y="202649"/>
                  <a:pt x="418946" y="214591"/>
                  <a:pt x="411552" y="221985"/>
                </a:cubicBezTo>
                <a:lnTo>
                  <a:pt x="277528" y="356009"/>
                </a:lnTo>
                <a:lnTo>
                  <a:pt x="264068" y="342550"/>
                </a:lnTo>
                <a:lnTo>
                  <a:pt x="388615" y="218004"/>
                </a:lnTo>
                <a:lnTo>
                  <a:pt x="95542" y="218004"/>
                </a:lnTo>
                <a:lnTo>
                  <a:pt x="95542" y="199047"/>
                </a:lnTo>
                <a:lnTo>
                  <a:pt x="388615" y="199047"/>
                </a:lnTo>
                <a:lnTo>
                  <a:pt x="264068" y="74500"/>
                </a:lnTo>
                <a:close/>
                <a:moveTo>
                  <a:pt x="18957" y="0"/>
                </a:moveTo>
                <a:lnTo>
                  <a:pt x="208525" y="0"/>
                </a:lnTo>
                <a:lnTo>
                  <a:pt x="208525" y="18957"/>
                </a:lnTo>
                <a:lnTo>
                  <a:pt x="18957" y="18957"/>
                </a:lnTo>
                <a:lnTo>
                  <a:pt x="18957" y="398094"/>
                </a:lnTo>
                <a:lnTo>
                  <a:pt x="208525" y="398094"/>
                </a:lnTo>
                <a:lnTo>
                  <a:pt x="208525" y="417050"/>
                </a:lnTo>
                <a:lnTo>
                  <a:pt x="18957" y="417050"/>
                </a:lnTo>
                <a:cubicBezTo>
                  <a:pt x="8531" y="417050"/>
                  <a:pt x="0" y="408520"/>
                  <a:pt x="0" y="398094"/>
                </a:cubicBezTo>
                <a:lnTo>
                  <a:pt x="0" y="18957"/>
                </a:lnTo>
                <a:cubicBezTo>
                  <a:pt x="0" y="8531"/>
                  <a:pt x="8531" y="0"/>
                  <a:pt x="18957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Graphic 58" descr="Edit pencil icon.">
            <a:extLst>
              <a:ext uri="{FF2B5EF4-FFF2-40B4-BE49-F238E27FC236}">
                <a16:creationId xmlns:a16="http://schemas.microsoft.com/office/drawing/2014/main" id="{10602DA4-06B8-4372-A0B6-5B964EA5B748}"/>
              </a:ext>
            </a:extLst>
          </p:cNvPr>
          <p:cNvSpPr/>
          <p:nvPr/>
        </p:nvSpPr>
        <p:spPr>
          <a:xfrm>
            <a:off x="4648993" y="4259661"/>
            <a:ext cx="415898" cy="421374"/>
          </a:xfrm>
          <a:custGeom>
            <a:avLst/>
            <a:gdLst>
              <a:gd name="connsiteX0" fmla="*/ 410185 w 415898"/>
              <a:gd name="connsiteY0" fmla="*/ 74752 h 421374"/>
              <a:gd name="connsiteX1" fmla="*/ 332100 w 415898"/>
              <a:gd name="connsiteY1" fmla="*/ 4285 h 421374"/>
              <a:gd name="connsiteX2" fmla="*/ 313055 w 415898"/>
              <a:gd name="connsiteY2" fmla="*/ 4285 h 421374"/>
              <a:gd name="connsiteX3" fmla="*/ 34995 w 415898"/>
              <a:gd name="connsiteY3" fmla="*/ 286154 h 421374"/>
              <a:gd name="connsiteX4" fmla="*/ 31186 w 415898"/>
              <a:gd name="connsiteY4" fmla="*/ 293772 h 421374"/>
              <a:gd name="connsiteX5" fmla="*/ 714 w 415898"/>
              <a:gd name="connsiteY5" fmla="*/ 396616 h 421374"/>
              <a:gd name="connsiteX6" fmla="*/ 6428 w 415898"/>
              <a:gd name="connsiteY6" fmla="*/ 415661 h 421374"/>
              <a:gd name="connsiteX7" fmla="*/ 19759 w 415898"/>
              <a:gd name="connsiteY7" fmla="*/ 421374 h 421374"/>
              <a:gd name="connsiteX8" fmla="*/ 25473 w 415898"/>
              <a:gd name="connsiteY8" fmla="*/ 421374 h 421374"/>
              <a:gd name="connsiteX9" fmla="*/ 130221 w 415898"/>
              <a:gd name="connsiteY9" fmla="*/ 385189 h 421374"/>
              <a:gd name="connsiteX10" fmla="*/ 137839 w 415898"/>
              <a:gd name="connsiteY10" fmla="*/ 381379 h 421374"/>
              <a:gd name="connsiteX11" fmla="*/ 410185 w 415898"/>
              <a:gd name="connsiteY11" fmla="*/ 103320 h 421374"/>
              <a:gd name="connsiteX12" fmla="*/ 415899 w 415898"/>
              <a:gd name="connsiteY12" fmla="*/ 88084 h 421374"/>
              <a:gd name="connsiteX13" fmla="*/ 410185 w 415898"/>
              <a:gd name="connsiteY13" fmla="*/ 74752 h 421374"/>
              <a:gd name="connsiteX14" fmla="*/ 19759 w 415898"/>
              <a:gd name="connsiteY14" fmla="*/ 402329 h 421374"/>
              <a:gd name="connsiteX15" fmla="*/ 48327 w 415898"/>
              <a:gd name="connsiteY15" fmla="*/ 303294 h 421374"/>
              <a:gd name="connsiteX16" fmla="*/ 118794 w 415898"/>
              <a:gd name="connsiteY16" fmla="*/ 369952 h 421374"/>
              <a:gd name="connsiteX17" fmla="*/ 19759 w 415898"/>
              <a:gd name="connsiteY17" fmla="*/ 402329 h 421374"/>
              <a:gd name="connsiteX18" fmla="*/ 19759 w 415898"/>
              <a:gd name="connsiteY18" fmla="*/ 402329 h 421374"/>
              <a:gd name="connsiteX19" fmla="*/ 134030 w 415898"/>
              <a:gd name="connsiteY19" fmla="*/ 358525 h 421374"/>
              <a:gd name="connsiteX20" fmla="*/ 61659 w 415898"/>
              <a:gd name="connsiteY20" fmla="*/ 288058 h 421374"/>
              <a:gd name="connsiteX21" fmla="*/ 278774 w 415898"/>
              <a:gd name="connsiteY21" fmla="*/ 63325 h 421374"/>
              <a:gd name="connsiteX22" fmla="*/ 353050 w 415898"/>
              <a:gd name="connsiteY22" fmla="*/ 131888 h 421374"/>
              <a:gd name="connsiteX23" fmla="*/ 134030 w 415898"/>
              <a:gd name="connsiteY23" fmla="*/ 358525 h 421374"/>
              <a:gd name="connsiteX24" fmla="*/ 134030 w 415898"/>
              <a:gd name="connsiteY24" fmla="*/ 358525 h 421374"/>
              <a:gd name="connsiteX25" fmla="*/ 368286 w 415898"/>
              <a:gd name="connsiteY25" fmla="*/ 118556 h 421374"/>
              <a:gd name="connsiteX26" fmla="*/ 294010 w 415898"/>
              <a:gd name="connsiteY26" fmla="*/ 49994 h 421374"/>
              <a:gd name="connsiteX27" fmla="*/ 320673 w 415898"/>
              <a:gd name="connsiteY27" fmla="*/ 21426 h 421374"/>
              <a:gd name="connsiteX28" fmla="*/ 396854 w 415898"/>
              <a:gd name="connsiteY28" fmla="*/ 89988 h 421374"/>
              <a:gd name="connsiteX29" fmla="*/ 368286 w 415898"/>
              <a:gd name="connsiteY29" fmla="*/ 118556 h 421374"/>
              <a:gd name="connsiteX30" fmla="*/ 368286 w 415898"/>
              <a:gd name="connsiteY30" fmla="*/ 118556 h 421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15898" h="421374">
                <a:moveTo>
                  <a:pt x="410185" y="74752"/>
                </a:moveTo>
                <a:lnTo>
                  <a:pt x="332100" y="4285"/>
                </a:lnTo>
                <a:cubicBezTo>
                  <a:pt x="326387" y="-1428"/>
                  <a:pt x="316864" y="-1428"/>
                  <a:pt x="313055" y="4285"/>
                </a:cubicBezTo>
                <a:lnTo>
                  <a:pt x="34995" y="286154"/>
                </a:lnTo>
                <a:cubicBezTo>
                  <a:pt x="33091" y="288058"/>
                  <a:pt x="31186" y="291867"/>
                  <a:pt x="31186" y="293772"/>
                </a:cubicBezTo>
                <a:lnTo>
                  <a:pt x="714" y="396616"/>
                </a:lnTo>
                <a:cubicBezTo>
                  <a:pt x="-1190" y="404234"/>
                  <a:pt x="714" y="409947"/>
                  <a:pt x="6428" y="415661"/>
                </a:cubicBezTo>
                <a:cubicBezTo>
                  <a:pt x="10237" y="419470"/>
                  <a:pt x="14046" y="421374"/>
                  <a:pt x="19759" y="421374"/>
                </a:cubicBezTo>
                <a:cubicBezTo>
                  <a:pt x="21664" y="421374"/>
                  <a:pt x="23568" y="421374"/>
                  <a:pt x="25473" y="421374"/>
                </a:cubicBezTo>
                <a:lnTo>
                  <a:pt x="130221" y="385189"/>
                </a:lnTo>
                <a:cubicBezTo>
                  <a:pt x="132126" y="385189"/>
                  <a:pt x="135935" y="383284"/>
                  <a:pt x="137839" y="381379"/>
                </a:cubicBezTo>
                <a:lnTo>
                  <a:pt x="410185" y="103320"/>
                </a:lnTo>
                <a:cubicBezTo>
                  <a:pt x="413994" y="99511"/>
                  <a:pt x="415899" y="93797"/>
                  <a:pt x="415899" y="88084"/>
                </a:cubicBezTo>
                <a:cubicBezTo>
                  <a:pt x="415899" y="84275"/>
                  <a:pt x="413994" y="78561"/>
                  <a:pt x="410185" y="74752"/>
                </a:cubicBezTo>
                <a:close/>
                <a:moveTo>
                  <a:pt x="19759" y="402329"/>
                </a:moveTo>
                <a:lnTo>
                  <a:pt x="48327" y="303294"/>
                </a:lnTo>
                <a:lnTo>
                  <a:pt x="118794" y="369952"/>
                </a:lnTo>
                <a:lnTo>
                  <a:pt x="19759" y="402329"/>
                </a:lnTo>
                <a:lnTo>
                  <a:pt x="19759" y="402329"/>
                </a:lnTo>
                <a:close/>
                <a:moveTo>
                  <a:pt x="134030" y="358525"/>
                </a:moveTo>
                <a:lnTo>
                  <a:pt x="61659" y="288058"/>
                </a:lnTo>
                <a:lnTo>
                  <a:pt x="278774" y="63325"/>
                </a:lnTo>
                <a:lnTo>
                  <a:pt x="353050" y="131888"/>
                </a:lnTo>
                <a:lnTo>
                  <a:pt x="134030" y="358525"/>
                </a:lnTo>
                <a:lnTo>
                  <a:pt x="134030" y="358525"/>
                </a:lnTo>
                <a:close/>
                <a:moveTo>
                  <a:pt x="368286" y="118556"/>
                </a:moveTo>
                <a:lnTo>
                  <a:pt x="294010" y="49994"/>
                </a:lnTo>
                <a:lnTo>
                  <a:pt x="320673" y="21426"/>
                </a:lnTo>
                <a:lnTo>
                  <a:pt x="396854" y="89988"/>
                </a:lnTo>
                <a:lnTo>
                  <a:pt x="368286" y="118556"/>
                </a:lnTo>
                <a:lnTo>
                  <a:pt x="368286" y="118556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Graphic 143" descr="Forms icon.">
            <a:extLst>
              <a:ext uri="{FF2B5EF4-FFF2-40B4-BE49-F238E27FC236}">
                <a16:creationId xmlns:a16="http://schemas.microsoft.com/office/drawing/2014/main" id="{3EEFDA96-12D2-4790-BFC4-B8717F3EFF51}"/>
              </a:ext>
            </a:extLst>
          </p:cNvPr>
          <p:cNvSpPr>
            <a:spLocks noChangeAspect="1"/>
          </p:cNvSpPr>
          <p:nvPr/>
        </p:nvSpPr>
        <p:spPr>
          <a:xfrm>
            <a:off x="5885863" y="4288024"/>
            <a:ext cx="387829" cy="426039"/>
          </a:xfrm>
          <a:custGeom>
            <a:avLst/>
            <a:gdLst>
              <a:gd name="connsiteX0" fmla="*/ 57315 w 387829"/>
              <a:gd name="connsiteY0" fmla="*/ 76420 h 426039"/>
              <a:gd name="connsiteX1" fmla="*/ 286574 w 387829"/>
              <a:gd name="connsiteY1" fmla="*/ 76420 h 426039"/>
              <a:gd name="connsiteX2" fmla="*/ 286574 w 387829"/>
              <a:gd name="connsiteY2" fmla="*/ 95525 h 426039"/>
              <a:gd name="connsiteX3" fmla="*/ 57315 w 387829"/>
              <a:gd name="connsiteY3" fmla="*/ 95525 h 426039"/>
              <a:gd name="connsiteX4" fmla="*/ 57315 w 387829"/>
              <a:gd name="connsiteY4" fmla="*/ 76420 h 426039"/>
              <a:gd name="connsiteX5" fmla="*/ 57315 w 387829"/>
              <a:gd name="connsiteY5" fmla="*/ 152839 h 426039"/>
              <a:gd name="connsiteX6" fmla="*/ 286574 w 387829"/>
              <a:gd name="connsiteY6" fmla="*/ 152839 h 426039"/>
              <a:gd name="connsiteX7" fmla="*/ 286574 w 387829"/>
              <a:gd name="connsiteY7" fmla="*/ 171944 h 426039"/>
              <a:gd name="connsiteX8" fmla="*/ 57315 w 387829"/>
              <a:gd name="connsiteY8" fmla="*/ 171944 h 426039"/>
              <a:gd name="connsiteX9" fmla="*/ 57315 w 387829"/>
              <a:gd name="connsiteY9" fmla="*/ 152839 h 426039"/>
              <a:gd name="connsiteX10" fmla="*/ 301858 w 387829"/>
              <a:gd name="connsiteY10" fmla="*/ 426040 h 426039"/>
              <a:gd name="connsiteX11" fmla="*/ 288484 w 387829"/>
              <a:gd name="connsiteY11" fmla="*/ 420308 h 426039"/>
              <a:gd name="connsiteX12" fmla="*/ 196781 w 387829"/>
              <a:gd name="connsiteY12" fmla="*/ 328605 h 426039"/>
              <a:gd name="connsiteX13" fmla="*/ 191049 w 387829"/>
              <a:gd name="connsiteY13" fmla="*/ 315231 h 426039"/>
              <a:gd name="connsiteX14" fmla="*/ 191049 w 387829"/>
              <a:gd name="connsiteY14" fmla="*/ 248364 h 426039"/>
              <a:gd name="connsiteX15" fmla="*/ 210154 w 387829"/>
              <a:gd name="connsiteY15" fmla="*/ 229259 h 426039"/>
              <a:gd name="connsiteX16" fmla="*/ 277021 w 387829"/>
              <a:gd name="connsiteY16" fmla="*/ 229259 h 426039"/>
              <a:gd name="connsiteX17" fmla="*/ 290395 w 387829"/>
              <a:gd name="connsiteY17" fmla="*/ 234990 h 426039"/>
              <a:gd name="connsiteX18" fmla="*/ 382098 w 387829"/>
              <a:gd name="connsiteY18" fmla="*/ 326694 h 426039"/>
              <a:gd name="connsiteX19" fmla="*/ 382098 w 387829"/>
              <a:gd name="connsiteY19" fmla="*/ 353441 h 426039"/>
              <a:gd name="connsiteX20" fmla="*/ 315231 w 387829"/>
              <a:gd name="connsiteY20" fmla="*/ 420308 h 426039"/>
              <a:gd name="connsiteX21" fmla="*/ 301858 w 387829"/>
              <a:gd name="connsiteY21" fmla="*/ 426040 h 426039"/>
              <a:gd name="connsiteX22" fmla="*/ 210154 w 387829"/>
              <a:gd name="connsiteY22" fmla="*/ 248364 h 426039"/>
              <a:gd name="connsiteX23" fmla="*/ 210154 w 387829"/>
              <a:gd name="connsiteY23" fmla="*/ 315231 h 426039"/>
              <a:gd name="connsiteX24" fmla="*/ 301858 w 387829"/>
              <a:gd name="connsiteY24" fmla="*/ 406935 h 426039"/>
              <a:gd name="connsiteX25" fmla="*/ 368725 w 387829"/>
              <a:gd name="connsiteY25" fmla="*/ 340068 h 426039"/>
              <a:gd name="connsiteX26" fmla="*/ 277021 w 387829"/>
              <a:gd name="connsiteY26" fmla="*/ 248364 h 426039"/>
              <a:gd name="connsiteX27" fmla="*/ 210154 w 387829"/>
              <a:gd name="connsiteY27" fmla="*/ 248364 h 426039"/>
              <a:gd name="connsiteX28" fmla="*/ 191049 w 387829"/>
              <a:gd name="connsiteY28" fmla="*/ 382098 h 426039"/>
              <a:gd name="connsiteX29" fmla="*/ 19105 w 387829"/>
              <a:gd name="connsiteY29" fmla="*/ 382098 h 426039"/>
              <a:gd name="connsiteX30" fmla="*/ 0 w 387829"/>
              <a:gd name="connsiteY30" fmla="*/ 362993 h 426039"/>
              <a:gd name="connsiteX31" fmla="*/ 0 w 387829"/>
              <a:gd name="connsiteY31" fmla="*/ 19105 h 426039"/>
              <a:gd name="connsiteX32" fmla="*/ 19105 w 387829"/>
              <a:gd name="connsiteY32" fmla="*/ 0 h 426039"/>
              <a:gd name="connsiteX33" fmla="*/ 324784 w 387829"/>
              <a:gd name="connsiteY33" fmla="*/ 0 h 426039"/>
              <a:gd name="connsiteX34" fmla="*/ 343889 w 387829"/>
              <a:gd name="connsiteY34" fmla="*/ 19105 h 426039"/>
              <a:gd name="connsiteX35" fmla="*/ 343889 w 387829"/>
              <a:gd name="connsiteY35" fmla="*/ 229259 h 426039"/>
              <a:gd name="connsiteX36" fmla="*/ 324784 w 387829"/>
              <a:gd name="connsiteY36" fmla="*/ 229259 h 426039"/>
              <a:gd name="connsiteX37" fmla="*/ 324784 w 387829"/>
              <a:gd name="connsiteY37" fmla="*/ 19105 h 426039"/>
              <a:gd name="connsiteX38" fmla="*/ 19105 w 387829"/>
              <a:gd name="connsiteY38" fmla="*/ 19105 h 426039"/>
              <a:gd name="connsiteX39" fmla="*/ 19105 w 387829"/>
              <a:gd name="connsiteY39" fmla="*/ 362993 h 426039"/>
              <a:gd name="connsiteX40" fmla="*/ 191049 w 387829"/>
              <a:gd name="connsiteY40" fmla="*/ 362993 h 426039"/>
              <a:gd name="connsiteX41" fmla="*/ 191049 w 387829"/>
              <a:gd name="connsiteY41" fmla="*/ 382098 h 42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87829" h="426039">
                <a:moveTo>
                  <a:pt x="57315" y="76420"/>
                </a:moveTo>
                <a:lnTo>
                  <a:pt x="286574" y="76420"/>
                </a:lnTo>
                <a:lnTo>
                  <a:pt x="286574" y="95525"/>
                </a:lnTo>
                <a:lnTo>
                  <a:pt x="57315" y="95525"/>
                </a:lnTo>
                <a:lnTo>
                  <a:pt x="57315" y="76420"/>
                </a:lnTo>
                <a:close/>
                <a:moveTo>
                  <a:pt x="57315" y="152839"/>
                </a:moveTo>
                <a:lnTo>
                  <a:pt x="286574" y="152839"/>
                </a:lnTo>
                <a:lnTo>
                  <a:pt x="286574" y="171944"/>
                </a:lnTo>
                <a:lnTo>
                  <a:pt x="57315" y="171944"/>
                </a:lnTo>
                <a:lnTo>
                  <a:pt x="57315" y="152839"/>
                </a:lnTo>
                <a:close/>
                <a:moveTo>
                  <a:pt x="301858" y="426040"/>
                </a:moveTo>
                <a:cubicBezTo>
                  <a:pt x="296126" y="426040"/>
                  <a:pt x="292305" y="424129"/>
                  <a:pt x="288484" y="420308"/>
                </a:cubicBezTo>
                <a:lnTo>
                  <a:pt x="196781" y="328605"/>
                </a:lnTo>
                <a:cubicBezTo>
                  <a:pt x="192960" y="324784"/>
                  <a:pt x="191049" y="320963"/>
                  <a:pt x="191049" y="315231"/>
                </a:cubicBezTo>
                <a:lnTo>
                  <a:pt x="191049" y="248364"/>
                </a:lnTo>
                <a:cubicBezTo>
                  <a:pt x="191049" y="236901"/>
                  <a:pt x="198691" y="229259"/>
                  <a:pt x="210154" y="229259"/>
                </a:cubicBezTo>
                <a:lnTo>
                  <a:pt x="277021" y="229259"/>
                </a:lnTo>
                <a:cubicBezTo>
                  <a:pt x="282753" y="229259"/>
                  <a:pt x="286574" y="231170"/>
                  <a:pt x="290395" y="234990"/>
                </a:cubicBezTo>
                <a:lnTo>
                  <a:pt x="382098" y="326694"/>
                </a:lnTo>
                <a:cubicBezTo>
                  <a:pt x="389740" y="334336"/>
                  <a:pt x="389740" y="345799"/>
                  <a:pt x="382098" y="353441"/>
                </a:cubicBezTo>
                <a:lnTo>
                  <a:pt x="315231" y="420308"/>
                </a:lnTo>
                <a:cubicBezTo>
                  <a:pt x="311410" y="424129"/>
                  <a:pt x="307589" y="426040"/>
                  <a:pt x="301858" y="426040"/>
                </a:cubicBezTo>
                <a:close/>
                <a:moveTo>
                  <a:pt x="210154" y="248364"/>
                </a:moveTo>
                <a:lnTo>
                  <a:pt x="210154" y="315231"/>
                </a:lnTo>
                <a:lnTo>
                  <a:pt x="301858" y="406935"/>
                </a:lnTo>
                <a:lnTo>
                  <a:pt x="368725" y="340068"/>
                </a:lnTo>
                <a:lnTo>
                  <a:pt x="277021" y="248364"/>
                </a:lnTo>
                <a:lnTo>
                  <a:pt x="210154" y="248364"/>
                </a:lnTo>
                <a:close/>
                <a:moveTo>
                  <a:pt x="191049" y="382098"/>
                </a:moveTo>
                <a:lnTo>
                  <a:pt x="19105" y="382098"/>
                </a:lnTo>
                <a:cubicBezTo>
                  <a:pt x="7642" y="382098"/>
                  <a:pt x="0" y="374456"/>
                  <a:pt x="0" y="362993"/>
                </a:cubicBezTo>
                <a:lnTo>
                  <a:pt x="0" y="19105"/>
                </a:lnTo>
                <a:cubicBezTo>
                  <a:pt x="0" y="7642"/>
                  <a:pt x="7642" y="0"/>
                  <a:pt x="19105" y="0"/>
                </a:cubicBezTo>
                <a:lnTo>
                  <a:pt x="324784" y="0"/>
                </a:lnTo>
                <a:cubicBezTo>
                  <a:pt x="336247" y="0"/>
                  <a:pt x="343889" y="7642"/>
                  <a:pt x="343889" y="19105"/>
                </a:cubicBezTo>
                <a:lnTo>
                  <a:pt x="343889" y="229259"/>
                </a:lnTo>
                <a:lnTo>
                  <a:pt x="324784" y="229259"/>
                </a:lnTo>
                <a:lnTo>
                  <a:pt x="324784" y="19105"/>
                </a:lnTo>
                <a:lnTo>
                  <a:pt x="19105" y="19105"/>
                </a:lnTo>
                <a:lnTo>
                  <a:pt x="19105" y="362993"/>
                </a:lnTo>
                <a:lnTo>
                  <a:pt x="191049" y="362993"/>
                </a:lnTo>
                <a:lnTo>
                  <a:pt x="191049" y="38209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62" descr="Photo upload icon.">
            <a:extLst>
              <a:ext uri="{FF2B5EF4-FFF2-40B4-BE49-F238E27FC236}">
                <a16:creationId xmlns:a16="http://schemas.microsoft.com/office/drawing/2014/main" id="{77916EBC-55C9-421F-8498-E4FF5310DB86}"/>
              </a:ext>
            </a:extLst>
          </p:cNvPr>
          <p:cNvSpPr/>
          <p:nvPr/>
        </p:nvSpPr>
        <p:spPr>
          <a:xfrm>
            <a:off x="7087556" y="4302652"/>
            <a:ext cx="453075" cy="358684"/>
          </a:xfrm>
          <a:custGeom>
            <a:avLst/>
            <a:gdLst>
              <a:gd name="connsiteX0" fmla="*/ 453075 w 453075"/>
              <a:gd name="connsiteY0" fmla="*/ 132147 h 358684"/>
              <a:gd name="connsiteX1" fmla="*/ 453075 w 453075"/>
              <a:gd name="connsiteY1" fmla="*/ 339806 h 358684"/>
              <a:gd name="connsiteX2" fmla="*/ 434197 w 453075"/>
              <a:gd name="connsiteY2" fmla="*/ 358684 h 358684"/>
              <a:gd name="connsiteX3" fmla="*/ 18878 w 453075"/>
              <a:gd name="connsiteY3" fmla="*/ 358684 h 358684"/>
              <a:gd name="connsiteX4" fmla="*/ 0 w 453075"/>
              <a:gd name="connsiteY4" fmla="*/ 339806 h 358684"/>
              <a:gd name="connsiteX5" fmla="*/ 0 w 453075"/>
              <a:gd name="connsiteY5" fmla="*/ 75513 h 358684"/>
              <a:gd name="connsiteX6" fmla="*/ 18878 w 453075"/>
              <a:gd name="connsiteY6" fmla="*/ 56634 h 358684"/>
              <a:gd name="connsiteX7" fmla="*/ 115157 w 453075"/>
              <a:gd name="connsiteY7" fmla="*/ 56634 h 358684"/>
              <a:gd name="connsiteX8" fmla="*/ 130259 w 453075"/>
              <a:gd name="connsiteY8" fmla="*/ 13215 h 358684"/>
              <a:gd name="connsiteX9" fmla="*/ 149137 w 453075"/>
              <a:gd name="connsiteY9" fmla="*/ 0 h 358684"/>
              <a:gd name="connsiteX10" fmla="*/ 302050 w 453075"/>
              <a:gd name="connsiteY10" fmla="*/ 0 h 358684"/>
              <a:gd name="connsiteX11" fmla="*/ 302050 w 453075"/>
              <a:gd name="connsiteY11" fmla="*/ 18878 h 358684"/>
              <a:gd name="connsiteX12" fmla="*/ 149137 w 453075"/>
              <a:gd name="connsiteY12" fmla="*/ 18878 h 358684"/>
              <a:gd name="connsiteX13" fmla="*/ 134035 w 453075"/>
              <a:gd name="connsiteY13" fmla="*/ 62298 h 358684"/>
              <a:gd name="connsiteX14" fmla="*/ 115157 w 453075"/>
              <a:gd name="connsiteY14" fmla="*/ 75513 h 358684"/>
              <a:gd name="connsiteX15" fmla="*/ 18878 w 453075"/>
              <a:gd name="connsiteY15" fmla="*/ 75513 h 358684"/>
              <a:gd name="connsiteX16" fmla="*/ 18878 w 453075"/>
              <a:gd name="connsiteY16" fmla="*/ 339806 h 358684"/>
              <a:gd name="connsiteX17" fmla="*/ 434197 w 453075"/>
              <a:gd name="connsiteY17" fmla="*/ 339806 h 358684"/>
              <a:gd name="connsiteX18" fmla="*/ 434197 w 453075"/>
              <a:gd name="connsiteY18" fmla="*/ 132147 h 358684"/>
              <a:gd name="connsiteX19" fmla="*/ 453075 w 453075"/>
              <a:gd name="connsiteY19" fmla="*/ 132147 h 358684"/>
              <a:gd name="connsiteX20" fmla="*/ 368123 w 453075"/>
              <a:gd name="connsiteY20" fmla="*/ 113269 h 358684"/>
              <a:gd name="connsiteX21" fmla="*/ 387002 w 453075"/>
              <a:gd name="connsiteY21" fmla="*/ 113269 h 358684"/>
              <a:gd name="connsiteX22" fmla="*/ 387002 w 453075"/>
              <a:gd name="connsiteY22" fmla="*/ 66073 h 358684"/>
              <a:gd name="connsiteX23" fmla="*/ 434197 w 453075"/>
              <a:gd name="connsiteY23" fmla="*/ 66073 h 358684"/>
              <a:gd name="connsiteX24" fmla="*/ 434197 w 453075"/>
              <a:gd name="connsiteY24" fmla="*/ 47195 h 358684"/>
              <a:gd name="connsiteX25" fmla="*/ 387002 w 453075"/>
              <a:gd name="connsiteY25" fmla="*/ 47195 h 358684"/>
              <a:gd name="connsiteX26" fmla="*/ 387002 w 453075"/>
              <a:gd name="connsiteY26" fmla="*/ 0 h 358684"/>
              <a:gd name="connsiteX27" fmla="*/ 368123 w 453075"/>
              <a:gd name="connsiteY27" fmla="*/ 0 h 358684"/>
              <a:gd name="connsiteX28" fmla="*/ 368123 w 453075"/>
              <a:gd name="connsiteY28" fmla="*/ 47195 h 358684"/>
              <a:gd name="connsiteX29" fmla="*/ 320928 w 453075"/>
              <a:gd name="connsiteY29" fmla="*/ 47195 h 358684"/>
              <a:gd name="connsiteX30" fmla="*/ 320928 w 453075"/>
              <a:gd name="connsiteY30" fmla="*/ 66073 h 358684"/>
              <a:gd name="connsiteX31" fmla="*/ 368123 w 453075"/>
              <a:gd name="connsiteY31" fmla="*/ 66073 h 358684"/>
              <a:gd name="connsiteX32" fmla="*/ 368123 w 453075"/>
              <a:gd name="connsiteY32" fmla="*/ 113269 h 358684"/>
              <a:gd name="connsiteX33" fmla="*/ 226538 w 453075"/>
              <a:gd name="connsiteY33" fmla="*/ 94391 h 358684"/>
              <a:gd name="connsiteX34" fmla="*/ 339806 w 453075"/>
              <a:gd name="connsiteY34" fmla="*/ 207659 h 358684"/>
              <a:gd name="connsiteX35" fmla="*/ 226538 w 453075"/>
              <a:gd name="connsiteY35" fmla="*/ 320928 h 358684"/>
              <a:gd name="connsiteX36" fmla="*/ 113269 w 453075"/>
              <a:gd name="connsiteY36" fmla="*/ 207659 h 358684"/>
              <a:gd name="connsiteX37" fmla="*/ 226538 w 453075"/>
              <a:gd name="connsiteY37" fmla="*/ 94391 h 358684"/>
              <a:gd name="connsiteX38" fmla="*/ 226538 w 453075"/>
              <a:gd name="connsiteY38" fmla="*/ 113269 h 358684"/>
              <a:gd name="connsiteX39" fmla="*/ 132147 w 453075"/>
              <a:gd name="connsiteY39" fmla="*/ 207659 h 358684"/>
              <a:gd name="connsiteX40" fmla="*/ 226538 w 453075"/>
              <a:gd name="connsiteY40" fmla="*/ 302050 h 358684"/>
              <a:gd name="connsiteX41" fmla="*/ 320928 w 453075"/>
              <a:gd name="connsiteY41" fmla="*/ 207659 h 358684"/>
              <a:gd name="connsiteX42" fmla="*/ 226538 w 453075"/>
              <a:gd name="connsiteY42" fmla="*/ 113269 h 35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3075" h="358684">
                <a:moveTo>
                  <a:pt x="453075" y="132147"/>
                </a:moveTo>
                <a:lnTo>
                  <a:pt x="453075" y="339806"/>
                </a:lnTo>
                <a:cubicBezTo>
                  <a:pt x="453075" y="349245"/>
                  <a:pt x="443636" y="358684"/>
                  <a:pt x="434197" y="358684"/>
                </a:cubicBezTo>
                <a:lnTo>
                  <a:pt x="18878" y="358684"/>
                </a:lnTo>
                <a:cubicBezTo>
                  <a:pt x="7551" y="358684"/>
                  <a:pt x="0" y="349245"/>
                  <a:pt x="0" y="339806"/>
                </a:cubicBezTo>
                <a:lnTo>
                  <a:pt x="0" y="75513"/>
                </a:lnTo>
                <a:cubicBezTo>
                  <a:pt x="0" y="64186"/>
                  <a:pt x="7551" y="56634"/>
                  <a:pt x="18878" y="56634"/>
                </a:cubicBezTo>
                <a:lnTo>
                  <a:pt x="115157" y="56634"/>
                </a:lnTo>
                <a:lnTo>
                  <a:pt x="130259" y="13215"/>
                </a:lnTo>
                <a:cubicBezTo>
                  <a:pt x="134035" y="5663"/>
                  <a:pt x="139698" y="0"/>
                  <a:pt x="149137" y="0"/>
                </a:cubicBezTo>
                <a:lnTo>
                  <a:pt x="302050" y="0"/>
                </a:lnTo>
                <a:lnTo>
                  <a:pt x="302050" y="18878"/>
                </a:lnTo>
                <a:lnTo>
                  <a:pt x="149137" y="18878"/>
                </a:lnTo>
                <a:lnTo>
                  <a:pt x="134035" y="62298"/>
                </a:lnTo>
                <a:cubicBezTo>
                  <a:pt x="132147" y="69849"/>
                  <a:pt x="124596" y="75513"/>
                  <a:pt x="115157" y="75513"/>
                </a:cubicBezTo>
                <a:lnTo>
                  <a:pt x="18878" y="75513"/>
                </a:lnTo>
                <a:lnTo>
                  <a:pt x="18878" y="339806"/>
                </a:lnTo>
                <a:lnTo>
                  <a:pt x="434197" y="339806"/>
                </a:lnTo>
                <a:lnTo>
                  <a:pt x="434197" y="132147"/>
                </a:lnTo>
                <a:lnTo>
                  <a:pt x="453075" y="132147"/>
                </a:lnTo>
                <a:close/>
                <a:moveTo>
                  <a:pt x="368123" y="113269"/>
                </a:moveTo>
                <a:lnTo>
                  <a:pt x="387002" y="113269"/>
                </a:lnTo>
                <a:lnTo>
                  <a:pt x="387002" y="66073"/>
                </a:lnTo>
                <a:lnTo>
                  <a:pt x="434197" y="66073"/>
                </a:lnTo>
                <a:lnTo>
                  <a:pt x="434197" y="47195"/>
                </a:lnTo>
                <a:lnTo>
                  <a:pt x="387002" y="47195"/>
                </a:lnTo>
                <a:lnTo>
                  <a:pt x="387002" y="0"/>
                </a:lnTo>
                <a:lnTo>
                  <a:pt x="368123" y="0"/>
                </a:lnTo>
                <a:lnTo>
                  <a:pt x="368123" y="47195"/>
                </a:lnTo>
                <a:lnTo>
                  <a:pt x="320928" y="47195"/>
                </a:lnTo>
                <a:lnTo>
                  <a:pt x="320928" y="66073"/>
                </a:lnTo>
                <a:lnTo>
                  <a:pt x="368123" y="66073"/>
                </a:lnTo>
                <a:lnTo>
                  <a:pt x="368123" y="113269"/>
                </a:lnTo>
                <a:close/>
                <a:moveTo>
                  <a:pt x="226538" y="94391"/>
                </a:moveTo>
                <a:cubicBezTo>
                  <a:pt x="288835" y="94391"/>
                  <a:pt x="339806" y="145362"/>
                  <a:pt x="339806" y="207659"/>
                </a:cubicBezTo>
                <a:cubicBezTo>
                  <a:pt x="339806" y="269957"/>
                  <a:pt x="288835" y="320928"/>
                  <a:pt x="226538" y="320928"/>
                </a:cubicBezTo>
                <a:cubicBezTo>
                  <a:pt x="164240" y="320928"/>
                  <a:pt x="113269" y="269957"/>
                  <a:pt x="113269" y="207659"/>
                </a:cubicBezTo>
                <a:cubicBezTo>
                  <a:pt x="113269" y="145362"/>
                  <a:pt x="164240" y="94391"/>
                  <a:pt x="226538" y="94391"/>
                </a:cubicBezTo>
                <a:close/>
                <a:moveTo>
                  <a:pt x="226538" y="113269"/>
                </a:moveTo>
                <a:cubicBezTo>
                  <a:pt x="173679" y="113269"/>
                  <a:pt x="132147" y="154801"/>
                  <a:pt x="132147" y="207659"/>
                </a:cubicBezTo>
                <a:cubicBezTo>
                  <a:pt x="132147" y="260518"/>
                  <a:pt x="173679" y="302050"/>
                  <a:pt x="226538" y="302050"/>
                </a:cubicBezTo>
                <a:cubicBezTo>
                  <a:pt x="279396" y="302050"/>
                  <a:pt x="320928" y="260518"/>
                  <a:pt x="320928" y="207659"/>
                </a:cubicBezTo>
                <a:cubicBezTo>
                  <a:pt x="320928" y="154801"/>
                  <a:pt x="279396" y="113269"/>
                  <a:pt x="226538" y="113269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5" name="Graphic 175" descr="Print icon.">
            <a:extLst>
              <a:ext uri="{FF2B5EF4-FFF2-40B4-BE49-F238E27FC236}">
                <a16:creationId xmlns:a16="http://schemas.microsoft.com/office/drawing/2014/main" id="{4A37F5E2-BA7A-4A5F-9B80-C9F341FF1165}"/>
              </a:ext>
            </a:extLst>
          </p:cNvPr>
          <p:cNvSpPr>
            <a:spLocks noChangeAspect="1"/>
          </p:cNvSpPr>
          <p:nvPr/>
        </p:nvSpPr>
        <p:spPr>
          <a:xfrm>
            <a:off x="8315240" y="4260727"/>
            <a:ext cx="458518" cy="420308"/>
          </a:xfrm>
          <a:custGeom>
            <a:avLst/>
            <a:gdLst>
              <a:gd name="connsiteX0" fmla="*/ 152839 w 458518"/>
              <a:gd name="connsiteY0" fmla="*/ 267469 h 420308"/>
              <a:gd name="connsiteX1" fmla="*/ 305679 w 458518"/>
              <a:gd name="connsiteY1" fmla="*/ 267469 h 420308"/>
              <a:gd name="connsiteX2" fmla="*/ 305679 w 458518"/>
              <a:gd name="connsiteY2" fmla="*/ 286574 h 420308"/>
              <a:gd name="connsiteX3" fmla="*/ 152839 w 458518"/>
              <a:gd name="connsiteY3" fmla="*/ 286574 h 420308"/>
              <a:gd name="connsiteX4" fmla="*/ 152839 w 458518"/>
              <a:gd name="connsiteY4" fmla="*/ 267469 h 420308"/>
              <a:gd name="connsiteX5" fmla="*/ 152839 w 458518"/>
              <a:gd name="connsiteY5" fmla="*/ 343889 h 420308"/>
              <a:gd name="connsiteX6" fmla="*/ 305679 w 458518"/>
              <a:gd name="connsiteY6" fmla="*/ 343889 h 420308"/>
              <a:gd name="connsiteX7" fmla="*/ 305679 w 458518"/>
              <a:gd name="connsiteY7" fmla="*/ 362993 h 420308"/>
              <a:gd name="connsiteX8" fmla="*/ 152839 w 458518"/>
              <a:gd name="connsiteY8" fmla="*/ 362993 h 420308"/>
              <a:gd name="connsiteX9" fmla="*/ 152839 w 458518"/>
              <a:gd name="connsiteY9" fmla="*/ 343889 h 420308"/>
              <a:gd name="connsiteX10" fmla="*/ 439413 w 458518"/>
              <a:gd name="connsiteY10" fmla="*/ 114630 h 420308"/>
              <a:gd name="connsiteX11" fmla="*/ 362993 w 458518"/>
              <a:gd name="connsiteY11" fmla="*/ 114630 h 420308"/>
              <a:gd name="connsiteX12" fmla="*/ 362993 w 458518"/>
              <a:gd name="connsiteY12" fmla="*/ 19105 h 420308"/>
              <a:gd name="connsiteX13" fmla="*/ 343889 w 458518"/>
              <a:gd name="connsiteY13" fmla="*/ 0 h 420308"/>
              <a:gd name="connsiteX14" fmla="*/ 114630 w 458518"/>
              <a:gd name="connsiteY14" fmla="*/ 0 h 420308"/>
              <a:gd name="connsiteX15" fmla="*/ 95525 w 458518"/>
              <a:gd name="connsiteY15" fmla="*/ 19105 h 420308"/>
              <a:gd name="connsiteX16" fmla="*/ 95525 w 458518"/>
              <a:gd name="connsiteY16" fmla="*/ 114630 h 420308"/>
              <a:gd name="connsiteX17" fmla="*/ 19105 w 458518"/>
              <a:gd name="connsiteY17" fmla="*/ 114630 h 420308"/>
              <a:gd name="connsiteX18" fmla="*/ 0 w 458518"/>
              <a:gd name="connsiteY18" fmla="*/ 133734 h 420308"/>
              <a:gd name="connsiteX19" fmla="*/ 0 w 458518"/>
              <a:gd name="connsiteY19" fmla="*/ 324784 h 420308"/>
              <a:gd name="connsiteX20" fmla="*/ 19105 w 458518"/>
              <a:gd name="connsiteY20" fmla="*/ 343889 h 420308"/>
              <a:gd name="connsiteX21" fmla="*/ 95525 w 458518"/>
              <a:gd name="connsiteY21" fmla="*/ 343889 h 420308"/>
              <a:gd name="connsiteX22" fmla="*/ 95525 w 458518"/>
              <a:gd name="connsiteY22" fmla="*/ 401203 h 420308"/>
              <a:gd name="connsiteX23" fmla="*/ 114630 w 458518"/>
              <a:gd name="connsiteY23" fmla="*/ 420308 h 420308"/>
              <a:gd name="connsiteX24" fmla="*/ 343889 w 458518"/>
              <a:gd name="connsiteY24" fmla="*/ 420308 h 420308"/>
              <a:gd name="connsiteX25" fmla="*/ 362993 w 458518"/>
              <a:gd name="connsiteY25" fmla="*/ 401203 h 420308"/>
              <a:gd name="connsiteX26" fmla="*/ 362993 w 458518"/>
              <a:gd name="connsiteY26" fmla="*/ 343889 h 420308"/>
              <a:gd name="connsiteX27" fmla="*/ 439413 w 458518"/>
              <a:gd name="connsiteY27" fmla="*/ 343889 h 420308"/>
              <a:gd name="connsiteX28" fmla="*/ 458518 w 458518"/>
              <a:gd name="connsiteY28" fmla="*/ 324784 h 420308"/>
              <a:gd name="connsiteX29" fmla="*/ 458518 w 458518"/>
              <a:gd name="connsiteY29" fmla="*/ 133734 h 420308"/>
              <a:gd name="connsiteX30" fmla="*/ 439413 w 458518"/>
              <a:gd name="connsiteY30" fmla="*/ 114630 h 420308"/>
              <a:gd name="connsiteX31" fmla="*/ 114630 w 458518"/>
              <a:gd name="connsiteY31" fmla="*/ 19105 h 420308"/>
              <a:gd name="connsiteX32" fmla="*/ 343889 w 458518"/>
              <a:gd name="connsiteY32" fmla="*/ 19105 h 420308"/>
              <a:gd name="connsiteX33" fmla="*/ 343889 w 458518"/>
              <a:gd name="connsiteY33" fmla="*/ 114630 h 420308"/>
              <a:gd name="connsiteX34" fmla="*/ 114630 w 458518"/>
              <a:gd name="connsiteY34" fmla="*/ 114630 h 420308"/>
              <a:gd name="connsiteX35" fmla="*/ 114630 w 458518"/>
              <a:gd name="connsiteY35" fmla="*/ 19105 h 420308"/>
              <a:gd name="connsiteX36" fmla="*/ 343889 w 458518"/>
              <a:gd name="connsiteY36" fmla="*/ 410756 h 420308"/>
              <a:gd name="connsiteX37" fmla="*/ 343889 w 458518"/>
              <a:gd name="connsiteY37" fmla="*/ 401203 h 420308"/>
              <a:gd name="connsiteX38" fmla="*/ 114630 w 458518"/>
              <a:gd name="connsiteY38" fmla="*/ 401203 h 420308"/>
              <a:gd name="connsiteX39" fmla="*/ 114630 w 458518"/>
              <a:gd name="connsiteY39" fmla="*/ 229259 h 420308"/>
              <a:gd name="connsiteX40" fmla="*/ 343889 w 458518"/>
              <a:gd name="connsiteY40" fmla="*/ 229259 h 420308"/>
              <a:gd name="connsiteX41" fmla="*/ 343889 w 458518"/>
              <a:gd name="connsiteY41" fmla="*/ 401203 h 420308"/>
              <a:gd name="connsiteX42" fmla="*/ 343889 w 458518"/>
              <a:gd name="connsiteY42" fmla="*/ 401203 h 420308"/>
              <a:gd name="connsiteX43" fmla="*/ 343889 w 458518"/>
              <a:gd name="connsiteY43" fmla="*/ 410756 h 420308"/>
              <a:gd name="connsiteX44" fmla="*/ 439413 w 458518"/>
              <a:gd name="connsiteY44" fmla="*/ 324784 h 420308"/>
              <a:gd name="connsiteX45" fmla="*/ 362993 w 458518"/>
              <a:gd name="connsiteY45" fmla="*/ 324784 h 420308"/>
              <a:gd name="connsiteX46" fmla="*/ 362993 w 458518"/>
              <a:gd name="connsiteY46" fmla="*/ 229259 h 420308"/>
              <a:gd name="connsiteX47" fmla="*/ 343889 w 458518"/>
              <a:gd name="connsiteY47" fmla="*/ 210154 h 420308"/>
              <a:gd name="connsiteX48" fmla="*/ 114630 w 458518"/>
              <a:gd name="connsiteY48" fmla="*/ 210154 h 420308"/>
              <a:gd name="connsiteX49" fmla="*/ 95525 w 458518"/>
              <a:gd name="connsiteY49" fmla="*/ 229259 h 420308"/>
              <a:gd name="connsiteX50" fmla="*/ 95525 w 458518"/>
              <a:gd name="connsiteY50" fmla="*/ 324784 h 420308"/>
              <a:gd name="connsiteX51" fmla="*/ 19105 w 458518"/>
              <a:gd name="connsiteY51" fmla="*/ 324784 h 420308"/>
              <a:gd name="connsiteX52" fmla="*/ 19105 w 458518"/>
              <a:gd name="connsiteY52" fmla="*/ 133734 h 420308"/>
              <a:gd name="connsiteX53" fmla="*/ 439413 w 458518"/>
              <a:gd name="connsiteY53" fmla="*/ 133734 h 420308"/>
              <a:gd name="connsiteX54" fmla="*/ 439413 w 458518"/>
              <a:gd name="connsiteY54" fmla="*/ 32478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8518" h="420308">
                <a:moveTo>
                  <a:pt x="152839" y="267469"/>
                </a:moveTo>
                <a:lnTo>
                  <a:pt x="305679" y="267469"/>
                </a:lnTo>
                <a:lnTo>
                  <a:pt x="305679" y="286574"/>
                </a:lnTo>
                <a:lnTo>
                  <a:pt x="152839" y="286574"/>
                </a:lnTo>
                <a:lnTo>
                  <a:pt x="152839" y="267469"/>
                </a:lnTo>
                <a:close/>
                <a:moveTo>
                  <a:pt x="152839" y="343889"/>
                </a:moveTo>
                <a:lnTo>
                  <a:pt x="305679" y="343889"/>
                </a:lnTo>
                <a:lnTo>
                  <a:pt x="305679" y="362993"/>
                </a:lnTo>
                <a:lnTo>
                  <a:pt x="152839" y="362993"/>
                </a:lnTo>
                <a:lnTo>
                  <a:pt x="152839" y="343889"/>
                </a:lnTo>
                <a:close/>
                <a:moveTo>
                  <a:pt x="439413" y="114630"/>
                </a:moveTo>
                <a:lnTo>
                  <a:pt x="362993" y="114630"/>
                </a:lnTo>
                <a:lnTo>
                  <a:pt x="362993" y="19105"/>
                </a:lnTo>
                <a:cubicBezTo>
                  <a:pt x="362993" y="7642"/>
                  <a:pt x="355351" y="0"/>
                  <a:pt x="343889" y="0"/>
                </a:cubicBezTo>
                <a:lnTo>
                  <a:pt x="114630" y="0"/>
                </a:lnTo>
                <a:cubicBezTo>
                  <a:pt x="103167" y="0"/>
                  <a:pt x="95525" y="7642"/>
                  <a:pt x="95525" y="19105"/>
                </a:cubicBezTo>
                <a:lnTo>
                  <a:pt x="95525" y="114630"/>
                </a:lnTo>
                <a:lnTo>
                  <a:pt x="19105" y="114630"/>
                </a:lnTo>
                <a:cubicBezTo>
                  <a:pt x="7642" y="114630"/>
                  <a:pt x="0" y="122271"/>
                  <a:pt x="0" y="133734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95525" y="343889"/>
                </a:lnTo>
                <a:lnTo>
                  <a:pt x="95525" y="401203"/>
                </a:lnTo>
                <a:cubicBezTo>
                  <a:pt x="95525" y="412666"/>
                  <a:pt x="103167" y="420308"/>
                  <a:pt x="114630" y="420308"/>
                </a:cubicBezTo>
                <a:lnTo>
                  <a:pt x="343889" y="420308"/>
                </a:lnTo>
                <a:cubicBezTo>
                  <a:pt x="355351" y="420308"/>
                  <a:pt x="362993" y="412666"/>
                  <a:pt x="362993" y="401203"/>
                </a:cubicBezTo>
                <a:lnTo>
                  <a:pt x="362993" y="343889"/>
                </a:ln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33734"/>
                </a:lnTo>
                <a:cubicBezTo>
                  <a:pt x="458518" y="122271"/>
                  <a:pt x="450876" y="114630"/>
                  <a:pt x="439413" y="114630"/>
                </a:cubicBezTo>
                <a:close/>
                <a:moveTo>
                  <a:pt x="114630" y="19105"/>
                </a:moveTo>
                <a:lnTo>
                  <a:pt x="343889" y="19105"/>
                </a:lnTo>
                <a:lnTo>
                  <a:pt x="343889" y="114630"/>
                </a:lnTo>
                <a:lnTo>
                  <a:pt x="114630" y="114630"/>
                </a:lnTo>
                <a:lnTo>
                  <a:pt x="114630" y="19105"/>
                </a:lnTo>
                <a:close/>
                <a:moveTo>
                  <a:pt x="343889" y="410756"/>
                </a:moveTo>
                <a:lnTo>
                  <a:pt x="343889" y="401203"/>
                </a:lnTo>
                <a:lnTo>
                  <a:pt x="114630" y="401203"/>
                </a:lnTo>
                <a:lnTo>
                  <a:pt x="114630" y="229259"/>
                </a:lnTo>
                <a:lnTo>
                  <a:pt x="343889" y="229259"/>
                </a:lnTo>
                <a:lnTo>
                  <a:pt x="343889" y="401203"/>
                </a:lnTo>
                <a:lnTo>
                  <a:pt x="343889" y="401203"/>
                </a:lnTo>
                <a:lnTo>
                  <a:pt x="343889" y="410756"/>
                </a:lnTo>
                <a:close/>
                <a:moveTo>
                  <a:pt x="439413" y="324784"/>
                </a:moveTo>
                <a:lnTo>
                  <a:pt x="362993" y="324784"/>
                </a:lnTo>
                <a:lnTo>
                  <a:pt x="362993" y="229259"/>
                </a:lnTo>
                <a:cubicBezTo>
                  <a:pt x="362993" y="217796"/>
                  <a:pt x="355351" y="210154"/>
                  <a:pt x="343889" y="210154"/>
                </a:cubicBezTo>
                <a:lnTo>
                  <a:pt x="114630" y="210154"/>
                </a:lnTo>
                <a:cubicBezTo>
                  <a:pt x="103167" y="210154"/>
                  <a:pt x="95525" y="217796"/>
                  <a:pt x="95525" y="229259"/>
                </a:cubicBezTo>
                <a:lnTo>
                  <a:pt x="95525" y="324784"/>
                </a:lnTo>
                <a:lnTo>
                  <a:pt x="19105" y="324784"/>
                </a:lnTo>
                <a:lnTo>
                  <a:pt x="19105" y="133734"/>
                </a:lnTo>
                <a:lnTo>
                  <a:pt x="439413" y="133734"/>
                </a:lnTo>
                <a:lnTo>
                  <a:pt x="439413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1" name="Graphic 154" descr="Lock icon.">
            <a:extLst>
              <a:ext uri="{FF2B5EF4-FFF2-40B4-BE49-F238E27FC236}">
                <a16:creationId xmlns:a16="http://schemas.microsoft.com/office/drawing/2014/main" id="{B72B56EE-AE8A-424F-8F9D-1DD834B38F32}"/>
              </a:ext>
            </a:extLst>
          </p:cNvPr>
          <p:cNvSpPr>
            <a:spLocks noChangeAspect="1"/>
          </p:cNvSpPr>
          <p:nvPr/>
        </p:nvSpPr>
        <p:spPr>
          <a:xfrm>
            <a:off x="9594488" y="4235215"/>
            <a:ext cx="382098" cy="439413"/>
          </a:xfrm>
          <a:custGeom>
            <a:avLst/>
            <a:gdLst>
              <a:gd name="connsiteX0" fmla="*/ 362993 w 382098"/>
              <a:gd name="connsiteY0" fmla="*/ 171944 h 439413"/>
              <a:gd name="connsiteX1" fmla="*/ 305679 w 382098"/>
              <a:gd name="connsiteY1" fmla="*/ 171944 h 439413"/>
              <a:gd name="connsiteX2" fmla="*/ 305679 w 382098"/>
              <a:gd name="connsiteY2" fmla="*/ 114630 h 439413"/>
              <a:gd name="connsiteX3" fmla="*/ 191049 w 382098"/>
              <a:gd name="connsiteY3" fmla="*/ 0 h 439413"/>
              <a:gd name="connsiteX4" fmla="*/ 76420 w 382098"/>
              <a:gd name="connsiteY4" fmla="*/ 114630 h 439413"/>
              <a:gd name="connsiteX5" fmla="*/ 76420 w 382098"/>
              <a:gd name="connsiteY5" fmla="*/ 171944 h 439413"/>
              <a:gd name="connsiteX6" fmla="*/ 19105 w 382098"/>
              <a:gd name="connsiteY6" fmla="*/ 171944 h 439413"/>
              <a:gd name="connsiteX7" fmla="*/ 0 w 382098"/>
              <a:gd name="connsiteY7" fmla="*/ 191049 h 439413"/>
              <a:gd name="connsiteX8" fmla="*/ 0 w 382098"/>
              <a:gd name="connsiteY8" fmla="*/ 420308 h 439413"/>
              <a:gd name="connsiteX9" fmla="*/ 19105 w 382098"/>
              <a:gd name="connsiteY9" fmla="*/ 439413 h 439413"/>
              <a:gd name="connsiteX10" fmla="*/ 362993 w 382098"/>
              <a:gd name="connsiteY10" fmla="*/ 439413 h 439413"/>
              <a:gd name="connsiteX11" fmla="*/ 382098 w 382098"/>
              <a:gd name="connsiteY11" fmla="*/ 420308 h 439413"/>
              <a:gd name="connsiteX12" fmla="*/ 382098 w 382098"/>
              <a:gd name="connsiteY12" fmla="*/ 191049 h 439413"/>
              <a:gd name="connsiteX13" fmla="*/ 362993 w 382098"/>
              <a:gd name="connsiteY13" fmla="*/ 171944 h 439413"/>
              <a:gd name="connsiteX14" fmla="*/ 95525 w 382098"/>
              <a:gd name="connsiteY14" fmla="*/ 114630 h 439413"/>
              <a:gd name="connsiteX15" fmla="*/ 191049 w 382098"/>
              <a:gd name="connsiteY15" fmla="*/ 19105 h 439413"/>
              <a:gd name="connsiteX16" fmla="*/ 286574 w 382098"/>
              <a:gd name="connsiteY16" fmla="*/ 114630 h 439413"/>
              <a:gd name="connsiteX17" fmla="*/ 286574 w 382098"/>
              <a:gd name="connsiteY17" fmla="*/ 171944 h 439413"/>
              <a:gd name="connsiteX18" fmla="*/ 95525 w 382098"/>
              <a:gd name="connsiteY18" fmla="*/ 171944 h 439413"/>
              <a:gd name="connsiteX19" fmla="*/ 95525 w 382098"/>
              <a:gd name="connsiteY19" fmla="*/ 114630 h 439413"/>
              <a:gd name="connsiteX20" fmla="*/ 362993 w 382098"/>
              <a:gd name="connsiteY20" fmla="*/ 429861 h 439413"/>
              <a:gd name="connsiteX21" fmla="*/ 362993 w 382098"/>
              <a:gd name="connsiteY21" fmla="*/ 420308 h 439413"/>
              <a:gd name="connsiteX22" fmla="*/ 19105 w 382098"/>
              <a:gd name="connsiteY22" fmla="*/ 420308 h 439413"/>
              <a:gd name="connsiteX23" fmla="*/ 19105 w 382098"/>
              <a:gd name="connsiteY23" fmla="*/ 191049 h 439413"/>
              <a:gd name="connsiteX24" fmla="*/ 362993 w 382098"/>
              <a:gd name="connsiteY24" fmla="*/ 191049 h 439413"/>
              <a:gd name="connsiteX25" fmla="*/ 362993 w 382098"/>
              <a:gd name="connsiteY25" fmla="*/ 420308 h 439413"/>
              <a:gd name="connsiteX26" fmla="*/ 362993 w 382098"/>
              <a:gd name="connsiteY26" fmla="*/ 420308 h 439413"/>
              <a:gd name="connsiteX27" fmla="*/ 362993 w 382098"/>
              <a:gd name="connsiteY27" fmla="*/ 429861 h 439413"/>
              <a:gd name="connsiteX28" fmla="*/ 187228 w 382098"/>
              <a:gd name="connsiteY28" fmla="*/ 248364 h 439413"/>
              <a:gd name="connsiteX29" fmla="*/ 154750 w 382098"/>
              <a:gd name="connsiteY29" fmla="*/ 282753 h 439413"/>
              <a:gd name="connsiteX30" fmla="*/ 177676 w 382098"/>
              <a:gd name="connsiteY30" fmla="*/ 313321 h 439413"/>
              <a:gd name="connsiteX31" fmla="*/ 177676 w 382098"/>
              <a:gd name="connsiteY31" fmla="*/ 362993 h 439413"/>
              <a:gd name="connsiteX32" fmla="*/ 196781 w 382098"/>
              <a:gd name="connsiteY32" fmla="*/ 362993 h 439413"/>
              <a:gd name="connsiteX33" fmla="*/ 196781 w 382098"/>
              <a:gd name="connsiteY33" fmla="*/ 313321 h 439413"/>
              <a:gd name="connsiteX34" fmla="*/ 217796 w 382098"/>
              <a:gd name="connsiteY34" fmla="*/ 271290 h 439413"/>
              <a:gd name="connsiteX35" fmla="*/ 187228 w 382098"/>
              <a:gd name="connsiteY35" fmla="*/ 248364 h 439413"/>
              <a:gd name="connsiteX36" fmla="*/ 187228 w 382098"/>
              <a:gd name="connsiteY36" fmla="*/ 296126 h 439413"/>
              <a:gd name="connsiteX37" fmla="*/ 171944 w 382098"/>
              <a:gd name="connsiteY37" fmla="*/ 280842 h 439413"/>
              <a:gd name="connsiteX38" fmla="*/ 187228 w 382098"/>
              <a:gd name="connsiteY38" fmla="*/ 265558 h 439413"/>
              <a:gd name="connsiteX39" fmla="*/ 202512 w 382098"/>
              <a:gd name="connsiteY39" fmla="*/ 280842 h 439413"/>
              <a:gd name="connsiteX40" fmla="*/ 187228 w 382098"/>
              <a:gd name="connsiteY40" fmla="*/ 296126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82098" h="439413">
                <a:moveTo>
                  <a:pt x="362993" y="171944"/>
                </a:moveTo>
                <a:lnTo>
                  <a:pt x="305679" y="171944"/>
                </a:lnTo>
                <a:lnTo>
                  <a:pt x="305679" y="114630"/>
                </a:lnTo>
                <a:cubicBezTo>
                  <a:pt x="305679" y="51583"/>
                  <a:pt x="254095" y="0"/>
                  <a:pt x="191049" y="0"/>
                </a:cubicBezTo>
                <a:cubicBezTo>
                  <a:pt x="128003" y="0"/>
                  <a:pt x="76420" y="51583"/>
                  <a:pt x="76420" y="114630"/>
                </a:cubicBezTo>
                <a:lnTo>
                  <a:pt x="76420" y="171944"/>
                </a:lnTo>
                <a:lnTo>
                  <a:pt x="19105" y="171944"/>
                </a:lnTo>
                <a:cubicBezTo>
                  <a:pt x="7642" y="171944"/>
                  <a:pt x="0" y="179586"/>
                  <a:pt x="0" y="191049"/>
                </a:cubicBezTo>
                <a:lnTo>
                  <a:pt x="0" y="420308"/>
                </a:lnTo>
                <a:cubicBezTo>
                  <a:pt x="0" y="431771"/>
                  <a:pt x="7642" y="439413"/>
                  <a:pt x="19105" y="439413"/>
                </a:cubicBezTo>
                <a:lnTo>
                  <a:pt x="362993" y="439413"/>
                </a:lnTo>
                <a:cubicBezTo>
                  <a:pt x="374456" y="439413"/>
                  <a:pt x="382098" y="431771"/>
                  <a:pt x="382098" y="420308"/>
                </a:cubicBezTo>
                <a:lnTo>
                  <a:pt x="382098" y="191049"/>
                </a:lnTo>
                <a:cubicBezTo>
                  <a:pt x="382098" y="179586"/>
                  <a:pt x="374456" y="171944"/>
                  <a:pt x="362993" y="171944"/>
                </a:cubicBezTo>
                <a:close/>
                <a:moveTo>
                  <a:pt x="95525" y="114630"/>
                </a:moveTo>
                <a:cubicBezTo>
                  <a:pt x="95525" y="61136"/>
                  <a:pt x="137555" y="19105"/>
                  <a:pt x="191049" y="19105"/>
                </a:cubicBezTo>
                <a:cubicBezTo>
                  <a:pt x="244543" y="19105"/>
                  <a:pt x="286574" y="61136"/>
                  <a:pt x="286574" y="114630"/>
                </a:cubicBezTo>
                <a:lnTo>
                  <a:pt x="286574" y="171944"/>
                </a:lnTo>
                <a:lnTo>
                  <a:pt x="95525" y="171944"/>
                </a:lnTo>
                <a:lnTo>
                  <a:pt x="95525" y="114630"/>
                </a:lnTo>
                <a:close/>
                <a:moveTo>
                  <a:pt x="362993" y="429861"/>
                </a:moveTo>
                <a:lnTo>
                  <a:pt x="362993" y="420308"/>
                </a:lnTo>
                <a:lnTo>
                  <a:pt x="19105" y="420308"/>
                </a:lnTo>
                <a:lnTo>
                  <a:pt x="19105" y="191049"/>
                </a:lnTo>
                <a:lnTo>
                  <a:pt x="362993" y="191049"/>
                </a:lnTo>
                <a:lnTo>
                  <a:pt x="362993" y="420308"/>
                </a:lnTo>
                <a:lnTo>
                  <a:pt x="362993" y="420308"/>
                </a:lnTo>
                <a:lnTo>
                  <a:pt x="362993" y="429861"/>
                </a:lnTo>
                <a:close/>
                <a:moveTo>
                  <a:pt x="187228" y="248364"/>
                </a:moveTo>
                <a:cubicBezTo>
                  <a:pt x="168123" y="248364"/>
                  <a:pt x="154750" y="263648"/>
                  <a:pt x="154750" y="282753"/>
                </a:cubicBezTo>
                <a:cubicBezTo>
                  <a:pt x="154750" y="298037"/>
                  <a:pt x="164302" y="309500"/>
                  <a:pt x="177676" y="313321"/>
                </a:cubicBezTo>
                <a:lnTo>
                  <a:pt x="177676" y="362993"/>
                </a:lnTo>
                <a:lnTo>
                  <a:pt x="196781" y="362993"/>
                </a:lnTo>
                <a:lnTo>
                  <a:pt x="196781" y="313321"/>
                </a:lnTo>
                <a:cubicBezTo>
                  <a:pt x="213975" y="307589"/>
                  <a:pt x="223528" y="288484"/>
                  <a:pt x="217796" y="271290"/>
                </a:cubicBezTo>
                <a:cubicBezTo>
                  <a:pt x="213975" y="257916"/>
                  <a:pt x="200602" y="248364"/>
                  <a:pt x="187228" y="248364"/>
                </a:cubicBezTo>
                <a:close/>
                <a:moveTo>
                  <a:pt x="187228" y="296126"/>
                </a:moveTo>
                <a:cubicBezTo>
                  <a:pt x="179586" y="296126"/>
                  <a:pt x="171944" y="290395"/>
                  <a:pt x="171944" y="280842"/>
                </a:cubicBezTo>
                <a:cubicBezTo>
                  <a:pt x="171944" y="271290"/>
                  <a:pt x="177676" y="265558"/>
                  <a:pt x="187228" y="265558"/>
                </a:cubicBezTo>
                <a:cubicBezTo>
                  <a:pt x="196781" y="265558"/>
                  <a:pt x="202512" y="271290"/>
                  <a:pt x="202512" y="280842"/>
                </a:cubicBezTo>
                <a:cubicBezTo>
                  <a:pt x="200602" y="290395"/>
                  <a:pt x="194870" y="296126"/>
                  <a:pt x="187228" y="296126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405" descr="Unlocked icon.">
            <a:extLst>
              <a:ext uri="{FF2B5EF4-FFF2-40B4-BE49-F238E27FC236}">
                <a16:creationId xmlns:a16="http://schemas.microsoft.com/office/drawing/2014/main" id="{42762415-EA46-EEA7-66E7-8AA4107B4AAF}"/>
              </a:ext>
            </a:extLst>
          </p:cNvPr>
          <p:cNvSpPr/>
          <p:nvPr/>
        </p:nvSpPr>
        <p:spPr>
          <a:xfrm>
            <a:off x="10811209" y="4230600"/>
            <a:ext cx="382628" cy="440022"/>
          </a:xfrm>
          <a:custGeom>
            <a:avLst/>
            <a:gdLst>
              <a:gd name="connsiteX0" fmla="*/ 363497 w 382628"/>
              <a:gd name="connsiteY0" fmla="*/ 172183 h 440022"/>
              <a:gd name="connsiteX1" fmla="*/ 306103 w 382628"/>
              <a:gd name="connsiteY1" fmla="*/ 172183 h 440022"/>
              <a:gd name="connsiteX2" fmla="*/ 306103 w 382628"/>
              <a:gd name="connsiteY2" fmla="*/ 114788 h 440022"/>
              <a:gd name="connsiteX3" fmla="*/ 191314 w 382628"/>
              <a:gd name="connsiteY3" fmla="*/ 0 h 440022"/>
              <a:gd name="connsiteX4" fmla="*/ 76526 w 382628"/>
              <a:gd name="connsiteY4" fmla="*/ 114788 h 440022"/>
              <a:gd name="connsiteX5" fmla="*/ 76526 w 382628"/>
              <a:gd name="connsiteY5" fmla="*/ 124364 h 440022"/>
              <a:gd name="connsiteX6" fmla="*/ 95657 w 382628"/>
              <a:gd name="connsiteY6" fmla="*/ 124364 h 440022"/>
              <a:gd name="connsiteX7" fmla="*/ 95657 w 382628"/>
              <a:gd name="connsiteY7" fmla="*/ 114788 h 440022"/>
              <a:gd name="connsiteX8" fmla="*/ 191314 w 382628"/>
              <a:gd name="connsiteY8" fmla="*/ 19131 h 440022"/>
              <a:gd name="connsiteX9" fmla="*/ 286971 w 382628"/>
              <a:gd name="connsiteY9" fmla="*/ 114788 h 440022"/>
              <a:gd name="connsiteX10" fmla="*/ 286971 w 382628"/>
              <a:gd name="connsiteY10" fmla="*/ 172183 h 440022"/>
              <a:gd name="connsiteX11" fmla="*/ 19131 w 382628"/>
              <a:gd name="connsiteY11" fmla="*/ 172183 h 440022"/>
              <a:gd name="connsiteX12" fmla="*/ 0 w 382628"/>
              <a:gd name="connsiteY12" fmla="*/ 191314 h 440022"/>
              <a:gd name="connsiteX13" fmla="*/ 0 w 382628"/>
              <a:gd name="connsiteY13" fmla="*/ 420891 h 440022"/>
              <a:gd name="connsiteX14" fmla="*/ 19131 w 382628"/>
              <a:gd name="connsiteY14" fmla="*/ 440023 h 440022"/>
              <a:gd name="connsiteX15" fmla="*/ 363497 w 382628"/>
              <a:gd name="connsiteY15" fmla="*/ 440023 h 440022"/>
              <a:gd name="connsiteX16" fmla="*/ 382628 w 382628"/>
              <a:gd name="connsiteY16" fmla="*/ 420891 h 440022"/>
              <a:gd name="connsiteX17" fmla="*/ 382628 w 382628"/>
              <a:gd name="connsiteY17" fmla="*/ 191314 h 440022"/>
              <a:gd name="connsiteX18" fmla="*/ 363497 w 382628"/>
              <a:gd name="connsiteY18" fmla="*/ 172183 h 440022"/>
              <a:gd name="connsiteX19" fmla="*/ 19131 w 382628"/>
              <a:gd name="connsiteY19" fmla="*/ 420891 h 440022"/>
              <a:gd name="connsiteX20" fmla="*/ 19131 w 382628"/>
              <a:gd name="connsiteY20" fmla="*/ 191259 h 440022"/>
              <a:gd name="connsiteX21" fmla="*/ 363497 w 382628"/>
              <a:gd name="connsiteY21" fmla="*/ 191259 h 440022"/>
              <a:gd name="connsiteX22" fmla="*/ 363497 w 382628"/>
              <a:gd name="connsiteY22" fmla="*/ 420836 h 440022"/>
              <a:gd name="connsiteX23" fmla="*/ 363516 w 382628"/>
              <a:gd name="connsiteY23" fmla="*/ 420891 h 440022"/>
              <a:gd name="connsiteX24" fmla="*/ 19131 w 382628"/>
              <a:gd name="connsiteY24" fmla="*/ 420891 h 440022"/>
              <a:gd name="connsiteX25" fmla="*/ 191368 w 382628"/>
              <a:gd name="connsiteY25" fmla="*/ 248762 h 440022"/>
              <a:gd name="connsiteX26" fmla="*/ 157888 w 382628"/>
              <a:gd name="connsiteY26" fmla="*/ 282242 h 440022"/>
              <a:gd name="connsiteX27" fmla="*/ 181802 w 382628"/>
              <a:gd name="connsiteY27" fmla="*/ 314163 h 440022"/>
              <a:gd name="connsiteX28" fmla="*/ 181802 w 382628"/>
              <a:gd name="connsiteY28" fmla="*/ 363495 h 440022"/>
              <a:gd name="connsiteX29" fmla="*/ 200933 w 382628"/>
              <a:gd name="connsiteY29" fmla="*/ 363495 h 440022"/>
              <a:gd name="connsiteX30" fmla="*/ 200933 w 382628"/>
              <a:gd name="connsiteY30" fmla="*/ 314163 h 440022"/>
              <a:gd name="connsiteX31" fmla="*/ 224848 w 382628"/>
              <a:gd name="connsiteY31" fmla="*/ 282242 h 440022"/>
              <a:gd name="connsiteX32" fmla="*/ 191368 w 382628"/>
              <a:gd name="connsiteY32" fmla="*/ 248762 h 440022"/>
              <a:gd name="connsiteX33" fmla="*/ 191368 w 382628"/>
              <a:gd name="connsiteY33" fmla="*/ 296591 h 440022"/>
              <a:gd name="connsiteX34" fmla="*/ 177019 w 382628"/>
              <a:gd name="connsiteY34" fmla="*/ 282242 h 440022"/>
              <a:gd name="connsiteX35" fmla="*/ 191368 w 382628"/>
              <a:gd name="connsiteY35" fmla="*/ 267893 h 440022"/>
              <a:gd name="connsiteX36" fmla="*/ 205716 w 382628"/>
              <a:gd name="connsiteY36" fmla="*/ 282242 h 440022"/>
              <a:gd name="connsiteX37" fmla="*/ 191368 w 382628"/>
              <a:gd name="connsiteY37" fmla="*/ 296591 h 44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82628" h="440022">
                <a:moveTo>
                  <a:pt x="363497" y="172183"/>
                </a:moveTo>
                <a:lnTo>
                  <a:pt x="306103" y="172183"/>
                </a:lnTo>
                <a:lnTo>
                  <a:pt x="306103" y="114788"/>
                </a:lnTo>
                <a:cubicBezTo>
                  <a:pt x="306103" y="51490"/>
                  <a:pt x="254612" y="0"/>
                  <a:pt x="191314" y="0"/>
                </a:cubicBezTo>
                <a:cubicBezTo>
                  <a:pt x="128016" y="0"/>
                  <a:pt x="76526" y="51490"/>
                  <a:pt x="76526" y="114788"/>
                </a:cubicBezTo>
                <a:lnTo>
                  <a:pt x="76526" y="124364"/>
                </a:lnTo>
                <a:lnTo>
                  <a:pt x="95657" y="124364"/>
                </a:lnTo>
                <a:lnTo>
                  <a:pt x="95657" y="114788"/>
                </a:lnTo>
                <a:cubicBezTo>
                  <a:pt x="95657" y="62047"/>
                  <a:pt x="138573" y="19131"/>
                  <a:pt x="191314" y="19131"/>
                </a:cubicBezTo>
                <a:cubicBezTo>
                  <a:pt x="244056" y="19131"/>
                  <a:pt x="286971" y="62047"/>
                  <a:pt x="286971" y="114788"/>
                </a:cubicBezTo>
                <a:lnTo>
                  <a:pt x="286971" y="172183"/>
                </a:lnTo>
                <a:lnTo>
                  <a:pt x="19131" y="172183"/>
                </a:lnTo>
                <a:cubicBezTo>
                  <a:pt x="8584" y="172183"/>
                  <a:pt x="0" y="180757"/>
                  <a:pt x="0" y="191314"/>
                </a:cubicBezTo>
                <a:lnTo>
                  <a:pt x="0" y="420891"/>
                </a:lnTo>
                <a:cubicBezTo>
                  <a:pt x="0" y="431448"/>
                  <a:pt x="8584" y="440023"/>
                  <a:pt x="19131" y="440023"/>
                </a:cubicBezTo>
                <a:lnTo>
                  <a:pt x="363497" y="440023"/>
                </a:lnTo>
                <a:cubicBezTo>
                  <a:pt x="374054" y="440023"/>
                  <a:pt x="382628" y="431448"/>
                  <a:pt x="382628" y="420891"/>
                </a:cubicBezTo>
                <a:lnTo>
                  <a:pt x="382628" y="191314"/>
                </a:lnTo>
                <a:cubicBezTo>
                  <a:pt x="382628" y="180757"/>
                  <a:pt x="374054" y="172183"/>
                  <a:pt x="363497" y="172183"/>
                </a:cubicBezTo>
                <a:close/>
                <a:moveTo>
                  <a:pt x="19131" y="420891"/>
                </a:moveTo>
                <a:lnTo>
                  <a:pt x="19131" y="191259"/>
                </a:lnTo>
                <a:lnTo>
                  <a:pt x="363497" y="191259"/>
                </a:lnTo>
                <a:lnTo>
                  <a:pt x="363497" y="420836"/>
                </a:lnTo>
                <a:lnTo>
                  <a:pt x="363516" y="420891"/>
                </a:lnTo>
                <a:lnTo>
                  <a:pt x="19131" y="420891"/>
                </a:lnTo>
                <a:close/>
                <a:moveTo>
                  <a:pt x="191368" y="248762"/>
                </a:moveTo>
                <a:cubicBezTo>
                  <a:pt x="172910" y="248762"/>
                  <a:pt x="157888" y="263784"/>
                  <a:pt x="157888" y="282242"/>
                </a:cubicBezTo>
                <a:cubicBezTo>
                  <a:pt x="157888" y="297354"/>
                  <a:pt x="168022" y="310015"/>
                  <a:pt x="181802" y="314163"/>
                </a:cubicBezTo>
                <a:lnTo>
                  <a:pt x="181802" y="363495"/>
                </a:lnTo>
                <a:lnTo>
                  <a:pt x="200933" y="363495"/>
                </a:lnTo>
                <a:lnTo>
                  <a:pt x="200933" y="314163"/>
                </a:lnTo>
                <a:cubicBezTo>
                  <a:pt x="214714" y="310015"/>
                  <a:pt x="224848" y="297356"/>
                  <a:pt x="224848" y="282242"/>
                </a:cubicBezTo>
                <a:cubicBezTo>
                  <a:pt x="224848" y="263784"/>
                  <a:pt x="209826" y="248762"/>
                  <a:pt x="191368" y="248762"/>
                </a:cubicBezTo>
                <a:close/>
                <a:moveTo>
                  <a:pt x="191368" y="296591"/>
                </a:moveTo>
                <a:cubicBezTo>
                  <a:pt x="183455" y="296591"/>
                  <a:pt x="177019" y="290145"/>
                  <a:pt x="177019" y="282242"/>
                </a:cubicBezTo>
                <a:cubicBezTo>
                  <a:pt x="177019" y="274339"/>
                  <a:pt x="183455" y="267893"/>
                  <a:pt x="191368" y="267893"/>
                </a:cubicBezTo>
                <a:cubicBezTo>
                  <a:pt x="199280" y="267893"/>
                  <a:pt x="205716" y="274339"/>
                  <a:pt x="205716" y="282242"/>
                </a:cubicBezTo>
                <a:cubicBezTo>
                  <a:pt x="205716" y="290145"/>
                  <a:pt x="199280" y="296591"/>
                  <a:pt x="191368" y="296591"/>
                </a:cubicBez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Graphic 177" descr="Profile icon.">
            <a:extLst>
              <a:ext uri="{FF2B5EF4-FFF2-40B4-BE49-F238E27FC236}">
                <a16:creationId xmlns:a16="http://schemas.microsoft.com/office/drawing/2014/main" id="{8872086D-FA40-4039-A7B5-2537E0285360}"/>
              </a:ext>
            </a:extLst>
          </p:cNvPr>
          <p:cNvSpPr>
            <a:spLocks noChangeAspect="1"/>
          </p:cNvSpPr>
          <p:nvPr/>
        </p:nvSpPr>
        <p:spPr>
          <a:xfrm>
            <a:off x="966475" y="5200939"/>
            <a:ext cx="420308" cy="420308"/>
          </a:xfrm>
          <a:custGeom>
            <a:avLst/>
            <a:gdLst>
              <a:gd name="connsiteX0" fmla="*/ 210154 w 420308"/>
              <a:gd name="connsiteY0" fmla="*/ 210154 h 420308"/>
              <a:gd name="connsiteX1" fmla="*/ 105077 w 420308"/>
              <a:gd name="connsiteY1" fmla="*/ 105077 h 420308"/>
              <a:gd name="connsiteX2" fmla="*/ 210154 w 420308"/>
              <a:gd name="connsiteY2" fmla="*/ 0 h 420308"/>
              <a:gd name="connsiteX3" fmla="*/ 315231 w 420308"/>
              <a:gd name="connsiteY3" fmla="*/ 105077 h 420308"/>
              <a:gd name="connsiteX4" fmla="*/ 210154 w 420308"/>
              <a:gd name="connsiteY4" fmla="*/ 210154 h 420308"/>
              <a:gd name="connsiteX5" fmla="*/ 210154 w 420308"/>
              <a:gd name="connsiteY5" fmla="*/ 19105 h 420308"/>
              <a:gd name="connsiteX6" fmla="*/ 124182 w 420308"/>
              <a:gd name="connsiteY6" fmla="*/ 105077 h 420308"/>
              <a:gd name="connsiteX7" fmla="*/ 210154 w 420308"/>
              <a:gd name="connsiteY7" fmla="*/ 191049 h 420308"/>
              <a:gd name="connsiteX8" fmla="*/ 296126 w 420308"/>
              <a:gd name="connsiteY8" fmla="*/ 105077 h 420308"/>
              <a:gd name="connsiteX9" fmla="*/ 210154 w 420308"/>
              <a:gd name="connsiteY9" fmla="*/ 19105 h 420308"/>
              <a:gd name="connsiteX10" fmla="*/ 401203 w 420308"/>
              <a:gd name="connsiteY10" fmla="*/ 420308 h 420308"/>
              <a:gd name="connsiteX11" fmla="*/ 19105 w 420308"/>
              <a:gd name="connsiteY11" fmla="*/ 420308 h 420308"/>
              <a:gd name="connsiteX12" fmla="*/ 0 w 420308"/>
              <a:gd name="connsiteY12" fmla="*/ 401203 h 420308"/>
              <a:gd name="connsiteX13" fmla="*/ 0 w 420308"/>
              <a:gd name="connsiteY13" fmla="*/ 372546 h 420308"/>
              <a:gd name="connsiteX14" fmla="*/ 143287 w 420308"/>
              <a:gd name="connsiteY14" fmla="*/ 229259 h 420308"/>
              <a:gd name="connsiteX15" fmla="*/ 277021 w 420308"/>
              <a:gd name="connsiteY15" fmla="*/ 229259 h 420308"/>
              <a:gd name="connsiteX16" fmla="*/ 420308 w 420308"/>
              <a:gd name="connsiteY16" fmla="*/ 372546 h 420308"/>
              <a:gd name="connsiteX17" fmla="*/ 420308 w 420308"/>
              <a:gd name="connsiteY17" fmla="*/ 401203 h 420308"/>
              <a:gd name="connsiteX18" fmla="*/ 401203 w 420308"/>
              <a:gd name="connsiteY18" fmla="*/ 420308 h 420308"/>
              <a:gd name="connsiteX19" fmla="*/ 143287 w 420308"/>
              <a:gd name="connsiteY19" fmla="*/ 248364 h 420308"/>
              <a:gd name="connsiteX20" fmla="*/ 19105 w 420308"/>
              <a:gd name="connsiteY20" fmla="*/ 372546 h 420308"/>
              <a:gd name="connsiteX21" fmla="*/ 19105 w 420308"/>
              <a:gd name="connsiteY21" fmla="*/ 401203 h 420308"/>
              <a:gd name="connsiteX22" fmla="*/ 401203 w 420308"/>
              <a:gd name="connsiteY22" fmla="*/ 401203 h 420308"/>
              <a:gd name="connsiteX23" fmla="*/ 401203 w 420308"/>
              <a:gd name="connsiteY23" fmla="*/ 372546 h 420308"/>
              <a:gd name="connsiteX24" fmla="*/ 277021 w 420308"/>
              <a:gd name="connsiteY24" fmla="*/ 248364 h 420308"/>
              <a:gd name="connsiteX25" fmla="*/ 143287 w 420308"/>
              <a:gd name="connsiteY25" fmla="*/ 248364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308" h="420308">
                <a:moveTo>
                  <a:pt x="210154" y="210154"/>
                </a:moveTo>
                <a:cubicBezTo>
                  <a:pt x="152839" y="210154"/>
                  <a:pt x="105077" y="162392"/>
                  <a:pt x="105077" y="105077"/>
                </a:cubicBezTo>
                <a:cubicBezTo>
                  <a:pt x="105077" y="47762"/>
                  <a:pt x="152839" y="0"/>
                  <a:pt x="210154" y="0"/>
                </a:cubicBezTo>
                <a:cubicBezTo>
                  <a:pt x="267469" y="0"/>
                  <a:pt x="315231" y="47762"/>
                  <a:pt x="315231" y="105077"/>
                </a:cubicBezTo>
                <a:cubicBezTo>
                  <a:pt x="315231" y="162392"/>
                  <a:pt x="267469" y="210154"/>
                  <a:pt x="210154" y="210154"/>
                </a:cubicBezTo>
                <a:close/>
                <a:moveTo>
                  <a:pt x="210154" y="19105"/>
                </a:moveTo>
                <a:cubicBezTo>
                  <a:pt x="162392" y="19105"/>
                  <a:pt x="124182" y="57315"/>
                  <a:pt x="124182" y="105077"/>
                </a:cubicBezTo>
                <a:cubicBezTo>
                  <a:pt x="124182" y="152839"/>
                  <a:pt x="162392" y="191049"/>
                  <a:pt x="210154" y="191049"/>
                </a:cubicBezTo>
                <a:cubicBezTo>
                  <a:pt x="257916" y="191049"/>
                  <a:pt x="296126" y="152839"/>
                  <a:pt x="296126" y="105077"/>
                </a:cubicBezTo>
                <a:cubicBezTo>
                  <a:pt x="296126" y="57315"/>
                  <a:pt x="257916" y="19105"/>
                  <a:pt x="210154" y="19105"/>
                </a:cubicBezTo>
                <a:close/>
                <a:moveTo>
                  <a:pt x="401203" y="420308"/>
                </a:moveTo>
                <a:lnTo>
                  <a:pt x="19105" y="420308"/>
                </a:lnTo>
                <a:cubicBezTo>
                  <a:pt x="7642" y="420308"/>
                  <a:pt x="0" y="412666"/>
                  <a:pt x="0" y="401203"/>
                </a:cubicBezTo>
                <a:lnTo>
                  <a:pt x="0" y="372546"/>
                </a:lnTo>
                <a:cubicBezTo>
                  <a:pt x="0" y="294216"/>
                  <a:pt x="64957" y="229259"/>
                  <a:pt x="143287" y="229259"/>
                </a:cubicBezTo>
                <a:lnTo>
                  <a:pt x="277021" y="229259"/>
                </a:lnTo>
                <a:cubicBezTo>
                  <a:pt x="355351" y="229259"/>
                  <a:pt x="420308" y="294216"/>
                  <a:pt x="420308" y="372546"/>
                </a:cubicBezTo>
                <a:lnTo>
                  <a:pt x="420308" y="401203"/>
                </a:lnTo>
                <a:cubicBezTo>
                  <a:pt x="420308" y="412666"/>
                  <a:pt x="412666" y="420308"/>
                  <a:pt x="401203" y="420308"/>
                </a:cubicBezTo>
                <a:close/>
                <a:moveTo>
                  <a:pt x="143287" y="248364"/>
                </a:moveTo>
                <a:cubicBezTo>
                  <a:pt x="74509" y="248364"/>
                  <a:pt x="19105" y="303768"/>
                  <a:pt x="19105" y="372546"/>
                </a:cubicBezTo>
                <a:lnTo>
                  <a:pt x="19105" y="401203"/>
                </a:lnTo>
                <a:lnTo>
                  <a:pt x="401203" y="401203"/>
                </a:lnTo>
                <a:lnTo>
                  <a:pt x="401203" y="372546"/>
                </a:lnTo>
                <a:cubicBezTo>
                  <a:pt x="401203" y="303768"/>
                  <a:pt x="345799" y="248364"/>
                  <a:pt x="277021" y="248364"/>
                </a:cubicBezTo>
                <a:lnTo>
                  <a:pt x="143287" y="24836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7" name="Graphic 8" descr="Switch account icon.">
            <a:extLst>
              <a:ext uri="{FF2B5EF4-FFF2-40B4-BE49-F238E27FC236}">
                <a16:creationId xmlns:a16="http://schemas.microsoft.com/office/drawing/2014/main" id="{FDFC160F-4D95-4B39-818F-B6364A37D95E}"/>
              </a:ext>
            </a:extLst>
          </p:cNvPr>
          <p:cNvSpPr/>
          <p:nvPr/>
        </p:nvSpPr>
        <p:spPr>
          <a:xfrm>
            <a:off x="2204548" y="5184931"/>
            <a:ext cx="398739" cy="436316"/>
          </a:xfrm>
          <a:custGeom>
            <a:avLst/>
            <a:gdLst>
              <a:gd name="connsiteX0" fmla="*/ 170238 w 398739"/>
              <a:gd name="connsiteY0" fmla="*/ 189785 h 436316"/>
              <a:gd name="connsiteX1" fmla="*/ 265130 w 398739"/>
              <a:gd name="connsiteY1" fmla="*/ 94893 h 436316"/>
              <a:gd name="connsiteX2" fmla="*/ 170238 w 398739"/>
              <a:gd name="connsiteY2" fmla="*/ 0 h 436316"/>
              <a:gd name="connsiteX3" fmla="*/ 75535 w 398739"/>
              <a:gd name="connsiteY3" fmla="*/ 94893 h 436316"/>
              <a:gd name="connsiteX4" fmla="*/ 170427 w 398739"/>
              <a:gd name="connsiteY4" fmla="*/ 189785 h 436316"/>
              <a:gd name="connsiteX5" fmla="*/ 170238 w 398739"/>
              <a:gd name="connsiteY5" fmla="*/ 18979 h 436316"/>
              <a:gd name="connsiteX6" fmla="*/ 246152 w 398739"/>
              <a:gd name="connsiteY6" fmla="*/ 94893 h 436316"/>
              <a:gd name="connsiteX7" fmla="*/ 170238 w 398739"/>
              <a:gd name="connsiteY7" fmla="*/ 170807 h 436316"/>
              <a:gd name="connsiteX8" fmla="*/ 94323 w 398739"/>
              <a:gd name="connsiteY8" fmla="*/ 94893 h 436316"/>
              <a:gd name="connsiteX9" fmla="*/ 170238 w 398739"/>
              <a:gd name="connsiteY9" fmla="*/ 18979 h 436316"/>
              <a:gd name="connsiteX10" fmla="*/ 66425 w 398739"/>
              <a:gd name="connsiteY10" fmla="*/ 341424 h 436316"/>
              <a:gd name="connsiteX11" fmla="*/ 85403 w 398739"/>
              <a:gd name="connsiteY11" fmla="*/ 341424 h 436316"/>
              <a:gd name="connsiteX12" fmla="*/ 85403 w 398739"/>
              <a:gd name="connsiteY12" fmla="*/ 436317 h 436316"/>
              <a:gd name="connsiteX13" fmla="*/ 66425 w 398739"/>
              <a:gd name="connsiteY13" fmla="*/ 436317 h 436316"/>
              <a:gd name="connsiteX14" fmla="*/ 66425 w 398739"/>
              <a:gd name="connsiteY14" fmla="*/ 341424 h 436316"/>
              <a:gd name="connsiteX15" fmla="*/ 350723 w 398739"/>
              <a:gd name="connsiteY15" fmla="*/ 352242 h 436316"/>
              <a:gd name="connsiteX16" fmla="*/ 368943 w 398739"/>
              <a:gd name="connsiteY16" fmla="*/ 357366 h 436316"/>
              <a:gd name="connsiteX17" fmla="*/ 317511 w 398739"/>
              <a:gd name="connsiteY17" fmla="*/ 421703 h 436316"/>
              <a:gd name="connsiteX18" fmla="*/ 262473 w 398739"/>
              <a:gd name="connsiteY18" fmla="*/ 436317 h 436316"/>
              <a:gd name="connsiteX19" fmla="*/ 232297 w 398739"/>
              <a:gd name="connsiteY19" fmla="*/ 432141 h 436316"/>
              <a:gd name="connsiteX20" fmla="*/ 152398 w 398739"/>
              <a:gd name="connsiteY20" fmla="*/ 347497 h 436316"/>
              <a:gd name="connsiteX21" fmla="*/ 137784 w 398739"/>
              <a:gd name="connsiteY21" fmla="*/ 364198 h 436316"/>
              <a:gd name="connsiteX22" fmla="*/ 123550 w 398739"/>
              <a:gd name="connsiteY22" fmla="*/ 351672 h 436316"/>
              <a:gd name="connsiteX23" fmla="*/ 150690 w 398739"/>
              <a:gd name="connsiteY23" fmla="*/ 320548 h 436316"/>
              <a:gd name="connsiteX24" fmla="*/ 159420 w 398739"/>
              <a:gd name="connsiteY24" fmla="*/ 316183 h 436316"/>
              <a:gd name="connsiteX25" fmla="*/ 168719 w 398739"/>
              <a:gd name="connsiteY25" fmla="*/ 319409 h 436316"/>
              <a:gd name="connsiteX26" fmla="*/ 199844 w 398739"/>
              <a:gd name="connsiteY26" fmla="*/ 346928 h 436316"/>
              <a:gd name="connsiteX27" fmla="*/ 187318 w 398739"/>
              <a:gd name="connsiteY27" fmla="*/ 361162 h 436316"/>
              <a:gd name="connsiteX28" fmla="*/ 172325 w 398739"/>
              <a:gd name="connsiteY28" fmla="*/ 347877 h 436316"/>
              <a:gd name="connsiteX29" fmla="*/ 237422 w 398739"/>
              <a:gd name="connsiteY29" fmla="*/ 413732 h 436316"/>
              <a:gd name="connsiteX30" fmla="*/ 308212 w 398739"/>
              <a:gd name="connsiteY30" fmla="*/ 405002 h 436316"/>
              <a:gd name="connsiteX31" fmla="*/ 350913 w 398739"/>
              <a:gd name="connsiteY31" fmla="*/ 352052 h 436316"/>
              <a:gd name="connsiteX32" fmla="*/ 398549 w 398739"/>
              <a:gd name="connsiteY32" fmla="*/ 291700 h 436316"/>
              <a:gd name="connsiteX33" fmla="*/ 371410 w 398739"/>
              <a:gd name="connsiteY33" fmla="*/ 322825 h 436316"/>
              <a:gd name="connsiteX34" fmla="*/ 362680 w 398739"/>
              <a:gd name="connsiteY34" fmla="*/ 327190 h 436316"/>
              <a:gd name="connsiteX35" fmla="*/ 361921 w 398739"/>
              <a:gd name="connsiteY35" fmla="*/ 327190 h 436316"/>
              <a:gd name="connsiteX36" fmla="*/ 353570 w 398739"/>
              <a:gd name="connsiteY36" fmla="*/ 323964 h 436316"/>
              <a:gd name="connsiteX37" fmla="*/ 322445 w 398739"/>
              <a:gd name="connsiteY37" fmla="*/ 296445 h 436316"/>
              <a:gd name="connsiteX38" fmla="*/ 334971 w 398739"/>
              <a:gd name="connsiteY38" fmla="*/ 282211 h 436316"/>
              <a:gd name="connsiteX39" fmla="*/ 352432 w 398739"/>
              <a:gd name="connsiteY39" fmla="*/ 297773 h 436316"/>
              <a:gd name="connsiteX40" fmla="*/ 286766 w 398739"/>
              <a:gd name="connsiteY40" fmla="*/ 230969 h 436316"/>
              <a:gd name="connsiteX41" fmla="*/ 261904 w 398739"/>
              <a:gd name="connsiteY41" fmla="*/ 227553 h 436316"/>
              <a:gd name="connsiteX42" fmla="*/ 261524 w 398739"/>
              <a:gd name="connsiteY42" fmla="*/ 227553 h 436316"/>
              <a:gd name="connsiteX43" fmla="*/ 215976 w 398739"/>
              <a:gd name="connsiteY43" fmla="*/ 239699 h 436316"/>
              <a:gd name="connsiteX44" fmla="*/ 173464 w 398739"/>
              <a:gd name="connsiteY44" fmla="*/ 292270 h 436316"/>
              <a:gd name="connsiteX45" fmla="*/ 155244 w 398739"/>
              <a:gd name="connsiteY45" fmla="*/ 287145 h 436316"/>
              <a:gd name="connsiteX46" fmla="*/ 200603 w 398739"/>
              <a:gd name="connsiteY46" fmla="*/ 227363 h 436316"/>
              <a:gd name="connsiteX47" fmla="*/ 120893 w 398739"/>
              <a:gd name="connsiteY47" fmla="*/ 227363 h 436316"/>
              <a:gd name="connsiteX48" fmla="*/ 18979 w 398739"/>
              <a:gd name="connsiteY48" fmla="*/ 318840 h 436316"/>
              <a:gd name="connsiteX49" fmla="*/ 18979 w 398739"/>
              <a:gd name="connsiteY49" fmla="*/ 436127 h 436316"/>
              <a:gd name="connsiteX50" fmla="*/ 0 w 398739"/>
              <a:gd name="connsiteY50" fmla="*/ 436127 h 436316"/>
              <a:gd name="connsiteX51" fmla="*/ 0 w 398739"/>
              <a:gd name="connsiteY51" fmla="*/ 318840 h 436316"/>
              <a:gd name="connsiteX52" fmla="*/ 120893 w 398739"/>
              <a:gd name="connsiteY52" fmla="*/ 208195 h 436316"/>
              <a:gd name="connsiteX53" fmla="*/ 265889 w 398739"/>
              <a:gd name="connsiteY53" fmla="*/ 208195 h 436316"/>
              <a:gd name="connsiteX54" fmla="*/ 291890 w 398739"/>
              <a:gd name="connsiteY54" fmla="*/ 212560 h 436316"/>
              <a:gd name="connsiteX55" fmla="*/ 371030 w 398739"/>
              <a:gd name="connsiteY55" fmla="*/ 294357 h 436316"/>
              <a:gd name="connsiteX56" fmla="*/ 384505 w 398739"/>
              <a:gd name="connsiteY56" fmla="*/ 278985 h 436316"/>
              <a:gd name="connsiteX57" fmla="*/ 398739 w 398739"/>
              <a:gd name="connsiteY57" fmla="*/ 291510 h 43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98739" h="436316">
                <a:moveTo>
                  <a:pt x="170238" y="189785"/>
                </a:moveTo>
                <a:cubicBezTo>
                  <a:pt x="222618" y="189785"/>
                  <a:pt x="265130" y="147274"/>
                  <a:pt x="265130" y="94893"/>
                </a:cubicBezTo>
                <a:cubicBezTo>
                  <a:pt x="265130" y="42512"/>
                  <a:pt x="222618" y="0"/>
                  <a:pt x="170238" y="0"/>
                </a:cubicBezTo>
                <a:cubicBezTo>
                  <a:pt x="117857" y="0"/>
                  <a:pt x="75535" y="42512"/>
                  <a:pt x="75535" y="94893"/>
                </a:cubicBezTo>
                <a:cubicBezTo>
                  <a:pt x="75535" y="147274"/>
                  <a:pt x="118047" y="189785"/>
                  <a:pt x="170427" y="189785"/>
                </a:cubicBezTo>
                <a:close/>
                <a:moveTo>
                  <a:pt x="170238" y="18979"/>
                </a:moveTo>
                <a:cubicBezTo>
                  <a:pt x="211990" y="18979"/>
                  <a:pt x="246152" y="52950"/>
                  <a:pt x="246152" y="94893"/>
                </a:cubicBezTo>
                <a:cubicBezTo>
                  <a:pt x="246152" y="136835"/>
                  <a:pt x="212180" y="170807"/>
                  <a:pt x="170238" y="170807"/>
                </a:cubicBezTo>
                <a:cubicBezTo>
                  <a:pt x="128295" y="170807"/>
                  <a:pt x="94323" y="136835"/>
                  <a:pt x="94323" y="94893"/>
                </a:cubicBezTo>
                <a:cubicBezTo>
                  <a:pt x="94323" y="52950"/>
                  <a:pt x="128295" y="18979"/>
                  <a:pt x="170238" y="18979"/>
                </a:cubicBezTo>
                <a:close/>
                <a:moveTo>
                  <a:pt x="66425" y="341424"/>
                </a:moveTo>
                <a:lnTo>
                  <a:pt x="85403" y="341424"/>
                </a:lnTo>
                <a:lnTo>
                  <a:pt x="85403" y="436317"/>
                </a:lnTo>
                <a:lnTo>
                  <a:pt x="66425" y="436317"/>
                </a:lnTo>
                <a:lnTo>
                  <a:pt x="66425" y="341424"/>
                </a:lnTo>
                <a:close/>
                <a:moveTo>
                  <a:pt x="350723" y="352242"/>
                </a:moveTo>
                <a:lnTo>
                  <a:pt x="368943" y="357366"/>
                </a:lnTo>
                <a:cubicBezTo>
                  <a:pt x="360213" y="384695"/>
                  <a:pt x="342373" y="407469"/>
                  <a:pt x="317511" y="421703"/>
                </a:cubicBezTo>
                <a:cubicBezTo>
                  <a:pt x="300430" y="431382"/>
                  <a:pt x="281452" y="436317"/>
                  <a:pt x="262473" y="436317"/>
                </a:cubicBezTo>
                <a:cubicBezTo>
                  <a:pt x="252415" y="436317"/>
                  <a:pt x="242166" y="434988"/>
                  <a:pt x="232297" y="432141"/>
                </a:cubicBezTo>
                <a:cubicBezTo>
                  <a:pt x="190924" y="420565"/>
                  <a:pt x="161507" y="387162"/>
                  <a:pt x="152398" y="347497"/>
                </a:cubicBezTo>
                <a:lnTo>
                  <a:pt x="137784" y="364198"/>
                </a:lnTo>
                <a:lnTo>
                  <a:pt x="123550" y="351672"/>
                </a:lnTo>
                <a:lnTo>
                  <a:pt x="150690" y="320548"/>
                </a:lnTo>
                <a:cubicBezTo>
                  <a:pt x="152967" y="318080"/>
                  <a:pt x="156004" y="316372"/>
                  <a:pt x="159420" y="316183"/>
                </a:cubicBezTo>
                <a:cubicBezTo>
                  <a:pt x="162836" y="315993"/>
                  <a:pt x="166062" y="317131"/>
                  <a:pt x="168719" y="319409"/>
                </a:cubicBezTo>
                <a:lnTo>
                  <a:pt x="199844" y="346928"/>
                </a:lnTo>
                <a:lnTo>
                  <a:pt x="187318" y="361162"/>
                </a:lnTo>
                <a:lnTo>
                  <a:pt x="172325" y="347877"/>
                </a:lnTo>
                <a:cubicBezTo>
                  <a:pt x="181055" y="378812"/>
                  <a:pt x="204589" y="404623"/>
                  <a:pt x="237422" y="413732"/>
                </a:cubicBezTo>
                <a:cubicBezTo>
                  <a:pt x="261335" y="420375"/>
                  <a:pt x="286576" y="417338"/>
                  <a:pt x="308212" y="405002"/>
                </a:cubicBezTo>
                <a:cubicBezTo>
                  <a:pt x="328708" y="393235"/>
                  <a:pt x="343512" y="374447"/>
                  <a:pt x="350913" y="352052"/>
                </a:cubicBezTo>
                <a:close/>
                <a:moveTo>
                  <a:pt x="398549" y="291700"/>
                </a:moveTo>
                <a:lnTo>
                  <a:pt x="371410" y="322825"/>
                </a:lnTo>
                <a:cubicBezTo>
                  <a:pt x="369133" y="325292"/>
                  <a:pt x="366096" y="327000"/>
                  <a:pt x="362680" y="327190"/>
                </a:cubicBezTo>
                <a:cubicBezTo>
                  <a:pt x="362490" y="327190"/>
                  <a:pt x="362111" y="327190"/>
                  <a:pt x="361921" y="327190"/>
                </a:cubicBezTo>
                <a:cubicBezTo>
                  <a:pt x="358884" y="327190"/>
                  <a:pt x="355848" y="326051"/>
                  <a:pt x="353570" y="323964"/>
                </a:cubicBezTo>
                <a:lnTo>
                  <a:pt x="322445" y="296445"/>
                </a:lnTo>
                <a:lnTo>
                  <a:pt x="334971" y="282211"/>
                </a:lnTo>
                <a:lnTo>
                  <a:pt x="352432" y="297773"/>
                </a:lnTo>
                <a:cubicBezTo>
                  <a:pt x="343891" y="266459"/>
                  <a:pt x="319788" y="240268"/>
                  <a:pt x="286766" y="230969"/>
                </a:cubicBezTo>
                <a:cubicBezTo>
                  <a:pt x="278605" y="228691"/>
                  <a:pt x="270254" y="227553"/>
                  <a:pt x="261904" y="227553"/>
                </a:cubicBezTo>
                <a:lnTo>
                  <a:pt x="261524" y="227553"/>
                </a:lnTo>
                <a:cubicBezTo>
                  <a:pt x="245772" y="227553"/>
                  <a:pt x="230020" y="231728"/>
                  <a:pt x="215976" y="239699"/>
                </a:cubicBezTo>
                <a:cubicBezTo>
                  <a:pt x="195479" y="251276"/>
                  <a:pt x="180866" y="270065"/>
                  <a:pt x="173464" y="292270"/>
                </a:cubicBezTo>
                <a:lnTo>
                  <a:pt x="155244" y="287145"/>
                </a:lnTo>
                <a:cubicBezTo>
                  <a:pt x="163215" y="262283"/>
                  <a:pt x="179157" y="241597"/>
                  <a:pt x="200603" y="227363"/>
                </a:cubicBezTo>
                <a:lnTo>
                  <a:pt x="120893" y="227363"/>
                </a:lnTo>
                <a:cubicBezTo>
                  <a:pt x="66615" y="227363"/>
                  <a:pt x="18979" y="270065"/>
                  <a:pt x="18979" y="318840"/>
                </a:cubicBezTo>
                <a:lnTo>
                  <a:pt x="18979" y="436127"/>
                </a:lnTo>
                <a:lnTo>
                  <a:pt x="0" y="436127"/>
                </a:lnTo>
                <a:lnTo>
                  <a:pt x="0" y="318840"/>
                </a:lnTo>
                <a:cubicBezTo>
                  <a:pt x="0" y="258867"/>
                  <a:pt x="55417" y="208195"/>
                  <a:pt x="120893" y="208195"/>
                </a:cubicBezTo>
                <a:lnTo>
                  <a:pt x="265889" y="208195"/>
                </a:lnTo>
                <a:cubicBezTo>
                  <a:pt x="274620" y="208764"/>
                  <a:pt x="283350" y="210092"/>
                  <a:pt x="291890" y="212560"/>
                </a:cubicBezTo>
                <a:cubicBezTo>
                  <a:pt x="332314" y="223757"/>
                  <a:pt x="361162" y="256210"/>
                  <a:pt x="371030" y="294357"/>
                </a:cubicBezTo>
                <a:lnTo>
                  <a:pt x="384505" y="278985"/>
                </a:lnTo>
                <a:lnTo>
                  <a:pt x="398739" y="291510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Freeform: Shape 45" descr="Accessibility icon.">
            <a:extLst>
              <a:ext uri="{FF2B5EF4-FFF2-40B4-BE49-F238E27FC236}">
                <a16:creationId xmlns:a16="http://schemas.microsoft.com/office/drawing/2014/main" id="{67D7D464-1EF2-4DDE-8CD6-0355F97BADF8}"/>
              </a:ext>
            </a:extLst>
          </p:cNvPr>
          <p:cNvSpPr/>
          <p:nvPr/>
        </p:nvSpPr>
        <p:spPr>
          <a:xfrm>
            <a:off x="3392946" y="5203621"/>
            <a:ext cx="454964" cy="454964"/>
          </a:xfrm>
          <a:custGeom>
            <a:avLst/>
            <a:gdLst>
              <a:gd name="connsiteX0" fmla="*/ 117531 w 454964"/>
              <a:gd name="connsiteY0" fmla="*/ 151275 h 454964"/>
              <a:gd name="connsiteX1" fmla="*/ 113740 w 454964"/>
              <a:gd name="connsiteY1" fmla="*/ 162839 h 454964"/>
              <a:gd name="connsiteX2" fmla="*/ 184070 w 454964"/>
              <a:gd name="connsiteY2" fmla="*/ 178383 h 454964"/>
              <a:gd name="connsiteX3" fmla="*/ 199235 w 454964"/>
              <a:gd name="connsiteY3" fmla="*/ 196961 h 454964"/>
              <a:gd name="connsiteX4" fmla="*/ 199235 w 454964"/>
              <a:gd name="connsiteY4" fmla="*/ 254400 h 454964"/>
              <a:gd name="connsiteX5" fmla="*/ 198856 w 454964"/>
              <a:gd name="connsiteY5" fmla="*/ 258571 h 454964"/>
              <a:gd name="connsiteX6" fmla="*/ 168525 w 454964"/>
              <a:gd name="connsiteY6" fmla="*/ 369468 h 454964"/>
              <a:gd name="connsiteX7" fmla="*/ 151843 w 454964"/>
              <a:gd name="connsiteY7" fmla="*/ 369468 h 454964"/>
              <a:gd name="connsiteX8" fmla="*/ 151843 w 454964"/>
              <a:gd name="connsiteY8" fmla="*/ 378947 h 454964"/>
              <a:gd name="connsiteX9" fmla="*/ 178383 w 454964"/>
              <a:gd name="connsiteY9" fmla="*/ 378947 h 454964"/>
              <a:gd name="connsiteX10" fmla="*/ 181226 w 454964"/>
              <a:gd name="connsiteY10" fmla="*/ 374776 h 454964"/>
              <a:gd name="connsiteX11" fmla="*/ 225964 w 454964"/>
              <a:gd name="connsiteY11" fmla="*/ 265395 h 454964"/>
              <a:gd name="connsiteX12" fmla="*/ 229377 w 454964"/>
              <a:gd name="connsiteY12" fmla="*/ 265395 h 454964"/>
              <a:gd name="connsiteX13" fmla="*/ 274304 w 454964"/>
              <a:gd name="connsiteY13" fmla="*/ 375534 h 454964"/>
              <a:gd name="connsiteX14" fmla="*/ 276958 w 454964"/>
              <a:gd name="connsiteY14" fmla="*/ 379136 h 454964"/>
              <a:gd name="connsiteX15" fmla="*/ 303308 w 454964"/>
              <a:gd name="connsiteY15" fmla="*/ 379136 h 454964"/>
              <a:gd name="connsiteX16" fmla="*/ 303308 w 454964"/>
              <a:gd name="connsiteY16" fmla="*/ 369658 h 454964"/>
              <a:gd name="connsiteX17" fmla="*/ 287005 w 454964"/>
              <a:gd name="connsiteY17" fmla="*/ 369658 h 454964"/>
              <a:gd name="connsiteX18" fmla="*/ 284731 w 454964"/>
              <a:gd name="connsiteY18" fmla="*/ 363213 h 454964"/>
              <a:gd name="connsiteX19" fmla="*/ 255916 w 454964"/>
              <a:gd name="connsiteY19" fmla="*/ 255727 h 454964"/>
              <a:gd name="connsiteX20" fmla="*/ 255916 w 454964"/>
              <a:gd name="connsiteY20" fmla="*/ 197151 h 454964"/>
              <a:gd name="connsiteX21" fmla="*/ 271082 w 454964"/>
              <a:gd name="connsiteY21" fmla="*/ 178573 h 454964"/>
              <a:gd name="connsiteX22" fmla="*/ 270892 w 454964"/>
              <a:gd name="connsiteY22" fmla="*/ 178194 h 454964"/>
              <a:gd name="connsiteX23" fmla="*/ 341032 w 454964"/>
              <a:gd name="connsiteY23" fmla="*/ 163597 h 454964"/>
              <a:gd name="connsiteX24" fmla="*/ 337431 w 454964"/>
              <a:gd name="connsiteY24" fmla="*/ 151654 h 454964"/>
              <a:gd name="connsiteX25" fmla="*/ 230704 w 454964"/>
              <a:gd name="connsiteY25" fmla="*/ 169663 h 454964"/>
              <a:gd name="connsiteX26" fmla="*/ 224258 w 454964"/>
              <a:gd name="connsiteY26" fmla="*/ 169663 h 454964"/>
              <a:gd name="connsiteX27" fmla="*/ 120754 w 454964"/>
              <a:gd name="connsiteY27" fmla="*/ 132887 h 454964"/>
              <a:gd name="connsiteX28" fmla="*/ 227671 w 454964"/>
              <a:gd name="connsiteY28" fmla="*/ 151275 h 454964"/>
              <a:gd name="connsiteX29" fmla="*/ 334208 w 454964"/>
              <a:gd name="connsiteY29" fmla="*/ 133077 h 454964"/>
              <a:gd name="connsiteX30" fmla="*/ 355629 w 454964"/>
              <a:gd name="connsiteY30" fmla="*/ 146157 h 454964"/>
              <a:gd name="connsiteX31" fmla="*/ 355819 w 454964"/>
              <a:gd name="connsiteY31" fmla="*/ 145967 h 454964"/>
              <a:gd name="connsiteX32" fmla="*/ 359420 w 454964"/>
              <a:gd name="connsiteY32" fmla="*/ 157152 h 454964"/>
              <a:gd name="connsiteX33" fmla="*/ 357904 w 454964"/>
              <a:gd name="connsiteY33" fmla="*/ 172886 h 454964"/>
              <a:gd name="connsiteX34" fmla="*/ 345392 w 454964"/>
              <a:gd name="connsiteY34" fmla="*/ 182175 h 454964"/>
              <a:gd name="connsiteX35" fmla="*/ 275063 w 454964"/>
              <a:gd name="connsiteY35" fmla="*/ 196772 h 454964"/>
              <a:gd name="connsiteX36" fmla="*/ 275063 w 454964"/>
              <a:gd name="connsiteY36" fmla="*/ 254211 h 454964"/>
              <a:gd name="connsiteX37" fmla="*/ 301223 w 454964"/>
              <a:gd name="connsiteY37" fmla="*/ 350511 h 454964"/>
              <a:gd name="connsiteX38" fmla="*/ 303119 w 454964"/>
              <a:gd name="connsiteY38" fmla="*/ 350511 h 454964"/>
              <a:gd name="connsiteX39" fmla="*/ 322265 w 454964"/>
              <a:gd name="connsiteY39" fmla="*/ 369468 h 454964"/>
              <a:gd name="connsiteX40" fmla="*/ 322265 w 454964"/>
              <a:gd name="connsiteY40" fmla="*/ 378947 h 454964"/>
              <a:gd name="connsiteX41" fmla="*/ 303308 w 454964"/>
              <a:gd name="connsiteY41" fmla="*/ 397904 h 454964"/>
              <a:gd name="connsiteX42" fmla="*/ 274873 w 454964"/>
              <a:gd name="connsiteY42" fmla="*/ 397904 h 454964"/>
              <a:gd name="connsiteX43" fmla="*/ 256295 w 454964"/>
              <a:gd name="connsiteY43" fmla="*/ 381601 h 454964"/>
              <a:gd name="connsiteX44" fmla="*/ 227671 w 454964"/>
              <a:gd name="connsiteY44" fmla="*/ 310512 h 454964"/>
              <a:gd name="connsiteX45" fmla="*/ 196960 w 454964"/>
              <a:gd name="connsiteY45" fmla="*/ 385582 h 454964"/>
              <a:gd name="connsiteX46" fmla="*/ 180468 w 454964"/>
              <a:gd name="connsiteY46" fmla="*/ 398093 h 454964"/>
              <a:gd name="connsiteX47" fmla="*/ 151654 w 454964"/>
              <a:gd name="connsiteY47" fmla="*/ 398093 h 454964"/>
              <a:gd name="connsiteX48" fmla="*/ 132697 w 454964"/>
              <a:gd name="connsiteY48" fmla="*/ 379136 h 454964"/>
              <a:gd name="connsiteX49" fmla="*/ 132697 w 454964"/>
              <a:gd name="connsiteY49" fmla="*/ 369658 h 454964"/>
              <a:gd name="connsiteX50" fmla="*/ 151654 w 454964"/>
              <a:gd name="connsiteY50" fmla="*/ 350701 h 454964"/>
              <a:gd name="connsiteX51" fmla="*/ 153928 w 454964"/>
              <a:gd name="connsiteY51" fmla="*/ 350701 h 454964"/>
              <a:gd name="connsiteX52" fmla="*/ 180089 w 454964"/>
              <a:gd name="connsiteY52" fmla="*/ 254211 h 454964"/>
              <a:gd name="connsiteX53" fmla="*/ 180089 w 454964"/>
              <a:gd name="connsiteY53" fmla="*/ 197151 h 454964"/>
              <a:gd name="connsiteX54" fmla="*/ 109759 w 454964"/>
              <a:gd name="connsiteY54" fmla="*/ 182175 h 454964"/>
              <a:gd name="connsiteX55" fmla="*/ 97247 w 454964"/>
              <a:gd name="connsiteY55" fmla="*/ 172886 h 454964"/>
              <a:gd name="connsiteX56" fmla="*/ 95731 w 454964"/>
              <a:gd name="connsiteY56" fmla="*/ 157152 h 454964"/>
              <a:gd name="connsiteX57" fmla="*/ 99333 w 454964"/>
              <a:gd name="connsiteY57" fmla="*/ 145967 h 454964"/>
              <a:gd name="connsiteX58" fmla="*/ 120754 w 454964"/>
              <a:gd name="connsiteY58" fmla="*/ 132887 h 454964"/>
              <a:gd name="connsiteX59" fmla="*/ 227291 w 454964"/>
              <a:gd name="connsiteY59" fmla="*/ 75827 h 454964"/>
              <a:gd name="connsiteX60" fmla="*/ 203595 w 454964"/>
              <a:gd name="connsiteY60" fmla="*/ 99523 h 454964"/>
              <a:gd name="connsiteX61" fmla="*/ 227291 w 454964"/>
              <a:gd name="connsiteY61" fmla="*/ 123219 h 454964"/>
              <a:gd name="connsiteX62" fmla="*/ 250987 w 454964"/>
              <a:gd name="connsiteY62" fmla="*/ 99523 h 454964"/>
              <a:gd name="connsiteX63" fmla="*/ 227291 w 454964"/>
              <a:gd name="connsiteY63" fmla="*/ 75827 h 454964"/>
              <a:gd name="connsiteX64" fmla="*/ 227291 w 454964"/>
              <a:gd name="connsiteY64" fmla="*/ 56870 h 454964"/>
              <a:gd name="connsiteX65" fmla="*/ 269944 w 454964"/>
              <a:gd name="connsiteY65" fmla="*/ 99523 h 454964"/>
              <a:gd name="connsiteX66" fmla="*/ 227291 w 454964"/>
              <a:gd name="connsiteY66" fmla="*/ 142176 h 454964"/>
              <a:gd name="connsiteX67" fmla="*/ 184638 w 454964"/>
              <a:gd name="connsiteY67" fmla="*/ 99523 h 454964"/>
              <a:gd name="connsiteX68" fmla="*/ 227291 w 454964"/>
              <a:gd name="connsiteY68" fmla="*/ 56870 h 454964"/>
              <a:gd name="connsiteX69" fmla="*/ 227482 w 454964"/>
              <a:gd name="connsiteY69" fmla="*/ 18957 h 454964"/>
              <a:gd name="connsiteX70" fmla="*/ 18957 w 454964"/>
              <a:gd name="connsiteY70" fmla="*/ 227482 h 454964"/>
              <a:gd name="connsiteX71" fmla="*/ 227482 w 454964"/>
              <a:gd name="connsiteY71" fmla="*/ 436007 h 454964"/>
              <a:gd name="connsiteX72" fmla="*/ 436007 w 454964"/>
              <a:gd name="connsiteY72" fmla="*/ 227482 h 454964"/>
              <a:gd name="connsiteX73" fmla="*/ 227482 w 454964"/>
              <a:gd name="connsiteY73" fmla="*/ 18957 h 454964"/>
              <a:gd name="connsiteX74" fmla="*/ 227482 w 454964"/>
              <a:gd name="connsiteY74" fmla="*/ 0 h 454964"/>
              <a:gd name="connsiteX75" fmla="*/ 454964 w 454964"/>
              <a:gd name="connsiteY75" fmla="*/ 227482 h 454964"/>
              <a:gd name="connsiteX76" fmla="*/ 227482 w 454964"/>
              <a:gd name="connsiteY76" fmla="*/ 454964 h 454964"/>
              <a:gd name="connsiteX77" fmla="*/ 0 w 454964"/>
              <a:gd name="connsiteY77" fmla="*/ 227482 h 454964"/>
              <a:gd name="connsiteX78" fmla="*/ 227482 w 454964"/>
              <a:gd name="connsiteY78" fmla="*/ 0 h 45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54964" h="454964">
                <a:moveTo>
                  <a:pt x="117531" y="151275"/>
                </a:moveTo>
                <a:lnTo>
                  <a:pt x="113740" y="162839"/>
                </a:lnTo>
                <a:lnTo>
                  <a:pt x="184070" y="178383"/>
                </a:lnTo>
                <a:cubicBezTo>
                  <a:pt x="192790" y="180279"/>
                  <a:pt x="199235" y="188051"/>
                  <a:pt x="199235" y="196961"/>
                </a:cubicBezTo>
                <a:lnTo>
                  <a:pt x="199235" y="254400"/>
                </a:lnTo>
                <a:cubicBezTo>
                  <a:pt x="199235" y="255727"/>
                  <a:pt x="199235" y="257244"/>
                  <a:pt x="198856" y="258571"/>
                </a:cubicBezTo>
                <a:lnTo>
                  <a:pt x="168525" y="369468"/>
                </a:lnTo>
                <a:lnTo>
                  <a:pt x="151843" y="369468"/>
                </a:lnTo>
                <a:lnTo>
                  <a:pt x="151843" y="378947"/>
                </a:lnTo>
                <a:cubicBezTo>
                  <a:pt x="155445" y="378947"/>
                  <a:pt x="172127" y="378947"/>
                  <a:pt x="178383" y="378947"/>
                </a:cubicBezTo>
                <a:cubicBezTo>
                  <a:pt x="179899" y="378947"/>
                  <a:pt x="180658" y="376293"/>
                  <a:pt x="181226" y="374776"/>
                </a:cubicBezTo>
                <a:cubicBezTo>
                  <a:pt x="181226" y="374776"/>
                  <a:pt x="216865" y="287764"/>
                  <a:pt x="225964" y="265395"/>
                </a:cubicBezTo>
                <a:lnTo>
                  <a:pt x="229377" y="265395"/>
                </a:lnTo>
                <a:lnTo>
                  <a:pt x="274304" y="375534"/>
                </a:lnTo>
                <a:cubicBezTo>
                  <a:pt x="275442" y="378188"/>
                  <a:pt x="275442" y="378378"/>
                  <a:pt x="276958" y="379136"/>
                </a:cubicBezTo>
                <a:lnTo>
                  <a:pt x="303308" y="379136"/>
                </a:lnTo>
                <a:lnTo>
                  <a:pt x="303308" y="369658"/>
                </a:lnTo>
                <a:lnTo>
                  <a:pt x="287005" y="369658"/>
                </a:lnTo>
                <a:lnTo>
                  <a:pt x="284731" y="363213"/>
                </a:lnTo>
                <a:lnTo>
                  <a:pt x="255916" y="255727"/>
                </a:lnTo>
                <a:lnTo>
                  <a:pt x="255916" y="197151"/>
                </a:lnTo>
                <a:cubicBezTo>
                  <a:pt x="255916" y="188241"/>
                  <a:pt x="262362" y="180469"/>
                  <a:pt x="271082" y="178573"/>
                </a:cubicBezTo>
                <a:lnTo>
                  <a:pt x="270892" y="178194"/>
                </a:lnTo>
                <a:lnTo>
                  <a:pt x="341032" y="163597"/>
                </a:lnTo>
                <a:lnTo>
                  <a:pt x="337431" y="151654"/>
                </a:lnTo>
                <a:lnTo>
                  <a:pt x="230704" y="169663"/>
                </a:lnTo>
                <a:cubicBezTo>
                  <a:pt x="228618" y="170042"/>
                  <a:pt x="226344" y="170042"/>
                  <a:pt x="224258" y="169663"/>
                </a:cubicBezTo>
                <a:close/>
                <a:moveTo>
                  <a:pt x="120754" y="132887"/>
                </a:moveTo>
                <a:lnTo>
                  <a:pt x="227671" y="151275"/>
                </a:lnTo>
                <a:lnTo>
                  <a:pt x="334208" y="133077"/>
                </a:lnTo>
                <a:cubicBezTo>
                  <a:pt x="343307" y="131560"/>
                  <a:pt x="352786" y="137057"/>
                  <a:pt x="355629" y="146157"/>
                </a:cubicBezTo>
                <a:lnTo>
                  <a:pt x="355819" y="145967"/>
                </a:lnTo>
                <a:lnTo>
                  <a:pt x="359420" y="157152"/>
                </a:lnTo>
                <a:cubicBezTo>
                  <a:pt x="361127" y="162460"/>
                  <a:pt x="360558" y="168147"/>
                  <a:pt x="357904" y="172886"/>
                </a:cubicBezTo>
                <a:cubicBezTo>
                  <a:pt x="355250" y="177625"/>
                  <a:pt x="350700" y="181037"/>
                  <a:pt x="345392" y="182175"/>
                </a:cubicBezTo>
                <a:lnTo>
                  <a:pt x="275063" y="196772"/>
                </a:lnTo>
                <a:lnTo>
                  <a:pt x="275063" y="254211"/>
                </a:lnTo>
                <a:lnTo>
                  <a:pt x="301223" y="350511"/>
                </a:lnTo>
                <a:lnTo>
                  <a:pt x="303119" y="350511"/>
                </a:lnTo>
                <a:cubicBezTo>
                  <a:pt x="313735" y="350511"/>
                  <a:pt x="322265" y="359042"/>
                  <a:pt x="322265" y="369468"/>
                </a:cubicBezTo>
                <a:lnTo>
                  <a:pt x="322265" y="378947"/>
                </a:lnTo>
                <a:cubicBezTo>
                  <a:pt x="322265" y="389373"/>
                  <a:pt x="313735" y="397904"/>
                  <a:pt x="303308" y="397904"/>
                </a:cubicBezTo>
                <a:lnTo>
                  <a:pt x="274873" y="397904"/>
                </a:lnTo>
                <a:cubicBezTo>
                  <a:pt x="266911" y="397145"/>
                  <a:pt x="258381" y="389183"/>
                  <a:pt x="256295" y="381601"/>
                </a:cubicBezTo>
                <a:lnTo>
                  <a:pt x="227671" y="310512"/>
                </a:lnTo>
                <a:lnTo>
                  <a:pt x="196960" y="385582"/>
                </a:lnTo>
                <a:cubicBezTo>
                  <a:pt x="195254" y="389752"/>
                  <a:pt x="191842" y="397714"/>
                  <a:pt x="180468" y="398093"/>
                </a:cubicBezTo>
                <a:lnTo>
                  <a:pt x="151654" y="398093"/>
                </a:lnTo>
                <a:cubicBezTo>
                  <a:pt x="141227" y="398093"/>
                  <a:pt x="132697" y="389562"/>
                  <a:pt x="132697" y="379136"/>
                </a:cubicBezTo>
                <a:lnTo>
                  <a:pt x="132697" y="369658"/>
                </a:lnTo>
                <a:cubicBezTo>
                  <a:pt x="132697" y="359232"/>
                  <a:pt x="141227" y="350701"/>
                  <a:pt x="151654" y="350701"/>
                </a:cubicBezTo>
                <a:lnTo>
                  <a:pt x="153928" y="350701"/>
                </a:lnTo>
                <a:lnTo>
                  <a:pt x="180089" y="254211"/>
                </a:lnTo>
                <a:lnTo>
                  <a:pt x="180089" y="197151"/>
                </a:lnTo>
                <a:lnTo>
                  <a:pt x="109759" y="182175"/>
                </a:lnTo>
                <a:cubicBezTo>
                  <a:pt x="104451" y="181037"/>
                  <a:pt x="99901" y="177625"/>
                  <a:pt x="97247" y="172886"/>
                </a:cubicBezTo>
                <a:cubicBezTo>
                  <a:pt x="94594" y="168147"/>
                  <a:pt x="94025" y="162460"/>
                  <a:pt x="95731" y="157152"/>
                </a:cubicBezTo>
                <a:lnTo>
                  <a:pt x="99333" y="145967"/>
                </a:lnTo>
                <a:cubicBezTo>
                  <a:pt x="102366" y="136678"/>
                  <a:pt x="111465" y="131181"/>
                  <a:pt x="120754" y="132887"/>
                </a:cubicBezTo>
                <a:close/>
                <a:moveTo>
                  <a:pt x="227291" y="75827"/>
                </a:moveTo>
                <a:cubicBezTo>
                  <a:pt x="214211" y="75827"/>
                  <a:pt x="203595" y="86443"/>
                  <a:pt x="203595" y="99523"/>
                </a:cubicBezTo>
                <a:cubicBezTo>
                  <a:pt x="203595" y="112603"/>
                  <a:pt x="214211" y="123219"/>
                  <a:pt x="227291" y="123219"/>
                </a:cubicBezTo>
                <a:cubicBezTo>
                  <a:pt x="240371" y="123219"/>
                  <a:pt x="250987" y="112603"/>
                  <a:pt x="250987" y="99523"/>
                </a:cubicBezTo>
                <a:cubicBezTo>
                  <a:pt x="250987" y="86443"/>
                  <a:pt x="240371" y="75827"/>
                  <a:pt x="227291" y="75827"/>
                </a:cubicBezTo>
                <a:close/>
                <a:moveTo>
                  <a:pt x="227291" y="56870"/>
                </a:moveTo>
                <a:cubicBezTo>
                  <a:pt x="250797" y="56870"/>
                  <a:pt x="269944" y="76016"/>
                  <a:pt x="269944" y="99523"/>
                </a:cubicBezTo>
                <a:cubicBezTo>
                  <a:pt x="269944" y="123029"/>
                  <a:pt x="250797" y="142176"/>
                  <a:pt x="227291" y="142176"/>
                </a:cubicBezTo>
                <a:cubicBezTo>
                  <a:pt x="203784" y="142176"/>
                  <a:pt x="184638" y="123029"/>
                  <a:pt x="184638" y="99523"/>
                </a:cubicBezTo>
                <a:cubicBezTo>
                  <a:pt x="184638" y="76016"/>
                  <a:pt x="203784" y="56870"/>
                  <a:pt x="227291" y="56870"/>
                </a:cubicBezTo>
                <a:close/>
                <a:moveTo>
                  <a:pt x="227482" y="18957"/>
                </a:moveTo>
                <a:cubicBezTo>
                  <a:pt x="112414" y="18957"/>
                  <a:pt x="18957" y="112414"/>
                  <a:pt x="18957" y="227482"/>
                </a:cubicBezTo>
                <a:cubicBezTo>
                  <a:pt x="18957" y="342550"/>
                  <a:pt x="112414" y="436007"/>
                  <a:pt x="227482" y="436007"/>
                </a:cubicBezTo>
                <a:cubicBezTo>
                  <a:pt x="342550" y="436007"/>
                  <a:pt x="436007" y="342550"/>
                  <a:pt x="436007" y="227482"/>
                </a:cubicBezTo>
                <a:cubicBezTo>
                  <a:pt x="436007" y="112414"/>
                  <a:pt x="342550" y="18957"/>
                  <a:pt x="227482" y="18957"/>
                </a:cubicBezTo>
                <a:close/>
                <a:moveTo>
                  <a:pt x="227482" y="0"/>
                </a:moveTo>
                <a:cubicBezTo>
                  <a:pt x="352976" y="0"/>
                  <a:pt x="454964" y="101988"/>
                  <a:pt x="454964" y="227482"/>
                </a:cubicBezTo>
                <a:cubicBezTo>
                  <a:pt x="454964" y="352976"/>
                  <a:pt x="352976" y="454964"/>
                  <a:pt x="227482" y="454964"/>
                </a:cubicBezTo>
                <a:cubicBezTo>
                  <a:pt x="101988" y="454964"/>
                  <a:pt x="0" y="352976"/>
                  <a:pt x="0" y="227482"/>
                </a:cubicBezTo>
                <a:cubicBezTo>
                  <a:pt x="0" y="101988"/>
                  <a:pt x="101988" y="0"/>
                  <a:pt x="227482" y="0"/>
                </a:cubicBez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68" name="Graphic 151" descr="House icon.">
            <a:extLst>
              <a:ext uri="{FF2B5EF4-FFF2-40B4-BE49-F238E27FC236}">
                <a16:creationId xmlns:a16="http://schemas.microsoft.com/office/drawing/2014/main" id="{C107E627-9B74-402F-99A5-F09DC461D6A6}"/>
              </a:ext>
            </a:extLst>
          </p:cNvPr>
          <p:cNvSpPr>
            <a:spLocks noChangeAspect="1"/>
          </p:cNvSpPr>
          <p:nvPr/>
        </p:nvSpPr>
        <p:spPr>
          <a:xfrm>
            <a:off x="4655669" y="5200769"/>
            <a:ext cx="420499" cy="439528"/>
          </a:xfrm>
          <a:custGeom>
            <a:avLst/>
            <a:gdLst>
              <a:gd name="connsiteX0" fmla="*/ 401203 w 420499"/>
              <a:gd name="connsiteY0" fmla="*/ 439528 h 439528"/>
              <a:gd name="connsiteX1" fmla="*/ 267469 w 420499"/>
              <a:gd name="connsiteY1" fmla="*/ 439528 h 439528"/>
              <a:gd name="connsiteX2" fmla="*/ 248364 w 420499"/>
              <a:gd name="connsiteY2" fmla="*/ 420423 h 439528"/>
              <a:gd name="connsiteX3" fmla="*/ 248364 w 420499"/>
              <a:gd name="connsiteY3" fmla="*/ 267584 h 439528"/>
              <a:gd name="connsiteX4" fmla="*/ 171944 w 420499"/>
              <a:gd name="connsiteY4" fmla="*/ 267584 h 439528"/>
              <a:gd name="connsiteX5" fmla="*/ 171944 w 420499"/>
              <a:gd name="connsiteY5" fmla="*/ 420423 h 439528"/>
              <a:gd name="connsiteX6" fmla="*/ 152839 w 420499"/>
              <a:gd name="connsiteY6" fmla="*/ 439528 h 439528"/>
              <a:gd name="connsiteX7" fmla="*/ 19105 w 420499"/>
              <a:gd name="connsiteY7" fmla="*/ 439528 h 439528"/>
              <a:gd name="connsiteX8" fmla="*/ 0 w 420499"/>
              <a:gd name="connsiteY8" fmla="*/ 420423 h 439528"/>
              <a:gd name="connsiteX9" fmla="*/ 0 w 420499"/>
              <a:gd name="connsiteY9" fmla="*/ 214663 h 439528"/>
              <a:gd name="connsiteX10" fmla="*/ 5540 w 420499"/>
              <a:gd name="connsiteY10" fmla="*/ 201290 h 439528"/>
              <a:gd name="connsiteX11" fmla="*/ 196399 w 420499"/>
              <a:gd name="connsiteY11" fmla="*/ 5847 h 439528"/>
              <a:gd name="connsiteX12" fmla="*/ 223413 w 420499"/>
              <a:gd name="connsiteY12" fmla="*/ 5349 h 439528"/>
              <a:gd name="connsiteX13" fmla="*/ 223910 w 420499"/>
              <a:gd name="connsiteY13" fmla="*/ 5847 h 439528"/>
              <a:gd name="connsiteX14" fmla="*/ 414959 w 420499"/>
              <a:gd name="connsiteY14" fmla="*/ 201290 h 439528"/>
              <a:gd name="connsiteX15" fmla="*/ 420499 w 420499"/>
              <a:gd name="connsiteY15" fmla="*/ 214663 h 439528"/>
              <a:gd name="connsiteX16" fmla="*/ 420499 w 420499"/>
              <a:gd name="connsiteY16" fmla="*/ 420423 h 439528"/>
              <a:gd name="connsiteX17" fmla="*/ 401394 w 420499"/>
              <a:gd name="connsiteY17" fmla="*/ 439528 h 439528"/>
              <a:gd name="connsiteX18" fmla="*/ 401203 w 420499"/>
              <a:gd name="connsiteY18" fmla="*/ 439528 h 439528"/>
              <a:gd name="connsiteX19" fmla="*/ 171944 w 420499"/>
              <a:gd name="connsiteY19" fmla="*/ 248479 h 439528"/>
              <a:gd name="connsiteX20" fmla="*/ 248364 w 420499"/>
              <a:gd name="connsiteY20" fmla="*/ 248479 h 439528"/>
              <a:gd name="connsiteX21" fmla="*/ 267469 w 420499"/>
              <a:gd name="connsiteY21" fmla="*/ 267584 h 439528"/>
              <a:gd name="connsiteX22" fmla="*/ 267469 w 420499"/>
              <a:gd name="connsiteY22" fmla="*/ 420423 h 439528"/>
              <a:gd name="connsiteX23" fmla="*/ 401203 w 420499"/>
              <a:gd name="connsiteY23" fmla="*/ 420423 h 439528"/>
              <a:gd name="connsiteX24" fmla="*/ 401203 w 420499"/>
              <a:gd name="connsiteY24" fmla="*/ 214663 h 439528"/>
              <a:gd name="connsiteX25" fmla="*/ 401203 w 420499"/>
              <a:gd name="connsiteY25" fmla="*/ 214663 h 439528"/>
              <a:gd name="connsiteX26" fmla="*/ 210154 w 420499"/>
              <a:gd name="connsiteY26" fmla="*/ 19220 h 439528"/>
              <a:gd name="connsiteX27" fmla="*/ 19105 w 420499"/>
              <a:gd name="connsiteY27" fmla="*/ 214663 h 439528"/>
              <a:gd name="connsiteX28" fmla="*/ 19105 w 420499"/>
              <a:gd name="connsiteY28" fmla="*/ 420423 h 439528"/>
              <a:gd name="connsiteX29" fmla="*/ 152839 w 420499"/>
              <a:gd name="connsiteY29" fmla="*/ 420423 h 439528"/>
              <a:gd name="connsiteX30" fmla="*/ 152839 w 420499"/>
              <a:gd name="connsiteY30" fmla="*/ 267584 h 439528"/>
              <a:gd name="connsiteX31" fmla="*/ 171944 w 420499"/>
              <a:gd name="connsiteY31" fmla="*/ 248479 h 43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20499" h="439528">
                <a:moveTo>
                  <a:pt x="401203" y="439528"/>
                </a:moveTo>
                <a:lnTo>
                  <a:pt x="267469" y="439528"/>
                </a:lnTo>
                <a:cubicBezTo>
                  <a:pt x="256917" y="439528"/>
                  <a:pt x="248364" y="430975"/>
                  <a:pt x="248364" y="420423"/>
                </a:cubicBezTo>
                <a:lnTo>
                  <a:pt x="248364" y="267584"/>
                </a:lnTo>
                <a:lnTo>
                  <a:pt x="171944" y="267584"/>
                </a:lnTo>
                <a:lnTo>
                  <a:pt x="171944" y="420423"/>
                </a:lnTo>
                <a:cubicBezTo>
                  <a:pt x="171944" y="430975"/>
                  <a:pt x="163391" y="439528"/>
                  <a:pt x="152839" y="439528"/>
                </a:cubicBezTo>
                <a:lnTo>
                  <a:pt x="19105" y="439528"/>
                </a:lnTo>
                <a:cubicBezTo>
                  <a:pt x="8554" y="439528"/>
                  <a:pt x="0" y="430975"/>
                  <a:pt x="0" y="420423"/>
                </a:cubicBezTo>
                <a:lnTo>
                  <a:pt x="0" y="214663"/>
                </a:lnTo>
                <a:cubicBezTo>
                  <a:pt x="21" y="209652"/>
                  <a:pt x="2011" y="204849"/>
                  <a:pt x="5540" y="201290"/>
                </a:cubicBezTo>
                <a:lnTo>
                  <a:pt x="196399" y="5847"/>
                </a:lnTo>
                <a:cubicBezTo>
                  <a:pt x="203721" y="-1750"/>
                  <a:pt x="215815" y="-1973"/>
                  <a:pt x="223413" y="5349"/>
                </a:cubicBezTo>
                <a:cubicBezTo>
                  <a:pt x="223581" y="5512"/>
                  <a:pt x="223747" y="5678"/>
                  <a:pt x="223910" y="5847"/>
                </a:cubicBezTo>
                <a:lnTo>
                  <a:pt x="414959" y="201290"/>
                </a:lnTo>
                <a:cubicBezTo>
                  <a:pt x="418487" y="204849"/>
                  <a:pt x="420478" y="209652"/>
                  <a:pt x="420499" y="214663"/>
                </a:cubicBezTo>
                <a:lnTo>
                  <a:pt x="420499" y="420423"/>
                </a:lnTo>
                <a:cubicBezTo>
                  <a:pt x="420499" y="430975"/>
                  <a:pt x="411946" y="439528"/>
                  <a:pt x="401394" y="439528"/>
                </a:cubicBezTo>
                <a:cubicBezTo>
                  <a:pt x="401331" y="439528"/>
                  <a:pt x="401266" y="439528"/>
                  <a:pt x="401203" y="439528"/>
                </a:cubicBezTo>
                <a:close/>
                <a:moveTo>
                  <a:pt x="171944" y="248479"/>
                </a:moveTo>
                <a:lnTo>
                  <a:pt x="248364" y="248479"/>
                </a:lnTo>
                <a:cubicBezTo>
                  <a:pt x="258916" y="248479"/>
                  <a:pt x="267469" y="257032"/>
                  <a:pt x="267469" y="267584"/>
                </a:cubicBezTo>
                <a:lnTo>
                  <a:pt x="267469" y="420423"/>
                </a:lnTo>
                <a:lnTo>
                  <a:pt x="401203" y="420423"/>
                </a:lnTo>
                <a:lnTo>
                  <a:pt x="401203" y="214663"/>
                </a:lnTo>
                <a:lnTo>
                  <a:pt x="401203" y="214663"/>
                </a:lnTo>
                <a:lnTo>
                  <a:pt x="210154" y="19220"/>
                </a:lnTo>
                <a:lnTo>
                  <a:pt x="19105" y="214663"/>
                </a:lnTo>
                <a:lnTo>
                  <a:pt x="19105" y="420423"/>
                </a:lnTo>
                <a:lnTo>
                  <a:pt x="152839" y="420423"/>
                </a:lnTo>
                <a:lnTo>
                  <a:pt x="152839" y="267584"/>
                </a:lnTo>
                <a:cubicBezTo>
                  <a:pt x="152839" y="257032"/>
                  <a:pt x="161393" y="248479"/>
                  <a:pt x="171944" y="248479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Graphic 160" descr="Map pin icon.">
            <a:extLst>
              <a:ext uri="{FF2B5EF4-FFF2-40B4-BE49-F238E27FC236}">
                <a16:creationId xmlns:a16="http://schemas.microsoft.com/office/drawing/2014/main" id="{DFF3A69B-98FC-4B1B-B36D-3D56CF368F27}"/>
              </a:ext>
            </a:extLst>
          </p:cNvPr>
          <p:cNvSpPr>
            <a:spLocks noChangeAspect="1"/>
          </p:cNvSpPr>
          <p:nvPr/>
        </p:nvSpPr>
        <p:spPr>
          <a:xfrm>
            <a:off x="5921667" y="5218285"/>
            <a:ext cx="344093" cy="440300"/>
          </a:xfrm>
          <a:custGeom>
            <a:avLst/>
            <a:gdLst>
              <a:gd name="connsiteX0" fmla="*/ 171944 w 344093"/>
              <a:gd name="connsiteY0" fmla="*/ 440300 h 440300"/>
              <a:gd name="connsiteX1" fmla="*/ 156660 w 344093"/>
              <a:gd name="connsiteY1" fmla="*/ 432658 h 440300"/>
              <a:gd name="connsiteX2" fmla="*/ 24836 w 344093"/>
              <a:gd name="connsiteY2" fmla="*/ 241609 h 440300"/>
              <a:gd name="connsiteX3" fmla="*/ 0 w 344093"/>
              <a:gd name="connsiteY3" fmla="*/ 165190 h 440300"/>
              <a:gd name="connsiteX4" fmla="*/ 57315 w 344093"/>
              <a:gd name="connsiteY4" fmla="*/ 42918 h 440300"/>
              <a:gd name="connsiteX5" fmla="*/ 202512 w 344093"/>
              <a:gd name="connsiteY5" fmla="*/ 2798 h 440300"/>
              <a:gd name="connsiteX6" fmla="*/ 343889 w 344093"/>
              <a:gd name="connsiteY6" fmla="*/ 149906 h 440300"/>
              <a:gd name="connsiteX7" fmla="*/ 309500 w 344093"/>
              <a:gd name="connsiteY7" fmla="*/ 249251 h 440300"/>
              <a:gd name="connsiteX8" fmla="*/ 187228 w 344093"/>
              <a:gd name="connsiteY8" fmla="*/ 430748 h 440300"/>
              <a:gd name="connsiteX9" fmla="*/ 171944 w 344093"/>
              <a:gd name="connsiteY9" fmla="*/ 440300 h 440300"/>
              <a:gd name="connsiteX10" fmla="*/ 173855 w 344093"/>
              <a:gd name="connsiteY10" fmla="*/ 19992 h 440300"/>
              <a:gd name="connsiteX11" fmla="*/ 70688 w 344093"/>
              <a:gd name="connsiteY11" fmla="*/ 58202 h 440300"/>
              <a:gd name="connsiteX12" fmla="*/ 19105 w 344093"/>
              <a:gd name="connsiteY12" fmla="*/ 165190 h 440300"/>
              <a:gd name="connsiteX13" fmla="*/ 40120 w 344093"/>
              <a:gd name="connsiteY13" fmla="*/ 230146 h 440300"/>
              <a:gd name="connsiteX14" fmla="*/ 171944 w 344093"/>
              <a:gd name="connsiteY14" fmla="*/ 421195 h 440300"/>
              <a:gd name="connsiteX15" fmla="*/ 171944 w 344093"/>
              <a:gd name="connsiteY15" fmla="*/ 421195 h 440300"/>
              <a:gd name="connsiteX16" fmla="*/ 294216 w 344093"/>
              <a:gd name="connsiteY16" fmla="*/ 239699 h 440300"/>
              <a:gd name="connsiteX17" fmla="*/ 324784 w 344093"/>
              <a:gd name="connsiteY17" fmla="*/ 151816 h 440300"/>
              <a:gd name="connsiteX18" fmla="*/ 198691 w 344093"/>
              <a:gd name="connsiteY18" fmla="*/ 21903 h 440300"/>
              <a:gd name="connsiteX19" fmla="*/ 173855 w 344093"/>
              <a:gd name="connsiteY19" fmla="*/ 19992 h 440300"/>
              <a:gd name="connsiteX20" fmla="*/ 173855 w 344093"/>
              <a:gd name="connsiteY20" fmla="*/ 19992 h 440300"/>
              <a:gd name="connsiteX21" fmla="*/ 141376 w 344093"/>
              <a:gd name="connsiteY21" fmla="*/ 111696 h 440300"/>
              <a:gd name="connsiteX22" fmla="*/ 152839 w 344093"/>
              <a:gd name="connsiteY22" fmla="*/ 115517 h 440300"/>
              <a:gd name="connsiteX23" fmla="*/ 171944 w 344093"/>
              <a:gd name="connsiteY23" fmla="*/ 134622 h 440300"/>
              <a:gd name="connsiteX24" fmla="*/ 191049 w 344093"/>
              <a:gd name="connsiteY24" fmla="*/ 115517 h 440300"/>
              <a:gd name="connsiteX25" fmla="*/ 202512 w 344093"/>
              <a:gd name="connsiteY25" fmla="*/ 109785 h 440300"/>
              <a:gd name="connsiteX26" fmla="*/ 213975 w 344093"/>
              <a:gd name="connsiteY26" fmla="*/ 115517 h 440300"/>
              <a:gd name="connsiteX27" fmla="*/ 236901 w 344093"/>
              <a:gd name="connsiteY27" fmla="*/ 140353 h 440300"/>
              <a:gd name="connsiteX28" fmla="*/ 236901 w 344093"/>
              <a:gd name="connsiteY28" fmla="*/ 163279 h 440300"/>
              <a:gd name="connsiteX29" fmla="*/ 236901 w 344093"/>
              <a:gd name="connsiteY29" fmla="*/ 163279 h 440300"/>
              <a:gd name="connsiteX30" fmla="*/ 171944 w 344093"/>
              <a:gd name="connsiteY30" fmla="*/ 230146 h 440300"/>
              <a:gd name="connsiteX31" fmla="*/ 105077 w 344093"/>
              <a:gd name="connsiteY31" fmla="*/ 163279 h 440300"/>
              <a:gd name="connsiteX32" fmla="*/ 105077 w 344093"/>
              <a:gd name="connsiteY32" fmla="*/ 140353 h 440300"/>
              <a:gd name="connsiteX33" fmla="*/ 105077 w 344093"/>
              <a:gd name="connsiteY33" fmla="*/ 140353 h 440300"/>
              <a:gd name="connsiteX34" fmla="*/ 128003 w 344093"/>
              <a:gd name="connsiteY34" fmla="*/ 115517 h 440300"/>
              <a:gd name="connsiteX35" fmla="*/ 141376 w 344093"/>
              <a:gd name="connsiteY35" fmla="*/ 111696 h 44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4093" h="440300">
                <a:moveTo>
                  <a:pt x="171944" y="440300"/>
                </a:moveTo>
                <a:cubicBezTo>
                  <a:pt x="166213" y="440300"/>
                  <a:pt x="160481" y="436479"/>
                  <a:pt x="156660" y="432658"/>
                </a:cubicBezTo>
                <a:lnTo>
                  <a:pt x="24836" y="241609"/>
                </a:lnTo>
                <a:cubicBezTo>
                  <a:pt x="7642" y="218683"/>
                  <a:pt x="0" y="191936"/>
                  <a:pt x="0" y="165190"/>
                </a:cubicBezTo>
                <a:cubicBezTo>
                  <a:pt x="0" y="117427"/>
                  <a:pt x="21015" y="73486"/>
                  <a:pt x="57315" y="42918"/>
                </a:cubicBezTo>
                <a:cubicBezTo>
                  <a:pt x="97435" y="8529"/>
                  <a:pt x="149018" y="-6755"/>
                  <a:pt x="202512" y="2798"/>
                </a:cubicBezTo>
                <a:cubicBezTo>
                  <a:pt x="278932" y="12350"/>
                  <a:pt x="336247" y="73486"/>
                  <a:pt x="343889" y="149906"/>
                </a:cubicBezTo>
                <a:cubicBezTo>
                  <a:pt x="345799" y="186205"/>
                  <a:pt x="334336" y="222504"/>
                  <a:pt x="309500" y="249251"/>
                </a:cubicBezTo>
                <a:lnTo>
                  <a:pt x="187228" y="430748"/>
                </a:lnTo>
                <a:cubicBezTo>
                  <a:pt x="185318" y="436479"/>
                  <a:pt x="177676" y="440300"/>
                  <a:pt x="171944" y="440300"/>
                </a:cubicBezTo>
                <a:close/>
                <a:moveTo>
                  <a:pt x="173855" y="19992"/>
                </a:moveTo>
                <a:cubicBezTo>
                  <a:pt x="135645" y="19992"/>
                  <a:pt x="99346" y="33366"/>
                  <a:pt x="70688" y="58202"/>
                </a:cubicBezTo>
                <a:cubicBezTo>
                  <a:pt x="38210" y="84949"/>
                  <a:pt x="19105" y="123159"/>
                  <a:pt x="19105" y="165190"/>
                </a:cubicBezTo>
                <a:cubicBezTo>
                  <a:pt x="19105" y="188115"/>
                  <a:pt x="26747" y="211041"/>
                  <a:pt x="40120" y="230146"/>
                </a:cubicBezTo>
                <a:lnTo>
                  <a:pt x="171944" y="421195"/>
                </a:lnTo>
                <a:lnTo>
                  <a:pt x="171944" y="421195"/>
                </a:lnTo>
                <a:lnTo>
                  <a:pt x="294216" y="239699"/>
                </a:lnTo>
                <a:cubicBezTo>
                  <a:pt x="315231" y="214862"/>
                  <a:pt x="326694" y="184294"/>
                  <a:pt x="324784" y="151816"/>
                </a:cubicBezTo>
                <a:cubicBezTo>
                  <a:pt x="317142" y="84949"/>
                  <a:pt x="265558" y="31455"/>
                  <a:pt x="198691" y="21903"/>
                </a:cubicBezTo>
                <a:cubicBezTo>
                  <a:pt x="191049" y="19992"/>
                  <a:pt x="181497" y="19992"/>
                  <a:pt x="173855" y="19992"/>
                </a:cubicBezTo>
                <a:lnTo>
                  <a:pt x="173855" y="19992"/>
                </a:lnTo>
                <a:close/>
                <a:moveTo>
                  <a:pt x="141376" y="111696"/>
                </a:moveTo>
                <a:cubicBezTo>
                  <a:pt x="145197" y="111696"/>
                  <a:pt x="150929" y="113606"/>
                  <a:pt x="152839" y="115517"/>
                </a:cubicBezTo>
                <a:lnTo>
                  <a:pt x="171944" y="134622"/>
                </a:lnTo>
                <a:lnTo>
                  <a:pt x="191049" y="115517"/>
                </a:lnTo>
                <a:cubicBezTo>
                  <a:pt x="194870" y="111696"/>
                  <a:pt x="198691" y="109785"/>
                  <a:pt x="202512" y="109785"/>
                </a:cubicBezTo>
                <a:cubicBezTo>
                  <a:pt x="206333" y="109785"/>
                  <a:pt x="212065" y="111696"/>
                  <a:pt x="213975" y="115517"/>
                </a:cubicBezTo>
                <a:lnTo>
                  <a:pt x="236901" y="140353"/>
                </a:lnTo>
                <a:cubicBezTo>
                  <a:pt x="242632" y="146085"/>
                  <a:pt x="242632" y="157548"/>
                  <a:pt x="236901" y="163279"/>
                </a:cubicBezTo>
                <a:cubicBezTo>
                  <a:pt x="236901" y="163279"/>
                  <a:pt x="236901" y="163279"/>
                  <a:pt x="236901" y="163279"/>
                </a:cubicBezTo>
                <a:lnTo>
                  <a:pt x="171944" y="230146"/>
                </a:lnTo>
                <a:lnTo>
                  <a:pt x="105077" y="163279"/>
                </a:lnTo>
                <a:cubicBezTo>
                  <a:pt x="99346" y="157548"/>
                  <a:pt x="99346" y="146085"/>
                  <a:pt x="105077" y="140353"/>
                </a:cubicBezTo>
                <a:cubicBezTo>
                  <a:pt x="105077" y="140353"/>
                  <a:pt x="105077" y="140353"/>
                  <a:pt x="105077" y="140353"/>
                </a:cubicBezTo>
                <a:lnTo>
                  <a:pt x="128003" y="115517"/>
                </a:lnTo>
                <a:cubicBezTo>
                  <a:pt x="131824" y="111696"/>
                  <a:pt x="135645" y="111696"/>
                  <a:pt x="141376" y="111696"/>
                </a:cubicBezTo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" name="Freeform 5" descr="Gear icon.">
            <a:extLst>
              <a:ext uri="{FF2B5EF4-FFF2-40B4-BE49-F238E27FC236}">
                <a16:creationId xmlns:a16="http://schemas.microsoft.com/office/drawing/2014/main" id="{E886441B-8789-4AA1-879F-528D05F6C98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087556" y="5201385"/>
            <a:ext cx="457200" cy="457200"/>
          </a:xfrm>
          <a:custGeom>
            <a:avLst/>
            <a:gdLst>
              <a:gd name="T0" fmla="*/ 750 w 2400"/>
              <a:gd name="T1" fmla="*/ 1200 h 2400"/>
              <a:gd name="T2" fmla="*/ 1650 w 2400"/>
              <a:gd name="T3" fmla="*/ 1200 h 2400"/>
              <a:gd name="T4" fmla="*/ 1200 w 2400"/>
              <a:gd name="T5" fmla="*/ 1550 h 2400"/>
              <a:gd name="T6" fmla="*/ 1200 w 2400"/>
              <a:gd name="T7" fmla="*/ 850 h 2400"/>
              <a:gd name="T8" fmla="*/ 1200 w 2400"/>
              <a:gd name="T9" fmla="*/ 1550 h 2400"/>
              <a:gd name="T10" fmla="*/ 2056 w 2400"/>
              <a:gd name="T11" fmla="*/ 925 h 2400"/>
              <a:gd name="T12" fmla="*/ 2142 w 2400"/>
              <a:gd name="T13" fmla="*/ 552 h 2400"/>
              <a:gd name="T14" fmla="*/ 1970 w 2400"/>
              <a:gd name="T15" fmla="*/ 273 h 2400"/>
              <a:gd name="T16" fmla="*/ 1611 w 2400"/>
              <a:gd name="T17" fmla="*/ 400 h 2400"/>
              <a:gd name="T18" fmla="*/ 1408 w 2400"/>
              <a:gd name="T19" fmla="*/ 75 h 2400"/>
              <a:gd name="T20" fmla="*/ 1089 w 2400"/>
              <a:gd name="T21" fmla="*/ 0 h 2400"/>
              <a:gd name="T22" fmla="*/ 925 w 2400"/>
              <a:gd name="T23" fmla="*/ 344 h 2400"/>
              <a:gd name="T24" fmla="*/ 552 w 2400"/>
              <a:gd name="T25" fmla="*/ 258 h 2400"/>
              <a:gd name="T26" fmla="*/ 273 w 2400"/>
              <a:gd name="T27" fmla="*/ 430 h 2400"/>
              <a:gd name="T28" fmla="*/ 400 w 2400"/>
              <a:gd name="T29" fmla="*/ 789 h 2400"/>
              <a:gd name="T30" fmla="*/ 75 w 2400"/>
              <a:gd name="T31" fmla="*/ 992 h 2400"/>
              <a:gd name="T32" fmla="*/ 0 w 2400"/>
              <a:gd name="T33" fmla="*/ 1311 h 2400"/>
              <a:gd name="T34" fmla="*/ 344 w 2400"/>
              <a:gd name="T35" fmla="*/ 1475 h 2400"/>
              <a:gd name="T36" fmla="*/ 258 w 2400"/>
              <a:gd name="T37" fmla="*/ 1848 h 2400"/>
              <a:gd name="T38" fmla="*/ 430 w 2400"/>
              <a:gd name="T39" fmla="*/ 2127 h 2400"/>
              <a:gd name="T40" fmla="*/ 789 w 2400"/>
              <a:gd name="T41" fmla="*/ 2000 h 2400"/>
              <a:gd name="T42" fmla="*/ 992 w 2400"/>
              <a:gd name="T43" fmla="*/ 2325 h 2400"/>
              <a:gd name="T44" fmla="*/ 1311 w 2400"/>
              <a:gd name="T45" fmla="*/ 2400 h 2400"/>
              <a:gd name="T46" fmla="*/ 1475 w 2400"/>
              <a:gd name="T47" fmla="*/ 2056 h 2400"/>
              <a:gd name="T48" fmla="*/ 1848 w 2400"/>
              <a:gd name="T49" fmla="*/ 2142 h 2400"/>
              <a:gd name="T50" fmla="*/ 2127 w 2400"/>
              <a:gd name="T51" fmla="*/ 1970 h 2400"/>
              <a:gd name="T52" fmla="*/ 2000 w 2400"/>
              <a:gd name="T53" fmla="*/ 1611 h 2400"/>
              <a:gd name="T54" fmla="*/ 2325 w 2400"/>
              <a:gd name="T55" fmla="*/ 1408 h 2400"/>
              <a:gd name="T56" fmla="*/ 2400 w 2400"/>
              <a:gd name="T57" fmla="*/ 1089 h 2400"/>
              <a:gd name="T58" fmla="*/ 2031 w 2400"/>
              <a:gd name="T59" fmla="*/ 1378 h 2400"/>
              <a:gd name="T60" fmla="*/ 1911 w 2400"/>
              <a:gd name="T61" fmla="*/ 1565 h 2400"/>
              <a:gd name="T62" fmla="*/ 2056 w 2400"/>
              <a:gd name="T63" fmla="*/ 1899 h 2400"/>
              <a:gd name="T64" fmla="*/ 1662 w 2400"/>
              <a:gd name="T65" fmla="*/ 1914 h 2400"/>
              <a:gd name="T66" fmla="*/ 1445 w 2400"/>
              <a:gd name="T67" fmla="*/ 1961 h 2400"/>
              <a:gd name="T68" fmla="*/ 1311 w 2400"/>
              <a:gd name="T69" fmla="*/ 2300 h 2400"/>
              <a:gd name="T70" fmla="*/ 1022 w 2400"/>
              <a:gd name="T71" fmla="*/ 2031 h 2400"/>
              <a:gd name="T72" fmla="*/ 835 w 2400"/>
              <a:gd name="T73" fmla="*/ 1911 h 2400"/>
              <a:gd name="T74" fmla="*/ 738 w 2400"/>
              <a:gd name="T75" fmla="*/ 1914 h 2400"/>
              <a:gd name="T76" fmla="*/ 343 w 2400"/>
              <a:gd name="T77" fmla="*/ 1900 h 2400"/>
              <a:gd name="T78" fmla="*/ 489 w 2400"/>
              <a:gd name="T79" fmla="*/ 1566 h 2400"/>
              <a:gd name="T80" fmla="*/ 368 w 2400"/>
              <a:gd name="T81" fmla="*/ 1378 h 2400"/>
              <a:gd name="T82" fmla="*/ 99 w 2400"/>
              <a:gd name="T83" fmla="*/ 1089 h 2400"/>
              <a:gd name="T84" fmla="*/ 439 w 2400"/>
              <a:gd name="T85" fmla="*/ 955 h 2400"/>
              <a:gd name="T86" fmla="*/ 486 w 2400"/>
              <a:gd name="T87" fmla="*/ 738 h 2400"/>
              <a:gd name="T88" fmla="*/ 500 w 2400"/>
              <a:gd name="T89" fmla="*/ 343 h 2400"/>
              <a:gd name="T90" fmla="*/ 834 w 2400"/>
              <a:gd name="T91" fmla="*/ 489 h 2400"/>
              <a:gd name="T92" fmla="*/ 1022 w 2400"/>
              <a:gd name="T93" fmla="*/ 368 h 2400"/>
              <a:gd name="T94" fmla="*/ 1311 w 2400"/>
              <a:gd name="T95" fmla="*/ 99 h 2400"/>
              <a:gd name="T96" fmla="*/ 1445 w 2400"/>
              <a:gd name="T97" fmla="*/ 439 h 2400"/>
              <a:gd name="T98" fmla="*/ 1662 w 2400"/>
              <a:gd name="T99" fmla="*/ 486 h 2400"/>
              <a:gd name="T100" fmla="*/ 2056 w 2400"/>
              <a:gd name="T101" fmla="*/ 500 h 2400"/>
              <a:gd name="T102" fmla="*/ 1911 w 2400"/>
              <a:gd name="T103" fmla="*/ 834 h 2400"/>
              <a:gd name="T104" fmla="*/ 2031 w 2400"/>
              <a:gd name="T105" fmla="*/ 1022 h 2400"/>
              <a:gd name="T106" fmla="*/ 2301 w 2400"/>
              <a:gd name="T107" fmla="*/ 1311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400" h="2400">
                <a:moveTo>
                  <a:pt x="1200" y="750"/>
                </a:moveTo>
                <a:cubicBezTo>
                  <a:pt x="952" y="750"/>
                  <a:pt x="750" y="952"/>
                  <a:pt x="750" y="1200"/>
                </a:cubicBezTo>
                <a:cubicBezTo>
                  <a:pt x="750" y="1448"/>
                  <a:pt x="952" y="1650"/>
                  <a:pt x="1200" y="1650"/>
                </a:cubicBezTo>
                <a:cubicBezTo>
                  <a:pt x="1448" y="1650"/>
                  <a:pt x="1650" y="1448"/>
                  <a:pt x="1650" y="1200"/>
                </a:cubicBezTo>
                <a:cubicBezTo>
                  <a:pt x="1650" y="952"/>
                  <a:pt x="1448" y="750"/>
                  <a:pt x="1200" y="750"/>
                </a:cubicBezTo>
                <a:close/>
                <a:moveTo>
                  <a:pt x="1200" y="1550"/>
                </a:moveTo>
                <a:cubicBezTo>
                  <a:pt x="1007" y="1550"/>
                  <a:pt x="850" y="1393"/>
                  <a:pt x="850" y="1200"/>
                </a:cubicBezTo>
                <a:cubicBezTo>
                  <a:pt x="850" y="1007"/>
                  <a:pt x="1007" y="850"/>
                  <a:pt x="1200" y="850"/>
                </a:cubicBezTo>
                <a:cubicBezTo>
                  <a:pt x="1393" y="850"/>
                  <a:pt x="1550" y="1007"/>
                  <a:pt x="1550" y="1200"/>
                </a:cubicBezTo>
                <a:cubicBezTo>
                  <a:pt x="1550" y="1393"/>
                  <a:pt x="1393" y="1550"/>
                  <a:pt x="1200" y="1550"/>
                </a:cubicBezTo>
                <a:close/>
                <a:moveTo>
                  <a:pt x="2324" y="992"/>
                </a:moveTo>
                <a:cubicBezTo>
                  <a:pt x="2056" y="925"/>
                  <a:pt x="2056" y="925"/>
                  <a:pt x="2056" y="925"/>
                </a:cubicBezTo>
                <a:cubicBezTo>
                  <a:pt x="2041" y="877"/>
                  <a:pt x="2022" y="832"/>
                  <a:pt x="2000" y="789"/>
                </a:cubicBezTo>
                <a:cubicBezTo>
                  <a:pt x="2142" y="552"/>
                  <a:pt x="2142" y="552"/>
                  <a:pt x="2142" y="552"/>
                </a:cubicBezTo>
                <a:cubicBezTo>
                  <a:pt x="2166" y="513"/>
                  <a:pt x="2159" y="462"/>
                  <a:pt x="2127" y="430"/>
                </a:cubicBezTo>
                <a:cubicBezTo>
                  <a:pt x="1970" y="273"/>
                  <a:pt x="1970" y="273"/>
                  <a:pt x="1970" y="273"/>
                </a:cubicBezTo>
                <a:cubicBezTo>
                  <a:pt x="1937" y="240"/>
                  <a:pt x="1887" y="234"/>
                  <a:pt x="1848" y="258"/>
                </a:cubicBezTo>
                <a:cubicBezTo>
                  <a:pt x="1611" y="400"/>
                  <a:pt x="1611" y="400"/>
                  <a:pt x="1611" y="400"/>
                </a:cubicBezTo>
                <a:cubicBezTo>
                  <a:pt x="1568" y="378"/>
                  <a:pt x="1522" y="359"/>
                  <a:pt x="1475" y="344"/>
                </a:cubicBezTo>
                <a:cubicBezTo>
                  <a:pt x="1408" y="75"/>
                  <a:pt x="1408" y="75"/>
                  <a:pt x="1408" y="75"/>
                </a:cubicBezTo>
                <a:cubicBezTo>
                  <a:pt x="1397" y="31"/>
                  <a:pt x="1357" y="0"/>
                  <a:pt x="1311" y="0"/>
                </a:cubicBezTo>
                <a:cubicBezTo>
                  <a:pt x="1089" y="0"/>
                  <a:pt x="1089" y="0"/>
                  <a:pt x="1089" y="0"/>
                </a:cubicBezTo>
                <a:cubicBezTo>
                  <a:pt x="1043" y="0"/>
                  <a:pt x="1003" y="31"/>
                  <a:pt x="992" y="76"/>
                </a:cubicBezTo>
                <a:cubicBezTo>
                  <a:pt x="925" y="344"/>
                  <a:pt x="925" y="344"/>
                  <a:pt x="925" y="344"/>
                </a:cubicBezTo>
                <a:cubicBezTo>
                  <a:pt x="878" y="359"/>
                  <a:pt x="832" y="378"/>
                  <a:pt x="789" y="400"/>
                </a:cubicBezTo>
                <a:cubicBezTo>
                  <a:pt x="552" y="258"/>
                  <a:pt x="552" y="258"/>
                  <a:pt x="552" y="258"/>
                </a:cubicBezTo>
                <a:cubicBezTo>
                  <a:pt x="513" y="234"/>
                  <a:pt x="463" y="240"/>
                  <a:pt x="430" y="273"/>
                </a:cubicBezTo>
                <a:cubicBezTo>
                  <a:pt x="273" y="430"/>
                  <a:pt x="273" y="430"/>
                  <a:pt x="273" y="430"/>
                </a:cubicBezTo>
                <a:cubicBezTo>
                  <a:pt x="241" y="462"/>
                  <a:pt x="234" y="513"/>
                  <a:pt x="258" y="552"/>
                </a:cubicBezTo>
                <a:cubicBezTo>
                  <a:pt x="400" y="789"/>
                  <a:pt x="400" y="789"/>
                  <a:pt x="400" y="789"/>
                </a:cubicBezTo>
                <a:cubicBezTo>
                  <a:pt x="378" y="832"/>
                  <a:pt x="359" y="877"/>
                  <a:pt x="344" y="925"/>
                </a:cubicBezTo>
                <a:cubicBezTo>
                  <a:pt x="75" y="992"/>
                  <a:pt x="75" y="992"/>
                  <a:pt x="75" y="992"/>
                </a:cubicBezTo>
                <a:cubicBezTo>
                  <a:pt x="31" y="1003"/>
                  <a:pt x="0" y="1043"/>
                  <a:pt x="0" y="1089"/>
                </a:cubicBezTo>
                <a:cubicBezTo>
                  <a:pt x="0" y="1311"/>
                  <a:pt x="0" y="1311"/>
                  <a:pt x="0" y="1311"/>
                </a:cubicBezTo>
                <a:cubicBezTo>
                  <a:pt x="0" y="1357"/>
                  <a:pt x="31" y="1397"/>
                  <a:pt x="76" y="1408"/>
                </a:cubicBezTo>
                <a:cubicBezTo>
                  <a:pt x="344" y="1475"/>
                  <a:pt x="344" y="1475"/>
                  <a:pt x="344" y="1475"/>
                </a:cubicBezTo>
                <a:cubicBezTo>
                  <a:pt x="359" y="1522"/>
                  <a:pt x="378" y="1568"/>
                  <a:pt x="400" y="1611"/>
                </a:cubicBezTo>
                <a:cubicBezTo>
                  <a:pt x="258" y="1848"/>
                  <a:pt x="258" y="1848"/>
                  <a:pt x="258" y="1848"/>
                </a:cubicBezTo>
                <a:cubicBezTo>
                  <a:pt x="234" y="1888"/>
                  <a:pt x="240" y="1938"/>
                  <a:pt x="273" y="1970"/>
                </a:cubicBezTo>
                <a:cubicBezTo>
                  <a:pt x="430" y="2127"/>
                  <a:pt x="430" y="2127"/>
                  <a:pt x="430" y="2127"/>
                </a:cubicBezTo>
                <a:cubicBezTo>
                  <a:pt x="462" y="2159"/>
                  <a:pt x="513" y="2165"/>
                  <a:pt x="552" y="2142"/>
                </a:cubicBezTo>
                <a:cubicBezTo>
                  <a:pt x="789" y="2000"/>
                  <a:pt x="789" y="2000"/>
                  <a:pt x="789" y="2000"/>
                </a:cubicBezTo>
                <a:cubicBezTo>
                  <a:pt x="832" y="2022"/>
                  <a:pt x="878" y="2041"/>
                  <a:pt x="925" y="2056"/>
                </a:cubicBezTo>
                <a:cubicBezTo>
                  <a:pt x="992" y="2325"/>
                  <a:pt x="992" y="2325"/>
                  <a:pt x="992" y="2325"/>
                </a:cubicBezTo>
                <a:cubicBezTo>
                  <a:pt x="1003" y="2369"/>
                  <a:pt x="1043" y="2400"/>
                  <a:pt x="1089" y="2400"/>
                </a:cubicBezTo>
                <a:cubicBezTo>
                  <a:pt x="1311" y="2400"/>
                  <a:pt x="1311" y="2400"/>
                  <a:pt x="1311" y="2400"/>
                </a:cubicBezTo>
                <a:cubicBezTo>
                  <a:pt x="1357" y="2400"/>
                  <a:pt x="1397" y="2369"/>
                  <a:pt x="1408" y="2324"/>
                </a:cubicBezTo>
                <a:cubicBezTo>
                  <a:pt x="1475" y="2056"/>
                  <a:pt x="1475" y="2056"/>
                  <a:pt x="1475" y="2056"/>
                </a:cubicBezTo>
                <a:cubicBezTo>
                  <a:pt x="1522" y="2041"/>
                  <a:pt x="1568" y="2022"/>
                  <a:pt x="1610" y="2000"/>
                </a:cubicBezTo>
                <a:cubicBezTo>
                  <a:pt x="1848" y="2142"/>
                  <a:pt x="1848" y="2142"/>
                  <a:pt x="1848" y="2142"/>
                </a:cubicBezTo>
                <a:cubicBezTo>
                  <a:pt x="1887" y="2166"/>
                  <a:pt x="1938" y="2160"/>
                  <a:pt x="1970" y="2127"/>
                </a:cubicBezTo>
                <a:cubicBezTo>
                  <a:pt x="2127" y="1970"/>
                  <a:pt x="2127" y="1970"/>
                  <a:pt x="2127" y="1970"/>
                </a:cubicBezTo>
                <a:cubicBezTo>
                  <a:pt x="2159" y="1938"/>
                  <a:pt x="2166" y="1887"/>
                  <a:pt x="2142" y="1848"/>
                </a:cubicBezTo>
                <a:cubicBezTo>
                  <a:pt x="2000" y="1611"/>
                  <a:pt x="2000" y="1611"/>
                  <a:pt x="2000" y="1611"/>
                </a:cubicBezTo>
                <a:cubicBezTo>
                  <a:pt x="2022" y="1568"/>
                  <a:pt x="2041" y="1522"/>
                  <a:pt x="2056" y="1475"/>
                </a:cubicBezTo>
                <a:cubicBezTo>
                  <a:pt x="2325" y="1408"/>
                  <a:pt x="2325" y="1408"/>
                  <a:pt x="2325" y="1408"/>
                </a:cubicBezTo>
                <a:cubicBezTo>
                  <a:pt x="2369" y="1397"/>
                  <a:pt x="2400" y="1357"/>
                  <a:pt x="2400" y="1311"/>
                </a:cubicBezTo>
                <a:cubicBezTo>
                  <a:pt x="2400" y="1089"/>
                  <a:pt x="2400" y="1089"/>
                  <a:pt x="2400" y="1089"/>
                </a:cubicBezTo>
                <a:cubicBezTo>
                  <a:pt x="2400" y="1043"/>
                  <a:pt x="2369" y="1003"/>
                  <a:pt x="2324" y="992"/>
                </a:cubicBezTo>
                <a:close/>
                <a:moveTo>
                  <a:pt x="2031" y="1378"/>
                </a:moveTo>
                <a:cubicBezTo>
                  <a:pt x="1998" y="1386"/>
                  <a:pt x="1972" y="1411"/>
                  <a:pt x="1961" y="1445"/>
                </a:cubicBezTo>
                <a:cubicBezTo>
                  <a:pt x="1948" y="1486"/>
                  <a:pt x="1931" y="1527"/>
                  <a:pt x="1911" y="1565"/>
                </a:cubicBezTo>
                <a:cubicBezTo>
                  <a:pt x="1895" y="1597"/>
                  <a:pt x="1896" y="1633"/>
                  <a:pt x="1914" y="1662"/>
                </a:cubicBezTo>
                <a:cubicBezTo>
                  <a:pt x="2056" y="1899"/>
                  <a:pt x="2056" y="1899"/>
                  <a:pt x="2056" y="1899"/>
                </a:cubicBezTo>
                <a:cubicBezTo>
                  <a:pt x="1900" y="2056"/>
                  <a:pt x="1900" y="2056"/>
                  <a:pt x="1900" y="2056"/>
                </a:cubicBezTo>
                <a:cubicBezTo>
                  <a:pt x="1662" y="1914"/>
                  <a:pt x="1662" y="1914"/>
                  <a:pt x="1662" y="1914"/>
                </a:cubicBezTo>
                <a:cubicBezTo>
                  <a:pt x="1633" y="1896"/>
                  <a:pt x="1597" y="1895"/>
                  <a:pt x="1566" y="1911"/>
                </a:cubicBezTo>
                <a:cubicBezTo>
                  <a:pt x="1528" y="1931"/>
                  <a:pt x="1487" y="1948"/>
                  <a:pt x="1445" y="1961"/>
                </a:cubicBezTo>
                <a:cubicBezTo>
                  <a:pt x="1412" y="1972"/>
                  <a:pt x="1387" y="1998"/>
                  <a:pt x="1378" y="2031"/>
                </a:cubicBezTo>
                <a:cubicBezTo>
                  <a:pt x="1311" y="2300"/>
                  <a:pt x="1311" y="2300"/>
                  <a:pt x="1311" y="2300"/>
                </a:cubicBezTo>
                <a:cubicBezTo>
                  <a:pt x="1089" y="2301"/>
                  <a:pt x="1089" y="2301"/>
                  <a:pt x="1089" y="2301"/>
                </a:cubicBezTo>
                <a:cubicBezTo>
                  <a:pt x="1022" y="2031"/>
                  <a:pt x="1022" y="2031"/>
                  <a:pt x="1022" y="2031"/>
                </a:cubicBezTo>
                <a:cubicBezTo>
                  <a:pt x="1014" y="1998"/>
                  <a:pt x="989" y="1972"/>
                  <a:pt x="955" y="1961"/>
                </a:cubicBezTo>
                <a:cubicBezTo>
                  <a:pt x="913" y="1948"/>
                  <a:pt x="873" y="1931"/>
                  <a:pt x="835" y="1911"/>
                </a:cubicBezTo>
                <a:cubicBezTo>
                  <a:pt x="820" y="1904"/>
                  <a:pt x="804" y="1900"/>
                  <a:pt x="788" y="1900"/>
                </a:cubicBezTo>
                <a:cubicBezTo>
                  <a:pt x="771" y="1900"/>
                  <a:pt x="753" y="1905"/>
                  <a:pt x="738" y="1914"/>
                </a:cubicBezTo>
                <a:cubicBezTo>
                  <a:pt x="501" y="2056"/>
                  <a:pt x="501" y="2056"/>
                  <a:pt x="501" y="2056"/>
                </a:cubicBezTo>
                <a:cubicBezTo>
                  <a:pt x="343" y="1900"/>
                  <a:pt x="343" y="1900"/>
                  <a:pt x="343" y="1900"/>
                </a:cubicBezTo>
                <a:cubicBezTo>
                  <a:pt x="486" y="1662"/>
                  <a:pt x="486" y="1662"/>
                  <a:pt x="486" y="1662"/>
                </a:cubicBezTo>
                <a:cubicBezTo>
                  <a:pt x="504" y="1633"/>
                  <a:pt x="505" y="1597"/>
                  <a:pt x="489" y="1566"/>
                </a:cubicBezTo>
                <a:cubicBezTo>
                  <a:pt x="469" y="1527"/>
                  <a:pt x="452" y="1487"/>
                  <a:pt x="439" y="1445"/>
                </a:cubicBezTo>
                <a:cubicBezTo>
                  <a:pt x="428" y="1412"/>
                  <a:pt x="402" y="1387"/>
                  <a:pt x="368" y="1378"/>
                </a:cubicBezTo>
                <a:cubicBezTo>
                  <a:pt x="100" y="1311"/>
                  <a:pt x="100" y="1311"/>
                  <a:pt x="100" y="1311"/>
                </a:cubicBezTo>
                <a:cubicBezTo>
                  <a:pt x="99" y="1089"/>
                  <a:pt x="99" y="1089"/>
                  <a:pt x="99" y="1089"/>
                </a:cubicBezTo>
                <a:cubicBezTo>
                  <a:pt x="369" y="1022"/>
                  <a:pt x="369" y="1022"/>
                  <a:pt x="369" y="1022"/>
                </a:cubicBezTo>
                <a:cubicBezTo>
                  <a:pt x="402" y="1014"/>
                  <a:pt x="428" y="989"/>
                  <a:pt x="439" y="955"/>
                </a:cubicBezTo>
                <a:cubicBezTo>
                  <a:pt x="452" y="913"/>
                  <a:pt x="469" y="873"/>
                  <a:pt x="489" y="835"/>
                </a:cubicBezTo>
                <a:cubicBezTo>
                  <a:pt x="505" y="803"/>
                  <a:pt x="504" y="767"/>
                  <a:pt x="486" y="738"/>
                </a:cubicBezTo>
                <a:cubicBezTo>
                  <a:pt x="344" y="501"/>
                  <a:pt x="344" y="501"/>
                  <a:pt x="344" y="501"/>
                </a:cubicBezTo>
                <a:cubicBezTo>
                  <a:pt x="500" y="343"/>
                  <a:pt x="500" y="343"/>
                  <a:pt x="500" y="343"/>
                </a:cubicBezTo>
                <a:cubicBezTo>
                  <a:pt x="738" y="486"/>
                  <a:pt x="738" y="486"/>
                  <a:pt x="738" y="486"/>
                </a:cubicBezTo>
                <a:cubicBezTo>
                  <a:pt x="767" y="504"/>
                  <a:pt x="803" y="505"/>
                  <a:pt x="834" y="489"/>
                </a:cubicBezTo>
                <a:cubicBezTo>
                  <a:pt x="873" y="469"/>
                  <a:pt x="913" y="452"/>
                  <a:pt x="955" y="439"/>
                </a:cubicBezTo>
                <a:cubicBezTo>
                  <a:pt x="988" y="428"/>
                  <a:pt x="1013" y="402"/>
                  <a:pt x="1022" y="368"/>
                </a:cubicBezTo>
                <a:cubicBezTo>
                  <a:pt x="1089" y="100"/>
                  <a:pt x="1089" y="100"/>
                  <a:pt x="1089" y="100"/>
                </a:cubicBezTo>
                <a:cubicBezTo>
                  <a:pt x="1311" y="99"/>
                  <a:pt x="1311" y="99"/>
                  <a:pt x="1311" y="99"/>
                </a:cubicBezTo>
                <a:cubicBezTo>
                  <a:pt x="1378" y="369"/>
                  <a:pt x="1378" y="369"/>
                  <a:pt x="1378" y="369"/>
                </a:cubicBezTo>
                <a:cubicBezTo>
                  <a:pt x="1387" y="402"/>
                  <a:pt x="1411" y="428"/>
                  <a:pt x="1445" y="439"/>
                </a:cubicBezTo>
                <a:cubicBezTo>
                  <a:pt x="1487" y="452"/>
                  <a:pt x="1527" y="469"/>
                  <a:pt x="1565" y="489"/>
                </a:cubicBezTo>
                <a:cubicBezTo>
                  <a:pt x="1597" y="505"/>
                  <a:pt x="1633" y="504"/>
                  <a:pt x="1662" y="486"/>
                </a:cubicBezTo>
                <a:cubicBezTo>
                  <a:pt x="1899" y="344"/>
                  <a:pt x="1899" y="344"/>
                  <a:pt x="1899" y="344"/>
                </a:cubicBezTo>
                <a:cubicBezTo>
                  <a:pt x="2056" y="500"/>
                  <a:pt x="2056" y="500"/>
                  <a:pt x="2056" y="500"/>
                </a:cubicBezTo>
                <a:cubicBezTo>
                  <a:pt x="1914" y="738"/>
                  <a:pt x="1914" y="738"/>
                  <a:pt x="1914" y="738"/>
                </a:cubicBezTo>
                <a:cubicBezTo>
                  <a:pt x="1896" y="767"/>
                  <a:pt x="1895" y="803"/>
                  <a:pt x="1911" y="834"/>
                </a:cubicBezTo>
                <a:cubicBezTo>
                  <a:pt x="1931" y="872"/>
                  <a:pt x="1948" y="913"/>
                  <a:pt x="1961" y="955"/>
                </a:cubicBezTo>
                <a:cubicBezTo>
                  <a:pt x="1972" y="989"/>
                  <a:pt x="1998" y="1014"/>
                  <a:pt x="2031" y="1022"/>
                </a:cubicBezTo>
                <a:cubicBezTo>
                  <a:pt x="2300" y="1089"/>
                  <a:pt x="2300" y="1089"/>
                  <a:pt x="2300" y="1089"/>
                </a:cubicBezTo>
                <a:cubicBezTo>
                  <a:pt x="2301" y="1311"/>
                  <a:pt x="2301" y="1311"/>
                  <a:pt x="2301" y="1311"/>
                </a:cubicBezTo>
                <a:lnTo>
                  <a:pt x="2031" y="1378"/>
                </a:lnTo>
                <a:close/>
              </a:path>
            </a:pathLst>
          </a:custGeom>
          <a:solidFill>
            <a:srgbClr val="0B31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Graphic 120" descr="Conversation icon.">
            <a:extLst>
              <a:ext uri="{FF2B5EF4-FFF2-40B4-BE49-F238E27FC236}">
                <a16:creationId xmlns:a16="http://schemas.microsoft.com/office/drawing/2014/main" id="{0883CC8E-8381-4470-A164-8EF8E16F6528}"/>
              </a:ext>
            </a:extLst>
          </p:cNvPr>
          <p:cNvSpPr>
            <a:spLocks noChangeAspect="1"/>
          </p:cNvSpPr>
          <p:nvPr/>
        </p:nvSpPr>
        <p:spPr>
          <a:xfrm>
            <a:off x="8327025" y="5222993"/>
            <a:ext cx="420308" cy="435592"/>
          </a:xfrm>
          <a:custGeom>
            <a:avLst/>
            <a:gdLst>
              <a:gd name="connsiteX0" fmla="*/ 114630 w 420308"/>
              <a:gd name="connsiteY0" fmla="*/ 435592 h 435592"/>
              <a:gd name="connsiteX1" fmla="*/ 106988 w 420308"/>
              <a:gd name="connsiteY1" fmla="*/ 433682 h 435592"/>
              <a:gd name="connsiteX2" fmla="*/ 95525 w 420308"/>
              <a:gd name="connsiteY2" fmla="*/ 416487 h 435592"/>
              <a:gd name="connsiteX3" fmla="*/ 95525 w 420308"/>
              <a:gd name="connsiteY3" fmla="*/ 343889 h 435592"/>
              <a:gd name="connsiteX4" fmla="*/ 19105 w 420308"/>
              <a:gd name="connsiteY4" fmla="*/ 343889 h 435592"/>
              <a:gd name="connsiteX5" fmla="*/ 0 w 420308"/>
              <a:gd name="connsiteY5" fmla="*/ 324784 h 435592"/>
              <a:gd name="connsiteX6" fmla="*/ 0 w 420308"/>
              <a:gd name="connsiteY6" fmla="*/ 19105 h 435592"/>
              <a:gd name="connsiteX7" fmla="*/ 19105 w 420308"/>
              <a:gd name="connsiteY7" fmla="*/ 0 h 435592"/>
              <a:gd name="connsiteX8" fmla="*/ 401203 w 420308"/>
              <a:gd name="connsiteY8" fmla="*/ 0 h 435592"/>
              <a:gd name="connsiteX9" fmla="*/ 420308 w 420308"/>
              <a:gd name="connsiteY9" fmla="*/ 19105 h 435592"/>
              <a:gd name="connsiteX10" fmla="*/ 420308 w 420308"/>
              <a:gd name="connsiteY10" fmla="*/ 324784 h 435592"/>
              <a:gd name="connsiteX11" fmla="*/ 401203 w 420308"/>
              <a:gd name="connsiteY11" fmla="*/ 343889 h 435592"/>
              <a:gd name="connsiteX12" fmla="*/ 213975 w 420308"/>
              <a:gd name="connsiteY12" fmla="*/ 343889 h 435592"/>
              <a:gd name="connsiteX13" fmla="*/ 128003 w 420308"/>
              <a:gd name="connsiteY13" fmla="*/ 429861 h 435592"/>
              <a:gd name="connsiteX14" fmla="*/ 114630 w 420308"/>
              <a:gd name="connsiteY14" fmla="*/ 435592 h 435592"/>
              <a:gd name="connsiteX15" fmla="*/ 95525 w 420308"/>
              <a:gd name="connsiteY15" fmla="*/ 324784 h 435592"/>
              <a:gd name="connsiteX16" fmla="*/ 114630 w 420308"/>
              <a:gd name="connsiteY16" fmla="*/ 343889 h 435592"/>
              <a:gd name="connsiteX17" fmla="*/ 114630 w 420308"/>
              <a:gd name="connsiteY17" fmla="*/ 416487 h 435592"/>
              <a:gd name="connsiteX18" fmla="*/ 200602 w 420308"/>
              <a:gd name="connsiteY18" fmla="*/ 330515 h 435592"/>
              <a:gd name="connsiteX19" fmla="*/ 213975 w 420308"/>
              <a:gd name="connsiteY19" fmla="*/ 324784 h 435592"/>
              <a:gd name="connsiteX20" fmla="*/ 401203 w 420308"/>
              <a:gd name="connsiteY20" fmla="*/ 324784 h 435592"/>
              <a:gd name="connsiteX21" fmla="*/ 401203 w 420308"/>
              <a:gd name="connsiteY21" fmla="*/ 19105 h 435592"/>
              <a:gd name="connsiteX22" fmla="*/ 19105 w 420308"/>
              <a:gd name="connsiteY22" fmla="*/ 19105 h 435592"/>
              <a:gd name="connsiteX23" fmla="*/ 19105 w 420308"/>
              <a:gd name="connsiteY23" fmla="*/ 324784 h 435592"/>
              <a:gd name="connsiteX24" fmla="*/ 95525 w 420308"/>
              <a:gd name="connsiteY24" fmla="*/ 324784 h 435592"/>
              <a:gd name="connsiteX25" fmla="*/ 114630 w 420308"/>
              <a:gd name="connsiteY25" fmla="*/ 114630 h 435592"/>
              <a:gd name="connsiteX26" fmla="*/ 324784 w 420308"/>
              <a:gd name="connsiteY26" fmla="*/ 114630 h 435592"/>
              <a:gd name="connsiteX27" fmla="*/ 324784 w 420308"/>
              <a:gd name="connsiteY27" fmla="*/ 133734 h 435592"/>
              <a:gd name="connsiteX28" fmla="*/ 114630 w 420308"/>
              <a:gd name="connsiteY28" fmla="*/ 133734 h 435592"/>
              <a:gd name="connsiteX29" fmla="*/ 114630 w 420308"/>
              <a:gd name="connsiteY29" fmla="*/ 114630 h 435592"/>
              <a:gd name="connsiteX30" fmla="*/ 114630 w 420308"/>
              <a:gd name="connsiteY30" fmla="*/ 191049 h 435592"/>
              <a:gd name="connsiteX31" fmla="*/ 267469 w 420308"/>
              <a:gd name="connsiteY31" fmla="*/ 191049 h 435592"/>
              <a:gd name="connsiteX32" fmla="*/ 267469 w 420308"/>
              <a:gd name="connsiteY32" fmla="*/ 210154 h 435592"/>
              <a:gd name="connsiteX33" fmla="*/ 114630 w 420308"/>
              <a:gd name="connsiteY33" fmla="*/ 210154 h 435592"/>
              <a:gd name="connsiteX34" fmla="*/ 114630 w 420308"/>
              <a:gd name="connsiteY34" fmla="*/ 191049 h 43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20308" h="435592">
                <a:moveTo>
                  <a:pt x="114630" y="435592"/>
                </a:moveTo>
                <a:cubicBezTo>
                  <a:pt x="112719" y="435592"/>
                  <a:pt x="108898" y="435592"/>
                  <a:pt x="106988" y="433682"/>
                </a:cubicBezTo>
                <a:cubicBezTo>
                  <a:pt x="99346" y="431771"/>
                  <a:pt x="95525" y="424129"/>
                  <a:pt x="95525" y="416487"/>
                </a:cubicBezTo>
                <a:lnTo>
                  <a:pt x="95525" y="343889"/>
                </a:lnTo>
                <a:lnTo>
                  <a:pt x="19105" y="343889"/>
                </a:lnTo>
                <a:cubicBezTo>
                  <a:pt x="7642" y="343889"/>
                  <a:pt x="0" y="336247"/>
                  <a:pt x="0" y="324784"/>
                </a:cubicBezTo>
                <a:lnTo>
                  <a:pt x="0" y="19105"/>
                </a:lnTo>
                <a:cubicBezTo>
                  <a:pt x="0" y="7642"/>
                  <a:pt x="7642" y="0"/>
                  <a:pt x="19105" y="0"/>
                </a:cubicBezTo>
                <a:lnTo>
                  <a:pt x="401203" y="0"/>
                </a:lnTo>
                <a:cubicBezTo>
                  <a:pt x="412666" y="0"/>
                  <a:pt x="420308" y="7642"/>
                  <a:pt x="420308" y="19105"/>
                </a:cubicBezTo>
                <a:lnTo>
                  <a:pt x="420308" y="324784"/>
                </a:lnTo>
                <a:cubicBezTo>
                  <a:pt x="420308" y="336247"/>
                  <a:pt x="412666" y="343889"/>
                  <a:pt x="401203" y="343889"/>
                </a:cubicBezTo>
                <a:lnTo>
                  <a:pt x="213975" y="343889"/>
                </a:lnTo>
                <a:lnTo>
                  <a:pt x="128003" y="429861"/>
                </a:lnTo>
                <a:cubicBezTo>
                  <a:pt x="124182" y="433682"/>
                  <a:pt x="120361" y="435592"/>
                  <a:pt x="114630" y="435592"/>
                </a:cubicBezTo>
                <a:close/>
                <a:moveTo>
                  <a:pt x="95525" y="324784"/>
                </a:moveTo>
                <a:cubicBezTo>
                  <a:pt x="106988" y="324784"/>
                  <a:pt x="114630" y="332426"/>
                  <a:pt x="114630" y="343889"/>
                </a:cubicBezTo>
                <a:lnTo>
                  <a:pt x="114630" y="416487"/>
                </a:lnTo>
                <a:lnTo>
                  <a:pt x="200602" y="330515"/>
                </a:lnTo>
                <a:cubicBezTo>
                  <a:pt x="204423" y="326694"/>
                  <a:pt x="208244" y="324784"/>
                  <a:pt x="213975" y="324784"/>
                </a:cubicBezTo>
                <a:lnTo>
                  <a:pt x="401203" y="324784"/>
                </a:lnTo>
                <a:lnTo>
                  <a:pt x="401203" y="19105"/>
                </a:lnTo>
                <a:lnTo>
                  <a:pt x="19105" y="19105"/>
                </a:lnTo>
                <a:lnTo>
                  <a:pt x="19105" y="324784"/>
                </a:lnTo>
                <a:lnTo>
                  <a:pt x="95525" y="324784"/>
                </a:lnTo>
                <a:close/>
                <a:moveTo>
                  <a:pt x="114630" y="114630"/>
                </a:moveTo>
                <a:lnTo>
                  <a:pt x="324784" y="114630"/>
                </a:lnTo>
                <a:lnTo>
                  <a:pt x="324784" y="133734"/>
                </a:lnTo>
                <a:lnTo>
                  <a:pt x="114630" y="133734"/>
                </a:lnTo>
                <a:lnTo>
                  <a:pt x="114630" y="114630"/>
                </a:lnTo>
                <a:close/>
                <a:moveTo>
                  <a:pt x="114630" y="191049"/>
                </a:moveTo>
                <a:lnTo>
                  <a:pt x="267469" y="191049"/>
                </a:lnTo>
                <a:lnTo>
                  <a:pt x="267469" y="210154"/>
                </a:lnTo>
                <a:lnTo>
                  <a:pt x="114630" y="210154"/>
                </a:lnTo>
                <a:lnTo>
                  <a:pt x="114630" y="19104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7" name="Graphic 66" descr="Conversation 2 icon.">
            <a:extLst>
              <a:ext uri="{FF2B5EF4-FFF2-40B4-BE49-F238E27FC236}">
                <a16:creationId xmlns:a16="http://schemas.microsoft.com/office/drawing/2014/main" id="{85942E28-B14D-4B7D-9814-A749F925F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6427" y="5199319"/>
            <a:ext cx="459266" cy="459266"/>
          </a:xfrm>
          <a:prstGeom prst="rect">
            <a:avLst/>
          </a:prstGeom>
        </p:spPr>
      </p:pic>
      <p:sp>
        <p:nvSpPr>
          <p:cNvPr id="63" name="Graphic 169" descr="Phone icon.">
            <a:extLst>
              <a:ext uri="{FF2B5EF4-FFF2-40B4-BE49-F238E27FC236}">
                <a16:creationId xmlns:a16="http://schemas.microsoft.com/office/drawing/2014/main" id="{FBA8F05C-8E5B-4086-9763-824B6E069472}"/>
              </a:ext>
            </a:extLst>
          </p:cNvPr>
          <p:cNvSpPr>
            <a:spLocks noChangeAspect="1"/>
          </p:cNvSpPr>
          <p:nvPr/>
        </p:nvSpPr>
        <p:spPr>
          <a:xfrm>
            <a:off x="10769802" y="5238277"/>
            <a:ext cx="424035" cy="420308"/>
          </a:xfrm>
          <a:custGeom>
            <a:avLst/>
            <a:gdLst>
              <a:gd name="connsiteX0" fmla="*/ 315498 w 424035"/>
              <a:gd name="connsiteY0" fmla="*/ 420308 h 420308"/>
              <a:gd name="connsiteX1" fmla="*/ 307856 w 424035"/>
              <a:gd name="connsiteY1" fmla="*/ 420308 h 420308"/>
              <a:gd name="connsiteX2" fmla="*/ 162659 w 424035"/>
              <a:gd name="connsiteY2" fmla="*/ 351530 h 420308"/>
              <a:gd name="connsiteX3" fmla="*/ 114896 w 424035"/>
              <a:gd name="connsiteY3" fmla="*/ 305679 h 420308"/>
              <a:gd name="connsiteX4" fmla="*/ 267 w 424035"/>
              <a:gd name="connsiteY4" fmla="*/ 122271 h 420308"/>
              <a:gd name="connsiteX5" fmla="*/ 51850 w 424035"/>
              <a:gd name="connsiteY5" fmla="*/ 5731 h 420308"/>
              <a:gd name="connsiteX6" fmla="*/ 78597 w 424035"/>
              <a:gd name="connsiteY6" fmla="*/ 5731 h 420308"/>
              <a:gd name="connsiteX7" fmla="*/ 162659 w 424035"/>
              <a:gd name="connsiteY7" fmla="*/ 89793 h 420308"/>
              <a:gd name="connsiteX8" fmla="*/ 166480 w 424035"/>
              <a:gd name="connsiteY8" fmla="*/ 112719 h 420308"/>
              <a:gd name="connsiteX9" fmla="*/ 149285 w 424035"/>
              <a:gd name="connsiteY9" fmla="*/ 141376 h 420308"/>
              <a:gd name="connsiteX10" fmla="*/ 155017 w 424035"/>
              <a:gd name="connsiteY10" fmla="*/ 185318 h 420308"/>
              <a:gd name="connsiteX11" fmla="*/ 235257 w 424035"/>
              <a:gd name="connsiteY11" fmla="*/ 265558 h 420308"/>
              <a:gd name="connsiteX12" fmla="*/ 262004 w 424035"/>
              <a:gd name="connsiteY12" fmla="*/ 275111 h 420308"/>
              <a:gd name="connsiteX13" fmla="*/ 281109 w 424035"/>
              <a:gd name="connsiteY13" fmla="*/ 269379 h 420308"/>
              <a:gd name="connsiteX14" fmla="*/ 309766 w 424035"/>
              <a:gd name="connsiteY14" fmla="*/ 252185 h 420308"/>
              <a:gd name="connsiteX15" fmla="*/ 332692 w 424035"/>
              <a:gd name="connsiteY15" fmla="*/ 254095 h 420308"/>
              <a:gd name="connsiteX16" fmla="*/ 418664 w 424035"/>
              <a:gd name="connsiteY16" fmla="*/ 340068 h 420308"/>
              <a:gd name="connsiteX17" fmla="*/ 420575 w 424035"/>
              <a:gd name="connsiteY17" fmla="*/ 364904 h 420308"/>
              <a:gd name="connsiteX18" fmla="*/ 418664 w 424035"/>
              <a:gd name="connsiteY18" fmla="*/ 368725 h 420308"/>
              <a:gd name="connsiteX19" fmla="*/ 342245 w 424035"/>
              <a:gd name="connsiteY19" fmla="*/ 418398 h 420308"/>
              <a:gd name="connsiteX20" fmla="*/ 315498 w 424035"/>
              <a:gd name="connsiteY20" fmla="*/ 420308 h 420308"/>
              <a:gd name="connsiteX21" fmla="*/ 309766 w 424035"/>
              <a:gd name="connsiteY21" fmla="*/ 401203 h 420308"/>
              <a:gd name="connsiteX22" fmla="*/ 334603 w 424035"/>
              <a:gd name="connsiteY22" fmla="*/ 399293 h 420308"/>
              <a:gd name="connsiteX23" fmla="*/ 397649 w 424035"/>
              <a:gd name="connsiteY23" fmla="*/ 357262 h 420308"/>
              <a:gd name="connsiteX24" fmla="*/ 399560 w 424035"/>
              <a:gd name="connsiteY24" fmla="*/ 353441 h 420308"/>
              <a:gd name="connsiteX25" fmla="*/ 313587 w 424035"/>
              <a:gd name="connsiteY25" fmla="*/ 267469 h 420308"/>
              <a:gd name="connsiteX26" fmla="*/ 288751 w 424035"/>
              <a:gd name="connsiteY26" fmla="*/ 286574 h 420308"/>
              <a:gd name="connsiteX27" fmla="*/ 260094 w 424035"/>
              <a:gd name="connsiteY27" fmla="*/ 294216 h 420308"/>
              <a:gd name="connsiteX28" fmla="*/ 221884 w 424035"/>
              <a:gd name="connsiteY28" fmla="*/ 278932 h 420308"/>
              <a:gd name="connsiteX29" fmla="*/ 139733 w 424035"/>
              <a:gd name="connsiteY29" fmla="*/ 198691 h 420308"/>
              <a:gd name="connsiteX30" fmla="*/ 132091 w 424035"/>
              <a:gd name="connsiteY30" fmla="*/ 129913 h 420308"/>
              <a:gd name="connsiteX31" fmla="*/ 149285 w 424035"/>
              <a:gd name="connsiteY31" fmla="*/ 103167 h 420308"/>
              <a:gd name="connsiteX32" fmla="*/ 65223 w 424035"/>
              <a:gd name="connsiteY32" fmla="*/ 19105 h 420308"/>
              <a:gd name="connsiteX33" fmla="*/ 19372 w 424035"/>
              <a:gd name="connsiteY33" fmla="*/ 120361 h 420308"/>
              <a:gd name="connsiteX34" fmla="*/ 128270 w 424035"/>
              <a:gd name="connsiteY34" fmla="*/ 290395 h 420308"/>
              <a:gd name="connsiteX35" fmla="*/ 176032 w 424035"/>
              <a:gd name="connsiteY35" fmla="*/ 336247 h 420308"/>
              <a:gd name="connsiteX36" fmla="*/ 309766 w 424035"/>
              <a:gd name="connsiteY36" fmla="*/ 401203 h 420308"/>
              <a:gd name="connsiteX37" fmla="*/ 309766 w 424035"/>
              <a:gd name="connsiteY37" fmla="*/ 401203 h 420308"/>
              <a:gd name="connsiteX38" fmla="*/ 401470 w 424035"/>
              <a:gd name="connsiteY38" fmla="*/ 0 h 420308"/>
              <a:gd name="connsiteX39" fmla="*/ 210421 w 424035"/>
              <a:gd name="connsiteY39" fmla="*/ 0 h 420308"/>
              <a:gd name="connsiteX40" fmla="*/ 210421 w 424035"/>
              <a:gd name="connsiteY40" fmla="*/ 19105 h 420308"/>
              <a:gd name="connsiteX41" fmla="*/ 388097 w 424035"/>
              <a:gd name="connsiteY41" fmla="*/ 19105 h 420308"/>
              <a:gd name="connsiteX42" fmla="*/ 223794 w 424035"/>
              <a:gd name="connsiteY42" fmla="*/ 183407 h 420308"/>
              <a:gd name="connsiteX43" fmla="*/ 237168 w 424035"/>
              <a:gd name="connsiteY43" fmla="*/ 196781 h 420308"/>
              <a:gd name="connsiteX44" fmla="*/ 401470 w 424035"/>
              <a:gd name="connsiteY44" fmla="*/ 32478 h 420308"/>
              <a:gd name="connsiteX45" fmla="*/ 401470 w 424035"/>
              <a:gd name="connsiteY45" fmla="*/ 210154 h 420308"/>
              <a:gd name="connsiteX46" fmla="*/ 420575 w 424035"/>
              <a:gd name="connsiteY46" fmla="*/ 210154 h 420308"/>
              <a:gd name="connsiteX47" fmla="*/ 420575 w 424035"/>
              <a:gd name="connsiteY47" fmla="*/ 19105 h 420308"/>
              <a:gd name="connsiteX48" fmla="*/ 401470 w 424035"/>
              <a:gd name="connsiteY48" fmla="*/ 0 h 4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24035" h="420308">
                <a:moveTo>
                  <a:pt x="315498" y="420308"/>
                </a:moveTo>
                <a:lnTo>
                  <a:pt x="307856" y="420308"/>
                </a:lnTo>
                <a:cubicBezTo>
                  <a:pt x="248631" y="418398"/>
                  <a:pt x="197047" y="380188"/>
                  <a:pt x="162659" y="351530"/>
                </a:cubicBezTo>
                <a:cubicBezTo>
                  <a:pt x="149285" y="338157"/>
                  <a:pt x="132091" y="322873"/>
                  <a:pt x="114896" y="305679"/>
                </a:cubicBezTo>
                <a:cubicBezTo>
                  <a:pt x="40387" y="231170"/>
                  <a:pt x="4088" y="173855"/>
                  <a:pt x="267" y="122271"/>
                </a:cubicBezTo>
                <a:cubicBezTo>
                  <a:pt x="-3554" y="68778"/>
                  <a:pt x="34656" y="22926"/>
                  <a:pt x="51850" y="5731"/>
                </a:cubicBezTo>
                <a:cubicBezTo>
                  <a:pt x="59492" y="-1910"/>
                  <a:pt x="70955" y="-1910"/>
                  <a:pt x="78597" y="5731"/>
                </a:cubicBezTo>
                <a:lnTo>
                  <a:pt x="162659" y="89793"/>
                </a:lnTo>
                <a:cubicBezTo>
                  <a:pt x="170301" y="95525"/>
                  <a:pt x="170301" y="105077"/>
                  <a:pt x="166480" y="112719"/>
                </a:cubicBezTo>
                <a:lnTo>
                  <a:pt x="149285" y="141376"/>
                </a:lnTo>
                <a:cubicBezTo>
                  <a:pt x="141643" y="154750"/>
                  <a:pt x="143554" y="173855"/>
                  <a:pt x="155017" y="185318"/>
                </a:cubicBezTo>
                <a:lnTo>
                  <a:pt x="235257" y="265558"/>
                </a:lnTo>
                <a:cubicBezTo>
                  <a:pt x="242899" y="271290"/>
                  <a:pt x="252452" y="275111"/>
                  <a:pt x="262004" y="275111"/>
                </a:cubicBezTo>
                <a:cubicBezTo>
                  <a:pt x="269646" y="275111"/>
                  <a:pt x="275378" y="273200"/>
                  <a:pt x="281109" y="269379"/>
                </a:cubicBezTo>
                <a:lnTo>
                  <a:pt x="309766" y="252185"/>
                </a:lnTo>
                <a:cubicBezTo>
                  <a:pt x="317408" y="248364"/>
                  <a:pt x="326961" y="248364"/>
                  <a:pt x="332692" y="254095"/>
                </a:cubicBezTo>
                <a:cubicBezTo>
                  <a:pt x="332692" y="254095"/>
                  <a:pt x="399560" y="319052"/>
                  <a:pt x="418664" y="340068"/>
                </a:cubicBezTo>
                <a:cubicBezTo>
                  <a:pt x="424396" y="345799"/>
                  <a:pt x="426306" y="357262"/>
                  <a:pt x="420575" y="364904"/>
                </a:cubicBezTo>
                <a:lnTo>
                  <a:pt x="418664" y="368725"/>
                </a:lnTo>
                <a:cubicBezTo>
                  <a:pt x="399560" y="393561"/>
                  <a:pt x="372813" y="412666"/>
                  <a:pt x="342245" y="418398"/>
                </a:cubicBezTo>
                <a:cubicBezTo>
                  <a:pt x="330782" y="420308"/>
                  <a:pt x="323140" y="420308"/>
                  <a:pt x="315498" y="420308"/>
                </a:cubicBezTo>
                <a:close/>
                <a:moveTo>
                  <a:pt x="309766" y="401203"/>
                </a:moveTo>
                <a:cubicBezTo>
                  <a:pt x="317408" y="401203"/>
                  <a:pt x="326961" y="401203"/>
                  <a:pt x="334603" y="399293"/>
                </a:cubicBezTo>
                <a:cubicBezTo>
                  <a:pt x="359439" y="393561"/>
                  <a:pt x="382365" y="378277"/>
                  <a:pt x="397649" y="357262"/>
                </a:cubicBezTo>
                <a:lnTo>
                  <a:pt x="399560" y="353441"/>
                </a:lnTo>
                <a:cubicBezTo>
                  <a:pt x="380455" y="334336"/>
                  <a:pt x="313587" y="267469"/>
                  <a:pt x="313587" y="267469"/>
                </a:cubicBezTo>
                <a:lnTo>
                  <a:pt x="288751" y="286574"/>
                </a:lnTo>
                <a:cubicBezTo>
                  <a:pt x="281109" y="292305"/>
                  <a:pt x="269646" y="294216"/>
                  <a:pt x="260094" y="294216"/>
                </a:cubicBezTo>
                <a:cubicBezTo>
                  <a:pt x="246720" y="294216"/>
                  <a:pt x="231436" y="288484"/>
                  <a:pt x="221884" y="278932"/>
                </a:cubicBezTo>
                <a:lnTo>
                  <a:pt x="139733" y="198691"/>
                </a:lnTo>
                <a:cubicBezTo>
                  <a:pt x="122538" y="179586"/>
                  <a:pt x="118717" y="152839"/>
                  <a:pt x="132091" y="129913"/>
                </a:cubicBezTo>
                <a:lnTo>
                  <a:pt x="149285" y="103167"/>
                </a:lnTo>
                <a:lnTo>
                  <a:pt x="65223" y="19105"/>
                </a:lnTo>
                <a:cubicBezTo>
                  <a:pt x="51850" y="34389"/>
                  <a:pt x="15551" y="74509"/>
                  <a:pt x="19372" y="120361"/>
                </a:cubicBezTo>
                <a:cubicBezTo>
                  <a:pt x="23193" y="166213"/>
                  <a:pt x="57582" y="219707"/>
                  <a:pt x="128270" y="290395"/>
                </a:cubicBezTo>
                <a:cubicBezTo>
                  <a:pt x="145464" y="307589"/>
                  <a:pt x="160748" y="322873"/>
                  <a:pt x="176032" y="336247"/>
                </a:cubicBezTo>
                <a:cubicBezTo>
                  <a:pt x="208510" y="362993"/>
                  <a:pt x="256273" y="399293"/>
                  <a:pt x="309766" y="401203"/>
                </a:cubicBezTo>
                <a:lnTo>
                  <a:pt x="309766" y="401203"/>
                </a:lnTo>
                <a:close/>
                <a:moveTo>
                  <a:pt x="401470" y="0"/>
                </a:moveTo>
                <a:lnTo>
                  <a:pt x="210421" y="0"/>
                </a:lnTo>
                <a:lnTo>
                  <a:pt x="210421" y="19105"/>
                </a:lnTo>
                <a:lnTo>
                  <a:pt x="388097" y="19105"/>
                </a:lnTo>
                <a:lnTo>
                  <a:pt x="223794" y="183407"/>
                </a:lnTo>
                <a:lnTo>
                  <a:pt x="237168" y="196781"/>
                </a:lnTo>
                <a:lnTo>
                  <a:pt x="401470" y="32478"/>
                </a:lnTo>
                <a:lnTo>
                  <a:pt x="401470" y="210154"/>
                </a:lnTo>
                <a:lnTo>
                  <a:pt x="420575" y="210154"/>
                </a:lnTo>
                <a:lnTo>
                  <a:pt x="420575" y="19105"/>
                </a:lnTo>
                <a:cubicBezTo>
                  <a:pt x="420575" y="7642"/>
                  <a:pt x="412933" y="0"/>
                  <a:pt x="401470" y="0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26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55EE-B9ED-4070-B046-15C9D935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44626"/>
            <a:ext cx="9665208" cy="71323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Outline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</a:br>
            <a:r>
              <a:rPr lang="en-US" dirty="0"/>
              <a:t>Utilities </a:t>
            </a:r>
            <a:r>
              <a:rPr lang="en-US" sz="2000" b="0" noProof="0" dirty="0"/>
              <a:t>(2 of 2)</a:t>
            </a:r>
            <a:endParaRPr lang="en-US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5D7A57-96F5-4EF2-A4B0-51ACB9666A02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57784" y="1173119"/>
          <a:ext cx="11065095" cy="4748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9455">
                  <a:extLst>
                    <a:ext uri="{9D8B030D-6E8A-4147-A177-3AD203B41FA5}">
                      <a16:colId xmlns:a16="http://schemas.microsoft.com/office/drawing/2014/main" val="89524907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406997964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405734575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159675476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175793754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48085583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2603081029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3205774507"/>
                    </a:ext>
                  </a:extLst>
                </a:gridCol>
                <a:gridCol w="1229455">
                  <a:extLst>
                    <a:ext uri="{9D8B030D-6E8A-4147-A177-3AD203B41FA5}">
                      <a16:colId xmlns:a16="http://schemas.microsoft.com/office/drawing/2014/main" val="1774733163"/>
                    </a:ext>
                  </a:extLst>
                </a:gridCol>
              </a:tblGrid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Envelope 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Folder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Calendar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30-day refill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90-day refill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Caution sign 1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Caution sign 2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Hourglass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1645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Quotation mark 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left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Quotation mark</a:t>
                      </a:r>
                      <a:br>
                        <a:rPr lang="en-US" sz="80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right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chemeClr val="tx2"/>
                          </a:solidFill>
                        </a:rPr>
                        <a:t>Recycle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chemeClr val="tx2"/>
                          </a:solidFill>
                        </a:rPr>
                        <a:t>Waste disposal truck</a:t>
                      </a: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chemeClr val="tx2"/>
                          </a:solidFill>
                        </a:rPr>
                        <a:t>Apple core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chemeClr val="tx2"/>
                          </a:solidFill>
                        </a:rPr>
                        <a:t>Bottle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2"/>
                          </a:solidFill>
                        </a:rPr>
                        <a:t>Can</a:t>
                      </a:r>
                    </a:p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800354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359391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098442"/>
                  </a:ext>
                </a:extLst>
              </a:tr>
              <a:tr h="949742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 marL="124981" marR="124981" marT="62491" marB="62491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357026"/>
                  </a:ext>
                </a:extLst>
              </a:tr>
            </a:tbl>
          </a:graphicData>
        </a:graphic>
      </p:graphicFrame>
      <p:sp>
        <p:nvSpPr>
          <p:cNvPr id="17" name="Envelope icon." descr="Envelope icon.">
            <a:extLst>
              <a:ext uri="{FF2B5EF4-FFF2-40B4-BE49-F238E27FC236}">
                <a16:creationId xmlns:a16="http://schemas.microsoft.com/office/drawing/2014/main" id="{AD88297B-3E46-459E-AF60-8CE6D1895756}"/>
              </a:ext>
            </a:extLst>
          </p:cNvPr>
          <p:cNvSpPr>
            <a:spLocks noChangeAspect="1"/>
          </p:cNvSpPr>
          <p:nvPr/>
        </p:nvSpPr>
        <p:spPr>
          <a:xfrm>
            <a:off x="947370" y="1490733"/>
            <a:ext cx="458518" cy="343888"/>
          </a:xfrm>
          <a:custGeom>
            <a:avLst/>
            <a:gdLst>
              <a:gd name="connsiteX0" fmla="*/ 439413 w 458518"/>
              <a:gd name="connsiteY0" fmla="*/ 0 h 343888"/>
              <a:gd name="connsiteX1" fmla="*/ 19105 w 458518"/>
              <a:gd name="connsiteY1" fmla="*/ 0 h 343888"/>
              <a:gd name="connsiteX2" fmla="*/ 0 w 458518"/>
              <a:gd name="connsiteY2" fmla="*/ 19105 h 343888"/>
              <a:gd name="connsiteX3" fmla="*/ 0 w 458518"/>
              <a:gd name="connsiteY3" fmla="*/ 324784 h 343888"/>
              <a:gd name="connsiteX4" fmla="*/ 19105 w 458518"/>
              <a:gd name="connsiteY4" fmla="*/ 343889 h 343888"/>
              <a:gd name="connsiteX5" fmla="*/ 439413 w 458518"/>
              <a:gd name="connsiteY5" fmla="*/ 343889 h 343888"/>
              <a:gd name="connsiteX6" fmla="*/ 458518 w 458518"/>
              <a:gd name="connsiteY6" fmla="*/ 324784 h 343888"/>
              <a:gd name="connsiteX7" fmla="*/ 458518 w 458518"/>
              <a:gd name="connsiteY7" fmla="*/ 19105 h 343888"/>
              <a:gd name="connsiteX8" fmla="*/ 439413 w 458518"/>
              <a:gd name="connsiteY8" fmla="*/ 0 h 343888"/>
              <a:gd name="connsiteX9" fmla="*/ 426040 w 458518"/>
              <a:gd name="connsiteY9" fmla="*/ 19105 h 343888"/>
              <a:gd name="connsiteX10" fmla="*/ 229259 w 458518"/>
              <a:gd name="connsiteY10" fmla="*/ 215886 h 343888"/>
              <a:gd name="connsiteX11" fmla="*/ 32478 w 458518"/>
              <a:gd name="connsiteY11" fmla="*/ 19105 h 343888"/>
              <a:gd name="connsiteX12" fmla="*/ 426040 w 458518"/>
              <a:gd name="connsiteY12" fmla="*/ 19105 h 343888"/>
              <a:gd name="connsiteX13" fmla="*/ 19105 w 458518"/>
              <a:gd name="connsiteY13" fmla="*/ 324784 h 343888"/>
              <a:gd name="connsiteX14" fmla="*/ 19105 w 458518"/>
              <a:gd name="connsiteY14" fmla="*/ 32478 h 343888"/>
              <a:gd name="connsiteX15" fmla="*/ 215886 w 458518"/>
              <a:gd name="connsiteY15" fmla="*/ 229259 h 343888"/>
              <a:gd name="connsiteX16" fmla="*/ 242632 w 458518"/>
              <a:gd name="connsiteY16" fmla="*/ 229259 h 343888"/>
              <a:gd name="connsiteX17" fmla="*/ 242632 w 458518"/>
              <a:gd name="connsiteY17" fmla="*/ 229259 h 343888"/>
              <a:gd name="connsiteX18" fmla="*/ 439413 w 458518"/>
              <a:gd name="connsiteY18" fmla="*/ 32478 h 343888"/>
              <a:gd name="connsiteX19" fmla="*/ 439413 w 458518"/>
              <a:gd name="connsiteY19" fmla="*/ 324784 h 343888"/>
              <a:gd name="connsiteX20" fmla="*/ 19105 w 458518"/>
              <a:gd name="connsiteY20" fmla="*/ 324784 h 34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8518" h="343888">
                <a:moveTo>
                  <a:pt x="439413" y="0"/>
                </a:move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24784"/>
                </a:lnTo>
                <a:cubicBezTo>
                  <a:pt x="0" y="336247"/>
                  <a:pt x="7642" y="343889"/>
                  <a:pt x="19105" y="343889"/>
                </a:cubicBezTo>
                <a:lnTo>
                  <a:pt x="439413" y="343889"/>
                </a:lnTo>
                <a:cubicBezTo>
                  <a:pt x="450876" y="343889"/>
                  <a:pt x="458518" y="336247"/>
                  <a:pt x="458518" y="324784"/>
                </a:cubicBezTo>
                <a:lnTo>
                  <a:pt x="458518" y="19105"/>
                </a:lnTo>
                <a:cubicBezTo>
                  <a:pt x="458518" y="7642"/>
                  <a:pt x="450876" y="0"/>
                  <a:pt x="439413" y="0"/>
                </a:cubicBezTo>
                <a:close/>
                <a:moveTo>
                  <a:pt x="426040" y="19105"/>
                </a:moveTo>
                <a:lnTo>
                  <a:pt x="229259" y="215886"/>
                </a:lnTo>
                <a:lnTo>
                  <a:pt x="32478" y="19105"/>
                </a:lnTo>
                <a:lnTo>
                  <a:pt x="426040" y="19105"/>
                </a:lnTo>
                <a:close/>
                <a:moveTo>
                  <a:pt x="19105" y="324784"/>
                </a:moveTo>
                <a:lnTo>
                  <a:pt x="19105" y="32478"/>
                </a:lnTo>
                <a:lnTo>
                  <a:pt x="215886" y="229259"/>
                </a:lnTo>
                <a:cubicBezTo>
                  <a:pt x="223528" y="236901"/>
                  <a:pt x="234990" y="236901"/>
                  <a:pt x="242632" y="229259"/>
                </a:cubicBezTo>
                <a:cubicBezTo>
                  <a:pt x="242632" y="229259"/>
                  <a:pt x="242632" y="229259"/>
                  <a:pt x="242632" y="229259"/>
                </a:cubicBezTo>
                <a:lnTo>
                  <a:pt x="439413" y="32478"/>
                </a:lnTo>
                <a:lnTo>
                  <a:pt x="439413" y="324784"/>
                </a:lnTo>
                <a:lnTo>
                  <a:pt x="19105" y="324784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older icon." descr="Folder icon.">
            <a:extLst>
              <a:ext uri="{FF2B5EF4-FFF2-40B4-BE49-F238E27FC236}">
                <a16:creationId xmlns:a16="http://schemas.microsoft.com/office/drawing/2014/main" id="{BB80D6F1-804C-4BDF-B108-7F5C1255E1F8}"/>
              </a:ext>
            </a:extLst>
          </p:cNvPr>
          <p:cNvSpPr>
            <a:spLocks noChangeAspect="1"/>
          </p:cNvSpPr>
          <p:nvPr/>
        </p:nvSpPr>
        <p:spPr>
          <a:xfrm>
            <a:off x="2174658" y="1471628"/>
            <a:ext cx="458518" cy="362993"/>
          </a:xfrm>
          <a:custGeom>
            <a:avLst/>
            <a:gdLst>
              <a:gd name="connsiteX0" fmla="*/ 439413 w 458518"/>
              <a:gd name="connsiteY0" fmla="*/ 362993 h 362993"/>
              <a:gd name="connsiteX1" fmla="*/ 19105 w 458518"/>
              <a:gd name="connsiteY1" fmla="*/ 362993 h 362993"/>
              <a:gd name="connsiteX2" fmla="*/ 0 w 458518"/>
              <a:gd name="connsiteY2" fmla="*/ 343889 h 362993"/>
              <a:gd name="connsiteX3" fmla="*/ 0 w 458518"/>
              <a:gd name="connsiteY3" fmla="*/ 19105 h 362993"/>
              <a:gd name="connsiteX4" fmla="*/ 19105 w 458518"/>
              <a:gd name="connsiteY4" fmla="*/ 0 h 362993"/>
              <a:gd name="connsiteX5" fmla="*/ 149018 w 458518"/>
              <a:gd name="connsiteY5" fmla="*/ 0 h 362993"/>
              <a:gd name="connsiteX6" fmla="*/ 162392 w 458518"/>
              <a:gd name="connsiteY6" fmla="*/ 5731 h 362993"/>
              <a:gd name="connsiteX7" fmla="*/ 194870 w 458518"/>
              <a:gd name="connsiteY7" fmla="*/ 38210 h 362993"/>
              <a:gd name="connsiteX8" fmla="*/ 439413 w 458518"/>
              <a:gd name="connsiteY8" fmla="*/ 38210 h 362993"/>
              <a:gd name="connsiteX9" fmla="*/ 458518 w 458518"/>
              <a:gd name="connsiteY9" fmla="*/ 57315 h 362993"/>
              <a:gd name="connsiteX10" fmla="*/ 458518 w 458518"/>
              <a:gd name="connsiteY10" fmla="*/ 343889 h 362993"/>
              <a:gd name="connsiteX11" fmla="*/ 439413 w 458518"/>
              <a:gd name="connsiteY11" fmla="*/ 362993 h 362993"/>
              <a:gd name="connsiteX12" fmla="*/ 19105 w 458518"/>
              <a:gd name="connsiteY12" fmla="*/ 19105 h 362993"/>
              <a:gd name="connsiteX13" fmla="*/ 19105 w 458518"/>
              <a:gd name="connsiteY13" fmla="*/ 343889 h 362993"/>
              <a:gd name="connsiteX14" fmla="*/ 439413 w 458518"/>
              <a:gd name="connsiteY14" fmla="*/ 343889 h 362993"/>
              <a:gd name="connsiteX15" fmla="*/ 439413 w 458518"/>
              <a:gd name="connsiteY15" fmla="*/ 57315 h 362993"/>
              <a:gd name="connsiteX16" fmla="*/ 194870 w 458518"/>
              <a:gd name="connsiteY16" fmla="*/ 57315 h 362993"/>
              <a:gd name="connsiteX17" fmla="*/ 181497 w 458518"/>
              <a:gd name="connsiteY17" fmla="*/ 51583 h 362993"/>
              <a:gd name="connsiteX18" fmla="*/ 149018 w 458518"/>
              <a:gd name="connsiteY18" fmla="*/ 19105 h 362993"/>
              <a:gd name="connsiteX19" fmla="*/ 19105 w 458518"/>
              <a:gd name="connsiteY19" fmla="*/ 19105 h 36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518" h="362993">
                <a:moveTo>
                  <a:pt x="439413" y="362993"/>
                </a:moveTo>
                <a:lnTo>
                  <a:pt x="19105" y="362993"/>
                </a:lnTo>
                <a:cubicBezTo>
                  <a:pt x="7642" y="362993"/>
                  <a:pt x="0" y="355351"/>
                  <a:pt x="0" y="343889"/>
                </a:cubicBezTo>
                <a:lnTo>
                  <a:pt x="0" y="19105"/>
                </a:lnTo>
                <a:cubicBezTo>
                  <a:pt x="0" y="7642"/>
                  <a:pt x="7642" y="0"/>
                  <a:pt x="19105" y="0"/>
                </a:cubicBezTo>
                <a:lnTo>
                  <a:pt x="149018" y="0"/>
                </a:lnTo>
                <a:cubicBezTo>
                  <a:pt x="154750" y="0"/>
                  <a:pt x="158571" y="1910"/>
                  <a:pt x="162392" y="5731"/>
                </a:cubicBezTo>
                <a:lnTo>
                  <a:pt x="194870" y="38210"/>
                </a:lnTo>
                <a:lnTo>
                  <a:pt x="439413" y="38210"/>
                </a:lnTo>
                <a:cubicBezTo>
                  <a:pt x="450876" y="38210"/>
                  <a:pt x="458518" y="45852"/>
                  <a:pt x="458518" y="57315"/>
                </a:cubicBezTo>
                <a:lnTo>
                  <a:pt x="458518" y="343889"/>
                </a:lnTo>
                <a:cubicBezTo>
                  <a:pt x="458518" y="355351"/>
                  <a:pt x="450876" y="362993"/>
                  <a:pt x="439413" y="362993"/>
                </a:cubicBezTo>
                <a:close/>
                <a:moveTo>
                  <a:pt x="19105" y="19105"/>
                </a:moveTo>
                <a:lnTo>
                  <a:pt x="19105" y="343889"/>
                </a:lnTo>
                <a:lnTo>
                  <a:pt x="439413" y="343889"/>
                </a:lnTo>
                <a:lnTo>
                  <a:pt x="439413" y="57315"/>
                </a:lnTo>
                <a:lnTo>
                  <a:pt x="194870" y="57315"/>
                </a:lnTo>
                <a:cubicBezTo>
                  <a:pt x="189139" y="57315"/>
                  <a:pt x="185318" y="55404"/>
                  <a:pt x="181497" y="51583"/>
                </a:cubicBezTo>
                <a:lnTo>
                  <a:pt x="149018" y="19105"/>
                </a:lnTo>
                <a:lnTo>
                  <a:pt x="19105" y="19105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Calendar icon." descr="Calendar icon.">
            <a:extLst>
              <a:ext uri="{FF2B5EF4-FFF2-40B4-BE49-F238E27FC236}">
                <a16:creationId xmlns:a16="http://schemas.microsoft.com/office/drawing/2014/main" id="{46C07F60-C6CF-4FDC-8A93-F898929CCDE4}"/>
              </a:ext>
            </a:extLst>
          </p:cNvPr>
          <p:cNvSpPr>
            <a:spLocks noChangeAspect="1"/>
          </p:cNvSpPr>
          <p:nvPr/>
        </p:nvSpPr>
        <p:spPr>
          <a:xfrm>
            <a:off x="3423682" y="1395208"/>
            <a:ext cx="420308" cy="439413"/>
          </a:xfrm>
          <a:custGeom>
            <a:avLst/>
            <a:gdLst>
              <a:gd name="connsiteX0" fmla="*/ 401203 w 420308"/>
              <a:gd name="connsiteY0" fmla="*/ 38210 h 439413"/>
              <a:gd name="connsiteX1" fmla="*/ 324784 w 420308"/>
              <a:gd name="connsiteY1" fmla="*/ 38210 h 439413"/>
              <a:gd name="connsiteX2" fmla="*/ 324784 w 420308"/>
              <a:gd name="connsiteY2" fmla="*/ 0 h 439413"/>
              <a:gd name="connsiteX3" fmla="*/ 305679 w 420308"/>
              <a:gd name="connsiteY3" fmla="*/ 0 h 439413"/>
              <a:gd name="connsiteX4" fmla="*/ 305679 w 420308"/>
              <a:gd name="connsiteY4" fmla="*/ 38210 h 439413"/>
              <a:gd name="connsiteX5" fmla="*/ 114630 w 420308"/>
              <a:gd name="connsiteY5" fmla="*/ 38210 h 439413"/>
              <a:gd name="connsiteX6" fmla="*/ 114630 w 420308"/>
              <a:gd name="connsiteY6" fmla="*/ 0 h 439413"/>
              <a:gd name="connsiteX7" fmla="*/ 95525 w 420308"/>
              <a:gd name="connsiteY7" fmla="*/ 0 h 439413"/>
              <a:gd name="connsiteX8" fmla="*/ 95525 w 420308"/>
              <a:gd name="connsiteY8" fmla="*/ 38210 h 439413"/>
              <a:gd name="connsiteX9" fmla="*/ 19105 w 420308"/>
              <a:gd name="connsiteY9" fmla="*/ 38210 h 439413"/>
              <a:gd name="connsiteX10" fmla="*/ 0 w 420308"/>
              <a:gd name="connsiteY10" fmla="*/ 57315 h 439413"/>
              <a:gd name="connsiteX11" fmla="*/ 0 w 420308"/>
              <a:gd name="connsiteY11" fmla="*/ 420308 h 439413"/>
              <a:gd name="connsiteX12" fmla="*/ 19105 w 420308"/>
              <a:gd name="connsiteY12" fmla="*/ 439413 h 439413"/>
              <a:gd name="connsiteX13" fmla="*/ 401203 w 420308"/>
              <a:gd name="connsiteY13" fmla="*/ 439413 h 439413"/>
              <a:gd name="connsiteX14" fmla="*/ 420308 w 420308"/>
              <a:gd name="connsiteY14" fmla="*/ 420308 h 439413"/>
              <a:gd name="connsiteX15" fmla="*/ 420308 w 420308"/>
              <a:gd name="connsiteY15" fmla="*/ 57315 h 439413"/>
              <a:gd name="connsiteX16" fmla="*/ 401203 w 420308"/>
              <a:gd name="connsiteY16" fmla="*/ 38210 h 439413"/>
              <a:gd name="connsiteX17" fmla="*/ 401203 w 420308"/>
              <a:gd name="connsiteY17" fmla="*/ 420308 h 439413"/>
              <a:gd name="connsiteX18" fmla="*/ 401203 w 420308"/>
              <a:gd name="connsiteY18" fmla="*/ 420308 h 439413"/>
              <a:gd name="connsiteX19" fmla="*/ 19105 w 420308"/>
              <a:gd name="connsiteY19" fmla="*/ 420308 h 439413"/>
              <a:gd name="connsiteX20" fmla="*/ 19105 w 420308"/>
              <a:gd name="connsiteY20" fmla="*/ 152839 h 439413"/>
              <a:gd name="connsiteX21" fmla="*/ 401203 w 420308"/>
              <a:gd name="connsiteY21" fmla="*/ 152839 h 439413"/>
              <a:gd name="connsiteX22" fmla="*/ 401203 w 420308"/>
              <a:gd name="connsiteY22" fmla="*/ 420308 h 439413"/>
              <a:gd name="connsiteX23" fmla="*/ 401203 w 420308"/>
              <a:gd name="connsiteY23" fmla="*/ 133734 h 439413"/>
              <a:gd name="connsiteX24" fmla="*/ 19105 w 420308"/>
              <a:gd name="connsiteY24" fmla="*/ 133734 h 439413"/>
              <a:gd name="connsiteX25" fmla="*/ 19105 w 420308"/>
              <a:gd name="connsiteY25" fmla="*/ 57315 h 439413"/>
              <a:gd name="connsiteX26" fmla="*/ 95525 w 420308"/>
              <a:gd name="connsiteY26" fmla="*/ 57315 h 439413"/>
              <a:gd name="connsiteX27" fmla="*/ 95525 w 420308"/>
              <a:gd name="connsiteY27" fmla="*/ 95525 h 439413"/>
              <a:gd name="connsiteX28" fmla="*/ 114630 w 420308"/>
              <a:gd name="connsiteY28" fmla="*/ 95525 h 439413"/>
              <a:gd name="connsiteX29" fmla="*/ 114630 w 420308"/>
              <a:gd name="connsiteY29" fmla="*/ 57315 h 439413"/>
              <a:gd name="connsiteX30" fmla="*/ 305679 w 420308"/>
              <a:gd name="connsiteY30" fmla="*/ 57315 h 439413"/>
              <a:gd name="connsiteX31" fmla="*/ 305679 w 420308"/>
              <a:gd name="connsiteY31" fmla="*/ 95525 h 439413"/>
              <a:gd name="connsiteX32" fmla="*/ 324784 w 420308"/>
              <a:gd name="connsiteY32" fmla="*/ 95525 h 439413"/>
              <a:gd name="connsiteX33" fmla="*/ 324784 w 420308"/>
              <a:gd name="connsiteY33" fmla="*/ 57315 h 439413"/>
              <a:gd name="connsiteX34" fmla="*/ 401203 w 420308"/>
              <a:gd name="connsiteY34" fmla="*/ 57315 h 439413"/>
              <a:gd name="connsiteX35" fmla="*/ 401203 w 420308"/>
              <a:gd name="connsiteY35" fmla="*/ 133734 h 439413"/>
              <a:gd name="connsiteX36" fmla="*/ 95525 w 420308"/>
              <a:gd name="connsiteY36" fmla="*/ 324784 h 439413"/>
              <a:gd name="connsiteX37" fmla="*/ 171944 w 420308"/>
              <a:gd name="connsiteY37" fmla="*/ 324784 h 439413"/>
              <a:gd name="connsiteX38" fmla="*/ 191049 w 420308"/>
              <a:gd name="connsiteY38" fmla="*/ 305679 h 439413"/>
              <a:gd name="connsiteX39" fmla="*/ 191049 w 420308"/>
              <a:gd name="connsiteY39" fmla="*/ 229259 h 439413"/>
              <a:gd name="connsiteX40" fmla="*/ 171944 w 420308"/>
              <a:gd name="connsiteY40" fmla="*/ 210154 h 439413"/>
              <a:gd name="connsiteX41" fmla="*/ 95525 w 420308"/>
              <a:gd name="connsiteY41" fmla="*/ 210154 h 439413"/>
              <a:gd name="connsiteX42" fmla="*/ 76420 w 420308"/>
              <a:gd name="connsiteY42" fmla="*/ 229259 h 439413"/>
              <a:gd name="connsiteX43" fmla="*/ 76420 w 420308"/>
              <a:gd name="connsiteY43" fmla="*/ 305679 h 439413"/>
              <a:gd name="connsiteX44" fmla="*/ 95525 w 420308"/>
              <a:gd name="connsiteY44" fmla="*/ 324784 h 439413"/>
              <a:gd name="connsiteX45" fmla="*/ 171944 w 420308"/>
              <a:gd name="connsiteY45" fmla="*/ 305679 h 439413"/>
              <a:gd name="connsiteX46" fmla="*/ 171944 w 420308"/>
              <a:gd name="connsiteY46" fmla="*/ 305679 h 439413"/>
              <a:gd name="connsiteX47" fmla="*/ 95525 w 420308"/>
              <a:gd name="connsiteY47" fmla="*/ 229259 h 439413"/>
              <a:gd name="connsiteX48" fmla="*/ 171944 w 420308"/>
              <a:gd name="connsiteY48" fmla="*/ 229259 h 439413"/>
              <a:gd name="connsiteX49" fmla="*/ 171944 w 420308"/>
              <a:gd name="connsiteY49" fmla="*/ 305679 h 439413"/>
              <a:gd name="connsiteX50" fmla="*/ 95525 w 420308"/>
              <a:gd name="connsiteY50" fmla="*/ 305679 h 439413"/>
              <a:gd name="connsiteX51" fmla="*/ 95525 w 420308"/>
              <a:gd name="connsiteY51" fmla="*/ 229259 h 43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20308" h="439413">
                <a:moveTo>
                  <a:pt x="401203" y="38210"/>
                </a:moveTo>
                <a:lnTo>
                  <a:pt x="324784" y="38210"/>
                </a:lnTo>
                <a:lnTo>
                  <a:pt x="324784" y="0"/>
                </a:lnTo>
                <a:lnTo>
                  <a:pt x="305679" y="0"/>
                </a:lnTo>
                <a:lnTo>
                  <a:pt x="305679" y="38210"/>
                </a:lnTo>
                <a:lnTo>
                  <a:pt x="114630" y="38210"/>
                </a:lnTo>
                <a:lnTo>
                  <a:pt x="114630" y="0"/>
                </a:lnTo>
                <a:lnTo>
                  <a:pt x="95525" y="0"/>
                </a:lnTo>
                <a:lnTo>
                  <a:pt x="95525" y="38210"/>
                </a:lnTo>
                <a:lnTo>
                  <a:pt x="19105" y="38210"/>
                </a:lnTo>
                <a:cubicBezTo>
                  <a:pt x="7642" y="38210"/>
                  <a:pt x="0" y="45852"/>
                  <a:pt x="0" y="57315"/>
                </a:cubicBezTo>
                <a:lnTo>
                  <a:pt x="0" y="420308"/>
                </a:lnTo>
                <a:cubicBezTo>
                  <a:pt x="0" y="431771"/>
                  <a:pt x="7642" y="439413"/>
                  <a:pt x="19105" y="439413"/>
                </a:cubicBezTo>
                <a:lnTo>
                  <a:pt x="401203" y="439413"/>
                </a:lnTo>
                <a:cubicBezTo>
                  <a:pt x="412666" y="439413"/>
                  <a:pt x="420308" y="431771"/>
                  <a:pt x="420308" y="420308"/>
                </a:cubicBezTo>
                <a:lnTo>
                  <a:pt x="420308" y="57315"/>
                </a:lnTo>
                <a:cubicBezTo>
                  <a:pt x="420308" y="45852"/>
                  <a:pt x="412666" y="38210"/>
                  <a:pt x="401203" y="38210"/>
                </a:cubicBezTo>
                <a:close/>
                <a:moveTo>
                  <a:pt x="401203" y="420308"/>
                </a:moveTo>
                <a:lnTo>
                  <a:pt x="401203" y="420308"/>
                </a:lnTo>
                <a:lnTo>
                  <a:pt x="19105" y="420308"/>
                </a:lnTo>
                <a:lnTo>
                  <a:pt x="19105" y="152839"/>
                </a:lnTo>
                <a:lnTo>
                  <a:pt x="401203" y="152839"/>
                </a:lnTo>
                <a:lnTo>
                  <a:pt x="401203" y="420308"/>
                </a:lnTo>
                <a:close/>
                <a:moveTo>
                  <a:pt x="401203" y="133734"/>
                </a:moveTo>
                <a:lnTo>
                  <a:pt x="19105" y="133734"/>
                </a:lnTo>
                <a:lnTo>
                  <a:pt x="19105" y="57315"/>
                </a:lnTo>
                <a:lnTo>
                  <a:pt x="95525" y="57315"/>
                </a:lnTo>
                <a:lnTo>
                  <a:pt x="95525" y="95525"/>
                </a:lnTo>
                <a:lnTo>
                  <a:pt x="114630" y="95525"/>
                </a:lnTo>
                <a:lnTo>
                  <a:pt x="114630" y="57315"/>
                </a:lnTo>
                <a:lnTo>
                  <a:pt x="305679" y="57315"/>
                </a:lnTo>
                <a:lnTo>
                  <a:pt x="305679" y="95525"/>
                </a:lnTo>
                <a:lnTo>
                  <a:pt x="324784" y="95525"/>
                </a:lnTo>
                <a:lnTo>
                  <a:pt x="324784" y="57315"/>
                </a:lnTo>
                <a:lnTo>
                  <a:pt x="401203" y="57315"/>
                </a:lnTo>
                <a:lnTo>
                  <a:pt x="401203" y="133734"/>
                </a:lnTo>
                <a:close/>
                <a:moveTo>
                  <a:pt x="95525" y="324784"/>
                </a:moveTo>
                <a:lnTo>
                  <a:pt x="171944" y="324784"/>
                </a:lnTo>
                <a:cubicBezTo>
                  <a:pt x="183407" y="324784"/>
                  <a:pt x="191049" y="317142"/>
                  <a:pt x="191049" y="305679"/>
                </a:cubicBezTo>
                <a:lnTo>
                  <a:pt x="191049" y="229259"/>
                </a:lnTo>
                <a:cubicBezTo>
                  <a:pt x="191049" y="217796"/>
                  <a:pt x="183407" y="210154"/>
                  <a:pt x="171944" y="210154"/>
                </a:cubicBezTo>
                <a:lnTo>
                  <a:pt x="95525" y="210154"/>
                </a:lnTo>
                <a:cubicBezTo>
                  <a:pt x="84062" y="210154"/>
                  <a:pt x="76420" y="217796"/>
                  <a:pt x="76420" y="229259"/>
                </a:cubicBezTo>
                <a:lnTo>
                  <a:pt x="76420" y="305679"/>
                </a:lnTo>
                <a:cubicBezTo>
                  <a:pt x="76420" y="317142"/>
                  <a:pt x="84062" y="324784"/>
                  <a:pt x="95525" y="324784"/>
                </a:cubicBezTo>
                <a:close/>
                <a:moveTo>
                  <a:pt x="171944" y="305679"/>
                </a:moveTo>
                <a:lnTo>
                  <a:pt x="171944" y="305679"/>
                </a:lnTo>
                <a:close/>
                <a:moveTo>
                  <a:pt x="95525" y="229259"/>
                </a:moveTo>
                <a:lnTo>
                  <a:pt x="171944" y="229259"/>
                </a:lnTo>
                <a:lnTo>
                  <a:pt x="171944" y="305679"/>
                </a:lnTo>
                <a:lnTo>
                  <a:pt x="95525" y="305679"/>
                </a:lnTo>
                <a:lnTo>
                  <a:pt x="95525" y="229259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30-day refill icon." descr="30-day refill icon.">
            <a:extLst>
              <a:ext uri="{FF2B5EF4-FFF2-40B4-BE49-F238E27FC236}">
                <a16:creationId xmlns:a16="http://schemas.microsoft.com/office/drawing/2014/main" id="{FC67BE3C-CBC2-47C7-BDD3-FFFFC0A85B41}"/>
              </a:ext>
            </a:extLst>
          </p:cNvPr>
          <p:cNvSpPr/>
          <p:nvPr/>
        </p:nvSpPr>
        <p:spPr>
          <a:xfrm>
            <a:off x="4650889" y="1393979"/>
            <a:ext cx="421484" cy="440642"/>
          </a:xfrm>
          <a:custGeom>
            <a:avLst/>
            <a:gdLst>
              <a:gd name="connsiteX0" fmla="*/ 402326 w 421484"/>
              <a:gd name="connsiteY0" fmla="*/ 38317 h 440642"/>
              <a:gd name="connsiteX1" fmla="*/ 325692 w 421484"/>
              <a:gd name="connsiteY1" fmla="*/ 38317 h 440642"/>
              <a:gd name="connsiteX2" fmla="*/ 325692 w 421484"/>
              <a:gd name="connsiteY2" fmla="*/ 0 h 440642"/>
              <a:gd name="connsiteX3" fmla="*/ 306534 w 421484"/>
              <a:gd name="connsiteY3" fmla="*/ 0 h 440642"/>
              <a:gd name="connsiteX4" fmla="*/ 306534 w 421484"/>
              <a:gd name="connsiteY4" fmla="*/ 38317 h 440642"/>
              <a:gd name="connsiteX5" fmla="*/ 114950 w 421484"/>
              <a:gd name="connsiteY5" fmla="*/ 38317 h 440642"/>
              <a:gd name="connsiteX6" fmla="*/ 114950 w 421484"/>
              <a:gd name="connsiteY6" fmla="*/ 0 h 440642"/>
              <a:gd name="connsiteX7" fmla="*/ 95792 w 421484"/>
              <a:gd name="connsiteY7" fmla="*/ 0 h 440642"/>
              <a:gd name="connsiteX8" fmla="*/ 95792 w 421484"/>
              <a:gd name="connsiteY8" fmla="*/ 38317 h 440642"/>
              <a:gd name="connsiteX9" fmla="*/ 19158 w 421484"/>
              <a:gd name="connsiteY9" fmla="*/ 38317 h 440642"/>
              <a:gd name="connsiteX10" fmla="*/ 0 w 421484"/>
              <a:gd name="connsiteY10" fmla="*/ 57475 h 440642"/>
              <a:gd name="connsiteX11" fmla="*/ 0 w 421484"/>
              <a:gd name="connsiteY11" fmla="*/ 421484 h 440642"/>
              <a:gd name="connsiteX12" fmla="*/ 19158 w 421484"/>
              <a:gd name="connsiteY12" fmla="*/ 440643 h 440642"/>
              <a:gd name="connsiteX13" fmla="*/ 402326 w 421484"/>
              <a:gd name="connsiteY13" fmla="*/ 440643 h 440642"/>
              <a:gd name="connsiteX14" fmla="*/ 421484 w 421484"/>
              <a:gd name="connsiteY14" fmla="*/ 421484 h 440642"/>
              <a:gd name="connsiteX15" fmla="*/ 421484 w 421484"/>
              <a:gd name="connsiteY15" fmla="*/ 57475 h 440642"/>
              <a:gd name="connsiteX16" fmla="*/ 402326 w 421484"/>
              <a:gd name="connsiteY16" fmla="*/ 38317 h 440642"/>
              <a:gd name="connsiteX17" fmla="*/ 402326 w 421484"/>
              <a:gd name="connsiteY17" fmla="*/ 421484 h 440642"/>
              <a:gd name="connsiteX18" fmla="*/ 402326 w 421484"/>
              <a:gd name="connsiteY18" fmla="*/ 421484 h 440642"/>
              <a:gd name="connsiteX19" fmla="*/ 19158 w 421484"/>
              <a:gd name="connsiteY19" fmla="*/ 421484 h 440642"/>
              <a:gd name="connsiteX20" fmla="*/ 19158 w 421484"/>
              <a:gd name="connsiteY20" fmla="*/ 153267 h 440642"/>
              <a:gd name="connsiteX21" fmla="*/ 402326 w 421484"/>
              <a:gd name="connsiteY21" fmla="*/ 153267 h 440642"/>
              <a:gd name="connsiteX22" fmla="*/ 402326 w 421484"/>
              <a:gd name="connsiteY22" fmla="*/ 421484 h 440642"/>
              <a:gd name="connsiteX23" fmla="*/ 402326 w 421484"/>
              <a:gd name="connsiteY23" fmla="*/ 134109 h 440642"/>
              <a:gd name="connsiteX24" fmla="*/ 19158 w 421484"/>
              <a:gd name="connsiteY24" fmla="*/ 134109 h 440642"/>
              <a:gd name="connsiteX25" fmla="*/ 19158 w 421484"/>
              <a:gd name="connsiteY25" fmla="*/ 57475 h 440642"/>
              <a:gd name="connsiteX26" fmla="*/ 95792 w 421484"/>
              <a:gd name="connsiteY26" fmla="*/ 57475 h 440642"/>
              <a:gd name="connsiteX27" fmla="*/ 95792 w 421484"/>
              <a:gd name="connsiteY27" fmla="*/ 95792 h 440642"/>
              <a:gd name="connsiteX28" fmla="*/ 114950 w 421484"/>
              <a:gd name="connsiteY28" fmla="*/ 95792 h 440642"/>
              <a:gd name="connsiteX29" fmla="*/ 114950 w 421484"/>
              <a:gd name="connsiteY29" fmla="*/ 57475 h 440642"/>
              <a:gd name="connsiteX30" fmla="*/ 306534 w 421484"/>
              <a:gd name="connsiteY30" fmla="*/ 57475 h 440642"/>
              <a:gd name="connsiteX31" fmla="*/ 306534 w 421484"/>
              <a:gd name="connsiteY31" fmla="*/ 95792 h 440642"/>
              <a:gd name="connsiteX32" fmla="*/ 325692 w 421484"/>
              <a:gd name="connsiteY32" fmla="*/ 95792 h 440642"/>
              <a:gd name="connsiteX33" fmla="*/ 325692 w 421484"/>
              <a:gd name="connsiteY33" fmla="*/ 57475 h 440642"/>
              <a:gd name="connsiteX34" fmla="*/ 402326 w 421484"/>
              <a:gd name="connsiteY34" fmla="*/ 57475 h 440642"/>
              <a:gd name="connsiteX35" fmla="*/ 402326 w 421484"/>
              <a:gd name="connsiteY35" fmla="*/ 134109 h 440642"/>
              <a:gd name="connsiteX36" fmla="*/ 113034 w 421484"/>
              <a:gd name="connsiteY36" fmla="*/ 254806 h 440642"/>
              <a:gd name="connsiteX37" fmla="*/ 113034 w 421484"/>
              <a:gd name="connsiteY37" fmla="*/ 252891 h 440642"/>
              <a:gd name="connsiteX38" fmla="*/ 145604 w 421484"/>
              <a:gd name="connsiteY38" fmla="*/ 226069 h 440642"/>
              <a:gd name="connsiteX39" fmla="*/ 180089 w 421484"/>
              <a:gd name="connsiteY39" fmla="*/ 252891 h 440642"/>
              <a:gd name="connsiteX40" fmla="*/ 149435 w 421484"/>
              <a:gd name="connsiteY40" fmla="*/ 277796 h 440642"/>
              <a:gd name="connsiteX41" fmla="*/ 143688 w 421484"/>
              <a:gd name="connsiteY41" fmla="*/ 277796 h 440642"/>
              <a:gd name="connsiteX42" fmla="*/ 143688 w 421484"/>
              <a:gd name="connsiteY42" fmla="*/ 296955 h 440642"/>
              <a:gd name="connsiteX43" fmla="*/ 147519 w 421484"/>
              <a:gd name="connsiteY43" fmla="*/ 296955 h 440642"/>
              <a:gd name="connsiteX44" fmla="*/ 182005 w 421484"/>
              <a:gd name="connsiteY44" fmla="*/ 325692 h 440642"/>
              <a:gd name="connsiteX45" fmla="*/ 147519 w 421484"/>
              <a:gd name="connsiteY45" fmla="*/ 354430 h 440642"/>
              <a:gd name="connsiteX46" fmla="*/ 113034 w 421484"/>
              <a:gd name="connsiteY46" fmla="*/ 325692 h 440642"/>
              <a:gd name="connsiteX47" fmla="*/ 93876 w 421484"/>
              <a:gd name="connsiteY47" fmla="*/ 325692 h 440642"/>
              <a:gd name="connsiteX48" fmla="*/ 145604 w 421484"/>
              <a:gd name="connsiteY48" fmla="*/ 373588 h 440642"/>
              <a:gd name="connsiteX49" fmla="*/ 199247 w 421484"/>
              <a:gd name="connsiteY49" fmla="*/ 325692 h 440642"/>
              <a:gd name="connsiteX50" fmla="*/ 180089 w 421484"/>
              <a:gd name="connsiteY50" fmla="*/ 287376 h 440642"/>
              <a:gd name="connsiteX51" fmla="*/ 199247 w 421484"/>
              <a:gd name="connsiteY51" fmla="*/ 250975 h 440642"/>
              <a:gd name="connsiteX52" fmla="*/ 145604 w 421484"/>
              <a:gd name="connsiteY52" fmla="*/ 204995 h 440642"/>
              <a:gd name="connsiteX53" fmla="*/ 91960 w 421484"/>
              <a:gd name="connsiteY53" fmla="*/ 250975 h 440642"/>
              <a:gd name="connsiteX54" fmla="*/ 91960 w 421484"/>
              <a:gd name="connsiteY54" fmla="*/ 252891 h 440642"/>
              <a:gd name="connsiteX55" fmla="*/ 113034 w 421484"/>
              <a:gd name="connsiteY55" fmla="*/ 254806 h 440642"/>
              <a:gd name="connsiteX56" fmla="*/ 275881 w 421484"/>
              <a:gd name="connsiteY56" fmla="*/ 373588 h 440642"/>
              <a:gd name="connsiteX57" fmla="*/ 318029 w 421484"/>
              <a:gd name="connsiteY57" fmla="*/ 350598 h 440642"/>
              <a:gd name="connsiteX58" fmla="*/ 333356 w 421484"/>
              <a:gd name="connsiteY58" fmla="*/ 291207 h 440642"/>
              <a:gd name="connsiteX59" fmla="*/ 325692 w 421484"/>
              <a:gd name="connsiteY59" fmla="*/ 247143 h 440642"/>
              <a:gd name="connsiteX60" fmla="*/ 306534 w 421484"/>
              <a:gd name="connsiteY60" fmla="*/ 218405 h 440642"/>
              <a:gd name="connsiteX61" fmla="*/ 245227 w 421484"/>
              <a:gd name="connsiteY61" fmla="*/ 218405 h 440642"/>
              <a:gd name="connsiteX62" fmla="*/ 224153 w 421484"/>
              <a:gd name="connsiteY62" fmla="*/ 247143 h 440642"/>
              <a:gd name="connsiteX63" fmla="*/ 216490 w 421484"/>
              <a:gd name="connsiteY63" fmla="*/ 291207 h 440642"/>
              <a:gd name="connsiteX64" fmla="*/ 231816 w 421484"/>
              <a:gd name="connsiteY64" fmla="*/ 350598 h 440642"/>
              <a:gd name="connsiteX65" fmla="*/ 275881 w 421484"/>
              <a:gd name="connsiteY65" fmla="*/ 373588 h 440642"/>
              <a:gd name="connsiteX66" fmla="*/ 243311 w 421484"/>
              <a:gd name="connsiteY66" fmla="*/ 252891 h 440642"/>
              <a:gd name="connsiteX67" fmla="*/ 258638 w 421484"/>
              <a:gd name="connsiteY67" fmla="*/ 231816 h 440642"/>
              <a:gd name="connsiteX68" fmla="*/ 296955 w 421484"/>
              <a:gd name="connsiteY68" fmla="*/ 231816 h 440642"/>
              <a:gd name="connsiteX69" fmla="*/ 310366 w 421484"/>
              <a:gd name="connsiteY69" fmla="*/ 252891 h 440642"/>
              <a:gd name="connsiteX70" fmla="*/ 316113 w 421484"/>
              <a:gd name="connsiteY70" fmla="*/ 289291 h 440642"/>
              <a:gd name="connsiteX71" fmla="*/ 304618 w 421484"/>
              <a:gd name="connsiteY71" fmla="*/ 339103 h 440642"/>
              <a:gd name="connsiteX72" fmla="*/ 262470 w 421484"/>
              <a:gd name="connsiteY72" fmla="*/ 350598 h 440642"/>
              <a:gd name="connsiteX73" fmla="*/ 250975 w 421484"/>
              <a:gd name="connsiteY73" fmla="*/ 339103 h 440642"/>
              <a:gd name="connsiteX74" fmla="*/ 239480 w 421484"/>
              <a:gd name="connsiteY74" fmla="*/ 289291 h 440642"/>
              <a:gd name="connsiteX75" fmla="*/ 243311 w 421484"/>
              <a:gd name="connsiteY75" fmla="*/ 252891 h 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21484" h="440642">
                <a:moveTo>
                  <a:pt x="402326" y="38317"/>
                </a:moveTo>
                <a:lnTo>
                  <a:pt x="325692" y="38317"/>
                </a:lnTo>
                <a:lnTo>
                  <a:pt x="325692" y="0"/>
                </a:lnTo>
                <a:lnTo>
                  <a:pt x="306534" y="0"/>
                </a:lnTo>
                <a:lnTo>
                  <a:pt x="306534" y="38317"/>
                </a:lnTo>
                <a:lnTo>
                  <a:pt x="114950" y="38317"/>
                </a:lnTo>
                <a:lnTo>
                  <a:pt x="114950" y="0"/>
                </a:lnTo>
                <a:lnTo>
                  <a:pt x="95792" y="0"/>
                </a:lnTo>
                <a:lnTo>
                  <a:pt x="95792" y="38317"/>
                </a:lnTo>
                <a:lnTo>
                  <a:pt x="19158" y="38317"/>
                </a:lnTo>
                <a:cubicBezTo>
                  <a:pt x="7663" y="38317"/>
                  <a:pt x="0" y="45980"/>
                  <a:pt x="0" y="57475"/>
                </a:cubicBezTo>
                <a:lnTo>
                  <a:pt x="0" y="421484"/>
                </a:lnTo>
                <a:cubicBezTo>
                  <a:pt x="0" y="432979"/>
                  <a:pt x="7663" y="440643"/>
                  <a:pt x="19158" y="440643"/>
                </a:cubicBezTo>
                <a:lnTo>
                  <a:pt x="402326" y="440643"/>
                </a:lnTo>
                <a:cubicBezTo>
                  <a:pt x="413821" y="440643"/>
                  <a:pt x="421484" y="432979"/>
                  <a:pt x="421484" y="421484"/>
                </a:cubicBezTo>
                <a:lnTo>
                  <a:pt x="421484" y="57475"/>
                </a:lnTo>
                <a:cubicBezTo>
                  <a:pt x="421484" y="45980"/>
                  <a:pt x="413821" y="38317"/>
                  <a:pt x="402326" y="38317"/>
                </a:cubicBezTo>
                <a:close/>
                <a:moveTo>
                  <a:pt x="402326" y="421484"/>
                </a:moveTo>
                <a:lnTo>
                  <a:pt x="402326" y="421484"/>
                </a:lnTo>
                <a:lnTo>
                  <a:pt x="19158" y="421484"/>
                </a:lnTo>
                <a:lnTo>
                  <a:pt x="19158" y="153267"/>
                </a:lnTo>
                <a:lnTo>
                  <a:pt x="402326" y="153267"/>
                </a:lnTo>
                <a:lnTo>
                  <a:pt x="402326" y="421484"/>
                </a:lnTo>
                <a:close/>
                <a:moveTo>
                  <a:pt x="402326" y="134109"/>
                </a:moveTo>
                <a:lnTo>
                  <a:pt x="19158" y="134109"/>
                </a:lnTo>
                <a:lnTo>
                  <a:pt x="19158" y="57475"/>
                </a:lnTo>
                <a:lnTo>
                  <a:pt x="95792" y="57475"/>
                </a:lnTo>
                <a:lnTo>
                  <a:pt x="95792" y="95792"/>
                </a:lnTo>
                <a:lnTo>
                  <a:pt x="114950" y="95792"/>
                </a:lnTo>
                <a:lnTo>
                  <a:pt x="114950" y="57475"/>
                </a:lnTo>
                <a:lnTo>
                  <a:pt x="306534" y="57475"/>
                </a:lnTo>
                <a:lnTo>
                  <a:pt x="306534" y="95792"/>
                </a:lnTo>
                <a:lnTo>
                  <a:pt x="325692" y="95792"/>
                </a:lnTo>
                <a:lnTo>
                  <a:pt x="325692" y="57475"/>
                </a:lnTo>
                <a:lnTo>
                  <a:pt x="402326" y="57475"/>
                </a:lnTo>
                <a:lnTo>
                  <a:pt x="402326" y="134109"/>
                </a:lnTo>
                <a:close/>
                <a:moveTo>
                  <a:pt x="113034" y="254806"/>
                </a:moveTo>
                <a:cubicBezTo>
                  <a:pt x="113034" y="254806"/>
                  <a:pt x="113034" y="252891"/>
                  <a:pt x="113034" y="252891"/>
                </a:cubicBezTo>
                <a:cubicBezTo>
                  <a:pt x="114950" y="235648"/>
                  <a:pt x="130277" y="224153"/>
                  <a:pt x="145604" y="226069"/>
                </a:cubicBezTo>
                <a:cubicBezTo>
                  <a:pt x="162846" y="224153"/>
                  <a:pt x="176257" y="235648"/>
                  <a:pt x="180089" y="252891"/>
                </a:cubicBezTo>
                <a:cubicBezTo>
                  <a:pt x="180089" y="268217"/>
                  <a:pt x="168594" y="277796"/>
                  <a:pt x="149435" y="277796"/>
                </a:cubicBezTo>
                <a:lnTo>
                  <a:pt x="143688" y="277796"/>
                </a:lnTo>
                <a:lnTo>
                  <a:pt x="143688" y="296955"/>
                </a:lnTo>
                <a:lnTo>
                  <a:pt x="147519" y="296955"/>
                </a:lnTo>
                <a:cubicBezTo>
                  <a:pt x="164762" y="295039"/>
                  <a:pt x="180089" y="308450"/>
                  <a:pt x="182005" y="325692"/>
                </a:cubicBezTo>
                <a:cubicBezTo>
                  <a:pt x="180089" y="342935"/>
                  <a:pt x="164762" y="356346"/>
                  <a:pt x="147519" y="354430"/>
                </a:cubicBezTo>
                <a:cubicBezTo>
                  <a:pt x="130277" y="356346"/>
                  <a:pt x="114950" y="342935"/>
                  <a:pt x="113034" y="325692"/>
                </a:cubicBezTo>
                <a:lnTo>
                  <a:pt x="93876" y="325692"/>
                </a:lnTo>
                <a:cubicBezTo>
                  <a:pt x="95792" y="352514"/>
                  <a:pt x="118782" y="375504"/>
                  <a:pt x="145604" y="373588"/>
                </a:cubicBezTo>
                <a:cubicBezTo>
                  <a:pt x="172425" y="375504"/>
                  <a:pt x="197331" y="352514"/>
                  <a:pt x="199247" y="325692"/>
                </a:cubicBezTo>
                <a:cubicBezTo>
                  <a:pt x="199247" y="310366"/>
                  <a:pt x="191584" y="296955"/>
                  <a:pt x="180089" y="287376"/>
                </a:cubicBezTo>
                <a:cubicBezTo>
                  <a:pt x="191584" y="279712"/>
                  <a:pt x="199247" y="266301"/>
                  <a:pt x="199247" y="250975"/>
                </a:cubicBezTo>
                <a:cubicBezTo>
                  <a:pt x="197331" y="224153"/>
                  <a:pt x="174341" y="203079"/>
                  <a:pt x="145604" y="204995"/>
                </a:cubicBezTo>
                <a:cubicBezTo>
                  <a:pt x="118782" y="203079"/>
                  <a:pt x="95792" y="224153"/>
                  <a:pt x="91960" y="250975"/>
                </a:cubicBezTo>
                <a:cubicBezTo>
                  <a:pt x="91960" y="250975"/>
                  <a:pt x="91960" y="252891"/>
                  <a:pt x="91960" y="252891"/>
                </a:cubicBezTo>
                <a:lnTo>
                  <a:pt x="113034" y="254806"/>
                </a:lnTo>
                <a:close/>
                <a:moveTo>
                  <a:pt x="275881" y="373588"/>
                </a:moveTo>
                <a:cubicBezTo>
                  <a:pt x="293123" y="373588"/>
                  <a:pt x="308450" y="364009"/>
                  <a:pt x="318029" y="350598"/>
                </a:cubicBezTo>
                <a:cubicBezTo>
                  <a:pt x="329524" y="333356"/>
                  <a:pt x="335272" y="312282"/>
                  <a:pt x="333356" y="291207"/>
                </a:cubicBezTo>
                <a:cubicBezTo>
                  <a:pt x="333356" y="275881"/>
                  <a:pt x="331440" y="262470"/>
                  <a:pt x="325692" y="247143"/>
                </a:cubicBezTo>
                <a:cubicBezTo>
                  <a:pt x="321861" y="235648"/>
                  <a:pt x="316113" y="226069"/>
                  <a:pt x="306534" y="218405"/>
                </a:cubicBezTo>
                <a:cubicBezTo>
                  <a:pt x="289291" y="203079"/>
                  <a:pt x="262470" y="203079"/>
                  <a:pt x="245227" y="218405"/>
                </a:cubicBezTo>
                <a:cubicBezTo>
                  <a:pt x="235648" y="226069"/>
                  <a:pt x="227985" y="235648"/>
                  <a:pt x="224153" y="247143"/>
                </a:cubicBezTo>
                <a:cubicBezTo>
                  <a:pt x="218405" y="260554"/>
                  <a:pt x="216490" y="275881"/>
                  <a:pt x="216490" y="291207"/>
                </a:cubicBezTo>
                <a:cubicBezTo>
                  <a:pt x="214574" y="312282"/>
                  <a:pt x="220321" y="333356"/>
                  <a:pt x="231816" y="350598"/>
                </a:cubicBezTo>
                <a:cubicBezTo>
                  <a:pt x="243311" y="364009"/>
                  <a:pt x="260554" y="373588"/>
                  <a:pt x="275881" y="373588"/>
                </a:cubicBezTo>
                <a:close/>
                <a:moveTo>
                  <a:pt x="243311" y="252891"/>
                </a:moveTo>
                <a:cubicBezTo>
                  <a:pt x="245227" y="245227"/>
                  <a:pt x="250975" y="237564"/>
                  <a:pt x="258638" y="231816"/>
                </a:cubicBezTo>
                <a:cubicBezTo>
                  <a:pt x="270133" y="222237"/>
                  <a:pt x="285460" y="222237"/>
                  <a:pt x="296955" y="231816"/>
                </a:cubicBezTo>
                <a:cubicBezTo>
                  <a:pt x="302702" y="237564"/>
                  <a:pt x="308450" y="245227"/>
                  <a:pt x="310366" y="252891"/>
                </a:cubicBezTo>
                <a:cubicBezTo>
                  <a:pt x="314197" y="264386"/>
                  <a:pt x="316113" y="277796"/>
                  <a:pt x="316113" y="289291"/>
                </a:cubicBezTo>
                <a:cubicBezTo>
                  <a:pt x="318029" y="306534"/>
                  <a:pt x="312282" y="323777"/>
                  <a:pt x="304618" y="339103"/>
                </a:cubicBezTo>
                <a:cubicBezTo>
                  <a:pt x="295039" y="354430"/>
                  <a:pt x="275881" y="358262"/>
                  <a:pt x="262470" y="350598"/>
                </a:cubicBezTo>
                <a:cubicBezTo>
                  <a:pt x="258638" y="348682"/>
                  <a:pt x="254806" y="344851"/>
                  <a:pt x="250975" y="339103"/>
                </a:cubicBezTo>
                <a:cubicBezTo>
                  <a:pt x="241396" y="323777"/>
                  <a:pt x="237564" y="306534"/>
                  <a:pt x="239480" y="289291"/>
                </a:cubicBezTo>
                <a:cubicBezTo>
                  <a:pt x="237564" y="277796"/>
                  <a:pt x="239480" y="264386"/>
                  <a:pt x="243311" y="252891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90-day refill icon." descr="90-day refill icon.">
            <a:extLst>
              <a:ext uri="{FF2B5EF4-FFF2-40B4-BE49-F238E27FC236}">
                <a16:creationId xmlns:a16="http://schemas.microsoft.com/office/drawing/2014/main" id="{387E1A96-7F39-4279-8F3B-51358D43D5A3}"/>
              </a:ext>
            </a:extLst>
          </p:cNvPr>
          <p:cNvSpPr/>
          <p:nvPr/>
        </p:nvSpPr>
        <p:spPr>
          <a:xfrm>
            <a:off x="5873332" y="1393979"/>
            <a:ext cx="421484" cy="440642"/>
          </a:xfrm>
          <a:custGeom>
            <a:avLst/>
            <a:gdLst>
              <a:gd name="connsiteX0" fmla="*/ 402326 w 421484"/>
              <a:gd name="connsiteY0" fmla="*/ 38317 h 440642"/>
              <a:gd name="connsiteX1" fmla="*/ 325692 w 421484"/>
              <a:gd name="connsiteY1" fmla="*/ 38317 h 440642"/>
              <a:gd name="connsiteX2" fmla="*/ 325692 w 421484"/>
              <a:gd name="connsiteY2" fmla="*/ 0 h 440642"/>
              <a:gd name="connsiteX3" fmla="*/ 306534 w 421484"/>
              <a:gd name="connsiteY3" fmla="*/ 0 h 440642"/>
              <a:gd name="connsiteX4" fmla="*/ 306534 w 421484"/>
              <a:gd name="connsiteY4" fmla="*/ 38317 h 440642"/>
              <a:gd name="connsiteX5" fmla="*/ 114950 w 421484"/>
              <a:gd name="connsiteY5" fmla="*/ 38317 h 440642"/>
              <a:gd name="connsiteX6" fmla="*/ 114950 w 421484"/>
              <a:gd name="connsiteY6" fmla="*/ 0 h 440642"/>
              <a:gd name="connsiteX7" fmla="*/ 95792 w 421484"/>
              <a:gd name="connsiteY7" fmla="*/ 0 h 440642"/>
              <a:gd name="connsiteX8" fmla="*/ 95792 w 421484"/>
              <a:gd name="connsiteY8" fmla="*/ 38317 h 440642"/>
              <a:gd name="connsiteX9" fmla="*/ 19158 w 421484"/>
              <a:gd name="connsiteY9" fmla="*/ 38317 h 440642"/>
              <a:gd name="connsiteX10" fmla="*/ 0 w 421484"/>
              <a:gd name="connsiteY10" fmla="*/ 57475 h 440642"/>
              <a:gd name="connsiteX11" fmla="*/ 0 w 421484"/>
              <a:gd name="connsiteY11" fmla="*/ 421484 h 440642"/>
              <a:gd name="connsiteX12" fmla="*/ 19158 w 421484"/>
              <a:gd name="connsiteY12" fmla="*/ 440643 h 440642"/>
              <a:gd name="connsiteX13" fmla="*/ 402326 w 421484"/>
              <a:gd name="connsiteY13" fmla="*/ 440643 h 440642"/>
              <a:gd name="connsiteX14" fmla="*/ 421484 w 421484"/>
              <a:gd name="connsiteY14" fmla="*/ 421484 h 440642"/>
              <a:gd name="connsiteX15" fmla="*/ 421484 w 421484"/>
              <a:gd name="connsiteY15" fmla="*/ 57475 h 440642"/>
              <a:gd name="connsiteX16" fmla="*/ 402326 w 421484"/>
              <a:gd name="connsiteY16" fmla="*/ 38317 h 440642"/>
              <a:gd name="connsiteX17" fmla="*/ 402326 w 421484"/>
              <a:gd name="connsiteY17" fmla="*/ 421484 h 440642"/>
              <a:gd name="connsiteX18" fmla="*/ 402326 w 421484"/>
              <a:gd name="connsiteY18" fmla="*/ 421484 h 440642"/>
              <a:gd name="connsiteX19" fmla="*/ 19158 w 421484"/>
              <a:gd name="connsiteY19" fmla="*/ 421484 h 440642"/>
              <a:gd name="connsiteX20" fmla="*/ 19158 w 421484"/>
              <a:gd name="connsiteY20" fmla="*/ 153267 h 440642"/>
              <a:gd name="connsiteX21" fmla="*/ 402326 w 421484"/>
              <a:gd name="connsiteY21" fmla="*/ 153267 h 440642"/>
              <a:gd name="connsiteX22" fmla="*/ 402326 w 421484"/>
              <a:gd name="connsiteY22" fmla="*/ 421484 h 440642"/>
              <a:gd name="connsiteX23" fmla="*/ 402326 w 421484"/>
              <a:gd name="connsiteY23" fmla="*/ 134109 h 440642"/>
              <a:gd name="connsiteX24" fmla="*/ 19158 w 421484"/>
              <a:gd name="connsiteY24" fmla="*/ 134109 h 440642"/>
              <a:gd name="connsiteX25" fmla="*/ 19158 w 421484"/>
              <a:gd name="connsiteY25" fmla="*/ 57475 h 440642"/>
              <a:gd name="connsiteX26" fmla="*/ 95792 w 421484"/>
              <a:gd name="connsiteY26" fmla="*/ 57475 h 440642"/>
              <a:gd name="connsiteX27" fmla="*/ 95792 w 421484"/>
              <a:gd name="connsiteY27" fmla="*/ 95792 h 440642"/>
              <a:gd name="connsiteX28" fmla="*/ 114950 w 421484"/>
              <a:gd name="connsiteY28" fmla="*/ 95792 h 440642"/>
              <a:gd name="connsiteX29" fmla="*/ 114950 w 421484"/>
              <a:gd name="connsiteY29" fmla="*/ 57475 h 440642"/>
              <a:gd name="connsiteX30" fmla="*/ 306534 w 421484"/>
              <a:gd name="connsiteY30" fmla="*/ 57475 h 440642"/>
              <a:gd name="connsiteX31" fmla="*/ 306534 w 421484"/>
              <a:gd name="connsiteY31" fmla="*/ 95792 h 440642"/>
              <a:gd name="connsiteX32" fmla="*/ 325692 w 421484"/>
              <a:gd name="connsiteY32" fmla="*/ 95792 h 440642"/>
              <a:gd name="connsiteX33" fmla="*/ 325692 w 421484"/>
              <a:gd name="connsiteY33" fmla="*/ 57475 h 440642"/>
              <a:gd name="connsiteX34" fmla="*/ 402326 w 421484"/>
              <a:gd name="connsiteY34" fmla="*/ 57475 h 440642"/>
              <a:gd name="connsiteX35" fmla="*/ 402326 w 421484"/>
              <a:gd name="connsiteY35" fmla="*/ 134109 h 440642"/>
              <a:gd name="connsiteX36" fmla="*/ 277796 w 421484"/>
              <a:gd name="connsiteY36" fmla="*/ 373588 h 440642"/>
              <a:gd name="connsiteX37" fmla="*/ 335272 w 421484"/>
              <a:gd name="connsiteY37" fmla="*/ 289291 h 440642"/>
              <a:gd name="connsiteX38" fmla="*/ 277796 w 421484"/>
              <a:gd name="connsiteY38" fmla="*/ 204995 h 440642"/>
              <a:gd name="connsiteX39" fmla="*/ 220321 w 421484"/>
              <a:gd name="connsiteY39" fmla="*/ 289291 h 440642"/>
              <a:gd name="connsiteX40" fmla="*/ 277796 w 421484"/>
              <a:gd name="connsiteY40" fmla="*/ 373588 h 440642"/>
              <a:gd name="connsiteX41" fmla="*/ 277796 w 421484"/>
              <a:gd name="connsiteY41" fmla="*/ 224153 h 440642"/>
              <a:gd name="connsiteX42" fmla="*/ 316113 w 421484"/>
              <a:gd name="connsiteY42" fmla="*/ 289291 h 440642"/>
              <a:gd name="connsiteX43" fmla="*/ 277796 w 421484"/>
              <a:gd name="connsiteY43" fmla="*/ 354430 h 440642"/>
              <a:gd name="connsiteX44" fmla="*/ 239480 w 421484"/>
              <a:gd name="connsiteY44" fmla="*/ 289291 h 440642"/>
              <a:gd name="connsiteX45" fmla="*/ 277796 w 421484"/>
              <a:gd name="connsiteY45" fmla="*/ 224153 h 440642"/>
              <a:gd name="connsiteX46" fmla="*/ 277796 w 421484"/>
              <a:gd name="connsiteY46" fmla="*/ 224153 h 440642"/>
              <a:gd name="connsiteX47" fmla="*/ 145604 w 421484"/>
              <a:gd name="connsiteY47" fmla="*/ 316113 h 440642"/>
              <a:gd name="connsiteX48" fmla="*/ 185836 w 421484"/>
              <a:gd name="connsiteY48" fmla="*/ 300787 h 440642"/>
              <a:gd name="connsiteX49" fmla="*/ 183920 w 421484"/>
              <a:gd name="connsiteY49" fmla="*/ 318029 h 440642"/>
              <a:gd name="connsiteX50" fmla="*/ 139856 w 421484"/>
              <a:gd name="connsiteY50" fmla="*/ 354430 h 440642"/>
              <a:gd name="connsiteX51" fmla="*/ 111119 w 421484"/>
              <a:gd name="connsiteY51" fmla="*/ 331440 h 440642"/>
              <a:gd name="connsiteX52" fmla="*/ 91960 w 421484"/>
              <a:gd name="connsiteY52" fmla="*/ 331440 h 440642"/>
              <a:gd name="connsiteX53" fmla="*/ 91960 w 421484"/>
              <a:gd name="connsiteY53" fmla="*/ 335272 h 440642"/>
              <a:gd name="connsiteX54" fmla="*/ 137940 w 421484"/>
              <a:gd name="connsiteY54" fmla="*/ 373588 h 440642"/>
              <a:gd name="connsiteX55" fmla="*/ 141772 w 421484"/>
              <a:gd name="connsiteY55" fmla="*/ 373588 h 440642"/>
              <a:gd name="connsiteX56" fmla="*/ 199247 w 421484"/>
              <a:gd name="connsiteY56" fmla="*/ 321861 h 440642"/>
              <a:gd name="connsiteX57" fmla="*/ 201163 w 421484"/>
              <a:gd name="connsiteY57" fmla="*/ 256722 h 440642"/>
              <a:gd name="connsiteX58" fmla="*/ 199247 w 421484"/>
              <a:gd name="connsiteY58" fmla="*/ 247143 h 440642"/>
              <a:gd name="connsiteX59" fmla="*/ 199247 w 421484"/>
              <a:gd name="connsiteY59" fmla="*/ 245227 h 440642"/>
              <a:gd name="connsiteX60" fmla="*/ 199247 w 421484"/>
              <a:gd name="connsiteY60" fmla="*/ 245227 h 440642"/>
              <a:gd name="connsiteX61" fmla="*/ 187752 w 421484"/>
              <a:gd name="connsiteY61" fmla="*/ 226069 h 440642"/>
              <a:gd name="connsiteX62" fmla="*/ 145604 w 421484"/>
              <a:gd name="connsiteY62" fmla="*/ 206910 h 440642"/>
              <a:gd name="connsiteX63" fmla="*/ 88129 w 421484"/>
              <a:gd name="connsiteY63" fmla="*/ 258638 h 440642"/>
              <a:gd name="connsiteX64" fmla="*/ 139856 w 421484"/>
              <a:gd name="connsiteY64" fmla="*/ 316113 h 440642"/>
              <a:gd name="connsiteX65" fmla="*/ 145604 w 421484"/>
              <a:gd name="connsiteY65" fmla="*/ 316113 h 440642"/>
              <a:gd name="connsiteX66" fmla="*/ 145604 w 421484"/>
              <a:gd name="connsiteY66" fmla="*/ 316113 h 440642"/>
              <a:gd name="connsiteX67" fmla="*/ 145604 w 421484"/>
              <a:gd name="connsiteY67" fmla="*/ 224153 h 440642"/>
              <a:gd name="connsiteX68" fmla="*/ 174341 w 421484"/>
              <a:gd name="connsiteY68" fmla="*/ 237564 h 440642"/>
              <a:gd name="connsiteX69" fmla="*/ 182005 w 421484"/>
              <a:gd name="connsiteY69" fmla="*/ 249059 h 440642"/>
              <a:gd name="connsiteX70" fmla="*/ 183920 w 421484"/>
              <a:gd name="connsiteY70" fmla="*/ 256722 h 440642"/>
              <a:gd name="connsiteX71" fmla="*/ 183920 w 421484"/>
              <a:gd name="connsiteY71" fmla="*/ 262470 h 440642"/>
              <a:gd name="connsiteX72" fmla="*/ 145604 w 421484"/>
              <a:gd name="connsiteY72" fmla="*/ 296955 h 440642"/>
              <a:gd name="connsiteX73" fmla="*/ 107287 w 421484"/>
              <a:gd name="connsiteY73" fmla="*/ 264386 h 440642"/>
              <a:gd name="connsiteX74" fmla="*/ 139856 w 421484"/>
              <a:gd name="connsiteY74" fmla="*/ 226069 h 440642"/>
              <a:gd name="connsiteX75" fmla="*/ 145604 w 421484"/>
              <a:gd name="connsiteY75" fmla="*/ 224153 h 440642"/>
              <a:gd name="connsiteX76" fmla="*/ 145604 w 421484"/>
              <a:gd name="connsiteY76" fmla="*/ 224153 h 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421484" h="440642">
                <a:moveTo>
                  <a:pt x="402326" y="38317"/>
                </a:moveTo>
                <a:lnTo>
                  <a:pt x="325692" y="38317"/>
                </a:lnTo>
                <a:lnTo>
                  <a:pt x="325692" y="0"/>
                </a:lnTo>
                <a:lnTo>
                  <a:pt x="306534" y="0"/>
                </a:lnTo>
                <a:lnTo>
                  <a:pt x="306534" y="38317"/>
                </a:lnTo>
                <a:lnTo>
                  <a:pt x="114950" y="38317"/>
                </a:lnTo>
                <a:lnTo>
                  <a:pt x="114950" y="0"/>
                </a:lnTo>
                <a:lnTo>
                  <a:pt x="95792" y="0"/>
                </a:lnTo>
                <a:lnTo>
                  <a:pt x="95792" y="38317"/>
                </a:lnTo>
                <a:lnTo>
                  <a:pt x="19158" y="38317"/>
                </a:lnTo>
                <a:cubicBezTo>
                  <a:pt x="7663" y="38317"/>
                  <a:pt x="0" y="45980"/>
                  <a:pt x="0" y="57475"/>
                </a:cubicBezTo>
                <a:lnTo>
                  <a:pt x="0" y="421484"/>
                </a:lnTo>
                <a:cubicBezTo>
                  <a:pt x="0" y="432979"/>
                  <a:pt x="7663" y="440643"/>
                  <a:pt x="19158" y="440643"/>
                </a:cubicBezTo>
                <a:lnTo>
                  <a:pt x="402326" y="440643"/>
                </a:lnTo>
                <a:cubicBezTo>
                  <a:pt x="413821" y="440643"/>
                  <a:pt x="421484" y="432979"/>
                  <a:pt x="421484" y="421484"/>
                </a:cubicBezTo>
                <a:lnTo>
                  <a:pt x="421484" y="57475"/>
                </a:lnTo>
                <a:cubicBezTo>
                  <a:pt x="421484" y="45980"/>
                  <a:pt x="413821" y="38317"/>
                  <a:pt x="402326" y="38317"/>
                </a:cubicBezTo>
                <a:close/>
                <a:moveTo>
                  <a:pt x="402326" y="421484"/>
                </a:moveTo>
                <a:lnTo>
                  <a:pt x="402326" y="421484"/>
                </a:lnTo>
                <a:lnTo>
                  <a:pt x="19158" y="421484"/>
                </a:lnTo>
                <a:lnTo>
                  <a:pt x="19158" y="153267"/>
                </a:lnTo>
                <a:lnTo>
                  <a:pt x="402326" y="153267"/>
                </a:lnTo>
                <a:lnTo>
                  <a:pt x="402326" y="421484"/>
                </a:lnTo>
                <a:close/>
                <a:moveTo>
                  <a:pt x="402326" y="134109"/>
                </a:moveTo>
                <a:lnTo>
                  <a:pt x="19158" y="134109"/>
                </a:lnTo>
                <a:lnTo>
                  <a:pt x="19158" y="57475"/>
                </a:lnTo>
                <a:lnTo>
                  <a:pt x="95792" y="57475"/>
                </a:lnTo>
                <a:lnTo>
                  <a:pt x="95792" y="95792"/>
                </a:lnTo>
                <a:lnTo>
                  <a:pt x="114950" y="95792"/>
                </a:lnTo>
                <a:lnTo>
                  <a:pt x="114950" y="57475"/>
                </a:lnTo>
                <a:lnTo>
                  <a:pt x="306534" y="57475"/>
                </a:lnTo>
                <a:lnTo>
                  <a:pt x="306534" y="95792"/>
                </a:lnTo>
                <a:lnTo>
                  <a:pt x="325692" y="95792"/>
                </a:lnTo>
                <a:lnTo>
                  <a:pt x="325692" y="57475"/>
                </a:lnTo>
                <a:lnTo>
                  <a:pt x="402326" y="57475"/>
                </a:lnTo>
                <a:lnTo>
                  <a:pt x="402326" y="134109"/>
                </a:lnTo>
                <a:close/>
                <a:moveTo>
                  <a:pt x="277796" y="373588"/>
                </a:moveTo>
                <a:cubicBezTo>
                  <a:pt x="318029" y="373588"/>
                  <a:pt x="335272" y="331440"/>
                  <a:pt x="335272" y="289291"/>
                </a:cubicBezTo>
                <a:cubicBezTo>
                  <a:pt x="335272" y="247143"/>
                  <a:pt x="318029" y="204995"/>
                  <a:pt x="277796" y="204995"/>
                </a:cubicBezTo>
                <a:cubicBezTo>
                  <a:pt x="237564" y="204995"/>
                  <a:pt x="220321" y="247143"/>
                  <a:pt x="220321" y="289291"/>
                </a:cubicBezTo>
                <a:cubicBezTo>
                  <a:pt x="220321" y="329524"/>
                  <a:pt x="235648" y="373588"/>
                  <a:pt x="277796" y="373588"/>
                </a:cubicBezTo>
                <a:close/>
                <a:moveTo>
                  <a:pt x="277796" y="224153"/>
                </a:moveTo>
                <a:cubicBezTo>
                  <a:pt x="308450" y="224153"/>
                  <a:pt x="316113" y="264386"/>
                  <a:pt x="316113" y="289291"/>
                </a:cubicBezTo>
                <a:cubicBezTo>
                  <a:pt x="316113" y="314197"/>
                  <a:pt x="308450" y="354430"/>
                  <a:pt x="277796" y="354430"/>
                </a:cubicBezTo>
                <a:cubicBezTo>
                  <a:pt x="241396" y="354430"/>
                  <a:pt x="239480" y="296955"/>
                  <a:pt x="239480" y="289291"/>
                </a:cubicBezTo>
                <a:cubicBezTo>
                  <a:pt x="239480" y="266301"/>
                  <a:pt x="247143" y="226069"/>
                  <a:pt x="277796" y="224153"/>
                </a:cubicBezTo>
                <a:lnTo>
                  <a:pt x="277796" y="224153"/>
                </a:lnTo>
                <a:close/>
                <a:moveTo>
                  <a:pt x="145604" y="316113"/>
                </a:moveTo>
                <a:cubicBezTo>
                  <a:pt x="160930" y="316113"/>
                  <a:pt x="174341" y="310366"/>
                  <a:pt x="185836" y="300787"/>
                </a:cubicBezTo>
                <a:cubicBezTo>
                  <a:pt x="185836" y="306534"/>
                  <a:pt x="183920" y="312282"/>
                  <a:pt x="183920" y="318029"/>
                </a:cubicBezTo>
                <a:cubicBezTo>
                  <a:pt x="178173" y="339103"/>
                  <a:pt x="160930" y="354430"/>
                  <a:pt x="139856" y="354430"/>
                </a:cubicBezTo>
                <a:cubicBezTo>
                  <a:pt x="126445" y="352514"/>
                  <a:pt x="114950" y="342935"/>
                  <a:pt x="111119" y="331440"/>
                </a:cubicBezTo>
                <a:lnTo>
                  <a:pt x="91960" y="331440"/>
                </a:lnTo>
                <a:lnTo>
                  <a:pt x="91960" y="335272"/>
                </a:lnTo>
                <a:cubicBezTo>
                  <a:pt x="97708" y="354430"/>
                  <a:pt x="116866" y="371672"/>
                  <a:pt x="137940" y="373588"/>
                </a:cubicBezTo>
                <a:lnTo>
                  <a:pt x="141772" y="373588"/>
                </a:lnTo>
                <a:cubicBezTo>
                  <a:pt x="170510" y="371672"/>
                  <a:pt x="193500" y="350598"/>
                  <a:pt x="199247" y="321861"/>
                </a:cubicBezTo>
                <a:cubicBezTo>
                  <a:pt x="203079" y="300787"/>
                  <a:pt x="204995" y="277796"/>
                  <a:pt x="201163" y="256722"/>
                </a:cubicBezTo>
                <a:cubicBezTo>
                  <a:pt x="201163" y="252891"/>
                  <a:pt x="199247" y="249059"/>
                  <a:pt x="199247" y="247143"/>
                </a:cubicBezTo>
                <a:cubicBezTo>
                  <a:pt x="199247" y="247143"/>
                  <a:pt x="199247" y="245227"/>
                  <a:pt x="199247" y="245227"/>
                </a:cubicBezTo>
                <a:lnTo>
                  <a:pt x="199247" y="245227"/>
                </a:lnTo>
                <a:cubicBezTo>
                  <a:pt x="197331" y="237564"/>
                  <a:pt x="193500" y="231816"/>
                  <a:pt x="187752" y="226069"/>
                </a:cubicBezTo>
                <a:cubicBezTo>
                  <a:pt x="176257" y="214574"/>
                  <a:pt x="160930" y="206910"/>
                  <a:pt x="145604" y="206910"/>
                </a:cubicBezTo>
                <a:cubicBezTo>
                  <a:pt x="114950" y="204995"/>
                  <a:pt x="88129" y="227985"/>
                  <a:pt x="88129" y="258638"/>
                </a:cubicBezTo>
                <a:cubicBezTo>
                  <a:pt x="86213" y="289291"/>
                  <a:pt x="109203" y="316113"/>
                  <a:pt x="139856" y="316113"/>
                </a:cubicBezTo>
                <a:cubicBezTo>
                  <a:pt x="141772" y="316113"/>
                  <a:pt x="143688" y="316113"/>
                  <a:pt x="145604" y="316113"/>
                </a:cubicBezTo>
                <a:lnTo>
                  <a:pt x="145604" y="316113"/>
                </a:lnTo>
                <a:close/>
                <a:moveTo>
                  <a:pt x="145604" y="224153"/>
                </a:moveTo>
                <a:cubicBezTo>
                  <a:pt x="157099" y="224153"/>
                  <a:pt x="166678" y="227985"/>
                  <a:pt x="174341" y="237564"/>
                </a:cubicBezTo>
                <a:cubicBezTo>
                  <a:pt x="178173" y="241396"/>
                  <a:pt x="180089" y="245227"/>
                  <a:pt x="182005" y="249059"/>
                </a:cubicBezTo>
                <a:cubicBezTo>
                  <a:pt x="182005" y="250975"/>
                  <a:pt x="183920" y="254806"/>
                  <a:pt x="183920" y="256722"/>
                </a:cubicBezTo>
                <a:cubicBezTo>
                  <a:pt x="183920" y="258638"/>
                  <a:pt x="183920" y="260554"/>
                  <a:pt x="183920" y="262470"/>
                </a:cubicBezTo>
                <a:cubicBezTo>
                  <a:pt x="182005" y="281628"/>
                  <a:pt x="164762" y="296955"/>
                  <a:pt x="145604" y="296955"/>
                </a:cubicBezTo>
                <a:cubicBezTo>
                  <a:pt x="126445" y="298871"/>
                  <a:pt x="109203" y="283544"/>
                  <a:pt x="107287" y="264386"/>
                </a:cubicBezTo>
                <a:cubicBezTo>
                  <a:pt x="105371" y="245227"/>
                  <a:pt x="120698" y="227985"/>
                  <a:pt x="139856" y="226069"/>
                </a:cubicBezTo>
                <a:cubicBezTo>
                  <a:pt x="141772" y="224153"/>
                  <a:pt x="143688" y="224153"/>
                  <a:pt x="145604" y="224153"/>
                </a:cubicBezTo>
                <a:lnTo>
                  <a:pt x="145604" y="22415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Caution sign 1 icon." descr="Caution sign 1 icon.">
            <a:extLst>
              <a:ext uri="{FF2B5EF4-FFF2-40B4-BE49-F238E27FC236}">
                <a16:creationId xmlns:a16="http://schemas.microsoft.com/office/drawing/2014/main" id="{6D2D6A7F-B8DA-F4AA-6698-9110608B2EA5}"/>
              </a:ext>
            </a:extLst>
          </p:cNvPr>
          <p:cNvSpPr/>
          <p:nvPr/>
        </p:nvSpPr>
        <p:spPr>
          <a:xfrm>
            <a:off x="7089242" y="1393979"/>
            <a:ext cx="461044" cy="461044"/>
          </a:xfrm>
          <a:custGeom>
            <a:avLst/>
            <a:gdLst>
              <a:gd name="connsiteX0" fmla="*/ 275565 w 461044"/>
              <a:gd name="connsiteY0" fmla="*/ 101885 h 461044"/>
              <a:gd name="connsiteX1" fmla="*/ 266216 w 461044"/>
              <a:gd name="connsiteY1" fmla="*/ 103593 h 461044"/>
              <a:gd name="connsiteX2" fmla="*/ 237998 w 461044"/>
              <a:gd name="connsiteY2" fmla="*/ 76841 h 461044"/>
              <a:gd name="connsiteX3" fmla="*/ 212842 w 461044"/>
              <a:gd name="connsiteY3" fmla="*/ 92349 h 461044"/>
              <a:gd name="connsiteX4" fmla="*/ 200422 w 461044"/>
              <a:gd name="connsiteY4" fmla="*/ 89364 h 461044"/>
              <a:gd name="connsiteX5" fmla="*/ 172039 w 461044"/>
              <a:gd name="connsiteY5" fmla="*/ 117757 h 461044"/>
              <a:gd name="connsiteX6" fmla="*/ 172039 w 461044"/>
              <a:gd name="connsiteY6" fmla="*/ 128588 h 461044"/>
              <a:gd name="connsiteX7" fmla="*/ 162857 w 461044"/>
              <a:gd name="connsiteY7" fmla="*/ 126932 h 461044"/>
              <a:gd name="connsiteX8" fmla="*/ 134464 w 461044"/>
              <a:gd name="connsiteY8" fmla="*/ 155324 h 461044"/>
              <a:gd name="connsiteX9" fmla="*/ 134464 w 461044"/>
              <a:gd name="connsiteY9" fmla="*/ 290866 h 461044"/>
              <a:gd name="connsiteX10" fmla="*/ 239369 w 461044"/>
              <a:gd name="connsiteY10" fmla="*/ 384207 h 461044"/>
              <a:gd name="connsiteX11" fmla="*/ 307281 w 461044"/>
              <a:gd name="connsiteY11" fmla="*/ 348656 h 461044"/>
              <a:gd name="connsiteX12" fmla="*/ 374058 w 461044"/>
              <a:gd name="connsiteY12" fmla="*/ 245186 h 461044"/>
              <a:gd name="connsiteX13" fmla="*/ 366649 w 461044"/>
              <a:gd name="connsiteY13" fmla="*/ 205724 h 461044"/>
              <a:gd name="connsiteX14" fmla="*/ 345385 w 461044"/>
              <a:gd name="connsiteY14" fmla="*/ 201260 h 461044"/>
              <a:gd name="connsiteX15" fmla="*/ 327141 w 461044"/>
              <a:gd name="connsiteY15" fmla="*/ 213211 h 461044"/>
              <a:gd name="connsiteX16" fmla="*/ 317292 w 461044"/>
              <a:gd name="connsiteY16" fmla="*/ 227816 h 461044"/>
              <a:gd name="connsiteX17" fmla="*/ 309151 w 461044"/>
              <a:gd name="connsiteY17" fmla="*/ 238566 h 461044"/>
              <a:gd name="connsiteX18" fmla="*/ 303964 w 461044"/>
              <a:gd name="connsiteY18" fmla="*/ 236728 h 461044"/>
              <a:gd name="connsiteX19" fmla="*/ 303964 w 461044"/>
              <a:gd name="connsiteY19" fmla="*/ 130284 h 461044"/>
              <a:gd name="connsiteX20" fmla="*/ 275571 w 461044"/>
              <a:gd name="connsiteY20" fmla="*/ 101891 h 461044"/>
              <a:gd name="connsiteX21" fmla="*/ 306876 w 461044"/>
              <a:gd name="connsiteY21" fmla="*/ 258850 h 461044"/>
              <a:gd name="connsiteX22" fmla="*/ 324238 w 461044"/>
              <a:gd name="connsiteY22" fmla="*/ 250446 h 461044"/>
              <a:gd name="connsiteX23" fmla="*/ 343045 w 461044"/>
              <a:gd name="connsiteY23" fmla="*/ 223976 h 461044"/>
              <a:gd name="connsiteX24" fmla="*/ 355803 w 461044"/>
              <a:gd name="connsiteY24" fmla="*/ 221575 h 461044"/>
              <a:gd name="connsiteX25" fmla="*/ 358064 w 461044"/>
              <a:gd name="connsiteY25" fmla="*/ 234557 h 461044"/>
              <a:gd name="connsiteX26" fmla="*/ 291391 w 461044"/>
              <a:gd name="connsiteY26" fmla="*/ 337868 h 461044"/>
              <a:gd name="connsiteX27" fmla="*/ 239369 w 461044"/>
              <a:gd name="connsiteY27" fmla="*/ 364995 h 461044"/>
              <a:gd name="connsiteX28" fmla="*/ 153674 w 461044"/>
              <a:gd name="connsiteY28" fmla="*/ 290864 h 461044"/>
              <a:gd name="connsiteX29" fmla="*/ 153674 w 461044"/>
              <a:gd name="connsiteY29" fmla="*/ 155323 h 461044"/>
              <a:gd name="connsiteX30" fmla="*/ 162857 w 461044"/>
              <a:gd name="connsiteY30" fmla="*/ 146140 h 461044"/>
              <a:gd name="connsiteX31" fmla="*/ 172039 w 461044"/>
              <a:gd name="connsiteY31" fmla="*/ 155323 h 461044"/>
              <a:gd name="connsiteX32" fmla="*/ 172039 w 461044"/>
              <a:gd name="connsiteY32" fmla="*/ 217944 h 461044"/>
              <a:gd name="connsiteX33" fmla="*/ 191250 w 461044"/>
              <a:gd name="connsiteY33" fmla="*/ 217944 h 461044"/>
              <a:gd name="connsiteX34" fmla="*/ 191250 w 461044"/>
              <a:gd name="connsiteY34" fmla="*/ 117757 h 461044"/>
              <a:gd name="connsiteX35" fmla="*/ 200422 w 461044"/>
              <a:gd name="connsiteY35" fmla="*/ 108574 h 461044"/>
              <a:gd name="connsiteX36" fmla="*/ 209605 w 461044"/>
              <a:gd name="connsiteY36" fmla="*/ 117757 h 461044"/>
              <a:gd name="connsiteX37" fmla="*/ 209605 w 461044"/>
              <a:gd name="connsiteY37" fmla="*/ 217944 h 461044"/>
              <a:gd name="connsiteX38" fmla="*/ 228815 w 461044"/>
              <a:gd name="connsiteY38" fmla="*/ 217944 h 461044"/>
              <a:gd name="connsiteX39" fmla="*/ 228815 w 461044"/>
              <a:gd name="connsiteY39" fmla="*/ 105234 h 461044"/>
              <a:gd name="connsiteX40" fmla="*/ 237998 w 461044"/>
              <a:gd name="connsiteY40" fmla="*/ 96051 h 461044"/>
              <a:gd name="connsiteX41" fmla="*/ 247171 w 461044"/>
              <a:gd name="connsiteY41" fmla="*/ 105234 h 461044"/>
              <a:gd name="connsiteX42" fmla="*/ 247171 w 461044"/>
              <a:gd name="connsiteY42" fmla="*/ 217944 h 461044"/>
              <a:gd name="connsiteX43" fmla="*/ 266381 w 461044"/>
              <a:gd name="connsiteY43" fmla="*/ 217944 h 461044"/>
              <a:gd name="connsiteX44" fmla="*/ 266381 w 461044"/>
              <a:gd name="connsiteY44" fmla="*/ 130278 h 461044"/>
              <a:gd name="connsiteX45" fmla="*/ 275563 w 461044"/>
              <a:gd name="connsiteY45" fmla="*/ 121096 h 461044"/>
              <a:gd name="connsiteX46" fmla="*/ 284746 w 461044"/>
              <a:gd name="connsiteY46" fmla="*/ 130278 h 461044"/>
              <a:gd name="connsiteX47" fmla="*/ 284746 w 461044"/>
              <a:gd name="connsiteY47" fmla="*/ 236722 h 461044"/>
              <a:gd name="connsiteX48" fmla="*/ 306874 w 461044"/>
              <a:gd name="connsiteY48" fmla="*/ 258850 h 461044"/>
              <a:gd name="connsiteX49" fmla="*/ 455417 w 461044"/>
              <a:gd name="connsiteY49" fmla="*/ 129416 h 461044"/>
              <a:gd name="connsiteX50" fmla="*/ 331630 w 461044"/>
              <a:gd name="connsiteY50" fmla="*/ 5629 h 461044"/>
              <a:gd name="connsiteX51" fmla="*/ 318049 w 461044"/>
              <a:gd name="connsiteY51" fmla="*/ 0 h 461044"/>
              <a:gd name="connsiteX52" fmla="*/ 142997 w 461044"/>
              <a:gd name="connsiteY52" fmla="*/ 0 h 461044"/>
              <a:gd name="connsiteX53" fmla="*/ 129416 w 461044"/>
              <a:gd name="connsiteY53" fmla="*/ 5629 h 461044"/>
              <a:gd name="connsiteX54" fmla="*/ 5629 w 461044"/>
              <a:gd name="connsiteY54" fmla="*/ 129416 h 461044"/>
              <a:gd name="connsiteX55" fmla="*/ 0 w 461044"/>
              <a:gd name="connsiteY55" fmla="*/ 142997 h 461044"/>
              <a:gd name="connsiteX56" fmla="*/ 0 w 461044"/>
              <a:gd name="connsiteY56" fmla="*/ 318047 h 461044"/>
              <a:gd name="connsiteX57" fmla="*/ 5629 w 461044"/>
              <a:gd name="connsiteY57" fmla="*/ 331628 h 461044"/>
              <a:gd name="connsiteX58" fmla="*/ 129416 w 461044"/>
              <a:gd name="connsiteY58" fmla="*/ 455415 h 461044"/>
              <a:gd name="connsiteX59" fmla="*/ 142997 w 461044"/>
              <a:gd name="connsiteY59" fmla="*/ 461044 h 461044"/>
              <a:gd name="connsiteX60" fmla="*/ 318047 w 461044"/>
              <a:gd name="connsiteY60" fmla="*/ 461044 h 461044"/>
              <a:gd name="connsiteX61" fmla="*/ 331628 w 461044"/>
              <a:gd name="connsiteY61" fmla="*/ 455415 h 461044"/>
              <a:gd name="connsiteX62" fmla="*/ 455415 w 461044"/>
              <a:gd name="connsiteY62" fmla="*/ 331628 h 461044"/>
              <a:gd name="connsiteX63" fmla="*/ 461044 w 461044"/>
              <a:gd name="connsiteY63" fmla="*/ 318047 h 461044"/>
              <a:gd name="connsiteX64" fmla="*/ 461044 w 461044"/>
              <a:gd name="connsiteY64" fmla="*/ 142997 h 461044"/>
              <a:gd name="connsiteX65" fmla="*/ 455415 w 461044"/>
              <a:gd name="connsiteY65" fmla="*/ 129416 h 461044"/>
              <a:gd name="connsiteX66" fmla="*/ 441836 w 461044"/>
              <a:gd name="connsiteY66" fmla="*/ 318047 h 461044"/>
              <a:gd name="connsiteX67" fmla="*/ 318049 w 461044"/>
              <a:gd name="connsiteY67" fmla="*/ 441834 h 461044"/>
              <a:gd name="connsiteX68" fmla="*/ 142997 w 461044"/>
              <a:gd name="connsiteY68" fmla="*/ 441834 h 461044"/>
              <a:gd name="connsiteX69" fmla="*/ 19210 w 461044"/>
              <a:gd name="connsiteY69" fmla="*/ 318047 h 461044"/>
              <a:gd name="connsiteX70" fmla="*/ 19210 w 461044"/>
              <a:gd name="connsiteY70" fmla="*/ 142997 h 461044"/>
              <a:gd name="connsiteX71" fmla="*/ 142997 w 461044"/>
              <a:gd name="connsiteY71" fmla="*/ 19210 h 461044"/>
              <a:gd name="connsiteX72" fmla="*/ 318047 w 461044"/>
              <a:gd name="connsiteY72" fmla="*/ 19210 h 461044"/>
              <a:gd name="connsiteX73" fmla="*/ 441834 w 461044"/>
              <a:gd name="connsiteY73" fmla="*/ 142997 h 461044"/>
              <a:gd name="connsiteX74" fmla="*/ 441834 w 461044"/>
              <a:gd name="connsiteY74" fmla="*/ 318047 h 461044"/>
              <a:gd name="connsiteX75" fmla="*/ 302139 w 461044"/>
              <a:gd name="connsiteY75" fmla="*/ 38421 h 461044"/>
              <a:gd name="connsiteX76" fmla="*/ 158905 w 461044"/>
              <a:gd name="connsiteY76" fmla="*/ 38421 h 461044"/>
              <a:gd name="connsiteX77" fmla="*/ 145324 w 461044"/>
              <a:gd name="connsiteY77" fmla="*/ 44049 h 461044"/>
              <a:gd name="connsiteX78" fmla="*/ 44049 w 461044"/>
              <a:gd name="connsiteY78" fmla="*/ 145324 h 461044"/>
              <a:gd name="connsiteX79" fmla="*/ 38421 w 461044"/>
              <a:gd name="connsiteY79" fmla="*/ 158905 h 461044"/>
              <a:gd name="connsiteX80" fmla="*/ 38421 w 461044"/>
              <a:gd name="connsiteY80" fmla="*/ 302156 h 461044"/>
              <a:gd name="connsiteX81" fmla="*/ 43991 w 461044"/>
              <a:gd name="connsiteY81" fmla="*/ 315682 h 461044"/>
              <a:gd name="connsiteX82" fmla="*/ 144348 w 461044"/>
              <a:gd name="connsiteY82" fmla="*/ 416930 h 461044"/>
              <a:gd name="connsiteX83" fmla="*/ 157995 w 461044"/>
              <a:gd name="connsiteY83" fmla="*/ 422624 h 461044"/>
              <a:gd name="connsiteX84" fmla="*/ 302137 w 461044"/>
              <a:gd name="connsiteY84" fmla="*/ 422624 h 461044"/>
              <a:gd name="connsiteX85" fmla="*/ 315719 w 461044"/>
              <a:gd name="connsiteY85" fmla="*/ 416995 h 461044"/>
              <a:gd name="connsiteX86" fmla="*/ 416995 w 461044"/>
              <a:gd name="connsiteY86" fmla="*/ 315719 h 461044"/>
              <a:gd name="connsiteX87" fmla="*/ 422624 w 461044"/>
              <a:gd name="connsiteY87" fmla="*/ 302137 h 461044"/>
              <a:gd name="connsiteX88" fmla="*/ 422624 w 461044"/>
              <a:gd name="connsiteY88" fmla="*/ 158903 h 461044"/>
              <a:gd name="connsiteX89" fmla="*/ 416995 w 461044"/>
              <a:gd name="connsiteY89" fmla="*/ 145322 h 461044"/>
              <a:gd name="connsiteX90" fmla="*/ 315719 w 461044"/>
              <a:gd name="connsiteY90" fmla="*/ 44045 h 461044"/>
              <a:gd name="connsiteX91" fmla="*/ 302137 w 461044"/>
              <a:gd name="connsiteY91" fmla="*/ 38417 h 461044"/>
              <a:gd name="connsiteX92" fmla="*/ 403415 w 461044"/>
              <a:gd name="connsiteY92" fmla="*/ 302139 h 461044"/>
              <a:gd name="connsiteX93" fmla="*/ 302139 w 461044"/>
              <a:gd name="connsiteY93" fmla="*/ 403415 h 461044"/>
              <a:gd name="connsiteX94" fmla="*/ 157997 w 461044"/>
              <a:gd name="connsiteY94" fmla="*/ 403415 h 461044"/>
              <a:gd name="connsiteX95" fmla="*/ 57631 w 461044"/>
              <a:gd name="connsiteY95" fmla="*/ 302158 h 461044"/>
              <a:gd name="connsiteX96" fmla="*/ 57631 w 461044"/>
              <a:gd name="connsiteY96" fmla="*/ 158907 h 461044"/>
              <a:gd name="connsiteX97" fmla="*/ 158907 w 461044"/>
              <a:gd name="connsiteY97" fmla="*/ 57631 h 461044"/>
              <a:gd name="connsiteX98" fmla="*/ 302141 w 461044"/>
              <a:gd name="connsiteY98" fmla="*/ 57631 h 461044"/>
              <a:gd name="connsiteX99" fmla="*/ 403417 w 461044"/>
              <a:gd name="connsiteY99" fmla="*/ 158907 h 461044"/>
              <a:gd name="connsiteX100" fmla="*/ 403417 w 461044"/>
              <a:gd name="connsiteY100" fmla="*/ 302141 h 46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461044" h="461044">
                <a:moveTo>
                  <a:pt x="275565" y="101885"/>
                </a:moveTo>
                <a:cubicBezTo>
                  <a:pt x="272273" y="101885"/>
                  <a:pt x="269159" y="102558"/>
                  <a:pt x="266216" y="103593"/>
                </a:cubicBezTo>
                <a:cubicBezTo>
                  <a:pt x="265347" y="88713"/>
                  <a:pt x="253091" y="76841"/>
                  <a:pt x="237998" y="76841"/>
                </a:cubicBezTo>
                <a:cubicBezTo>
                  <a:pt x="227004" y="76841"/>
                  <a:pt x="217558" y="83186"/>
                  <a:pt x="212842" y="92349"/>
                </a:cubicBezTo>
                <a:cubicBezTo>
                  <a:pt x="209073" y="90498"/>
                  <a:pt x="204895" y="89364"/>
                  <a:pt x="200422" y="89364"/>
                </a:cubicBezTo>
                <a:cubicBezTo>
                  <a:pt x="184768" y="89364"/>
                  <a:pt x="172039" y="102102"/>
                  <a:pt x="172039" y="117757"/>
                </a:cubicBezTo>
                <a:lnTo>
                  <a:pt x="172039" y="128588"/>
                </a:lnTo>
                <a:cubicBezTo>
                  <a:pt x="169142" y="127589"/>
                  <a:pt x="166088" y="126932"/>
                  <a:pt x="162857" y="126932"/>
                </a:cubicBezTo>
                <a:cubicBezTo>
                  <a:pt x="147202" y="126932"/>
                  <a:pt x="134464" y="139670"/>
                  <a:pt x="134464" y="155324"/>
                </a:cubicBezTo>
                <a:lnTo>
                  <a:pt x="134464" y="290866"/>
                </a:lnTo>
                <a:cubicBezTo>
                  <a:pt x="134464" y="359762"/>
                  <a:pt x="190979" y="384207"/>
                  <a:pt x="239369" y="384207"/>
                </a:cubicBezTo>
                <a:cubicBezTo>
                  <a:pt x="270784" y="384207"/>
                  <a:pt x="285726" y="378888"/>
                  <a:pt x="307281" y="348656"/>
                </a:cubicBezTo>
                <a:lnTo>
                  <a:pt x="374058" y="245186"/>
                </a:lnTo>
                <a:cubicBezTo>
                  <a:pt x="382895" y="232269"/>
                  <a:pt x="379564" y="214569"/>
                  <a:pt x="366649" y="205724"/>
                </a:cubicBezTo>
                <a:cubicBezTo>
                  <a:pt x="360392" y="201456"/>
                  <a:pt x="352879" y="199835"/>
                  <a:pt x="345385" y="201260"/>
                </a:cubicBezTo>
                <a:cubicBezTo>
                  <a:pt x="337937" y="202659"/>
                  <a:pt x="331475" y="206879"/>
                  <a:pt x="327141" y="213211"/>
                </a:cubicBezTo>
                <a:lnTo>
                  <a:pt x="317292" y="227816"/>
                </a:lnTo>
                <a:lnTo>
                  <a:pt x="309151" y="238566"/>
                </a:lnTo>
                <a:cubicBezTo>
                  <a:pt x="308551" y="239298"/>
                  <a:pt x="303945" y="239579"/>
                  <a:pt x="303964" y="236728"/>
                </a:cubicBezTo>
                <a:lnTo>
                  <a:pt x="303964" y="130284"/>
                </a:lnTo>
                <a:cubicBezTo>
                  <a:pt x="303964" y="114629"/>
                  <a:pt x="291225" y="101891"/>
                  <a:pt x="275571" y="101891"/>
                </a:cubicBezTo>
                <a:close/>
                <a:moveTo>
                  <a:pt x="306876" y="258850"/>
                </a:moveTo>
                <a:cubicBezTo>
                  <a:pt x="313555" y="258850"/>
                  <a:pt x="319803" y="255886"/>
                  <a:pt x="324238" y="250446"/>
                </a:cubicBezTo>
                <a:lnTo>
                  <a:pt x="343045" y="223976"/>
                </a:lnTo>
                <a:cubicBezTo>
                  <a:pt x="345886" y="219802"/>
                  <a:pt x="351580" y="218686"/>
                  <a:pt x="355803" y="221575"/>
                </a:cubicBezTo>
                <a:cubicBezTo>
                  <a:pt x="359977" y="224435"/>
                  <a:pt x="361055" y="230168"/>
                  <a:pt x="358064" y="234557"/>
                </a:cubicBezTo>
                <a:lnTo>
                  <a:pt x="291391" y="337868"/>
                </a:lnTo>
                <a:cubicBezTo>
                  <a:pt x="273541" y="362893"/>
                  <a:pt x="264056" y="364995"/>
                  <a:pt x="239369" y="364995"/>
                </a:cubicBezTo>
                <a:cubicBezTo>
                  <a:pt x="197939" y="364995"/>
                  <a:pt x="153674" y="345521"/>
                  <a:pt x="153674" y="290864"/>
                </a:cubicBezTo>
                <a:lnTo>
                  <a:pt x="153674" y="155323"/>
                </a:lnTo>
                <a:cubicBezTo>
                  <a:pt x="153674" y="150257"/>
                  <a:pt x="157793" y="146140"/>
                  <a:pt x="162857" y="146140"/>
                </a:cubicBezTo>
                <a:cubicBezTo>
                  <a:pt x="167921" y="146140"/>
                  <a:pt x="172039" y="150259"/>
                  <a:pt x="172039" y="155323"/>
                </a:cubicBezTo>
                <a:lnTo>
                  <a:pt x="172039" y="217944"/>
                </a:lnTo>
                <a:lnTo>
                  <a:pt x="191250" y="217944"/>
                </a:lnTo>
                <a:lnTo>
                  <a:pt x="191250" y="117757"/>
                </a:lnTo>
                <a:cubicBezTo>
                  <a:pt x="191250" y="112691"/>
                  <a:pt x="195368" y="108574"/>
                  <a:pt x="200422" y="108574"/>
                </a:cubicBezTo>
                <a:cubicBezTo>
                  <a:pt x="205488" y="108574"/>
                  <a:pt x="209605" y="112693"/>
                  <a:pt x="209605" y="117757"/>
                </a:cubicBezTo>
                <a:lnTo>
                  <a:pt x="209605" y="217944"/>
                </a:lnTo>
                <a:lnTo>
                  <a:pt x="228815" y="217944"/>
                </a:lnTo>
                <a:lnTo>
                  <a:pt x="228815" y="105234"/>
                </a:lnTo>
                <a:cubicBezTo>
                  <a:pt x="228815" y="100168"/>
                  <a:pt x="232934" y="96051"/>
                  <a:pt x="237998" y="96051"/>
                </a:cubicBezTo>
                <a:cubicBezTo>
                  <a:pt x="243054" y="96051"/>
                  <a:pt x="247171" y="100170"/>
                  <a:pt x="247171" y="105234"/>
                </a:cubicBezTo>
                <a:lnTo>
                  <a:pt x="247171" y="217944"/>
                </a:lnTo>
                <a:lnTo>
                  <a:pt x="266381" y="217944"/>
                </a:lnTo>
                <a:lnTo>
                  <a:pt x="266381" y="130278"/>
                </a:lnTo>
                <a:cubicBezTo>
                  <a:pt x="266381" y="125212"/>
                  <a:pt x="270500" y="121096"/>
                  <a:pt x="275563" y="121096"/>
                </a:cubicBezTo>
                <a:cubicBezTo>
                  <a:pt x="280627" y="121096"/>
                  <a:pt x="284746" y="125214"/>
                  <a:pt x="284746" y="130278"/>
                </a:cubicBezTo>
                <a:lnTo>
                  <a:pt x="284746" y="236722"/>
                </a:lnTo>
                <a:cubicBezTo>
                  <a:pt x="284746" y="248926"/>
                  <a:pt x="294670" y="258850"/>
                  <a:pt x="306874" y="258850"/>
                </a:cubicBezTo>
                <a:close/>
                <a:moveTo>
                  <a:pt x="455417" y="129416"/>
                </a:moveTo>
                <a:lnTo>
                  <a:pt x="331630" y="5629"/>
                </a:lnTo>
                <a:cubicBezTo>
                  <a:pt x="328000" y="1998"/>
                  <a:pt x="323180" y="0"/>
                  <a:pt x="318049" y="0"/>
                </a:cubicBezTo>
                <a:lnTo>
                  <a:pt x="142997" y="0"/>
                </a:lnTo>
                <a:cubicBezTo>
                  <a:pt x="137866" y="0"/>
                  <a:pt x="133044" y="1998"/>
                  <a:pt x="129416" y="5629"/>
                </a:cubicBezTo>
                <a:lnTo>
                  <a:pt x="5629" y="129416"/>
                </a:lnTo>
                <a:cubicBezTo>
                  <a:pt x="1998" y="133046"/>
                  <a:pt x="0" y="137866"/>
                  <a:pt x="0" y="142997"/>
                </a:cubicBezTo>
                <a:lnTo>
                  <a:pt x="0" y="318047"/>
                </a:lnTo>
                <a:cubicBezTo>
                  <a:pt x="0" y="323178"/>
                  <a:pt x="1998" y="328000"/>
                  <a:pt x="5629" y="331628"/>
                </a:cubicBezTo>
                <a:lnTo>
                  <a:pt x="129416" y="455415"/>
                </a:lnTo>
                <a:cubicBezTo>
                  <a:pt x="133046" y="459046"/>
                  <a:pt x="137866" y="461044"/>
                  <a:pt x="142997" y="461044"/>
                </a:cubicBezTo>
                <a:lnTo>
                  <a:pt x="318047" y="461044"/>
                </a:lnTo>
                <a:cubicBezTo>
                  <a:pt x="323178" y="461044"/>
                  <a:pt x="328000" y="459046"/>
                  <a:pt x="331628" y="455415"/>
                </a:cubicBezTo>
                <a:lnTo>
                  <a:pt x="455415" y="331628"/>
                </a:lnTo>
                <a:cubicBezTo>
                  <a:pt x="459046" y="327998"/>
                  <a:pt x="461044" y="323178"/>
                  <a:pt x="461044" y="318047"/>
                </a:cubicBezTo>
                <a:lnTo>
                  <a:pt x="461044" y="142997"/>
                </a:lnTo>
                <a:cubicBezTo>
                  <a:pt x="461044" y="137866"/>
                  <a:pt x="459046" y="133044"/>
                  <a:pt x="455415" y="129416"/>
                </a:cubicBezTo>
                <a:close/>
                <a:moveTo>
                  <a:pt x="441836" y="318047"/>
                </a:moveTo>
                <a:lnTo>
                  <a:pt x="318049" y="441834"/>
                </a:lnTo>
                <a:lnTo>
                  <a:pt x="142997" y="441834"/>
                </a:lnTo>
                <a:lnTo>
                  <a:pt x="19210" y="318047"/>
                </a:lnTo>
                <a:lnTo>
                  <a:pt x="19210" y="142997"/>
                </a:lnTo>
                <a:lnTo>
                  <a:pt x="142997" y="19210"/>
                </a:lnTo>
                <a:lnTo>
                  <a:pt x="318047" y="19210"/>
                </a:lnTo>
                <a:lnTo>
                  <a:pt x="441834" y="142997"/>
                </a:lnTo>
                <a:lnTo>
                  <a:pt x="441834" y="318047"/>
                </a:lnTo>
                <a:close/>
                <a:moveTo>
                  <a:pt x="302139" y="38421"/>
                </a:moveTo>
                <a:lnTo>
                  <a:pt x="158905" y="38421"/>
                </a:lnTo>
                <a:cubicBezTo>
                  <a:pt x="153849" y="38421"/>
                  <a:pt x="148897" y="40474"/>
                  <a:pt x="145324" y="44049"/>
                </a:cubicBezTo>
                <a:lnTo>
                  <a:pt x="44049" y="145324"/>
                </a:lnTo>
                <a:cubicBezTo>
                  <a:pt x="40476" y="148897"/>
                  <a:pt x="38421" y="153849"/>
                  <a:pt x="38421" y="158905"/>
                </a:cubicBezTo>
                <a:lnTo>
                  <a:pt x="38421" y="302156"/>
                </a:lnTo>
                <a:cubicBezTo>
                  <a:pt x="38421" y="307193"/>
                  <a:pt x="40457" y="312126"/>
                  <a:pt x="43991" y="315682"/>
                </a:cubicBezTo>
                <a:lnTo>
                  <a:pt x="144348" y="416930"/>
                </a:lnTo>
                <a:cubicBezTo>
                  <a:pt x="147930" y="420551"/>
                  <a:pt x="152902" y="422624"/>
                  <a:pt x="157995" y="422624"/>
                </a:cubicBezTo>
                <a:lnTo>
                  <a:pt x="302137" y="422624"/>
                </a:lnTo>
                <a:cubicBezTo>
                  <a:pt x="307193" y="422624"/>
                  <a:pt x="312145" y="420570"/>
                  <a:pt x="315719" y="416995"/>
                </a:cubicBezTo>
                <a:lnTo>
                  <a:pt x="416995" y="315719"/>
                </a:lnTo>
                <a:cubicBezTo>
                  <a:pt x="420568" y="312145"/>
                  <a:pt x="422624" y="307193"/>
                  <a:pt x="422624" y="302137"/>
                </a:cubicBezTo>
                <a:lnTo>
                  <a:pt x="422624" y="158903"/>
                </a:lnTo>
                <a:cubicBezTo>
                  <a:pt x="422624" y="153847"/>
                  <a:pt x="420570" y="148895"/>
                  <a:pt x="416995" y="145322"/>
                </a:cubicBezTo>
                <a:lnTo>
                  <a:pt x="315719" y="44045"/>
                </a:lnTo>
                <a:cubicBezTo>
                  <a:pt x="312145" y="40472"/>
                  <a:pt x="307193" y="38417"/>
                  <a:pt x="302137" y="38417"/>
                </a:cubicBezTo>
                <a:close/>
                <a:moveTo>
                  <a:pt x="403415" y="302139"/>
                </a:moveTo>
                <a:lnTo>
                  <a:pt x="302139" y="403415"/>
                </a:lnTo>
                <a:lnTo>
                  <a:pt x="157997" y="403415"/>
                </a:lnTo>
                <a:lnTo>
                  <a:pt x="57631" y="302158"/>
                </a:lnTo>
                <a:lnTo>
                  <a:pt x="57631" y="158907"/>
                </a:lnTo>
                <a:lnTo>
                  <a:pt x="158907" y="57631"/>
                </a:lnTo>
                <a:lnTo>
                  <a:pt x="302141" y="57631"/>
                </a:lnTo>
                <a:lnTo>
                  <a:pt x="403417" y="158907"/>
                </a:lnTo>
                <a:lnTo>
                  <a:pt x="403417" y="302141"/>
                </a:lnTo>
                <a:close/>
              </a:path>
            </a:pathLst>
          </a:custGeom>
          <a:solidFill>
            <a:srgbClr val="0B31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Caution sign 2 icon." descr="Caution sign 2 icon.">
            <a:extLst>
              <a:ext uri="{FF2B5EF4-FFF2-40B4-BE49-F238E27FC236}">
                <a16:creationId xmlns:a16="http://schemas.microsoft.com/office/drawing/2014/main" id="{57C6689D-673F-1C3B-78E8-1397D4CEA83D}"/>
              </a:ext>
            </a:extLst>
          </p:cNvPr>
          <p:cNvSpPr/>
          <p:nvPr/>
        </p:nvSpPr>
        <p:spPr>
          <a:xfrm>
            <a:off x="8373768" y="1413189"/>
            <a:ext cx="342696" cy="422625"/>
          </a:xfrm>
          <a:custGeom>
            <a:avLst/>
            <a:gdLst>
              <a:gd name="connsiteX0" fmla="*/ 288154 w 342696"/>
              <a:gd name="connsiteY0" fmla="*/ 17289 h 422625"/>
              <a:gd name="connsiteX1" fmla="*/ 268944 w 342696"/>
              <a:gd name="connsiteY1" fmla="*/ 0 h 422625"/>
              <a:gd name="connsiteX2" fmla="*/ 72999 w 342696"/>
              <a:gd name="connsiteY2" fmla="*/ 0 h 422625"/>
              <a:gd name="connsiteX3" fmla="*/ 53789 w 342696"/>
              <a:gd name="connsiteY3" fmla="*/ 17289 h 422625"/>
              <a:gd name="connsiteX4" fmla="*/ 0 w 342696"/>
              <a:gd name="connsiteY4" fmla="*/ 401494 h 422625"/>
              <a:gd name="connsiteX5" fmla="*/ 3842 w 342696"/>
              <a:gd name="connsiteY5" fmla="*/ 416862 h 422625"/>
              <a:gd name="connsiteX6" fmla="*/ 19210 w 342696"/>
              <a:gd name="connsiteY6" fmla="*/ 422626 h 422625"/>
              <a:gd name="connsiteX7" fmla="*/ 86446 w 342696"/>
              <a:gd name="connsiteY7" fmla="*/ 422626 h 422625"/>
              <a:gd name="connsiteX8" fmla="*/ 105656 w 342696"/>
              <a:gd name="connsiteY8" fmla="*/ 407257 h 422625"/>
              <a:gd name="connsiteX9" fmla="*/ 111419 w 342696"/>
              <a:gd name="connsiteY9" fmla="*/ 384205 h 422625"/>
              <a:gd name="connsiteX10" fmla="*/ 230523 w 342696"/>
              <a:gd name="connsiteY10" fmla="*/ 384205 h 422625"/>
              <a:gd name="connsiteX11" fmla="*/ 236286 w 342696"/>
              <a:gd name="connsiteY11" fmla="*/ 407257 h 422625"/>
              <a:gd name="connsiteX12" fmla="*/ 255496 w 342696"/>
              <a:gd name="connsiteY12" fmla="*/ 422626 h 422625"/>
              <a:gd name="connsiteX13" fmla="*/ 322732 w 342696"/>
              <a:gd name="connsiteY13" fmla="*/ 422626 h 422625"/>
              <a:gd name="connsiteX14" fmla="*/ 338100 w 342696"/>
              <a:gd name="connsiteY14" fmla="*/ 416862 h 422625"/>
              <a:gd name="connsiteX15" fmla="*/ 341942 w 342696"/>
              <a:gd name="connsiteY15" fmla="*/ 401494 h 422625"/>
              <a:gd name="connsiteX16" fmla="*/ 288154 w 342696"/>
              <a:gd name="connsiteY16" fmla="*/ 17289 h 422625"/>
              <a:gd name="connsiteX17" fmla="*/ 19210 w 342696"/>
              <a:gd name="connsiteY17" fmla="*/ 403415 h 422625"/>
              <a:gd name="connsiteX18" fmla="*/ 72999 w 342696"/>
              <a:gd name="connsiteY18" fmla="*/ 19210 h 422625"/>
              <a:gd name="connsiteX19" fmla="*/ 267022 w 342696"/>
              <a:gd name="connsiteY19" fmla="*/ 19210 h 422625"/>
              <a:gd name="connsiteX20" fmla="*/ 322732 w 342696"/>
              <a:gd name="connsiteY20" fmla="*/ 403415 h 422625"/>
              <a:gd name="connsiteX21" fmla="*/ 255496 w 342696"/>
              <a:gd name="connsiteY21" fmla="*/ 403415 h 422625"/>
              <a:gd name="connsiteX22" fmla="*/ 255496 w 342696"/>
              <a:gd name="connsiteY22" fmla="*/ 403415 h 422625"/>
              <a:gd name="connsiteX23" fmla="*/ 249733 w 342696"/>
              <a:gd name="connsiteY23" fmla="*/ 380363 h 422625"/>
              <a:gd name="connsiteX24" fmla="*/ 230523 w 342696"/>
              <a:gd name="connsiteY24" fmla="*/ 364995 h 422625"/>
              <a:gd name="connsiteX25" fmla="*/ 111419 w 342696"/>
              <a:gd name="connsiteY25" fmla="*/ 364995 h 422625"/>
              <a:gd name="connsiteX26" fmla="*/ 92209 w 342696"/>
              <a:gd name="connsiteY26" fmla="*/ 380363 h 422625"/>
              <a:gd name="connsiteX27" fmla="*/ 86446 w 342696"/>
              <a:gd name="connsiteY27" fmla="*/ 403415 h 422625"/>
              <a:gd name="connsiteX28" fmla="*/ 19210 w 342696"/>
              <a:gd name="connsiteY28" fmla="*/ 403415 h 422625"/>
              <a:gd name="connsiteX29" fmla="*/ 105656 w 342696"/>
              <a:gd name="connsiteY29" fmla="*/ 105656 h 422625"/>
              <a:gd name="connsiteX30" fmla="*/ 105656 w 342696"/>
              <a:gd name="connsiteY30" fmla="*/ 105656 h 422625"/>
              <a:gd name="connsiteX31" fmla="*/ 236286 w 342696"/>
              <a:gd name="connsiteY31" fmla="*/ 105656 h 422625"/>
              <a:gd name="connsiteX32" fmla="*/ 251654 w 342696"/>
              <a:gd name="connsiteY32" fmla="*/ 97972 h 422625"/>
              <a:gd name="connsiteX33" fmla="*/ 255496 w 342696"/>
              <a:gd name="connsiteY33" fmla="*/ 82604 h 422625"/>
              <a:gd name="connsiteX34" fmla="*/ 249733 w 342696"/>
              <a:gd name="connsiteY34" fmla="*/ 53789 h 422625"/>
              <a:gd name="connsiteX35" fmla="*/ 230523 w 342696"/>
              <a:gd name="connsiteY35" fmla="*/ 38421 h 422625"/>
              <a:gd name="connsiteX36" fmla="*/ 111419 w 342696"/>
              <a:gd name="connsiteY36" fmla="*/ 38421 h 422625"/>
              <a:gd name="connsiteX37" fmla="*/ 111419 w 342696"/>
              <a:gd name="connsiteY37" fmla="*/ 38421 h 422625"/>
              <a:gd name="connsiteX38" fmla="*/ 92209 w 342696"/>
              <a:gd name="connsiteY38" fmla="*/ 53789 h 422625"/>
              <a:gd name="connsiteX39" fmla="*/ 86446 w 342696"/>
              <a:gd name="connsiteY39" fmla="*/ 82604 h 422625"/>
              <a:gd name="connsiteX40" fmla="*/ 90288 w 342696"/>
              <a:gd name="connsiteY40" fmla="*/ 97972 h 422625"/>
              <a:gd name="connsiteX41" fmla="*/ 105656 w 342696"/>
              <a:gd name="connsiteY41" fmla="*/ 105656 h 422625"/>
              <a:gd name="connsiteX42" fmla="*/ 105656 w 342696"/>
              <a:gd name="connsiteY42" fmla="*/ 105656 h 422625"/>
              <a:gd name="connsiteX43" fmla="*/ 113340 w 342696"/>
              <a:gd name="connsiteY43" fmla="*/ 57631 h 422625"/>
              <a:gd name="connsiteX44" fmla="*/ 230523 w 342696"/>
              <a:gd name="connsiteY44" fmla="*/ 57631 h 422625"/>
              <a:gd name="connsiteX45" fmla="*/ 236286 w 342696"/>
              <a:gd name="connsiteY45" fmla="*/ 86446 h 422625"/>
              <a:gd name="connsiteX46" fmla="*/ 105656 w 342696"/>
              <a:gd name="connsiteY46" fmla="*/ 86446 h 422625"/>
              <a:gd name="connsiteX47" fmla="*/ 113340 w 342696"/>
              <a:gd name="connsiteY47" fmla="*/ 57631 h 422625"/>
              <a:gd name="connsiteX48" fmla="*/ 113340 w 342696"/>
              <a:gd name="connsiteY48" fmla="*/ 57631 h 422625"/>
              <a:gd name="connsiteX49" fmla="*/ 113340 w 342696"/>
              <a:gd name="connsiteY49" fmla="*/ 57631 h 422625"/>
              <a:gd name="connsiteX50" fmla="*/ 161366 w 342696"/>
              <a:gd name="connsiteY50" fmla="*/ 192103 h 422625"/>
              <a:gd name="connsiteX51" fmla="*/ 180576 w 342696"/>
              <a:gd name="connsiteY51" fmla="*/ 192103 h 422625"/>
              <a:gd name="connsiteX52" fmla="*/ 180576 w 342696"/>
              <a:gd name="connsiteY52" fmla="*/ 249733 h 422625"/>
              <a:gd name="connsiteX53" fmla="*/ 161366 w 342696"/>
              <a:gd name="connsiteY53" fmla="*/ 249733 h 422625"/>
              <a:gd name="connsiteX54" fmla="*/ 161366 w 342696"/>
              <a:gd name="connsiteY54" fmla="*/ 192103 h 422625"/>
              <a:gd name="connsiteX55" fmla="*/ 153682 w 342696"/>
              <a:gd name="connsiteY55" fmla="*/ 144077 h 422625"/>
              <a:gd name="connsiteX56" fmla="*/ 71078 w 342696"/>
              <a:gd name="connsiteY56" fmla="*/ 278549 h 422625"/>
              <a:gd name="connsiteX57" fmla="*/ 71078 w 342696"/>
              <a:gd name="connsiteY57" fmla="*/ 297759 h 422625"/>
              <a:gd name="connsiteX58" fmla="*/ 88367 w 342696"/>
              <a:gd name="connsiteY58" fmla="*/ 307364 h 422625"/>
              <a:gd name="connsiteX59" fmla="*/ 253575 w 342696"/>
              <a:gd name="connsiteY59" fmla="*/ 307364 h 422625"/>
              <a:gd name="connsiteX60" fmla="*/ 270865 w 342696"/>
              <a:gd name="connsiteY60" fmla="*/ 297759 h 422625"/>
              <a:gd name="connsiteX61" fmla="*/ 270865 w 342696"/>
              <a:gd name="connsiteY61" fmla="*/ 278549 h 422625"/>
              <a:gd name="connsiteX62" fmla="*/ 188260 w 342696"/>
              <a:gd name="connsiteY62" fmla="*/ 144077 h 422625"/>
              <a:gd name="connsiteX63" fmla="*/ 153682 w 342696"/>
              <a:gd name="connsiteY63" fmla="*/ 144077 h 422625"/>
              <a:gd name="connsiteX64" fmla="*/ 153682 w 342696"/>
              <a:gd name="connsiteY64" fmla="*/ 144077 h 422625"/>
              <a:gd name="connsiteX65" fmla="*/ 251654 w 342696"/>
              <a:gd name="connsiteY65" fmla="*/ 288154 h 422625"/>
              <a:gd name="connsiteX66" fmla="*/ 88367 w 342696"/>
              <a:gd name="connsiteY66" fmla="*/ 288154 h 422625"/>
              <a:gd name="connsiteX67" fmla="*/ 170971 w 342696"/>
              <a:gd name="connsiteY67" fmla="*/ 153682 h 422625"/>
              <a:gd name="connsiteX68" fmla="*/ 251654 w 342696"/>
              <a:gd name="connsiteY68" fmla="*/ 288154 h 422625"/>
              <a:gd name="connsiteX69" fmla="*/ 251654 w 342696"/>
              <a:gd name="connsiteY69" fmla="*/ 288154 h 422625"/>
              <a:gd name="connsiteX70" fmla="*/ 161366 w 342696"/>
              <a:gd name="connsiteY70" fmla="*/ 259338 h 422625"/>
              <a:gd name="connsiteX71" fmla="*/ 180576 w 342696"/>
              <a:gd name="connsiteY71" fmla="*/ 259338 h 422625"/>
              <a:gd name="connsiteX72" fmla="*/ 180576 w 342696"/>
              <a:gd name="connsiteY72" fmla="*/ 278549 h 422625"/>
              <a:gd name="connsiteX73" fmla="*/ 161366 w 342696"/>
              <a:gd name="connsiteY73" fmla="*/ 278549 h 422625"/>
              <a:gd name="connsiteX74" fmla="*/ 161366 w 342696"/>
              <a:gd name="connsiteY74" fmla="*/ 259338 h 42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42696" h="422625">
                <a:moveTo>
                  <a:pt x="288154" y="17289"/>
                </a:moveTo>
                <a:cubicBezTo>
                  <a:pt x="286233" y="7684"/>
                  <a:pt x="278549" y="0"/>
                  <a:pt x="268944" y="0"/>
                </a:cubicBezTo>
                <a:lnTo>
                  <a:pt x="72999" y="0"/>
                </a:lnTo>
                <a:cubicBezTo>
                  <a:pt x="63394" y="0"/>
                  <a:pt x="55710" y="7684"/>
                  <a:pt x="53789" y="17289"/>
                </a:cubicBezTo>
                <a:lnTo>
                  <a:pt x="0" y="401494"/>
                </a:lnTo>
                <a:cubicBezTo>
                  <a:pt x="0" y="407257"/>
                  <a:pt x="0" y="413020"/>
                  <a:pt x="3842" y="416862"/>
                </a:cubicBezTo>
                <a:cubicBezTo>
                  <a:pt x="7684" y="420704"/>
                  <a:pt x="13447" y="422626"/>
                  <a:pt x="19210" y="422626"/>
                </a:cubicBezTo>
                <a:lnTo>
                  <a:pt x="86446" y="422626"/>
                </a:lnTo>
                <a:cubicBezTo>
                  <a:pt x="96051" y="422626"/>
                  <a:pt x="103735" y="416862"/>
                  <a:pt x="105656" y="407257"/>
                </a:cubicBezTo>
                <a:lnTo>
                  <a:pt x="111419" y="384205"/>
                </a:lnTo>
                <a:lnTo>
                  <a:pt x="230523" y="384205"/>
                </a:lnTo>
                <a:lnTo>
                  <a:pt x="236286" y="407257"/>
                </a:lnTo>
                <a:cubicBezTo>
                  <a:pt x="238207" y="414941"/>
                  <a:pt x="245891" y="422626"/>
                  <a:pt x="255496" y="422626"/>
                </a:cubicBezTo>
                <a:lnTo>
                  <a:pt x="322732" y="422626"/>
                </a:lnTo>
                <a:cubicBezTo>
                  <a:pt x="328495" y="422626"/>
                  <a:pt x="334258" y="420704"/>
                  <a:pt x="338100" y="416862"/>
                </a:cubicBezTo>
                <a:cubicBezTo>
                  <a:pt x="341942" y="413020"/>
                  <a:pt x="343863" y="407257"/>
                  <a:pt x="341942" y="401494"/>
                </a:cubicBezTo>
                <a:lnTo>
                  <a:pt x="288154" y="17289"/>
                </a:lnTo>
                <a:close/>
                <a:moveTo>
                  <a:pt x="19210" y="403415"/>
                </a:moveTo>
                <a:lnTo>
                  <a:pt x="72999" y="19210"/>
                </a:lnTo>
                <a:lnTo>
                  <a:pt x="267022" y="19210"/>
                </a:lnTo>
                <a:lnTo>
                  <a:pt x="322732" y="403415"/>
                </a:lnTo>
                <a:lnTo>
                  <a:pt x="255496" y="403415"/>
                </a:lnTo>
                <a:lnTo>
                  <a:pt x="255496" y="403415"/>
                </a:lnTo>
                <a:lnTo>
                  <a:pt x="249733" y="380363"/>
                </a:lnTo>
                <a:cubicBezTo>
                  <a:pt x="247812" y="372679"/>
                  <a:pt x="240128" y="364995"/>
                  <a:pt x="230523" y="364995"/>
                </a:cubicBezTo>
                <a:lnTo>
                  <a:pt x="111419" y="364995"/>
                </a:lnTo>
                <a:cubicBezTo>
                  <a:pt x="101814" y="364995"/>
                  <a:pt x="94130" y="370758"/>
                  <a:pt x="92209" y="380363"/>
                </a:cubicBezTo>
                <a:lnTo>
                  <a:pt x="86446" y="403415"/>
                </a:lnTo>
                <a:lnTo>
                  <a:pt x="19210" y="403415"/>
                </a:lnTo>
                <a:moveTo>
                  <a:pt x="105656" y="105656"/>
                </a:moveTo>
                <a:lnTo>
                  <a:pt x="105656" y="105656"/>
                </a:lnTo>
                <a:lnTo>
                  <a:pt x="236286" y="105656"/>
                </a:lnTo>
                <a:cubicBezTo>
                  <a:pt x="242049" y="105656"/>
                  <a:pt x="247812" y="103735"/>
                  <a:pt x="251654" y="97972"/>
                </a:cubicBezTo>
                <a:cubicBezTo>
                  <a:pt x="255496" y="94130"/>
                  <a:pt x="257417" y="88367"/>
                  <a:pt x="255496" y="82604"/>
                </a:cubicBezTo>
                <a:lnTo>
                  <a:pt x="249733" y="53789"/>
                </a:lnTo>
                <a:cubicBezTo>
                  <a:pt x="247812" y="44184"/>
                  <a:pt x="240128" y="38421"/>
                  <a:pt x="230523" y="38421"/>
                </a:cubicBezTo>
                <a:lnTo>
                  <a:pt x="111419" y="38421"/>
                </a:lnTo>
                <a:lnTo>
                  <a:pt x="111419" y="38421"/>
                </a:lnTo>
                <a:cubicBezTo>
                  <a:pt x="101814" y="38421"/>
                  <a:pt x="94130" y="44184"/>
                  <a:pt x="92209" y="53789"/>
                </a:cubicBezTo>
                <a:lnTo>
                  <a:pt x="86446" y="82604"/>
                </a:lnTo>
                <a:cubicBezTo>
                  <a:pt x="84525" y="88367"/>
                  <a:pt x="86446" y="94130"/>
                  <a:pt x="90288" y="97972"/>
                </a:cubicBezTo>
                <a:cubicBezTo>
                  <a:pt x="94130" y="103735"/>
                  <a:pt x="99893" y="105656"/>
                  <a:pt x="105656" y="105656"/>
                </a:cubicBezTo>
                <a:lnTo>
                  <a:pt x="105656" y="105656"/>
                </a:lnTo>
                <a:close/>
                <a:moveTo>
                  <a:pt x="113340" y="57631"/>
                </a:moveTo>
                <a:lnTo>
                  <a:pt x="230523" y="57631"/>
                </a:lnTo>
                <a:lnTo>
                  <a:pt x="236286" y="86446"/>
                </a:lnTo>
                <a:lnTo>
                  <a:pt x="105656" y="86446"/>
                </a:lnTo>
                <a:lnTo>
                  <a:pt x="113340" y="57631"/>
                </a:lnTo>
                <a:lnTo>
                  <a:pt x="113340" y="57631"/>
                </a:lnTo>
                <a:lnTo>
                  <a:pt x="113340" y="57631"/>
                </a:lnTo>
                <a:close/>
                <a:moveTo>
                  <a:pt x="161366" y="192103"/>
                </a:moveTo>
                <a:lnTo>
                  <a:pt x="180576" y="192103"/>
                </a:lnTo>
                <a:lnTo>
                  <a:pt x="180576" y="249733"/>
                </a:lnTo>
                <a:lnTo>
                  <a:pt x="161366" y="249733"/>
                </a:lnTo>
                <a:lnTo>
                  <a:pt x="161366" y="192103"/>
                </a:lnTo>
                <a:close/>
                <a:moveTo>
                  <a:pt x="153682" y="144077"/>
                </a:moveTo>
                <a:lnTo>
                  <a:pt x="71078" y="278549"/>
                </a:lnTo>
                <a:cubicBezTo>
                  <a:pt x="67236" y="284312"/>
                  <a:pt x="67236" y="291996"/>
                  <a:pt x="71078" y="297759"/>
                </a:cubicBezTo>
                <a:cubicBezTo>
                  <a:pt x="74920" y="303522"/>
                  <a:pt x="82604" y="307364"/>
                  <a:pt x="88367" y="307364"/>
                </a:cubicBezTo>
                <a:lnTo>
                  <a:pt x="253575" y="307364"/>
                </a:lnTo>
                <a:cubicBezTo>
                  <a:pt x="261259" y="307364"/>
                  <a:pt x="267022" y="303522"/>
                  <a:pt x="270865" y="297759"/>
                </a:cubicBezTo>
                <a:cubicBezTo>
                  <a:pt x="274707" y="291996"/>
                  <a:pt x="274707" y="284312"/>
                  <a:pt x="270865" y="278549"/>
                </a:cubicBezTo>
                <a:lnTo>
                  <a:pt x="188260" y="144077"/>
                </a:lnTo>
                <a:cubicBezTo>
                  <a:pt x="180576" y="132551"/>
                  <a:pt x="161366" y="132551"/>
                  <a:pt x="153682" y="144077"/>
                </a:cubicBezTo>
                <a:lnTo>
                  <a:pt x="153682" y="144077"/>
                </a:lnTo>
                <a:close/>
                <a:moveTo>
                  <a:pt x="251654" y="288154"/>
                </a:moveTo>
                <a:lnTo>
                  <a:pt x="88367" y="288154"/>
                </a:lnTo>
                <a:lnTo>
                  <a:pt x="170971" y="153682"/>
                </a:lnTo>
                <a:lnTo>
                  <a:pt x="251654" y="288154"/>
                </a:lnTo>
                <a:lnTo>
                  <a:pt x="251654" y="288154"/>
                </a:lnTo>
                <a:close/>
                <a:moveTo>
                  <a:pt x="161366" y="259338"/>
                </a:moveTo>
                <a:lnTo>
                  <a:pt x="180576" y="259338"/>
                </a:lnTo>
                <a:lnTo>
                  <a:pt x="180576" y="278549"/>
                </a:lnTo>
                <a:lnTo>
                  <a:pt x="161366" y="278549"/>
                </a:lnTo>
                <a:lnTo>
                  <a:pt x="161366" y="259338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Hourglass icon." descr="Hourglass icon.">
            <a:extLst>
              <a:ext uri="{FF2B5EF4-FFF2-40B4-BE49-F238E27FC236}">
                <a16:creationId xmlns:a16="http://schemas.microsoft.com/office/drawing/2014/main" id="{EDF13383-7850-ECFC-02AA-7B9C09D28FF5}"/>
              </a:ext>
            </a:extLst>
          </p:cNvPr>
          <p:cNvSpPr>
            <a:spLocks noChangeAspect="1"/>
          </p:cNvSpPr>
          <p:nvPr/>
        </p:nvSpPr>
        <p:spPr>
          <a:xfrm>
            <a:off x="9606621" y="1395242"/>
            <a:ext cx="343888" cy="458518"/>
          </a:xfrm>
          <a:custGeom>
            <a:avLst/>
            <a:gdLst>
              <a:gd name="connsiteX0" fmla="*/ 99346 w 343888"/>
              <a:gd name="connsiteY0" fmla="*/ 269379 h 458518"/>
              <a:gd name="connsiteX1" fmla="*/ 38210 w 343888"/>
              <a:gd name="connsiteY1" fmla="*/ 395472 h 458518"/>
              <a:gd name="connsiteX2" fmla="*/ 38210 w 343888"/>
              <a:gd name="connsiteY2" fmla="*/ 401203 h 458518"/>
              <a:gd name="connsiteX3" fmla="*/ 19105 w 343888"/>
              <a:gd name="connsiteY3" fmla="*/ 401203 h 458518"/>
              <a:gd name="connsiteX4" fmla="*/ 0 w 343888"/>
              <a:gd name="connsiteY4" fmla="*/ 420308 h 458518"/>
              <a:gd name="connsiteX5" fmla="*/ 0 w 343888"/>
              <a:gd name="connsiteY5" fmla="*/ 439413 h 458518"/>
              <a:gd name="connsiteX6" fmla="*/ 19105 w 343888"/>
              <a:gd name="connsiteY6" fmla="*/ 458518 h 458518"/>
              <a:gd name="connsiteX7" fmla="*/ 324784 w 343888"/>
              <a:gd name="connsiteY7" fmla="*/ 458518 h 458518"/>
              <a:gd name="connsiteX8" fmla="*/ 343889 w 343888"/>
              <a:gd name="connsiteY8" fmla="*/ 439413 h 458518"/>
              <a:gd name="connsiteX9" fmla="*/ 343889 w 343888"/>
              <a:gd name="connsiteY9" fmla="*/ 420308 h 458518"/>
              <a:gd name="connsiteX10" fmla="*/ 324784 w 343888"/>
              <a:gd name="connsiteY10" fmla="*/ 401203 h 458518"/>
              <a:gd name="connsiteX11" fmla="*/ 305679 w 343888"/>
              <a:gd name="connsiteY11" fmla="*/ 401203 h 458518"/>
              <a:gd name="connsiteX12" fmla="*/ 305679 w 343888"/>
              <a:gd name="connsiteY12" fmla="*/ 393561 h 458518"/>
              <a:gd name="connsiteX13" fmla="*/ 244543 w 343888"/>
              <a:gd name="connsiteY13" fmla="*/ 267469 h 458518"/>
              <a:gd name="connsiteX14" fmla="*/ 194870 w 343888"/>
              <a:gd name="connsiteY14" fmla="*/ 229259 h 458518"/>
              <a:gd name="connsiteX15" fmla="*/ 191049 w 343888"/>
              <a:gd name="connsiteY15" fmla="*/ 229259 h 458518"/>
              <a:gd name="connsiteX16" fmla="*/ 192960 w 343888"/>
              <a:gd name="connsiteY16" fmla="*/ 229259 h 458518"/>
              <a:gd name="connsiteX17" fmla="*/ 242632 w 343888"/>
              <a:gd name="connsiteY17" fmla="*/ 191049 h 458518"/>
              <a:gd name="connsiteX18" fmla="*/ 303768 w 343888"/>
              <a:gd name="connsiteY18" fmla="*/ 64957 h 458518"/>
              <a:gd name="connsiteX19" fmla="*/ 303768 w 343888"/>
              <a:gd name="connsiteY19" fmla="*/ 57315 h 458518"/>
              <a:gd name="connsiteX20" fmla="*/ 322873 w 343888"/>
              <a:gd name="connsiteY20" fmla="*/ 57315 h 458518"/>
              <a:gd name="connsiteX21" fmla="*/ 341978 w 343888"/>
              <a:gd name="connsiteY21" fmla="*/ 38210 h 458518"/>
              <a:gd name="connsiteX22" fmla="*/ 341978 w 343888"/>
              <a:gd name="connsiteY22" fmla="*/ 19105 h 458518"/>
              <a:gd name="connsiteX23" fmla="*/ 322873 w 343888"/>
              <a:gd name="connsiteY23" fmla="*/ 0 h 458518"/>
              <a:gd name="connsiteX24" fmla="*/ 19105 w 343888"/>
              <a:gd name="connsiteY24" fmla="*/ 0 h 458518"/>
              <a:gd name="connsiteX25" fmla="*/ 0 w 343888"/>
              <a:gd name="connsiteY25" fmla="*/ 19105 h 458518"/>
              <a:gd name="connsiteX26" fmla="*/ 0 w 343888"/>
              <a:gd name="connsiteY26" fmla="*/ 38210 h 458518"/>
              <a:gd name="connsiteX27" fmla="*/ 19105 w 343888"/>
              <a:gd name="connsiteY27" fmla="*/ 57315 h 458518"/>
              <a:gd name="connsiteX28" fmla="*/ 38210 w 343888"/>
              <a:gd name="connsiteY28" fmla="*/ 57315 h 458518"/>
              <a:gd name="connsiteX29" fmla="*/ 38210 w 343888"/>
              <a:gd name="connsiteY29" fmla="*/ 64957 h 458518"/>
              <a:gd name="connsiteX30" fmla="*/ 99346 w 343888"/>
              <a:gd name="connsiteY30" fmla="*/ 191049 h 458518"/>
              <a:gd name="connsiteX31" fmla="*/ 149018 w 343888"/>
              <a:gd name="connsiteY31" fmla="*/ 229259 h 458518"/>
              <a:gd name="connsiteX32" fmla="*/ 152839 w 343888"/>
              <a:gd name="connsiteY32" fmla="*/ 229259 h 458518"/>
              <a:gd name="connsiteX33" fmla="*/ 150929 w 343888"/>
              <a:gd name="connsiteY33" fmla="*/ 231170 h 458518"/>
              <a:gd name="connsiteX34" fmla="*/ 99346 w 343888"/>
              <a:gd name="connsiteY34" fmla="*/ 269379 h 458518"/>
              <a:gd name="connsiteX35" fmla="*/ 324784 w 343888"/>
              <a:gd name="connsiteY35" fmla="*/ 420308 h 458518"/>
              <a:gd name="connsiteX36" fmla="*/ 324784 w 343888"/>
              <a:gd name="connsiteY36" fmla="*/ 439413 h 458518"/>
              <a:gd name="connsiteX37" fmla="*/ 19105 w 343888"/>
              <a:gd name="connsiteY37" fmla="*/ 439413 h 458518"/>
              <a:gd name="connsiteX38" fmla="*/ 19105 w 343888"/>
              <a:gd name="connsiteY38" fmla="*/ 420308 h 458518"/>
              <a:gd name="connsiteX39" fmla="*/ 324784 w 343888"/>
              <a:gd name="connsiteY39" fmla="*/ 420308 h 458518"/>
              <a:gd name="connsiteX40" fmla="*/ 286574 w 343888"/>
              <a:gd name="connsiteY40" fmla="*/ 393561 h 458518"/>
              <a:gd name="connsiteX41" fmla="*/ 286574 w 343888"/>
              <a:gd name="connsiteY41" fmla="*/ 401203 h 458518"/>
              <a:gd name="connsiteX42" fmla="*/ 57315 w 343888"/>
              <a:gd name="connsiteY42" fmla="*/ 401203 h 458518"/>
              <a:gd name="connsiteX43" fmla="*/ 57315 w 343888"/>
              <a:gd name="connsiteY43" fmla="*/ 393561 h 458518"/>
              <a:gd name="connsiteX44" fmla="*/ 63046 w 343888"/>
              <a:gd name="connsiteY44" fmla="*/ 362993 h 458518"/>
              <a:gd name="connsiteX45" fmla="*/ 118450 w 343888"/>
              <a:gd name="connsiteY45" fmla="*/ 353441 h 458518"/>
              <a:gd name="connsiteX46" fmla="*/ 171944 w 343888"/>
              <a:gd name="connsiteY46" fmla="*/ 343889 h 458518"/>
              <a:gd name="connsiteX47" fmla="*/ 225438 w 343888"/>
              <a:gd name="connsiteY47" fmla="*/ 353441 h 458518"/>
              <a:gd name="connsiteX48" fmla="*/ 280842 w 343888"/>
              <a:gd name="connsiteY48" fmla="*/ 362993 h 458518"/>
              <a:gd name="connsiteX49" fmla="*/ 286574 w 343888"/>
              <a:gd name="connsiteY49" fmla="*/ 393561 h 458518"/>
              <a:gd name="connsiteX50" fmla="*/ 19105 w 343888"/>
              <a:gd name="connsiteY50" fmla="*/ 38210 h 458518"/>
              <a:gd name="connsiteX51" fmla="*/ 19105 w 343888"/>
              <a:gd name="connsiteY51" fmla="*/ 19105 h 458518"/>
              <a:gd name="connsiteX52" fmla="*/ 324784 w 343888"/>
              <a:gd name="connsiteY52" fmla="*/ 19105 h 458518"/>
              <a:gd name="connsiteX53" fmla="*/ 324784 w 343888"/>
              <a:gd name="connsiteY53" fmla="*/ 38210 h 458518"/>
              <a:gd name="connsiteX54" fmla="*/ 19105 w 343888"/>
              <a:gd name="connsiteY54" fmla="*/ 38210 h 458518"/>
              <a:gd name="connsiteX55" fmla="*/ 57315 w 343888"/>
              <a:gd name="connsiteY55" fmla="*/ 64957 h 458518"/>
              <a:gd name="connsiteX56" fmla="*/ 57315 w 343888"/>
              <a:gd name="connsiteY56" fmla="*/ 57315 h 458518"/>
              <a:gd name="connsiteX57" fmla="*/ 286574 w 343888"/>
              <a:gd name="connsiteY57" fmla="*/ 57315 h 458518"/>
              <a:gd name="connsiteX58" fmla="*/ 286574 w 343888"/>
              <a:gd name="connsiteY58" fmla="*/ 63046 h 458518"/>
              <a:gd name="connsiteX59" fmla="*/ 280842 w 343888"/>
              <a:gd name="connsiteY59" fmla="*/ 95525 h 458518"/>
              <a:gd name="connsiteX60" fmla="*/ 225438 w 343888"/>
              <a:gd name="connsiteY60" fmla="*/ 105077 h 458518"/>
              <a:gd name="connsiteX61" fmla="*/ 171944 w 343888"/>
              <a:gd name="connsiteY61" fmla="*/ 114630 h 458518"/>
              <a:gd name="connsiteX62" fmla="*/ 118450 w 343888"/>
              <a:gd name="connsiteY62" fmla="*/ 105077 h 458518"/>
              <a:gd name="connsiteX63" fmla="*/ 63046 w 343888"/>
              <a:gd name="connsiteY63" fmla="*/ 95525 h 458518"/>
              <a:gd name="connsiteX64" fmla="*/ 57315 w 343888"/>
              <a:gd name="connsiteY64" fmla="*/ 64957 h 458518"/>
              <a:gd name="connsiteX65" fmla="*/ 114630 w 343888"/>
              <a:gd name="connsiteY65" fmla="*/ 175765 h 458518"/>
              <a:gd name="connsiteX66" fmla="*/ 70688 w 343888"/>
              <a:gd name="connsiteY66" fmla="*/ 114630 h 458518"/>
              <a:gd name="connsiteX67" fmla="*/ 112719 w 343888"/>
              <a:gd name="connsiteY67" fmla="*/ 122271 h 458518"/>
              <a:gd name="connsiteX68" fmla="*/ 171944 w 343888"/>
              <a:gd name="connsiteY68" fmla="*/ 133734 h 458518"/>
              <a:gd name="connsiteX69" fmla="*/ 233080 w 343888"/>
              <a:gd name="connsiteY69" fmla="*/ 124182 h 458518"/>
              <a:gd name="connsiteX70" fmla="*/ 273200 w 343888"/>
              <a:gd name="connsiteY70" fmla="*/ 114630 h 458518"/>
              <a:gd name="connsiteX71" fmla="*/ 229259 w 343888"/>
              <a:gd name="connsiteY71" fmla="*/ 175765 h 458518"/>
              <a:gd name="connsiteX72" fmla="*/ 181497 w 343888"/>
              <a:gd name="connsiteY72" fmla="*/ 212065 h 458518"/>
              <a:gd name="connsiteX73" fmla="*/ 171944 w 343888"/>
              <a:gd name="connsiteY73" fmla="*/ 219707 h 458518"/>
              <a:gd name="connsiteX74" fmla="*/ 162392 w 343888"/>
              <a:gd name="connsiteY74" fmla="*/ 212065 h 458518"/>
              <a:gd name="connsiteX75" fmla="*/ 114630 w 343888"/>
              <a:gd name="connsiteY75" fmla="*/ 175765 h 458518"/>
              <a:gd name="connsiteX76" fmla="*/ 162392 w 343888"/>
              <a:gd name="connsiteY76" fmla="*/ 246453 h 458518"/>
              <a:gd name="connsiteX77" fmla="*/ 171944 w 343888"/>
              <a:gd name="connsiteY77" fmla="*/ 238811 h 458518"/>
              <a:gd name="connsiteX78" fmla="*/ 181497 w 343888"/>
              <a:gd name="connsiteY78" fmla="*/ 246453 h 458518"/>
              <a:gd name="connsiteX79" fmla="*/ 229259 w 343888"/>
              <a:gd name="connsiteY79" fmla="*/ 282753 h 458518"/>
              <a:gd name="connsiteX80" fmla="*/ 271290 w 343888"/>
              <a:gd name="connsiteY80" fmla="*/ 343889 h 458518"/>
              <a:gd name="connsiteX81" fmla="*/ 229259 w 343888"/>
              <a:gd name="connsiteY81" fmla="*/ 334336 h 458518"/>
              <a:gd name="connsiteX82" fmla="*/ 168123 w 343888"/>
              <a:gd name="connsiteY82" fmla="*/ 324784 h 458518"/>
              <a:gd name="connsiteX83" fmla="*/ 106988 w 343888"/>
              <a:gd name="connsiteY83" fmla="*/ 334336 h 458518"/>
              <a:gd name="connsiteX84" fmla="*/ 70688 w 343888"/>
              <a:gd name="connsiteY84" fmla="*/ 343889 h 458518"/>
              <a:gd name="connsiteX85" fmla="*/ 114630 w 343888"/>
              <a:gd name="connsiteY85" fmla="*/ 282753 h 458518"/>
              <a:gd name="connsiteX86" fmla="*/ 162392 w 343888"/>
              <a:gd name="connsiteY86" fmla="*/ 246453 h 458518"/>
              <a:gd name="connsiteX87" fmla="*/ 162392 w 343888"/>
              <a:gd name="connsiteY87" fmla="*/ 246453 h 45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343888" h="458518">
                <a:moveTo>
                  <a:pt x="99346" y="269379"/>
                </a:moveTo>
                <a:cubicBezTo>
                  <a:pt x="63046" y="301858"/>
                  <a:pt x="42031" y="345799"/>
                  <a:pt x="38210" y="395472"/>
                </a:cubicBezTo>
                <a:lnTo>
                  <a:pt x="38210" y="401203"/>
                </a:lnTo>
                <a:lnTo>
                  <a:pt x="19105" y="401203"/>
                </a:lnTo>
                <a:cubicBezTo>
                  <a:pt x="7642" y="401203"/>
                  <a:pt x="0" y="408845"/>
                  <a:pt x="0" y="420308"/>
                </a:cubicBezTo>
                <a:lnTo>
                  <a:pt x="0" y="439413"/>
                </a:lnTo>
                <a:cubicBezTo>
                  <a:pt x="0" y="450876"/>
                  <a:pt x="7642" y="458518"/>
                  <a:pt x="19105" y="458518"/>
                </a:cubicBezTo>
                <a:lnTo>
                  <a:pt x="324784" y="458518"/>
                </a:lnTo>
                <a:cubicBezTo>
                  <a:pt x="336247" y="458518"/>
                  <a:pt x="343889" y="450876"/>
                  <a:pt x="343889" y="439413"/>
                </a:cubicBezTo>
                <a:lnTo>
                  <a:pt x="343889" y="420308"/>
                </a:lnTo>
                <a:cubicBezTo>
                  <a:pt x="343889" y="408845"/>
                  <a:pt x="336247" y="401203"/>
                  <a:pt x="324784" y="401203"/>
                </a:cubicBezTo>
                <a:lnTo>
                  <a:pt x="305679" y="401203"/>
                </a:lnTo>
                <a:lnTo>
                  <a:pt x="305679" y="393561"/>
                </a:lnTo>
                <a:cubicBezTo>
                  <a:pt x="301858" y="345799"/>
                  <a:pt x="278932" y="299947"/>
                  <a:pt x="244543" y="267469"/>
                </a:cubicBezTo>
                <a:cubicBezTo>
                  <a:pt x="229259" y="254095"/>
                  <a:pt x="212065" y="240722"/>
                  <a:pt x="194870" y="229259"/>
                </a:cubicBezTo>
                <a:lnTo>
                  <a:pt x="191049" y="229259"/>
                </a:lnTo>
                <a:lnTo>
                  <a:pt x="192960" y="229259"/>
                </a:lnTo>
                <a:cubicBezTo>
                  <a:pt x="210154" y="217796"/>
                  <a:pt x="227349" y="204423"/>
                  <a:pt x="242632" y="191049"/>
                </a:cubicBezTo>
                <a:cubicBezTo>
                  <a:pt x="278932" y="158571"/>
                  <a:pt x="301858" y="112719"/>
                  <a:pt x="303768" y="64957"/>
                </a:cubicBezTo>
                <a:lnTo>
                  <a:pt x="303768" y="57315"/>
                </a:lnTo>
                <a:lnTo>
                  <a:pt x="322873" y="57315"/>
                </a:lnTo>
                <a:cubicBezTo>
                  <a:pt x="334336" y="57315"/>
                  <a:pt x="341978" y="49673"/>
                  <a:pt x="341978" y="38210"/>
                </a:cubicBezTo>
                <a:lnTo>
                  <a:pt x="341978" y="19105"/>
                </a:lnTo>
                <a:cubicBezTo>
                  <a:pt x="341978" y="7642"/>
                  <a:pt x="334336" y="0"/>
                  <a:pt x="322873" y="0"/>
                </a:cubicBezTo>
                <a:lnTo>
                  <a:pt x="19105" y="0"/>
                </a:lnTo>
                <a:cubicBezTo>
                  <a:pt x="7642" y="0"/>
                  <a:pt x="0" y="7642"/>
                  <a:pt x="0" y="19105"/>
                </a:cubicBezTo>
                <a:lnTo>
                  <a:pt x="0" y="38210"/>
                </a:lnTo>
                <a:cubicBezTo>
                  <a:pt x="0" y="49673"/>
                  <a:pt x="7642" y="57315"/>
                  <a:pt x="19105" y="57315"/>
                </a:cubicBezTo>
                <a:lnTo>
                  <a:pt x="38210" y="57315"/>
                </a:lnTo>
                <a:lnTo>
                  <a:pt x="38210" y="64957"/>
                </a:lnTo>
                <a:cubicBezTo>
                  <a:pt x="42031" y="112719"/>
                  <a:pt x="64957" y="158571"/>
                  <a:pt x="99346" y="191049"/>
                </a:cubicBezTo>
                <a:cubicBezTo>
                  <a:pt x="114630" y="204423"/>
                  <a:pt x="131824" y="217796"/>
                  <a:pt x="149018" y="229259"/>
                </a:cubicBezTo>
                <a:lnTo>
                  <a:pt x="152839" y="229259"/>
                </a:lnTo>
                <a:lnTo>
                  <a:pt x="150929" y="231170"/>
                </a:lnTo>
                <a:cubicBezTo>
                  <a:pt x="133734" y="240722"/>
                  <a:pt x="116540" y="254095"/>
                  <a:pt x="99346" y="269379"/>
                </a:cubicBezTo>
                <a:close/>
                <a:moveTo>
                  <a:pt x="324784" y="420308"/>
                </a:moveTo>
                <a:lnTo>
                  <a:pt x="324784" y="439413"/>
                </a:lnTo>
                <a:lnTo>
                  <a:pt x="19105" y="439413"/>
                </a:lnTo>
                <a:lnTo>
                  <a:pt x="19105" y="420308"/>
                </a:lnTo>
                <a:lnTo>
                  <a:pt x="324784" y="420308"/>
                </a:lnTo>
                <a:close/>
                <a:moveTo>
                  <a:pt x="286574" y="393561"/>
                </a:moveTo>
                <a:lnTo>
                  <a:pt x="286574" y="401203"/>
                </a:lnTo>
                <a:lnTo>
                  <a:pt x="57315" y="401203"/>
                </a:lnTo>
                <a:lnTo>
                  <a:pt x="57315" y="393561"/>
                </a:lnTo>
                <a:cubicBezTo>
                  <a:pt x="57315" y="382098"/>
                  <a:pt x="59225" y="372546"/>
                  <a:pt x="63046" y="362993"/>
                </a:cubicBezTo>
                <a:cubicBezTo>
                  <a:pt x="82151" y="362993"/>
                  <a:pt x="101256" y="359172"/>
                  <a:pt x="118450" y="353441"/>
                </a:cubicBezTo>
                <a:cubicBezTo>
                  <a:pt x="135645" y="345799"/>
                  <a:pt x="152839" y="343889"/>
                  <a:pt x="171944" y="343889"/>
                </a:cubicBezTo>
                <a:cubicBezTo>
                  <a:pt x="191049" y="343889"/>
                  <a:pt x="208244" y="345799"/>
                  <a:pt x="225438" y="353441"/>
                </a:cubicBezTo>
                <a:cubicBezTo>
                  <a:pt x="242632" y="359172"/>
                  <a:pt x="261737" y="362993"/>
                  <a:pt x="280842" y="362993"/>
                </a:cubicBezTo>
                <a:cubicBezTo>
                  <a:pt x="284663" y="372546"/>
                  <a:pt x="286574" y="384009"/>
                  <a:pt x="286574" y="393561"/>
                </a:cubicBezTo>
                <a:close/>
                <a:moveTo>
                  <a:pt x="19105" y="38210"/>
                </a:moveTo>
                <a:lnTo>
                  <a:pt x="19105" y="19105"/>
                </a:lnTo>
                <a:lnTo>
                  <a:pt x="324784" y="19105"/>
                </a:lnTo>
                <a:lnTo>
                  <a:pt x="324784" y="38210"/>
                </a:lnTo>
                <a:lnTo>
                  <a:pt x="19105" y="38210"/>
                </a:lnTo>
                <a:close/>
                <a:moveTo>
                  <a:pt x="57315" y="64957"/>
                </a:moveTo>
                <a:lnTo>
                  <a:pt x="57315" y="57315"/>
                </a:lnTo>
                <a:lnTo>
                  <a:pt x="286574" y="57315"/>
                </a:lnTo>
                <a:lnTo>
                  <a:pt x="286574" y="63046"/>
                </a:lnTo>
                <a:cubicBezTo>
                  <a:pt x="286574" y="74509"/>
                  <a:pt x="284663" y="84062"/>
                  <a:pt x="280842" y="95525"/>
                </a:cubicBezTo>
                <a:cubicBezTo>
                  <a:pt x="261737" y="95525"/>
                  <a:pt x="242632" y="99346"/>
                  <a:pt x="225438" y="105077"/>
                </a:cubicBezTo>
                <a:cubicBezTo>
                  <a:pt x="208244" y="112719"/>
                  <a:pt x="191049" y="114630"/>
                  <a:pt x="171944" y="114630"/>
                </a:cubicBezTo>
                <a:cubicBezTo>
                  <a:pt x="152839" y="114630"/>
                  <a:pt x="135645" y="112719"/>
                  <a:pt x="118450" y="105077"/>
                </a:cubicBezTo>
                <a:cubicBezTo>
                  <a:pt x="99346" y="99346"/>
                  <a:pt x="82151" y="95525"/>
                  <a:pt x="63046" y="95525"/>
                </a:cubicBezTo>
                <a:cubicBezTo>
                  <a:pt x="59225" y="85972"/>
                  <a:pt x="57315" y="74509"/>
                  <a:pt x="57315" y="64957"/>
                </a:cubicBezTo>
                <a:close/>
                <a:moveTo>
                  <a:pt x="114630" y="175765"/>
                </a:moveTo>
                <a:cubicBezTo>
                  <a:pt x="95525" y="158571"/>
                  <a:pt x="80241" y="137555"/>
                  <a:pt x="70688" y="114630"/>
                </a:cubicBezTo>
                <a:cubicBezTo>
                  <a:pt x="84062" y="114630"/>
                  <a:pt x="99346" y="118450"/>
                  <a:pt x="112719" y="122271"/>
                </a:cubicBezTo>
                <a:cubicBezTo>
                  <a:pt x="129913" y="129913"/>
                  <a:pt x="150929" y="133734"/>
                  <a:pt x="171944" y="133734"/>
                </a:cubicBezTo>
                <a:cubicBezTo>
                  <a:pt x="192960" y="133734"/>
                  <a:pt x="212065" y="129913"/>
                  <a:pt x="233080" y="124182"/>
                </a:cubicBezTo>
                <a:cubicBezTo>
                  <a:pt x="246453" y="118450"/>
                  <a:pt x="259827" y="114630"/>
                  <a:pt x="273200" y="114630"/>
                </a:cubicBezTo>
                <a:cubicBezTo>
                  <a:pt x="261737" y="137555"/>
                  <a:pt x="248364" y="158571"/>
                  <a:pt x="229259" y="175765"/>
                </a:cubicBezTo>
                <a:cubicBezTo>
                  <a:pt x="213975" y="189139"/>
                  <a:pt x="198691" y="200602"/>
                  <a:pt x="181497" y="212065"/>
                </a:cubicBezTo>
                <a:lnTo>
                  <a:pt x="171944" y="219707"/>
                </a:lnTo>
                <a:lnTo>
                  <a:pt x="162392" y="212065"/>
                </a:lnTo>
                <a:cubicBezTo>
                  <a:pt x="145197" y="200602"/>
                  <a:pt x="129913" y="189139"/>
                  <a:pt x="114630" y="175765"/>
                </a:cubicBezTo>
                <a:close/>
                <a:moveTo>
                  <a:pt x="162392" y="246453"/>
                </a:moveTo>
                <a:lnTo>
                  <a:pt x="171944" y="238811"/>
                </a:lnTo>
                <a:lnTo>
                  <a:pt x="181497" y="246453"/>
                </a:lnTo>
                <a:cubicBezTo>
                  <a:pt x="198691" y="257916"/>
                  <a:pt x="213975" y="269379"/>
                  <a:pt x="229259" y="282753"/>
                </a:cubicBezTo>
                <a:cubicBezTo>
                  <a:pt x="246453" y="299947"/>
                  <a:pt x="261737" y="320963"/>
                  <a:pt x="271290" y="343889"/>
                </a:cubicBezTo>
                <a:cubicBezTo>
                  <a:pt x="257916" y="343889"/>
                  <a:pt x="242632" y="340068"/>
                  <a:pt x="229259" y="334336"/>
                </a:cubicBezTo>
                <a:cubicBezTo>
                  <a:pt x="210154" y="326694"/>
                  <a:pt x="189139" y="322873"/>
                  <a:pt x="168123" y="324784"/>
                </a:cubicBezTo>
                <a:cubicBezTo>
                  <a:pt x="147108" y="324784"/>
                  <a:pt x="128003" y="328605"/>
                  <a:pt x="106988" y="334336"/>
                </a:cubicBezTo>
                <a:cubicBezTo>
                  <a:pt x="97435" y="340068"/>
                  <a:pt x="84062" y="343889"/>
                  <a:pt x="70688" y="343889"/>
                </a:cubicBezTo>
                <a:cubicBezTo>
                  <a:pt x="80241" y="320963"/>
                  <a:pt x="95525" y="299947"/>
                  <a:pt x="114630" y="282753"/>
                </a:cubicBezTo>
                <a:cubicBezTo>
                  <a:pt x="129913" y="269379"/>
                  <a:pt x="145197" y="256006"/>
                  <a:pt x="162392" y="246453"/>
                </a:cubicBezTo>
                <a:lnTo>
                  <a:pt x="162392" y="246453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Quotation mark left icon." descr="Quotation mark left icon.">
            <a:extLst>
              <a:ext uri="{FF2B5EF4-FFF2-40B4-BE49-F238E27FC236}">
                <a16:creationId xmlns:a16="http://schemas.microsoft.com/office/drawing/2014/main" id="{6BE8B1F2-B19C-0792-51E5-FEB2BE9770EB}"/>
              </a:ext>
            </a:extLst>
          </p:cNvPr>
          <p:cNvSpPr/>
          <p:nvPr/>
        </p:nvSpPr>
        <p:spPr>
          <a:xfrm>
            <a:off x="976245" y="2359657"/>
            <a:ext cx="390983" cy="302870"/>
          </a:xfrm>
          <a:custGeom>
            <a:avLst/>
            <a:gdLst>
              <a:gd name="connsiteX0" fmla="*/ 89459 w 390983"/>
              <a:gd name="connsiteY0" fmla="*/ 302870 h 302870"/>
              <a:gd name="connsiteX1" fmla="*/ 24449 w 390983"/>
              <a:gd name="connsiteY1" fmla="*/ 276715 h 302870"/>
              <a:gd name="connsiteX2" fmla="*/ 0 w 390983"/>
              <a:gd name="connsiteY2" fmla="*/ 208294 h 302870"/>
              <a:gd name="connsiteX3" fmla="*/ 11561 w 390983"/>
              <a:gd name="connsiteY3" fmla="*/ 156173 h 302870"/>
              <a:gd name="connsiteX4" fmla="*/ 36579 w 390983"/>
              <a:gd name="connsiteY4" fmla="*/ 109549 h 302870"/>
              <a:gd name="connsiteX5" fmla="*/ 97608 w 390983"/>
              <a:gd name="connsiteY5" fmla="*/ 9097 h 302870"/>
              <a:gd name="connsiteX6" fmla="*/ 113718 w 390983"/>
              <a:gd name="connsiteY6" fmla="*/ 0 h 302870"/>
              <a:gd name="connsiteX7" fmla="*/ 169062 w 390983"/>
              <a:gd name="connsiteY7" fmla="*/ 0 h 302870"/>
              <a:gd name="connsiteX8" fmla="*/ 185551 w 390983"/>
              <a:gd name="connsiteY8" fmla="*/ 9666 h 302870"/>
              <a:gd name="connsiteX9" fmla="*/ 185172 w 390983"/>
              <a:gd name="connsiteY9" fmla="*/ 28809 h 302870"/>
              <a:gd name="connsiteX10" fmla="*/ 121868 w 390983"/>
              <a:gd name="connsiteY10" fmla="*/ 132103 h 302870"/>
              <a:gd name="connsiteX11" fmla="*/ 160343 w 390983"/>
              <a:gd name="connsiteY11" fmla="*/ 156932 h 302870"/>
              <a:gd name="connsiteX12" fmla="*/ 180244 w 390983"/>
              <a:gd name="connsiteY12" fmla="*/ 213222 h 302870"/>
              <a:gd name="connsiteX13" fmla="*/ 155036 w 390983"/>
              <a:gd name="connsiteY13" fmla="*/ 277473 h 302870"/>
              <a:gd name="connsiteX14" fmla="*/ 89459 w 390983"/>
              <a:gd name="connsiteY14" fmla="*/ 302681 h 302870"/>
              <a:gd name="connsiteX15" fmla="*/ 113529 w 390983"/>
              <a:gd name="connsiteY15" fmla="*/ 18953 h 302870"/>
              <a:gd name="connsiteX16" fmla="*/ 52500 w 390983"/>
              <a:gd name="connsiteY16" fmla="*/ 119404 h 302870"/>
              <a:gd name="connsiteX17" fmla="*/ 28619 w 390983"/>
              <a:gd name="connsiteY17" fmla="*/ 164134 h 302870"/>
              <a:gd name="connsiteX18" fmla="*/ 18764 w 390983"/>
              <a:gd name="connsiteY18" fmla="*/ 208294 h 302870"/>
              <a:gd name="connsiteX19" fmla="*/ 38096 w 390983"/>
              <a:gd name="connsiteY19" fmla="*/ 263637 h 302870"/>
              <a:gd name="connsiteX20" fmla="*/ 89459 w 390983"/>
              <a:gd name="connsiteY20" fmla="*/ 283728 h 302870"/>
              <a:gd name="connsiteX21" fmla="*/ 141580 w 390983"/>
              <a:gd name="connsiteY21" fmla="*/ 264016 h 302870"/>
              <a:gd name="connsiteX22" fmla="*/ 161291 w 390983"/>
              <a:gd name="connsiteY22" fmla="*/ 213222 h 302870"/>
              <a:gd name="connsiteX23" fmla="*/ 146128 w 390983"/>
              <a:gd name="connsiteY23" fmla="*/ 169441 h 302870"/>
              <a:gd name="connsiteX24" fmla="*/ 115803 w 390983"/>
              <a:gd name="connsiteY24" fmla="*/ 149919 h 302870"/>
              <a:gd name="connsiteX25" fmla="*/ 104242 w 390983"/>
              <a:gd name="connsiteY25" fmla="*/ 138926 h 302870"/>
              <a:gd name="connsiteX26" fmla="*/ 105758 w 390983"/>
              <a:gd name="connsiteY26" fmla="*/ 122058 h 302870"/>
              <a:gd name="connsiteX27" fmla="*/ 169062 w 390983"/>
              <a:gd name="connsiteY27" fmla="*/ 18764 h 302870"/>
              <a:gd name="connsiteX28" fmla="*/ 113718 w 390983"/>
              <a:gd name="connsiteY28" fmla="*/ 18764 h 302870"/>
              <a:gd name="connsiteX29" fmla="*/ 289414 w 390983"/>
              <a:gd name="connsiteY29" fmla="*/ 302870 h 302870"/>
              <a:gd name="connsiteX30" fmla="*/ 224405 w 390983"/>
              <a:gd name="connsiteY30" fmla="*/ 276715 h 302870"/>
              <a:gd name="connsiteX31" fmla="*/ 199955 w 390983"/>
              <a:gd name="connsiteY31" fmla="*/ 208294 h 302870"/>
              <a:gd name="connsiteX32" fmla="*/ 211516 w 390983"/>
              <a:gd name="connsiteY32" fmla="*/ 156173 h 302870"/>
              <a:gd name="connsiteX33" fmla="*/ 236345 w 390983"/>
              <a:gd name="connsiteY33" fmla="*/ 109549 h 302870"/>
              <a:gd name="connsiteX34" fmla="*/ 297374 w 390983"/>
              <a:gd name="connsiteY34" fmla="*/ 9097 h 302870"/>
              <a:gd name="connsiteX35" fmla="*/ 313484 w 390983"/>
              <a:gd name="connsiteY35" fmla="*/ 0 h 302870"/>
              <a:gd name="connsiteX36" fmla="*/ 376029 w 390983"/>
              <a:gd name="connsiteY36" fmla="*/ 0 h 302870"/>
              <a:gd name="connsiteX37" fmla="*/ 389107 w 390983"/>
              <a:gd name="connsiteY37" fmla="*/ 7581 h 302870"/>
              <a:gd name="connsiteX38" fmla="*/ 388728 w 390983"/>
              <a:gd name="connsiteY38" fmla="*/ 22744 h 302870"/>
              <a:gd name="connsiteX39" fmla="*/ 321823 w 390983"/>
              <a:gd name="connsiteY39" fmla="*/ 132293 h 302870"/>
              <a:gd name="connsiteX40" fmla="*/ 360298 w 390983"/>
              <a:gd name="connsiteY40" fmla="*/ 157121 h 302870"/>
              <a:gd name="connsiteX41" fmla="*/ 380199 w 390983"/>
              <a:gd name="connsiteY41" fmla="*/ 213412 h 302870"/>
              <a:gd name="connsiteX42" fmla="*/ 354991 w 390983"/>
              <a:gd name="connsiteY42" fmla="*/ 277663 h 302870"/>
              <a:gd name="connsiteX43" fmla="*/ 289414 w 390983"/>
              <a:gd name="connsiteY43" fmla="*/ 302870 h 302870"/>
              <a:gd name="connsiteX44" fmla="*/ 313484 w 390983"/>
              <a:gd name="connsiteY44" fmla="*/ 18953 h 302870"/>
              <a:gd name="connsiteX45" fmla="*/ 252455 w 390983"/>
              <a:gd name="connsiteY45" fmla="*/ 119404 h 302870"/>
              <a:gd name="connsiteX46" fmla="*/ 228574 w 390983"/>
              <a:gd name="connsiteY46" fmla="*/ 164134 h 302870"/>
              <a:gd name="connsiteX47" fmla="*/ 218719 w 390983"/>
              <a:gd name="connsiteY47" fmla="*/ 208294 h 302870"/>
              <a:gd name="connsiteX48" fmla="*/ 238051 w 390983"/>
              <a:gd name="connsiteY48" fmla="*/ 263637 h 302870"/>
              <a:gd name="connsiteX49" fmla="*/ 289414 w 390983"/>
              <a:gd name="connsiteY49" fmla="*/ 283728 h 302870"/>
              <a:gd name="connsiteX50" fmla="*/ 341535 w 390983"/>
              <a:gd name="connsiteY50" fmla="*/ 264016 h 302870"/>
              <a:gd name="connsiteX51" fmla="*/ 361246 w 390983"/>
              <a:gd name="connsiteY51" fmla="*/ 213222 h 302870"/>
              <a:gd name="connsiteX52" fmla="*/ 346083 w 390983"/>
              <a:gd name="connsiteY52" fmla="*/ 169441 h 302870"/>
              <a:gd name="connsiteX53" fmla="*/ 315758 w 390983"/>
              <a:gd name="connsiteY53" fmla="*/ 149919 h 302870"/>
              <a:gd name="connsiteX54" fmla="*/ 304197 w 390983"/>
              <a:gd name="connsiteY54" fmla="*/ 138926 h 302870"/>
              <a:gd name="connsiteX55" fmla="*/ 305713 w 390983"/>
              <a:gd name="connsiteY55" fmla="*/ 122058 h 302870"/>
              <a:gd name="connsiteX56" fmla="*/ 369017 w 390983"/>
              <a:gd name="connsiteY56" fmla="*/ 18764 h 302870"/>
              <a:gd name="connsiteX57" fmla="*/ 313674 w 390983"/>
              <a:gd name="connsiteY57" fmla="*/ 18764 h 3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90983" h="302870">
                <a:moveTo>
                  <a:pt x="89459" y="302870"/>
                </a:moveTo>
                <a:cubicBezTo>
                  <a:pt x="62735" y="302870"/>
                  <a:pt x="40749" y="294152"/>
                  <a:pt x="24449" y="276715"/>
                </a:cubicBezTo>
                <a:cubicBezTo>
                  <a:pt x="8150" y="259468"/>
                  <a:pt x="0" y="236534"/>
                  <a:pt x="0" y="208294"/>
                </a:cubicBezTo>
                <a:cubicBezTo>
                  <a:pt x="0" y="190289"/>
                  <a:pt x="3791" y="172852"/>
                  <a:pt x="11561" y="156173"/>
                </a:cubicBezTo>
                <a:cubicBezTo>
                  <a:pt x="18764" y="140442"/>
                  <a:pt x="27103" y="124711"/>
                  <a:pt x="36579" y="109549"/>
                </a:cubicBezTo>
                <a:lnTo>
                  <a:pt x="97608" y="9097"/>
                </a:lnTo>
                <a:cubicBezTo>
                  <a:pt x="101020" y="3412"/>
                  <a:pt x="107274" y="0"/>
                  <a:pt x="113718" y="0"/>
                </a:cubicBezTo>
                <a:lnTo>
                  <a:pt x="169062" y="0"/>
                </a:lnTo>
                <a:cubicBezTo>
                  <a:pt x="175885" y="0"/>
                  <a:pt x="182329" y="3791"/>
                  <a:pt x="185551" y="9666"/>
                </a:cubicBezTo>
                <a:cubicBezTo>
                  <a:pt x="188773" y="15542"/>
                  <a:pt x="188773" y="22933"/>
                  <a:pt x="185172" y="28809"/>
                </a:cubicBezTo>
                <a:lnTo>
                  <a:pt x="121868" y="132103"/>
                </a:lnTo>
                <a:cubicBezTo>
                  <a:pt x="136841" y="136652"/>
                  <a:pt x="150108" y="145181"/>
                  <a:pt x="160343" y="156932"/>
                </a:cubicBezTo>
                <a:cubicBezTo>
                  <a:pt x="173610" y="172094"/>
                  <a:pt x="180244" y="190858"/>
                  <a:pt x="180244" y="213222"/>
                </a:cubicBezTo>
                <a:cubicBezTo>
                  <a:pt x="180244" y="238998"/>
                  <a:pt x="171715" y="260605"/>
                  <a:pt x="155036" y="277473"/>
                </a:cubicBezTo>
                <a:cubicBezTo>
                  <a:pt x="138168" y="294341"/>
                  <a:pt x="116182" y="302681"/>
                  <a:pt x="89459" y="302681"/>
                </a:cubicBezTo>
                <a:close/>
                <a:moveTo>
                  <a:pt x="113529" y="18953"/>
                </a:moveTo>
                <a:lnTo>
                  <a:pt x="52500" y="119404"/>
                </a:lnTo>
                <a:cubicBezTo>
                  <a:pt x="43592" y="133998"/>
                  <a:pt x="35632" y="148971"/>
                  <a:pt x="28619" y="164134"/>
                </a:cubicBezTo>
                <a:cubicBezTo>
                  <a:pt x="22175" y="178349"/>
                  <a:pt x="18764" y="193132"/>
                  <a:pt x="18764" y="208294"/>
                </a:cubicBezTo>
                <a:cubicBezTo>
                  <a:pt x="18764" y="231796"/>
                  <a:pt x="25018" y="249991"/>
                  <a:pt x="38096" y="263637"/>
                </a:cubicBezTo>
                <a:cubicBezTo>
                  <a:pt x="50984" y="277284"/>
                  <a:pt x="67663" y="283728"/>
                  <a:pt x="89459" y="283728"/>
                </a:cubicBezTo>
                <a:cubicBezTo>
                  <a:pt x="111255" y="283728"/>
                  <a:pt x="128312" y="277284"/>
                  <a:pt x="141580" y="264016"/>
                </a:cubicBezTo>
                <a:cubicBezTo>
                  <a:pt x="154847" y="250749"/>
                  <a:pt x="161291" y="234071"/>
                  <a:pt x="161291" y="213222"/>
                </a:cubicBezTo>
                <a:cubicBezTo>
                  <a:pt x="161291" y="195406"/>
                  <a:pt x="156363" y="181002"/>
                  <a:pt x="146128" y="169441"/>
                </a:cubicBezTo>
                <a:cubicBezTo>
                  <a:pt x="137978" y="160154"/>
                  <a:pt x="128123" y="153710"/>
                  <a:pt x="115803" y="149919"/>
                </a:cubicBezTo>
                <a:cubicBezTo>
                  <a:pt x="110496" y="148213"/>
                  <a:pt x="106137" y="144233"/>
                  <a:pt x="104242" y="138926"/>
                </a:cubicBezTo>
                <a:cubicBezTo>
                  <a:pt x="102157" y="133430"/>
                  <a:pt x="102726" y="127175"/>
                  <a:pt x="105758" y="122058"/>
                </a:cubicBezTo>
                <a:lnTo>
                  <a:pt x="169062" y="18764"/>
                </a:lnTo>
                <a:lnTo>
                  <a:pt x="113718" y="18764"/>
                </a:lnTo>
                <a:close/>
                <a:moveTo>
                  <a:pt x="289414" y="302870"/>
                </a:moveTo>
                <a:cubicBezTo>
                  <a:pt x="262690" y="302870"/>
                  <a:pt x="240704" y="294152"/>
                  <a:pt x="224405" y="276715"/>
                </a:cubicBezTo>
                <a:cubicBezTo>
                  <a:pt x="208105" y="259468"/>
                  <a:pt x="199955" y="236534"/>
                  <a:pt x="199955" y="208294"/>
                </a:cubicBezTo>
                <a:cubicBezTo>
                  <a:pt x="199955" y="190289"/>
                  <a:pt x="203746" y="172852"/>
                  <a:pt x="211516" y="156173"/>
                </a:cubicBezTo>
                <a:cubicBezTo>
                  <a:pt x="218719" y="140442"/>
                  <a:pt x="227058" y="124711"/>
                  <a:pt x="236345" y="109549"/>
                </a:cubicBezTo>
                <a:lnTo>
                  <a:pt x="297374" y="9097"/>
                </a:lnTo>
                <a:cubicBezTo>
                  <a:pt x="300785" y="3412"/>
                  <a:pt x="307040" y="0"/>
                  <a:pt x="313484" y="0"/>
                </a:cubicBezTo>
                <a:lnTo>
                  <a:pt x="376029" y="0"/>
                </a:lnTo>
                <a:cubicBezTo>
                  <a:pt x="381526" y="0"/>
                  <a:pt x="386453" y="2843"/>
                  <a:pt x="389107" y="7581"/>
                </a:cubicBezTo>
                <a:cubicBezTo>
                  <a:pt x="391760" y="12320"/>
                  <a:pt x="391571" y="18005"/>
                  <a:pt x="388728" y="22744"/>
                </a:cubicBezTo>
                <a:lnTo>
                  <a:pt x="321823" y="132293"/>
                </a:lnTo>
                <a:cubicBezTo>
                  <a:pt x="336796" y="136841"/>
                  <a:pt x="350063" y="145370"/>
                  <a:pt x="360298" y="157121"/>
                </a:cubicBezTo>
                <a:cubicBezTo>
                  <a:pt x="373565" y="172284"/>
                  <a:pt x="380199" y="191047"/>
                  <a:pt x="380199" y="213412"/>
                </a:cubicBezTo>
                <a:cubicBezTo>
                  <a:pt x="380199" y="239188"/>
                  <a:pt x="371670" y="260794"/>
                  <a:pt x="354991" y="277663"/>
                </a:cubicBezTo>
                <a:cubicBezTo>
                  <a:pt x="338123" y="294531"/>
                  <a:pt x="316137" y="302870"/>
                  <a:pt x="289414" y="302870"/>
                </a:cubicBezTo>
                <a:close/>
                <a:moveTo>
                  <a:pt x="313484" y="18953"/>
                </a:moveTo>
                <a:lnTo>
                  <a:pt x="252455" y="119404"/>
                </a:lnTo>
                <a:cubicBezTo>
                  <a:pt x="243547" y="133998"/>
                  <a:pt x="235397" y="149161"/>
                  <a:pt x="228574" y="164134"/>
                </a:cubicBezTo>
                <a:cubicBezTo>
                  <a:pt x="222130" y="178159"/>
                  <a:pt x="218719" y="193132"/>
                  <a:pt x="218719" y="208294"/>
                </a:cubicBezTo>
                <a:cubicBezTo>
                  <a:pt x="218719" y="231796"/>
                  <a:pt x="224973" y="249991"/>
                  <a:pt x="238051" y="263637"/>
                </a:cubicBezTo>
                <a:cubicBezTo>
                  <a:pt x="250939" y="277284"/>
                  <a:pt x="267618" y="283728"/>
                  <a:pt x="289414" y="283728"/>
                </a:cubicBezTo>
                <a:cubicBezTo>
                  <a:pt x="311210" y="283728"/>
                  <a:pt x="328267" y="277284"/>
                  <a:pt x="341535" y="264016"/>
                </a:cubicBezTo>
                <a:cubicBezTo>
                  <a:pt x="354802" y="250749"/>
                  <a:pt x="361246" y="234071"/>
                  <a:pt x="361246" y="213222"/>
                </a:cubicBezTo>
                <a:cubicBezTo>
                  <a:pt x="361246" y="195406"/>
                  <a:pt x="356318" y="181002"/>
                  <a:pt x="346083" y="169441"/>
                </a:cubicBezTo>
                <a:cubicBezTo>
                  <a:pt x="337934" y="160154"/>
                  <a:pt x="328078" y="153710"/>
                  <a:pt x="315758" y="149919"/>
                </a:cubicBezTo>
                <a:cubicBezTo>
                  <a:pt x="310452" y="148213"/>
                  <a:pt x="306092" y="144233"/>
                  <a:pt x="304197" y="138926"/>
                </a:cubicBezTo>
                <a:cubicBezTo>
                  <a:pt x="302112" y="133430"/>
                  <a:pt x="302681" y="127175"/>
                  <a:pt x="305713" y="122058"/>
                </a:cubicBezTo>
                <a:lnTo>
                  <a:pt x="369017" y="18764"/>
                </a:lnTo>
                <a:lnTo>
                  <a:pt x="313674" y="18764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Quotation mark right icon." descr="Quotation mark right icon.">
            <a:extLst>
              <a:ext uri="{FF2B5EF4-FFF2-40B4-BE49-F238E27FC236}">
                <a16:creationId xmlns:a16="http://schemas.microsoft.com/office/drawing/2014/main" id="{673248DD-1CD0-5C8A-8B10-B6CCF732522C}"/>
              </a:ext>
            </a:extLst>
          </p:cNvPr>
          <p:cNvSpPr/>
          <p:nvPr/>
        </p:nvSpPr>
        <p:spPr>
          <a:xfrm>
            <a:off x="2208320" y="2359657"/>
            <a:ext cx="391194" cy="302870"/>
          </a:xfrm>
          <a:custGeom>
            <a:avLst/>
            <a:gdLst>
              <a:gd name="connsiteX0" fmla="*/ 277476 w 391194"/>
              <a:gd name="connsiteY0" fmla="*/ 302870 h 302870"/>
              <a:gd name="connsiteX1" fmla="*/ 222133 w 391194"/>
              <a:gd name="connsiteY1" fmla="*/ 302870 h 302870"/>
              <a:gd name="connsiteX2" fmla="*/ 205643 w 391194"/>
              <a:gd name="connsiteY2" fmla="*/ 293204 h 302870"/>
              <a:gd name="connsiteX3" fmla="*/ 206023 w 391194"/>
              <a:gd name="connsiteY3" fmla="*/ 274062 h 302870"/>
              <a:gd name="connsiteX4" fmla="*/ 269326 w 391194"/>
              <a:gd name="connsiteY4" fmla="*/ 170578 h 302870"/>
              <a:gd name="connsiteX5" fmla="*/ 230851 w 391194"/>
              <a:gd name="connsiteY5" fmla="*/ 145749 h 302870"/>
              <a:gd name="connsiteX6" fmla="*/ 210950 w 391194"/>
              <a:gd name="connsiteY6" fmla="*/ 89459 h 302870"/>
              <a:gd name="connsiteX7" fmla="*/ 236158 w 391194"/>
              <a:gd name="connsiteY7" fmla="*/ 25208 h 302870"/>
              <a:gd name="connsiteX8" fmla="*/ 301736 w 391194"/>
              <a:gd name="connsiteY8" fmla="*/ 0 h 302870"/>
              <a:gd name="connsiteX9" fmla="*/ 366745 w 391194"/>
              <a:gd name="connsiteY9" fmla="*/ 26155 h 302870"/>
              <a:gd name="connsiteX10" fmla="*/ 391194 w 391194"/>
              <a:gd name="connsiteY10" fmla="*/ 94576 h 302870"/>
              <a:gd name="connsiteX11" fmla="*/ 379633 w 391194"/>
              <a:gd name="connsiteY11" fmla="*/ 146697 h 302870"/>
              <a:gd name="connsiteX12" fmla="*/ 354804 w 391194"/>
              <a:gd name="connsiteY12" fmla="*/ 193321 h 302870"/>
              <a:gd name="connsiteX13" fmla="*/ 293775 w 391194"/>
              <a:gd name="connsiteY13" fmla="*/ 293773 h 302870"/>
              <a:gd name="connsiteX14" fmla="*/ 277665 w 391194"/>
              <a:gd name="connsiteY14" fmla="*/ 302870 h 302870"/>
              <a:gd name="connsiteX15" fmla="*/ 301546 w 391194"/>
              <a:gd name="connsiteY15" fmla="*/ 18953 h 302870"/>
              <a:gd name="connsiteX16" fmla="*/ 249425 w 391194"/>
              <a:gd name="connsiteY16" fmla="*/ 38664 h 302870"/>
              <a:gd name="connsiteX17" fmla="*/ 229714 w 391194"/>
              <a:gd name="connsiteY17" fmla="*/ 89459 h 302870"/>
              <a:gd name="connsiteX18" fmla="*/ 244876 w 391194"/>
              <a:gd name="connsiteY18" fmla="*/ 133240 h 302870"/>
              <a:gd name="connsiteX19" fmla="*/ 275201 w 391194"/>
              <a:gd name="connsiteY19" fmla="*/ 152762 h 302870"/>
              <a:gd name="connsiteX20" fmla="*/ 286763 w 391194"/>
              <a:gd name="connsiteY20" fmla="*/ 163755 h 302870"/>
              <a:gd name="connsiteX21" fmla="*/ 285246 w 391194"/>
              <a:gd name="connsiteY21" fmla="*/ 180623 h 302870"/>
              <a:gd name="connsiteX22" fmla="*/ 221943 w 391194"/>
              <a:gd name="connsiteY22" fmla="*/ 283917 h 302870"/>
              <a:gd name="connsiteX23" fmla="*/ 277286 w 391194"/>
              <a:gd name="connsiteY23" fmla="*/ 283917 h 302870"/>
              <a:gd name="connsiteX24" fmla="*/ 338315 w 391194"/>
              <a:gd name="connsiteY24" fmla="*/ 183466 h 302870"/>
              <a:gd name="connsiteX25" fmla="*/ 362196 w 391194"/>
              <a:gd name="connsiteY25" fmla="*/ 138737 h 302870"/>
              <a:gd name="connsiteX26" fmla="*/ 371862 w 391194"/>
              <a:gd name="connsiteY26" fmla="*/ 94576 h 302870"/>
              <a:gd name="connsiteX27" fmla="*/ 352530 w 391194"/>
              <a:gd name="connsiteY27" fmla="*/ 39233 h 302870"/>
              <a:gd name="connsiteX28" fmla="*/ 301167 w 391194"/>
              <a:gd name="connsiteY28" fmla="*/ 19143 h 302870"/>
              <a:gd name="connsiteX29" fmla="*/ 77521 w 391194"/>
              <a:gd name="connsiteY29" fmla="*/ 302870 h 302870"/>
              <a:gd name="connsiteX30" fmla="*/ 14975 w 391194"/>
              <a:gd name="connsiteY30" fmla="*/ 302870 h 302870"/>
              <a:gd name="connsiteX31" fmla="*/ 1898 w 391194"/>
              <a:gd name="connsiteY31" fmla="*/ 295289 h 302870"/>
              <a:gd name="connsiteX32" fmla="*/ 2087 w 391194"/>
              <a:gd name="connsiteY32" fmla="*/ 280127 h 302870"/>
              <a:gd name="connsiteX33" fmla="*/ 68992 w 391194"/>
              <a:gd name="connsiteY33" fmla="*/ 170578 h 302870"/>
              <a:gd name="connsiteX34" fmla="*/ 30327 w 391194"/>
              <a:gd name="connsiteY34" fmla="*/ 145749 h 302870"/>
              <a:gd name="connsiteX35" fmla="*/ 10427 w 391194"/>
              <a:gd name="connsiteY35" fmla="*/ 89459 h 302870"/>
              <a:gd name="connsiteX36" fmla="*/ 35634 w 391194"/>
              <a:gd name="connsiteY36" fmla="*/ 25208 h 302870"/>
              <a:gd name="connsiteX37" fmla="*/ 101212 w 391194"/>
              <a:gd name="connsiteY37" fmla="*/ 0 h 302870"/>
              <a:gd name="connsiteX38" fmla="*/ 166221 w 391194"/>
              <a:gd name="connsiteY38" fmla="*/ 26155 h 302870"/>
              <a:gd name="connsiteX39" fmla="*/ 190671 w 391194"/>
              <a:gd name="connsiteY39" fmla="*/ 94576 h 302870"/>
              <a:gd name="connsiteX40" fmla="*/ 179109 w 391194"/>
              <a:gd name="connsiteY40" fmla="*/ 146697 h 302870"/>
              <a:gd name="connsiteX41" fmla="*/ 154281 w 391194"/>
              <a:gd name="connsiteY41" fmla="*/ 193321 h 302870"/>
              <a:gd name="connsiteX42" fmla="*/ 93252 w 391194"/>
              <a:gd name="connsiteY42" fmla="*/ 293773 h 302870"/>
              <a:gd name="connsiteX43" fmla="*/ 76952 w 391194"/>
              <a:gd name="connsiteY43" fmla="*/ 302870 h 302870"/>
              <a:gd name="connsiteX44" fmla="*/ 22178 w 391194"/>
              <a:gd name="connsiteY44" fmla="*/ 283917 h 302870"/>
              <a:gd name="connsiteX45" fmla="*/ 77521 w 391194"/>
              <a:gd name="connsiteY45" fmla="*/ 283917 h 302870"/>
              <a:gd name="connsiteX46" fmla="*/ 138550 w 391194"/>
              <a:gd name="connsiteY46" fmla="*/ 183466 h 302870"/>
              <a:gd name="connsiteX47" fmla="*/ 162430 w 391194"/>
              <a:gd name="connsiteY47" fmla="*/ 138737 h 302870"/>
              <a:gd name="connsiteX48" fmla="*/ 172097 w 391194"/>
              <a:gd name="connsiteY48" fmla="*/ 94576 h 302870"/>
              <a:gd name="connsiteX49" fmla="*/ 152764 w 391194"/>
              <a:gd name="connsiteY49" fmla="*/ 39233 h 302870"/>
              <a:gd name="connsiteX50" fmla="*/ 101402 w 391194"/>
              <a:gd name="connsiteY50" fmla="*/ 19143 h 302870"/>
              <a:gd name="connsiteX51" fmla="*/ 49281 w 391194"/>
              <a:gd name="connsiteY51" fmla="*/ 38854 h 302870"/>
              <a:gd name="connsiteX52" fmla="*/ 29569 w 391194"/>
              <a:gd name="connsiteY52" fmla="*/ 89648 h 302870"/>
              <a:gd name="connsiteX53" fmla="*/ 44732 w 391194"/>
              <a:gd name="connsiteY53" fmla="*/ 133430 h 302870"/>
              <a:gd name="connsiteX54" fmla="*/ 75057 w 391194"/>
              <a:gd name="connsiteY54" fmla="*/ 152951 h 302870"/>
              <a:gd name="connsiteX55" fmla="*/ 86618 w 391194"/>
              <a:gd name="connsiteY55" fmla="*/ 163944 h 302870"/>
              <a:gd name="connsiteX56" fmla="*/ 85102 w 391194"/>
              <a:gd name="connsiteY56" fmla="*/ 180623 h 302870"/>
              <a:gd name="connsiteX57" fmla="*/ 21799 w 391194"/>
              <a:gd name="connsiteY57" fmla="*/ 284107 h 3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91194" h="302870">
                <a:moveTo>
                  <a:pt x="277476" y="302870"/>
                </a:moveTo>
                <a:lnTo>
                  <a:pt x="222133" y="302870"/>
                </a:lnTo>
                <a:cubicBezTo>
                  <a:pt x="215310" y="302870"/>
                  <a:pt x="208866" y="299080"/>
                  <a:pt x="205643" y="293204"/>
                </a:cubicBezTo>
                <a:cubicBezTo>
                  <a:pt x="202232" y="287139"/>
                  <a:pt x="202421" y="279937"/>
                  <a:pt x="206023" y="274062"/>
                </a:cubicBezTo>
                <a:lnTo>
                  <a:pt x="269326" y="170578"/>
                </a:lnTo>
                <a:cubicBezTo>
                  <a:pt x="254353" y="166029"/>
                  <a:pt x="241086" y="157500"/>
                  <a:pt x="230851" y="145749"/>
                </a:cubicBezTo>
                <a:cubicBezTo>
                  <a:pt x="217584" y="130776"/>
                  <a:pt x="210950" y="111823"/>
                  <a:pt x="210950" y="89459"/>
                </a:cubicBezTo>
                <a:cubicBezTo>
                  <a:pt x="210950" y="63682"/>
                  <a:pt x="219479" y="42076"/>
                  <a:pt x="236158" y="25208"/>
                </a:cubicBezTo>
                <a:cubicBezTo>
                  <a:pt x="253026" y="8339"/>
                  <a:pt x="275012" y="0"/>
                  <a:pt x="301736" y="0"/>
                </a:cubicBezTo>
                <a:cubicBezTo>
                  <a:pt x="328459" y="0"/>
                  <a:pt x="350445" y="8718"/>
                  <a:pt x="366745" y="26155"/>
                </a:cubicBezTo>
                <a:cubicBezTo>
                  <a:pt x="383044" y="43403"/>
                  <a:pt x="391194" y="66336"/>
                  <a:pt x="391194" y="94576"/>
                </a:cubicBezTo>
                <a:cubicBezTo>
                  <a:pt x="391194" y="112581"/>
                  <a:pt x="387404" y="130018"/>
                  <a:pt x="379633" y="146697"/>
                </a:cubicBezTo>
                <a:cubicBezTo>
                  <a:pt x="372431" y="162428"/>
                  <a:pt x="363902" y="178159"/>
                  <a:pt x="354804" y="193321"/>
                </a:cubicBezTo>
                <a:lnTo>
                  <a:pt x="293775" y="293773"/>
                </a:lnTo>
                <a:cubicBezTo>
                  <a:pt x="290364" y="299459"/>
                  <a:pt x="284109" y="302870"/>
                  <a:pt x="277665" y="302870"/>
                </a:cubicBezTo>
                <a:close/>
                <a:moveTo>
                  <a:pt x="301546" y="18953"/>
                </a:moveTo>
                <a:cubicBezTo>
                  <a:pt x="279750" y="18953"/>
                  <a:pt x="262692" y="25397"/>
                  <a:pt x="249425" y="38664"/>
                </a:cubicBezTo>
                <a:cubicBezTo>
                  <a:pt x="236158" y="51931"/>
                  <a:pt x="229714" y="68610"/>
                  <a:pt x="229714" y="89459"/>
                </a:cubicBezTo>
                <a:cubicBezTo>
                  <a:pt x="229714" y="107274"/>
                  <a:pt x="234642" y="121679"/>
                  <a:pt x="244876" y="133240"/>
                </a:cubicBezTo>
                <a:cubicBezTo>
                  <a:pt x="253026" y="142527"/>
                  <a:pt x="262882" y="148971"/>
                  <a:pt x="275201" y="152762"/>
                </a:cubicBezTo>
                <a:cubicBezTo>
                  <a:pt x="280508" y="154468"/>
                  <a:pt x="284867" y="158448"/>
                  <a:pt x="286763" y="163755"/>
                </a:cubicBezTo>
                <a:cubicBezTo>
                  <a:pt x="288848" y="169251"/>
                  <a:pt x="288279" y="175506"/>
                  <a:pt x="285246" y="180623"/>
                </a:cubicBezTo>
                <a:lnTo>
                  <a:pt x="221943" y="283917"/>
                </a:lnTo>
                <a:lnTo>
                  <a:pt x="277286" y="283917"/>
                </a:lnTo>
                <a:lnTo>
                  <a:pt x="338315" y="183466"/>
                </a:lnTo>
                <a:cubicBezTo>
                  <a:pt x="347223" y="168872"/>
                  <a:pt x="355183" y="153899"/>
                  <a:pt x="362196" y="138737"/>
                </a:cubicBezTo>
                <a:cubicBezTo>
                  <a:pt x="368640" y="124711"/>
                  <a:pt x="371862" y="109738"/>
                  <a:pt x="371862" y="94576"/>
                </a:cubicBezTo>
                <a:cubicBezTo>
                  <a:pt x="371862" y="71074"/>
                  <a:pt x="365608" y="52879"/>
                  <a:pt x="352530" y="39233"/>
                </a:cubicBezTo>
                <a:cubicBezTo>
                  <a:pt x="339642" y="25587"/>
                  <a:pt x="322963" y="19143"/>
                  <a:pt x="301167" y="19143"/>
                </a:cubicBezTo>
                <a:close/>
                <a:moveTo>
                  <a:pt x="77521" y="302870"/>
                </a:moveTo>
                <a:lnTo>
                  <a:pt x="14975" y="302870"/>
                </a:lnTo>
                <a:cubicBezTo>
                  <a:pt x="9669" y="302870"/>
                  <a:pt x="4551" y="300027"/>
                  <a:pt x="1898" y="295289"/>
                </a:cubicBezTo>
                <a:cubicBezTo>
                  <a:pt x="-756" y="290551"/>
                  <a:pt x="-566" y="284865"/>
                  <a:pt x="2087" y="280127"/>
                </a:cubicBezTo>
                <a:lnTo>
                  <a:pt x="68992" y="170578"/>
                </a:lnTo>
                <a:cubicBezTo>
                  <a:pt x="54019" y="166029"/>
                  <a:pt x="40752" y="157500"/>
                  <a:pt x="30327" y="145749"/>
                </a:cubicBezTo>
                <a:cubicBezTo>
                  <a:pt x="17060" y="130587"/>
                  <a:pt x="10427" y="111823"/>
                  <a:pt x="10427" y="89459"/>
                </a:cubicBezTo>
                <a:cubicBezTo>
                  <a:pt x="10427" y="63682"/>
                  <a:pt x="18956" y="42076"/>
                  <a:pt x="35634" y="25208"/>
                </a:cubicBezTo>
                <a:cubicBezTo>
                  <a:pt x="52313" y="8339"/>
                  <a:pt x="74488" y="0"/>
                  <a:pt x="101212" y="0"/>
                </a:cubicBezTo>
                <a:cubicBezTo>
                  <a:pt x="127936" y="0"/>
                  <a:pt x="149921" y="8718"/>
                  <a:pt x="166221" y="26155"/>
                </a:cubicBezTo>
                <a:cubicBezTo>
                  <a:pt x="182521" y="43403"/>
                  <a:pt x="190671" y="66336"/>
                  <a:pt x="190671" y="94576"/>
                </a:cubicBezTo>
                <a:cubicBezTo>
                  <a:pt x="190671" y="112581"/>
                  <a:pt x="186880" y="130018"/>
                  <a:pt x="179109" y="146697"/>
                </a:cubicBezTo>
                <a:cubicBezTo>
                  <a:pt x="171907" y="162428"/>
                  <a:pt x="163568" y="177969"/>
                  <a:pt x="154281" y="193321"/>
                </a:cubicBezTo>
                <a:lnTo>
                  <a:pt x="93252" y="293773"/>
                </a:lnTo>
                <a:cubicBezTo>
                  <a:pt x="89840" y="299459"/>
                  <a:pt x="83586" y="302870"/>
                  <a:pt x="76952" y="302870"/>
                </a:cubicBezTo>
                <a:close/>
                <a:moveTo>
                  <a:pt x="22178" y="283917"/>
                </a:moveTo>
                <a:lnTo>
                  <a:pt x="77521" y="283917"/>
                </a:lnTo>
                <a:lnTo>
                  <a:pt x="138550" y="183466"/>
                </a:lnTo>
                <a:cubicBezTo>
                  <a:pt x="147458" y="168682"/>
                  <a:pt x="155607" y="153710"/>
                  <a:pt x="162430" y="138737"/>
                </a:cubicBezTo>
                <a:cubicBezTo>
                  <a:pt x="168875" y="124711"/>
                  <a:pt x="172097" y="109738"/>
                  <a:pt x="172097" y="94576"/>
                </a:cubicBezTo>
                <a:cubicBezTo>
                  <a:pt x="172097" y="71074"/>
                  <a:pt x="165842" y="52879"/>
                  <a:pt x="152764" y="39233"/>
                </a:cubicBezTo>
                <a:cubicBezTo>
                  <a:pt x="139876" y="25587"/>
                  <a:pt x="123198" y="19143"/>
                  <a:pt x="101402" y="19143"/>
                </a:cubicBezTo>
                <a:cubicBezTo>
                  <a:pt x="79605" y="19143"/>
                  <a:pt x="62548" y="25587"/>
                  <a:pt x="49281" y="38854"/>
                </a:cubicBezTo>
                <a:cubicBezTo>
                  <a:pt x="36013" y="52121"/>
                  <a:pt x="29569" y="68800"/>
                  <a:pt x="29569" y="89648"/>
                </a:cubicBezTo>
                <a:cubicBezTo>
                  <a:pt x="29569" y="107464"/>
                  <a:pt x="34497" y="121868"/>
                  <a:pt x="44732" y="133430"/>
                </a:cubicBezTo>
                <a:cubicBezTo>
                  <a:pt x="52692" y="142527"/>
                  <a:pt x="62927" y="149161"/>
                  <a:pt x="75057" y="152951"/>
                </a:cubicBezTo>
                <a:cubicBezTo>
                  <a:pt x="80364" y="154657"/>
                  <a:pt x="84723" y="158637"/>
                  <a:pt x="86618" y="163944"/>
                </a:cubicBezTo>
                <a:cubicBezTo>
                  <a:pt x="88703" y="169441"/>
                  <a:pt x="88134" y="175695"/>
                  <a:pt x="85102" y="180623"/>
                </a:cubicBezTo>
                <a:lnTo>
                  <a:pt x="21799" y="284107"/>
                </a:lnTo>
                <a:close/>
              </a:path>
            </a:pathLst>
          </a:custGeom>
          <a:solidFill>
            <a:srgbClr val="0B315E"/>
          </a:solidFill>
          <a:ln w="186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Recycle icon." descr="Recycle icon.">
            <a:extLst>
              <a:ext uri="{FF2B5EF4-FFF2-40B4-BE49-F238E27FC236}">
                <a16:creationId xmlns:a16="http://schemas.microsoft.com/office/drawing/2014/main" id="{33B1A381-598E-B08C-23FD-AED16F60D40A}"/>
              </a:ext>
            </a:extLst>
          </p:cNvPr>
          <p:cNvSpPr/>
          <p:nvPr/>
        </p:nvSpPr>
        <p:spPr>
          <a:xfrm>
            <a:off x="3440606" y="2310114"/>
            <a:ext cx="378551" cy="401955"/>
          </a:xfrm>
          <a:custGeom>
            <a:avLst/>
            <a:gdLst>
              <a:gd name="connsiteX0" fmla="*/ 310564 w 378551"/>
              <a:gd name="connsiteY0" fmla="*/ 77724 h 401955"/>
              <a:gd name="connsiteX1" fmla="*/ 292085 w 378551"/>
              <a:gd name="connsiteY1" fmla="*/ 146685 h 401955"/>
              <a:gd name="connsiteX2" fmla="*/ 268844 w 378551"/>
              <a:gd name="connsiteY2" fmla="*/ 160211 h 401955"/>
              <a:gd name="connsiteX3" fmla="*/ 199883 w 378551"/>
              <a:gd name="connsiteY3" fmla="*/ 141732 h 401955"/>
              <a:gd name="connsiteX4" fmla="*/ 204836 w 378551"/>
              <a:gd name="connsiteY4" fmla="*/ 123253 h 401955"/>
              <a:gd name="connsiteX5" fmla="*/ 261034 w 378551"/>
              <a:gd name="connsiteY5" fmla="*/ 138303 h 401955"/>
              <a:gd name="connsiteX6" fmla="*/ 197788 w 378551"/>
              <a:gd name="connsiteY6" fmla="*/ 24003 h 401955"/>
              <a:gd name="connsiteX7" fmla="*/ 189406 w 378551"/>
              <a:gd name="connsiteY7" fmla="*/ 19050 h 401955"/>
              <a:gd name="connsiteX8" fmla="*/ 181214 w 378551"/>
              <a:gd name="connsiteY8" fmla="*/ 24003 h 401955"/>
              <a:gd name="connsiteX9" fmla="*/ 125017 w 378551"/>
              <a:gd name="connsiteY9" fmla="*/ 125349 h 401955"/>
              <a:gd name="connsiteX10" fmla="*/ 108443 w 378551"/>
              <a:gd name="connsiteY10" fmla="*/ 115824 h 401955"/>
              <a:gd name="connsiteX11" fmla="*/ 164450 w 378551"/>
              <a:gd name="connsiteY11" fmla="*/ 14859 h 401955"/>
              <a:gd name="connsiteX12" fmla="*/ 189406 w 378551"/>
              <a:gd name="connsiteY12" fmla="*/ 0 h 401955"/>
              <a:gd name="connsiteX13" fmla="*/ 189596 w 378551"/>
              <a:gd name="connsiteY13" fmla="*/ 0 h 401955"/>
              <a:gd name="connsiteX14" fmla="*/ 214552 w 378551"/>
              <a:gd name="connsiteY14" fmla="*/ 14859 h 401955"/>
              <a:gd name="connsiteX15" fmla="*/ 277226 w 378551"/>
              <a:gd name="connsiteY15" fmla="*/ 128207 h 401955"/>
              <a:gd name="connsiteX16" fmla="*/ 292085 w 378551"/>
              <a:gd name="connsiteY16" fmla="*/ 72771 h 401955"/>
              <a:gd name="connsiteX17" fmla="*/ 310564 w 378551"/>
              <a:gd name="connsiteY17" fmla="*/ 77724 h 401955"/>
              <a:gd name="connsiteX18" fmla="*/ 374953 w 378551"/>
              <a:gd name="connsiteY18" fmla="*/ 304991 h 401955"/>
              <a:gd name="connsiteX19" fmla="*/ 318755 w 378551"/>
              <a:gd name="connsiteY19" fmla="*/ 203454 h 401955"/>
              <a:gd name="connsiteX20" fmla="*/ 302372 w 378551"/>
              <a:gd name="connsiteY20" fmla="*/ 212789 h 401955"/>
              <a:gd name="connsiteX21" fmla="*/ 358379 w 378551"/>
              <a:gd name="connsiteY21" fmla="*/ 314135 h 401955"/>
              <a:gd name="connsiteX22" fmla="*/ 358189 w 378551"/>
              <a:gd name="connsiteY22" fmla="*/ 323660 h 401955"/>
              <a:gd name="connsiteX23" fmla="*/ 349997 w 378551"/>
              <a:gd name="connsiteY23" fmla="*/ 328422 h 401955"/>
              <a:gd name="connsiteX24" fmla="*/ 229411 w 378551"/>
              <a:gd name="connsiteY24" fmla="*/ 328422 h 401955"/>
              <a:gd name="connsiteX25" fmla="*/ 270940 w 378551"/>
              <a:gd name="connsiteY25" fmla="*/ 287465 h 401955"/>
              <a:gd name="connsiteX26" fmla="*/ 257605 w 378551"/>
              <a:gd name="connsiteY26" fmla="*/ 273939 h 401955"/>
              <a:gd name="connsiteX27" fmla="*/ 206741 w 378551"/>
              <a:gd name="connsiteY27" fmla="*/ 324041 h 401955"/>
              <a:gd name="connsiteX28" fmla="*/ 206551 w 378551"/>
              <a:gd name="connsiteY28" fmla="*/ 351092 h 401955"/>
              <a:gd name="connsiteX29" fmla="*/ 256652 w 378551"/>
              <a:gd name="connsiteY29" fmla="*/ 401955 h 401955"/>
              <a:gd name="connsiteX30" fmla="*/ 270178 w 378551"/>
              <a:gd name="connsiteY30" fmla="*/ 388620 h 401955"/>
              <a:gd name="connsiteX31" fmla="*/ 229982 w 378551"/>
              <a:gd name="connsiteY31" fmla="*/ 347663 h 401955"/>
              <a:gd name="connsiteX32" fmla="*/ 349997 w 378551"/>
              <a:gd name="connsiteY32" fmla="*/ 347663 h 401955"/>
              <a:gd name="connsiteX33" fmla="*/ 374572 w 378551"/>
              <a:gd name="connsiteY33" fmla="*/ 333566 h 401955"/>
              <a:gd name="connsiteX34" fmla="*/ 374953 w 378551"/>
              <a:gd name="connsiteY34" fmla="*/ 305181 h 401955"/>
              <a:gd name="connsiteX35" fmla="*/ 28433 w 378551"/>
              <a:gd name="connsiteY35" fmla="*/ 328422 h 401955"/>
              <a:gd name="connsiteX36" fmla="*/ 20242 w 378551"/>
              <a:gd name="connsiteY36" fmla="*/ 323660 h 401955"/>
              <a:gd name="connsiteX37" fmla="*/ 20051 w 378551"/>
              <a:gd name="connsiteY37" fmla="*/ 314135 h 401955"/>
              <a:gd name="connsiteX38" fmla="*/ 83107 w 378551"/>
              <a:gd name="connsiteY38" fmla="*/ 200597 h 401955"/>
              <a:gd name="connsiteX39" fmla="*/ 97775 w 378551"/>
              <a:gd name="connsiteY39" fmla="*/ 255270 h 401955"/>
              <a:gd name="connsiteX40" fmla="*/ 116254 w 378551"/>
              <a:gd name="connsiteY40" fmla="*/ 250317 h 401955"/>
              <a:gd name="connsiteX41" fmla="*/ 97775 w 378551"/>
              <a:gd name="connsiteY41" fmla="*/ 181356 h 401955"/>
              <a:gd name="connsiteX42" fmla="*/ 74534 w 378551"/>
              <a:gd name="connsiteY42" fmla="*/ 167831 h 401955"/>
              <a:gd name="connsiteX43" fmla="*/ 5573 w 378551"/>
              <a:gd name="connsiteY43" fmla="*/ 186309 h 401955"/>
              <a:gd name="connsiteX44" fmla="*/ 10526 w 378551"/>
              <a:gd name="connsiteY44" fmla="*/ 204788 h 401955"/>
              <a:gd name="connsiteX45" fmla="*/ 67676 w 378551"/>
              <a:gd name="connsiteY45" fmla="*/ 189357 h 401955"/>
              <a:gd name="connsiteX46" fmla="*/ 3668 w 378551"/>
              <a:gd name="connsiteY46" fmla="*/ 304800 h 401955"/>
              <a:gd name="connsiteX47" fmla="*/ 4049 w 378551"/>
              <a:gd name="connsiteY47" fmla="*/ 333185 h 401955"/>
              <a:gd name="connsiteX48" fmla="*/ 28624 w 378551"/>
              <a:gd name="connsiteY48" fmla="*/ 347282 h 401955"/>
              <a:gd name="connsiteX49" fmla="*/ 144638 w 378551"/>
              <a:gd name="connsiteY49" fmla="*/ 347282 h 401955"/>
              <a:gd name="connsiteX50" fmla="*/ 144638 w 378551"/>
              <a:gd name="connsiteY50" fmla="*/ 328232 h 401955"/>
              <a:gd name="connsiteX51" fmla="*/ 28433 w 378551"/>
              <a:gd name="connsiteY51" fmla="*/ 328232 h 40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78551" h="401955">
                <a:moveTo>
                  <a:pt x="310564" y="77724"/>
                </a:moveTo>
                <a:lnTo>
                  <a:pt x="292085" y="146685"/>
                </a:lnTo>
                <a:cubicBezTo>
                  <a:pt x="289418" y="156782"/>
                  <a:pt x="278941" y="162878"/>
                  <a:pt x="268844" y="160211"/>
                </a:cubicBezTo>
                <a:lnTo>
                  <a:pt x="199883" y="141732"/>
                </a:lnTo>
                <a:lnTo>
                  <a:pt x="204836" y="123253"/>
                </a:lnTo>
                <a:lnTo>
                  <a:pt x="261034" y="138303"/>
                </a:lnTo>
                <a:lnTo>
                  <a:pt x="197788" y="24003"/>
                </a:lnTo>
                <a:cubicBezTo>
                  <a:pt x="195311" y="19622"/>
                  <a:pt x="191120" y="19050"/>
                  <a:pt x="189406" y="19050"/>
                </a:cubicBezTo>
                <a:cubicBezTo>
                  <a:pt x="187882" y="19050"/>
                  <a:pt x="183691" y="19622"/>
                  <a:pt x="181214" y="24003"/>
                </a:cubicBezTo>
                <a:lnTo>
                  <a:pt x="125017" y="125349"/>
                </a:lnTo>
                <a:lnTo>
                  <a:pt x="108443" y="115824"/>
                </a:lnTo>
                <a:lnTo>
                  <a:pt x="164450" y="14859"/>
                </a:lnTo>
                <a:cubicBezTo>
                  <a:pt x="169594" y="5524"/>
                  <a:pt x="178928" y="0"/>
                  <a:pt x="189406" y="0"/>
                </a:cubicBezTo>
                <a:lnTo>
                  <a:pt x="189596" y="0"/>
                </a:lnTo>
                <a:cubicBezTo>
                  <a:pt x="200074" y="0"/>
                  <a:pt x="209408" y="5524"/>
                  <a:pt x="214552" y="14859"/>
                </a:cubicBezTo>
                <a:lnTo>
                  <a:pt x="277226" y="128207"/>
                </a:lnTo>
                <a:lnTo>
                  <a:pt x="292085" y="72771"/>
                </a:lnTo>
                <a:lnTo>
                  <a:pt x="310564" y="77724"/>
                </a:lnTo>
                <a:close/>
                <a:moveTo>
                  <a:pt x="374953" y="304991"/>
                </a:moveTo>
                <a:lnTo>
                  <a:pt x="318755" y="203454"/>
                </a:lnTo>
                <a:lnTo>
                  <a:pt x="302372" y="212789"/>
                </a:lnTo>
                <a:lnTo>
                  <a:pt x="358379" y="314135"/>
                </a:lnTo>
                <a:cubicBezTo>
                  <a:pt x="360665" y="318516"/>
                  <a:pt x="358951" y="322326"/>
                  <a:pt x="358189" y="323660"/>
                </a:cubicBezTo>
                <a:cubicBezTo>
                  <a:pt x="357427" y="324993"/>
                  <a:pt x="354950" y="328422"/>
                  <a:pt x="349997" y="328422"/>
                </a:cubicBezTo>
                <a:lnTo>
                  <a:pt x="229411" y="328422"/>
                </a:lnTo>
                <a:lnTo>
                  <a:pt x="270940" y="287465"/>
                </a:lnTo>
                <a:lnTo>
                  <a:pt x="257605" y="273939"/>
                </a:lnTo>
                <a:lnTo>
                  <a:pt x="206741" y="324041"/>
                </a:lnTo>
                <a:cubicBezTo>
                  <a:pt x="199312" y="331470"/>
                  <a:pt x="199121" y="343472"/>
                  <a:pt x="206551" y="351092"/>
                </a:cubicBezTo>
                <a:lnTo>
                  <a:pt x="256652" y="401955"/>
                </a:lnTo>
                <a:lnTo>
                  <a:pt x="270178" y="388620"/>
                </a:lnTo>
                <a:lnTo>
                  <a:pt x="229982" y="347663"/>
                </a:lnTo>
                <a:lnTo>
                  <a:pt x="349997" y="347663"/>
                </a:lnTo>
                <a:cubicBezTo>
                  <a:pt x="360284" y="347663"/>
                  <a:pt x="369428" y="342329"/>
                  <a:pt x="374572" y="333566"/>
                </a:cubicBezTo>
                <a:cubicBezTo>
                  <a:pt x="379715" y="324803"/>
                  <a:pt x="379906" y="314135"/>
                  <a:pt x="374953" y="305181"/>
                </a:cubicBezTo>
                <a:close/>
                <a:moveTo>
                  <a:pt x="28433" y="328422"/>
                </a:moveTo>
                <a:cubicBezTo>
                  <a:pt x="23480" y="328422"/>
                  <a:pt x="21004" y="324993"/>
                  <a:pt x="20242" y="323660"/>
                </a:cubicBezTo>
                <a:cubicBezTo>
                  <a:pt x="19289" y="322326"/>
                  <a:pt x="17765" y="318516"/>
                  <a:pt x="20051" y="314135"/>
                </a:cubicBezTo>
                <a:lnTo>
                  <a:pt x="83107" y="200597"/>
                </a:lnTo>
                <a:lnTo>
                  <a:pt x="97775" y="255270"/>
                </a:lnTo>
                <a:lnTo>
                  <a:pt x="116254" y="250317"/>
                </a:lnTo>
                <a:lnTo>
                  <a:pt x="97775" y="181356"/>
                </a:lnTo>
                <a:cubicBezTo>
                  <a:pt x="95108" y="171260"/>
                  <a:pt x="84631" y="165164"/>
                  <a:pt x="74534" y="167831"/>
                </a:cubicBezTo>
                <a:lnTo>
                  <a:pt x="5573" y="186309"/>
                </a:lnTo>
                <a:lnTo>
                  <a:pt x="10526" y="204788"/>
                </a:lnTo>
                <a:lnTo>
                  <a:pt x="67676" y="189357"/>
                </a:lnTo>
                <a:lnTo>
                  <a:pt x="3668" y="304800"/>
                </a:lnTo>
                <a:cubicBezTo>
                  <a:pt x="-1285" y="313754"/>
                  <a:pt x="-1285" y="324422"/>
                  <a:pt x="4049" y="333185"/>
                </a:cubicBezTo>
                <a:cubicBezTo>
                  <a:pt x="9193" y="341948"/>
                  <a:pt x="18337" y="347282"/>
                  <a:pt x="28624" y="347282"/>
                </a:cubicBezTo>
                <a:lnTo>
                  <a:pt x="144638" y="347282"/>
                </a:lnTo>
                <a:lnTo>
                  <a:pt x="144638" y="328232"/>
                </a:lnTo>
                <a:lnTo>
                  <a:pt x="28433" y="328232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Waste disposal truck icon." descr="Waste disposal truck icon.">
            <a:extLst>
              <a:ext uri="{FF2B5EF4-FFF2-40B4-BE49-F238E27FC236}">
                <a16:creationId xmlns:a16="http://schemas.microsoft.com/office/drawing/2014/main" id="{5BC94E4D-616F-CEAB-F205-762A26451953}"/>
              </a:ext>
            </a:extLst>
          </p:cNvPr>
          <p:cNvSpPr/>
          <p:nvPr/>
        </p:nvSpPr>
        <p:spPr>
          <a:xfrm>
            <a:off x="4632936" y="2336855"/>
            <a:ext cx="457390" cy="348472"/>
          </a:xfrm>
          <a:custGeom>
            <a:avLst/>
            <a:gdLst>
              <a:gd name="connsiteX0" fmla="*/ 455105 w 457390"/>
              <a:gd name="connsiteY0" fmla="*/ 218361 h 348472"/>
              <a:gd name="connsiteX1" fmla="*/ 401384 w 457390"/>
              <a:gd name="connsiteY1" fmla="*/ 111300 h 348472"/>
              <a:gd name="connsiteX2" fmla="*/ 384429 w 457390"/>
              <a:gd name="connsiteY2" fmla="*/ 100822 h 348472"/>
              <a:gd name="connsiteX3" fmla="*/ 304610 w 457390"/>
              <a:gd name="connsiteY3" fmla="*/ 100822 h 348472"/>
              <a:gd name="connsiteX4" fmla="*/ 304610 w 457390"/>
              <a:gd name="connsiteY4" fmla="*/ 24622 h 348472"/>
              <a:gd name="connsiteX5" fmla="*/ 285560 w 457390"/>
              <a:gd name="connsiteY5" fmla="*/ 5572 h 348472"/>
              <a:gd name="connsiteX6" fmla="*/ 156210 w 457390"/>
              <a:gd name="connsiteY6" fmla="*/ 5572 h 348472"/>
              <a:gd name="connsiteX7" fmla="*/ 142685 w 457390"/>
              <a:gd name="connsiteY7" fmla="*/ 11097 h 348472"/>
              <a:gd name="connsiteX8" fmla="*/ 133160 w 457390"/>
              <a:gd name="connsiteY8" fmla="*/ 20622 h 348472"/>
              <a:gd name="connsiteX9" fmla="*/ 118110 w 457390"/>
              <a:gd name="connsiteY9" fmla="*/ 5572 h 348472"/>
              <a:gd name="connsiteX10" fmla="*/ 91250 w 457390"/>
              <a:gd name="connsiteY10" fmla="*/ 5572 h 348472"/>
              <a:gd name="connsiteX11" fmla="*/ 19050 w 457390"/>
              <a:gd name="connsiteY11" fmla="*/ 77772 h 348472"/>
              <a:gd name="connsiteX12" fmla="*/ 19050 w 457390"/>
              <a:gd name="connsiteY12" fmla="*/ 104632 h 348472"/>
              <a:gd name="connsiteX13" fmla="*/ 34100 w 457390"/>
              <a:gd name="connsiteY13" fmla="*/ 119682 h 348472"/>
              <a:gd name="connsiteX14" fmla="*/ 5525 w 457390"/>
              <a:gd name="connsiteY14" fmla="*/ 148257 h 348472"/>
              <a:gd name="connsiteX15" fmla="*/ 0 w 457390"/>
              <a:gd name="connsiteY15" fmla="*/ 161782 h 348472"/>
              <a:gd name="connsiteX16" fmla="*/ 0 w 457390"/>
              <a:gd name="connsiteY16" fmla="*/ 310372 h 348472"/>
              <a:gd name="connsiteX17" fmla="*/ 5525 w 457390"/>
              <a:gd name="connsiteY17" fmla="*/ 323898 h 348472"/>
              <a:gd name="connsiteX18" fmla="*/ 19050 w 457390"/>
              <a:gd name="connsiteY18" fmla="*/ 329422 h 348472"/>
              <a:gd name="connsiteX19" fmla="*/ 47625 w 457390"/>
              <a:gd name="connsiteY19" fmla="*/ 329422 h 348472"/>
              <a:gd name="connsiteX20" fmla="*/ 66675 w 457390"/>
              <a:gd name="connsiteY20" fmla="*/ 310372 h 348472"/>
              <a:gd name="connsiteX21" fmla="*/ 86297 w 457390"/>
              <a:gd name="connsiteY21" fmla="*/ 310372 h 348472"/>
              <a:gd name="connsiteX22" fmla="*/ 128588 w 457390"/>
              <a:gd name="connsiteY22" fmla="*/ 348472 h 348472"/>
              <a:gd name="connsiteX23" fmla="*/ 170878 w 457390"/>
              <a:gd name="connsiteY23" fmla="*/ 310372 h 348472"/>
              <a:gd name="connsiteX24" fmla="*/ 181547 w 457390"/>
              <a:gd name="connsiteY24" fmla="*/ 310372 h 348472"/>
              <a:gd name="connsiteX25" fmla="*/ 223838 w 457390"/>
              <a:gd name="connsiteY25" fmla="*/ 348472 h 348472"/>
              <a:gd name="connsiteX26" fmla="*/ 266129 w 457390"/>
              <a:gd name="connsiteY26" fmla="*/ 310372 h 348472"/>
              <a:gd name="connsiteX27" fmla="*/ 285941 w 457390"/>
              <a:gd name="connsiteY27" fmla="*/ 310372 h 348472"/>
              <a:gd name="connsiteX28" fmla="*/ 324612 w 457390"/>
              <a:gd name="connsiteY28" fmla="*/ 310372 h 348472"/>
              <a:gd name="connsiteX29" fmla="*/ 366903 w 457390"/>
              <a:gd name="connsiteY29" fmla="*/ 348472 h 348472"/>
              <a:gd name="connsiteX30" fmla="*/ 409194 w 457390"/>
              <a:gd name="connsiteY30" fmla="*/ 310372 h 348472"/>
              <a:gd name="connsiteX31" fmla="*/ 438341 w 457390"/>
              <a:gd name="connsiteY31" fmla="*/ 310372 h 348472"/>
              <a:gd name="connsiteX32" fmla="*/ 457391 w 457390"/>
              <a:gd name="connsiteY32" fmla="*/ 291322 h 348472"/>
              <a:gd name="connsiteX33" fmla="*/ 457391 w 457390"/>
              <a:gd name="connsiteY33" fmla="*/ 226933 h 348472"/>
              <a:gd name="connsiteX34" fmla="*/ 455486 w 457390"/>
              <a:gd name="connsiteY34" fmla="*/ 218361 h 348472"/>
              <a:gd name="connsiteX35" fmla="*/ 32385 w 457390"/>
              <a:gd name="connsiteY35" fmla="*/ 91297 h 348472"/>
              <a:gd name="connsiteX36" fmla="*/ 104585 w 457390"/>
              <a:gd name="connsiteY36" fmla="*/ 19098 h 348472"/>
              <a:gd name="connsiteX37" fmla="*/ 119634 w 457390"/>
              <a:gd name="connsiteY37" fmla="*/ 34147 h 348472"/>
              <a:gd name="connsiteX38" fmla="*/ 47435 w 457390"/>
              <a:gd name="connsiteY38" fmla="*/ 106347 h 348472"/>
              <a:gd name="connsiteX39" fmla="*/ 32385 w 457390"/>
              <a:gd name="connsiteY39" fmla="*/ 91297 h 348472"/>
              <a:gd name="connsiteX40" fmla="*/ 128206 w 457390"/>
              <a:gd name="connsiteY40" fmla="*/ 329422 h 348472"/>
              <a:gd name="connsiteX41" fmla="*/ 104585 w 457390"/>
              <a:gd name="connsiteY41" fmla="*/ 305419 h 348472"/>
              <a:gd name="connsiteX42" fmla="*/ 128206 w 457390"/>
              <a:gd name="connsiteY42" fmla="*/ 281988 h 348472"/>
              <a:gd name="connsiteX43" fmla="*/ 152019 w 457390"/>
              <a:gd name="connsiteY43" fmla="*/ 305038 h 348472"/>
              <a:gd name="connsiteX44" fmla="*/ 128206 w 457390"/>
              <a:gd name="connsiteY44" fmla="*/ 329613 h 348472"/>
              <a:gd name="connsiteX45" fmla="*/ 223457 w 457390"/>
              <a:gd name="connsiteY45" fmla="*/ 329422 h 348472"/>
              <a:gd name="connsiteX46" fmla="*/ 199835 w 457390"/>
              <a:gd name="connsiteY46" fmla="*/ 305419 h 348472"/>
              <a:gd name="connsiteX47" fmla="*/ 223457 w 457390"/>
              <a:gd name="connsiteY47" fmla="*/ 281988 h 348472"/>
              <a:gd name="connsiteX48" fmla="*/ 247269 w 457390"/>
              <a:gd name="connsiteY48" fmla="*/ 305038 h 348472"/>
              <a:gd name="connsiteX49" fmla="*/ 223457 w 457390"/>
              <a:gd name="connsiteY49" fmla="*/ 329613 h 348472"/>
              <a:gd name="connsiteX50" fmla="*/ 285560 w 457390"/>
              <a:gd name="connsiteY50" fmla="*/ 291322 h 348472"/>
              <a:gd name="connsiteX51" fmla="*/ 264033 w 457390"/>
              <a:gd name="connsiteY51" fmla="*/ 291322 h 348472"/>
              <a:gd name="connsiteX52" fmla="*/ 223647 w 457390"/>
              <a:gd name="connsiteY52" fmla="*/ 262938 h 348472"/>
              <a:gd name="connsiteX53" fmla="*/ 183452 w 457390"/>
              <a:gd name="connsiteY53" fmla="*/ 291322 h 348472"/>
              <a:gd name="connsiteX54" fmla="*/ 168783 w 457390"/>
              <a:gd name="connsiteY54" fmla="*/ 291322 h 348472"/>
              <a:gd name="connsiteX55" fmla="*/ 128397 w 457390"/>
              <a:gd name="connsiteY55" fmla="*/ 262938 h 348472"/>
              <a:gd name="connsiteX56" fmla="*/ 88202 w 457390"/>
              <a:gd name="connsiteY56" fmla="*/ 291322 h 348472"/>
              <a:gd name="connsiteX57" fmla="*/ 66675 w 457390"/>
              <a:gd name="connsiteY57" fmla="*/ 291322 h 348472"/>
              <a:gd name="connsiteX58" fmla="*/ 66675 w 457390"/>
              <a:gd name="connsiteY58" fmla="*/ 275892 h 348472"/>
              <a:gd name="connsiteX59" fmla="*/ 104585 w 457390"/>
              <a:gd name="connsiteY59" fmla="*/ 234172 h 348472"/>
              <a:gd name="connsiteX60" fmla="*/ 285560 w 457390"/>
              <a:gd name="connsiteY60" fmla="*/ 234172 h 348472"/>
              <a:gd name="connsiteX61" fmla="*/ 285560 w 457390"/>
              <a:gd name="connsiteY61" fmla="*/ 291322 h 348472"/>
              <a:gd name="connsiteX62" fmla="*/ 285560 w 457390"/>
              <a:gd name="connsiteY62" fmla="*/ 100822 h 348472"/>
              <a:gd name="connsiteX63" fmla="*/ 285560 w 457390"/>
              <a:gd name="connsiteY63" fmla="*/ 215122 h 348472"/>
              <a:gd name="connsiteX64" fmla="*/ 104585 w 457390"/>
              <a:gd name="connsiteY64" fmla="*/ 215122 h 348472"/>
              <a:gd name="connsiteX65" fmla="*/ 90869 w 457390"/>
              <a:gd name="connsiteY65" fmla="*/ 221028 h 348472"/>
              <a:gd name="connsiteX66" fmla="*/ 53150 w 457390"/>
              <a:gd name="connsiteY66" fmla="*/ 262747 h 348472"/>
              <a:gd name="connsiteX67" fmla="*/ 47625 w 457390"/>
              <a:gd name="connsiteY67" fmla="*/ 276273 h 348472"/>
              <a:gd name="connsiteX68" fmla="*/ 47625 w 457390"/>
              <a:gd name="connsiteY68" fmla="*/ 310372 h 348472"/>
              <a:gd name="connsiteX69" fmla="*/ 19050 w 457390"/>
              <a:gd name="connsiteY69" fmla="*/ 310372 h 348472"/>
              <a:gd name="connsiteX70" fmla="*/ 19050 w 457390"/>
              <a:gd name="connsiteY70" fmla="*/ 161782 h 348472"/>
              <a:gd name="connsiteX71" fmla="*/ 156401 w 457390"/>
              <a:gd name="connsiteY71" fmla="*/ 24432 h 348472"/>
              <a:gd name="connsiteX72" fmla="*/ 285750 w 457390"/>
              <a:gd name="connsiteY72" fmla="*/ 24432 h 348472"/>
              <a:gd name="connsiteX73" fmla="*/ 285750 w 457390"/>
              <a:gd name="connsiteY73" fmla="*/ 100632 h 348472"/>
              <a:gd name="connsiteX74" fmla="*/ 403479 w 457390"/>
              <a:gd name="connsiteY74" fmla="*/ 157972 h 348472"/>
              <a:gd name="connsiteX75" fmla="*/ 432054 w 457390"/>
              <a:gd name="connsiteY75" fmla="*/ 215122 h 348472"/>
              <a:gd name="connsiteX76" fmla="*/ 361760 w 457390"/>
              <a:gd name="connsiteY76" fmla="*/ 215122 h 348472"/>
              <a:gd name="connsiteX77" fmla="*/ 361760 w 457390"/>
              <a:gd name="connsiteY77" fmla="*/ 157972 h 348472"/>
              <a:gd name="connsiteX78" fmla="*/ 403479 w 457390"/>
              <a:gd name="connsiteY78" fmla="*/ 157972 h 348472"/>
              <a:gd name="connsiteX79" fmla="*/ 366522 w 457390"/>
              <a:gd name="connsiteY79" fmla="*/ 329422 h 348472"/>
              <a:gd name="connsiteX80" fmla="*/ 342900 w 457390"/>
              <a:gd name="connsiteY80" fmla="*/ 305419 h 348472"/>
              <a:gd name="connsiteX81" fmla="*/ 366522 w 457390"/>
              <a:gd name="connsiteY81" fmla="*/ 281988 h 348472"/>
              <a:gd name="connsiteX82" fmla="*/ 390335 w 457390"/>
              <a:gd name="connsiteY82" fmla="*/ 305038 h 348472"/>
              <a:gd name="connsiteX83" fmla="*/ 366522 w 457390"/>
              <a:gd name="connsiteY83" fmla="*/ 329613 h 348472"/>
              <a:gd name="connsiteX84" fmla="*/ 437960 w 457390"/>
              <a:gd name="connsiteY84" fmla="*/ 291322 h 348472"/>
              <a:gd name="connsiteX85" fmla="*/ 406908 w 457390"/>
              <a:gd name="connsiteY85" fmla="*/ 291322 h 348472"/>
              <a:gd name="connsiteX86" fmla="*/ 366522 w 457390"/>
              <a:gd name="connsiteY86" fmla="*/ 262938 h 348472"/>
              <a:gd name="connsiteX87" fmla="*/ 326327 w 457390"/>
              <a:gd name="connsiteY87" fmla="*/ 291322 h 348472"/>
              <a:gd name="connsiteX88" fmla="*/ 304610 w 457390"/>
              <a:gd name="connsiteY88" fmla="*/ 291322 h 348472"/>
              <a:gd name="connsiteX89" fmla="*/ 304610 w 457390"/>
              <a:gd name="connsiteY89" fmla="*/ 119872 h 348472"/>
              <a:gd name="connsiteX90" fmla="*/ 384429 w 457390"/>
              <a:gd name="connsiteY90" fmla="*/ 119872 h 348472"/>
              <a:gd name="connsiteX91" fmla="*/ 393954 w 457390"/>
              <a:gd name="connsiteY91" fmla="*/ 138922 h 348472"/>
              <a:gd name="connsiteX92" fmla="*/ 361760 w 457390"/>
              <a:gd name="connsiteY92" fmla="*/ 138922 h 348472"/>
              <a:gd name="connsiteX93" fmla="*/ 342710 w 457390"/>
              <a:gd name="connsiteY93" fmla="*/ 157972 h 348472"/>
              <a:gd name="connsiteX94" fmla="*/ 342710 w 457390"/>
              <a:gd name="connsiteY94" fmla="*/ 215122 h 348472"/>
              <a:gd name="connsiteX95" fmla="*/ 361760 w 457390"/>
              <a:gd name="connsiteY95" fmla="*/ 234172 h 348472"/>
              <a:gd name="connsiteX96" fmla="*/ 432054 w 457390"/>
              <a:gd name="connsiteY96" fmla="*/ 234172 h 348472"/>
              <a:gd name="connsiteX97" fmla="*/ 437960 w 457390"/>
              <a:gd name="connsiteY97" fmla="*/ 233220 h 348472"/>
              <a:gd name="connsiteX98" fmla="*/ 437960 w 457390"/>
              <a:gd name="connsiteY98" fmla="*/ 291322 h 348472"/>
              <a:gd name="connsiteX99" fmla="*/ 95060 w 457390"/>
              <a:gd name="connsiteY99" fmla="*/ 110347 h 348472"/>
              <a:gd name="connsiteX100" fmla="*/ 114110 w 457390"/>
              <a:gd name="connsiteY100" fmla="*/ 110347 h 348472"/>
              <a:gd name="connsiteX101" fmla="*/ 114110 w 457390"/>
              <a:gd name="connsiteY101" fmla="*/ 196072 h 348472"/>
              <a:gd name="connsiteX102" fmla="*/ 95060 w 457390"/>
              <a:gd name="connsiteY102" fmla="*/ 196072 h 348472"/>
              <a:gd name="connsiteX103" fmla="*/ 95060 w 457390"/>
              <a:gd name="connsiteY103" fmla="*/ 110347 h 348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57390" h="348472">
                <a:moveTo>
                  <a:pt x="455105" y="218361"/>
                </a:moveTo>
                <a:lnTo>
                  <a:pt x="401384" y="111300"/>
                </a:lnTo>
                <a:cubicBezTo>
                  <a:pt x="397955" y="104823"/>
                  <a:pt x="391478" y="100822"/>
                  <a:pt x="384429" y="100822"/>
                </a:cubicBezTo>
                <a:lnTo>
                  <a:pt x="304610" y="100822"/>
                </a:lnTo>
                <a:lnTo>
                  <a:pt x="304610" y="24622"/>
                </a:lnTo>
                <a:cubicBezTo>
                  <a:pt x="304610" y="14145"/>
                  <a:pt x="296037" y="5572"/>
                  <a:pt x="285560" y="5572"/>
                </a:cubicBezTo>
                <a:lnTo>
                  <a:pt x="156210" y="5572"/>
                </a:lnTo>
                <a:cubicBezTo>
                  <a:pt x="151257" y="5572"/>
                  <a:pt x="146304" y="7668"/>
                  <a:pt x="142685" y="11097"/>
                </a:cubicBezTo>
                <a:lnTo>
                  <a:pt x="133160" y="20622"/>
                </a:lnTo>
                <a:lnTo>
                  <a:pt x="118110" y="5572"/>
                </a:lnTo>
                <a:cubicBezTo>
                  <a:pt x="110681" y="-1857"/>
                  <a:pt x="98679" y="-1857"/>
                  <a:pt x="91250" y="5572"/>
                </a:cubicBezTo>
                <a:lnTo>
                  <a:pt x="19050" y="77772"/>
                </a:lnTo>
                <a:cubicBezTo>
                  <a:pt x="11621" y="85201"/>
                  <a:pt x="11621" y="97203"/>
                  <a:pt x="19050" y="104632"/>
                </a:cubicBezTo>
                <a:lnTo>
                  <a:pt x="34100" y="119682"/>
                </a:lnTo>
                <a:lnTo>
                  <a:pt x="5525" y="148257"/>
                </a:lnTo>
                <a:cubicBezTo>
                  <a:pt x="1905" y="151876"/>
                  <a:pt x="0" y="156639"/>
                  <a:pt x="0" y="161782"/>
                </a:cubicBezTo>
                <a:lnTo>
                  <a:pt x="0" y="310372"/>
                </a:lnTo>
                <a:cubicBezTo>
                  <a:pt x="0" y="315516"/>
                  <a:pt x="1905" y="320278"/>
                  <a:pt x="5525" y="323898"/>
                </a:cubicBezTo>
                <a:cubicBezTo>
                  <a:pt x="9144" y="327517"/>
                  <a:pt x="13907" y="329422"/>
                  <a:pt x="19050" y="329422"/>
                </a:cubicBezTo>
                <a:lnTo>
                  <a:pt x="47625" y="329422"/>
                </a:lnTo>
                <a:cubicBezTo>
                  <a:pt x="58103" y="329422"/>
                  <a:pt x="66675" y="320850"/>
                  <a:pt x="66675" y="310372"/>
                </a:cubicBezTo>
                <a:lnTo>
                  <a:pt x="86297" y="310372"/>
                </a:lnTo>
                <a:cubicBezTo>
                  <a:pt x="88773" y="331708"/>
                  <a:pt x="106680" y="348472"/>
                  <a:pt x="128588" y="348472"/>
                </a:cubicBezTo>
                <a:cubicBezTo>
                  <a:pt x="150495" y="348472"/>
                  <a:pt x="168212" y="331708"/>
                  <a:pt x="170878" y="310372"/>
                </a:cubicBezTo>
                <a:lnTo>
                  <a:pt x="181547" y="310372"/>
                </a:lnTo>
                <a:cubicBezTo>
                  <a:pt x="184023" y="331708"/>
                  <a:pt x="201930" y="348472"/>
                  <a:pt x="223838" y="348472"/>
                </a:cubicBezTo>
                <a:cubicBezTo>
                  <a:pt x="245745" y="348472"/>
                  <a:pt x="263462" y="331708"/>
                  <a:pt x="266129" y="310372"/>
                </a:cubicBezTo>
                <a:lnTo>
                  <a:pt x="285941" y="310372"/>
                </a:lnTo>
                <a:cubicBezTo>
                  <a:pt x="285941" y="310372"/>
                  <a:pt x="324612" y="310372"/>
                  <a:pt x="324612" y="310372"/>
                </a:cubicBezTo>
                <a:cubicBezTo>
                  <a:pt x="327089" y="331708"/>
                  <a:pt x="344996" y="348472"/>
                  <a:pt x="366903" y="348472"/>
                </a:cubicBezTo>
                <a:cubicBezTo>
                  <a:pt x="388811" y="348472"/>
                  <a:pt x="406527" y="331708"/>
                  <a:pt x="409194" y="310372"/>
                </a:cubicBezTo>
                <a:lnTo>
                  <a:pt x="438341" y="310372"/>
                </a:lnTo>
                <a:cubicBezTo>
                  <a:pt x="449009" y="310372"/>
                  <a:pt x="457391" y="301990"/>
                  <a:pt x="457391" y="291322"/>
                </a:cubicBezTo>
                <a:lnTo>
                  <a:pt x="457391" y="226933"/>
                </a:lnTo>
                <a:cubicBezTo>
                  <a:pt x="457391" y="224266"/>
                  <a:pt x="456819" y="221409"/>
                  <a:pt x="455486" y="218361"/>
                </a:cubicBezTo>
                <a:close/>
                <a:moveTo>
                  <a:pt x="32385" y="91297"/>
                </a:moveTo>
                <a:lnTo>
                  <a:pt x="104585" y="19098"/>
                </a:lnTo>
                <a:lnTo>
                  <a:pt x="119634" y="34147"/>
                </a:lnTo>
                <a:lnTo>
                  <a:pt x="47435" y="106347"/>
                </a:lnTo>
                <a:lnTo>
                  <a:pt x="32385" y="91297"/>
                </a:lnTo>
                <a:close/>
                <a:moveTo>
                  <a:pt x="128206" y="329422"/>
                </a:moveTo>
                <a:cubicBezTo>
                  <a:pt x="115062" y="329422"/>
                  <a:pt x="104585" y="318564"/>
                  <a:pt x="104585" y="305419"/>
                </a:cubicBezTo>
                <a:cubicBezTo>
                  <a:pt x="104585" y="292275"/>
                  <a:pt x="115062" y="281988"/>
                  <a:pt x="128206" y="281988"/>
                </a:cubicBezTo>
                <a:cubicBezTo>
                  <a:pt x="141351" y="281988"/>
                  <a:pt x="152019" y="292084"/>
                  <a:pt x="152019" y="305038"/>
                </a:cubicBezTo>
                <a:cubicBezTo>
                  <a:pt x="152019" y="317992"/>
                  <a:pt x="141161" y="329613"/>
                  <a:pt x="128206" y="329613"/>
                </a:cubicBezTo>
                <a:close/>
                <a:moveTo>
                  <a:pt x="223457" y="329422"/>
                </a:moveTo>
                <a:cubicBezTo>
                  <a:pt x="210312" y="329422"/>
                  <a:pt x="199835" y="318564"/>
                  <a:pt x="199835" y="305419"/>
                </a:cubicBezTo>
                <a:cubicBezTo>
                  <a:pt x="199835" y="292275"/>
                  <a:pt x="210312" y="281988"/>
                  <a:pt x="223457" y="281988"/>
                </a:cubicBezTo>
                <a:cubicBezTo>
                  <a:pt x="236601" y="281988"/>
                  <a:pt x="247269" y="292084"/>
                  <a:pt x="247269" y="305038"/>
                </a:cubicBezTo>
                <a:cubicBezTo>
                  <a:pt x="247269" y="317992"/>
                  <a:pt x="236411" y="329613"/>
                  <a:pt x="223457" y="329613"/>
                </a:cubicBezTo>
                <a:close/>
                <a:moveTo>
                  <a:pt x="285560" y="291322"/>
                </a:moveTo>
                <a:lnTo>
                  <a:pt x="264033" y="291322"/>
                </a:lnTo>
                <a:cubicBezTo>
                  <a:pt x="258318" y="274749"/>
                  <a:pt x="242697" y="262938"/>
                  <a:pt x="223647" y="262938"/>
                </a:cubicBezTo>
                <a:cubicBezTo>
                  <a:pt x="204597" y="262938"/>
                  <a:pt x="189357" y="274939"/>
                  <a:pt x="183452" y="291322"/>
                </a:cubicBezTo>
                <a:lnTo>
                  <a:pt x="168783" y="291322"/>
                </a:lnTo>
                <a:cubicBezTo>
                  <a:pt x="163068" y="274749"/>
                  <a:pt x="147447" y="262938"/>
                  <a:pt x="128397" y="262938"/>
                </a:cubicBezTo>
                <a:cubicBezTo>
                  <a:pt x="109347" y="262938"/>
                  <a:pt x="94107" y="274939"/>
                  <a:pt x="88202" y="291322"/>
                </a:cubicBezTo>
                <a:lnTo>
                  <a:pt x="66675" y="291322"/>
                </a:lnTo>
                <a:lnTo>
                  <a:pt x="66675" y="275892"/>
                </a:lnTo>
                <a:cubicBezTo>
                  <a:pt x="66675" y="275892"/>
                  <a:pt x="104585" y="234172"/>
                  <a:pt x="104585" y="234172"/>
                </a:cubicBezTo>
                <a:lnTo>
                  <a:pt x="285560" y="234172"/>
                </a:lnTo>
                <a:lnTo>
                  <a:pt x="285560" y="291322"/>
                </a:lnTo>
                <a:close/>
                <a:moveTo>
                  <a:pt x="285560" y="100822"/>
                </a:moveTo>
                <a:lnTo>
                  <a:pt x="285560" y="215122"/>
                </a:lnTo>
                <a:lnTo>
                  <a:pt x="104585" y="215122"/>
                </a:lnTo>
                <a:cubicBezTo>
                  <a:pt x="99441" y="215122"/>
                  <a:pt x="94679" y="217027"/>
                  <a:pt x="90869" y="221028"/>
                </a:cubicBezTo>
                <a:lnTo>
                  <a:pt x="53150" y="262747"/>
                </a:lnTo>
                <a:cubicBezTo>
                  <a:pt x="49530" y="266367"/>
                  <a:pt x="47625" y="271129"/>
                  <a:pt x="47625" y="276273"/>
                </a:cubicBezTo>
                <a:lnTo>
                  <a:pt x="47625" y="310372"/>
                </a:lnTo>
                <a:cubicBezTo>
                  <a:pt x="47625" y="310372"/>
                  <a:pt x="19050" y="310372"/>
                  <a:pt x="19050" y="310372"/>
                </a:cubicBezTo>
                <a:lnTo>
                  <a:pt x="19050" y="161782"/>
                </a:lnTo>
                <a:lnTo>
                  <a:pt x="156401" y="24432"/>
                </a:lnTo>
                <a:lnTo>
                  <a:pt x="285750" y="24432"/>
                </a:lnTo>
                <a:lnTo>
                  <a:pt x="285750" y="100632"/>
                </a:lnTo>
                <a:close/>
                <a:moveTo>
                  <a:pt x="403479" y="157972"/>
                </a:moveTo>
                <a:lnTo>
                  <a:pt x="432054" y="215122"/>
                </a:lnTo>
                <a:lnTo>
                  <a:pt x="361760" y="215122"/>
                </a:lnTo>
                <a:lnTo>
                  <a:pt x="361760" y="157972"/>
                </a:lnTo>
                <a:lnTo>
                  <a:pt x="403479" y="157972"/>
                </a:lnTo>
                <a:close/>
                <a:moveTo>
                  <a:pt x="366522" y="329422"/>
                </a:moveTo>
                <a:cubicBezTo>
                  <a:pt x="353568" y="329422"/>
                  <a:pt x="342900" y="318564"/>
                  <a:pt x="342900" y="305419"/>
                </a:cubicBezTo>
                <a:cubicBezTo>
                  <a:pt x="342900" y="292275"/>
                  <a:pt x="353378" y="281988"/>
                  <a:pt x="366522" y="281988"/>
                </a:cubicBezTo>
                <a:cubicBezTo>
                  <a:pt x="379667" y="281988"/>
                  <a:pt x="390335" y="292084"/>
                  <a:pt x="390335" y="305038"/>
                </a:cubicBezTo>
                <a:cubicBezTo>
                  <a:pt x="390335" y="317992"/>
                  <a:pt x="379476" y="329613"/>
                  <a:pt x="366522" y="329613"/>
                </a:cubicBezTo>
                <a:close/>
                <a:moveTo>
                  <a:pt x="437960" y="291322"/>
                </a:moveTo>
                <a:lnTo>
                  <a:pt x="406908" y="291322"/>
                </a:lnTo>
                <a:cubicBezTo>
                  <a:pt x="401193" y="274749"/>
                  <a:pt x="385572" y="262938"/>
                  <a:pt x="366522" y="262938"/>
                </a:cubicBezTo>
                <a:cubicBezTo>
                  <a:pt x="347472" y="262938"/>
                  <a:pt x="332232" y="274939"/>
                  <a:pt x="326327" y="291322"/>
                </a:cubicBezTo>
                <a:lnTo>
                  <a:pt x="304610" y="291322"/>
                </a:lnTo>
                <a:lnTo>
                  <a:pt x="304610" y="119872"/>
                </a:lnTo>
                <a:lnTo>
                  <a:pt x="384429" y="119872"/>
                </a:lnTo>
                <a:cubicBezTo>
                  <a:pt x="384429" y="119872"/>
                  <a:pt x="393954" y="138922"/>
                  <a:pt x="393954" y="138922"/>
                </a:cubicBezTo>
                <a:lnTo>
                  <a:pt x="361760" y="138922"/>
                </a:lnTo>
                <a:cubicBezTo>
                  <a:pt x="351282" y="138922"/>
                  <a:pt x="342710" y="147495"/>
                  <a:pt x="342710" y="157972"/>
                </a:cubicBezTo>
                <a:lnTo>
                  <a:pt x="342710" y="215122"/>
                </a:lnTo>
                <a:cubicBezTo>
                  <a:pt x="342710" y="225600"/>
                  <a:pt x="351282" y="234172"/>
                  <a:pt x="361760" y="234172"/>
                </a:cubicBezTo>
                <a:lnTo>
                  <a:pt x="432054" y="234172"/>
                </a:lnTo>
                <a:cubicBezTo>
                  <a:pt x="434150" y="234172"/>
                  <a:pt x="436055" y="233791"/>
                  <a:pt x="437960" y="233220"/>
                </a:cubicBezTo>
                <a:lnTo>
                  <a:pt x="437960" y="291322"/>
                </a:lnTo>
                <a:close/>
                <a:moveTo>
                  <a:pt x="95060" y="110347"/>
                </a:moveTo>
                <a:lnTo>
                  <a:pt x="114110" y="110347"/>
                </a:lnTo>
                <a:lnTo>
                  <a:pt x="114110" y="196072"/>
                </a:lnTo>
                <a:lnTo>
                  <a:pt x="95060" y="196072"/>
                </a:lnTo>
                <a:lnTo>
                  <a:pt x="95060" y="110347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Apple core icon." descr="Apple core icon.">
            <a:extLst>
              <a:ext uri="{FF2B5EF4-FFF2-40B4-BE49-F238E27FC236}">
                <a16:creationId xmlns:a16="http://schemas.microsoft.com/office/drawing/2014/main" id="{CE944350-A46D-C2F2-76D4-CED9AC62AB74}"/>
              </a:ext>
            </a:extLst>
          </p:cNvPr>
          <p:cNvSpPr/>
          <p:nvPr/>
        </p:nvSpPr>
        <p:spPr>
          <a:xfrm>
            <a:off x="5948561" y="2304590"/>
            <a:ext cx="291704" cy="413003"/>
          </a:xfrm>
          <a:custGeom>
            <a:avLst/>
            <a:gdLst>
              <a:gd name="connsiteX0" fmla="*/ 291334 w 291704"/>
              <a:gd name="connsiteY0" fmla="*/ 74676 h 413003"/>
              <a:gd name="connsiteX1" fmla="*/ 279332 w 291704"/>
              <a:gd name="connsiteY1" fmla="*/ 59817 h 413003"/>
              <a:gd name="connsiteX2" fmla="*/ 177034 w 291704"/>
              <a:gd name="connsiteY2" fmla="*/ 71247 h 413003"/>
              <a:gd name="connsiteX3" fmla="*/ 154555 w 291704"/>
              <a:gd name="connsiteY3" fmla="*/ 79248 h 413003"/>
              <a:gd name="connsiteX4" fmla="*/ 138553 w 291704"/>
              <a:gd name="connsiteY4" fmla="*/ 23622 h 413003"/>
              <a:gd name="connsiteX5" fmla="*/ 88070 w 291704"/>
              <a:gd name="connsiteY5" fmla="*/ 0 h 413003"/>
              <a:gd name="connsiteX6" fmla="*/ 86927 w 291704"/>
              <a:gd name="connsiteY6" fmla="*/ 19050 h 413003"/>
              <a:gd name="connsiteX7" fmla="*/ 123884 w 291704"/>
              <a:gd name="connsiteY7" fmla="*/ 35624 h 413003"/>
              <a:gd name="connsiteX8" fmla="*/ 135695 w 291704"/>
              <a:gd name="connsiteY8" fmla="*/ 78867 h 413003"/>
              <a:gd name="connsiteX9" fmla="*/ 114359 w 291704"/>
              <a:gd name="connsiteY9" fmla="*/ 71247 h 413003"/>
              <a:gd name="connsiteX10" fmla="*/ 12442 w 291704"/>
              <a:gd name="connsiteY10" fmla="*/ 59436 h 413003"/>
              <a:gd name="connsiteX11" fmla="*/ 250 w 291704"/>
              <a:gd name="connsiteY11" fmla="*/ 74295 h 413003"/>
              <a:gd name="connsiteX12" fmla="*/ 7298 w 291704"/>
              <a:gd name="connsiteY12" fmla="*/ 92202 h 413003"/>
              <a:gd name="connsiteX13" fmla="*/ 73783 w 291704"/>
              <a:gd name="connsiteY13" fmla="*/ 230315 h 413003"/>
              <a:gd name="connsiteX14" fmla="*/ 18157 w 291704"/>
              <a:gd name="connsiteY14" fmla="*/ 359283 h 413003"/>
              <a:gd name="connsiteX15" fmla="*/ 11680 w 291704"/>
              <a:gd name="connsiteY15" fmla="*/ 374142 h 413003"/>
              <a:gd name="connsiteX16" fmla="*/ 18347 w 291704"/>
              <a:gd name="connsiteY16" fmla="*/ 387858 h 413003"/>
              <a:gd name="connsiteX17" fmla="*/ 74735 w 291704"/>
              <a:gd name="connsiteY17" fmla="*/ 413004 h 413003"/>
              <a:gd name="connsiteX18" fmla="*/ 79307 w 291704"/>
              <a:gd name="connsiteY18" fmla="*/ 413004 h 413003"/>
              <a:gd name="connsiteX19" fmla="*/ 114169 w 291704"/>
              <a:gd name="connsiteY19" fmla="*/ 406337 h 413003"/>
              <a:gd name="connsiteX20" fmla="*/ 145601 w 291704"/>
              <a:gd name="connsiteY20" fmla="*/ 400431 h 413003"/>
              <a:gd name="connsiteX21" fmla="*/ 177986 w 291704"/>
              <a:gd name="connsiteY21" fmla="*/ 406527 h 413003"/>
              <a:gd name="connsiteX22" fmla="*/ 216467 w 291704"/>
              <a:gd name="connsiteY22" fmla="*/ 412623 h 413003"/>
              <a:gd name="connsiteX23" fmla="*/ 271522 w 291704"/>
              <a:gd name="connsiteY23" fmla="*/ 388620 h 413003"/>
              <a:gd name="connsiteX24" fmla="*/ 278761 w 291704"/>
              <a:gd name="connsiteY24" fmla="*/ 374142 h 413003"/>
              <a:gd name="connsiteX25" fmla="*/ 272474 w 291704"/>
              <a:gd name="connsiteY25" fmla="*/ 359283 h 413003"/>
              <a:gd name="connsiteX26" fmla="*/ 216658 w 291704"/>
              <a:gd name="connsiteY26" fmla="*/ 230696 h 413003"/>
              <a:gd name="connsiteX27" fmla="*/ 284095 w 291704"/>
              <a:gd name="connsiteY27" fmla="*/ 92393 h 413003"/>
              <a:gd name="connsiteX28" fmla="*/ 291524 w 291704"/>
              <a:gd name="connsiteY28" fmla="*/ 74295 h 413003"/>
              <a:gd name="connsiteX29" fmla="*/ 197608 w 291704"/>
              <a:gd name="connsiteY29" fmla="*/ 231077 h 413003"/>
              <a:gd name="connsiteX30" fmla="*/ 259711 w 291704"/>
              <a:gd name="connsiteY30" fmla="*/ 374142 h 413003"/>
              <a:gd name="connsiteX31" fmla="*/ 215324 w 291704"/>
              <a:gd name="connsiteY31" fmla="*/ 393954 h 413003"/>
              <a:gd name="connsiteX32" fmla="*/ 182368 w 291704"/>
              <a:gd name="connsiteY32" fmla="*/ 388239 h 413003"/>
              <a:gd name="connsiteX33" fmla="*/ 145601 w 291704"/>
              <a:gd name="connsiteY33" fmla="*/ 381762 h 413003"/>
              <a:gd name="connsiteX34" fmla="*/ 107882 w 291704"/>
              <a:gd name="connsiteY34" fmla="*/ 388620 h 413003"/>
              <a:gd name="connsiteX35" fmla="*/ 76069 w 291704"/>
              <a:gd name="connsiteY35" fmla="*/ 394145 h 413003"/>
              <a:gd name="connsiteX36" fmla="*/ 30920 w 291704"/>
              <a:gd name="connsiteY36" fmla="*/ 373571 h 413003"/>
              <a:gd name="connsiteX37" fmla="*/ 92642 w 291704"/>
              <a:gd name="connsiteY37" fmla="*/ 230505 h 413003"/>
              <a:gd name="connsiteX38" fmla="*/ 18538 w 291704"/>
              <a:gd name="connsiteY38" fmla="*/ 77724 h 413003"/>
              <a:gd name="connsiteX39" fmla="*/ 44255 w 291704"/>
              <a:gd name="connsiteY39" fmla="*/ 73533 h 413003"/>
              <a:gd name="connsiteX40" fmla="*/ 106549 w 291704"/>
              <a:gd name="connsiteY40" fmla="*/ 89345 h 413003"/>
              <a:gd name="connsiteX41" fmla="*/ 145220 w 291704"/>
              <a:gd name="connsiteY41" fmla="*/ 100203 h 413003"/>
              <a:gd name="connsiteX42" fmla="*/ 184273 w 291704"/>
              <a:gd name="connsiteY42" fmla="*/ 89154 h 413003"/>
              <a:gd name="connsiteX43" fmla="*/ 272093 w 291704"/>
              <a:gd name="connsiteY43" fmla="*/ 77915 h 413003"/>
              <a:gd name="connsiteX44" fmla="*/ 197036 w 291704"/>
              <a:gd name="connsiteY44" fmla="*/ 231458 h 41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91704" h="413003">
                <a:moveTo>
                  <a:pt x="291334" y="74676"/>
                </a:moveTo>
                <a:cubicBezTo>
                  <a:pt x="290381" y="67818"/>
                  <a:pt x="285809" y="62103"/>
                  <a:pt x="279332" y="59817"/>
                </a:cubicBezTo>
                <a:cubicBezTo>
                  <a:pt x="251329" y="49721"/>
                  <a:pt x="217991" y="53340"/>
                  <a:pt x="177034" y="71247"/>
                </a:cubicBezTo>
                <a:cubicBezTo>
                  <a:pt x="169414" y="74676"/>
                  <a:pt x="161603" y="77724"/>
                  <a:pt x="154555" y="79248"/>
                </a:cubicBezTo>
                <a:cubicBezTo>
                  <a:pt x="154936" y="66866"/>
                  <a:pt x="153793" y="42482"/>
                  <a:pt x="138553" y="23622"/>
                </a:cubicBezTo>
                <a:cubicBezTo>
                  <a:pt x="126932" y="9335"/>
                  <a:pt x="109978" y="1334"/>
                  <a:pt x="88070" y="0"/>
                </a:cubicBezTo>
                <a:lnTo>
                  <a:pt x="86927" y="19050"/>
                </a:lnTo>
                <a:cubicBezTo>
                  <a:pt x="103310" y="20003"/>
                  <a:pt x="115693" y="25718"/>
                  <a:pt x="123884" y="35624"/>
                </a:cubicBezTo>
                <a:cubicBezTo>
                  <a:pt x="135314" y="49721"/>
                  <a:pt x="136076" y="69533"/>
                  <a:pt x="135695" y="78867"/>
                </a:cubicBezTo>
                <a:cubicBezTo>
                  <a:pt x="129409" y="77153"/>
                  <a:pt x="122170" y="74295"/>
                  <a:pt x="114359" y="71247"/>
                </a:cubicBezTo>
                <a:cubicBezTo>
                  <a:pt x="72830" y="53150"/>
                  <a:pt x="40445" y="49340"/>
                  <a:pt x="12442" y="59436"/>
                </a:cubicBezTo>
                <a:cubicBezTo>
                  <a:pt x="5965" y="61722"/>
                  <a:pt x="1393" y="67437"/>
                  <a:pt x="250" y="74295"/>
                </a:cubicBezTo>
                <a:cubicBezTo>
                  <a:pt x="-893" y="81153"/>
                  <a:pt x="1964" y="88011"/>
                  <a:pt x="7298" y="92202"/>
                </a:cubicBezTo>
                <a:cubicBezTo>
                  <a:pt x="48827" y="124016"/>
                  <a:pt x="73783" y="175641"/>
                  <a:pt x="73783" y="230315"/>
                </a:cubicBezTo>
                <a:cubicBezTo>
                  <a:pt x="73783" y="280035"/>
                  <a:pt x="53590" y="326898"/>
                  <a:pt x="18157" y="359283"/>
                </a:cubicBezTo>
                <a:cubicBezTo>
                  <a:pt x="13966" y="363093"/>
                  <a:pt x="11680" y="368618"/>
                  <a:pt x="11680" y="374142"/>
                </a:cubicBezTo>
                <a:cubicBezTo>
                  <a:pt x="11680" y="379476"/>
                  <a:pt x="14156" y="384429"/>
                  <a:pt x="18347" y="387858"/>
                </a:cubicBezTo>
                <a:cubicBezTo>
                  <a:pt x="36445" y="402907"/>
                  <a:pt x="55876" y="411480"/>
                  <a:pt x="74735" y="413004"/>
                </a:cubicBezTo>
                <a:cubicBezTo>
                  <a:pt x="76259" y="413004"/>
                  <a:pt x="77783" y="413004"/>
                  <a:pt x="79307" y="413004"/>
                </a:cubicBezTo>
                <a:cubicBezTo>
                  <a:pt x="91309" y="413004"/>
                  <a:pt x="102929" y="409575"/>
                  <a:pt x="114169" y="406337"/>
                </a:cubicBezTo>
                <a:cubicBezTo>
                  <a:pt x="124837" y="403479"/>
                  <a:pt x="135124" y="400622"/>
                  <a:pt x="145601" y="400431"/>
                </a:cubicBezTo>
                <a:cubicBezTo>
                  <a:pt x="156269" y="400431"/>
                  <a:pt x="166937" y="403479"/>
                  <a:pt x="177986" y="406527"/>
                </a:cubicBezTo>
                <a:cubicBezTo>
                  <a:pt x="189607" y="409956"/>
                  <a:pt x="202942" y="413766"/>
                  <a:pt x="216467" y="412623"/>
                </a:cubicBezTo>
                <a:cubicBezTo>
                  <a:pt x="234755" y="411290"/>
                  <a:pt x="253805" y="402907"/>
                  <a:pt x="271522" y="388620"/>
                </a:cubicBezTo>
                <a:cubicBezTo>
                  <a:pt x="275903" y="385001"/>
                  <a:pt x="278570" y="379857"/>
                  <a:pt x="278761" y="374142"/>
                </a:cubicBezTo>
                <a:cubicBezTo>
                  <a:pt x="278761" y="368618"/>
                  <a:pt x="276665" y="363093"/>
                  <a:pt x="272474" y="359283"/>
                </a:cubicBezTo>
                <a:cubicBezTo>
                  <a:pt x="236851" y="327089"/>
                  <a:pt x="216658" y="280226"/>
                  <a:pt x="216658" y="230696"/>
                </a:cubicBezTo>
                <a:cubicBezTo>
                  <a:pt x="216658" y="175641"/>
                  <a:pt x="241804" y="124016"/>
                  <a:pt x="284095" y="92393"/>
                </a:cubicBezTo>
                <a:cubicBezTo>
                  <a:pt x="289619" y="88202"/>
                  <a:pt x="292477" y="81344"/>
                  <a:pt x="291524" y="74295"/>
                </a:cubicBezTo>
                <a:close/>
                <a:moveTo>
                  <a:pt x="197608" y="231077"/>
                </a:moveTo>
                <a:cubicBezTo>
                  <a:pt x="197608" y="286131"/>
                  <a:pt x="220277" y="338138"/>
                  <a:pt x="259711" y="374142"/>
                </a:cubicBezTo>
                <a:cubicBezTo>
                  <a:pt x="245042" y="385953"/>
                  <a:pt x="229612" y="392811"/>
                  <a:pt x="215324" y="393954"/>
                </a:cubicBezTo>
                <a:cubicBezTo>
                  <a:pt x="205418" y="394716"/>
                  <a:pt x="194179" y="391478"/>
                  <a:pt x="182368" y="388239"/>
                </a:cubicBezTo>
                <a:cubicBezTo>
                  <a:pt x="170938" y="385001"/>
                  <a:pt x="158936" y="381762"/>
                  <a:pt x="145601" y="381762"/>
                </a:cubicBezTo>
                <a:cubicBezTo>
                  <a:pt x="132457" y="381762"/>
                  <a:pt x="120646" y="385191"/>
                  <a:pt x="107882" y="388620"/>
                </a:cubicBezTo>
                <a:cubicBezTo>
                  <a:pt x="95309" y="392240"/>
                  <a:pt x="85594" y="394907"/>
                  <a:pt x="76069" y="394145"/>
                </a:cubicBezTo>
                <a:cubicBezTo>
                  <a:pt x="61210" y="393002"/>
                  <a:pt x="45398" y="385763"/>
                  <a:pt x="30920" y="373571"/>
                </a:cubicBezTo>
                <a:cubicBezTo>
                  <a:pt x="70163" y="337757"/>
                  <a:pt x="92642" y="285560"/>
                  <a:pt x="92642" y="230505"/>
                </a:cubicBezTo>
                <a:cubicBezTo>
                  <a:pt x="92642" y="169926"/>
                  <a:pt x="65020" y="112586"/>
                  <a:pt x="18538" y="77724"/>
                </a:cubicBezTo>
                <a:cubicBezTo>
                  <a:pt x="26539" y="74867"/>
                  <a:pt x="35111" y="73533"/>
                  <a:pt x="44255" y="73533"/>
                </a:cubicBezTo>
                <a:cubicBezTo>
                  <a:pt x="61972" y="73533"/>
                  <a:pt x="82355" y="78677"/>
                  <a:pt x="106549" y="89345"/>
                </a:cubicBezTo>
                <a:cubicBezTo>
                  <a:pt x="121027" y="95250"/>
                  <a:pt x="133409" y="100203"/>
                  <a:pt x="145220" y="100203"/>
                </a:cubicBezTo>
                <a:cubicBezTo>
                  <a:pt x="157031" y="100203"/>
                  <a:pt x="169223" y="95822"/>
                  <a:pt x="184273" y="89154"/>
                </a:cubicBezTo>
                <a:cubicBezTo>
                  <a:pt x="220468" y="73343"/>
                  <a:pt x="249233" y="69723"/>
                  <a:pt x="272093" y="77915"/>
                </a:cubicBezTo>
                <a:cubicBezTo>
                  <a:pt x="225230" y="113157"/>
                  <a:pt x="197036" y="170498"/>
                  <a:pt x="197036" y="231458"/>
                </a:cubicBez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Bottle icon." descr="Bottle icon.">
            <a:extLst>
              <a:ext uri="{FF2B5EF4-FFF2-40B4-BE49-F238E27FC236}">
                <a16:creationId xmlns:a16="http://schemas.microsoft.com/office/drawing/2014/main" id="{A27FD955-1C8F-AD0A-31F8-B0416FB796BD}"/>
              </a:ext>
            </a:extLst>
          </p:cNvPr>
          <p:cNvSpPr/>
          <p:nvPr/>
        </p:nvSpPr>
        <p:spPr>
          <a:xfrm>
            <a:off x="7250665" y="2310305"/>
            <a:ext cx="152400" cy="419099"/>
          </a:xfrm>
          <a:custGeom>
            <a:avLst/>
            <a:gdLst>
              <a:gd name="connsiteX0" fmla="*/ 104775 w 152400"/>
              <a:gd name="connsiteY0" fmla="*/ 70295 h 419099"/>
              <a:gd name="connsiteX1" fmla="*/ 104775 w 152400"/>
              <a:gd name="connsiteY1" fmla="*/ 54293 h 419099"/>
              <a:gd name="connsiteX2" fmla="*/ 114300 w 152400"/>
              <a:gd name="connsiteY2" fmla="*/ 38100 h 419099"/>
              <a:gd name="connsiteX3" fmla="*/ 114300 w 152400"/>
              <a:gd name="connsiteY3" fmla="*/ 19050 h 419099"/>
              <a:gd name="connsiteX4" fmla="*/ 95250 w 152400"/>
              <a:gd name="connsiteY4" fmla="*/ 0 h 419099"/>
              <a:gd name="connsiteX5" fmla="*/ 57150 w 152400"/>
              <a:gd name="connsiteY5" fmla="*/ 0 h 419099"/>
              <a:gd name="connsiteX6" fmla="*/ 38100 w 152400"/>
              <a:gd name="connsiteY6" fmla="*/ 19050 h 419099"/>
              <a:gd name="connsiteX7" fmla="*/ 38100 w 152400"/>
              <a:gd name="connsiteY7" fmla="*/ 38100 h 419099"/>
              <a:gd name="connsiteX8" fmla="*/ 47434 w 152400"/>
              <a:gd name="connsiteY8" fmla="*/ 54102 h 419099"/>
              <a:gd name="connsiteX9" fmla="*/ 47434 w 152400"/>
              <a:gd name="connsiteY9" fmla="*/ 70104 h 419099"/>
              <a:gd name="connsiteX10" fmla="*/ 0 w 152400"/>
              <a:gd name="connsiteY10" fmla="*/ 146495 h 419099"/>
              <a:gd name="connsiteX11" fmla="*/ 0 w 152400"/>
              <a:gd name="connsiteY11" fmla="*/ 400050 h 419099"/>
              <a:gd name="connsiteX12" fmla="*/ 19050 w 152400"/>
              <a:gd name="connsiteY12" fmla="*/ 419100 h 419099"/>
              <a:gd name="connsiteX13" fmla="*/ 133350 w 152400"/>
              <a:gd name="connsiteY13" fmla="*/ 419100 h 419099"/>
              <a:gd name="connsiteX14" fmla="*/ 152400 w 152400"/>
              <a:gd name="connsiteY14" fmla="*/ 400050 h 419099"/>
              <a:gd name="connsiteX15" fmla="*/ 152400 w 152400"/>
              <a:gd name="connsiteY15" fmla="*/ 146495 h 419099"/>
              <a:gd name="connsiteX16" fmla="*/ 104775 w 152400"/>
              <a:gd name="connsiteY16" fmla="*/ 70104 h 419099"/>
              <a:gd name="connsiteX17" fmla="*/ 57150 w 152400"/>
              <a:gd name="connsiteY17" fmla="*/ 19241 h 419099"/>
              <a:gd name="connsiteX18" fmla="*/ 95250 w 152400"/>
              <a:gd name="connsiteY18" fmla="*/ 19241 h 419099"/>
              <a:gd name="connsiteX19" fmla="*/ 95250 w 152400"/>
              <a:gd name="connsiteY19" fmla="*/ 38291 h 419099"/>
              <a:gd name="connsiteX20" fmla="*/ 57150 w 152400"/>
              <a:gd name="connsiteY20" fmla="*/ 38291 h 419099"/>
              <a:gd name="connsiteX21" fmla="*/ 57150 w 152400"/>
              <a:gd name="connsiteY21" fmla="*/ 19241 h 419099"/>
              <a:gd name="connsiteX22" fmla="*/ 55817 w 152400"/>
              <a:gd name="connsiteY22" fmla="*/ 87440 h 419099"/>
              <a:gd name="connsiteX23" fmla="*/ 66675 w 152400"/>
              <a:gd name="connsiteY23" fmla="*/ 70485 h 419099"/>
              <a:gd name="connsiteX24" fmla="*/ 66675 w 152400"/>
              <a:gd name="connsiteY24" fmla="*/ 57531 h 419099"/>
              <a:gd name="connsiteX25" fmla="*/ 85725 w 152400"/>
              <a:gd name="connsiteY25" fmla="*/ 57531 h 419099"/>
              <a:gd name="connsiteX26" fmla="*/ 85725 w 152400"/>
              <a:gd name="connsiteY26" fmla="*/ 70485 h 419099"/>
              <a:gd name="connsiteX27" fmla="*/ 96583 w 152400"/>
              <a:gd name="connsiteY27" fmla="*/ 87630 h 419099"/>
              <a:gd name="connsiteX28" fmla="*/ 133350 w 152400"/>
              <a:gd name="connsiteY28" fmla="*/ 146876 h 419099"/>
              <a:gd name="connsiteX29" fmla="*/ 133350 w 152400"/>
              <a:gd name="connsiteY29" fmla="*/ 152781 h 419099"/>
              <a:gd name="connsiteX30" fmla="*/ 19050 w 152400"/>
              <a:gd name="connsiteY30" fmla="*/ 152781 h 419099"/>
              <a:gd name="connsiteX31" fmla="*/ 19050 w 152400"/>
              <a:gd name="connsiteY31" fmla="*/ 146876 h 419099"/>
              <a:gd name="connsiteX32" fmla="*/ 55817 w 152400"/>
              <a:gd name="connsiteY32" fmla="*/ 87630 h 419099"/>
              <a:gd name="connsiteX33" fmla="*/ 133350 w 152400"/>
              <a:gd name="connsiteY33" fmla="*/ 171641 h 419099"/>
              <a:gd name="connsiteX34" fmla="*/ 133350 w 152400"/>
              <a:gd name="connsiteY34" fmla="*/ 247841 h 419099"/>
              <a:gd name="connsiteX35" fmla="*/ 19050 w 152400"/>
              <a:gd name="connsiteY35" fmla="*/ 247841 h 419099"/>
              <a:gd name="connsiteX36" fmla="*/ 19050 w 152400"/>
              <a:gd name="connsiteY36" fmla="*/ 171641 h 419099"/>
              <a:gd name="connsiteX37" fmla="*/ 133350 w 152400"/>
              <a:gd name="connsiteY37" fmla="*/ 171641 h 419099"/>
              <a:gd name="connsiteX38" fmla="*/ 19050 w 152400"/>
              <a:gd name="connsiteY38" fmla="*/ 400241 h 419099"/>
              <a:gd name="connsiteX39" fmla="*/ 19050 w 152400"/>
              <a:gd name="connsiteY39" fmla="*/ 266891 h 419099"/>
              <a:gd name="connsiteX40" fmla="*/ 133350 w 152400"/>
              <a:gd name="connsiteY40" fmla="*/ 266891 h 419099"/>
              <a:gd name="connsiteX41" fmla="*/ 133350 w 152400"/>
              <a:gd name="connsiteY41" fmla="*/ 400241 h 419099"/>
              <a:gd name="connsiteX42" fmla="*/ 19050 w 152400"/>
              <a:gd name="connsiteY42" fmla="*/ 400241 h 41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52400" h="419099">
                <a:moveTo>
                  <a:pt x="104775" y="70295"/>
                </a:moveTo>
                <a:lnTo>
                  <a:pt x="104775" y="54293"/>
                </a:lnTo>
                <a:cubicBezTo>
                  <a:pt x="110300" y="51054"/>
                  <a:pt x="114300" y="45148"/>
                  <a:pt x="114300" y="38100"/>
                </a:cubicBezTo>
                <a:lnTo>
                  <a:pt x="114300" y="19050"/>
                </a:lnTo>
                <a:cubicBezTo>
                  <a:pt x="114300" y="8573"/>
                  <a:pt x="105728" y="0"/>
                  <a:pt x="95250" y="0"/>
                </a:cubicBezTo>
                <a:lnTo>
                  <a:pt x="57150" y="0"/>
                </a:lnTo>
                <a:cubicBezTo>
                  <a:pt x="46672" y="0"/>
                  <a:pt x="38100" y="8573"/>
                  <a:pt x="38100" y="19050"/>
                </a:cubicBezTo>
                <a:lnTo>
                  <a:pt x="38100" y="38100"/>
                </a:lnTo>
                <a:cubicBezTo>
                  <a:pt x="38100" y="44958"/>
                  <a:pt x="41910" y="50864"/>
                  <a:pt x="47434" y="54102"/>
                </a:cubicBezTo>
                <a:lnTo>
                  <a:pt x="47434" y="70104"/>
                </a:lnTo>
                <a:cubicBezTo>
                  <a:pt x="18097" y="84582"/>
                  <a:pt x="0" y="113919"/>
                  <a:pt x="0" y="146495"/>
                </a:cubicBezTo>
                <a:lnTo>
                  <a:pt x="0" y="400050"/>
                </a:lnTo>
                <a:cubicBezTo>
                  <a:pt x="0" y="410528"/>
                  <a:pt x="8572" y="419100"/>
                  <a:pt x="19050" y="419100"/>
                </a:cubicBezTo>
                <a:lnTo>
                  <a:pt x="133350" y="419100"/>
                </a:lnTo>
                <a:cubicBezTo>
                  <a:pt x="143828" y="419100"/>
                  <a:pt x="152400" y="410528"/>
                  <a:pt x="152400" y="400050"/>
                </a:cubicBezTo>
                <a:lnTo>
                  <a:pt x="152400" y="146495"/>
                </a:lnTo>
                <a:cubicBezTo>
                  <a:pt x="152400" y="113919"/>
                  <a:pt x="134303" y="84582"/>
                  <a:pt x="104775" y="70104"/>
                </a:cubicBezTo>
                <a:close/>
                <a:moveTo>
                  <a:pt x="57150" y="19241"/>
                </a:moveTo>
                <a:lnTo>
                  <a:pt x="95250" y="19241"/>
                </a:lnTo>
                <a:lnTo>
                  <a:pt x="95250" y="38291"/>
                </a:lnTo>
                <a:lnTo>
                  <a:pt x="57150" y="38291"/>
                </a:lnTo>
                <a:lnTo>
                  <a:pt x="57150" y="19241"/>
                </a:lnTo>
                <a:close/>
                <a:moveTo>
                  <a:pt x="55817" y="87440"/>
                </a:moveTo>
                <a:cubicBezTo>
                  <a:pt x="62484" y="84201"/>
                  <a:pt x="66675" y="77534"/>
                  <a:pt x="66675" y="70485"/>
                </a:cubicBezTo>
                <a:lnTo>
                  <a:pt x="66675" y="57531"/>
                </a:lnTo>
                <a:lnTo>
                  <a:pt x="85725" y="57531"/>
                </a:lnTo>
                <a:lnTo>
                  <a:pt x="85725" y="70485"/>
                </a:lnTo>
                <a:cubicBezTo>
                  <a:pt x="85725" y="77724"/>
                  <a:pt x="89916" y="84201"/>
                  <a:pt x="96583" y="87630"/>
                </a:cubicBezTo>
                <a:cubicBezTo>
                  <a:pt x="119253" y="98870"/>
                  <a:pt x="133350" y="121539"/>
                  <a:pt x="133350" y="146876"/>
                </a:cubicBezTo>
                <a:lnTo>
                  <a:pt x="133350" y="152781"/>
                </a:lnTo>
                <a:lnTo>
                  <a:pt x="19050" y="152781"/>
                </a:lnTo>
                <a:lnTo>
                  <a:pt x="19050" y="146876"/>
                </a:lnTo>
                <a:cubicBezTo>
                  <a:pt x="19050" y="121539"/>
                  <a:pt x="33147" y="98870"/>
                  <a:pt x="55817" y="87630"/>
                </a:cubicBezTo>
                <a:close/>
                <a:moveTo>
                  <a:pt x="133350" y="171641"/>
                </a:moveTo>
                <a:lnTo>
                  <a:pt x="133350" y="247841"/>
                </a:lnTo>
                <a:lnTo>
                  <a:pt x="19050" y="247841"/>
                </a:lnTo>
                <a:lnTo>
                  <a:pt x="19050" y="171641"/>
                </a:lnTo>
                <a:lnTo>
                  <a:pt x="133350" y="171641"/>
                </a:lnTo>
                <a:close/>
                <a:moveTo>
                  <a:pt x="19050" y="400241"/>
                </a:moveTo>
                <a:lnTo>
                  <a:pt x="19050" y="266891"/>
                </a:lnTo>
                <a:lnTo>
                  <a:pt x="133350" y="266891"/>
                </a:lnTo>
                <a:lnTo>
                  <a:pt x="133350" y="400241"/>
                </a:lnTo>
                <a:lnTo>
                  <a:pt x="19050" y="400241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Can icon." descr="Can icon.">
            <a:extLst>
              <a:ext uri="{FF2B5EF4-FFF2-40B4-BE49-F238E27FC236}">
                <a16:creationId xmlns:a16="http://schemas.microsoft.com/office/drawing/2014/main" id="{DD57A6D6-B1A1-F0B0-DFDC-5628A2EC9600}"/>
              </a:ext>
            </a:extLst>
          </p:cNvPr>
          <p:cNvSpPr/>
          <p:nvPr/>
        </p:nvSpPr>
        <p:spPr>
          <a:xfrm>
            <a:off x="8430721" y="2310114"/>
            <a:ext cx="228790" cy="419290"/>
          </a:xfrm>
          <a:custGeom>
            <a:avLst/>
            <a:gdLst>
              <a:gd name="connsiteX0" fmla="*/ 114300 w 228790"/>
              <a:gd name="connsiteY0" fmla="*/ 257175 h 419290"/>
              <a:gd name="connsiteX1" fmla="*/ 85725 w 228790"/>
              <a:gd name="connsiteY1" fmla="*/ 285750 h 419290"/>
              <a:gd name="connsiteX2" fmla="*/ 114300 w 228790"/>
              <a:gd name="connsiteY2" fmla="*/ 314325 h 419290"/>
              <a:gd name="connsiteX3" fmla="*/ 142875 w 228790"/>
              <a:gd name="connsiteY3" fmla="*/ 285750 h 419290"/>
              <a:gd name="connsiteX4" fmla="*/ 114300 w 228790"/>
              <a:gd name="connsiteY4" fmla="*/ 257175 h 419290"/>
              <a:gd name="connsiteX5" fmla="*/ 114300 w 228790"/>
              <a:gd name="connsiteY5" fmla="*/ 295275 h 419290"/>
              <a:gd name="connsiteX6" fmla="*/ 104775 w 228790"/>
              <a:gd name="connsiteY6" fmla="*/ 285750 h 419290"/>
              <a:gd name="connsiteX7" fmla="*/ 114300 w 228790"/>
              <a:gd name="connsiteY7" fmla="*/ 276225 h 419290"/>
              <a:gd name="connsiteX8" fmla="*/ 123825 w 228790"/>
              <a:gd name="connsiteY8" fmla="*/ 285750 h 419290"/>
              <a:gd name="connsiteX9" fmla="*/ 114300 w 228790"/>
              <a:gd name="connsiteY9" fmla="*/ 295275 h 419290"/>
              <a:gd name="connsiteX10" fmla="*/ 114300 w 228790"/>
              <a:gd name="connsiteY10" fmla="*/ 214313 h 419290"/>
              <a:gd name="connsiteX11" fmla="*/ 147638 w 228790"/>
              <a:gd name="connsiteY11" fmla="*/ 247650 h 419290"/>
              <a:gd name="connsiteX12" fmla="*/ 180975 w 228790"/>
              <a:gd name="connsiteY12" fmla="*/ 214313 h 419290"/>
              <a:gd name="connsiteX13" fmla="*/ 147638 w 228790"/>
              <a:gd name="connsiteY13" fmla="*/ 180975 h 419290"/>
              <a:gd name="connsiteX14" fmla="*/ 114300 w 228790"/>
              <a:gd name="connsiteY14" fmla="*/ 214313 h 419290"/>
              <a:gd name="connsiteX15" fmla="*/ 147638 w 228790"/>
              <a:gd name="connsiteY15" fmla="*/ 200025 h 419290"/>
              <a:gd name="connsiteX16" fmla="*/ 161925 w 228790"/>
              <a:gd name="connsiteY16" fmla="*/ 214313 h 419290"/>
              <a:gd name="connsiteX17" fmla="*/ 147638 w 228790"/>
              <a:gd name="connsiteY17" fmla="*/ 228600 h 419290"/>
              <a:gd name="connsiteX18" fmla="*/ 133350 w 228790"/>
              <a:gd name="connsiteY18" fmla="*/ 214313 h 419290"/>
              <a:gd name="connsiteX19" fmla="*/ 147638 w 228790"/>
              <a:gd name="connsiteY19" fmla="*/ 200025 h 419290"/>
              <a:gd name="connsiteX20" fmla="*/ 95250 w 228790"/>
              <a:gd name="connsiteY20" fmla="*/ 180975 h 419290"/>
              <a:gd name="connsiteX21" fmla="*/ 133350 w 228790"/>
              <a:gd name="connsiteY21" fmla="*/ 142875 h 419290"/>
              <a:gd name="connsiteX22" fmla="*/ 95250 w 228790"/>
              <a:gd name="connsiteY22" fmla="*/ 104775 h 419290"/>
              <a:gd name="connsiteX23" fmla="*/ 57150 w 228790"/>
              <a:gd name="connsiteY23" fmla="*/ 142875 h 419290"/>
              <a:gd name="connsiteX24" fmla="*/ 95250 w 228790"/>
              <a:gd name="connsiteY24" fmla="*/ 180975 h 419290"/>
              <a:gd name="connsiteX25" fmla="*/ 95250 w 228790"/>
              <a:gd name="connsiteY25" fmla="*/ 123825 h 419290"/>
              <a:gd name="connsiteX26" fmla="*/ 114300 w 228790"/>
              <a:gd name="connsiteY26" fmla="*/ 142875 h 419290"/>
              <a:gd name="connsiteX27" fmla="*/ 95250 w 228790"/>
              <a:gd name="connsiteY27" fmla="*/ 161925 h 419290"/>
              <a:gd name="connsiteX28" fmla="*/ 76200 w 228790"/>
              <a:gd name="connsiteY28" fmla="*/ 142875 h 419290"/>
              <a:gd name="connsiteX29" fmla="*/ 95250 w 228790"/>
              <a:gd name="connsiteY29" fmla="*/ 123825 h 419290"/>
              <a:gd name="connsiteX30" fmla="*/ 223075 w 228790"/>
              <a:gd name="connsiteY30" fmla="*/ 38100 h 419290"/>
              <a:gd name="connsiteX31" fmla="*/ 200025 w 228790"/>
              <a:gd name="connsiteY31" fmla="*/ 15049 h 419290"/>
              <a:gd name="connsiteX32" fmla="*/ 200025 w 228790"/>
              <a:gd name="connsiteY32" fmla="*/ 0 h 419290"/>
              <a:gd name="connsiteX33" fmla="*/ 28575 w 228790"/>
              <a:gd name="connsiteY33" fmla="*/ 0 h 419290"/>
              <a:gd name="connsiteX34" fmla="*/ 28575 w 228790"/>
              <a:gd name="connsiteY34" fmla="*/ 15049 h 419290"/>
              <a:gd name="connsiteX35" fmla="*/ 5524 w 228790"/>
              <a:gd name="connsiteY35" fmla="*/ 38100 h 419290"/>
              <a:gd name="connsiteX36" fmla="*/ 0 w 228790"/>
              <a:gd name="connsiteY36" fmla="*/ 51626 h 419290"/>
              <a:gd name="connsiteX37" fmla="*/ 0 w 228790"/>
              <a:gd name="connsiteY37" fmla="*/ 367665 h 419290"/>
              <a:gd name="connsiteX38" fmla="*/ 5524 w 228790"/>
              <a:gd name="connsiteY38" fmla="*/ 381191 h 419290"/>
              <a:gd name="connsiteX39" fmla="*/ 38100 w 228790"/>
              <a:gd name="connsiteY39" fmla="*/ 413766 h 419290"/>
              <a:gd name="connsiteX40" fmla="*/ 51626 w 228790"/>
              <a:gd name="connsiteY40" fmla="*/ 419291 h 419290"/>
              <a:gd name="connsiteX41" fmla="*/ 177165 w 228790"/>
              <a:gd name="connsiteY41" fmla="*/ 419291 h 419290"/>
              <a:gd name="connsiteX42" fmla="*/ 190691 w 228790"/>
              <a:gd name="connsiteY42" fmla="*/ 413766 h 419290"/>
              <a:gd name="connsiteX43" fmla="*/ 223266 w 228790"/>
              <a:gd name="connsiteY43" fmla="*/ 381191 h 419290"/>
              <a:gd name="connsiteX44" fmla="*/ 228791 w 228790"/>
              <a:gd name="connsiteY44" fmla="*/ 367665 h 419290"/>
              <a:gd name="connsiteX45" fmla="*/ 228791 w 228790"/>
              <a:gd name="connsiteY45" fmla="*/ 51626 h 419290"/>
              <a:gd name="connsiteX46" fmla="*/ 223266 w 228790"/>
              <a:gd name="connsiteY46" fmla="*/ 38100 h 419290"/>
              <a:gd name="connsiteX47" fmla="*/ 51626 w 228790"/>
              <a:gd name="connsiteY47" fmla="*/ 19050 h 419290"/>
              <a:gd name="connsiteX48" fmla="*/ 177165 w 228790"/>
              <a:gd name="connsiteY48" fmla="*/ 19050 h 419290"/>
              <a:gd name="connsiteX49" fmla="*/ 196215 w 228790"/>
              <a:gd name="connsiteY49" fmla="*/ 38100 h 419290"/>
              <a:gd name="connsiteX50" fmla="*/ 32576 w 228790"/>
              <a:gd name="connsiteY50" fmla="*/ 38100 h 419290"/>
              <a:gd name="connsiteX51" fmla="*/ 51626 w 228790"/>
              <a:gd name="connsiteY51" fmla="*/ 19050 h 419290"/>
              <a:gd name="connsiteX52" fmla="*/ 176975 w 228790"/>
              <a:gd name="connsiteY52" fmla="*/ 400050 h 419290"/>
              <a:gd name="connsiteX53" fmla="*/ 51435 w 228790"/>
              <a:gd name="connsiteY53" fmla="*/ 400050 h 419290"/>
              <a:gd name="connsiteX54" fmla="*/ 32385 w 228790"/>
              <a:gd name="connsiteY54" fmla="*/ 381000 h 419290"/>
              <a:gd name="connsiteX55" fmla="*/ 196025 w 228790"/>
              <a:gd name="connsiteY55" fmla="*/ 381000 h 419290"/>
              <a:gd name="connsiteX56" fmla="*/ 176975 w 228790"/>
              <a:gd name="connsiteY56" fmla="*/ 400050 h 419290"/>
              <a:gd name="connsiteX57" fmla="*/ 209550 w 228790"/>
              <a:gd name="connsiteY57" fmla="*/ 361950 h 419290"/>
              <a:gd name="connsiteX58" fmla="*/ 19050 w 228790"/>
              <a:gd name="connsiteY58" fmla="*/ 361950 h 419290"/>
              <a:gd name="connsiteX59" fmla="*/ 19050 w 228790"/>
              <a:gd name="connsiteY59" fmla="*/ 57150 h 419290"/>
              <a:gd name="connsiteX60" fmla="*/ 209550 w 228790"/>
              <a:gd name="connsiteY60" fmla="*/ 57150 h 419290"/>
              <a:gd name="connsiteX61" fmla="*/ 209550 w 228790"/>
              <a:gd name="connsiteY61" fmla="*/ 361950 h 41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8790" h="419290">
                <a:moveTo>
                  <a:pt x="114300" y="257175"/>
                </a:moveTo>
                <a:cubicBezTo>
                  <a:pt x="98489" y="257175"/>
                  <a:pt x="85725" y="269939"/>
                  <a:pt x="85725" y="285750"/>
                </a:cubicBezTo>
                <a:cubicBezTo>
                  <a:pt x="85725" y="301562"/>
                  <a:pt x="98489" y="314325"/>
                  <a:pt x="114300" y="314325"/>
                </a:cubicBezTo>
                <a:cubicBezTo>
                  <a:pt x="130112" y="314325"/>
                  <a:pt x="142875" y="301562"/>
                  <a:pt x="142875" y="285750"/>
                </a:cubicBezTo>
                <a:cubicBezTo>
                  <a:pt x="142875" y="269939"/>
                  <a:pt x="130112" y="257175"/>
                  <a:pt x="114300" y="257175"/>
                </a:cubicBezTo>
                <a:close/>
                <a:moveTo>
                  <a:pt x="114300" y="295275"/>
                </a:moveTo>
                <a:cubicBezTo>
                  <a:pt x="108966" y="295275"/>
                  <a:pt x="104775" y="291084"/>
                  <a:pt x="104775" y="285750"/>
                </a:cubicBezTo>
                <a:cubicBezTo>
                  <a:pt x="104775" y="280416"/>
                  <a:pt x="108966" y="276225"/>
                  <a:pt x="114300" y="276225"/>
                </a:cubicBezTo>
                <a:cubicBezTo>
                  <a:pt x="119634" y="276225"/>
                  <a:pt x="123825" y="280416"/>
                  <a:pt x="123825" y="285750"/>
                </a:cubicBezTo>
                <a:cubicBezTo>
                  <a:pt x="123825" y="291084"/>
                  <a:pt x="119634" y="295275"/>
                  <a:pt x="114300" y="295275"/>
                </a:cubicBezTo>
                <a:close/>
                <a:moveTo>
                  <a:pt x="114300" y="214313"/>
                </a:moveTo>
                <a:cubicBezTo>
                  <a:pt x="114300" y="232601"/>
                  <a:pt x="129350" y="247650"/>
                  <a:pt x="147638" y="247650"/>
                </a:cubicBezTo>
                <a:cubicBezTo>
                  <a:pt x="165926" y="247650"/>
                  <a:pt x="180975" y="232601"/>
                  <a:pt x="180975" y="214313"/>
                </a:cubicBezTo>
                <a:cubicBezTo>
                  <a:pt x="180975" y="196025"/>
                  <a:pt x="165926" y="180975"/>
                  <a:pt x="147638" y="180975"/>
                </a:cubicBezTo>
                <a:cubicBezTo>
                  <a:pt x="129350" y="180975"/>
                  <a:pt x="114300" y="196025"/>
                  <a:pt x="114300" y="214313"/>
                </a:cubicBezTo>
                <a:close/>
                <a:moveTo>
                  <a:pt x="147638" y="200025"/>
                </a:moveTo>
                <a:cubicBezTo>
                  <a:pt x="155448" y="200025"/>
                  <a:pt x="161925" y="206502"/>
                  <a:pt x="161925" y="214313"/>
                </a:cubicBezTo>
                <a:cubicBezTo>
                  <a:pt x="161925" y="222123"/>
                  <a:pt x="155448" y="228600"/>
                  <a:pt x="147638" y="228600"/>
                </a:cubicBezTo>
                <a:cubicBezTo>
                  <a:pt x="139827" y="228600"/>
                  <a:pt x="133350" y="222123"/>
                  <a:pt x="133350" y="214313"/>
                </a:cubicBezTo>
                <a:cubicBezTo>
                  <a:pt x="133350" y="206502"/>
                  <a:pt x="139827" y="200025"/>
                  <a:pt x="147638" y="200025"/>
                </a:cubicBezTo>
                <a:close/>
                <a:moveTo>
                  <a:pt x="95250" y="180975"/>
                </a:moveTo>
                <a:cubicBezTo>
                  <a:pt x="116205" y="180975"/>
                  <a:pt x="133350" y="163830"/>
                  <a:pt x="133350" y="142875"/>
                </a:cubicBezTo>
                <a:cubicBezTo>
                  <a:pt x="133350" y="121920"/>
                  <a:pt x="116205" y="104775"/>
                  <a:pt x="95250" y="104775"/>
                </a:cubicBezTo>
                <a:cubicBezTo>
                  <a:pt x="74295" y="104775"/>
                  <a:pt x="57150" y="121920"/>
                  <a:pt x="57150" y="142875"/>
                </a:cubicBezTo>
                <a:cubicBezTo>
                  <a:pt x="57150" y="163830"/>
                  <a:pt x="74295" y="180975"/>
                  <a:pt x="95250" y="180975"/>
                </a:cubicBezTo>
                <a:close/>
                <a:moveTo>
                  <a:pt x="95250" y="123825"/>
                </a:moveTo>
                <a:cubicBezTo>
                  <a:pt x="105728" y="123825"/>
                  <a:pt x="114300" y="132398"/>
                  <a:pt x="114300" y="142875"/>
                </a:cubicBezTo>
                <a:cubicBezTo>
                  <a:pt x="114300" y="153353"/>
                  <a:pt x="105728" y="161925"/>
                  <a:pt x="95250" y="161925"/>
                </a:cubicBezTo>
                <a:cubicBezTo>
                  <a:pt x="84773" y="161925"/>
                  <a:pt x="76200" y="153353"/>
                  <a:pt x="76200" y="142875"/>
                </a:cubicBezTo>
                <a:cubicBezTo>
                  <a:pt x="76200" y="132398"/>
                  <a:pt x="84773" y="123825"/>
                  <a:pt x="95250" y="123825"/>
                </a:cubicBezTo>
                <a:close/>
                <a:moveTo>
                  <a:pt x="223075" y="38100"/>
                </a:moveTo>
                <a:lnTo>
                  <a:pt x="200025" y="15049"/>
                </a:lnTo>
                <a:lnTo>
                  <a:pt x="200025" y="0"/>
                </a:lnTo>
                <a:lnTo>
                  <a:pt x="28575" y="0"/>
                </a:lnTo>
                <a:lnTo>
                  <a:pt x="28575" y="15049"/>
                </a:lnTo>
                <a:lnTo>
                  <a:pt x="5524" y="38100"/>
                </a:lnTo>
                <a:cubicBezTo>
                  <a:pt x="1905" y="41720"/>
                  <a:pt x="0" y="46482"/>
                  <a:pt x="0" y="51626"/>
                </a:cubicBezTo>
                <a:lnTo>
                  <a:pt x="0" y="367665"/>
                </a:lnTo>
                <a:cubicBezTo>
                  <a:pt x="0" y="372618"/>
                  <a:pt x="2096" y="377571"/>
                  <a:pt x="5524" y="381191"/>
                </a:cubicBezTo>
                <a:lnTo>
                  <a:pt x="38100" y="413766"/>
                </a:lnTo>
                <a:cubicBezTo>
                  <a:pt x="41719" y="417386"/>
                  <a:pt x="46482" y="419291"/>
                  <a:pt x="51626" y="419291"/>
                </a:cubicBezTo>
                <a:lnTo>
                  <a:pt x="177165" y="419291"/>
                </a:lnTo>
                <a:cubicBezTo>
                  <a:pt x="182309" y="419291"/>
                  <a:pt x="187071" y="417386"/>
                  <a:pt x="190691" y="413766"/>
                </a:cubicBezTo>
                <a:lnTo>
                  <a:pt x="223266" y="381191"/>
                </a:lnTo>
                <a:cubicBezTo>
                  <a:pt x="226886" y="377571"/>
                  <a:pt x="228791" y="372809"/>
                  <a:pt x="228791" y="367665"/>
                </a:cubicBezTo>
                <a:lnTo>
                  <a:pt x="228791" y="51626"/>
                </a:lnTo>
                <a:cubicBezTo>
                  <a:pt x="228791" y="46673"/>
                  <a:pt x="226695" y="41720"/>
                  <a:pt x="223266" y="38100"/>
                </a:cubicBezTo>
                <a:close/>
                <a:moveTo>
                  <a:pt x="51626" y="19050"/>
                </a:moveTo>
                <a:lnTo>
                  <a:pt x="177165" y="19050"/>
                </a:lnTo>
                <a:lnTo>
                  <a:pt x="196215" y="38100"/>
                </a:lnTo>
                <a:lnTo>
                  <a:pt x="32576" y="38100"/>
                </a:lnTo>
                <a:lnTo>
                  <a:pt x="51626" y="19050"/>
                </a:lnTo>
                <a:close/>
                <a:moveTo>
                  <a:pt x="176975" y="400050"/>
                </a:moveTo>
                <a:lnTo>
                  <a:pt x="51435" y="400050"/>
                </a:lnTo>
                <a:lnTo>
                  <a:pt x="32385" y="381000"/>
                </a:lnTo>
                <a:lnTo>
                  <a:pt x="196025" y="381000"/>
                </a:lnTo>
                <a:lnTo>
                  <a:pt x="176975" y="400050"/>
                </a:lnTo>
                <a:close/>
                <a:moveTo>
                  <a:pt x="209550" y="361950"/>
                </a:moveTo>
                <a:lnTo>
                  <a:pt x="19050" y="361950"/>
                </a:lnTo>
                <a:lnTo>
                  <a:pt x="19050" y="57150"/>
                </a:lnTo>
                <a:lnTo>
                  <a:pt x="209550" y="57150"/>
                </a:lnTo>
                <a:lnTo>
                  <a:pt x="209550" y="361950"/>
                </a:lnTo>
                <a:close/>
              </a:path>
            </a:pathLst>
          </a:custGeom>
          <a:solidFill>
            <a:srgbClr val="0B315E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95389"/>
      </p:ext>
    </p:extLst>
  </p:cSld>
  <p:clrMapOvr>
    <a:masterClrMapping/>
  </p:clrMapOvr>
</p:sld>
</file>

<file path=ppt/theme/theme1.xml><?xml version="1.0" encoding="utf-8"?>
<a:theme xmlns:a="http://schemas.openxmlformats.org/drawingml/2006/main" name="CVS_Health_PPT_Executive_Template">
  <a:themeElements>
    <a:clrScheme name="CVS Health">
      <a:dk1>
        <a:srgbClr val="000000"/>
      </a:dk1>
      <a:lt1>
        <a:srgbClr val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xecutive_Widescreen_Template_01_2025.pptx" id="{0CFAC41B-D437-4648-BFE8-CAE5DD42459E}" vid="{670D7D19-FB7C-4763-8D71-B2E6621812A8}"/>
    </a:ext>
  </a:extLst>
</a:theme>
</file>

<file path=ppt/theme/theme2.xml><?xml version="1.0" encoding="utf-8"?>
<a:theme xmlns:a="http://schemas.openxmlformats.org/drawingml/2006/main" name="Office Theme">
  <a:themeElements>
    <a:clrScheme name="CVS Colors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267AC0"/>
      </a:hlink>
      <a:folHlink>
        <a:srgbClr val="A5A5A5"/>
      </a:folHlink>
    </a:clrScheme>
    <a:fontScheme name="Custom 10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 b="1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Navy">
      <a:srgbClr val="0B315E"/>
    </a:custClr>
    <a:custClr name="PPT Teal Extradark">
      <a:srgbClr val="00787E"/>
    </a:custClr>
    <a:custClr name="Teal Dark">
      <a:srgbClr val="00A78E"/>
    </a:custClr>
    <a:custClr name="PPT Teal Ultradark">
      <a:srgbClr val="00585E"/>
    </a:custClr>
    <a:custClr name="PPT Gray Dark">
      <a:srgbClr val="646464"/>
    </a:custClr>
    <a:custClr name="PPT Gray Medium">
      <a:srgbClr val="868686"/>
    </a:custClr>
    <a:custClr name="Text Gray">
      <a:srgbClr val="3F3F3F"/>
    </a:custClr>
    <a:custClr name="PPT Green Extradark">
      <a:srgbClr val="487A10"/>
    </a:custClr>
  </a:custClrLst>
</a:theme>
</file>

<file path=ppt/theme/theme3.xml><?xml version="1.0" encoding="utf-8"?>
<a:theme xmlns:a="http://schemas.openxmlformats.org/drawingml/2006/main" name="Office Theme">
  <a:themeElements>
    <a:clrScheme name="CVS Colors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267AC0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 b="1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Navy">
      <a:srgbClr val="0B315E"/>
    </a:custClr>
    <a:custClr name="PPT Teal Extradark">
      <a:srgbClr val="00787E"/>
    </a:custClr>
    <a:custClr name="Teal Dark">
      <a:srgbClr val="00A78E"/>
    </a:custClr>
    <a:custClr name="PPT Teal Ultradark">
      <a:srgbClr val="00585E"/>
    </a:custClr>
    <a:custClr name="PPT Gray Dark">
      <a:srgbClr val="646464"/>
    </a:custClr>
    <a:custClr name="PPT Gray Medium">
      <a:srgbClr val="868686"/>
    </a:custClr>
    <a:custClr name="Text Gray">
      <a:srgbClr val="3F3F3F"/>
    </a:custClr>
    <a:custClr name="PPT Green Extradark">
      <a:srgbClr val="487A10"/>
    </a:custClr>
  </a:custClrLst>
</a:theme>
</file>

<file path=ppt/theme/themeOverride1.xml><?xml version="1.0" encoding="utf-8"?>
<a:themeOverride xmlns:a="http://schemas.openxmlformats.org/drawingml/2006/main">
  <a:clrScheme name="CVS Chart Colors">
    <a:dk1>
      <a:srgbClr val="000000"/>
    </a:dk1>
    <a:lt1>
      <a:sysClr val="window" lastClr="FFFFFF"/>
    </a:lt1>
    <a:dk2>
      <a:srgbClr val="3F3F3F"/>
    </a:dk2>
    <a:lt2>
      <a:srgbClr val="C0C0C0"/>
    </a:lt2>
    <a:accent1>
      <a:srgbClr val="0A4B8C"/>
    </a:accent1>
    <a:accent2>
      <a:srgbClr val="267AC0"/>
    </a:accent2>
    <a:accent3>
      <a:srgbClr val="00787E"/>
    </a:accent3>
    <a:accent4>
      <a:srgbClr val="00A78E"/>
    </a:accent4>
    <a:accent5>
      <a:srgbClr val="646464"/>
    </a:accent5>
    <a:accent6>
      <a:srgbClr val="868686"/>
    </a:accent6>
    <a:hlink>
      <a:srgbClr val="3F3F3F"/>
    </a:hlink>
    <a:folHlink>
      <a:srgbClr val="A5A5A5"/>
    </a:folHlink>
  </a:clrScheme>
  <a:fontScheme name="CVS Fonts">
    <a:majorFont>
      <a:latin typeface="CVS Health Sans"/>
      <a:ea typeface=""/>
      <a:cs typeface=""/>
    </a:majorFont>
    <a:minorFont>
      <a:latin typeface="CVS Health Sans"/>
      <a:ea typeface=""/>
      <a:cs typeface=""/>
    </a:minorFont>
  </a:fontScheme>
  <a:fmtScheme name="Flat">
    <a:fillStyleLst>
      <a:solidFill>
        <a:schemeClr val="phClr"/>
      </a:solidFill>
      <a:solidFill>
        <a:schemeClr val="phClr">
          <a:tint val="50000"/>
        </a:schemeClr>
      </a:solidFill>
      <a:solidFill>
        <a:schemeClr val="phClr">
          <a:shade val="65000"/>
        </a:schemeClr>
      </a:solidFill>
    </a:fillStyleLst>
    <a:lnStyleLst>
      <a:ln w="3175" cap="flat" cmpd="sng" algn="ctr">
        <a:solidFill>
          <a:schemeClr val="phClr">
            <a:shade val="65000"/>
          </a:schemeClr>
        </a:solidFill>
        <a:prstDash val="solid"/>
      </a:ln>
      <a:ln w="3175" cap="flat" cmpd="sng" algn="ctr">
        <a:solidFill>
          <a:schemeClr val="phClr"/>
        </a:solidFill>
        <a:prstDash val="solid"/>
      </a:ln>
      <a:ln w="0" cap="flat" cmpd="sng" algn="ctr">
        <a:noFill/>
      </a:ln>
    </a:lnStyleLst>
    <a:effectStyleLst>
      <a:effectStyle>
        <a:effectLst>
          <a:blur/>
        </a:effectLst>
      </a:effectStyle>
      <a:effectStyle>
        <a:effectLst>
          <a:blur/>
        </a:effectLst>
      </a:effectStyle>
      <a:effectStyle>
        <a:effectLst>
          <a:fillOverlay blend="darken">
            <a:solidFill>
              <a:schemeClr val="phClr">
                <a:shade val="30000"/>
              </a:schemeClr>
            </a:solidFill>
          </a:fillOverlay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VS Chart Colors">
    <a:dk1>
      <a:srgbClr val="000000"/>
    </a:dk1>
    <a:lt1>
      <a:sysClr val="window" lastClr="FFFFFF"/>
    </a:lt1>
    <a:dk2>
      <a:srgbClr val="3F3F3F"/>
    </a:dk2>
    <a:lt2>
      <a:srgbClr val="C0C0C0"/>
    </a:lt2>
    <a:accent1>
      <a:srgbClr val="0A4B8C"/>
    </a:accent1>
    <a:accent2>
      <a:srgbClr val="267AC0"/>
    </a:accent2>
    <a:accent3>
      <a:srgbClr val="00787E"/>
    </a:accent3>
    <a:accent4>
      <a:srgbClr val="00A78E"/>
    </a:accent4>
    <a:accent5>
      <a:srgbClr val="646464"/>
    </a:accent5>
    <a:accent6>
      <a:srgbClr val="868686"/>
    </a:accent6>
    <a:hlink>
      <a:srgbClr val="3F3F3F"/>
    </a:hlink>
    <a:folHlink>
      <a:srgbClr val="A5A5A5"/>
    </a:folHlink>
  </a:clrScheme>
  <a:fontScheme name="CVS Fonts">
    <a:majorFont>
      <a:latin typeface="CVS Health Sans"/>
      <a:ea typeface=""/>
      <a:cs typeface=""/>
    </a:majorFont>
    <a:minorFont>
      <a:latin typeface="CVS Health Sans"/>
      <a:ea typeface=""/>
      <a:cs typeface=""/>
    </a:minorFont>
  </a:fontScheme>
  <a:fmtScheme name="Flat">
    <a:fillStyleLst>
      <a:solidFill>
        <a:schemeClr val="phClr"/>
      </a:solidFill>
      <a:solidFill>
        <a:schemeClr val="phClr">
          <a:tint val="50000"/>
        </a:schemeClr>
      </a:solidFill>
      <a:solidFill>
        <a:schemeClr val="phClr">
          <a:shade val="65000"/>
        </a:schemeClr>
      </a:solidFill>
    </a:fillStyleLst>
    <a:lnStyleLst>
      <a:ln w="3175" cap="flat" cmpd="sng" algn="ctr">
        <a:solidFill>
          <a:schemeClr val="phClr">
            <a:shade val="65000"/>
          </a:schemeClr>
        </a:solidFill>
        <a:prstDash val="solid"/>
      </a:ln>
      <a:ln w="3175" cap="flat" cmpd="sng" algn="ctr">
        <a:solidFill>
          <a:schemeClr val="phClr"/>
        </a:solidFill>
        <a:prstDash val="solid"/>
      </a:ln>
      <a:ln w="0" cap="flat" cmpd="sng" algn="ctr">
        <a:noFill/>
      </a:ln>
    </a:lnStyleLst>
    <a:effectStyleLst>
      <a:effectStyle>
        <a:effectLst>
          <a:blur/>
        </a:effectLst>
      </a:effectStyle>
      <a:effectStyle>
        <a:effectLst>
          <a:blur/>
        </a:effectLst>
      </a:effectStyle>
      <a:effectStyle>
        <a:effectLst>
          <a:fillOverlay blend="darken">
            <a:solidFill>
              <a:schemeClr val="phClr">
                <a:shade val="30000"/>
              </a:schemeClr>
            </a:solidFill>
          </a:fillOverlay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610352-f05f-48dd-9cfa-4dd8d7f6934c" xsi:nil="true"/>
    <lcf76f155ced4ddcb4097134ff3c332f xmlns="2937e617-5843-4c4e-baf6-744fb1bb248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A7DC237B296E4383DB501320D4B505" ma:contentTypeVersion="13" ma:contentTypeDescription="Create a new document." ma:contentTypeScope="" ma:versionID="a5f26d848804e73b3c6e2382b6f9e0ed">
  <xsd:schema xmlns:xsd="http://www.w3.org/2001/XMLSchema" xmlns:xs="http://www.w3.org/2001/XMLSchema" xmlns:p="http://schemas.microsoft.com/office/2006/metadata/properties" xmlns:ns2="2937e617-5843-4c4e-baf6-744fb1bb248e" xmlns:ns3="f4610352-f05f-48dd-9cfa-4dd8d7f6934c" targetNamespace="http://schemas.microsoft.com/office/2006/metadata/properties" ma:root="true" ma:fieldsID="6b79c9653976093a4db5d972226f2c79" ns2:_="" ns3:_="">
    <xsd:import namespace="2937e617-5843-4c4e-baf6-744fb1bb248e"/>
    <xsd:import namespace="f4610352-f05f-48dd-9cfa-4dd8d7f693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7e617-5843-4c4e-baf6-744fb1bb2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73e5d3-86f4-436a-b35a-a9b626cf6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610352-f05f-48dd-9cfa-4dd8d7f6934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39a5820-9849-4167-af64-badefa94d660}" ma:internalName="TaxCatchAll" ma:showField="CatchAllData" ma:web="f4610352-f05f-48dd-9cfa-4dd8d7f693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4F0FD7-590D-477C-84D8-04F64A55F94D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0055697b-e14c-4837-afbf-2d998826d8e3"/>
    <ds:schemaRef ds:uri="http://schemas.openxmlformats.org/package/2006/metadata/core-properties"/>
    <ds:schemaRef ds:uri="933114fa-82ad-4b26-8262-9990613c746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EC5F46C-02B5-40A5-B4AF-14EF790338E9}"/>
</file>

<file path=customXml/itemProps3.xml><?xml version="1.0" encoding="utf-8"?>
<ds:datastoreItem xmlns:ds="http://schemas.openxmlformats.org/officeDocument/2006/customXml" ds:itemID="{3A4C5460-6341-4A06-8926-FDDA58E916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CVS_Health_PPT_Executive_Template</Template>
  <TotalTime>1139</TotalTime>
  <Words>4168</Words>
  <Application>Microsoft Office PowerPoint</Application>
  <PresentationFormat>Custom</PresentationFormat>
  <Paragraphs>940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CVS Health Sans</vt:lpstr>
      <vt:lpstr>CVS Health Sans Light</vt:lpstr>
      <vt:lpstr>CVS Health Sans Medium</vt:lpstr>
      <vt:lpstr>Open Sans</vt:lpstr>
      <vt:lpstr>System Font Regular</vt:lpstr>
      <vt:lpstr>CVS_Health_PPT_Executive_Template</vt:lpstr>
      <vt:lpstr>CVS Heath template</vt:lpstr>
      <vt:lpstr>We have developed this PowerPoint template  to support a consistent CVS Health voice.</vt:lpstr>
      <vt:lpstr>Use short sentences  and paragraphs</vt:lpstr>
      <vt:lpstr>BOD meeting cover</vt:lpstr>
      <vt:lpstr>CVS Specific ELT cover</vt:lpstr>
      <vt:lpstr>Aetna ELT cover</vt:lpstr>
      <vt:lpstr>Other ELT/Strategic Planning cover</vt:lpstr>
      <vt:lpstr>Strategic questions</vt:lpstr>
      <vt:lpstr>Executive summary</vt:lpstr>
      <vt:lpstr>Bio header with text</vt:lpstr>
      <vt:lpstr>Content slide title</vt:lpstr>
      <vt:lpstr>Content slide title</vt:lpstr>
      <vt:lpstr>Content slide title</vt:lpstr>
      <vt:lpstr>Content slide title</vt:lpstr>
      <vt:lpstr>Click to add title for two-column layout</vt:lpstr>
      <vt:lpstr>Click to add title for two-column layout</vt:lpstr>
      <vt:lpstr>Three point slide  title here can use icon as well</vt:lpstr>
      <vt:lpstr>Content slide</vt:lpstr>
      <vt:lpstr>Content slide title – CVS Health Sans Medium, 24 - 32 point</vt:lpstr>
      <vt:lpstr>Chart slide title – CVS Health Sans Medium, 26 - 32 point</vt:lpstr>
      <vt:lpstr>Chart slide title – CVS Health Sans Medium, 26 - 32 point</vt:lpstr>
      <vt:lpstr>Chart slide title – CVS Health Sans Medium, 26 - 32 point</vt:lpstr>
      <vt:lpstr>Chart slide title – CVS Health Sans Medium, 26 - 32 point</vt:lpstr>
      <vt:lpstr>Chart slide title – CVS Health Sans Medium, 26 - 32 point Chart slide subtitle – CVS Health Sans Light, 18 point, Dark Grey, Text 2</vt:lpstr>
      <vt:lpstr>Chart slide title – CVS Health Sans Medium, 26 - 32 point Chart slide subtitle – CVS Health Sans Light, 18 point, Dark Grey, Text 2</vt:lpstr>
      <vt:lpstr>Chart slide title – CVS Health Sans Medium, 26 - 32 point Chart slide subtitle – CVS Health Sans Light, 18 point, Dark Grey, Text 2</vt:lpstr>
      <vt:lpstr>Chart slide title – CVS Health Sans Medium,  26 - 32 point</vt:lpstr>
      <vt:lpstr>Title for infographic example two here</vt:lpstr>
      <vt:lpstr>MTD January 2025 results vs. budget</vt:lpstr>
      <vt:lpstr>White divider with navy title</vt:lpstr>
      <vt:lpstr>Blue divider with navy title</vt:lpstr>
      <vt:lpstr>Navy divider with white title</vt:lpstr>
      <vt:lpstr>Thank     you</vt:lpstr>
      <vt:lpstr>CVH HEALTH LOGO</vt:lpstr>
      <vt:lpstr>Outline Accessibility</vt:lpstr>
      <vt:lpstr>Outline Business</vt:lpstr>
      <vt:lpstr>Outline Entertainment</vt:lpstr>
      <vt:lpstr>Outline Health care (1 of 3)</vt:lpstr>
      <vt:lpstr>Outline Health care (2 of 3)</vt:lpstr>
      <vt:lpstr>Outline Health care (3 of 3)</vt:lpstr>
      <vt:lpstr>Outline Lifestyle</vt:lpstr>
      <vt:lpstr>Outline Maps (1 of 2)</vt:lpstr>
      <vt:lpstr>Outline Maps (2 of 2)</vt:lpstr>
      <vt:lpstr>Outline Messaging</vt:lpstr>
      <vt:lpstr>Outline Nature</vt:lpstr>
      <vt:lpstr>Outline People (1 of 2)</vt:lpstr>
      <vt:lpstr>Outline People (2 of 2)</vt:lpstr>
      <vt:lpstr>Outline Retail (1 of 3)</vt:lpstr>
      <vt:lpstr>Outline Retail (2 of 3)</vt:lpstr>
      <vt:lpstr>Outline Retail (3 of 3)</vt:lpstr>
      <vt:lpstr>Outline Technology (1 of 2)</vt:lpstr>
      <vt:lpstr>Outline Technology (2 of 2)</vt:lpstr>
      <vt:lpstr>Outline Transportation</vt:lpstr>
      <vt:lpstr>Outline Utilities (1 of 2)</vt:lpstr>
      <vt:lpstr>Outline Utilities (2 of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Saccoman, Cynthia A</dc:creator>
  <cp:lastModifiedBy>Sciascia, Kim</cp:lastModifiedBy>
  <cp:revision>6</cp:revision>
  <cp:lastPrinted>2017-04-13T12:11:49Z</cp:lastPrinted>
  <dcterms:created xsi:type="dcterms:W3CDTF">2025-03-24T17:38:38Z</dcterms:created>
  <dcterms:modified xsi:type="dcterms:W3CDTF">2025-07-07T14:33:05Z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0x010100A9A7DC237B296E4383DB501320D4B505</vt:lpwstr>
  </property>
  <property fmtid="{D5CDD505-2E9C-101B-9397-08002B2CF9AE}" pid="3" name="MSIP_Label_7837230a-460a-4aec-98a3-ac101fb30b10_Enabled">
    <vt:lpwstr>true</vt:lpwstr>
  </property>
  <property fmtid="{D5CDD505-2E9C-101B-9397-08002B2CF9AE}" pid="4" name="MSIP_Label_7837230a-460a-4aec-98a3-ac101fb30b10_SetDate">
    <vt:lpwstr>2021-07-09T14:38:28Z</vt:lpwstr>
  </property>
  <property fmtid="{D5CDD505-2E9C-101B-9397-08002B2CF9AE}" pid="5" name="MSIP_Label_7837230a-460a-4aec-98a3-ac101fb30b10_Method">
    <vt:lpwstr>Privileged</vt:lpwstr>
  </property>
  <property fmtid="{D5CDD505-2E9C-101B-9397-08002B2CF9AE}" pid="6" name="MSIP_Label_7837230a-460a-4aec-98a3-ac101fb30b10_Name">
    <vt:lpwstr>7837230a-460a-4aec-98a3-ac101fb30b10</vt:lpwstr>
  </property>
  <property fmtid="{D5CDD505-2E9C-101B-9397-08002B2CF9AE}" pid="7" name="MSIP_Label_7837230a-460a-4aec-98a3-ac101fb30b10_SiteId">
    <vt:lpwstr>fabb61b8-3afe-4e75-b934-a47f782b8cd7</vt:lpwstr>
  </property>
  <property fmtid="{D5CDD505-2E9C-101B-9397-08002B2CF9AE}" pid="8" name="MSIP_Label_7837230a-460a-4aec-98a3-ac101fb30b10_ActionId">
    <vt:lpwstr/>
  </property>
  <property fmtid="{D5CDD505-2E9C-101B-9397-08002B2CF9AE}" pid="9" name="MSIP_Label_7837230a-460a-4aec-98a3-ac101fb30b10_ContentBits">
    <vt:lpwstr>0</vt:lpwstr>
  </property>
  <property fmtid="{D5CDD505-2E9C-101B-9397-08002B2CF9AE}" pid="10" name="MediaServiceImageTags">
    <vt:lpwstr/>
  </property>
</Properties>
</file>